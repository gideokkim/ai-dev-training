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slides/charts/chart1.xml" ContentType="application/vnd.openxmlformats-officedocument.drawingml.chart+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61ab8569a7e46fd" /><Relationship Type="http://schemas.openxmlformats.org/officeDocument/2006/relationships/extended-properties" Target="/docProps/app.xml" Id="Ra0a2508339d049d6" /><Relationship Type="http://schemas.openxmlformats.org/officeDocument/2006/relationships/officeDocument" Target="/ppt/presentation.xml" Id="R764243a2aaa644d8" /></Relationships>
</file>

<file path=ppt/presentation.xml><?xml version="1.0" encoding="utf-8"?>
<p:presentation xmlns:p="http://schemas.openxmlformats.org/presentationml/2006/main">
  <p:sldMasterIdLst>
    <p:sldMasterId xmlns:r="http://schemas.openxmlformats.org/officeDocument/2006/relationships" id="2147483648" r:id="R1760ed5374a744cf"/>
  </p:sldMasterIdLst>
  <p:notesMasterIdLst>
    <p:notesMasterId xmlns:r="http://schemas.openxmlformats.org/officeDocument/2006/relationships" r:id="R0d5009a3cc224628"/>
  </p:notesMasterIdLst>
  <p:sldIdLst>
    <p:sldId xmlns:r="http://schemas.openxmlformats.org/officeDocument/2006/relationships" id="256" r:id="R86aa63eec95c4730"/>
    <p:sldId xmlns:r="http://schemas.openxmlformats.org/officeDocument/2006/relationships" id="257" r:id="Re6d47c1ebda245e8"/>
    <p:sldId xmlns:r="http://schemas.openxmlformats.org/officeDocument/2006/relationships" id="258" r:id="Rca31125c72c946d9"/>
    <p:sldId xmlns:r="http://schemas.openxmlformats.org/officeDocument/2006/relationships" id="259" r:id="Rd5d057c1d0a348c3"/>
    <p:sldId xmlns:r="http://schemas.openxmlformats.org/officeDocument/2006/relationships" id="260" r:id="Re2e0da5f53ea464d"/>
    <p:sldId xmlns:r="http://schemas.openxmlformats.org/officeDocument/2006/relationships" id="261" r:id="Rb1e219c7eca744aa"/>
    <p:sldId xmlns:r="http://schemas.openxmlformats.org/officeDocument/2006/relationships" id="262" r:id="R93e1f0938dda454c"/>
    <p:sldId xmlns:r="http://schemas.openxmlformats.org/officeDocument/2006/relationships" id="263" r:id="R0a99d749451b4825"/>
    <p:sldId xmlns:r="http://schemas.openxmlformats.org/officeDocument/2006/relationships" id="264" r:id="Rf47e22a397394e55"/>
    <p:sldId xmlns:r="http://schemas.openxmlformats.org/officeDocument/2006/relationships" id="265" r:id="R8cd3f61ac0944f28"/>
    <p:sldId xmlns:r="http://schemas.openxmlformats.org/officeDocument/2006/relationships" id="266" r:id="R5cd96d3becde48ae"/>
    <p:sldId xmlns:r="http://schemas.openxmlformats.org/officeDocument/2006/relationships" id="267" r:id="Rf899a89b2a5248ff"/>
    <p:sldId xmlns:r="http://schemas.openxmlformats.org/officeDocument/2006/relationships" id="268" r:id="Rc7e9e70b02544646"/>
    <p:sldId xmlns:r="http://schemas.openxmlformats.org/officeDocument/2006/relationships" id="269" r:id="Rfd4439465957408b"/>
    <p:sldId xmlns:r="http://schemas.openxmlformats.org/officeDocument/2006/relationships" id="270" r:id="R36ae184bd91e4e83"/>
    <p:sldId xmlns:r="http://schemas.openxmlformats.org/officeDocument/2006/relationships" id="271" r:id="R2de64b6ce35043d8"/>
    <p:sldId xmlns:r="http://schemas.openxmlformats.org/officeDocument/2006/relationships" id="272" r:id="Rafddc453fcf14b38"/>
    <p:sldId xmlns:r="http://schemas.openxmlformats.org/officeDocument/2006/relationships" id="273" r:id="Ra564fa5d8e694256"/>
    <p:sldId xmlns:r="http://schemas.openxmlformats.org/officeDocument/2006/relationships" id="274" r:id="R47c51b4f874341ef"/>
    <p:sldId xmlns:r="http://schemas.openxmlformats.org/officeDocument/2006/relationships" id="275" r:id="R98f757a270274064"/>
    <p:sldId xmlns:r="http://schemas.openxmlformats.org/officeDocument/2006/relationships" id="276" r:id="R8e13eb4469394a7c"/>
    <p:sldId xmlns:r="http://schemas.openxmlformats.org/officeDocument/2006/relationships" id="277" r:id="R38bf621609a54893"/>
    <p:sldId xmlns:r="http://schemas.openxmlformats.org/officeDocument/2006/relationships" id="278" r:id="R2e3ad0da8ef546d6"/>
    <p:sldId xmlns:r="http://schemas.openxmlformats.org/officeDocument/2006/relationships" id="279" r:id="R25628d8fa4e64686"/>
    <p:sldId xmlns:r="http://schemas.openxmlformats.org/officeDocument/2006/relationships" id="280" r:id="R611ae596545d4164"/>
    <p:sldId xmlns:r="http://schemas.openxmlformats.org/officeDocument/2006/relationships" id="281" r:id="R1c1c0264e01e4573"/>
    <p:sldId xmlns:r="http://schemas.openxmlformats.org/officeDocument/2006/relationships" id="282" r:id="Red2eeb472dd049cf"/>
    <p:sldId xmlns:r="http://schemas.openxmlformats.org/officeDocument/2006/relationships" id="283" r:id="R383595f5df974682"/>
    <p:sldId xmlns:r="http://schemas.openxmlformats.org/officeDocument/2006/relationships" id="284" r:id="R60840d2c30d94301"/>
    <p:sldId xmlns:r="http://schemas.openxmlformats.org/officeDocument/2006/relationships" id="285" r:id="R687647d22cfc495b"/>
    <p:sldId xmlns:r="http://schemas.openxmlformats.org/officeDocument/2006/relationships" id="286" r:id="R8efe71bc7f4c4346"/>
    <p:sldId xmlns:r="http://schemas.openxmlformats.org/officeDocument/2006/relationships" id="287" r:id="R987bef44a0c446cc"/>
    <p:sldId xmlns:r="http://schemas.openxmlformats.org/officeDocument/2006/relationships" id="288" r:id="R58f792f66b544a81"/>
    <p:sldId xmlns:r="http://schemas.openxmlformats.org/officeDocument/2006/relationships" id="289" r:id="R86e4149eb962447b"/>
    <p:sldId xmlns:r="http://schemas.openxmlformats.org/officeDocument/2006/relationships" id="290" r:id="R59ea3cc6ae874b4e"/>
    <p:sldId xmlns:r="http://schemas.openxmlformats.org/officeDocument/2006/relationships" id="291" r:id="R2eeb110154a1426f"/>
    <p:sldId xmlns:r="http://schemas.openxmlformats.org/officeDocument/2006/relationships" id="292" r:id="Ra106499f292f42d0"/>
    <p:sldId xmlns:r="http://schemas.openxmlformats.org/officeDocument/2006/relationships" id="293" r:id="R532181dc17c7409c"/>
    <p:sldId xmlns:r="http://schemas.openxmlformats.org/officeDocument/2006/relationships" id="294" r:id="Rfec4ada3fd144853"/>
    <p:sldId xmlns:r="http://schemas.openxmlformats.org/officeDocument/2006/relationships" id="295" r:id="Rfc957bd46752438b"/>
    <p:sldId xmlns:r="http://schemas.openxmlformats.org/officeDocument/2006/relationships" id="296" r:id="Rf9fd62580d38494a"/>
    <p:sldId xmlns:r="http://schemas.openxmlformats.org/officeDocument/2006/relationships" id="297" r:id="Re190fc7732d84560"/>
    <p:sldId xmlns:r="http://schemas.openxmlformats.org/officeDocument/2006/relationships" id="298" r:id="Rc06cdc8f8045476d"/>
    <p:sldId xmlns:r="http://schemas.openxmlformats.org/officeDocument/2006/relationships" id="299" r:id="R101e8bef5273484f"/>
    <p:sldId xmlns:r="http://schemas.openxmlformats.org/officeDocument/2006/relationships" id="300" r:id="R4312284d310e4c8a"/>
    <p:sldId xmlns:r="http://schemas.openxmlformats.org/officeDocument/2006/relationships" id="301" r:id="R3cc916e2d79d4fad"/>
    <p:sldId xmlns:r="http://schemas.openxmlformats.org/officeDocument/2006/relationships" id="302" r:id="R37c62d32df084d58"/>
    <p:sldId xmlns:r="http://schemas.openxmlformats.org/officeDocument/2006/relationships" id="303" r:id="R255093260fa14ad3"/>
    <p:sldId xmlns:r="http://schemas.openxmlformats.org/officeDocument/2006/relationships" id="304" r:id="R066dcee93d4f439e"/>
    <p:sldId xmlns:r="http://schemas.openxmlformats.org/officeDocument/2006/relationships" id="305" r:id="R1a8d0ef226e74a80"/>
    <p:sldId xmlns:r="http://schemas.openxmlformats.org/officeDocument/2006/relationships" id="306" r:id="R61a040e5e1844908"/>
    <p:sldId xmlns:r="http://schemas.openxmlformats.org/officeDocument/2006/relationships" id="307" r:id="R47bd2679e19c4388"/>
    <p:sldId xmlns:r="http://schemas.openxmlformats.org/officeDocument/2006/relationships" id="308" r:id="Rc96e0950d0ad4abd"/>
    <p:sldId xmlns:r="http://schemas.openxmlformats.org/officeDocument/2006/relationships" id="309" r:id="Rfd55b72228e3412a"/>
    <p:sldId xmlns:r="http://schemas.openxmlformats.org/officeDocument/2006/relationships" id="310" r:id="R7b114f21d2484b40"/>
    <p:sldId xmlns:r="http://schemas.openxmlformats.org/officeDocument/2006/relationships" id="311" r:id="R994799eb9bbe4db1"/>
    <p:sldId xmlns:r="http://schemas.openxmlformats.org/officeDocument/2006/relationships" id="312" r:id="Rde149cbcbfc3482a"/>
    <p:sldId xmlns:r="http://schemas.openxmlformats.org/officeDocument/2006/relationships" id="313" r:id="R96f36be3ee714c16"/>
    <p:sldId xmlns:r="http://schemas.openxmlformats.org/officeDocument/2006/relationships" id="314" r:id="R820efe809ca8439b"/>
    <p:sldId xmlns:r="http://schemas.openxmlformats.org/officeDocument/2006/relationships" id="315" r:id="Rc517cb145c1e4bb2"/>
    <p:sldId xmlns:r="http://schemas.openxmlformats.org/officeDocument/2006/relationships" id="316" r:id="Rcd485f5255774d93"/>
    <p:sldId xmlns:r="http://schemas.openxmlformats.org/officeDocument/2006/relationships" id="317" r:id="R92b789137f5b47d9"/>
    <p:sldId xmlns:r="http://schemas.openxmlformats.org/officeDocument/2006/relationships" id="318" r:id="R88a89455e90c4054"/>
    <p:sldId xmlns:r="http://schemas.openxmlformats.org/officeDocument/2006/relationships" id="319" r:id="Rbb0114a1d46d4fa6"/>
    <p:sldId xmlns:r="http://schemas.openxmlformats.org/officeDocument/2006/relationships" id="320" r:id="R6f8d2cb2c95e45f1"/>
    <p:sldId xmlns:r="http://schemas.openxmlformats.org/officeDocument/2006/relationships" id="321" r:id="R491b36a9fb604604"/>
    <p:sldId xmlns:r="http://schemas.openxmlformats.org/officeDocument/2006/relationships" id="322" r:id="Rbd500f46ec944e7a"/>
    <p:sldId xmlns:r="http://schemas.openxmlformats.org/officeDocument/2006/relationships" id="323" r:id="Rd2e43b582a6349df"/>
    <p:sldId xmlns:r="http://schemas.openxmlformats.org/officeDocument/2006/relationships" id="324" r:id="Ra848b286eed74a4b"/>
    <p:sldId xmlns:r="http://schemas.openxmlformats.org/officeDocument/2006/relationships" id="325" r:id="Rf1cdeedf42ac413a"/>
    <p:sldId xmlns:r="http://schemas.openxmlformats.org/officeDocument/2006/relationships" id="326" r:id="R6821c94c1e6c4157"/>
    <p:sldId xmlns:r="http://schemas.openxmlformats.org/officeDocument/2006/relationships" id="327" r:id="Rcd0b8e92e32d4fbb"/>
    <p:sldId xmlns:r="http://schemas.openxmlformats.org/officeDocument/2006/relationships" id="328" r:id="R23c5d4b04d004393"/>
    <p:sldId xmlns:r="http://schemas.openxmlformats.org/officeDocument/2006/relationships" id="329" r:id="R78be36d3ba2e4a74"/>
    <p:sldId xmlns:r="http://schemas.openxmlformats.org/officeDocument/2006/relationships" id="330" r:id="R7b47f20e02a8425f"/>
    <p:sldId xmlns:r="http://schemas.openxmlformats.org/officeDocument/2006/relationships" id="331" r:id="R4b2abd0cad82446c"/>
    <p:sldId xmlns:r="http://schemas.openxmlformats.org/officeDocument/2006/relationships" id="332" r:id="Rc7bd0a225d9b41c9"/>
    <p:sldId xmlns:r="http://schemas.openxmlformats.org/officeDocument/2006/relationships" id="333" r:id="R097cdbe24d144bf9"/>
    <p:sldId xmlns:r="http://schemas.openxmlformats.org/officeDocument/2006/relationships" id="334" r:id="R3abbc83e1ed84fb2"/>
    <p:sldId xmlns:r="http://schemas.openxmlformats.org/officeDocument/2006/relationships" id="335" r:id="R3339794e8e004b55"/>
    <p:sldId xmlns:r="http://schemas.openxmlformats.org/officeDocument/2006/relationships" id="336" r:id="Rfa572c6688f5478f"/>
    <p:sldId xmlns:r="http://schemas.openxmlformats.org/officeDocument/2006/relationships" id="337" r:id="R6f3f914ac8624b48"/>
    <p:sldId xmlns:r="http://schemas.openxmlformats.org/officeDocument/2006/relationships" id="338" r:id="R82629a9687794230"/>
    <p:sldId xmlns:r="http://schemas.openxmlformats.org/officeDocument/2006/relationships" id="339" r:id="Rdd754bd46a624adb"/>
    <p:sldId xmlns:r="http://schemas.openxmlformats.org/officeDocument/2006/relationships" id="340" r:id="R486ad30a99954680"/>
    <p:sldId xmlns:r="http://schemas.openxmlformats.org/officeDocument/2006/relationships" id="341" r:id="R6593931aa1054015"/>
    <p:sldId xmlns:r="http://schemas.openxmlformats.org/officeDocument/2006/relationships" id="342" r:id="R18f2dd3b003b4038"/>
    <p:sldId xmlns:r="http://schemas.openxmlformats.org/officeDocument/2006/relationships" id="343" r:id="Rf726f3d48bec4354"/>
    <p:sldId xmlns:r="http://schemas.openxmlformats.org/officeDocument/2006/relationships" id="344" r:id="Rfd24eb7558cf4bff"/>
    <p:sldId xmlns:r="http://schemas.openxmlformats.org/officeDocument/2006/relationships" id="345" r:id="Ra6b94c5c4b7640f1"/>
    <p:sldId xmlns:r="http://schemas.openxmlformats.org/officeDocument/2006/relationships" id="346" r:id="R9f18a8851ce14b55"/>
    <p:sldId xmlns:r="http://schemas.openxmlformats.org/officeDocument/2006/relationships" id="347" r:id="R6297d751b1784810"/>
    <p:sldId xmlns:r="http://schemas.openxmlformats.org/officeDocument/2006/relationships" id="348" r:id="R6bf859b75c8346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d430fd1d5442f5" /><Relationship Type="http://schemas.openxmlformats.org/officeDocument/2006/relationships/slideMaster" Target="/ppt/slideMasters/slideMaster1.xml" Id="R1760ed5374a744cf" /><Relationship Type="http://schemas.openxmlformats.org/officeDocument/2006/relationships/notesMaster" Target="/ppt/notesMasters/notesMaster1.xml" Id="R0d5009a3cc224628" /><Relationship Type="http://schemas.openxmlformats.org/officeDocument/2006/relationships/presProps" Target="/ppt/presProps.xml" Id="Rb27e0a5c4eaf4014" /><Relationship Type="http://schemas.openxmlformats.org/officeDocument/2006/relationships/tableStyles" Target="/ppt/tableStyles.xml" Id="Re31beac7192241ea" /><Relationship Type="http://schemas.openxmlformats.org/officeDocument/2006/relationships/slide" Target="/ppt/slides/slide1.xml" Id="R86aa63eec95c4730" /><Relationship Type="http://schemas.openxmlformats.org/officeDocument/2006/relationships/slide" Target="/ppt/slides/slide2.xml" Id="Re6d47c1ebda245e8" /><Relationship Type="http://schemas.openxmlformats.org/officeDocument/2006/relationships/slide" Target="/ppt/slides/slide3.xml" Id="Rca31125c72c946d9" /><Relationship Type="http://schemas.openxmlformats.org/officeDocument/2006/relationships/slide" Target="/ppt/slides/slide4.xml" Id="Rd5d057c1d0a348c3" /><Relationship Type="http://schemas.openxmlformats.org/officeDocument/2006/relationships/slide" Target="/ppt/slides/slide5.xml" Id="Re2e0da5f53ea464d" /><Relationship Type="http://schemas.openxmlformats.org/officeDocument/2006/relationships/slide" Target="/ppt/slides/slide6.xml" Id="Rb1e219c7eca744aa" /><Relationship Type="http://schemas.openxmlformats.org/officeDocument/2006/relationships/slide" Target="/ppt/slides/slide7.xml" Id="R93e1f0938dda454c" /><Relationship Type="http://schemas.openxmlformats.org/officeDocument/2006/relationships/slide" Target="/ppt/slides/slide8.xml" Id="R0a99d749451b4825" /><Relationship Type="http://schemas.openxmlformats.org/officeDocument/2006/relationships/slide" Target="/ppt/slides/slide9.xml" Id="Rf47e22a397394e55" /><Relationship Type="http://schemas.openxmlformats.org/officeDocument/2006/relationships/slide" Target="/ppt/slides/slide10.xml" Id="R8cd3f61ac0944f28" /><Relationship Type="http://schemas.openxmlformats.org/officeDocument/2006/relationships/slide" Target="/ppt/slides/slide11.xml" Id="R5cd96d3becde48ae" /><Relationship Type="http://schemas.openxmlformats.org/officeDocument/2006/relationships/slide" Target="/ppt/slides/slide12.xml" Id="Rf899a89b2a5248ff" /><Relationship Type="http://schemas.openxmlformats.org/officeDocument/2006/relationships/slide" Target="/ppt/slides/slide13.xml" Id="Rc7e9e70b02544646" /><Relationship Type="http://schemas.openxmlformats.org/officeDocument/2006/relationships/slide" Target="/ppt/slides/slide14.xml" Id="Rfd4439465957408b" /><Relationship Type="http://schemas.openxmlformats.org/officeDocument/2006/relationships/slide" Target="/ppt/slides/slide15.xml" Id="R36ae184bd91e4e83" /><Relationship Type="http://schemas.openxmlformats.org/officeDocument/2006/relationships/slide" Target="/ppt/slides/slide16.xml" Id="R2de64b6ce35043d8" /><Relationship Type="http://schemas.openxmlformats.org/officeDocument/2006/relationships/slide" Target="/ppt/slides/slide17.xml" Id="Rafddc453fcf14b38" /><Relationship Type="http://schemas.openxmlformats.org/officeDocument/2006/relationships/slide" Target="/ppt/slides/slide18.xml" Id="Ra564fa5d8e694256" /><Relationship Type="http://schemas.openxmlformats.org/officeDocument/2006/relationships/slide" Target="/ppt/slides/slide19.xml" Id="R47c51b4f874341ef" /><Relationship Type="http://schemas.openxmlformats.org/officeDocument/2006/relationships/slide" Target="/ppt/slides/slide20.xml" Id="R98f757a270274064" /><Relationship Type="http://schemas.openxmlformats.org/officeDocument/2006/relationships/slide" Target="/ppt/slides/slide21.xml" Id="R8e13eb4469394a7c" /><Relationship Type="http://schemas.openxmlformats.org/officeDocument/2006/relationships/slide" Target="/ppt/slides/slide22.xml" Id="R38bf621609a54893" /><Relationship Type="http://schemas.openxmlformats.org/officeDocument/2006/relationships/slide" Target="/ppt/slides/slide23.xml" Id="R2e3ad0da8ef546d6" /><Relationship Type="http://schemas.openxmlformats.org/officeDocument/2006/relationships/slide" Target="/ppt/slides/slide24.xml" Id="R25628d8fa4e64686" /><Relationship Type="http://schemas.openxmlformats.org/officeDocument/2006/relationships/slide" Target="/ppt/slides/slide25.xml" Id="R611ae596545d4164" /><Relationship Type="http://schemas.openxmlformats.org/officeDocument/2006/relationships/slide" Target="/ppt/slides/slide26.xml" Id="R1c1c0264e01e4573" /><Relationship Type="http://schemas.openxmlformats.org/officeDocument/2006/relationships/slide" Target="/ppt/slides/slide27.xml" Id="Red2eeb472dd049cf" /><Relationship Type="http://schemas.openxmlformats.org/officeDocument/2006/relationships/slide" Target="/ppt/slides/slide28.xml" Id="R383595f5df974682" /><Relationship Type="http://schemas.openxmlformats.org/officeDocument/2006/relationships/slide" Target="/ppt/slides/slide29.xml" Id="R60840d2c30d94301" /><Relationship Type="http://schemas.openxmlformats.org/officeDocument/2006/relationships/slide" Target="/ppt/slides/slide30.xml" Id="R687647d22cfc495b" /><Relationship Type="http://schemas.openxmlformats.org/officeDocument/2006/relationships/slide" Target="/ppt/slides/slide31.xml" Id="R8efe71bc7f4c4346" /><Relationship Type="http://schemas.openxmlformats.org/officeDocument/2006/relationships/slide" Target="/ppt/slides/slide32.xml" Id="R987bef44a0c446cc" /><Relationship Type="http://schemas.openxmlformats.org/officeDocument/2006/relationships/slide" Target="/ppt/slides/slide33.xml" Id="R58f792f66b544a81" /><Relationship Type="http://schemas.openxmlformats.org/officeDocument/2006/relationships/slide" Target="/ppt/slides/slide34.xml" Id="R86e4149eb962447b" /><Relationship Type="http://schemas.openxmlformats.org/officeDocument/2006/relationships/slide" Target="/ppt/slides/slide35.xml" Id="R59ea3cc6ae874b4e" /><Relationship Type="http://schemas.openxmlformats.org/officeDocument/2006/relationships/slide" Target="/ppt/slides/slide36.xml" Id="R2eeb110154a1426f" /><Relationship Type="http://schemas.openxmlformats.org/officeDocument/2006/relationships/slide" Target="/ppt/slides/slide37.xml" Id="Ra106499f292f42d0" /><Relationship Type="http://schemas.openxmlformats.org/officeDocument/2006/relationships/slide" Target="/ppt/slides/slide38.xml" Id="R532181dc17c7409c" /><Relationship Type="http://schemas.openxmlformats.org/officeDocument/2006/relationships/slide" Target="/ppt/slides/slide39.xml" Id="Rfec4ada3fd144853" /><Relationship Type="http://schemas.openxmlformats.org/officeDocument/2006/relationships/slide" Target="/ppt/slides/slide40.xml" Id="Rfc957bd46752438b" /><Relationship Type="http://schemas.openxmlformats.org/officeDocument/2006/relationships/slide" Target="/ppt/slides/slide41.xml" Id="Rf9fd62580d38494a" /><Relationship Type="http://schemas.openxmlformats.org/officeDocument/2006/relationships/slide" Target="/ppt/slides/slide42.xml" Id="Re190fc7732d84560" /><Relationship Type="http://schemas.openxmlformats.org/officeDocument/2006/relationships/slide" Target="/ppt/slides/slide43.xml" Id="Rc06cdc8f8045476d" /><Relationship Type="http://schemas.openxmlformats.org/officeDocument/2006/relationships/slide" Target="/ppt/slides/slide44.xml" Id="R101e8bef5273484f" /><Relationship Type="http://schemas.openxmlformats.org/officeDocument/2006/relationships/slide" Target="/ppt/slides/slide45.xml" Id="R4312284d310e4c8a" /><Relationship Type="http://schemas.openxmlformats.org/officeDocument/2006/relationships/slide" Target="/ppt/slides/slide46.xml" Id="R3cc916e2d79d4fad" /><Relationship Type="http://schemas.openxmlformats.org/officeDocument/2006/relationships/slide" Target="/ppt/slides/slide47.xml" Id="R37c62d32df084d58" /><Relationship Type="http://schemas.openxmlformats.org/officeDocument/2006/relationships/slide" Target="/ppt/slides/slide48.xml" Id="R255093260fa14ad3" /><Relationship Type="http://schemas.openxmlformats.org/officeDocument/2006/relationships/slide" Target="/ppt/slides/slide49.xml" Id="R066dcee93d4f439e" /><Relationship Type="http://schemas.openxmlformats.org/officeDocument/2006/relationships/slide" Target="/ppt/slides/slide50.xml" Id="R1a8d0ef226e74a80" /><Relationship Type="http://schemas.openxmlformats.org/officeDocument/2006/relationships/slide" Target="/ppt/slides/slide51.xml" Id="R61a040e5e1844908" /><Relationship Type="http://schemas.openxmlformats.org/officeDocument/2006/relationships/slide" Target="/ppt/slides/slide52.xml" Id="R47bd2679e19c4388" /><Relationship Type="http://schemas.openxmlformats.org/officeDocument/2006/relationships/slide" Target="/ppt/slides/slide53.xml" Id="Rc96e0950d0ad4abd" /><Relationship Type="http://schemas.openxmlformats.org/officeDocument/2006/relationships/slide" Target="/ppt/slides/slide54.xml" Id="Rfd55b72228e3412a" /><Relationship Type="http://schemas.openxmlformats.org/officeDocument/2006/relationships/slide" Target="/ppt/slides/slide55.xml" Id="R7b114f21d2484b40" /><Relationship Type="http://schemas.openxmlformats.org/officeDocument/2006/relationships/slide" Target="/ppt/slides/slide56.xml" Id="R994799eb9bbe4db1" /><Relationship Type="http://schemas.openxmlformats.org/officeDocument/2006/relationships/slide" Target="/ppt/slides/slide57.xml" Id="Rde149cbcbfc3482a" /><Relationship Type="http://schemas.openxmlformats.org/officeDocument/2006/relationships/slide" Target="/ppt/slides/slide58.xml" Id="R96f36be3ee714c16" /><Relationship Type="http://schemas.openxmlformats.org/officeDocument/2006/relationships/slide" Target="/ppt/slides/slide59.xml" Id="R820efe809ca8439b" /><Relationship Type="http://schemas.openxmlformats.org/officeDocument/2006/relationships/slide" Target="/ppt/slides/slide60.xml" Id="Rc517cb145c1e4bb2" /><Relationship Type="http://schemas.openxmlformats.org/officeDocument/2006/relationships/slide" Target="/ppt/slides/slide61.xml" Id="Rcd485f5255774d93" /><Relationship Type="http://schemas.openxmlformats.org/officeDocument/2006/relationships/slide" Target="/ppt/slides/slide62.xml" Id="R92b789137f5b47d9" /><Relationship Type="http://schemas.openxmlformats.org/officeDocument/2006/relationships/slide" Target="/ppt/slides/slide63.xml" Id="R88a89455e90c4054" /><Relationship Type="http://schemas.openxmlformats.org/officeDocument/2006/relationships/slide" Target="/ppt/slides/slide64.xml" Id="Rbb0114a1d46d4fa6" /><Relationship Type="http://schemas.openxmlformats.org/officeDocument/2006/relationships/slide" Target="/ppt/slides/slide65.xml" Id="R6f8d2cb2c95e45f1" /><Relationship Type="http://schemas.openxmlformats.org/officeDocument/2006/relationships/slide" Target="/ppt/slides/slide66.xml" Id="R491b36a9fb604604" /><Relationship Type="http://schemas.openxmlformats.org/officeDocument/2006/relationships/slide" Target="/ppt/slides/slide67.xml" Id="Rbd500f46ec944e7a" /><Relationship Type="http://schemas.openxmlformats.org/officeDocument/2006/relationships/slide" Target="/ppt/slides/slide68.xml" Id="Rd2e43b582a6349df" /><Relationship Type="http://schemas.openxmlformats.org/officeDocument/2006/relationships/slide" Target="/ppt/slides/slide69.xml" Id="Ra848b286eed74a4b" /><Relationship Type="http://schemas.openxmlformats.org/officeDocument/2006/relationships/slide" Target="/ppt/slides/slide70.xml" Id="Rf1cdeedf42ac413a" /><Relationship Type="http://schemas.openxmlformats.org/officeDocument/2006/relationships/slide" Target="/ppt/slides/slide71.xml" Id="R6821c94c1e6c4157" /><Relationship Type="http://schemas.openxmlformats.org/officeDocument/2006/relationships/slide" Target="/ppt/slides/slide72.xml" Id="Rcd0b8e92e32d4fbb" /><Relationship Type="http://schemas.openxmlformats.org/officeDocument/2006/relationships/slide" Target="/ppt/slides/slide73.xml" Id="R23c5d4b04d004393" /><Relationship Type="http://schemas.openxmlformats.org/officeDocument/2006/relationships/slide" Target="/ppt/slides/slide74.xml" Id="R78be36d3ba2e4a74" /><Relationship Type="http://schemas.openxmlformats.org/officeDocument/2006/relationships/slide" Target="/ppt/slides/slide75.xml" Id="R7b47f20e02a8425f" /><Relationship Type="http://schemas.openxmlformats.org/officeDocument/2006/relationships/slide" Target="/ppt/slides/slide76.xml" Id="R4b2abd0cad82446c" /><Relationship Type="http://schemas.openxmlformats.org/officeDocument/2006/relationships/slide" Target="/ppt/slides/slide77.xml" Id="Rc7bd0a225d9b41c9" /><Relationship Type="http://schemas.openxmlformats.org/officeDocument/2006/relationships/slide" Target="/ppt/slides/slide78.xml" Id="R097cdbe24d144bf9" /><Relationship Type="http://schemas.openxmlformats.org/officeDocument/2006/relationships/slide" Target="/ppt/slides/slide79.xml" Id="R3abbc83e1ed84fb2" /><Relationship Type="http://schemas.openxmlformats.org/officeDocument/2006/relationships/slide" Target="/ppt/slides/slide80.xml" Id="R3339794e8e004b55" /><Relationship Type="http://schemas.openxmlformats.org/officeDocument/2006/relationships/slide" Target="/ppt/slides/slide81.xml" Id="Rfa572c6688f5478f" /><Relationship Type="http://schemas.openxmlformats.org/officeDocument/2006/relationships/slide" Target="/ppt/slides/slide82.xml" Id="R6f3f914ac8624b48" /><Relationship Type="http://schemas.openxmlformats.org/officeDocument/2006/relationships/slide" Target="/ppt/slides/slide83.xml" Id="R82629a9687794230" /><Relationship Type="http://schemas.openxmlformats.org/officeDocument/2006/relationships/slide" Target="/ppt/slides/slide84.xml" Id="Rdd754bd46a624adb" /><Relationship Type="http://schemas.openxmlformats.org/officeDocument/2006/relationships/slide" Target="/ppt/slides/slide85.xml" Id="R486ad30a99954680" /><Relationship Type="http://schemas.openxmlformats.org/officeDocument/2006/relationships/slide" Target="/ppt/slides/slide86.xml" Id="R6593931aa1054015" /><Relationship Type="http://schemas.openxmlformats.org/officeDocument/2006/relationships/slide" Target="/ppt/slides/slide87.xml" Id="R18f2dd3b003b4038" /><Relationship Type="http://schemas.openxmlformats.org/officeDocument/2006/relationships/slide" Target="/ppt/slides/slide88.xml" Id="Rf726f3d48bec4354" /><Relationship Type="http://schemas.openxmlformats.org/officeDocument/2006/relationships/slide" Target="/ppt/slides/slide89.xml" Id="Rfd24eb7558cf4bff" /><Relationship Type="http://schemas.openxmlformats.org/officeDocument/2006/relationships/slide" Target="/ppt/slides/slide90.xml" Id="Ra6b94c5c4b7640f1" /><Relationship Type="http://schemas.openxmlformats.org/officeDocument/2006/relationships/slide" Target="/ppt/slides/slide91.xml" Id="R9f18a8851ce14b55" /><Relationship Type="http://schemas.openxmlformats.org/officeDocument/2006/relationships/slide" Target="/ppt/slides/slide92.xml" Id="R6297d751b1784810" /><Relationship Type="http://schemas.openxmlformats.org/officeDocument/2006/relationships/slide" Target="/ppt/slides/slide93.xml" Id="R6bf859b75c8346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5f0ff7d44841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712cc01fac4a8b" /><Relationship Type="http://schemas.openxmlformats.org/officeDocument/2006/relationships/notesMaster" Target="/ppt/notesMasters/notesMaster1.xml" Id="R7ad42b9fafca46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b41ba57d9740f2" /><Relationship Type="http://schemas.openxmlformats.org/officeDocument/2006/relationships/notesMaster" Target="/ppt/notesMasters/notesMaster1.xml" Id="R4089171890654e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5644ea96f74e9f" /><Relationship Type="http://schemas.openxmlformats.org/officeDocument/2006/relationships/notesMaster" Target="/ppt/notesMasters/notesMaster1.xml" Id="R7fd5cd21a93441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a14982149f4af7" /><Relationship Type="http://schemas.openxmlformats.org/officeDocument/2006/relationships/notesMaster" Target="/ppt/notesMasters/notesMaster1.xml" Id="R1de76aa430d141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5de5a538a34f37" /><Relationship Type="http://schemas.openxmlformats.org/officeDocument/2006/relationships/notesMaster" Target="/ppt/notesMasters/notesMaster1.xml" Id="R82f685b755a245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01f5d6fda94abe" /><Relationship Type="http://schemas.openxmlformats.org/officeDocument/2006/relationships/notesMaster" Target="/ppt/notesMasters/notesMaster1.xml" Id="R975aa0bda6c14f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b11a2634fa48d5" /><Relationship Type="http://schemas.openxmlformats.org/officeDocument/2006/relationships/notesMaster" Target="/ppt/notesMasters/notesMaster1.xml" Id="R7f486d57dadf47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5abb8b869e4088" /><Relationship Type="http://schemas.openxmlformats.org/officeDocument/2006/relationships/notesMaster" Target="/ppt/notesMasters/notesMaster1.xml" Id="R0bca3b18a47e44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21304928d2416a" /><Relationship Type="http://schemas.openxmlformats.org/officeDocument/2006/relationships/notesMaster" Target="/ppt/notesMasters/notesMaster1.xml" Id="Rd9d5ce04100742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b955daca764d90" /><Relationship Type="http://schemas.openxmlformats.org/officeDocument/2006/relationships/notesMaster" Target="/ppt/notesMasters/notesMaster1.xml" Id="Rb6b88841485844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fe2554cae244c0" /><Relationship Type="http://schemas.openxmlformats.org/officeDocument/2006/relationships/notesMaster" Target="/ppt/notesMasters/notesMaster1.xml" Id="R3d0602fad7fe46c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255f37cf24454b" /><Relationship Type="http://schemas.openxmlformats.org/officeDocument/2006/relationships/notesMaster" Target="/ppt/notesMasters/notesMaster1.xml" Id="R605d65f2d8034a9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cfa9f81f0974e82" /><Relationship Type="http://schemas.openxmlformats.org/officeDocument/2006/relationships/notesMaster" Target="/ppt/notesMasters/notesMaster1.xml" Id="Rc114b5e2876643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ed1d74896104245" /><Relationship Type="http://schemas.openxmlformats.org/officeDocument/2006/relationships/notesMaster" Target="/ppt/notesMasters/notesMaster1.xml" Id="Raeb04a440ab94d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a2a92b6e71f49a6" /><Relationship Type="http://schemas.openxmlformats.org/officeDocument/2006/relationships/notesMaster" Target="/ppt/notesMasters/notesMaster1.xml" Id="Rbba7a63e9d08480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8326630480c4d41" /><Relationship Type="http://schemas.openxmlformats.org/officeDocument/2006/relationships/notesMaster" Target="/ppt/notesMasters/notesMaster1.xml" Id="R97d21e5f2af74ea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4999212b44f4630" /><Relationship Type="http://schemas.openxmlformats.org/officeDocument/2006/relationships/notesMaster" Target="/ppt/notesMasters/notesMaster1.xml" Id="R7a565ae1f5cd49c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bd73cb447134c9b" /><Relationship Type="http://schemas.openxmlformats.org/officeDocument/2006/relationships/notesMaster" Target="/ppt/notesMasters/notesMaster1.xml" Id="R5d7c1251c39f405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13acbf24e724eaf" /><Relationship Type="http://schemas.openxmlformats.org/officeDocument/2006/relationships/notesMaster" Target="/ppt/notesMasters/notesMaster1.xml" Id="R3dd408a4eb9d4ab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35aa1db6b644fc2" /><Relationship Type="http://schemas.openxmlformats.org/officeDocument/2006/relationships/notesMaster" Target="/ppt/notesMasters/notesMaster1.xml" Id="R8e9beeb15ebd422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8d999932fc1468b" /><Relationship Type="http://schemas.openxmlformats.org/officeDocument/2006/relationships/notesMaster" Target="/ppt/notesMasters/notesMaster1.xml" Id="R2f997e757e0c402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ee2af20793a42f8" /><Relationship Type="http://schemas.openxmlformats.org/officeDocument/2006/relationships/notesMaster" Target="/ppt/notesMasters/notesMaster1.xml" Id="Rcba7943847944ed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f9cbd47e4064b4d" /><Relationship Type="http://schemas.openxmlformats.org/officeDocument/2006/relationships/notesMaster" Target="/ppt/notesMasters/notesMaster1.xml" Id="R8767cb5337a14c2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63562df0c8a413d" /><Relationship Type="http://schemas.openxmlformats.org/officeDocument/2006/relationships/notesMaster" Target="/ppt/notesMasters/notesMaster1.xml" Id="Rdec6da51cd644b4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a3f32640aff4557" /><Relationship Type="http://schemas.openxmlformats.org/officeDocument/2006/relationships/notesMaster" Target="/ppt/notesMasters/notesMaster1.xml" Id="Re43683b72e6e445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4eba523edf54444" /><Relationship Type="http://schemas.openxmlformats.org/officeDocument/2006/relationships/notesMaster" Target="/ppt/notesMasters/notesMaster1.xml" Id="Re1350d0071ed454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40a3d38b4a24892" /><Relationship Type="http://schemas.openxmlformats.org/officeDocument/2006/relationships/notesMaster" Target="/ppt/notesMasters/notesMaster1.xml" Id="R2b43d2625998480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e7d4e35bd474c69" /><Relationship Type="http://schemas.openxmlformats.org/officeDocument/2006/relationships/notesMaster" Target="/ppt/notesMasters/notesMaster1.xml" Id="R9d2751e8cf8a456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60a198d379c4cdb" /><Relationship Type="http://schemas.openxmlformats.org/officeDocument/2006/relationships/notesMaster" Target="/ppt/notesMasters/notesMaster1.xml" Id="R55dcd86cee744a5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9aad704119f4636" /><Relationship Type="http://schemas.openxmlformats.org/officeDocument/2006/relationships/notesMaster" Target="/ppt/notesMasters/notesMaster1.xml" Id="Rb1fa97ee739a4e0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e469e6e4fa041f8" /><Relationship Type="http://schemas.openxmlformats.org/officeDocument/2006/relationships/notesMaster" Target="/ppt/notesMasters/notesMaster1.xml" Id="R7bdd75208535452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a3e116a28954477" /><Relationship Type="http://schemas.openxmlformats.org/officeDocument/2006/relationships/notesMaster" Target="/ppt/notesMasters/notesMaster1.xml" Id="Recf72f4f55f14de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b3305278d964a2f" /><Relationship Type="http://schemas.openxmlformats.org/officeDocument/2006/relationships/notesMaster" Target="/ppt/notesMasters/notesMaster1.xml" Id="R1ef12b4471c845f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56334b870a24966" /><Relationship Type="http://schemas.openxmlformats.org/officeDocument/2006/relationships/notesMaster" Target="/ppt/notesMasters/notesMaster1.xml" Id="Rdf1342c352064b4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29ed1f3062342a3" /><Relationship Type="http://schemas.openxmlformats.org/officeDocument/2006/relationships/notesMaster" Target="/ppt/notesMasters/notesMaster1.xml" Id="Rf59e755ec16b4ce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b894dbff22a4de9" /><Relationship Type="http://schemas.openxmlformats.org/officeDocument/2006/relationships/notesMaster" Target="/ppt/notesMasters/notesMaster1.xml" Id="R215ff9f00333497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3e0396b43044f6b" /><Relationship Type="http://schemas.openxmlformats.org/officeDocument/2006/relationships/notesMaster" Target="/ppt/notesMasters/notesMaster1.xml" Id="R0395a267fe9f4b8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13893f6cca4447a" /><Relationship Type="http://schemas.openxmlformats.org/officeDocument/2006/relationships/notesMaster" Target="/ppt/notesMasters/notesMaster1.xml" Id="Rd69250d3a87e497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ebef5c2481a4179" /><Relationship Type="http://schemas.openxmlformats.org/officeDocument/2006/relationships/notesMaster" Target="/ppt/notesMasters/notesMaster1.xml" Id="R687c22ca9e18442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a65876ee06e4536" /><Relationship Type="http://schemas.openxmlformats.org/officeDocument/2006/relationships/notesMaster" Target="/ppt/notesMasters/notesMaster1.xml" Id="R76bffb7149934b3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986714db5b14c24" /><Relationship Type="http://schemas.openxmlformats.org/officeDocument/2006/relationships/notesMaster" Target="/ppt/notesMasters/notesMaster1.xml" Id="R1acfdac623ff4fa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30613a0d1bd4257" /><Relationship Type="http://schemas.openxmlformats.org/officeDocument/2006/relationships/notesMaster" Target="/ppt/notesMasters/notesMaster1.xml" Id="R2b8e58cb7cbc47e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e7499aa56394a7e" /><Relationship Type="http://schemas.openxmlformats.org/officeDocument/2006/relationships/notesMaster" Target="/ppt/notesMasters/notesMaster1.xml" Id="Rbb3410393e6f488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cc8de6cad604c11" /><Relationship Type="http://schemas.openxmlformats.org/officeDocument/2006/relationships/notesMaster" Target="/ppt/notesMasters/notesMaster1.xml" Id="Rb1b0153175f04d0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3ea0780b8764aad" /><Relationship Type="http://schemas.openxmlformats.org/officeDocument/2006/relationships/notesMaster" Target="/ppt/notesMasters/notesMaster1.xml" Id="R42d8946040334f8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a264e360c454da7" /><Relationship Type="http://schemas.openxmlformats.org/officeDocument/2006/relationships/notesMaster" Target="/ppt/notesMasters/notesMaster1.xml" Id="Rc21650eedffa409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9151541920042e9" /><Relationship Type="http://schemas.openxmlformats.org/officeDocument/2006/relationships/notesMaster" Target="/ppt/notesMasters/notesMaster1.xml" Id="R81b5d5e7e82f4b9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eb203d984db4a5a" /><Relationship Type="http://schemas.openxmlformats.org/officeDocument/2006/relationships/notesMaster" Target="/ppt/notesMasters/notesMaster1.xml" Id="R4b0a3d3980164c6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870ad4b20494400" /><Relationship Type="http://schemas.openxmlformats.org/officeDocument/2006/relationships/notesMaster" Target="/ppt/notesMasters/notesMaster1.xml" Id="Rf489baf3efa7405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cd9c164f4534bdb" /><Relationship Type="http://schemas.openxmlformats.org/officeDocument/2006/relationships/notesMaster" Target="/ppt/notesMasters/notesMaster1.xml" Id="R810667d1a7b54ae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74fc305b13740eb" /><Relationship Type="http://schemas.openxmlformats.org/officeDocument/2006/relationships/notesMaster" Target="/ppt/notesMasters/notesMaster1.xml" Id="Rb93d7aa26a1a40e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755a8a5ba3244c8" /><Relationship Type="http://schemas.openxmlformats.org/officeDocument/2006/relationships/notesMaster" Target="/ppt/notesMasters/notesMaster1.xml" Id="Ra090d7518640426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841de70d2934439" /><Relationship Type="http://schemas.openxmlformats.org/officeDocument/2006/relationships/notesMaster" Target="/ppt/notesMasters/notesMaster1.xml" Id="R4db7851f89de44d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5f832c8deb14251" /><Relationship Type="http://schemas.openxmlformats.org/officeDocument/2006/relationships/notesMaster" Target="/ppt/notesMasters/notesMaster1.xml" Id="Ra6cb8f2417c1480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2dd4ba8f26f4240" /><Relationship Type="http://schemas.openxmlformats.org/officeDocument/2006/relationships/notesMaster" Target="/ppt/notesMasters/notesMaster1.xml" Id="R1a3b97bbe43a4fc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fd98b81aeb994c72" /><Relationship Type="http://schemas.openxmlformats.org/officeDocument/2006/relationships/notesMaster" Target="/ppt/notesMasters/notesMaster1.xml" Id="Rb6e3e241360e426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3fc3d70933a4036" /><Relationship Type="http://schemas.openxmlformats.org/officeDocument/2006/relationships/notesMaster" Target="/ppt/notesMasters/notesMaster1.xml" Id="R4c3a59e75264425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9abc256b60254837" /><Relationship Type="http://schemas.openxmlformats.org/officeDocument/2006/relationships/notesMaster" Target="/ppt/notesMasters/notesMaster1.xml" Id="Reeb4890b43334fad"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16afce710de43a1" /><Relationship Type="http://schemas.openxmlformats.org/officeDocument/2006/relationships/notesMaster" Target="/ppt/notesMasters/notesMaster1.xml" Id="R8abccf4c7a16443a"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3e1f5bdc974a45bc" /><Relationship Type="http://schemas.openxmlformats.org/officeDocument/2006/relationships/notesMaster" Target="/ppt/notesMasters/notesMaster1.xml" Id="R0636d0d812bc490d"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c28943d04c874617" /><Relationship Type="http://schemas.openxmlformats.org/officeDocument/2006/relationships/notesMaster" Target="/ppt/notesMasters/notesMaster1.xml" Id="Rcdcd55229997432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3cf5d0bf31cf4a6d" /><Relationship Type="http://schemas.openxmlformats.org/officeDocument/2006/relationships/notesMaster" Target="/ppt/notesMasters/notesMaster1.xml" Id="R0fca322a1bfa4abf"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9d04f46d06774204" /><Relationship Type="http://schemas.openxmlformats.org/officeDocument/2006/relationships/notesMaster" Target="/ppt/notesMasters/notesMaster1.xml" Id="R253d606d25174224"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87f0e2b28bd84c79" /><Relationship Type="http://schemas.openxmlformats.org/officeDocument/2006/relationships/notesMaster" Target="/ppt/notesMasters/notesMaster1.xml" Id="R42cde9a9a24f4b4a"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8816968a458f4dd8" /><Relationship Type="http://schemas.openxmlformats.org/officeDocument/2006/relationships/notesMaster" Target="/ppt/notesMasters/notesMaster1.xml" Id="Rc322cd164eba4665"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aa57692795a84e38" /><Relationship Type="http://schemas.openxmlformats.org/officeDocument/2006/relationships/notesMaster" Target="/ppt/notesMasters/notesMaster1.xml" Id="R86504af729364291"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09263a13342d44d6" /><Relationship Type="http://schemas.openxmlformats.org/officeDocument/2006/relationships/notesMaster" Target="/ppt/notesMasters/notesMaster1.xml" Id="Ra9c1eafcccf84387"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c975145e10964b2c" /><Relationship Type="http://schemas.openxmlformats.org/officeDocument/2006/relationships/notesMaster" Target="/ppt/notesMasters/notesMaster1.xml" Id="Rf8f48ba808c0462b"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3b3e19e5c15b4b58" /><Relationship Type="http://schemas.openxmlformats.org/officeDocument/2006/relationships/notesMaster" Target="/ppt/notesMasters/notesMaster1.xml" Id="Re172dd197db5484b"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251ae3c8ce8f4fed" /><Relationship Type="http://schemas.openxmlformats.org/officeDocument/2006/relationships/notesMaster" Target="/ppt/notesMasters/notesMaster1.xml" Id="Rc14ba17e4ea6400c"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7a6f3e1010d843b9" /><Relationship Type="http://schemas.openxmlformats.org/officeDocument/2006/relationships/notesMaster" Target="/ppt/notesMasters/notesMaster1.xml" Id="Rc943a10237464487"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7c7cb492a6644afd" /><Relationship Type="http://schemas.openxmlformats.org/officeDocument/2006/relationships/notesMaster" Target="/ppt/notesMasters/notesMaster1.xml" Id="Rc4e4adef1baf45e1"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ed44f33b16ed40cb" /><Relationship Type="http://schemas.openxmlformats.org/officeDocument/2006/relationships/notesMaster" Target="/ppt/notesMasters/notesMaster1.xml" Id="R3a49a312bbd34d51"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50b45f17cbaf4518" /><Relationship Type="http://schemas.openxmlformats.org/officeDocument/2006/relationships/notesMaster" Target="/ppt/notesMasters/notesMaster1.xml" Id="Ra62ae1c37a234949"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20d09eb8264b45e9" /><Relationship Type="http://schemas.openxmlformats.org/officeDocument/2006/relationships/notesMaster" Target="/ppt/notesMasters/notesMaster1.xml" Id="Re90b0ddbf7a646db"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81cd9741e2ab4a4e" /><Relationship Type="http://schemas.openxmlformats.org/officeDocument/2006/relationships/notesMaster" Target="/ppt/notesMasters/notesMaster1.xml" Id="R8e87b7b30fff440d"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f6a4ecdf64a14734" /><Relationship Type="http://schemas.openxmlformats.org/officeDocument/2006/relationships/notesMaster" Target="/ppt/notesMasters/notesMaster1.xml" Id="R3395249aaf604f1f"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dc2219f9801c480e" /><Relationship Type="http://schemas.openxmlformats.org/officeDocument/2006/relationships/notesMaster" Target="/ppt/notesMasters/notesMaster1.xml" Id="Rf3c23595a522481b"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9bf228f647314e11" /><Relationship Type="http://schemas.openxmlformats.org/officeDocument/2006/relationships/notesMaster" Target="/ppt/notesMasters/notesMaster1.xml" Id="Ra0723e7428dd483d"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bd8e96d6359c4a9f" /><Relationship Type="http://schemas.openxmlformats.org/officeDocument/2006/relationships/notesMaster" Target="/ppt/notesMasters/notesMaster1.xml" Id="Re83c3d9c445a4485"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e93c5359b9d94422" /><Relationship Type="http://schemas.openxmlformats.org/officeDocument/2006/relationships/notesMaster" Target="/ppt/notesMasters/notesMaster1.xml" Id="R121450bf9a944db1"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6865535827b94076" /><Relationship Type="http://schemas.openxmlformats.org/officeDocument/2006/relationships/notesMaster" Target="/ppt/notesMasters/notesMaster1.xml" Id="Rcdb000e6b44b4782"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73f3afd62ba843ee" /><Relationship Type="http://schemas.openxmlformats.org/officeDocument/2006/relationships/notesMaster" Target="/ppt/notesMasters/notesMaster1.xml" Id="R18178065dec04c3f"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a6a3851f30604063" /><Relationship Type="http://schemas.openxmlformats.org/officeDocument/2006/relationships/notesMaster" Target="/ppt/notesMasters/notesMaster1.xml" Id="Rb74208c3d0a84bbb"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e819c4dcdd8b4423" /><Relationship Type="http://schemas.openxmlformats.org/officeDocument/2006/relationships/notesMaster" Target="/ppt/notesMasters/notesMaster1.xml" Id="R471f03c769874fc3"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ef53b93ff63142bd" /><Relationship Type="http://schemas.openxmlformats.org/officeDocument/2006/relationships/notesMaster" Target="/ppt/notesMasters/notesMaster1.xml" Id="R39904ed3efb545d3"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bf19875fc70a4b62" /><Relationship Type="http://schemas.openxmlformats.org/officeDocument/2006/relationships/notesMaster" Target="/ppt/notesMasters/notesMaster1.xml" Id="Rced396836f6849c4"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9c23c1a61e47458d" /><Relationship Type="http://schemas.openxmlformats.org/officeDocument/2006/relationships/notesMaster" Target="/ppt/notesMasters/notesMaster1.xml" Id="R266c871fb5054ba1"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811b836542924279" /><Relationship Type="http://schemas.openxmlformats.org/officeDocument/2006/relationships/notesMaster" Target="/ppt/notesMasters/notesMaster1.xml" Id="Rfd36221c6b3949ad"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ae237c4068754d53" /><Relationship Type="http://schemas.openxmlformats.org/officeDocument/2006/relationships/notesMaster" Target="/ppt/notesMasters/notesMaster1.xml" Id="Rd3effa132b1549c7"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ce42714563884a61" /><Relationship Type="http://schemas.openxmlformats.org/officeDocument/2006/relationships/notesMaster" Target="/ppt/notesMasters/notesMaster1.xml" Id="R2981721bf98045d5"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c509427bb97345c4" /><Relationship Type="http://schemas.openxmlformats.org/officeDocument/2006/relationships/notesMaster" Target="/ppt/notesMasters/notesMaster1.xml" Id="R8397bc5611ad4329"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f881af769a584520" /><Relationship Type="http://schemas.openxmlformats.org/officeDocument/2006/relationships/notesMaster" Target="/ppt/notesMasters/notesMaster1.xml" Id="R3f77cb33e4cd42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S01 — AI에게 지금 무엇을 맡기고 있는가?</a:t>
            </a:r>
          </a:p>
          <a:p xmlns:a="http://schemas.openxmlformats.org/drawingml/2006/main">
            <a:r>
              <a:t/>
            </a:r>
          </a:p>
          <a:p xmlns:a="http://schemas.openxmlformats.org/drawingml/2006/main">
            <a:r>
              <a:t>Slide ID: S01</a:t>
            </a:r>
          </a:p>
          <a:p xmlns:a="http://schemas.openxmlformats.org/drawingml/2006/main">
            <a:r>
              <a:t/>
            </a:r>
          </a:p>
          <a:p xmlns:a="http://schemas.openxmlformats.org/drawingml/2006/main">
            <a:r>
              <a:t>Working Title: AI에게 지금 무엇을 맡기고 있는가?</a:t>
            </a:r>
          </a:p>
          <a:p xmlns:a="http://schemas.openxmlformats.org/drawingml/2006/main">
            <a:r>
              <a:t/>
            </a:r>
          </a:p>
          <a:p xmlns:a="http://schemas.openxmlformats.org/drawingml/2006/main">
            <a:r>
              <a:t>ACT / Section: ACT 0 / 0A</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Lecture 1 minute + Reflection 4 minutes</a:t>
            </a:r>
          </a:p>
          <a:p xmlns:a="http://schemas.openxmlformats.org/drawingml/2006/main">
            <a:r>
              <a:t/>
            </a:r>
          </a:p>
          <a:p xmlns:a="http://schemas.openxmlformats.org/drawingml/2006/main">
            <a:r>
              <a:t>Primary Message: 자기 AI 활용을 평가하지 않고, 현재 맡기는 업무 범위를 돌아본다.</a:t>
            </a:r>
          </a:p>
          <a:p xmlns:a="http://schemas.openxmlformats.org/drawingml/2006/main">
            <a:r>
              <a:t/>
            </a:r>
          </a:p>
          <a:p xmlns:a="http://schemas.openxmlformats.org/drawingml/2006/main">
            <a:r>
              <a:t>Opening Question: “나는 지금 AI에게 무엇을 맡기고 있는가?” 화면의 한 줄 안내처럼 최근 AI에 맡긴 일 하나를 떠올리게 한다.</a:t>
            </a:r>
          </a:p>
          <a:p xmlns:a="http://schemas.openxmlformats.org/drawingml/2006/main">
            <a:r>
              <a:t/>
            </a:r>
          </a:p>
          <a:p xmlns:a="http://schemas.openxmlformats.org/drawingml/2006/main">
            <a:r>
              <a:t>Speaker Flow: 1. **OPEN (0:00–0:15 / Lecture):** 기존 제목과 “최근 AI에 맡긴 일 하나를 떠올려보세요”를 읽는다. 사용 수준을 평가하는 자리가 아니며 익숙한 경험 하나면 충분하다고 말한다.</a:t>
            </a:r>
          </a:p>
          <a:p xmlns:a="http://schemas.openxmlformats.org/drawingml/2006/main">
            <a:r>
              <a:t>2. **THREE CASES (0:15–0:45 / Lecture):** 같은 인물이 등장하는 세 장면을 각각 약 10초씩 가리킨다. “설명받기”에서는 코드 설명을 질문하는 장면, “조사맡기기”에서는 파일과 돋보기로 필요한 근거를 찾는 장면, “결과확인”에서는 변경 코드와 확인 근거를 함께 살피는 장면을 짧게 짚는다. 세 장면은 경험의 예시이며 서열이나 필수 발전 단계가 아니다.</a:t>
            </a:r>
          </a:p>
          <a:p xmlns:a="http://schemas.openxmlformats.org/drawingml/2006/main">
            <a:r>
              <a:t>3. **INVITE (0:45–1:00 / Lecture):** 이 중 최근 자신의 경험과 가까운 일 하나만 조용히 떠올리면 된다고 안내한다. Prompt·Context·Harness·Loop의 이름이나 성숙도 설명을 덧붙이지 않는다.</a:t>
            </a:r>
          </a:p>
          <a:p xmlns:a="http://schemas.openxmlformats.org/drawingml/2006/main">
            <a:r>
              <a:t>4. **REFLECTION (1:00–5:00):** 네 분의 개인 생각 시간을 보존한다. 응답·기록·공유·실천 약속을 요구하지 않고 예시 설명을 계속하지 않는다.</a:t>
            </a:r>
          </a:p>
          <a:p xmlns:a="http://schemas.openxmlformats.org/drawingml/2006/main">
            <a:r>
              <a:t/>
            </a:r>
          </a:p>
          <a:p xmlns:a="http://schemas.openxmlformats.org/drawingml/2006/main">
            <a:r>
              <a:t>Evidence / Source: BEAT-001, CLM-0001, CLM-0002. TEACHING_MODEL. 삽화: `assets/slide-illustrations/S01-cases.png`, image_gen으로 만든 동일 인물의 세 교육용 장면이다. 생성 프롬프트: `prototype/act0-opening-revision/IMAGE_PROMPT.md`. 실제 제품 화면·회사 현장·관찰된 작업 결과가 아니다.</a:t>
            </a:r>
          </a:p>
          <a:p xmlns:a="http://schemas.openxmlformats.org/drawingml/2006/main">
            <a:r>
              <a:t/>
            </a:r>
          </a:p>
          <a:p xmlns:a="http://schemas.openxmlformats.org/drawingml/2006/main">
            <a:r>
              <a:t>Claim Boundary: 특정 AI 제품의 성능·우열 또는 개인의 숙련도를 평가하지 않는다. 질문과 업무 범위는 교육을 여는 모델이다. 세 그림은 image_gen 교육용 삽화이며 실제 사용 화면이나 관찰 근거가 아니다. 설명·조사·결과 확인을 숙련도 순위 또는 모든 사람이 거쳐야 하는 단계로 제시하지 않는다.</a:t>
            </a:r>
          </a:p>
          <a:p xmlns:a="http://schemas.openxmlformats.org/drawingml/2006/main">
            <a:r>
              <a:t/>
            </a:r>
          </a:p>
          <a:p xmlns:a="http://schemas.openxmlformats.org/drawingml/2006/main">
            <a:r>
              <a:t>Beginner Explanation: 지금 자주 맡기는 작은 일 하나를 떠올리면 충분하다. 아직 해보지 않은 사용법을 아는 척할 필요는 없다.</a:t>
            </a:r>
          </a:p>
          <a:p xmlns:a="http://schemas.openxmlformats.org/drawingml/2006/main">
            <a:r>
              <a:t/>
            </a:r>
          </a:p>
          <a:p xmlns:a="http://schemas.openxmlformats.org/drawingml/2006/main">
            <a:r>
              <a:t>Advanced Insight: 서로 다른 출발점을 같은 문제 중심 Story에서 다룬다. 세 장면으로 익숙한 경험을 떠올리게 하며 다음 단계 이름이나 고급 구성요소를 이 장에서 미리 설명하지 않는다.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 삽화 세 장면을 강사가 가리키는 도입이다. 실제 제품 조작·새 Trial·실행 결과 시연이 아니다.</a:t>
            </a:r>
          </a:p>
          <a:p xmlns:a="http://schemas.openxmlformats.org/drawingml/2006/main">
            <a:r>
              <a:t/>
            </a:r>
          </a:p>
          <a:p xmlns:a="http://schemas.openxmlformats.org/drawingml/2006/main">
            <a:r>
              <a:t>Audience Interaction: Reflection은 개인적인 생각 시간이다. 답변·기록·공유·실천 약속을 요구하지 않는다. 세 사례 중 경험을 발표하거나 자신의 수준을 고르게 하지 않는다.</a:t>
            </a:r>
          </a:p>
          <a:p xmlns:a="http://schemas.openxmlformats.org/drawingml/2006/main">
            <a:r>
              <a:t/>
            </a:r>
          </a:p>
          <a:p xmlns:a="http://schemas.openxmlformats.org/drawingml/2006/main">
            <a:r>
              <a:t>Transition: 작은 코드나 오류를 질문하는 익숙한 방식부터 인정하며 S02로 간다.</a:t>
            </a:r>
          </a:p>
          <a:p xmlns:a="http://schemas.openxmlformats.org/drawingml/2006/main">
            <a:r>
              <a:t/>
            </a:r>
          </a:p>
          <a:p xmlns:a="http://schemas.openxmlformats.org/drawingml/2006/main">
            <a:r>
              <a:t>Time Management: Lecture 1분 안에 세 장면을 각각 약 10초씩 짚고 1분에 설명을 멈춘다. Reflection 4분간 침묵을 허용한다. 강사의 예시 해설이나 청중 응답으로 생각 시간을 대체하지 않는다. 5분 배분은 유지하며 실제 발화·운영 시간은 아직 측정하지 않았다.</a:t>
            </a:r>
          </a:p>
          <a:p xmlns:a="http://schemas.openxmlformats.org/drawingml/2006/main">
            <a:r>
              <a:t/>
            </a:r>
          </a:p>
          <a:p xmlns:a="http://schemas.openxmlformats.org/drawingml/2006/main">
            <a:r>
              <a:t>Fallback: 공식 정적 경로 `production/ACT_0.pptx` S01 또는 `production/preview/act0/S01.png`를 사용한다. 이번 수정본과 PNG의 일치 여부는 제작 단계에서 확인한다. 청중 반응이 없어도 기다린 뒤 다음 장으로 간다. 실제 제품 화면이나 개인 경험 발표로 대체하지 않는다.</a:t>
            </a:r>
          </a:p>
          <a:p xmlns:a="http://schemas.openxmlformats.org/drawingml/2006/main">
            <a:r>
              <a:t/>
            </a:r>
          </a:p>
          <a:p xmlns:a="http://schemas.openxmlformats.org/drawingml/2006/main">
            <a:r>
              <a:t>Validation Status: ALIGNED — DEC-0034에 따라 원문·Claim 경계와 제작용 화면/운영 지침을 정렬했다. 이번 수정본의 PPT 내장 Notes·최종 PNG 대조와 실제 렌더링 검토 결과는 `production/evaluation/ACT_0_OPENING_REVISION.md`에서 별도로 기록한다. 문서 정렬은 새 제작본의 렌더링 PASS나 실환경 검증을 뜻하지 않는다. Windows PowerPoint·실제 발표 PC 글꼴·교육장 투사·제품/계정·실측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S02 — 작은 질문에는 Chatbot이 유용하다</a:t>
            </a:r>
          </a:p>
          <a:p xmlns:a="http://schemas.openxmlformats.org/drawingml/2006/main">
            <a:r>
              <a:t/>
            </a:r>
          </a:p>
          <a:p xmlns:a="http://schemas.openxmlformats.org/drawingml/2006/main">
            <a:r>
              <a:t>Slide ID: S02</a:t>
            </a:r>
          </a:p>
          <a:p xmlns:a="http://schemas.openxmlformats.org/drawingml/2006/main">
            <a:r>
              <a:t/>
            </a:r>
          </a:p>
          <a:p xmlns:a="http://schemas.openxmlformats.org/drawingml/2006/main">
            <a:r>
              <a:t>Working Title: 작은 질문에는 Chatbot이 유용하다</a:t>
            </a:r>
          </a:p>
          <a:p xmlns:a="http://schemas.openxmlformats.org/drawingml/2006/main">
            <a:r>
              <a:t/>
            </a:r>
          </a:p>
          <a:p xmlns:a="http://schemas.openxmlformats.org/drawingml/2006/main">
            <a:r>
              <a:t>ACT / Section: ACT 0 / 0B</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Lecture 5 minutes</a:t>
            </a:r>
          </a:p>
          <a:p xmlns:a="http://schemas.openxmlformats.org/drawingml/2006/main">
            <a:r>
              <a:t/>
            </a:r>
          </a:p>
          <a:p xmlns:a="http://schemas.openxmlformats.org/drawingml/2006/main">
            <a:r>
              <a:t>Primary Message: 필요한 코드나 오류를 전달해 답을 받는 방식은 작은 질문에서 빠르고 유용할 수 있다.</a:t>
            </a:r>
          </a:p>
          <a:p xmlns:a="http://schemas.openxmlformats.org/drawingml/2006/main">
            <a:r>
              <a:t/>
            </a:r>
          </a:p>
          <a:p xmlns:a="http://schemas.openxmlformats.org/drawingml/2006/main">
            <a:r>
              <a:t>Opening Question: “괄호만 바꾸면 같은 원소가 만들어질까?” `std::vector&lt;int&gt;`의 두 초기화 표현을 작은 코드 질문으로 제시한다.</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**OPEN (0:00–0:45):** `std::vector&lt;int&gt; a(3, 1);`과 `std::vector&lt;int&gt; b{3, 1};`을 보여 준다. 같은 숫자라도 괄호가 다르면 어떤 의미가 되는지 묻는 교육용 예시임을 밝힌다. 실제 ChatGPT 대화나 컴파일 실행 화면이 아니다.</a:t>
            </a:r>
          </a:p>
          <a:p xmlns:a="http://schemas.openxmlformats.org/drawingml/2006/main">
            <a:r>
              <a:t>2. **COMPARE (0:45–2:15):** 이 `int` 예제에서 `(count, value)`는 값 1인 원소 세 개, 즉 `1, 1, 1`을 만든다는 의미를 짚는다. `{initializer_list}`는 나열한 값 `3, 1`을 담아 원소 두 개라는 뜻이다. 원소 도식은 코드의 의미를 설명하며 실행 출력으로 제시하지 않는다. 생성자 선택 전반이나 중괄호의 보편적 우월성을 강의하지 않는다.</a:t>
            </a:r>
          </a:p>
          <a:p xmlns:a="http://schemas.openxmlformats.org/drawingml/2006/main">
            <a:r>
              <a:t>3. **FOLLOW THE FLOW (2:15–4:15):** 연결된 세 노드에서 IDE의 “코드 선택·복사” → Chatbot의 “붙여넣고 질문” → IDE의 “답 확인·적용”을 각각 약 40초씩 짚는다. 필요한 코드와 질문의 범위를 사람이 고르고, 받은 설명이 원래 코드·요청과 맞는지 확인해 적용하는 흐름이다. 자동 IDE 연동이나 실제 코드 변경을 보여 주는 화면이 아니다.</a:t>
            </a:r>
          </a:p>
          <a:p xmlns:a="http://schemas.openxmlformats.org/drawingml/2006/main">
            <a:r>
              <a:t>4. **INTERPRET (4:15–4:30):** 작은 코드 조각의 혼동을 풀 때 이 질문 방식이 유용할 수 있음을 인정한다.</a:t>
            </a:r>
          </a:p>
          <a:p xmlns:a="http://schemas.openxmlformats.org/drawingml/2006/main">
            <a:r>
              <a:t>5. **TRANSITION (4:30–5:00):** 질문이 여러 파일과 구현 경로로 커지면 무엇부터 찾아 전달해야 하는지 S03으로 연결한다. 현재 방식을 잘못된 사용법으로 평가하지 않는다.</a:t>
            </a:r>
          </a:p>
          <a:p xmlns:a="http://schemas.openxmlformats.org/drawingml/2006/main">
            <a:r>
              <a:t/>
            </a:r>
          </a:p>
          <a:p xmlns:a="http://schemas.openxmlformats.org/drawingml/2006/main">
            <a:r>
              <a:t>Evidence / Source: BEAT-001, CLM-0001, CLM-0002. TEACHING_MODEL / CONCEPTUAL. `std::vector&lt;int&gt; a(3, 1);` → `1, 1, 1`(3개), `std::vector&lt;int&gt; b{3, 1};` → `3, 1`(2개)는 코드 의미를 설명하는 도식이며 실제 실행·ChatGPT 응답·새 Trial이 아니다. C++ 의미 확인: [Microsoft Learn — vector constructors](https://learn.microsoft.com/en-us/cpp/standard-library/vector-class?view=msvc-170#vector), [Microsoft Learn — Initializers](https://learn.microsoft.com/en-us/cpp/cpp/initializers?view=msvc-170), 확인 2026-10-21. IDE → Chatbot → IDE는 사람이 연결하는 교육용 native 도식이다.</a:t>
            </a:r>
          </a:p>
          <a:p xmlns:a="http://schemas.openxmlformats.org/drawingml/2006/main">
            <a:r>
              <a:t/>
            </a:r>
          </a:p>
          <a:p xmlns:a="http://schemas.openxmlformats.org/drawingml/2006/main">
            <a:r>
              <a:t>Claim Boundary: 일반적인 활용 예시이며 특정 제품 기능·정확도·성능 또는 다른 방식보다 우월하다는 주장으로 말하지 않는다. 초기화 비교는 화면에 제시한 `std::vector&lt;int&gt;` 두 표현의 의미로 한정한다. 도식은 실제 컴파일·실행 결과나 ChatGPT 대화가 아니며, 모든 중괄호 초기화가 같은 생성자 선택을 한다고 일반화하지 않는다. 코드 선택·복사, 대화에 붙여넣고 질문, IDE에서 답 확인·적용은 사람이 잇는 흐름이며 자동 IDE 연동을 뜻하지 않는다.</a:t>
            </a:r>
          </a:p>
          <a:p xmlns:a="http://schemas.openxmlformats.org/drawingml/2006/main">
            <a:r>
              <a:t/>
            </a:r>
          </a:p>
          <a:p xmlns:a="http://schemas.openxmlformats.org/drawingml/2006/main">
            <a:r>
              <a:t>Beginner Explanation: 괄호만 다른 짧은 코드도 뜻을 물어볼 만한 질문이다. 두 표현이 각각 어떤 원소를 만드는지 설명을 받고 원래 코드와 맞는지 확인할 수 있다.</a:t>
            </a:r>
          </a:p>
          <a:p xmlns:a="http://schemas.openxmlformats.org/drawingml/2006/main">
            <a:r>
              <a:t/>
            </a:r>
          </a:p>
          <a:p xmlns:a="http://schemas.openxmlformats.org/drawingml/2006/main">
            <a:r>
              <a:t>Advanced Insight: 익숙한 C++ 코드의 생성자 선택도 작은 질문의 대상이다. 이 장의 초점은 문법 강의보다 개발자가 필요한 Context를 선택·전달하고 답을 확인하는 흐름에 있다.</a:t>
            </a:r>
          </a:p>
          <a:p xmlns:a="http://schemas.openxmlformats.org/drawingml/2006/main">
            <a:r>
              <a:t/>
            </a:r>
          </a:p>
          <a:p xmlns:a="http://schemas.openxmlformats.org/drawingml/2006/main">
            <a:r>
              <a:t>C++ Vision Bridge: 일반적인 C++ 코드 질문을 출발점으로 사용한다. 실제 Vision 처리·특정 IDE/컴파일러/Windows 빌드 조건·장비 실행을 추가하는 Demo가 아니다.</a:t>
            </a:r>
          </a:p>
          <a:p xmlns:a="http://schemas.openxmlformats.org/drawingml/2006/main">
            <a:r>
              <a:t/>
            </a:r>
          </a:p>
          <a:p xmlns:a="http://schemas.openxmlformats.org/drawingml/2006/main">
            <a:r>
              <a:t>Demo Operation: N/A. 두 초기화 표현과 원소 도식, IDE → Chatbot → IDE의 연결된 native 흐름을 설명한다. 실제 대화·IDE 자동 연동·컴파일 실행·새 Trial은 없다.</a:t>
            </a:r>
          </a:p>
          <a:p xmlns:a="http://schemas.openxmlformats.org/drawingml/2006/main">
            <a:r>
              <a:t/>
            </a:r>
          </a:p>
          <a:p xmlns:a="http://schemas.openxmlformats.org/drawingml/2006/main">
            <a:r>
              <a:t>Audience Interaction: Opening question은 생각을 여는 질문이다. 코드 작성·실행·손들기·경험 발표나 답변을 요구하지 않는다.</a:t>
            </a:r>
          </a:p>
          <a:p xmlns:a="http://schemas.openxmlformats.org/drawingml/2006/main">
            <a:r>
              <a:t/>
            </a:r>
          </a:p>
          <a:p xmlns:a="http://schemas.openxmlformats.org/drawingml/2006/main">
            <a:r>
              <a:t>Transition: 질문이 여러 파일·구현 경로로 커지면 무엇을 먼저 찾아야 하는지 S03에서 묻는다.</a:t>
            </a:r>
          </a:p>
          <a:p xmlns:a="http://schemas.openxmlformats.org/drawingml/2006/main">
            <a:r>
              <a:t/>
            </a:r>
          </a:p>
          <a:p xmlns:a="http://schemas.openxmlformats.org/drawingml/2006/main">
            <a:r>
              <a:t>Time Management: Lecture 5분 유지. 질문 45초, 초기화·원소 비교 90초, 연결된 세 노드 2분, 작은 질문의 가치 15초, S03 연결 30초로 운영한다. 상세 Prompt 작성법이나 C++ 초기화 문법 전반을 추가하지 않는다. 실제 발화 시간은 미측정이다.</a:t>
            </a:r>
          </a:p>
          <a:p xmlns:a="http://schemas.openxmlformats.org/drawingml/2006/main">
            <a:r>
              <a:t/>
            </a:r>
          </a:p>
          <a:p xmlns:a="http://schemas.openxmlformats.org/drawingml/2006/main">
            <a:r>
              <a:t>Fallback: 공식 정적 경로 `production/ACT_0.pptx` S02 또는 `production/preview/act0/S02.png`의 두 C++ 표현·원소 비교·연결된 세 노드를 설명한다. 이번 수정본과 PNG의 일치 여부는 제작 단계에서 확인한다. 실제 ChatGPT 대화나 즉석 제품 화면으로 대체하지 않는다.</a:t>
            </a:r>
          </a:p>
          <a:p xmlns:a="http://schemas.openxmlformats.org/drawingml/2006/main">
            <a:r>
              <a:t/>
            </a:r>
          </a:p>
          <a:p xmlns:a="http://schemas.openxmlformats.org/drawingml/2006/main">
            <a:r>
              <a:t>Validation Status: ALIGNED — DEC-0034에 따라 원문·Claim 경계와 제작용 화면/운영 지침을 정렬했다. 이번 수정본의 PPT 내장 Notes·최종 PNG 대조와 실제 렌더링 검토 결과는 `production/evaluation/ACT_0_OPENING_REVISION.md`에서 별도로 기록한다. 문서 정렬은 새 제작본의 렌더링 PASS나 실환경 검증을 뜻하지 않는다. Windows PowerPoint·실제 발표 PC 글꼴·교육장 투사·제품/계정·실측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S03 — 질문이 커지면 Context를 모으는 일이 생긴다</a:t>
            </a:r>
          </a:p>
          <a:p xmlns:a="http://schemas.openxmlformats.org/drawingml/2006/main">
            <a:r>
              <a:t/>
            </a:r>
          </a:p>
          <a:p xmlns:a="http://schemas.openxmlformats.org/drawingml/2006/main">
            <a:r>
              <a:t>Slide ID: S03</a:t>
            </a:r>
          </a:p>
          <a:p xmlns:a="http://schemas.openxmlformats.org/drawingml/2006/main">
            <a:r>
              <a:t/>
            </a:r>
          </a:p>
          <a:p xmlns:a="http://schemas.openxmlformats.org/drawingml/2006/main">
            <a:r>
              <a:t>Working Title: 질문이 커지면 Context를 모으는 일이 생긴다</a:t>
            </a:r>
          </a:p>
          <a:p xmlns:a="http://schemas.openxmlformats.org/drawingml/2006/main">
            <a:r>
              <a:t/>
            </a:r>
          </a:p>
          <a:p xmlns:a="http://schemas.openxmlformats.org/drawingml/2006/main">
            <a:r>
              <a:t>ACT / Section: ACT 0 / 0C</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Case 4 minutes</a:t>
            </a:r>
          </a:p>
          <a:p xmlns:a="http://schemas.openxmlformats.org/drawingml/2006/main">
            <a:r>
              <a:t/>
            </a:r>
          </a:p>
          <a:p xmlns:a="http://schemas.openxmlformats.org/drawingml/2006/main">
            <a:r>
              <a:t>Primary Message: Repository 수준 질문에서는 사람이 관련 구현, 호출 경로, 테스트 결과와 명세서 등 필요한 정보를 찾아 대화에 옮기는 일이 생길 수 있다.</a:t>
            </a:r>
          </a:p>
          <a:p xmlns:a="http://schemas.openxmlformats.org/drawingml/2006/main">
            <a:r>
              <a:t/>
            </a:r>
          </a:p>
          <a:p xmlns:a="http://schemas.openxmlformats.org/drawingml/2006/main">
            <a:r>
              <a:t>Opening Question: “디버깅할 때 우리는 어떤 정보를 살펴보고 있었을까?” 익숙한 Visual Studio 사용 상황을 떠올리게 한다.</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**OPEN (0:00–0:30):** 결과가 기대와 다를 때 여러 파일과 정보를 살펴보는 익숙한 상황으로 질문의 범위를 넓힌다. 실제 장애나 Trial 실패를 재현하는 화면이 아니다.</a:t>
            </a:r>
          </a:p>
          <a:p xmlns:a="http://schemas.openxmlformats.org/drawingml/2006/main">
            <a:r>
              <a:t>2. **SHOW IN PARALLEL (0:30–2:30):** 2×3 병렬 도식의 “테스트 탐색기 / 호출 스택 / 소스·참조 / 지역 변수·조사식 / 출력·로그 / 명세서”를 각각 약 20초씩 가리킨다. 실패 조건·기대값/실제값, 여기까지 온 함수, 구현/호출부, 멈춘 시점의 값, 빌드/실행 메시지, 원래 기대한 동작과 조건이라는 서로 다른 정보를 짚는다. 명세서는 외부 문서도 포함하며 IDE 내부 창이라고 설명하지 않는다. 여섯 영역은 실제 조사 순서나 모든 업무의 필수 체크리스트가 아니다.</a:t>
            </a:r>
          </a:p>
          <a:p xmlns:a="http://schemas.openxmlformats.org/drawingml/2006/main">
            <a:r>
              <a:t>3. **INTERPRET (2:30–3:30):** “이 정보 하나하나가 Context다”라는 핵심 메시지를 묶는다. 사람이 질문에 필요한 정보와 파일을 골라 대화로 옮기는 일이 생길 수 있음을 설명한다. Agent가 이를 대신한다는 해결책은 아직 공개하지 않는다.</a:t>
            </a:r>
          </a:p>
          <a:p xmlns:a="http://schemas.openxmlformats.org/drawingml/2006/main">
            <a:r>
              <a:t>4. **TRANSITION (3:30–4:00):** “파일명을 알려주지 않아도 Agent가 필요한 경로를 찾을까?”라는 S04의 관찰 질문으로 이동한다.</a:t>
            </a:r>
          </a:p>
          <a:p xmlns:a="http://schemas.openxmlformats.org/drawingml/2006/main">
            <a:r>
              <a:t/>
            </a:r>
          </a:p>
          <a:p xmlns:a="http://schemas.openxmlformats.org/drawingml/2006/main">
            <a:r>
              <a:t>Evidence / Source: BEAT-002, CLM-0004, CLM-0009. TEACHING_MODEL / CONCEPTUAL. Visual Studio 사용자가 디버깅 때 참고하는 정보 범주를 병렬로 재구성한 교육용 native 도식이다. 실제 IDE screenshot·특정 제품 버전의 UI·특정 Trial의 파일 접근 또는 실행 기록이 아니다. 종이 문서를 든 인물 삽화는 이 수정본에서 사용하지 않는다.</a:t>
            </a:r>
          </a:p>
          <a:p xmlns:a="http://schemas.openxmlformats.org/drawingml/2006/main">
            <a:r>
              <a:t/>
            </a:r>
          </a:p>
          <a:p xmlns:a="http://schemas.openxmlformats.org/drawingml/2006/main">
            <a:r>
              <a:t>Claim Boundary: ACT 0의 문제 모델이다. 특정 Trial의 실제 실패·관찰 순서·모든 Repository 업무에서 반복되는 비용으로 주장하지 않는다. 여섯 정보 범주가 모두 동시에 필요하다고 일반화하지 않는다. 명세서는 기대 동작을 확인하는 문서라는 뜻이며 실제 회사 문서나 제품 UI를 재현하지 않는다.</a:t>
            </a:r>
          </a:p>
          <a:p xmlns:a="http://schemas.openxmlformats.org/drawingml/2006/main">
            <a:r>
              <a:t/>
            </a:r>
          </a:p>
          <a:p xmlns:a="http://schemas.openxmlformats.org/drawingml/2006/main">
            <a:r>
              <a:t>Beginner Explanation: 디버깅하면서 이미 보던 테스트 결과·코드·변수 값·명세서가 질문에 필요한 Context가 될 수 있다. 필요한 정보를 골라 묶는다는 점을 알아차리면 충분하다.</a:t>
            </a:r>
          </a:p>
          <a:p xmlns:a="http://schemas.openxmlformats.org/drawingml/2006/main">
            <a:r>
              <a:t/>
            </a:r>
          </a:p>
          <a:p xmlns:a="http://schemas.openxmlformats.org/drawingml/2006/main">
            <a:r>
              <a:t>Advanced Insight: 코드 외에도 런타임 상태, 기대 동작과 입력 조건을 Context로 모으는 일이 별도 부담이 될 수 있다. 병렬 정보 범주는 실제 호출 순서·고정된 조사 절차와 구분한다.</a:t>
            </a:r>
          </a:p>
          <a:p xmlns:a="http://schemas.openxmlformats.org/drawingml/2006/main">
            <a:r>
              <a:t/>
            </a:r>
          </a:p>
          <a:p xmlns:a="http://schemas.openxmlformats.org/drawingml/2006/main">
            <a:r>
              <a:t>C++ Vision Bridge: C++/Visual Studio 사용자에게 익숙한 디버깅 정보 범주를 활용한다. 특정 메뉴·버전·빌드·하드웨어 조작 절차나 실제 C++ 실행을 입증하는 예시는 아니다.</a:t>
            </a:r>
          </a:p>
          <a:p xmlns:a="http://schemas.openxmlformats.org/drawingml/2006/main">
            <a:r>
              <a:t/>
            </a:r>
          </a:p>
          <a:p xmlns:a="http://schemas.openxmlformats.org/drawingml/2006/main">
            <a:r>
              <a:t>Demo Operation: N/A — 다음 장에서 관찰 기준을 제시한다.</a:t>
            </a:r>
          </a:p>
          <a:p xmlns:a="http://schemas.openxmlformats.org/drawingml/2006/main">
            <a:r>
              <a:t/>
            </a:r>
          </a:p>
          <a:p xmlns:a="http://schemas.openxmlformats.org/drawingml/2006/main">
            <a:r>
              <a:t>Audience Interaction: 수사 질문이다. 응답이나 직접 파일 탐색을 요구하지 않는다.</a:t>
            </a:r>
          </a:p>
          <a:p xmlns:a="http://schemas.openxmlformats.org/drawingml/2006/main">
            <a:r>
              <a:t/>
            </a:r>
          </a:p>
          <a:p xmlns:a="http://schemas.openxmlformats.org/drawingml/2006/main">
            <a:r>
              <a:t>Transition: “파일명을 알려주지 않아도 Agent가 필요한 경로를 찾을까?”라고 질문하며 S04의 관찰 기준으로 넘어간다.</a:t>
            </a:r>
          </a:p>
          <a:p xmlns:a="http://schemas.openxmlformats.org/drawingml/2006/main">
            <a:r>
              <a:t/>
            </a:r>
          </a:p>
          <a:p xmlns:a="http://schemas.openxmlformats.org/drawingml/2006/main">
            <a:r>
              <a:t>Time Management: Case 4분 유지. 문제 질문 30초, 병렬 정보 여섯 범주 2분, Context로 묶는 의미 1분, S04 연결 30초로 운영한다. 각 범주의 도구 사용법을 강의하거나 Agent 해결책을 미리 공개하지 않는다.</a:t>
            </a:r>
          </a:p>
          <a:p xmlns:a="http://schemas.openxmlformats.org/drawingml/2006/main">
            <a:r>
              <a:t/>
            </a:r>
          </a:p>
          <a:p xmlns:a="http://schemas.openxmlformats.org/drawingml/2006/main">
            <a:r>
              <a:t>Fallback: `production/preview/full/S03.png` 또는 `production/preview/act0/S03.png`의 병렬 도식을 사용한다. 이번 수정본과 PNG의 일치 여부는 제작 단계에서 확인한다. 화면이 보이지 않으면 여섯 정보 범주가 각각 Context가 된다는 관계를 말로 묶는다. 특정 Trial의 실제 화면이나 실패로 표현하지 않는다.</a:t>
            </a:r>
          </a:p>
          <a:p xmlns:a="http://schemas.openxmlformats.org/drawingml/2006/main">
            <a:r>
              <a:t/>
            </a:r>
          </a:p>
          <a:p xmlns:a="http://schemas.openxmlformats.org/drawingml/2006/main">
            <a:r>
              <a:t>Validation Status: ALIGNED — DEC-0034에 따라 원문·Claim 경계와 제작용 화면/운영 지침을 정렬했다. 이번 수정본의 PPT 내장 Notes·최종 PNG 대조와 실제 렌더링 검토 결과는 `production/evaluation/ACT_0_OPENING_REVISION.md`에서 별도로 기록한다. 문서 정렬은 새 제작본의 렌더링 PASS나 실환경 검증을 뜻하지 않는다. Windows PowerPoint·실제 발표 PC 글꼴·교육장 투사·제품/계정·실측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S04 — 파일명을 주지 않으면 Agent는 어디부터 볼까?</a:t>
            </a:r>
          </a:p>
          <a:p xmlns:a="http://schemas.openxmlformats.org/drawingml/2006/main">
            <a:r>
              <a:t/>
            </a:r>
          </a:p>
          <a:p xmlns:a="http://schemas.openxmlformats.org/drawingml/2006/main">
            <a:r>
              <a:t>Slide ID: S04</a:t>
            </a:r>
          </a:p>
          <a:p xmlns:a="http://schemas.openxmlformats.org/drawingml/2006/main">
            <a:r>
              <a:t/>
            </a:r>
          </a:p>
          <a:p xmlns:a="http://schemas.openxmlformats.org/drawingml/2006/main">
            <a:r>
              <a:t>Working Title: 파일명을 주지 않으면 Agent는 어디부터 볼까?</a:t>
            </a:r>
          </a:p>
          <a:p xmlns:a="http://schemas.openxmlformats.org/drawingml/2006/main">
            <a:r>
              <a:t/>
            </a:r>
          </a:p>
          <a:p xmlns:a="http://schemas.openxmlformats.org/drawingml/2006/main">
            <a:r>
              <a:t>ACT / Section: ACT 0 / 0D</a:t>
            </a:r>
          </a:p>
          <a:p xmlns:a="http://schemas.openxmlformats.org/drawingml/2006/main">
            <a:r>
              <a:t/>
            </a:r>
          </a:p>
          <a:p xmlns:a="http://schemas.openxmlformats.org/drawingml/2006/main">
            <a:r>
              <a:t>Allocated Time: 2 minutes</a:t>
            </a:r>
          </a:p>
          <a:p xmlns:a="http://schemas.openxmlformats.org/drawingml/2006/main">
            <a:r>
              <a:t/>
            </a:r>
          </a:p>
          <a:p xmlns:a="http://schemas.openxmlformats.org/drawingml/2006/main">
            <a:r>
              <a:t>Mode Split: Lecture 2 minutes</a:t>
            </a:r>
          </a:p>
          <a:p xmlns:a="http://schemas.openxmlformats.org/drawingml/2006/main">
            <a:r>
              <a:t/>
            </a:r>
          </a:p>
          <a:p xmlns:a="http://schemas.openxmlformats.org/drawingml/2006/main">
            <a:r>
              <a:t>Primary Message: Demo에서는 파일을 직접 지정하지 않았을 때의 Search → Read → Trace를 관찰한다.</a:t>
            </a:r>
          </a:p>
          <a:p xmlns:a="http://schemas.openxmlformats.org/drawingml/2006/main">
            <a:r>
              <a:t/>
            </a:r>
          </a:p>
          <a:p xmlns:a="http://schemas.openxmlformats.org/drawingml/2006/main">
            <a:r>
              <a:t>Opening Question: “Agent가 Test, 구현, 호출 경로를 어떻게 찾는가?”</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**READ THE REQUEST (0:00–0:30):** 좌측 입력창 형태로 재구성한 TRIAL-001 요청 원문을 가리킨다. 파일명을 지정하지 않았고 아직 코드를 수정하지 말라고 했다는 점을 짚는다. 입력창은 실제 현재 제품 screenshot이 아니다.</a:t>
            </a:r>
          </a:p>
          <a:p xmlns:a="http://schemas.openxmlformats.org/drawingml/2006/main">
            <a:r>
              <a:t>2. **SEPARATE THE ILLUSTRATION (0:30–1:00):** 우측은 C++ 청중이 익숙한 GoogleTest 형식으로 구성한 가상 UI이며, 여섯 항목 중 다섯 통과·하나 실패는 설명용 설정임을 알린다. TRIAL-001의 실제 runner는 Python `unittest`였고 이 가상 화면과 같은 실행 결과가 아니다. 가상 실패 행에서 실제 원인이나 코드 위치를 설명하지 않는다.</a:t>
            </a:r>
          </a:p>
          <a:p xmlns:a="http://schemas.openxmlformats.org/drawingml/2006/main">
            <a:r>
              <a:t>3. **SET WATCH FOR (1:00–1:45):** 실패 테스트, 관련 구현, 제품 호출 경로의 세 관찰 대상을 차례로 가리킨다. 실제로 발견된 파일명·원인·수정안은 S05에 남긴다. 좌우 패널을 “이 Prompt를 실행해 이 결과가 나왔다”는 인과 화살표로 설명하지 않는다.</a:t>
            </a:r>
          </a:p>
          <a:p xmlns:a="http://schemas.openxmlformats.org/drawingml/2006/main">
            <a:r>
              <a:t>4. **SCOPE (1:45–2:00):** Codex CLI 0.154.0의 과거 읽기 전용 기록을 볼 것이라고 한 문장으로 제한하고 S05로 넘긴다.</a:t>
            </a:r>
          </a:p>
          <a:p xmlns:a="http://schemas.openxmlformats.org/drawingml/2006/main">
            <a:r>
              <a:t/>
            </a:r>
          </a:p>
          <a:p xmlns:a="http://schemas.openxmlformats.org/drawingml/2006/main">
            <a:r>
              <a:t>Evidence / Source: DEMO-01, STATE-00, TRIAL-001, BEAT-003, OQ-003, OQ-005. `plan/DEMO_MATRIX.md` TRIAL-001의 요청 원문을 일반 입력창 형태로 재구성한다. 우측 GoogleTest 가상 UI(5개 통과·1개 실패)는 별도의 교육용 그림이며 실제 제품·실행·Trial 캡처가 아니다. 자산: `assets/slide-illustrations/S04-google-test-mock.png`; 생성 프롬프트: `assets/slide-illustrations/S04_PROMPT.md`. Read / Resize / Crop / Normalize / Statistics / Write의 여섯 항목과 Crop 실패는 가상 설정이다. TRIAL-001의 실제 Python `unittest` 전체 실행은 7개 통과·crop 실패 1건·읽기 전용 임시 디렉터리 환경 오류 3건이었다. 이 장은 setup이며 실제 발견 파일·원인·조사 결과는 S05에서 연다.</a:t>
            </a:r>
          </a:p>
          <a:p xmlns:a="http://schemas.openxmlformats.org/drawingml/2006/main">
            <a:r>
              <a:t/>
            </a:r>
          </a:p>
          <a:p xmlns:a="http://schemas.openxmlformats.org/drawingml/2006/main">
            <a:r>
              <a:t>Claim Boundary: 기록된 Trial은 격리된 비대화형 Codex CLI 0.154.0, macOS, `--sandbox read-only`, `--ignore-user-config` 조건에서 수행됐다. Codex Desktop·교육 계정·현재 제품 동작을 입증하지 않는다. 좌측 입력창은 실제 요청 원문의 재구성이고 우측 GoogleTest는 가상 UI다. 이 그림의 5 PASS/1 FAIL을 TRIAL-001의 실제 결과로 말하지 않으며, 실제 unittest의 환경 오류를 숨기거나 제품 결함으로 바꾸지 않는다. 실제 screenshot·새 Trial·C++ 실행은 없다.</a:t>
            </a:r>
          </a:p>
          <a:p xmlns:a="http://schemas.openxmlformats.org/drawingml/2006/main">
            <a:r>
              <a:t/>
            </a:r>
          </a:p>
          <a:p xmlns:a="http://schemas.openxmlformats.org/drawingml/2006/main">
            <a:r>
              <a:t>Beginner Explanation: 익숙한 테스트 목록에서 실패 하나를 보는 문제 상황을 떠올리고, 실제 기록에서는 Agent가 무엇을 찾아냈는지 다음 장에서 확인한다. 그림의 가상 목록과 실제 Trial 근거를 구분한다.</a:t>
            </a:r>
          </a:p>
          <a:p xmlns:a="http://schemas.openxmlformats.org/drawingml/2006/main">
            <a:r>
              <a:t/>
            </a:r>
          </a:p>
          <a:p xmlns:a="http://schemas.openxmlformats.org/drawingml/2006/main">
            <a:r>
              <a:t>Advanced Insight: 답변뿐 아니라 파일 발견과 호출 경로 추적을 관찰 대상으로 둔다.</a:t>
            </a:r>
          </a:p>
          <a:p xmlns:a="http://schemas.openxmlformats.org/drawingml/2006/main">
            <a:r>
              <a:t/>
            </a:r>
          </a:p>
          <a:p xmlns:a="http://schemas.openxmlformats.org/drawingml/2006/main">
            <a:r>
              <a:t>C++ Vision Bridge: GoogleTest 형식을 C++ 청중을 위한 가상 설명 그림에만 사용한다. 실제 Demo repository는 Python unittest이며 C++ 제품 State·실행·측정으로 전환하지 않는다.</a:t>
            </a:r>
          </a:p>
          <a:p xmlns:a="http://schemas.openxmlformats.org/drawingml/2006/main">
            <a:r>
              <a:t/>
            </a:r>
          </a:p>
          <a:p xmlns:a="http://schemas.openxmlformats.org/drawingml/2006/main">
            <a:r>
              <a:t>Demo Operation: DEMO-01 / WATCH. 기본 경로는 `production/ACT_0.pptx` S04–S06의 정적 발표다. S04에서는 좌측 실제 요청의 재구성, 우측 가상 GoogleTest UI의 경계, 세 관찰 대상을 설명하고 S05로 이동한다. 정적 PNG는 PPT 렌더이며 CLI·현재 Desktop·실제 GoogleTest 캡처가 아니다. 현재 Desktop·교육 계정·Live/HYBRID는 미검증이므로 활성화하지 않는다. 향후 대상 계정·surface, 읽기 전용 조건, runbook, 기대 관찰과 복귀 cue를 발표 환경에서 확인한 뒤에만 검토한다.</a:t>
            </a:r>
          </a:p>
          <a:p xmlns:a="http://schemas.openxmlformats.org/drawingml/2006/main">
            <a:r>
              <a:t/>
            </a:r>
          </a:p>
          <a:p xmlns:a="http://schemas.openxmlformats.org/drawingml/2006/main">
            <a:r>
              <a:t>Audience Interaction: 응답을 요구하지 않는다. 세 관찰 항목을 청중이 마음속으로 따라오게 한다.</a:t>
            </a:r>
          </a:p>
          <a:p xmlns:a="http://schemas.openxmlformats.org/drawingml/2006/main">
            <a:r>
              <a:t/>
            </a:r>
          </a:p>
          <a:p xmlns:a="http://schemas.openxmlformats.org/drawingml/2006/main">
            <a:r>
              <a:t>Transition: “실제 기록에서 어떤 Test와 경로가 발견됐을까요?”라고 묻고 S05에서 근거를 연다.</a:t>
            </a:r>
          </a:p>
          <a:p xmlns:a="http://schemas.openxmlformats.org/drawingml/2006/main">
            <a:r>
              <a:t/>
            </a:r>
          </a:p>
          <a:p xmlns:a="http://schemas.openxmlformats.org/drawingml/2006/main">
            <a:r>
              <a:t>Time Management: Lecture 2분 유지. 요청 30초, 실제/가상 화면 구분 30초, 세 Watch For 45초, 과거 CLI 범위와 S05 전환 15초로 운영한다. 테스트 framework 설명이나 실제 실패 원인 공개를 이 장에 추가하지 않는다.</a:t>
            </a:r>
          </a:p>
          <a:p xmlns:a="http://schemas.openxmlformats.org/drawingml/2006/main">
            <a:r>
              <a:t/>
            </a:r>
          </a:p>
          <a:p xmlns:a="http://schemas.openxmlformats.org/drawingml/2006/main">
            <a:r>
              <a:t>Fallback: 정적 기본 경로 — `production/ACT_0.pptx` S04 또는 `production/preview/act0/S04.png`. 이번 수정본과 PNG의 일치 여부는 제작 단계에서 확인한다. 화면 사용이 불가능하면 실제 요청의 조건과 세 관찰 항목을 말로 제시하고 S05 기록 설명으로 이동한다. 가상 GoogleTest 설정을 실제 Trial 결과로 대신 말하거나 Live CLI/Desktop을 즉석에서 열지 않는다. Windows·발표 PC·교육장 표시는 UNVERIFIED.</a:t>
            </a:r>
          </a:p>
          <a:p xmlns:a="http://schemas.openxmlformats.org/drawingml/2006/main">
            <a:r>
              <a:t/>
            </a:r>
          </a:p>
          <a:p xmlns:a="http://schemas.openxmlformats.org/drawingml/2006/main">
            <a:r>
              <a:t>Validation Status: ALIGNED — DEC-0034에 따라 원문·Claim 경계와 제작용 화면/운영 지침을 정렬했다. 이번 수정본의 PPT 내장 Notes·최종 PNG 대조와 실제 렌더링 검토 결과는 `production/evaluation/ACT_0_OPENING_REVISION.md`에서 별도로 기록한다. 문서 정렬은 새 제작본의 렌더링 PASS나 실환경 검증을 뜻하지 않는다. Windows PowerPoint·실제 발표 PC 글꼴·교육장 투사·제품/계정·실측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S05 — Agent가 Test와 호출 경로를 찾았다</a:t>
            </a:r>
          </a:p>
          <a:p xmlns:a="http://schemas.openxmlformats.org/drawingml/2006/main">
            <a:r>
              <a:t/>
            </a:r>
          </a:p>
          <a:p xmlns:a="http://schemas.openxmlformats.org/drawingml/2006/main">
            <a:r>
              <a:t>Slide ID: S05</a:t>
            </a:r>
          </a:p>
          <a:p xmlns:a="http://schemas.openxmlformats.org/drawingml/2006/main">
            <a:r>
              <a:t/>
            </a:r>
          </a:p>
          <a:p xmlns:a="http://schemas.openxmlformats.org/drawingml/2006/main">
            <a:r>
              <a:t>Working Title: Agent가 Test와 호출 경로를 찾았다</a:t>
            </a:r>
          </a:p>
          <a:p xmlns:a="http://schemas.openxmlformats.org/drawingml/2006/main">
            <a:r>
              <a:t/>
            </a:r>
          </a:p>
          <a:p xmlns:a="http://schemas.openxmlformats.org/drawingml/2006/main">
            <a:r>
              <a:t>ACT / Section: ACT 0 / 0D</a:t>
            </a:r>
          </a:p>
          <a:p xmlns:a="http://schemas.openxmlformats.org/drawingml/2006/main">
            <a:r>
              <a:t/>
            </a:r>
          </a:p>
          <a:p xmlns:a="http://schemas.openxmlformats.org/drawingml/2006/main">
            <a:r>
              <a:t>Allocated Time: 8 minutes</a:t>
            </a:r>
          </a:p>
          <a:p xmlns:a="http://schemas.openxmlformats.org/drawingml/2006/main">
            <a:r>
              <a:t/>
            </a:r>
          </a:p>
          <a:p xmlns:a="http://schemas.openxmlformats.org/drawingml/2006/main">
            <a:r>
              <a:t>Mode Split: Demo 8 minutes (정적 TRIAL-001 기록·재구성 도식 기본 경로; HYBRID는 발표 환경 검증 전까지 비활성)</a:t>
            </a:r>
          </a:p>
          <a:p xmlns:a="http://schemas.openxmlformats.org/drawingml/2006/main">
            <a:r>
              <a:t/>
            </a:r>
          </a:p>
          <a:p xmlns:a="http://schemas.openxmlformats.org/drawingml/2006/main">
            <a:r>
              <a:t>Primary Message: TRIAL-001 한 번의 읽기 전용 CLI 조사에서 Agent가 실패 Test, 구현 파일, 계약과 호출 경로를 찾아냈다.</a:t>
            </a:r>
          </a:p>
          <a:p xmlns:a="http://schemas.openxmlformats.org/drawingml/2006/main">
            <a:r>
              <a:t/>
            </a:r>
          </a:p>
          <a:p xmlns:a="http://schemas.openxmlformats.org/drawingml/2006/main">
            <a:r>
              <a:t>Opening Question: “지정하지 않은 파일과 호출 경로를 실제로 찾아냈는가?”</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S02의 두 Vector 초기화는 모두 유효하지만 원소 수와 값이 다르다는 점을 짧게 회수한다. 이번에는 실제 crop 조사에서 “의도한 폭과 실제로 포함된 열 수가 달랐다”고 연결한다. C++ 메모리 할당 사고로 바꾸지 않는다. TRIAL-001 기록·STATE-00 소스에 따른 재구성이며, 화면은 원본 두 행 중 첫 행만 보여 준다고 밝힌다.</a:t>
            </a:r>
          </a:p>
          <a:p xmlns:a="http://schemas.openxmlformats.org/drawingml/2006/main">
            <a:r>
              <a:t>2. (1:00–3:00) `crop(image, 1, 3)`의 명세는 끝 좌표 3을 제외한다. 첫 행 `1, 2, 3, 4`의 열 index 1·2를 선택하면 값 `2, 3`, 폭 2다. 구현이 포함한 값 `2, 3, 4`는 폭 3이므로 한 열이 더해졌음을 비교한다. 숫자는 픽셀 값이며 색은 영역 구분용이다.</a:t>
            </a:r>
          </a:p>
          <a:p xmlns:a="http://schemas.openxmlformats.org/drawingml/2006/main">
            <a:r>
              <a:t>3. (3:00–5:00) 실패 테스트 `test_crop_excludes_end_coordinate`와 `cli.main → pipeline.process_image → transform.crop` 호출 관계를 연결한다. 짧은 화면 표기 `process_image → crop`는 같은 경로의 축약이다. 오른쪽 01–03은 강사의 설명 순서이며 Agent의 실제 파일 접근 시각 순서가 아니다.</a:t>
            </a:r>
          </a:p>
          <a:p xmlns:a="http://schemas.openxmlformats.org/drawingml/2006/main">
            <a:r>
              <a:t>4. (5:00–7:00) `row[x_start : x_end + 1]`과 `[x_start, x_end)` 명세를 대조한다. 끝 좌표를 더 포함한 범위 문제이지, allocator·capacity·메모리 할당·버퍼 오버런이 관찰된 사건은 아니다. 코드를 고치거나 새 Test를 실행하지 않는다.</a:t>
            </a:r>
          </a:p>
          <a:p xmlns:a="http://schemas.openxmlformats.org/drawingml/2006/main">
            <a:r>
              <a:t>5. (7:00–8:00) 읽기 전용 단일 CLI 조사의 범위를 확인한다. 이어 S06에서 코드에서 설명한 문제와 실행 환경에서 드러난 제한을 나눈다.</a:t>
            </a:r>
          </a:p>
          <a:p xmlns:a="http://schemas.openxmlformats.org/drawingml/2006/main">
            <a:r>
              <a:t/>
            </a:r>
          </a:p>
          <a:p xmlns:a="http://schemas.openxmlformats.org/drawingml/2006/main">
            <a:r>
              <a:t>Evidence / Source: TRIAL-001, DEMO-01, STATE-00, CLM-0002, CLM-0009. `plan/DEMO_MATRIX.md` TRIAL-001; Demo tag STATE-00 `22e7e2f806de2419b0df649107bbae14dea082eb`: `tests/test_transform.py:9–14`, `src/graypipe/transform.py:7–13`. 원본 입력 ((1,2,3,4),(5,6,7,8)); 기대 ((2,3),(6,7)); 코드에 따른 결과 ((2,3,4),(6,7,8)). 수정 화면은 두 행 중 첫 행만 발췌해 입력 1·2·3·4, 기대 2·3/폭 2, 구현 결과 2·3·4/폭 3을 표시한다. 새 실행 기록이 아닌 원본 소스·테스트에 따른 정적 재구성이다. S02와의 원소 수 연결은 DEC-0035의 교육용 해석이며 새로운 C++ Trial이 아니다.</a:t>
            </a:r>
          </a:p>
          <a:p xmlns:a="http://schemas.openxmlformats.org/drawingml/2006/main">
            <a:r>
              <a:t/>
            </a:r>
          </a:p>
          <a:p xmlns:a="http://schemas.openxmlformats.org/drawingml/2006/main">
            <a:r>
              <a:t>Claim Boundary: Codex CLI 0.154.0의 단일 읽기 전용 조사이며 코드 수정은 없었다. 화면은 원본 두 행 중 첫 행을 발췌한 재구성으로 screenshot이 아니다. 호출 화살표는 제품 호출 관계이며 Agent 접근 순서가 아니다. README에 기존 결함 안내가 있으므로 아무 힌트 없이 독자 발견했다고 말하지 않는다. S02의 두 Vector 표현은 모두 유효하다. 연결하는 것은 의도한 크기와 실제 포함 원소를 확인한다는 판단이며 실제 allocator·capacity·메모리 할당 실패·버퍼 오버런·C++ 실행을 관찰했다는 주장이 아니다. 현재 Desktop·계정·반복 재현성·보편적 탐색 능력은 미검증이다.</a:t>
            </a:r>
          </a:p>
          <a:p xmlns:a="http://schemas.openxmlformats.org/drawingml/2006/main">
            <a:r>
              <a:t/>
            </a:r>
          </a:p>
          <a:p xmlns:a="http://schemas.openxmlformats.org/drawingml/2006/main">
            <a:r>
              <a:t>Beginner Explanation: 끝 좌표를 포함하느냐에 따라 기대한 폭 2와 실제 포함 폭 3이 달라진다. Agent는 한 번의 조사에서 이 차이를 설명할 Test·구현·호출 경로를 찾아냈다.</a:t>
            </a:r>
          </a:p>
          <a:p xmlns:a="http://schemas.openxmlformats.org/drawingml/2006/main">
            <a:r>
              <a:t/>
            </a:r>
          </a:p>
          <a:p xmlns:a="http://schemas.openxmlformats.org/drawingml/2006/main">
            <a:r>
              <a:t>Advanced Insight: S02의 생성자 의미 차이와 S05의 끝 좌표 포함 결함은 서로 다른 현상이다. 의도한 개수와 실제 포함 범위를 근거로 확인한다는 공통 질문만 연결한다. 설명·수정·검증은 별개이며 이 Trial에서는 코드를 바꾸지 않았다.</a:t>
            </a:r>
          </a:p>
          <a:p xmlns:a="http://schemas.openxmlformats.org/drawingml/2006/main">
            <a:r>
              <a:t/>
            </a:r>
          </a:p>
          <a:p xmlns:a="http://schemas.openxmlformats.org/drawingml/2006/main">
            <a:r>
              <a:t>C++ Vision Bridge: S02의 `std::vector&lt;int&gt;` 초기화 비교를 원소 수·범위 확인의 교육용 연결로만 회수한다. 실제 Demo는 Python crop이며 C++ 메모리 할당·capacity·버퍼 오버런 사건이나 실행 근거로 바꾸지 않는다.</a:t>
            </a:r>
          </a:p>
          <a:p xmlns:a="http://schemas.openxmlformats.org/drawingml/2006/main">
            <a:r>
              <a:t/>
            </a:r>
          </a:p>
          <a:p xmlns:a="http://schemas.openxmlformats.org/drawingml/2006/main">
            <a:r>
              <a:t>Demo Operation: 정적 자료만 사용한다. `production/ACT_0.pptx` S05 / `production/preview/act0/S05.png`에서 원본 첫 행 발췌 → 끝 좌표 제외 명세 → 기대 폭 2/포함 폭 3 → 실패 Test·호출 경로·구현 순서로 가리킨다. Live/HYBRID는 비활성이다. 실제 DEMO-01 기록은 `demos/runbooks/demo-01.md` 및 `plan/DEMO_MATRIX.md`로 유지한다. 마지막 1분에는 S06의 코드 Context/환경 Context 구분으로 넘어간다.</a:t>
            </a:r>
          </a:p>
          <a:p xmlns:a="http://schemas.openxmlformats.org/drawingml/2006/main">
            <a:r>
              <a:t/>
            </a:r>
          </a:p>
          <a:p xmlns:a="http://schemas.openxmlformats.org/drawingml/2006/main">
            <a:r>
              <a:t>Audience Interaction: 청중은 S04의 세 Watch For를 확인한다. 중간 응답이나 실습을 요구하지 않는다.</a:t>
            </a:r>
          </a:p>
          <a:p xmlns:a="http://schemas.openxmlformats.org/drawingml/2006/main">
            <a:r>
              <a:t/>
            </a:r>
          </a:p>
          <a:p xmlns:a="http://schemas.openxmlformats.org/drawingml/2006/main">
            <a:r>
              <a:t>Transition: “이 범위 차이는 코드와 명세에서 설명할 단서가 있습니다. 그런데 실행 중의 오류도 같은 정보로 설명할 수 있을까요?”라고 묻고 S06으로 간다.</a:t>
            </a:r>
          </a:p>
          <a:p xmlns:a="http://schemas.openxmlformats.org/drawingml/2006/main">
            <a:r>
              <a:t/>
            </a:r>
          </a:p>
          <a:p xmlns:a="http://schemas.openxmlformats.org/drawingml/2006/main">
            <a:r>
              <a:t>Time Management: Demo 8분 유지. S02 연결·출처 1분, 첫 행/폭 비교 2분, Test·호출 경로 2분, 구현과 명세 대조 2분, 관찰 범위·S06 전환 1분이다. 연결은 기존 출처 설명 일부를 대체하며 시간을 더하지 않는다. 초과 시 경로 반복을 줄인다. 새 실행·수정은 없다.</a:t>
            </a:r>
          </a:p>
          <a:p xmlns:a="http://schemas.openxmlformats.org/drawingml/2006/main">
            <a:r>
              <a:t/>
            </a:r>
          </a:p>
          <a:p xmlns:a="http://schemas.openxmlformats.org/drawingml/2006/main">
            <a:r>
              <a:t>Fallback: 정적 기본 경로 — `production/ACT_0.pptx` S05 또는 `production/preview/act0/S05.png`에서 첫 행 발췌·폭 2/3·Test·호출 경로를 설명한다. 이번 수정본의 삽입·렌더 대조는 제작 단계에서 확인한다. 원본 Trial 캡처·Live 결과·새 C++ 실행으로 표현하지 않는다. Windows·교육장·실제 운영 시간 검증은 별도다.</a:t>
            </a:r>
          </a:p>
          <a:p xmlns:a="http://schemas.openxmlformats.org/drawingml/2006/main">
            <a:r>
              <a:t/>
            </a:r>
          </a:p>
          <a:p xmlns:a="http://schemas.openxmlformats.org/drawingml/2006/main">
            <a:r>
              <a:t>Validation Status: ALIGNED — DEC-0035에 따라 실제 관찰과 교육용 해석의 경계를 유지하며 화면·운영 지침을 정렬했다. 이번 수정본의 PPT 내장 Notes·최종 PNG 대조와 렌더링 검토 결과는 `production/evaluation/ACT_0_CONTEXT_SCOPE_REVISION.md`에서 별도로 기록한다. 문서 정렬은 새 제작본의 렌더링 PASS나 실환경 검증을 뜻하지 않는다.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S06 — 관찰 결과와 실행 제한을 분리한다</a:t>
            </a:r>
          </a:p>
          <a:p xmlns:a="http://schemas.openxmlformats.org/drawingml/2006/main">
            <a:r>
              <a:t/>
            </a:r>
          </a:p>
          <a:p xmlns:a="http://schemas.openxmlformats.org/drawingml/2006/main">
            <a:r>
              <a:t>Slide ID: S06</a:t>
            </a:r>
          </a:p>
          <a:p xmlns:a="http://schemas.openxmlformats.org/drawingml/2006/main">
            <a:r>
              <a:t/>
            </a:r>
          </a:p>
          <a:p xmlns:a="http://schemas.openxmlformats.org/drawingml/2006/main">
            <a:r>
              <a:t>Working Title: 관찰 결과와 실행 제한을 분리한다</a:t>
            </a:r>
          </a:p>
          <a:p xmlns:a="http://schemas.openxmlformats.org/drawingml/2006/main">
            <a:r>
              <a:t/>
            </a:r>
          </a:p>
          <a:p xmlns:a="http://schemas.openxmlformats.org/drawingml/2006/main">
            <a:r>
              <a:t>ACT / Section: ACT 0 / 0D</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Case 5 minutes</a:t>
            </a:r>
          </a:p>
          <a:p xmlns:a="http://schemas.openxmlformats.org/drawingml/2006/main">
            <a:r>
              <a:t/>
            </a:r>
          </a:p>
          <a:p xmlns:a="http://schemas.openxmlformats.org/drawingml/2006/main">
            <a:r>
              <a:t>Primary Message: TRIAL-001은 Crop의 추가 열을 재현·설명했지만 코드는 수정하지 않았고, 임시 디렉터리를 만들지 못한 3건의 오류는 읽기 전용 환경 제한이었다.</a:t>
            </a:r>
          </a:p>
          <a:p xmlns:a="http://schemas.openxmlformats.org/drawingml/2006/main">
            <a:r>
              <a:t/>
            </a:r>
          </a:p>
          <a:p xmlns:a="http://schemas.openxmlformats.org/drawingml/2006/main">
            <a:r>
              <a:t>Opening Question: “Chatbot에 코드·명세만 골라 넣었다면, 실행 환경의 어떤 정보가 빠질까?” 실제 비교 실행 결과가 아니라 전달한 Context의 범위를 묻는 가정이다.</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**OPEN (0:00–0:45):** 상단 “Chatbot에 코드·명세만 골라 넣었다면?”을 가정으로 읽는다. Chatbot과 Agent를 실제로 비교한 실험이 아니라, 전달한 정보와 빠진 정보를 구분하는 교육용 해석임을 밝힌다.</a:t>
            </a:r>
          </a:p>
          <a:p xmlns:a="http://schemas.openxmlformats.org/drawingml/2006/main">
            <a:r>
              <a:t>2. **CODE CONTEXT (0:45–2:00):** 왼쪽 “코드 Context로 논의할 수 있는 부분”에서 기대 폭 2와 포함 폭 3, 명세·테스트·구현의 비교를 짚는다. 실제 Trial은 그 원인을 설명했으며 코드는 수정하지 않았다는 사실을 유지한다. 관련 코드를 충분히 전달한 대화에서도 이런 원인 분석의 단서는 생길 수 있다는 가정이다.</a:t>
            </a:r>
          </a:p>
          <a:p xmlns:a="http://schemas.openxmlformats.org/drawingml/2006/main">
            <a:r>
              <a:t>3. **ENVIRONMENT CONTEXT (2:00–3:15):** 오른쪽 “함께 전달하지 않은 실행 환경”에서 읽기 전용·임시 디렉터리 생성 제한과 환경 오류 3건을 짚는다. 코드만 입력했다는 가정에서는 실행 로그·권한 정보가 빠져 있으므로, 코드 문제와 같은 정보만으로 이 원인을 판단하기 어렵다고 설명한다. 세 오류를 crop 결함의 추가 증거로 세지 않는다.</a:t>
            </a:r>
          </a:p>
          <a:p xmlns:a="http://schemas.openxmlformats.org/drawingml/2006/main">
            <a:r>
              <a:t>4. **BOUNDARY (3:15–4:15):** “코드만 옮기면, 실행 환경의 단서는 빠진다”를 강조한다. 환경 로그·권한 정보까지 전달하면 Chatbot에도 분석 단서가 생길 수 있다. 이번 Agent도 권한 제한을 해제하거나 코드를 수정하지 않았으므로, Chatbot의 불가능이나 Agent의 해결 우위를 주장하지 않는다.</a:t>
            </a:r>
          </a:p>
          <a:p xmlns:a="http://schemas.openxmlformats.org/drawingml/2006/main">
            <a:r>
              <a:t>5. **RECAP / TRANSITION (4:15–5:00):** 실제 전체 기록 7개 통과 + crop 실패 1건 + 환경 오류 3건을 확인한다. 코드와 실행 환경을 모두 Context로 본 뒤 “누가 이 정보를 찾아 연결할 것인가?”라는 질문으로 S07에 간다.</a:t>
            </a:r>
          </a:p>
          <a:p xmlns:a="http://schemas.openxmlformats.org/drawingml/2006/main">
            <a:r>
              <a:t/>
            </a:r>
          </a:p>
          <a:p xmlns:a="http://schemas.openxmlformats.org/drawingml/2006/main">
            <a:r>
              <a:t>Evidence / Source: TRIAL-001의 full suite 기록은 7 passing tests + 기대한 crop failure 1건 + 읽기 전용 sandbox가 임시 디렉터리를 만들 수 없어 발생한 환경 errors 3건이다. Focused command는 2 passing tests와 같은 crop failure였다. Working tree는 변경되지 않았다. 근거 원본: `plan/DEMO_MATRIX.md` TRIAL-001. “Chatbot에 코드·명세만 입력했다면”이라는 가정과 전달/누락 Context의 비교는 DEC-0035의 교육용 해석이며 실제 Chatbot/Agent 비교 실행이나 관찰된 우열 결과가 아니다.</a:t>
            </a:r>
          </a:p>
          <a:p xmlns:a="http://schemas.openxmlformats.org/drawingml/2006/main">
            <a:r>
              <a:t/>
            </a:r>
          </a:p>
          <a:p xmlns:a="http://schemas.openxmlformats.org/drawingml/2006/main">
            <a:r>
              <a:t>Claim Boundary: 세 errors는 read-only 환경의 temp-directory 제한이며 crop bug의 근거가 아니다. TRIAL-001은 코드를 수정하거나 권한 제한을 해제하지 않았다. 코드·명세만 대화에 전달했다는 설정은 교육용 가정이며 특정 Chatbot 제품의 능력·도구 지원·해결 불가능성을 입증하지 않는다. 실행 로그·권한 정보까지 전달한다면 Chatbot도 원인 분석 단서를 가질 수 있다. 이번 기록으로 Chatbot 대비 Agent의 해결 우위를 주장하지 않는다. 실제 관찰과 교육용 해석을 분리하며 Trial 범위 밖의 테스트 결과·현재 제품 동작·반복성을 추론하지 않는다.</a:t>
            </a:r>
          </a:p>
          <a:p xmlns:a="http://schemas.openxmlformats.org/drawingml/2006/main">
            <a:r>
              <a:t/>
            </a:r>
          </a:p>
          <a:p xmlns:a="http://schemas.openxmlformats.org/drawingml/2006/main">
            <a:r>
              <a:t>Beginner Explanation: 복사한 코드와 명세에는 코드 문제의 단서가 있을 수 있다. 실제 실행 로그와 권한 정보를 함께 전달하지 않았다면 환경 오류의 단서는 빠져 있다. 어느 도구가 무조건 더 잘하느냐보다 어떤 Context가 있는지 먼저 본다.</a:t>
            </a:r>
          </a:p>
          <a:p xmlns:a="http://schemas.openxmlformats.org/drawingml/2006/main">
            <a:r>
              <a:t/>
            </a:r>
          </a:p>
          <a:p xmlns:a="http://schemas.openxmlformats.org/drawingml/2006/main">
            <a:r>
              <a:t>Advanced Insight: 정보를 전달하지 않은 것과 도구가 그 문제를 해결할 능력이 없는 것은 다르다. 실제 결함 징후와 환경·권한 오류를 분리하고, 재현·실행에서 얻은 Context가 빠졌는지 확인한다. 이번 Agent는 제한을 관찰했을 뿐 해제하지 않았다.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DEMO-01 / WHAT HAPPENED. `production/ACT_0.pptx` S06 또는 `production/preview/act0/S06.png`에서 상단 가정 → 왼쪽 코드 Context → 오른쪽 환경 Context → 전달하지 않은 정보에 대한 해석 → 실제 7/1/3 기록 순서로 설명한다. 가정과 실제 Trial을 구분하고 새 Chatbot 대화·테스트·제품 실행이나 환경 복구를 하지 않는다.</a:t>
            </a:r>
          </a:p>
          <a:p xmlns:a="http://schemas.openxmlformats.org/drawingml/2006/main">
            <a:r>
              <a:t/>
            </a:r>
          </a:p>
          <a:p xmlns:a="http://schemas.openxmlformats.org/drawingml/2006/main">
            <a:r>
              <a:t>Audience Interaction: 질문은 전달한 정보와 빠진 정보를 생각하게 하는 Case cue다. 응답·실습·환경 해결을 요구하거나 Chatbot과 Agent의 승자를 고르게 하지 않는다.</a:t>
            </a:r>
          </a:p>
          <a:p xmlns:a="http://schemas.openxmlformats.org/drawingml/2006/main">
            <a:r>
              <a:t/>
            </a:r>
          </a:p>
          <a:p xmlns:a="http://schemas.openxmlformats.org/drawingml/2006/main">
            <a:r>
              <a:t>Transition: “코드 밖의 실행 환경도 Context라면, 누가 필요한 정보를 찾아 연결할까요?”라고 묻고 S07의 Context 수집 주체 비교로 간다.</a:t>
            </a:r>
          </a:p>
          <a:p xmlns:a="http://schemas.openxmlformats.org/drawingml/2006/main">
            <a:r>
              <a:t/>
            </a:r>
          </a:p>
          <a:p xmlns:a="http://schemas.openxmlformats.org/drawingml/2006/main">
            <a:r>
              <a:t>Time Management: Case 5분 유지. 가정과 실제 구분 45초, 코드 Context 75초, 실행 환경 Context 75초, 비교 주장 경계·누락 정보 해석 60초, 실제 기록·전환 45초다. 시간 초과 시 반복 설명을 줄이되 3 errors를 crop 결함으로 부르거나 도구 우열로 단정하지 않는다. 실제 시간 적합성은 리허설 전까지 미검증이다.</a:t>
            </a:r>
          </a:p>
          <a:p xmlns:a="http://schemas.openxmlformats.org/drawingml/2006/main">
            <a:r>
              <a:t/>
            </a:r>
          </a:p>
          <a:p xmlns:a="http://schemas.openxmlformats.org/drawingml/2006/main">
            <a:r>
              <a:t>Fallback: 정적 기본 경로 — `production/ACT_0.pptx` S06 또는 `production/preview/act0/S06.png`. 새 수정본의 렌더·내장 Notes 대조는 제작 단계에서 확인한다. 화면이 없으면 실제 7개 통과/crop 실패 1건/환경 오류 3건을 먼저 밝히고, 코드만 전달한 가정에서는 실행 환경 정보가 빠진다는 해석을 말로 설명한다. 실제 Chatbot 비교나 환경 해결 결과로 대체하지 않는다. 운영 시간·Windows·교육장 표시는 UNVERIFIED.</a:t>
            </a:r>
          </a:p>
          <a:p xmlns:a="http://schemas.openxmlformats.org/drawingml/2006/main">
            <a:r>
              <a:t/>
            </a:r>
          </a:p>
          <a:p xmlns:a="http://schemas.openxmlformats.org/drawingml/2006/main">
            <a:r>
              <a:t>Validation Status: ALIGNED — DEC-0035에 따라 실제 관찰과 교육용 해석의 경계를 유지하며 화면·운영 지침을 정렬했다. 이번 수정본의 PPT 내장 Notes·최종 PNG 대조와 렌더링 검토 결과는 `production/evaluation/ACT_0_CONTEXT_SCOPE_REVISION.md`에서 별도로 기록한다. 문서 정렬은 새 제작본의 렌더링 PASS나 실환경 검증을 뜻하지 않는다.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S07 — 코드를 AI에게 가져가는 대신 AI를 Repository로 데려간다</a:t>
            </a:r>
          </a:p>
          <a:p xmlns:a="http://schemas.openxmlformats.org/drawingml/2006/main">
            <a:r>
              <a:t/>
            </a:r>
          </a:p>
          <a:p xmlns:a="http://schemas.openxmlformats.org/drawingml/2006/main">
            <a:r>
              <a:t>Slide ID: S07</a:t>
            </a:r>
          </a:p>
          <a:p xmlns:a="http://schemas.openxmlformats.org/drawingml/2006/main">
            <a:r>
              <a:t/>
            </a:r>
          </a:p>
          <a:p xmlns:a="http://schemas.openxmlformats.org/drawingml/2006/main">
            <a:r>
              <a:t>Working Title: 코드를 AI에게 가져가는 대신 AI를 Repository로 데려간다</a:t>
            </a:r>
          </a:p>
          <a:p xmlns:a="http://schemas.openxmlformats.org/drawingml/2006/main">
            <a:r>
              <a:t/>
            </a:r>
          </a:p>
          <a:p xmlns:a="http://schemas.openxmlformats.org/drawingml/2006/main">
            <a:r>
              <a:t>ACT / Section: ACT 0 / 0E</a:t>
            </a:r>
          </a:p>
          <a:p xmlns:a="http://schemas.openxmlformats.org/drawingml/2006/main">
            <a:r>
              <a:t/>
            </a:r>
          </a:p>
          <a:p xmlns:a="http://schemas.openxmlformats.org/drawingml/2006/main">
            <a:r>
              <a:t>Allocated Time: 2 minutes</a:t>
            </a:r>
          </a:p>
          <a:p xmlns:a="http://schemas.openxmlformats.org/drawingml/2006/main">
            <a:r>
              <a:t/>
            </a:r>
          </a:p>
          <a:p xmlns:a="http://schemas.openxmlformats.org/drawingml/2006/main">
            <a:r>
              <a:t/>
            </a:r>
          </a:p>
          <a:p xmlns:a="http://schemas.openxmlformats.org/drawingml/2006/main">
            <a:r>
              <a:t>Mode Split: Lecture 2 minutes</a:t>
            </a:r>
          </a:p>
          <a:p xmlns:a="http://schemas.openxmlformats.org/drawingml/2006/main">
            <a:r>
              <a:t/>
            </a:r>
          </a:p>
          <a:p xmlns:a="http://schemas.openxmlformats.org/drawingml/2006/main">
            <a:r>
              <a:t/>
            </a:r>
          </a:p>
          <a:p xmlns:a="http://schemas.openxmlformats.org/drawingml/2006/main">
            <a:r>
              <a:t>Primary Message: Repository 조사는 개발자가 코드를 일일이 전달하는 대신 Agent가 사용 가능한 Context를 찾도록 할 수 있다.</a:t>
            </a:r>
          </a:p>
          <a:p xmlns:a="http://schemas.openxmlformats.org/drawingml/2006/main">
            <a:r>
              <a:t/>
            </a:r>
          </a:p>
          <a:p xmlns:a="http://schemas.openxmlformats.org/drawingml/2006/main">
            <a:r>
              <a:t>Opening Question: “Context 수집의 일부를 누가 맡을 수 있는가?”</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**CALL BACK (0:00–0:20):** 왼쪽 Repository → 개발자 선택·복사 → AI 관계로 S02를 짧게 회수한다.</a:t>
            </a:r>
          </a:p>
          <a:p xmlns:a="http://schemas.openxmlformats.org/drawingml/2006/main">
            <a:r>
              <a:t>2. **TRANSFER (0:20–1:00):** 오른쪽 개발자 조사 요청 → Agent ↔ Repository로 시선을 옮긴다. 바뀌는 것은 Context를 찾는 주체의 일부이며 목표와 검증 책임을 전부 넘긴다는 뜻이 아니다. C++ 연결은 필요할 때 한 문장만 사용한다.</a:t>
            </a:r>
          </a:p>
          <a:p xmlns:a="http://schemas.openxmlformats.org/drawingml/2006/main">
            <a:r>
              <a:t>3. **ACCESS BOUNDARY (1:00–1:45):** Repository를 연결하거나 자료를 전달하기 전에 승인된 도구·계정, 입력 가능한 자료와 허용된 접근 권한 범위를 먼저 확인한다고 설명한다. 회사의 실제 허용·금지 목록과 승인 절차는 이 자료에서 확정하지 않았으므로 해당 조직의 정책을 확인해야 한다. 새로운 제품 설정이나 정책 목록을 가르치지 않는다.</a:t>
            </a:r>
          </a:p>
          <a:p xmlns:a="http://schemas.openxmlformats.org/drawingml/2006/main">
            <a:r>
              <a:t>4. **ENTRY QUESTION (1:45–2:00):** “그렇다면 Repository 작업은 어디서 시작할까요?”라고 물으며 새 S08의 Codex 진입 경로로 이동한다. 접근 권한과 Task 의도의 구분은 S09에서 회수한다.</a:t>
            </a:r>
          </a:p>
          <a:p xmlns:a="http://schemas.openxmlformats.org/drawingml/2006/main">
            <a:r>
              <a:t/>
            </a:r>
          </a:p>
          <a:p xmlns:a="http://schemas.openxmlformats.org/drawingml/2006/main">
            <a:r>
              <a:t/>
            </a:r>
          </a:p>
          <a:p xmlns:a="http://schemas.openxmlformats.org/drawingml/2006/main">
            <a:r>
              <a:t>Evidence / Source: DEMO-01 / TRIAL-001 단일 CLI 관찰; BEAT-003, CLM-0002, CLM-0009. 본문은 Context 수집 역할을 비교하는 TEACHING_MODEL이며 하단에 연결된 과거 관찰의 범위를 별도로 표시한다. 삽화 출처: prototype/image-illustration-pilot/assets/S07.png, built-in image_gen, 2026-10-18. 생성 프롬프트: prototype/image-illustration-pilot/PROMPTS.md. 실제 화면·현장 사진·관찰 자료가 아니다.</a:t>
            </a:r>
          </a:p>
          <a:p xmlns:a="http://schemas.openxmlformats.org/drawingml/2006/main">
            <a:r>
              <a:t/>
            </a:r>
          </a:p>
          <a:p xmlns:a="http://schemas.openxmlformats.org/drawingml/2006/main">
            <a:r>
              <a:t>Claim Boundary: 이 관찰은 CLI 한 번에 한정되며 제품의 보편적 성능·반복성 주장이 아니다. Repository 접근이 Task 의도나 성공을 자동으로 정한다는 뜻이 아니다. 도구·계정·자료·접근 권한의 사전 확인은 교육용 판단 지침이며 특정 회사의 허용·금지 정책이나 현재 제품의 보안 보장을 확인한 결과가 아니다.</a:t>
            </a:r>
          </a:p>
          <a:p xmlns:a="http://schemas.openxmlformats.org/drawingml/2006/main">
            <a:r>
              <a:t/>
            </a:r>
          </a:p>
          <a:p xmlns:a="http://schemas.openxmlformats.org/drawingml/2006/main">
            <a:r>
              <a:t>Beginner Explanation: 관련 코드를 모두 복사하기보다 Repository 조사를 요청할 수 있는 가능성을 본다.</a:t>
            </a:r>
          </a:p>
          <a:p xmlns:a="http://schemas.openxmlformats.org/drawingml/2006/main">
            <a:r>
              <a:t/>
            </a:r>
          </a:p>
          <a:p xmlns:a="http://schemas.openxmlformats.org/drawingml/2006/main">
            <a:r>
              <a:t>Advanced Insight: Context 수집 책임의 일부와 Task 목표·판단 책임을 분리한다.</a:t>
            </a:r>
          </a:p>
          <a:p xmlns:a="http://schemas.openxmlformats.org/drawingml/2006/main">
            <a:r>
              <a:t/>
            </a:r>
          </a:p>
          <a:p xmlns:a="http://schemas.openxmlformats.org/drawingml/2006/main">
            <a:r>
              <a:t>C++ Vision Bridge: CONTEXTUAL speaker cue — 큰 저장소의 모듈·테스트·계약을 찾는 상황을 필요할 때 한 문장으로 연결한다. 화면에 도구·빌드·hardware 목록을 추가하지 않는다.</a:t>
            </a:r>
          </a:p>
          <a:p xmlns:a="http://schemas.openxmlformats.org/drawingml/2006/main">
            <a:r>
              <a:t/>
            </a:r>
          </a:p>
          <a:p xmlns:a="http://schemas.openxmlformats.org/drawingml/2006/main">
            <a:r>
              <a:t>Demo Operation: DEMO-01 bounded callback. 본문 삽화는 교육 모델이고 새 제품 동작 관찰이 아니다. S05에서 본 단일 CLI 기록을 근거로 한 가능성을 설명하며 새 UI나 실행을 보여 주지 않는다.</a:t>
            </a:r>
          </a:p>
          <a:p xmlns:a="http://schemas.openxmlformats.org/drawingml/2006/main">
            <a:r>
              <a:t/>
            </a:r>
          </a:p>
          <a:p xmlns:a="http://schemas.openxmlformats.org/drawingml/2006/main">
            <a:r>
              <a:t>Audience Interaction: 별도 질의 없음. 청중이 Mental Shift를 비교해 볼 수 있도록 잠시 시선을 둔다.</a:t>
            </a:r>
          </a:p>
          <a:p xmlns:a="http://schemas.openxmlformats.org/drawingml/2006/main">
            <a:r>
              <a:t/>
            </a:r>
          </a:p>
          <a:p xmlns:a="http://schemas.openxmlformats.org/drawingml/2006/main">
            <a:r>
              <a:t>Transition: “Repository 작업은 어디서 시작할까요?”라고 물으며 S08의 ChatGPT → Codex 진입 경로로 간다.</a:t>
            </a:r>
          </a:p>
          <a:p xmlns:a="http://schemas.openxmlformats.org/drawingml/2006/main">
            <a:r>
              <a:t/>
            </a:r>
          </a:p>
          <a:p xmlns:a="http://schemas.openxmlformats.org/drawingml/2006/main">
            <a:r>
              <a:t/>
            </a:r>
          </a:p>
          <a:p xmlns:a="http://schemas.openxmlformats.org/drawingml/2006/main">
            <a:r>
              <a:t>Time Management: Lecture 2분. S02 회수 20초, 좌·우 관계 40초, 승인된 도구·계정·자료·접근 범위 확인 45초, S08 연결 15초다. 접근 경계 45초는 줄이지 않고 관계 재설명·선택적 C++ 해설을 압축한다. 기존 S07의 Lecture 3분 중 1분을 신규 S08에 배정하며 ACT 0 40분과 전체 Mode를 유지한다. 실제 시간 적합성은 리허설 전까지 UNVERIFIED다.</a:t>
            </a:r>
          </a:p>
          <a:p xmlns:a="http://schemas.openxmlformats.org/drawingml/2006/main">
            <a:r>
              <a:t/>
            </a:r>
          </a:p>
          <a:p xmlns:a="http://schemas.openxmlformats.org/drawingml/2006/main">
            <a:r>
              <a:t/>
            </a:r>
          </a:p>
          <a:p xmlns:a="http://schemas.openxmlformats.org/drawingml/2006/main">
            <a:r>
              <a:t>Fallback: Trial record를 표시할 수 없으면 Mental Shift만 Teaching Model로 설명한다. 제품 전반의 사실처럼 말하지 않는다. 정적 파일: production/preview/act0/S07.png 및 production/preview/full/S07.png.</a:t>
            </a:r>
          </a:p>
          <a:p xmlns:a="http://schemas.openxmlformats.org/drawingml/2006/main">
            <a:r>
              <a:t/>
            </a:r>
          </a:p>
          <a:p xmlns:a="http://schemas.openxmlformats.org/drawingml/2006/main">
            <a:r>
              <a:t>Validation Status: ALIGNED — DEC-0036의 시간·전환 지침이다. 과거 80장판의 삽화·당시 S72(현재 S73) 잘림 검토는 production/evaluation/FULL_DECK_IMAGE_INTEGRATION.md에 보존한다. 새 제작본의 PPT/Notes/PNG 대조는 production/evaluation/CODEX_ENTRY_INSERTION.md에서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S08 — Repository 작업은 Codex에서 시작한다</a:t>
            </a:r>
          </a:p>
          <a:p xmlns:a="http://schemas.openxmlformats.org/drawingml/2006/main">
            <a:r>
              <a:t/>
            </a:r>
          </a:p>
          <a:p xmlns:a="http://schemas.openxmlformats.org/drawingml/2006/main">
            <a:r>
              <a:t>Slide ID: S08</a:t>
            </a:r>
          </a:p>
          <a:p xmlns:a="http://schemas.openxmlformats.org/drawingml/2006/main">
            <a:r>
              <a:t/>
            </a:r>
          </a:p>
          <a:p xmlns:a="http://schemas.openxmlformats.org/drawingml/2006/main">
            <a:r>
              <a:t>Working Title: Repository 작업은 Codex에서 시작한다</a:t>
            </a:r>
          </a:p>
          <a:p xmlns:a="http://schemas.openxmlformats.org/drawingml/2006/main">
            <a:r>
              <a:t/>
            </a:r>
          </a:p>
          <a:p xmlns:a="http://schemas.openxmlformats.org/drawingml/2006/main">
            <a:r>
              <a:t>ACT / Section: ACT 0 / 0E</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Lecture 1 minute</a:t>
            </a:r>
          </a:p>
          <a:p xmlns:a="http://schemas.openxmlformats.org/drawingml/2006/main">
            <a:r>
              <a:t/>
            </a:r>
          </a:p>
          <a:p xmlns:a="http://schemas.openxmlformats.org/drawingml/2006/main">
            <a:r>
              <a:t>Primary Message: 이 교육에서 Repository를 조사하는 개발 작업은 ChatGPT 데스크톱 앱의 ChatGPT 메뉴에서 Codex를 선택해 시작한다.</a:t>
            </a:r>
          </a:p>
          <a:p xmlns:a="http://schemas.openxmlformats.org/drawingml/2006/main">
            <a:r>
              <a:t/>
            </a:r>
          </a:p>
          <a:p xmlns:a="http://schemas.openxmlformats.org/drawingml/2006/main">
            <a:r>
              <a:t>Opening Question: “Repository 작업을 맡기려면 어디로 들어갈까?”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**LOCATE (0:00–0:15):** 재구성 UI의 좌측 상단 ChatGPT 메뉴를 가리킨다. 사용자 지정 위치를 보여 주는 교육용 도식이며 실제 계정의 실행 캡처가 아님을 짧게 밝힌다.</a:t>
            </a:r>
          </a:p>
          <a:p xmlns:a="http://schemas.openxmlformats.org/drawingml/2006/main">
            <a:r>
              <a:t>2. **SELECT (0:15–0:30):** 메뉴의 Codex를 가리킨다. 이 교육에서 코드베이스 조사와 개발 작업을 시작하는 표면을 연결한다.</a:t>
            </a:r>
          </a:p>
          <a:p xmlns:a="http://schemas.openxmlformats.org/drawingml/2006/main">
            <a:r>
              <a:t>3. **REPOSITORY (0:30–0:45):** 허용된 Repository 폴더를 선택하는 흐름을 가리킨다. 앞 장에서 확인한 도구·계정·자료·권한 범위 안의 폴더만 대상이며 실제 선택이나 Live 실행을 하지 않는다.</a:t>
            </a:r>
          </a:p>
          <a:p xmlns:a="http://schemas.openxmlformats.org/drawingml/2006/main">
            <a:r>
              <a:t>4. **ASK (0:45–1:00):** “먼저 조사해줘”라는 요청으로 S04의 조사 태도를 회수한다. “들어가는 곳을 알았으니, 무엇을 볼 수 있고 누가 최종 결정할지 나눠 보겠습니다”라며 S09로 간다.</a:t>
            </a:r>
          </a:p>
          <a:p xmlns:a="http://schemas.openxmlformats.org/drawingml/2006/main">
            <a:r>
              <a:t/>
            </a:r>
          </a:p>
          <a:p xmlns:a="http://schemas.openxmlformats.org/drawingml/2006/main">
            <a:r>
              <a:t>Evidence / Source: BEAT-003에 연결한 사용자 승인 진입 가교; DEC-0036; SRC-0228 (Quickstart), SRC-0229 (App), CLM-0031 (공식 문서의 전환 경로, 대상 UI·계정 UNVERIFIED). 공식 자료 [ChatGPT quickstart](https://learn.chatgpt.com/docs/quickstart?setup=app), [ChatGPT app](https://learn.chatgpt.com/docs/app), 확인 2026-10-21. Quickstart는 코드베이스 Context·개발 도구가 필요한 소프트웨어 개발에서 ChatGPT dropdown의 Codex 선택을 안내한다. 좌측 상단 위치는 사용자의 명시적 UI 요구다. 화면 구성은 공식 자료 기반 UI 재구성이며 실제 Screenshot이 아니다. 로컬 앱 직접 확인은 도구 안전 제약으로 수행하지 못해 UNVERIFIED다.</a:t>
            </a:r>
          </a:p>
          <a:p xmlns:a="http://schemas.openxmlformats.org/drawingml/2006/main">
            <a:r>
              <a:t/>
            </a:r>
          </a:p>
          <a:p xmlns:a="http://schemas.openxmlformats.org/drawingml/2006/main">
            <a:r>
              <a:t>Claim Boundary: 이 교육의 개발 작업 진입 경로를 안내한다. 모든 Repository 접근에 Codex만 가능하다는 보편적 주장이 아니다. ChatGPT의 다른 작업 표면에서도 파일 접근이 가능한 경우가 있으며 제품·계정·권한에 따라 다르다. 과거 CLI TRIAL-001을 현재 Desktop 동작의 검증 근거로 사용하지 않는다. 현재 대상 계정·Windows·정확한 메뉴와 폴더 선택 동작은 실제 환경 확인 전까지 UNVERIFIED다.</a:t>
            </a:r>
          </a:p>
          <a:p xmlns:a="http://schemas.openxmlformats.org/drawingml/2006/main">
            <a:r>
              <a:t/>
            </a:r>
          </a:p>
          <a:p xmlns:a="http://schemas.openxmlformats.org/drawingml/2006/main">
            <a:r>
              <a:t>Beginner Explanation: 작은 코드 질문을 하던 대화에서 Repository 조사로 옮길 때, 이 교육에서는 Codex를 선택하는 진입점을 사용한다.</a:t>
            </a:r>
          </a:p>
          <a:p xmlns:a="http://schemas.openxmlformats.org/drawingml/2006/main">
            <a:r>
              <a:t/>
            </a:r>
          </a:p>
          <a:p xmlns:a="http://schemas.openxmlformats.org/drawingml/2006/main">
            <a:r>
              <a:t>Advanced Insight: 제품 표면의 선택, Repository 접근 권한, 이번 Task의 의도는 서로 다른 경계다. 이 장은 진입 경로만 연결하며 제품별 접근 성능이나 독점적 기능을 주장하지 않는다.</a:t>
            </a:r>
          </a:p>
          <a:p xmlns:a="http://schemas.openxmlformats.org/drawingml/2006/main">
            <a:r>
              <a:t/>
            </a:r>
          </a:p>
          <a:p xmlns:a="http://schemas.openxmlformats.org/drawingml/2006/main">
            <a:r>
              <a:t>C++ Vision Bridge: N/A. 언어·IDE별 설정을 추가하지 않는다.</a:t>
            </a:r>
          </a:p>
          <a:p xmlns:a="http://schemas.openxmlformats.org/drawingml/2006/main">
            <a:r>
              <a:t/>
            </a:r>
          </a:p>
          <a:p xmlns:a="http://schemas.openxmlformats.org/drawingml/2006/main">
            <a:r>
              <a:t>Demo Operation: N/A — 공식 자료를 토대로 재구성한 정적 UI 도식이다. 실제 제품 조작·새 Trial·현장 실습은 없다. 대상 계정의 기능이 확인되지 않았으므로 Live 경로로 전환하지 않는다.</a:t>
            </a:r>
          </a:p>
          <a:p xmlns:a="http://schemas.openxmlformats.org/drawingml/2006/main">
            <a:r>
              <a:t/>
            </a:r>
          </a:p>
          <a:p xmlns:a="http://schemas.openxmlformats.org/drawingml/2006/main">
            <a:r>
              <a:t>Audience Interaction: 위치를 함께 보는 1분 안내다. 청중에게 계정 로그인·폴더 선택·응답을 요구하지 않는다.</a:t>
            </a:r>
          </a:p>
          <a:p xmlns:a="http://schemas.openxmlformats.org/drawingml/2006/main">
            <a:r>
              <a:t/>
            </a:r>
          </a:p>
          <a:p xmlns:a="http://schemas.openxmlformats.org/drawingml/2006/main">
            <a:r>
              <a:t>Transition: “Repository 안을 함께 볼 수 있어도, 어떤 결과를 받아들일지는 누가 정할까요?”라는 질문으로 S09에 간다.</a:t>
            </a:r>
          </a:p>
          <a:p xmlns:a="http://schemas.openxmlformats.org/drawingml/2006/main">
            <a:r>
              <a:t/>
            </a:r>
          </a:p>
          <a:p xmlns:a="http://schemas.openxmlformats.org/drawingml/2006/main">
            <a:r>
              <a:t>Time Management: Lecture 1분. 메뉴 위치 15초, Codex 선택 15초, 허용 폴더 15초, 조사 요청·S09 연결 15초다. S07에서 이관한 1분이며 ACT 0 40분·전체 360분·Lecture 130분을 유지한다. 설정 tutorial을 추가하지 않는다.</a:t>
            </a:r>
          </a:p>
          <a:p xmlns:a="http://schemas.openxmlformats.org/drawingml/2006/main">
            <a:r>
              <a:t/>
            </a:r>
          </a:p>
          <a:p xmlns:a="http://schemas.openxmlformats.org/drawingml/2006/main">
            <a:r>
              <a:t>Fallback: 제작 완료 후 production/preview/act0/S08.png 또는 production/preview/full/S08.png의 정적 재구성 도식을 사용한다. 새 PNG와 PPT의 일치는 production/evaluation/CODEX_ENTRY_INSERTION.md에서 확인하기 전까지 미검증이다. 화면을 열 수 없으면 “이 교육에서는 ChatGPT 메뉴에서 Codex를 선택해 허용된 저장소 조사를 시작합니다”라고 말하고 S09로 간다. 즉석 계정 시연으로 대체하지 않는다.</a:t>
            </a:r>
          </a:p>
          <a:p xmlns:a="http://schemas.openxmlformats.org/drawingml/2006/main">
            <a:r>
              <a:t/>
            </a:r>
          </a:p>
          <a:p xmlns:a="http://schemas.openxmlformats.org/drawingml/2006/main">
            <a:r>
              <a:t>Validation Status: ALIGNED — 사용자 요청·공식 자료와 Notes를 정렬했다. 실제 Screenshot, 현재 계정의 제품 재현, Windows 호환성, 교육장 투사와 시간 리허설을 검증한 결과가 아니다. 새 PPT/PNG·내장 Notes 대조는 production/evaluation/CODEX_ENTRY_INSERTION.md에서 별도로 기록한다.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S09 — Repository 접근과 Task 의도는 별개다</a:t>
            </a:r>
          </a:p>
          <a:p xmlns:a="http://schemas.openxmlformats.org/drawingml/2006/main">
            <a:r>
              <a:t/>
            </a:r>
          </a:p>
          <a:p xmlns:a="http://schemas.openxmlformats.org/drawingml/2006/main">
            <a:r>
              <a:t>Slide ID: S09</a:t>
            </a:r>
          </a:p>
          <a:p xmlns:a="http://schemas.openxmlformats.org/drawingml/2006/main">
            <a:r>
              <a:t/>
            </a:r>
          </a:p>
          <a:p xmlns:a="http://schemas.openxmlformats.org/drawingml/2006/main">
            <a:r>
              <a:t>Working Title: Repository 접근과 Task 의도는 별개다</a:t>
            </a:r>
          </a:p>
          <a:p xmlns:a="http://schemas.openxmlformats.org/drawingml/2006/main">
            <a:r>
              <a:t/>
            </a:r>
          </a:p>
          <a:p xmlns:a="http://schemas.openxmlformats.org/drawingml/2006/main">
            <a:r>
              <a:t>ACT / Section: ACT 0 / 0E</a:t>
            </a:r>
          </a:p>
          <a:p xmlns:a="http://schemas.openxmlformats.org/drawingml/2006/main">
            <a:r>
              <a:t/>
            </a:r>
          </a:p>
          <a:p xmlns:a="http://schemas.openxmlformats.org/drawingml/2006/main">
            <a:r>
              <a:t>Allocated Time: 2 minutes</a:t>
            </a:r>
          </a:p>
          <a:p xmlns:a="http://schemas.openxmlformats.org/drawingml/2006/main">
            <a:r>
              <a:t/>
            </a:r>
          </a:p>
          <a:p xmlns:a="http://schemas.openxmlformats.org/drawingml/2006/main">
            <a:r>
              <a:t>Mode Split: Lecture 2 minutes</a:t>
            </a:r>
          </a:p>
          <a:p xmlns:a="http://schemas.openxmlformats.org/drawingml/2006/main">
            <a:r>
              <a:t/>
            </a:r>
          </a:p>
          <a:p xmlns:a="http://schemas.openxmlformats.org/drawingml/2006/main">
            <a:r>
              <a:t>Primary Message: Repository 탐색은 Context 수집에 도움을 줄 수 있지만, Task의 목표와 완료 조건까지 대신 정하지 않는다.</a:t>
            </a:r>
          </a:p>
          <a:p xmlns:a="http://schemas.openxmlformats.org/drawingml/2006/main">
            <a:r>
              <a:t/>
            </a:r>
          </a:p>
          <a:p xmlns:a="http://schemas.openxmlformats.org/drawingml/2006/main">
            <a:r>
              <a:t>Opening Question: “Repository를 볼 수 있으면 원하는 작업도 알게 되는가?”</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**OPEN (0:00–0:20):** 왼쪽 “볼 수 있는 것”과 오른쪽 “최종 정해야 하는 것”을 나눈다. 바로 앞 S08은 진입 경로, 이 장은 역할과 책임의 구분이다.</a:t>
            </a:r>
          </a:p>
          <a:p xmlns:a="http://schemas.openxmlformats.org/drawingml/2006/main">
            <a:r>
              <a:t>2. **SHARED ACCESS (0:20–0:50):** 왼쪽 사람+AI Agent 아이콘과 허용된 파일·구현·테스트를 가리킨다. 사람도 Agent도 접근 권한과 제공된 도구 범위 안에서 이 정보를 살필 수 있다는 뜻이다.</a:t>
            </a:r>
          </a:p>
          <a:p xmlns:a="http://schemas.openxmlformats.org/drawingml/2006/main">
            <a:r>
              <a:t>3. **HUMAN RESPONSIBILITY (0:50–1:30):** 오른쪽 사람 아이콘과 원하는 결과·허용 범위·완료 수용을 짚는다. Agent는 선택지와 근거를 제안할 수 있지만 최종 목표와 변경 승인·수용 책임은 사람에게 둔다.</a:t>
            </a:r>
          </a:p>
          <a:p xmlns:a="http://schemas.openxmlformats.org/drawingml/2006/main">
            <a:r>
              <a:t>4. **TRANSFER (1:30–2:00):** “코드를 함께 볼 수 있어도, 맡길 일과 받아들일 결과는 사람이 정한다”로 묶는다. 이 구분을 각자 작업에 대입할 S10 질문으로 이동하며 ACT 1의 요청 구조는 미리 설명하지 않는다.</a:t>
            </a:r>
          </a:p>
          <a:p xmlns:a="http://schemas.openxmlformats.org/drawingml/2006/main">
            <a:r>
              <a:t/>
            </a:r>
          </a:p>
          <a:p xmlns:a="http://schemas.openxmlformats.org/drawingml/2006/main">
            <a:r>
              <a:t/>
            </a:r>
          </a:p>
          <a:p xmlns:a="http://schemas.openxmlformats.org/drawingml/2006/main">
            <a:r>
              <a:t>Evidence / Source: BEAT-003 next friction, DEMO-01 callback, TRIAL-001; CLM-0002, CLM-0009; DEC-0036. TEACHING_MODEL. 사람·AI Agent 픽토그램: assets/slide-illustrations/human-agent-icons.png, image_gen 교육용 이미지이며 실제 사람 사진·제품 UI·관찰 결과가 아니다.</a:t>
            </a:r>
          </a:p>
          <a:p xmlns:a="http://schemas.openxmlformats.org/drawingml/2006/main">
            <a:r>
              <a:t/>
            </a:r>
          </a:p>
          <a:p xmlns:a="http://schemas.openxmlformats.org/drawingml/2006/main">
            <a:r>
              <a:t/>
            </a:r>
          </a:p>
          <a:p xmlns:a="http://schemas.openxmlformats.org/drawingml/2006/main">
            <a:r>
              <a:t>Claim Boundary: Mental Model이며 모든 제품·환경의 기능 설명이 아니다. “볼 수 있다”는 허용된 자료·접근 범위 안의 조사 가능성을 뜻하며 무제한 접근을 보증하지 않는다. 사람의 최종 결정은 이 교육의 목표·범위·수용 책임 원칙이다. AI가 판단·추론·제안을 전혀 못한다는 뜻이 아니다. Prompt 구조나 완료 조건의 구체 항목은 ACT 1에서 미리 설명하지 않는다.</a:t>
            </a:r>
          </a:p>
          <a:p xmlns:a="http://schemas.openxmlformats.org/drawingml/2006/main">
            <a:r>
              <a:t/>
            </a:r>
          </a:p>
          <a:p xmlns:a="http://schemas.openxmlformats.org/drawingml/2006/main">
            <a:r>
              <a:t/>
            </a:r>
          </a:p>
          <a:p xmlns:a="http://schemas.openxmlformats.org/drawingml/2006/main">
            <a:r>
              <a:t>Beginner Explanation: 사람과 Agent가 같은 파일을 살필 수 있어도, 원하는 결과와 받아들일 변경은 사람이 최종 정한다.</a:t>
            </a:r>
          </a:p>
          <a:p xmlns:a="http://schemas.openxmlformats.org/drawingml/2006/main">
            <a:r>
              <a:t/>
            </a:r>
          </a:p>
          <a:p xmlns:a="http://schemas.openxmlformats.org/drawingml/2006/main">
            <a:r>
              <a:t/>
            </a:r>
          </a:p>
          <a:p xmlns:a="http://schemas.openxmlformats.org/drawingml/2006/main">
            <a:r>
              <a:t>Advanced Insight: Context access와 objective/acceptance responsibility는 별도 경계다. Agent의 제안·근거와 사람의 최종 승인 책임을 구분한다.</a:t>
            </a:r>
          </a:p>
          <a:p xmlns:a="http://schemas.openxmlformats.org/drawingml/2006/main">
            <a:r>
              <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 — DEMO-01 성공 뒤 남는 문제를 설명한다.</a:t>
            </a:r>
          </a:p>
          <a:p xmlns:a="http://schemas.openxmlformats.org/drawingml/2006/main">
            <a:r>
              <a:t/>
            </a:r>
          </a:p>
          <a:p xmlns:a="http://schemas.openxmlformats.org/drawingml/2006/main">
            <a:r>
              <a:t>Audience Interaction: Opening question은 수사 질문이다. 짧은 강의 시간에 답변을 요구하지 않는다.</a:t>
            </a:r>
          </a:p>
          <a:p xmlns:a="http://schemas.openxmlformats.org/drawingml/2006/main">
            <a:r>
              <a:t/>
            </a:r>
          </a:p>
          <a:p xmlns:a="http://schemas.openxmlformats.org/drawingml/2006/main">
            <a:r>
              <a:t>Transition: “이 구분을 여러분이 지금 맡기고 싶은 일에 대입해 보겠습니다.”라고 S10의 개인 적용 질문을 연다.</a:t>
            </a:r>
          </a:p>
          <a:p xmlns:a="http://schemas.openxmlformats.org/drawingml/2006/main">
            <a:r>
              <a:t/>
            </a:r>
          </a:p>
          <a:p xmlns:a="http://schemas.openxmlformats.org/drawingml/2006/main">
            <a:r>
              <a:t>Time Management: Lecture 2분. 구분 20초, 사람+Agent의 허용 정보 접근 30초, 사람의 최종 책임 40초, 정리·S10 연결 30초다. Access와 Intent 두 축만 설명하고 ACT 1의 구조나 목록은 소개하지 않는다.</a:t>
            </a:r>
          </a:p>
          <a:p xmlns:a="http://schemas.openxmlformats.org/drawingml/2006/main">
            <a:r>
              <a:t/>
            </a:r>
          </a:p>
          <a:p xmlns:a="http://schemas.openxmlformats.org/drawingml/2006/main">
            <a:r>
              <a:t/>
            </a:r>
          </a:p>
          <a:p xmlns:a="http://schemas.openxmlformats.org/drawingml/2006/main">
            <a:r>
              <a:t>Fallback: 화면 도식이 보이지 않으면 “자료는 함께 살펴보고, 목표·허용 범위·완료 수용은 사람이 최종 정합니다”라고 설명하고 S10으로 간다. Agent의 제안 가능성을 부정하지 않는다. 정적 경로는 production/preview/act0/S09.png 및 production/preview/full/S09.png이며 새 파일 일치는 후속 렌더 대조 전까지 미검증이다.</a:t>
            </a:r>
          </a:p>
          <a:p xmlns:a="http://schemas.openxmlformats.org/drawingml/2006/main">
            <a:r>
              <a:t/>
            </a:r>
          </a:p>
          <a:p xmlns:a="http://schemas.openxmlformats.org/drawingml/2006/main">
            <a:r>
              <a:t/>
            </a:r>
          </a:p>
          <a:p xmlns:a="http://schemas.openxmlformats.org/drawingml/2006/main">
            <a:r>
              <a:t>Validation Status: ALIGNED — DEC-0036에 따라 사람·Agent 접근과 사람의 최종 책임을 구분했다. 새 PPT/PNG·내장 Notes 대조는 production/evaluation/CODEX_ENTRY_INSERTION.md에서 기록한다. Windows PowerPoint, 실제 계정·권한,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S10 — Repository를 보면 내가 원하는 것까지 알까?</a:t>
            </a:r>
          </a:p>
          <a:p xmlns:a="http://schemas.openxmlformats.org/drawingml/2006/main">
            <a:r>
              <a:t/>
            </a:r>
          </a:p>
          <a:p xmlns:a="http://schemas.openxmlformats.org/drawingml/2006/main">
            <a:r>
              <a:t>Slide ID: S10</a:t>
            </a:r>
          </a:p>
          <a:p xmlns:a="http://schemas.openxmlformats.org/drawingml/2006/main">
            <a:r>
              <a:t/>
            </a:r>
          </a:p>
          <a:p xmlns:a="http://schemas.openxmlformats.org/drawingml/2006/main">
            <a:r>
              <a:t>Working Title: Repository를 보면 내가 원하는 것까지 알까?</a:t>
            </a:r>
          </a:p>
          <a:p xmlns:a="http://schemas.openxmlformats.org/drawingml/2006/main">
            <a:r>
              <a:t/>
            </a:r>
          </a:p>
          <a:p xmlns:a="http://schemas.openxmlformats.org/drawingml/2006/main">
            <a:r>
              <a:t>ACT / Section: ACT 0 / 0F</a:t>
            </a:r>
          </a:p>
          <a:p xmlns:a="http://schemas.openxmlformats.org/drawingml/2006/main">
            <a:r>
              <a:t/>
            </a:r>
          </a:p>
          <a:p xmlns:a="http://schemas.openxmlformats.org/drawingml/2006/main">
            <a:r>
              <a:t>Allocated Time: 6 minutes</a:t>
            </a:r>
          </a:p>
          <a:p xmlns:a="http://schemas.openxmlformats.org/drawingml/2006/main">
            <a:r>
              <a:t/>
            </a:r>
          </a:p>
          <a:p xmlns:a="http://schemas.openxmlformats.org/drawingml/2006/main">
            <a:r>
              <a:t>Mode Split: Transition 3 minutes + Q&amp;A 3 minutes</a:t>
            </a:r>
          </a:p>
          <a:p xmlns:a="http://schemas.openxmlformats.org/drawingml/2006/main">
            <a:r>
              <a:t/>
            </a:r>
          </a:p>
          <a:p xmlns:a="http://schemas.openxmlformats.org/drawingml/2006/main">
            <a:r>
              <a:t>Primary Message: Repository를 볼 수 있다는 사실만으로 Task의 의도가 정해지지는 않는다.</a:t>
            </a:r>
          </a:p>
          <a:p xmlns:a="http://schemas.openxmlformats.org/drawingml/2006/main">
            <a:r>
              <a:t/>
            </a:r>
          </a:p>
          <a:p xmlns:a="http://schemas.openxmlformats.org/drawingml/2006/main">
            <a:r>
              <a:t>Opening Question: “지금 이 저장소에 어떤 일을 맡기고 싶으신가요?” 제조 라인 검사장비로 확장한다는 가정 아래 원하는 검사 작업을 떠올리게 한다.</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**CALLBACK (0:00–0:25 / Transition):** S09에서 사람이 정할 목표·허용 범위·완료 수용을 남겼음을 짧게 회수한다. 화면의 제조 검사 Task는 교육용 가정이라고 말한다.</a:t>
            </a:r>
          </a:p>
          <a:p xmlns:a="http://schemas.openxmlformats.org/drawingml/2006/main">
            <a:r>
              <a:t>2. **PIPELINE CONTEXT (0:25–1:15 / Transition):** 입력 이미지에서 관심 영역을 crop하는 실선을 가리키고 “앞서 조사한 기존 구현”이라고 말한다. 이후 점선의 밝기 정규화, 크기 맞춤, 통계·특징, 양불 판정을 한 번 훑는다. 점선은 이 검사 흐름에서 추가로 정의·연결할 범위이지 실제 저장소의 함수 미구현을 뜻하지 않는다. 각 알고리즘의 원리·판정 기준을 강의하거나 구현 결과로 보여주지 않는다.</a:t>
            </a:r>
          </a:p>
          <a:p xmlns:a="http://schemas.openxmlformats.org/drawingml/2006/main">
            <a:r>
              <a:t>3. **TASK QUESTION (1:15–2:30 / Transition):** 하단의 “지금 이 저장소에 어떤 일을 맡기고 싶으신가요?”를 읽고 원하는 작업 하나를 조용히 떠올리게 한다. 판정 카드의 ?를 남겨 두며 정답이나 새 기능 목록을 제시하지 않는다.</a:t>
            </a:r>
          </a:p>
          <a:p xmlns:a="http://schemas.openxmlformats.org/drawingml/2006/main">
            <a:r>
              <a:t>4. **HANDOFF (2:30–3:00 / Transition):** “그 원하는 결과까지 코드에 적혀 있을까요?”를 읽는다. 같은 Repository를 보더라도 원하는 검사는 별도로 전달해야 한다는 다음 문제를 남긴다. ACT 1의 다섯 책임을 먼저 펼치지 않는다.</a:t>
            </a:r>
          </a:p>
          <a:p xmlns:a="http://schemas.openxmlformats.org/drawingml/2006/main">
            <a:r>
              <a:t>5. **Q&amp;A (3:00–6:00):** 자발적인 질문을 받는다. 질문이 없으면 두 질문을 화면에 남기고, 종료 시 기존 Transition 문구로 S11의 모호한 요청에 연결한다.</a:t>
            </a:r>
          </a:p>
          <a:p xmlns:a="http://schemas.openxmlformats.org/drawingml/2006/main">
            <a:r>
              <a:t/>
            </a:r>
          </a:p>
          <a:p xmlns:a="http://schemas.openxmlformats.org/drawingml/2006/main">
            <a:r>
              <a:t>Evidence / Source: BEAT-003 → BEAT-004, DEMO-01 callback, CLM-0002, CLM-0009, DEC-0037. TEACHING_MODEL. plan/DEMO_REPOSITORY_SPEC.md의 초기 모듈 범위 및 ai-dev-training-demo의 src/graypipe/pipeline.py·statistics.py와 대조했다. 실제 구현은 load→normalize→optional invert/crop/resize→save→statistics 경로이며 현재 도식과 동일한 제조 검사 순서가 아니다. 새로운 실행·Trial은 수행하지 않았다.</a:t>
            </a:r>
          </a:p>
          <a:p xmlns:a="http://schemas.openxmlformats.org/drawingml/2006/main">
            <a:r>
              <a:t/>
            </a:r>
          </a:p>
          <a:p xmlns:a="http://schemas.openxmlformats.org/drawingml/2006/main">
            <a:r>
              <a:t>Claim Boundary: 제조 검사장비로 확장하는 교육용 가정이다. 실제 저장소에는 normalize/resize/statistics도 구현돼 있으므로 점선을 함수 미구현으로 설명하지 않는다. crop의 실선도 정상·검증 완료를 뜻하지 않는다. TRIAL-001 조사 뒤 실제 crop 수정은 다음 ACT의 TRIAL-002에서 회수한다. 통계 카드의 막대는 추상 기호이며 측정 히스토그램·결함 검출·양불 판정 결과가 아니다. 판정 조건·알고리즘 정답이나 완성된 Task 요청을 이 장에서 제공하지 않는다.</a:t>
            </a:r>
          </a:p>
          <a:p xmlns:a="http://schemas.openxmlformats.org/drawingml/2006/main">
            <a:r>
              <a:t/>
            </a:r>
          </a:p>
          <a:p xmlns:a="http://schemas.openxmlformats.org/drawingml/2006/main">
            <a:r>
              <a:t>Beginner Explanation: ROI crop 이후 검사에서 무엇을 더 하고 싶은지는 코드를 보는 것만으로 정해지지 않는다. 그림의 점선 중 어디까지 맡기고 싶은지 떠올리면 충분하다.</a:t>
            </a:r>
          </a:p>
          <a:p xmlns:a="http://schemas.openxmlformats.org/drawingml/2006/main">
            <a:r>
              <a:t/>
            </a:r>
          </a:p>
          <a:p xmlns:a="http://schemas.openxmlformats.org/drawingml/2006/main">
            <a:r>
              <a:t>Advanced Insight: 강사용 연결: ROI crop의 동작·보존 범위는 ACT 1, 좌표·밝기·크기 조건은 ACT 2, Normalize/Resize/Statistics의 반복 성능 조사는 ACT 3, 개별 단계와 연결 검증 범위·환경 변화는 ACT 4와 대응한다. 이 연결을 지금 미리 강의하지 않는다. 뒤 ACT가 이 가상의 제조 검사 파이프라인 전체를 실제로 구현·검증한다고 약속하지 않는다.</a:t>
            </a:r>
          </a:p>
          <a:p xmlns:a="http://schemas.openxmlformats.org/drawingml/2006/main">
            <a:r>
              <a:t/>
            </a:r>
          </a:p>
          <a:p xmlns:a="http://schemas.openxmlformats.org/drawingml/2006/main">
            <a:r>
              <a:t>C++ Vision Bridge: N/A. 제조 검사 도메인은 질문의 배경이며 새로운 C++ 도구·하드웨어 검증이나 전용 Bridge를 추가하지 않는다.</a:t>
            </a:r>
          </a:p>
          <a:p xmlns:a="http://schemas.openxmlformats.org/drawingml/2006/main">
            <a:r>
              <a:t/>
            </a:r>
          </a:p>
          <a:p xmlns:a="http://schemas.openxmlformats.org/drawingml/2006/main">
            <a:r>
              <a:t>Demo Operation: N/A. 편집 가능한 native 도식으로 질문을 여는 정적 화면이다. 검사장비 실행·신규 Demo·새 Trial을 시연하지 않는다.</a:t>
            </a:r>
          </a:p>
          <a:p xmlns:a="http://schemas.openxmlformats.org/drawingml/2006/main">
            <a:r>
              <a:t/>
            </a:r>
          </a:p>
          <a:p xmlns:a="http://schemas.openxmlformats.org/drawingml/2006/main">
            <a:r>
              <a:t>Audience Interaction: Transition 3분에서 개인적으로 작업을 떠올리게 하고 Q&amp;A 3분은 선택적 질문 시간으로 둔다. 답변·공유·코드 작성·알고리즘 설계를 강제하지 않는다.</a:t>
            </a:r>
          </a:p>
          <a:p xmlns:a="http://schemas.openxmlformats.org/drawingml/2006/main">
            <a:r>
              <a:t/>
            </a:r>
          </a:p>
          <a:p xmlns:a="http://schemas.openxmlformats.org/drawingml/2006/main">
            <a:r>
              <a:t>Transition: “방금 떠올린 원하는 결과를 작업 요청으로 전달하려면 무엇이 더 필요할까요?”라는 질문으로 `Chatbot → Prompt`를 handoff한다. ACT 1의 내부 구조는 소개하지 않는다.</a:t>
            </a:r>
          </a:p>
          <a:p xmlns:a="http://schemas.openxmlformats.org/drawingml/2006/main">
            <a:r>
              <a:t/>
            </a:r>
          </a:p>
          <a:p xmlns:a="http://schemas.openxmlformats.org/drawingml/2006/main">
            <a:r>
              <a:t>Time Management: Transition 3분 뒤 Q&amp;A 3분 순서를 유지한다. 파이프라인 설명은 50초 정도로 제한하고 이름·실선/점선 범위만 짚는다. Q&amp;A를 늘려 ACT 시간을 옮기지 않는다. 실제 운영 시간은 리허설 전까지 UNVERIFIED다.</a:t>
            </a:r>
          </a:p>
          <a:p xmlns:a="http://schemas.openxmlformats.org/drawingml/2006/main">
            <a:r>
              <a:t/>
            </a:r>
          </a:p>
          <a:p xmlns:a="http://schemas.openxmlformats.org/drawingml/2006/main">
            <a:r>
              <a:t>Fallback: production/ACT_0.pptx S10 또는 production/preview/act0/S10.png의 동일 도식을 사용한다. 질문이 없으면 판정의 ?와 두 질문을 남긴 채 기존 Transition으로 S11에 넘긴다. 즉석 검사 알고리즘·실행 화면으로 대체하지 않는다.</a:t>
            </a:r>
          </a:p>
          <a:p xmlns:a="http://schemas.openxmlformats.org/drawingml/2006/main">
            <a:r>
              <a:t/>
            </a:r>
          </a:p>
          <a:p xmlns:a="http://schemas.openxmlformats.org/drawingml/2006/main">
            <a:r>
              <a:t>Validation Status: ALIGNED — DEC-0037에 따라 교육용 파이프라인과 실제 구현 범위, 기존 질문·시간·Story 연결을 대조했다. 최종 PPT/내장 Notes/PNG 검토는 production/evaluation/S10_INSPECTION_PIPELINE_REVISION.md에 기록한다. Windows PowerPoint·발표 PC 글꼴·교육장 투사·실측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S11 — Task에는 무엇이 아직 정해지지 않았을까?</a:t>
            </a:r>
          </a:p>
          <a:p xmlns:a="http://schemas.openxmlformats.org/drawingml/2006/main">
            <a:r>
              <a:t/>
            </a:r>
          </a:p>
          <a:p xmlns:a="http://schemas.openxmlformats.org/drawingml/2006/main">
            <a:r>
              <a:t>Slide ID: S11</a:t>
            </a:r>
          </a:p>
          <a:p xmlns:a="http://schemas.openxmlformats.org/drawingml/2006/main">
            <a:r>
              <a:t/>
            </a:r>
          </a:p>
          <a:p xmlns:a="http://schemas.openxmlformats.org/drawingml/2006/main">
            <a:r>
              <a:t>Working Title: Task에는 무엇이 아직 정해지지 않았을까?</a:t>
            </a:r>
          </a:p>
          <a:p xmlns:a="http://schemas.openxmlformats.org/drawingml/2006/main">
            <a:r>
              <a:t/>
            </a:r>
          </a:p>
          <a:p xmlns:a="http://schemas.openxmlformats.org/drawingml/2006/main">
            <a:r>
              <a:t>ACT / Section: ACT 1 / 1A</a:t>
            </a:r>
          </a:p>
          <a:p xmlns:a="http://schemas.openxmlformats.org/drawingml/2006/main">
            <a:r>
              <a:t/>
            </a:r>
          </a:p>
          <a:p xmlns:a="http://schemas.openxmlformats.org/drawingml/2006/main">
            <a:r>
              <a:t>Allocated Time: 7 minutes</a:t>
            </a:r>
          </a:p>
          <a:p xmlns:a="http://schemas.openxmlformats.org/drawingml/2006/main">
            <a:r>
              <a:t/>
            </a:r>
          </a:p>
          <a:p xmlns:a="http://schemas.openxmlformats.org/drawingml/2006/main">
            <a:r>
              <a:t>Mode Split: Case 7 minutes</a:t>
            </a:r>
          </a:p>
          <a:p xmlns:a="http://schemas.openxmlformats.org/drawingml/2006/main">
            <a:r>
              <a:t/>
            </a:r>
          </a:p>
          <a:p xmlns:a="http://schemas.openxmlformats.org/drawingml/2006/main">
            <a:r>
              <a:t>Primary Message: 코드가 보이더라도 무엇을 바꾸고, 무엇을 보존하며, 언제 끝났다고 판단할지는 요청에 명시되어야 한다.</a:t>
            </a:r>
          </a:p>
          <a:p xmlns:a="http://schemas.openxmlformats.org/drawingml/2006/main">
            <a:r>
              <a:t/>
            </a:r>
          </a:p>
          <a:p xmlns:a="http://schemas.openxmlformats.org/drawingml/2006/main">
            <a:r>
              <a:t>Opening Question: “원하는 변화, 지킬 조건, 완료 근거 중 무엇이 아직 요청에 없을까?”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**REQUEST (0:00–1:30):** S10의 검사 Task 질문을 회수하고 입력창의 “filter 성능 개선해줘”를 읽는다. ACT 1은 원하는 변화·지켜야 할 조건·완료를 판단할 근거를 요청에 담는 구간이라고 짧게 고정한다. 화면은 실제 실행 기록이 아닌 교육용 요청이다.</a:t>
            </a:r>
          </a:p>
          <a:p xmlns:a="http://schemas.openxmlformats.org/drawingml/2006/main">
            <a:r>
              <a:t>2. **UNSET DECISIONS (1:30–4:00):** 오른쪽 세 질문을 하나씩 짚어 목표·보존 조건·완료 근거 중 어떤 결정이 빠져 있는지 본다. Repository에서 읽을 수 있는 사실과 개발자가 선택해야 할 의도는 구분한다. Agent가 능력이 없거나 반드시 멈춘다는 설명은 하지 않는다.</a:t>
            </a:r>
          </a:p>
          <a:p xmlns:a="http://schemas.openxmlformats.org/drawingml/2006/main">
            <a:r>
              <a:t>3. **COST CONCEPT (4:00–5:30):** 승인된 토큰·작업 시간 PNG는 재탐색·재시도가 길어질 수 있다는 수치 없는 개념도다. 실제 측정, 기하급수 법칙, 명확한 요청의 총 비용 절감 성과로 읽지 않는다. 먼저 질문하는 선택도 가능하다.</a:t>
            </a:r>
          </a:p>
          <a:p xmlns:a="http://schemas.openxmlformats.org/drawingml/2006/main">
            <a:r>
              <a:t>4. **NARROW THE CASE (5:30–7:00):** filter에서 남은 의도 문제를 이미 본 crop 사례로 좁힌다고 전환 이유를 말한다. 다른 성능 실험을 시작하는 것이 아니라 같은 모호함을 친숙한 동작 명세로 구체화하는 것이다.</a:t>
            </a:r>
          </a:p>
          <a:p xmlns:a="http://schemas.openxmlformats.org/drawingml/2006/main">
            <a:r>
              <a:t/>
            </a:r>
          </a:p>
          <a:p xmlns:a="http://schemas.openxmlformats.org/drawingml/2006/main">
            <a:r>
              <a:t>Evidence / Source: BEAT-004, TRIAL-001 callback, CLM-0002, DEC-0038, DEC-0040. TEACHING_MODEL / CONCEPTUAL. 프롬프트창은 재구성이고 AI Agent 그림은 AI 생성 교육용 삽화다. 비용 표시는 정성적 개념도이며 실제 Trial·현재 제품 실행·토큰/시간 측정값이 아니다. 삽화: assets/slide-illustrations/task-choice-agent.png (built-in imagegen, 투명 배경). 같은 Agent를 세 장에서 의도적으로 반복한다. 생성 프롬프트·출처·표현 경계: assets/slide-illustrations/PROMPT_TIMELINE_SOURCES.md. 토큰 소모·작업 시간 곡선과 끝 화살표는 편집 가능한 그래프 객체 대신 assets/slide-illustrations/S11-token-growth.png 및 S11-time-growth.png의 투명 PNG 삽화로 표시한다. 텍스트 label은 native text로 유지한다. 두 그래프 이미지의 생성 방식·정확한 프롬프트·표현 경계: assets/slide-illustrations/S11_RESOURCE_GRAPH_SOURCES.md. DEC-0042는 요청 설계와 기존 사례의 연결·용어를 정렬한 결정이며 새로운 실험 근거가 아니다.</a:t>
            </a:r>
          </a:p>
          <a:p xmlns:a="http://schemas.openxmlformats.org/drawingml/2006/main">
            <a:r>
              <a:t/>
            </a:r>
          </a:p>
          <a:p xmlns:a="http://schemas.openxmlformats.org/drawingml/2006/main">
            <a:r>
              <a:t>Claim Boundary: 미정인 요청이 특정 실행 실패나 토큰·시간의 기하급수적 증가를 반드시 만든다고 주장하지 않는다. 그림은 실제 내부 추론·로그·작업 정지 기록이 아니다. Agent는 가능한 선택을 제안하거나 먼저 질문할 수 있다. 오른쪽 세 질문의 답과 다음 Task Specification 해답은 이 장에서 미리 제공하지 않는다.</a:t>
            </a:r>
          </a:p>
          <a:p xmlns:a="http://schemas.openxmlformats.org/drawingml/2006/main">
            <a:r>
              <a:t/>
            </a:r>
          </a:p>
          <a:p xmlns:a="http://schemas.openxmlformats.org/drawingml/2006/main">
            <a:r>
              <a:t>Beginner Explanation: “성능을 개선해줘”만으로는 어떤 변경을 원하고 무엇을 지켜야 하는지 빠질 수 있다. 필요한 선택을 먼저 밝혀 두면 불필요한 재탐색을 줄일 여지가 있다.</a:t>
            </a:r>
          </a:p>
          <a:p xmlns:a="http://schemas.openxmlformats.org/drawingml/2006/main">
            <a:r>
              <a:t/>
            </a:r>
          </a:p>
          <a:p xmlns:a="http://schemas.openxmlformats.org/drawingml/2006/main">
            <a:r>
              <a:t>Advanced Insight: Task goal, preserved behavior and acceptance evidence remain distinct from repository access. The rising cost illustration is qualitative; it does not establish measured exponential growth, model incapacity or causal productivity improvement.</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 교육용 프롬프트 재구성·생성 삽화·개념 비용 표시를 보는 정적 Case다. 새 Agent 실행·Trial·제품 동작을 시연하지 않는다.</a:t>
            </a:r>
          </a:p>
          <a:p xmlns:a="http://schemas.openxmlformats.org/drawingml/2006/main">
            <a:r>
              <a:t/>
            </a:r>
          </a:p>
          <a:p xmlns:a="http://schemas.openxmlformats.org/drawingml/2006/main">
            <a:r>
              <a:t>Audience Interaction: 오른쪽 세 질문을 따라 어떤 결정이 비어 있는지 생각하게 한다. 공개 답변·실습·요청문 작성을 요구하지 않는다.</a:t>
            </a:r>
          </a:p>
          <a:p xmlns:a="http://schemas.openxmlformats.org/drawingml/2006/main">
            <a:r>
              <a:t/>
            </a:r>
          </a:p>
          <a:p xmlns:a="http://schemas.openxmlformats.org/drawingml/2006/main">
            <a:r>
              <a:t>Transition: “성능 요청에서 남은 결정을, 앞서 본 crop 사례로 좁혀 보겠습니다. 같은 모호함을 구체적으로 보기 위한 예시 전환입니다.”라고 S12로 이동한다.</a:t>
            </a:r>
          </a:p>
          <a:p xmlns:a="http://schemas.openxmlformats.org/drawingml/2006/main">
            <a:r>
              <a:t/>
            </a:r>
          </a:p>
          <a:p xmlns:a="http://schemas.openxmlformats.org/drawingml/2006/main">
            <a:r>
              <a:t>Time Management: Case 7분 유지. 요청 1분30초, 오른쪽 미정 질문 2분30초, 비용 개념 1분30초, 다음 사례 연결 1분30초로 제한한다. 곡선·토큰 단가·제품 내부 추론 강의를 추가하지 않는다. 실측 발표 시간은 UNVERIFIED다.</a:t>
            </a:r>
          </a:p>
          <a:p xmlns:a="http://schemas.openxmlformats.org/drawingml/2006/main">
            <a:r>
              <a:t/>
            </a:r>
          </a:p>
          <a:p xmlns:a="http://schemas.openxmlformats.org/drawingml/2006/main">
            <a:r>
              <a:t>Fallback: 정적 기본 경로 — `production/ACT_1.pptx` S11 또는 `production/preview/act1/S11.png`를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S12 — 요청만으로는 의도가 보이지 않는다</a:t>
            </a:r>
          </a:p>
          <a:p xmlns:a="http://schemas.openxmlformats.org/drawingml/2006/main">
            <a:r>
              <a:t/>
            </a:r>
          </a:p>
          <a:p xmlns:a="http://schemas.openxmlformats.org/drawingml/2006/main">
            <a:r>
              <a:t>Slide ID: S12</a:t>
            </a:r>
          </a:p>
          <a:p xmlns:a="http://schemas.openxmlformats.org/drawingml/2006/main">
            <a:r>
              <a:t/>
            </a:r>
          </a:p>
          <a:p xmlns:a="http://schemas.openxmlformats.org/drawingml/2006/main">
            <a:r>
              <a:t>Working Title: 요청만으로는 의도가 보이지 않는다</a:t>
            </a:r>
          </a:p>
          <a:p xmlns:a="http://schemas.openxmlformats.org/drawingml/2006/main">
            <a:r>
              <a:t/>
            </a:r>
          </a:p>
          <a:p xmlns:a="http://schemas.openxmlformats.org/drawingml/2006/main">
            <a:r>
              <a:t>ACT / Section: ACT 1 / 1B</a:t>
            </a:r>
          </a:p>
          <a:p xmlns:a="http://schemas.openxmlformats.org/drawingml/2006/main">
            <a:r>
              <a:t/>
            </a:r>
          </a:p>
          <a:p xmlns:a="http://schemas.openxmlformats.org/drawingml/2006/main">
            <a:r>
              <a:t>Allocated Time: 2 minutes</a:t>
            </a:r>
          </a:p>
          <a:p xmlns:a="http://schemas.openxmlformats.org/drawingml/2006/main">
            <a:r>
              <a:t/>
            </a:r>
          </a:p>
          <a:p xmlns:a="http://schemas.openxmlformats.org/drawingml/2006/main">
            <a:r>
              <a:t>Mode Split: Case 2 minutes</a:t>
            </a:r>
          </a:p>
          <a:p xmlns:a="http://schemas.openxmlformats.org/drawingml/2006/main">
            <a:r>
              <a:t/>
            </a:r>
          </a:p>
          <a:p xmlns:a="http://schemas.openxmlformats.org/drawingml/2006/main">
            <a:r>
              <a:t>Primary Message: Repository를 볼 수 있어도 바꿀 범위와 완료 조건까지 알 수 있는 것은 아니다.</a:t>
            </a:r>
          </a:p>
          <a:p xmlns:a="http://schemas.openxmlformats.org/drawingml/2006/main">
            <a:r>
              <a:t/>
            </a:r>
          </a:p>
          <a:p xmlns:a="http://schemas.openxmlformats.org/drawingml/2006/main">
            <a:r>
              <a:t>Opening Question: “앞서 본 crop 요청에서도, 사람이 원하는 작업 경로는 정해졌을까?”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**SAME AMBIGUITY (0:00–0:30):** 성능 요청에서 보았던 “어떤 변화를 원하나?”를 앞서 조사한 crop으로 좁혔다고 회수한다. 입력창의 “crop test 고쳐줘”는 수업용 요청이며 실제 TRIAL-002 Prompt가 아니다.</a:t>
            </a:r>
          </a:p>
          <a:p xmlns:a="http://schemas.openxmlformats.org/drawingml/2006/main">
            <a:r>
              <a:t>2. **POSSIBLE PATHS (0:30–1:20):** 같은 Agent에서 나뉜 테스트 변경·구현 변경·먼저 질문의 세 경로를 짚는다. 요청에 없는 의도 때문에 남는 가능한 해석이며 실제 반복 실험·확률·동시 Subagent 실행 결과가 아니다.</a:t>
            </a:r>
          </a:p>
          <a:p xmlns:a="http://schemas.openxmlformats.org/drawingml/2006/main">
            <a:r>
              <a:t>3. **MISSING INFORMATION (1:20–2:00):** 목표 세부·보존 조건·수정 범위·확인 근거·완료 조건을 아직 채워야 할 정보로 읽는다. 어떤 경로를 원했는지 요청에 담는 다음 장으로 넘긴다.</a:t>
            </a:r>
          </a:p>
          <a:p xmlns:a="http://schemas.openxmlformats.org/drawingml/2006/main">
            <a:r>
              <a:t/>
            </a:r>
          </a:p>
          <a:p xmlns:a="http://schemas.openxmlformats.org/drawingml/2006/main">
            <a:r>
              <a:t>Evidence / Source: BEAT-004, CLM-0002, DEC-0038. TEACHING_MODEL / CONCEPTUAL. 같은 AI Agent 삽화와 병렬 시간선은 가능한 요청 해석의 도식이다. 실제 반복 실행·분기 빈도·실패 로그·평행 Agent 실행을 기록한 것이 아니다. 삽화: assets/slide-illustrations/task-choice-agent.png (built-in imagegen, 투명 배경). 같은 Agent를 세 장에서 의도적으로 반복한다. 생성 프롬프트·출처·표현 경계: assets/slide-illustrations/PROMPT_TIMELINE_SOURCES.md. DEC-0042는 요청 설계와 기존 사례의 연결·용어를 정렬한 결정이며 새로운 실험 근거가 아니다.</a:t>
            </a:r>
          </a:p>
          <a:p xmlns:a="http://schemas.openxmlformats.org/drawingml/2006/main">
            <a:r>
              <a:t/>
            </a:r>
          </a:p>
          <a:p xmlns:a="http://schemas.openxmlformats.org/drawingml/2006/main">
            <a:r>
              <a:t>Claim Boundary: `crop test 고쳐줘`는 수업용 구성 요청이다. 이 요청이 테스트 변경·구현 변경·질문을 특정 확률로 만든다고 주장하지 않는다. 경로는 성공/실패 판정이 아니며 실제 TRIAL-002 결과를 새로 만들지 않는다. 테스트 수정이 모든 상황에서 나쁘다는 일반화도 하지 않는다.</a:t>
            </a:r>
          </a:p>
          <a:p xmlns:a="http://schemas.openxmlformats.org/drawingml/2006/main">
            <a:r>
              <a:t/>
            </a:r>
          </a:p>
          <a:p xmlns:a="http://schemas.openxmlformats.org/drawingml/2006/main">
            <a:r>
              <a:t>Beginner Explanation: 같은 말이라도 기대값을 고치라는 뜻인지, 구현을 명세에 맞추라는 뜻인지 아직 남아 있을 수 있다. 먼저 확인을 요청하는 해석도 가능하다.</a:t>
            </a:r>
          </a:p>
          <a:p xmlns:a="http://schemas.openxmlformats.org/drawingml/2006/main">
            <a:r>
              <a:t/>
            </a:r>
          </a:p>
          <a:p xmlns:a="http://schemas.openxmlformats.org/drawingml/2006/main">
            <a:r>
              <a:t>Advanced Insight: The timelines represent unresolved interpretation, not measured nondeterminism. Missing constraints are human intent that cannot be reliably inferred from repository access alone.</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 정적 프롬프트·동일 Agent·가능한 세 경로를 설명한다. 새 Trial·반복 호출·병렬 Subagent를 실행하지 않는다.</a:t>
            </a:r>
          </a:p>
          <a:p xmlns:a="http://schemas.openxmlformats.org/drawingml/2006/main">
            <a:r>
              <a:t/>
            </a:r>
          </a:p>
          <a:p xmlns:a="http://schemas.openxmlformats.org/drawingml/2006/main">
            <a:r>
              <a:t>Audience Interaction: 같은 요청의 해석과 아래 다섯 미정 정보를 잠시 생각하게 한다. 정답 분류·공개 응답·실습을 요구하지 않는다.</a:t>
            </a:r>
          </a:p>
          <a:p xmlns:a="http://schemas.openxmlformats.org/drawingml/2006/main">
            <a:r>
              <a:t/>
            </a:r>
          </a:p>
          <a:p xmlns:a="http://schemas.openxmlformats.org/drawingml/2006/main">
            <a:r>
              <a:t>Transition: “이 미정 정보를 요청에 담으면, 어떤 작업 경로를 원한다는 뜻인지 더 분명해질까요?”라고 S13의 교육용 구체화 예시로 이동한다.</a:t>
            </a:r>
          </a:p>
          <a:p xmlns:a="http://schemas.openxmlformats.org/drawingml/2006/main">
            <a:r>
              <a:t/>
            </a:r>
          </a:p>
          <a:p xmlns:a="http://schemas.openxmlformats.org/drawingml/2006/main">
            <a:r>
              <a:t>Time Management: 원래 Case 4분을 S12 Case 2분 + 새 S13 Case 2분으로 나눈다. 여기서는 요청 30초, 가능 경로 50초, 미정 정보 40초만 다루고 세 경로의 세부 알고리즘을 강의하지 않는다.</a:t>
            </a:r>
          </a:p>
          <a:p xmlns:a="http://schemas.openxmlformats.org/drawingml/2006/main">
            <a:r>
              <a:t/>
            </a:r>
          </a:p>
          <a:p xmlns:a="http://schemas.openxmlformats.org/drawingml/2006/main">
            <a:r>
              <a:t>Fallback: 정적 기본 경로 — `production/ACT_1.pptx` S12 또는 `production/preview/act1/S12.png`를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S13 — 원하는 작업 경로를 Prompt에 담는다</a:t>
            </a:r>
          </a:p>
          <a:p xmlns:a="http://schemas.openxmlformats.org/drawingml/2006/main">
            <a:r>
              <a:t/>
            </a:r>
          </a:p>
          <a:p xmlns:a="http://schemas.openxmlformats.org/drawingml/2006/main">
            <a:r>
              <a:t>Slide ID: S13</a:t>
            </a:r>
          </a:p>
          <a:p xmlns:a="http://schemas.openxmlformats.org/drawingml/2006/main">
            <a:r>
              <a:t/>
            </a:r>
          </a:p>
          <a:p xmlns:a="http://schemas.openxmlformats.org/drawingml/2006/main">
            <a:r>
              <a:t>Working Title: 원하는 작업 경로를 Prompt에 담는다</a:t>
            </a:r>
          </a:p>
          <a:p xmlns:a="http://schemas.openxmlformats.org/drawingml/2006/main">
            <a:r>
              <a:t/>
            </a:r>
          </a:p>
          <a:p xmlns:a="http://schemas.openxmlformats.org/drawingml/2006/main">
            <a:r>
              <a:t>ACT / Section: ACT 1 / 1B</a:t>
            </a:r>
          </a:p>
          <a:p xmlns:a="http://schemas.openxmlformats.org/drawingml/2006/main">
            <a:r>
              <a:t/>
            </a:r>
          </a:p>
          <a:p xmlns:a="http://schemas.openxmlformats.org/drawingml/2006/main">
            <a:r>
              <a:t>Allocated Time: 2 minutes</a:t>
            </a:r>
          </a:p>
          <a:p xmlns:a="http://schemas.openxmlformats.org/drawingml/2006/main">
            <a:r>
              <a:t/>
            </a:r>
          </a:p>
          <a:p xmlns:a="http://schemas.openxmlformats.org/drawingml/2006/main">
            <a:r>
              <a:t>Mode Split: Case 2 minutes</a:t>
            </a:r>
          </a:p>
          <a:p xmlns:a="http://schemas.openxmlformats.org/drawingml/2006/main">
            <a:r>
              <a:t/>
            </a:r>
          </a:p>
          <a:p xmlns:a="http://schemas.openxmlformats.org/drawingml/2006/main">
            <a:r>
              <a:t>Primary Message: 목표·보존 조건·수정 범위·확인 근거·완료 조건을 요청에 담아 원하는 작업 경로를 명시하고 해석의 여지를 줄인다.</a:t>
            </a:r>
          </a:p>
          <a:p xmlns:a="http://schemas.openxmlformats.org/drawingml/2006/main">
            <a:r>
              <a:t/>
            </a:r>
          </a:p>
          <a:p xmlns:a="http://schemas.openxmlformats.org/drawingml/2006/main">
            <a:r>
              <a:t>Opening Question: “확인·보고 사항까지 담으니 어떤 작업을 원했는지 더 분명해졌을까?”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**SPECIFY (0:00–0:45):** 같은 요청에 목표·보존·범위·확인·완료 정보를 더한 문장을 읽는다. 처음 나오는 확인 용어를 풀어 준다. “crop 관련 테스트만 실행”은 관련 동작을 골라 확인하는 집중 테스트(focused crop tests), “프로젝트 전체 테스트 실행”은 프로젝트에 묶인 테스트 전체(full suite), “CLI 샘플 실행 확인”은 준비한 샘플로 명령줄 실행 경로를 보는 확인(smoke), “변경 내용 확인”은 바뀐 파일과 줄을 살피는 검토(diff 검토)다. 이 장의 요청은 교육용 구성이다.</a:t>
            </a:r>
          </a:p>
          <a:p xmlns:a="http://schemas.openxmlformats.org/drawingml/2006/main">
            <a:r>
              <a:t>2. **INTENDED PATH (0:45–1:30):** 오른쪽 구현 최소 수정 경로를 사람이 원하는 방향으로 읽는다. 요청에 의도를 담았다는 표시이며 실제 실행의 선택·정확성·성공을 보장하지 않는다. 과정과 확인·보고 사항도 요청 내용이라는 점을 짚고, 저장소 사실을 사람이 전부 복사해야 한다고 설명하지 않는다.</a:t>
            </a:r>
          </a:p>
          <a:p xmlns:a="http://schemas.openxmlformats.org/drawingml/2006/main">
            <a:r>
              <a:t>3. **GENERALIZE (1:30–2:00):** 구체 답은 여기서 마치고, 다른 작업을 요청할 때 사람이 먼저 답해야 할 질문으로 일반화한다.</a:t>
            </a:r>
          </a:p>
          <a:p xmlns:a="http://schemas.openxmlformats.org/drawingml/2006/main">
            <a:r>
              <a:t/>
            </a:r>
          </a:p>
          <a:p xmlns:a="http://schemas.openxmlformats.org/drawingml/2006/main">
            <a:r>
              <a:t>Evidence / Source: BEAT-004, CLM-0002, DEC-0038. TEACHING_MODEL / CONCEPTUAL. TRIAL-001/002의 끝 좌표 제외 crop 명세와 검증 범위를 배경으로 한 수업용 Prompt다. 실제 TRIAL-002에서 사용한 요청·관찰된 선택·성능 비교를 재현하지 않는다. 삽화: assets/slide-illustrations/task-choice-agent.png (built-in imagegen, 투명 배경). 같은 Agent를 세 장에서 의도적으로 반복한다. 생성 프롬프트·출처·표현 경계: assets/slide-illustrations/PROMPT_TIMELINE_SOURCES.md. DEC-0042는 요청 설계와 기존 사례의 연결·용어를 정렬한 결정이며 새로운 실험 근거가 아니다.</a:t>
            </a:r>
          </a:p>
          <a:p xmlns:a="http://schemas.openxmlformats.org/drawingml/2006/main">
            <a:r>
              <a:t/>
            </a:r>
          </a:p>
          <a:p xmlns:a="http://schemas.openxmlformats.org/drawingml/2006/main">
            <a:r>
              <a:t>Claim Boundary: 강조 경로는 사람이 명시한 목표 경로이며 실제 실행 결과나 결정성·성공 보장이 아니다. 동일 모델·Agent가 항상 하나의 결과를 내고 다른 가능성이 사라진다는 주장을 하지 않는다. 테스트 기대값 보존은 이 예시의 유효한 명세를 전제로 한 조건이지 모든 테스트 수정 금지가 아니다. 완료 여부는 실제 변경과 검증 근거를 보고 사람이 수용한다.</a:t>
            </a:r>
          </a:p>
          <a:p xmlns:a="http://schemas.openxmlformats.org/drawingml/2006/main">
            <a:r>
              <a:t/>
            </a:r>
          </a:p>
          <a:p xmlns:a="http://schemas.openxmlformats.org/drawingml/2006/main">
            <a:r>
              <a:t>Beginner Explanation: 확인 요청도 작업 요청의 일부다. 관련 테스트만 실행·프로젝트 전체 테스트 실행·CLI 샘플 실행 확인·변경 내용 확인처럼 먼저 쉬운 말로 구체화한다. 이 교육용 요청이 실제 TRIAL-002 원문이라는 뜻은 아니다.</a:t>
            </a:r>
          </a:p>
          <a:p xmlns:a="http://schemas.openxmlformats.org/drawingml/2006/main">
            <a:r>
              <a:t/>
            </a:r>
          </a:p>
          <a:p xmlns:a="http://schemas.openxmlformats.org/drawingml/2006/main">
            <a:r>
              <a:t>Advanced Insight: Explicit intent constrains the acceptable solution space; it does not guarantee deterministic behavior or correctness. Preserve verification and distinguish the requested path from the observed path.</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 교육용 프롬프트 재구성과 같은 시간선의 강조 전환을 보는 정적 Case다. 실제 Agent 호출·테스트·반복 실험을 수행하지 않는다.</a:t>
            </a:r>
          </a:p>
          <a:p xmlns:a="http://schemas.openxmlformats.org/drawingml/2006/main">
            <a:r>
              <a:t/>
            </a:r>
          </a:p>
          <a:p xmlns:a="http://schemas.openxmlformats.org/drawingml/2006/main">
            <a:r>
              <a:t>Audience Interaction: 앞 장과 달라진 정보와 원하는 경로의 연결을 눈으로 확인하게 한다. 프롬프트 작성·답변·공유·실습을 요구하지 않는다.</a:t>
            </a:r>
          </a:p>
          <a:p xmlns:a="http://schemas.openxmlformats.org/drawingml/2006/main">
            <a:r>
              <a:t/>
            </a:r>
          </a:p>
          <a:p xmlns:a="http://schemas.openxmlformats.org/drawingml/2006/main">
            <a:r>
              <a:t>Transition: “이제 답을 다시 읽기보다, 다른 요청에서도 개발자가 먼저 결정할 질문을 정리해 보겠습니다.”라고 S14로 연결한다.</a:t>
            </a:r>
          </a:p>
          <a:p xmlns:a="http://schemas.openxmlformats.org/drawingml/2006/main">
            <a:r>
              <a:t/>
            </a:r>
          </a:p>
          <a:p xmlns:a="http://schemas.openxmlformats.org/drawingml/2006/main">
            <a:r>
              <a:t>Time Management: Case 2분. 다섯 줄 요청 45초, 목표 경로와 검증 경계 45초, 다음 질문 연결 30초. S12와 합쳐 원래 Case 4분, Section 1B 전체8분을 유지한다. 실제 발화 시간은 UNVERIFIED다.</a:t>
            </a:r>
          </a:p>
          <a:p xmlns:a="http://schemas.openxmlformats.org/drawingml/2006/main">
            <a:r>
              <a:t/>
            </a:r>
          </a:p>
          <a:p xmlns:a="http://schemas.openxmlformats.org/drawingml/2006/main">
            <a:r>
              <a:t>Fallback: 정적 기본 경로 — `production/ACT_1.pptx` S13 또는 `production/preview/act1/S13.png`를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S14 — 개발자가 정해야 하는 경계</a:t>
            </a:r>
          </a:p>
          <a:p xmlns:a="http://schemas.openxmlformats.org/drawingml/2006/main">
            <a:r>
              <a:t/>
            </a:r>
          </a:p>
          <a:p xmlns:a="http://schemas.openxmlformats.org/drawingml/2006/main">
            <a:r>
              <a:t>Slide ID: S14</a:t>
            </a:r>
          </a:p>
          <a:p xmlns:a="http://schemas.openxmlformats.org/drawingml/2006/main">
            <a:r>
              <a:t/>
            </a:r>
          </a:p>
          <a:p xmlns:a="http://schemas.openxmlformats.org/drawingml/2006/main">
            <a:r>
              <a:t>Working Title: 개발자가 정해야 하는 경계</a:t>
            </a:r>
          </a:p>
          <a:p xmlns:a="http://schemas.openxmlformats.org/drawingml/2006/main">
            <a:r>
              <a:t/>
            </a:r>
          </a:p>
          <a:p xmlns:a="http://schemas.openxmlformats.org/drawingml/2006/main">
            <a:r>
              <a:t>ACT / Section: ACT 1 / 1B</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Case 3 minutes + Reflection 1 minute</a:t>
            </a:r>
          </a:p>
          <a:p xmlns:a="http://schemas.openxmlformats.org/drawingml/2006/main">
            <a:r>
              <a:t/>
            </a:r>
          </a:p>
          <a:p xmlns:a="http://schemas.openxmlformats.org/drawingml/2006/main">
            <a:r>
              <a:t>Primary Message: Prompt의 실용적 가치는 문장 장식보다 Task ambiguity reduction에 있다.</a:t>
            </a:r>
          </a:p>
          <a:p xmlns:a="http://schemas.openxmlformats.org/drawingml/2006/main">
            <a:r>
              <a:t/>
            </a:r>
          </a:p>
          <a:p xmlns:a="http://schemas.openxmlformats.org/drawingml/2006/main">
            <a:r>
              <a:t>Opening Question: “다른 요청을 보내기 전, 개발자인 나는 무엇을 결정해야 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Case) 앞 crop 예시의 정답을 다시 읽지 않고 “다른 요청에서도 내가 정해야 할 것은 무엇인가?”로 질문을 옮긴다. 원하는 변화와 우선순위, 지켜야 할 조건, 허용 범위, 완료 근거는 사람이 결정해 전달할 내용이다.</a:t>
            </a:r>
          </a:p>
          <a:p xmlns:a="http://schemas.openxmlformats.org/drawingml/2006/main">
            <a:r>
              <a:t>2. (1:00–3:00 / Case) 화면의 다섯 질문을 각자가 익숙한 작업에 적용할 판단 질문으로 읽는다. 저장소의 구현·테스트 위치·현재 동작처럼 조사할 수 있는 사실은 Agent에게 확인하도록 맡길 수 있다. 저장소 밖의 요구나 결정되지 않은 기준은 조사만으로 정해지지 않으므로 필요한 내용을 알려 준다. 모든 Context를 직접 써서 붙이라는 뜻은 아니다.</a:t>
            </a:r>
          </a:p>
          <a:p xmlns:a="http://schemas.openxmlformats.org/drawingml/2006/main">
            <a:r>
              <a:t>3. (3:00–4:00 / Reflection) 익숙한 요청 하나를 조용히 떠올리고 어떤 결정이 비어 있었는지 생각한다. 작성·공유·응답을 요구하지 않는다.</a:t>
            </a:r>
          </a:p>
          <a:p xmlns:a="http://schemas.openxmlformats.org/drawingml/2006/main">
            <a:r>
              <a:t/>
            </a:r>
          </a:p>
          <a:p xmlns:a="http://schemas.openxmlformats.org/drawingml/2006/main">
            <a:r>
              <a:t>Evidence / Source: BEAT-004, CLM-0002. TEACHING_MODEL / CONCEPTUAL. 특정 요청이 특정 실패를 반드시 만든다고 하지 않는다. DEC-0042는 요청 설계와 기존 사례의 연결·용어를 정렬한 결정이며 새로운 실험 근거가 아니다.</a:t>
            </a:r>
          </a:p>
          <a:p xmlns:a="http://schemas.openxmlformats.org/drawingml/2006/main">
            <a:r>
              <a:t/>
            </a:r>
          </a:p>
          <a:p xmlns:a="http://schemas.openxmlformats.org/drawingml/2006/main">
            <a:r>
              <a:t>Claim Boundary: 다섯 질문은 수업용 질문 프레임이다. 특정한 단일 답이나 제품 기능으로 소개하지 않는다.</a:t>
            </a:r>
          </a:p>
          <a:p xmlns:a="http://schemas.openxmlformats.org/drawingml/2006/main">
            <a:r>
              <a:t/>
            </a:r>
          </a:p>
          <a:p xmlns:a="http://schemas.openxmlformats.org/drawingml/2006/main">
            <a:r>
              <a:t>Beginner Explanation: 저장소에서 조사할 수 있는 사실은 확인하도록 맡기고, 사람이 원하는 결과·우선순위·지킬 조건·완료 판단 근거를 정해 요청한다. 모든 Context를 직접 붙여 넣어야 한다는 뜻은 아니다.</a:t>
            </a:r>
          </a:p>
          <a:p xmlns:a="http://schemas.openxmlformats.org/drawingml/2006/main">
            <a:r>
              <a:t/>
            </a:r>
          </a:p>
          <a:p xmlns:a="http://schemas.openxmlformats.org/drawingml/2006/main">
            <a:r>
              <a:t>Advanced Insight: Clarify scope, preserved contracts, acceptable change surface, and evidence before delegating.</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a:t>
            </a:r>
          </a:p>
          <a:p xmlns:a="http://schemas.openxmlformats.org/drawingml/2006/main">
            <a:r>
              <a:t/>
            </a:r>
          </a:p>
          <a:p xmlns:a="http://schemas.openxmlformats.org/drawingml/2006/main">
            <a:r>
              <a:t>Audience Interaction: 마지막 1분은 비공개 Reflection이다. 말하기, 노트북, Prompt 작성은 요구하지 않는다.</a:t>
            </a:r>
          </a:p>
          <a:p xmlns:a="http://schemas.openxmlformats.org/drawingml/2006/main">
            <a:r>
              <a:t/>
            </a:r>
          </a:p>
          <a:p xmlns:a="http://schemas.openxmlformats.org/drawingml/2006/main">
            <a:r>
              <a:t>Transition: “사람이 정할 답과 저장소에서 조사할 사실을 구분해, 다섯 항목의 작업 요청으로 정리해 보겠습니다.”라고 S15로 이동한다.</a:t>
            </a:r>
          </a:p>
          <a:p xmlns:a="http://schemas.openxmlformats.org/drawingml/2006/main">
            <a:r>
              <a:t/>
            </a:r>
          </a:p>
          <a:p xmlns:a="http://schemas.openxmlformats.org/drawingml/2006/main">
            <a:r>
              <a:t>Time Management: Case 3분 후 Reflection 1분을 분리한다. 답을 제공하거나 공개 응답을 받지 않는다.</a:t>
            </a:r>
          </a:p>
          <a:p xmlns:a="http://schemas.openxmlformats.org/drawingml/2006/main">
            <a:r>
              <a:t/>
            </a:r>
          </a:p>
          <a:p xmlns:a="http://schemas.openxmlformats.org/drawingml/2006/main">
            <a:r>
              <a:t>Fallback: 정적 기본 경로 — `production/ACT_1.pptx` S14 또는 `production/preview/act1/S14.png`를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S15 — Task Specification의 다섯 책임</a:t>
            </a:r>
          </a:p>
          <a:p xmlns:a="http://schemas.openxmlformats.org/drawingml/2006/main">
            <a:r>
              <a:t/>
            </a:r>
          </a:p>
          <a:p xmlns:a="http://schemas.openxmlformats.org/drawingml/2006/main">
            <a:r>
              <a:t>Slide ID: S15</a:t>
            </a:r>
          </a:p>
          <a:p xmlns:a="http://schemas.openxmlformats.org/drawingml/2006/main">
            <a:r>
              <a:t/>
            </a:r>
          </a:p>
          <a:p xmlns:a="http://schemas.openxmlformats.org/drawingml/2006/main">
            <a:r>
              <a:t>Working Title: Task Specification의 다섯 책임</a:t>
            </a:r>
          </a:p>
          <a:p xmlns:a="http://schemas.openxmlformats.org/drawingml/2006/main">
            <a:r>
              <a:t/>
            </a:r>
          </a:p>
          <a:p xmlns:a="http://schemas.openxmlformats.org/drawingml/2006/main">
            <a:r>
              <a:t>ACT / Section: ACT 1 / 1C</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Lecture 4 minutes</a:t>
            </a:r>
          </a:p>
          <a:p xmlns:a="http://schemas.openxmlformats.org/drawingml/2006/main">
            <a:r>
              <a:t/>
            </a:r>
          </a:p>
          <a:p xmlns:a="http://schemas.openxmlformats.org/drawingml/2006/main">
            <a:r>
              <a:t>Primary Message: Goal, Context, Constraints, Process, Verification은 작업을 구체화하는 교육용 틀이다.</a:t>
            </a:r>
          </a:p>
          <a:p xmlns:a="http://schemas.openxmlformats.org/drawingml/2006/main">
            <a:r>
              <a:t/>
            </a:r>
          </a:p>
          <a:p xmlns:a="http://schemas.openxmlformats.org/drawingml/2006/main">
            <a:r>
              <a:t>Opening Question: “사람이 정할 답과 저장소에서 조사할 사실을 요청에 어떻게 담을까?”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(0:00–0:40) S14의 질문을 이 과정의 Goal / Context / Constraints / Process / Verification 틀로 정리한다고 소개한다. 공식 제품 분류나 새 기능이 아니다.</a:t>
            </a:r>
          </a:p>
          <a:p xmlns:a="http://schemas.openxmlformats.org/drawingml/2006/main">
            <a:r>
              <a:t>2. (0:40–2:20) Goal은 원하는 변화, Constraints는 지킬 조건·허용 범위다. Context는 작업에 관련된 사실과 찾아볼 위치이며, 저장소의 사실을 조사하도록 요청할 수 있다. 사람은 목표·우선순위·보존 조건·완료 판단 기준을 정하고, 저장소에서 알 수 없는 외부 요구는 필요한 만큼 제공한다.</a:t>
            </a:r>
          </a:p>
          <a:p xmlns:a="http://schemas.openxmlformats.org/drawingml/2006/main">
            <a:r>
              <a:t>3. (2:20–4:00) Process는 조사·계획 등 요청한 진행 순서, Verification은 완료를 판단하려고 확인·보고받을 근거다. 두 항목 모두 작업 요청에 담을 내용이라는 연결을 고정한다. 다섯 항목의 이름을 반복 암기시키지 않고 다음 장의 실제 문장 위치로 넘긴다.</a:t>
            </a:r>
          </a:p>
          <a:p xmlns:a="http://schemas.openxmlformats.org/drawingml/2006/main">
            <a:r>
              <a:t/>
            </a:r>
          </a:p>
          <a:p xmlns:a="http://schemas.openxmlformats.org/drawingml/2006/main">
            <a:r>
              <a:t>Evidence / Source: BEAT-005, CLM-0029, OQ-001, OQ-007. TEACHING_MODEL / CONCEPTUAL. DEC-0042는 요청 설계와 기존 사례의 연결·용어를 정렬한 결정이며 새로운 실험 근거가 아니다.</a:t>
            </a:r>
          </a:p>
          <a:p xmlns:a="http://schemas.openxmlformats.org/drawingml/2006/main">
            <a:r>
              <a:t/>
            </a:r>
          </a:p>
          <a:p xmlns:a="http://schemas.openxmlformats.org/drawingml/2006/main">
            <a:r>
              <a:t>Claim Boundary: 다섯 항목은 과정에서 쓰는 Task Specification 모델이지 공식 OpenAI taxonomy나 universal law가 아니다.</a:t>
            </a:r>
          </a:p>
          <a:p xmlns:a="http://schemas.openxmlformats.org/drawingml/2006/main">
            <a:r>
              <a:t/>
            </a:r>
          </a:p>
          <a:p xmlns:a="http://schemas.openxmlformats.org/drawingml/2006/main">
            <a:r>
              <a:t>Beginner Explanation: 저장소에서 조사할 수 있는 사실은 확인하도록 맡기고, 사람이 원하는 결과·우선순위·지킬 조건·완료 판단 근거를 정해 요청한다. 모든 Context를 직접 붙여 넣어야 한다는 뜻은 아니다.</a:t>
            </a:r>
          </a:p>
          <a:p xmlns:a="http://schemas.openxmlformats.org/drawingml/2006/main">
            <a:r>
              <a:t/>
            </a:r>
          </a:p>
          <a:p xmlns:a="http://schemas.openxmlformats.org/drawingml/2006/main">
            <a:r>
              <a:t>Advanced Insight: Separate task intent from retained project facts, and identify which judgment remains with the developer.</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a:t>
            </a:r>
          </a:p>
          <a:p xmlns:a="http://schemas.openxmlformats.org/drawingml/2006/main">
            <a:r>
              <a:t/>
            </a:r>
          </a:p>
          <a:p xmlns:a="http://schemas.openxmlformats.org/drawingml/2006/main">
            <a:r>
              <a:t>Audience Interaction: 설명 중간에 다섯 책임이 줄이는 불확실성을 확인한다. 청중에게 작성 실습을 시키지 않는다.</a:t>
            </a:r>
          </a:p>
          <a:p xmlns:a="http://schemas.openxmlformats.org/drawingml/2006/main">
            <a:r>
              <a:t/>
            </a:r>
          </a:p>
          <a:p xmlns:a="http://schemas.openxmlformats.org/drawingml/2006/main">
            <a:r>
              <a:t>Transition: “이 다섯 항목이 실제 요청 문장의 어디에 들어가는지 보겠습니다.”라고 S16의 교육용 요청 예시로 이동한다.</a:t>
            </a:r>
          </a:p>
          <a:p xmlns:a="http://schemas.openxmlformats.org/drawingml/2006/main">
            <a:r>
              <a:t/>
            </a:r>
          </a:p>
          <a:p xmlns:a="http://schemas.openxmlformats.org/drawingml/2006/main">
            <a:r>
              <a:t>Time Management: 네 분 동안 각 항목을 한 문장으로 설명한다. 별도 Best Practice 목록이나 제품 기능으로 확장하지 않는다.</a:t>
            </a:r>
          </a:p>
          <a:p xmlns:a="http://schemas.openxmlformats.org/drawingml/2006/main">
            <a:r>
              <a:t/>
            </a:r>
          </a:p>
          <a:p xmlns:a="http://schemas.openxmlformats.org/drawingml/2006/main">
            <a:r>
              <a:t>Fallback: 정적 기본 경로 — `production/ACT_1.pptx` S15 또는 `production/preview/act1/S15.png`를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S16 — 더 긴 Prompt보다 분명한 경계</a:t>
            </a:r>
          </a:p>
          <a:p xmlns:a="http://schemas.openxmlformats.org/drawingml/2006/main">
            <a:r>
              <a:t/>
            </a:r>
          </a:p>
          <a:p xmlns:a="http://schemas.openxmlformats.org/drawingml/2006/main">
            <a:r>
              <a:t>Slide ID: S16</a:t>
            </a:r>
          </a:p>
          <a:p xmlns:a="http://schemas.openxmlformats.org/drawingml/2006/main">
            <a:r>
              <a:t/>
            </a:r>
          </a:p>
          <a:p xmlns:a="http://schemas.openxmlformats.org/drawingml/2006/main">
            <a:r>
              <a:t>Working Title: 더 긴 Prompt보다 분명한 경계</a:t>
            </a:r>
          </a:p>
          <a:p xmlns:a="http://schemas.openxmlformats.org/drawingml/2006/main">
            <a:r>
              <a:t/>
            </a:r>
          </a:p>
          <a:p xmlns:a="http://schemas.openxmlformats.org/drawingml/2006/main">
            <a:r>
              <a:t>ACT / Section: ACT 1 / 1C + 1F</a:t>
            </a:r>
          </a:p>
          <a:p xmlns:a="http://schemas.openxmlformats.org/drawingml/2006/main">
            <a:r>
              <a:t/>
            </a:r>
          </a:p>
          <a:p xmlns:a="http://schemas.openxmlformats.org/drawingml/2006/main">
            <a:r>
              <a:t>Allocated Time: 9 minutes</a:t>
            </a:r>
          </a:p>
          <a:p xmlns:a="http://schemas.openxmlformats.org/drawingml/2006/main">
            <a:r>
              <a:t/>
            </a:r>
          </a:p>
          <a:p xmlns:a="http://schemas.openxmlformats.org/drawingml/2006/main">
            <a:r>
              <a:t>Mode Split: Lecture 6 minutes + Case 3 minutes</a:t>
            </a:r>
          </a:p>
          <a:p xmlns:a="http://schemas.openxmlformats.org/drawingml/2006/main">
            <a:r>
              <a:t/>
            </a:r>
          </a:p>
          <a:p xmlns:a="http://schemas.openxmlformats.org/drawingml/2006/main">
            <a:r>
              <a:t>Primary Message: 유용성은 Prompt의 길이보다 Goal과 제약, 과정, 검증 경계가 분명한 데서 나온다.</a:t>
            </a:r>
          </a:p>
          <a:p xmlns:a="http://schemas.openxmlformats.org/drawingml/2006/main">
            <a:r>
              <a:t/>
            </a:r>
          </a:p>
          <a:p xmlns:a="http://schemas.openxmlformats.org/drawingml/2006/main">
            <a:r>
              <a:t>Opening Question: “다섯 항목은 구체적인 요청 문장의 어디에서 드러나는가?”</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(0:00–2:00 / Lecture) 짧은 요청과 교육용으로 구체화한 요청을 비교한다. 앞 장의 다섯 항목을 다시 정의하지 않고 어떤 문장이 목표·맥락·제약·과정·검증을 드러내는지 짚는다.</a:t>
            </a:r>
          </a:p>
          <a:p xmlns:a="http://schemas.openxmlformats.org/drawingml/2006/main">
            <a:r>
              <a:t>2. (2:00–5:00 / Lecture) crop 경계 실패를 조사·수정하라는 목표, 저장소의 실패 테스트·호출 경로를 보라는 맥락, 끝 좌표 제외 명세와 무관한 API·의존성 보존 조건을 요청 문장에서 찾는다. 저장소 사실의 답을 미리 복사하는 대신 조사할 사실과 위치를 가리킬 수 있다. 조사·계획·최소 수정 순서 역시 Process로 요청에 들어간다.</a:t>
            </a:r>
          </a:p>
          <a:p xmlns:a="http://schemas.openxmlformats.org/drawingml/2006/main">
            <a:r>
              <a:t>3. (5:00–6:00 / Lecture) 확인·보고 요청을 쉬운 말로 읽는다: crop 관련 테스트만 실행, 프로젝트 전체 테스트 실행, 가능한 경우 CLI 샘플 실행 확인, 변경 내용 확인. 영어 이름은 필요한 경우 뒤에 붙이며 명령 실행법 수업으로 확장하지 않는다. C++ 보존·검증 footer는 선택적 짧은 참고다.</a:t>
            </a:r>
          </a:p>
          <a:p xmlns:a="http://schemas.openxmlformats.org/drawingml/2006/main">
            <a:r>
              <a:t>4. (6:00–7:30 / Case) 완료 조건을 구체적으로 읽는다. 열 index 0·1·2·3의 4열 입력에 `crop 1 3`을 적용하면 원본 열1·2만 포함하고 출력 폭은2여야 한다. 범위 표기이며 전체 함수 signature가 아니다. 기대값과 확인 결과를 보고받도록 요청할 내용이다.</a:t>
            </a:r>
          </a:p>
          <a:p xmlns:a="http://schemas.openxmlformats.org/drawingml/2006/main">
            <a:r>
              <a:t>5. (7:30–9:00 / Case) 원하는 변화·지킬 조건·완료 근거가 문장 어디에 드러났는지 회수한다. 여기까지는 교육용 요청 예시이며 실제 TRIAL-002에 그대로 보낸 Prompt가 아니다. 실제 기록의 발췌·번역과 행동을 볼 다음 장으로 경계를 명시해 전환한다.</a:t>
            </a:r>
          </a:p>
          <a:p xmlns:a="http://schemas.openxmlformats.org/drawingml/2006/main">
            <a:r>
              <a:t/>
            </a:r>
          </a:p>
          <a:p xmlns:a="http://schemas.openxmlformats.org/drawingml/2006/main">
            <a:r>
              <a:t>Evidence / Source: BEAT-005, TRIAL-002, CLM-0029, OQ-001, OQ-007. TEACHING_MODEL / CONCEPTUAL. DEC-0042는 요청 설계와 기존 사례의 연결·용어를 정렬한 결정이며 새로운 실험 근거가 아니다.</a:t>
            </a:r>
          </a:p>
          <a:p xmlns:a="http://schemas.openxmlformats.org/drawingml/2006/main">
            <a:r>
              <a:t/>
            </a:r>
          </a:p>
          <a:p xmlns:a="http://schemas.openxmlformats.org/drawingml/2006/main">
            <a:r>
              <a:t>Claim Boundary: Before/After는 설명을 위한 개념 예시이며 Trial-002가 약한 Prompt와 구조화 Prompt의 우월성을 비교 검증했다는 뜻이 아니다. Given/When/Then 완료 조건은 기존 crop 계약을 설명하려고 구성한 예시이며 당시 Prompt 원문, 새 실행 결과 또는 시스템 요구 분석 전체 교육이 아니다.</a:t>
            </a:r>
          </a:p>
          <a:p xmlns:a="http://schemas.openxmlformats.org/drawingml/2006/main">
            <a:r>
              <a:t/>
            </a:r>
          </a:p>
          <a:p xmlns:a="http://schemas.openxmlformats.org/drawingml/2006/main">
            <a:r>
              <a:t>Beginner Explanation: 저장소에서 조사할 수 있는 사실은 확인하도록 맡기고, 사람이 원하는 결과·우선순위·지킬 조건·완료 판단 근거를 정해 요청한다. 모든 Context를 직접 붙여 넣어야 한다는 뜻은 아니다.</a:t>
            </a:r>
          </a:p>
          <a:p xmlns:a="http://schemas.openxmlformats.org/drawingml/2006/main">
            <a:r>
              <a:t/>
            </a:r>
          </a:p>
          <a:p xmlns:a="http://schemas.openxmlformats.org/drawingml/2006/main">
            <a:r>
              <a:t>Advanced Insight: Make the allowed change surface and completion evidence reviewable; do not claim a causal performance advantage.</a:t>
            </a:r>
          </a:p>
          <a:p xmlns:a="http://schemas.openxmlformats.org/drawingml/2006/main">
            <a:r>
              <a:t/>
            </a:r>
          </a:p>
          <a:p xmlns:a="http://schemas.openxmlformats.org/drawingml/2006/main">
            <a:r>
              <a:t>C++ Vision Bridge: SUPPORTING footer strip — 출력·API/ABI의 보존 범위와 Release 검증 조건을 먼저 정하는 사례다. 특정 Windows, shell, IDE, hardware의 실제 사용법이나 검증 결과로 주장하지 않는다.</a:t>
            </a:r>
          </a:p>
          <a:p xmlns:a="http://schemas.openxmlformats.org/drawingml/2006/main">
            <a:r>
              <a:t/>
            </a:r>
          </a:p>
          <a:p xmlns:a="http://schemas.openxmlformats.org/drawingml/2006/main">
            <a:r>
              <a:t>Demo Operation: N/A — the comparison is conceptual and is not the exact Trial-002 Prompt.</a:t>
            </a:r>
          </a:p>
          <a:p xmlns:a="http://schemas.openxmlformats.org/drawingml/2006/main">
            <a:r>
              <a:t/>
            </a:r>
          </a:p>
          <a:p xmlns:a="http://schemas.openxmlformats.org/drawingml/2006/main">
            <a:r>
              <a:t>Audience Interaction: 마지막 Case 3분에는 구체 완료 조건을 90초 동안 따라 읽고, 나머지 90초에 두 요청에서 새로 명시된 책임을 마음속으로 비교한다. 작성 실습이나 발표 응답은 요구하지 않는다.</a:t>
            </a:r>
          </a:p>
          <a:p xmlns:a="http://schemas.openxmlformats.org/drawingml/2006/main">
            <a:r>
              <a:t/>
            </a:r>
          </a:p>
          <a:p xmlns:a="http://schemas.openxmlformats.org/drawingml/2006/main">
            <a:r>
              <a:t>Transition: “여기까지는 교육용 요청 예시였습니다. 이제 실제 기록에서는 어떤 지시를 전달했고, 그 지시와 작업 과정이 어떻게 연결됐는지 보겠습니다.”라고 S17의 TRIAL-002 실제 Prompt 발췌·번역으로 이동한다.</a:t>
            </a:r>
          </a:p>
          <a:p xmlns:a="http://schemas.openxmlformats.org/drawingml/2006/main">
            <a:r>
              <a:t/>
            </a:r>
          </a:p>
          <a:p xmlns:a="http://schemas.openxmlformats.org/drawingml/2006/main">
            <a:r>
              <a:t>Time Management: Lecture6분(기존 요청 비교2분, 다섯 항목의 실제 문장 연결3분, 확인·보고 요청1분)과 Case3분(구체 완료 조건90초, 정보 변화·실제 기록 전환90초)을 유지한다. 항목 정의·앞의 답을 다시 낭독하지 않고 요청 문장 위치를 설명한다. C++ footer는 선택 참고이며 실제 시간 적합성은 리허설 전까지 UNVERIFIED다.</a:t>
            </a:r>
          </a:p>
          <a:p xmlns:a="http://schemas.openxmlformats.org/drawingml/2006/main">
            <a:r>
              <a:t/>
            </a:r>
          </a:p>
          <a:p xmlns:a="http://schemas.openxmlformats.org/drawingml/2006/main">
            <a:r>
              <a:t>Fallback: 정적 기본 경로 — `production/ACT_1.pptx` S16 또는 `production/preview/act1/S16.png`를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S17 — 요청한 과정은 기록에도 남았을까?</a:t>
            </a:r>
          </a:p>
          <a:p xmlns:a="http://schemas.openxmlformats.org/drawingml/2006/main">
            <a:r>
              <a:t/>
            </a:r>
          </a:p>
          <a:p xmlns:a="http://schemas.openxmlformats.org/drawingml/2006/main">
            <a:r>
              <a:t>Slide ID: S17</a:t>
            </a:r>
          </a:p>
          <a:p xmlns:a="http://schemas.openxmlformats.org/drawingml/2006/main">
            <a:r>
              <a:t/>
            </a:r>
          </a:p>
          <a:p xmlns:a="http://schemas.openxmlformats.org/drawingml/2006/main">
            <a:r>
              <a:t>Working Title: 요청한 과정은 기록에도 남았을까?</a:t>
            </a:r>
          </a:p>
          <a:p xmlns:a="http://schemas.openxmlformats.org/drawingml/2006/main">
            <a:r>
              <a:t/>
            </a:r>
          </a:p>
          <a:p xmlns:a="http://schemas.openxmlformats.org/drawingml/2006/main">
            <a:r>
              <a:t>ACT / Section: ACT 1 / 1D</a:t>
            </a:r>
          </a:p>
          <a:p xmlns:a="http://schemas.openxmlformats.org/drawingml/2006/main">
            <a:r>
              <a:t/>
            </a:r>
          </a:p>
          <a:p xmlns:a="http://schemas.openxmlformats.org/drawingml/2006/main">
            <a:r>
              <a:t>Allocated Time: 2 minutes</a:t>
            </a:r>
          </a:p>
          <a:p xmlns:a="http://schemas.openxmlformats.org/drawingml/2006/main">
            <a:r>
              <a:t/>
            </a:r>
          </a:p>
          <a:p xmlns:a="http://schemas.openxmlformats.org/drawingml/2006/main">
            <a:r>
              <a:t>Mode Split: Lecture 2 minutes</a:t>
            </a:r>
          </a:p>
          <a:p xmlns:a="http://schemas.openxmlformats.org/drawingml/2006/main">
            <a:r>
              <a:t/>
            </a:r>
          </a:p>
          <a:p xmlns:a="http://schemas.openxmlformats.org/drawingml/2006/main">
            <a:r>
              <a:t>Primary Message: 실제 요청과 관찰 기록을 대응시켜, 부탁한 작업 과정이 어디에 나타났는지 확인한다.</a:t>
            </a:r>
          </a:p>
          <a:p xmlns:a="http://schemas.openxmlformats.org/drawingml/2006/main">
            <a:r>
              <a:t/>
            </a:r>
          </a:p>
          <a:p xmlns:a="http://schemas.openxmlformats.org/drawingml/2006/main">
            <a:r>
              <a:t>Opening Question: “실제로 요청한 재현·조사·수정 전 계획은 기록에 어떻게 남았을까?”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(0:00–0:15) S16은 교육용 요청 예시였고, 이제 별도의 실제 TRIAL-002 요청과 관찰 기록을 대조한다고 구분한다. 좌측은 실제 핵심 지시 발췌·번역, 우측은 관찰 기록 요약이다. 터미널 캡처나 계획 발언 원문으로 소개하지 않는다.</a:t>
            </a:r>
          </a:p>
          <a:p xmlns:a="http://schemas.openxmlformats.org/drawingml/2006/main">
            <a:r>
              <a:t>2. (0:15–0:45 / 01) “먼저 실패를 재현”하라는 지시 옆에서 실패 crop 테스트를 찾아 재현했다는 Trial 기록을 확인한다. 화면의 test_crop_excludes_end_coordinate는 TRIAL-001 및 STATE-00 테스트 코드로 식별한 대상이다. TRIAL-002 원문 실패 로그가 남아 있다는 뜻이 아니다. 재현 명령·실패 출력이나 원자료에 없는 수치를 만들지 않는다.</a:t>
            </a:r>
          </a:p>
          <a:p xmlns:a="http://schemas.openxmlformats.org/drawingml/2006/main">
            <a:r>
              <a:t>3. (0:45–1:10 / 02) 관련 구현과 호출 경로 조사 지시를, CLI-to-pipeline-to-crop을 확인했다는 관찰과 대응시킨다. cli.main / pipeline.process_image / transform.crop는 실제 제품의 호출 관계이며 Agent의 파일 읽기 순서나 내부 사고 경로가 아니다.</a:t>
            </a:r>
          </a:p>
          <a:p xmlns:a="http://schemas.openxmlformats.org/drawingml/2006/main">
            <a:r>
              <a:t>4. (1:10–1:40 / 03) 편집 전에 짧은 계획을 알리라는 지시와, 파일 변경 이벤트보다 앞서 끝 좌표 명세·기존 테스트·API 보존 계획을 보고했다는 기록을 대조한다. 실제 Prompt는 계획 뒤 승인 대기 없이 계속하라고 했으므로 승인 대기를 새 절차로 추가하지 않는다. 계획 발언 원문과 원시 이벤트 시각은 미확인이라 당시 발언을 따옴표로 만들어 보여주지 않는다.</a:t>
            </a:r>
          </a:p>
          <a:p xmlns:a="http://schemas.openxmlformats.org/drawingml/2006/main">
            <a:r>
              <a:t>5. (1:40–2:00) 화면 하단의 04 최소 수정 내용은 S18, 05 확인·보고 결과는 S19로 남겼음을 가리킨다. “그 조사와 계획 뒤 실제로 무엇을 바꿨을까요?”로 넘어간다. 여기서는 slice diff·너비 변화·테스트 통과 수치를 설명하지 않는다.</a:t>
            </a:r>
          </a:p>
          <a:p xmlns:a="http://schemas.openxmlformats.org/drawingml/2006/main">
            <a:r>
              <a:t/>
            </a:r>
          </a:p>
          <a:p xmlns:a="http://schemas.openxmlformats.org/drawingml/2006/main">
            <a:r>
              <a:t>Evidence / Source: OBSERVED_PRODUCT. plan/DEMO_MATRIX.md의 TRIAL-002 / Prompt used(395–413행), Investigation and visible plan checkpoint(415–420행)가 실제 요청과 관찰 요약의 근거다. 정확한 테스트명·호출 기호는 같은 문서 TRIAL-001(330–332행) 및 ai-dev-training-demo의 STATE-00 tests/test_transform.py11, src/graypipe/cli.py, src/graypipe/pipeline.py, src/graypipe/transform.py를 읽기 전용으로 대조했다. 행 번호는 DEC-0044 작성 시점의 locator다. DEC-0044는 교육 표현 수정이며 새 실험 근거가 아니다.</a:t>
            </a:r>
          </a:p>
          <a:p xmlns:a="http://schemas.openxmlformats.org/drawingml/2006/main">
            <a:r>
              <a:t/>
            </a:r>
          </a:p>
          <a:p xmlns:a="http://schemas.openxmlformats.org/drawingml/2006/main">
            <a:r>
              <a:t>Claim Boundary: TRIAL-002는2026-09-28 macOS Codex CLI0.154.0의 단일 실행이다. 우측은 보존된 관찰 요약이며 최초 재현 명령 원문·실패 출력 원문·계획 발언 원문·원시 CLI 이벤트 파일/시각은 미확인이다. Verification 절의 명령을 최초 재현 명령으로 옮기지 않는다. 대상 코드 식별자를 원문 로그 발췌로 표현하지 않는다. S16 예시의 실행 결과, Prompt 단독 효과·우월성·결정론적 준수·반복성·현재 Desktop/계정·다른 모델의 근거로 확대하지 않는다. 상태 태그·격리·미커밋 보존 등 전체 제약은 원본 Prompt에 유지한다.</a:t>
            </a:r>
          </a:p>
          <a:p xmlns:a="http://schemas.openxmlformats.org/drawingml/2006/main">
            <a:r>
              <a:t/>
            </a:r>
          </a:p>
          <a:p xmlns:a="http://schemas.openxmlformats.org/drawingml/2006/main">
            <a:r>
              <a:t>Beginner Explanation: 왼쪽은 실제로 무엇을 해 달라고 했는지, 오른쪽은 남아 있는 기록으로 무엇을 확인할 수 있는지다. 같은 단어를 되풀이하지 않고 테스트 대상, 제품 호출 경로, 수정 전 보고의 외부 근거를 찾는다.</a:t>
            </a:r>
          </a:p>
          <a:p xmlns:a="http://schemas.openxmlformats.org/drawingml/2006/main">
            <a:r>
              <a:t/>
            </a:r>
          </a:p>
          <a:p xmlns:a="http://schemas.openxmlformats.org/drawingml/2006/main">
            <a:r>
              <a:t>Advanced Insight: Compare instructions with documented observation summaries. A recorded correspondence supports this single run; it neither reveals hidden reasoning nor isolates prompt causality. Preserve the distinction between a documented observation summary and a raw event quotation.</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DEMO-05의 정적 도입으로 Lecture2분을 사용한다. 좌우01–03을 같은 번호로 짚고, 04 실제 diff는 S18, 05 실제 검증 결과는 S19에서 확인한다. 실제 Prompt 발췌·번역과 관찰 요약의 구분을 화면에서 유지한다. 새 Trial·현재 Desktop 실행·터미널/계획 원문 캡처를 보여주지 않는다.</a:t>
            </a:r>
          </a:p>
          <a:p xmlns:a="http://schemas.openxmlformats.org/drawingml/2006/main">
            <a:r>
              <a:t/>
            </a:r>
          </a:p>
          <a:p xmlns:a="http://schemas.openxmlformats.org/drawingml/2006/main">
            <a:r>
              <a:t>Audience Interaction: 요청 문장과 오른쪽 근거를 한 행씩 따라오게 한다. 실습·공개 응답을 요구하지 않는다.</a:t>
            </a:r>
          </a:p>
          <a:p xmlns:a="http://schemas.openxmlformats.org/drawingml/2006/main">
            <a:r>
              <a:t/>
            </a:r>
          </a:p>
          <a:p xmlns:a="http://schemas.openxmlformats.org/drawingml/2006/main">
            <a:r>
              <a:t>Transition: “요청한 과정이 기록에 남은 것을 확인했습니다. 이 조사와 계획 뒤 실제로 무엇을 바꿨는지 04 최소 수정 내용을 보겠습니다.”라고 S18로 이동한다. 05 확인·보고 결과는 S19에서 확인한다.</a:t>
            </a:r>
          </a:p>
          <a:p xmlns:a="http://schemas.openxmlformats.org/drawingml/2006/main">
            <a:r>
              <a:t/>
            </a:r>
          </a:p>
          <a:p xmlns:a="http://schemas.openxmlformats.org/drawingml/2006/main">
            <a:r>
              <a:t>Time Management: 0:00–0:15 출처 구분, 0:15–0:45 재현, 0:45–1:10 호출 관계, 1:10–1:40 편집 전 계획, 1:40–2:00 다음 결과 연결. Lecture2분을 유지한다. 지시 전문 낭독·일반 디버깅 강의·S18 코드 diff·S19 결과 수치 설명을 추가하지 않는다. 실측 리허설은 UNVERIFIED다.</a:t>
            </a:r>
          </a:p>
          <a:p xmlns:a="http://schemas.openxmlformats.org/drawingml/2006/main">
            <a:r>
              <a:t/>
            </a:r>
          </a:p>
          <a:p xmlns:a="http://schemas.openxmlformats.org/drawingml/2006/main">
            <a:r>
              <a:t>Fallback: production/ACT_1.pptx S17 또는 production/preview/act1/S17.png의 정적 대응 표를 사용한다. 원시 CLI 이벤트 파일이 없어도 확인된 관찰 요약이라는 한계를 밝히고 진행한다. 상세한 변경·검증은 기존 S18/S19로 이어 간다. 최종 로컬 검토는 production/evaluation/S17_REQUEST_ACTION_REVISION.md를 따른다.</a:t>
            </a:r>
          </a:p>
          <a:p xmlns:a="http://schemas.openxmlformats.org/drawingml/2006/main">
            <a:r>
              <a:t/>
            </a:r>
          </a:p>
          <a:p xmlns:a="http://schemas.openxmlformats.org/drawingml/2006/main">
            <a:r>
              <a:t>Validation Status: ALIGNED — DEC-0044에 따라 실제 지시와 관찰 요약의 대응·S18/S19 연결을 정렬했다. 최종 PPT/내장 Notes/PNG 대조와 렌더링 결과는 production/evaluation/S17_REQUEST_ACTION_REVISION.md에서 기록한다. Windows PowerPoint·실제 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S18 — 조사에서 한 줄 변경까지</a:t>
            </a:r>
          </a:p>
          <a:p xmlns:a="http://schemas.openxmlformats.org/drawingml/2006/main">
            <a:r>
              <a:t/>
            </a:r>
          </a:p>
          <a:p xmlns:a="http://schemas.openxmlformats.org/drawingml/2006/main">
            <a:r>
              <a:t>Slide ID: S18</a:t>
            </a:r>
          </a:p>
          <a:p xmlns:a="http://schemas.openxmlformats.org/drawingml/2006/main">
            <a:r>
              <a:t/>
            </a:r>
          </a:p>
          <a:p xmlns:a="http://schemas.openxmlformats.org/drawingml/2006/main">
            <a:r>
              <a:t>Working Title: 조사에서 한 줄 변경까지</a:t>
            </a:r>
          </a:p>
          <a:p xmlns:a="http://schemas.openxmlformats.org/drawingml/2006/main">
            <a:r>
              <a:t/>
            </a:r>
          </a:p>
          <a:p xmlns:a="http://schemas.openxmlformats.org/drawingml/2006/main">
            <a:r>
              <a:t>ACT / Section: ACT 1 / 1D</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Demo 4 minutes (CAPTURED)</a:t>
            </a:r>
          </a:p>
          <a:p xmlns:a="http://schemas.openxmlformats.org/drawingml/2006/main">
            <a:r>
              <a:t/>
            </a:r>
          </a:p>
          <a:p xmlns:a="http://schemas.openxmlformats.org/drawingml/2006/main">
            <a:r>
              <a:t>Primary Message: failing test와 호출 경로를 확인한 뒤, half-open 범위 계약을 보존하는 최소 변경을 했다.</a:t>
            </a:r>
          </a:p>
          <a:p xmlns:a="http://schemas.openxmlformats.org/drawingml/2006/main">
            <a:r>
              <a:t/>
            </a:r>
          </a:p>
          <a:p xmlns:a="http://schemas.openxmlformats.org/drawingml/2006/main">
            <a:r>
              <a:t>Opening Question: “요청한 조사·보존 조건·최소 변경은 실제 diff에 어떻게 드러났을까?”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S17 요청의 02 조사·03 계획을 회수한다. 실패 테스트 `test_crop_excludes_end_coordinate`와 `cli.main → pipeline.process_image → transform.crop` 호출 경로를 조사하고 수정 전에 짧은 계획을 알린 기록을 연결한다. 일반적인 수정 절차 강의를 새로 시작하지 않는다.</a:t>
            </a:r>
          </a:p>
          <a:p xmlns:a="http://schemas.openxmlformats.org/drawingml/2006/main">
            <a:r>
              <a:t>2. (1:00–2:00) 요청에서 보존하라고 한 `[x_start, x_end)` 끝 좌표 제외 명세를 실제 변경의 기준으로 읽는다. 기존 S05의 `crop(image, 1, 3)` 예시를 회수하고 명세를 바꿔 테스트를 맞춘 사례가 아님을 설명한다.</a:t>
            </a:r>
          </a:p>
          <a:p xmlns:a="http://schemas.openxmlformats.org/drawingml/2006/main">
            <a:r>
              <a:t>3. (2:00–3:15) 04 최소 수정 요청과 실제 Before/After `row[x_start : x_end + 1]` / `row[x_start : x_end]` 한 줄을 대조한다. 무관한 API·의존성을 바꾸지 않은 기존 범위를 유지하며 새 해결 방식을 추가하지 않는다.</a:t>
            </a:r>
          </a:p>
          <a:p xmlns:a="http://schemas.openxmlformats.org/drawingml/2006/main">
            <a:r>
              <a:t>4. (3:15–4:00) 해당 입력의 너비3이 명세대로2가 되는 변화로 정리하고, 요청에 있던 05 확인·보고의 근거를 다음 장에서 본다고 넘긴다. 정적 diff 재구성이며 새 실행·Screenshot이 아니다.</a:t>
            </a:r>
          </a:p>
          <a:p xmlns:a="http://schemas.openxmlformats.org/drawingml/2006/main">
            <a:r>
              <a:t/>
            </a:r>
          </a:p>
          <a:p xmlns:a="http://schemas.openxmlformats.org/drawingml/2006/main">
            <a:r>
              <a:t>Evidence / Source: BEAT-006, TRIAL-002, INV-MATURITY-011, DEC-0039. OBSERVED_PRODUCT, one recorded CLI run. S17의 번호를 회수하되 기존 한 줄 diff와 끝 좌표 제외 명세를 유지한다. DEC-0042는 요청 설계와 기존 사례의 연결·용어를 정렬한 결정이며 새로운 실험 근거가 아니다.</a:t>
            </a:r>
          </a:p>
          <a:p xmlns:a="http://schemas.openxmlformats.org/drawingml/2006/main">
            <a:r>
              <a:t/>
            </a:r>
          </a:p>
          <a:p xmlns:a="http://schemas.openxmlformats.org/drawingml/2006/main">
            <a:r>
              <a:t>Claim Boundary: 실제 변경은 `src/graypipe/transform.py`의 crop slice 한 줄이다. 이 기록은 한 번의 Codex CLI 실행에 한정되며 Prompt 우월성, Desktop 동작 또는 일반 성공률을 증명하지 않는다.</a:t>
            </a:r>
          </a:p>
          <a:p xmlns:a="http://schemas.openxmlformats.org/drawingml/2006/main">
            <a:r>
              <a:t/>
            </a:r>
          </a:p>
          <a:p xmlns:a="http://schemas.openxmlformats.org/drawingml/2006/main">
            <a:r>
              <a:t>Beginner Explanation: 실패한 Test와 기대 명세를 먼저 맞춘 뒤 꼭 필요한 한 줄만 바꿨다. S17의 02·03이 04 수정과 어떻게 연결되는지 본다.</a:t>
            </a:r>
          </a:p>
          <a:p xmlns:a="http://schemas.openxmlformats.org/drawingml/2006/main">
            <a:r>
              <a:t/>
            </a:r>
          </a:p>
          <a:p xmlns:a="http://schemas.openxmlformats.org/drawingml/2006/main">
            <a:r>
              <a:t>Advanced Insight: The code change matches the half-open public contract and is limited to the recorded diff; the plan checkpoint preceded editing.</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DEMO-05 / CAPTURED historical evidence. `production/ACT_1.pptx` S18에서 S17의 02 조사·03 계획을 회수한 뒤 04 수정의 Before/After slice와 너비 변화를 가리킨다. source test ID: `test_crop_excludes_end_coordinate`. Source: TRIAL-002 record, STATE-00 및 STATE-00-FIXED의 `src/graypipe/transform.py`. 실제 diff의 재구성 도식이며 전체 파일이나 새 실행을 보여 주지 않는다.</a:t>
            </a:r>
          </a:p>
          <a:p xmlns:a="http://schemas.openxmlformats.org/drawingml/2006/main">
            <a:r>
              <a:t/>
            </a:r>
          </a:p>
          <a:p xmlns:a="http://schemas.openxmlformats.org/drawingml/2006/main">
            <a:r>
              <a:t>Audience Interaction: 변경 전에 확인한 근거를 청중이 화면 순서대로 따라오게 한다. 참가자의 코드 검토나 답변을 요구하지 않는다.</a:t>
            </a:r>
          </a:p>
          <a:p xmlns:a="http://schemas.openxmlformats.org/drawingml/2006/main">
            <a:r>
              <a:t/>
            </a:r>
          </a:p>
          <a:p xmlns:a="http://schemas.openxmlformats.org/drawingml/2006/main">
            <a:r>
              <a:t>Transition: “요청한 최소 수정까지 확인했습니다. 이제 요청에 적은 05 확인·보고가 어떤 기록으로 남았는지 보겠습니다.”라고 S19로 이동한다.</a:t>
            </a:r>
          </a:p>
          <a:p xmlns:a="http://schemas.openxmlformats.org/drawingml/2006/main">
            <a:r>
              <a:t/>
            </a:r>
          </a:p>
          <a:p xmlns:a="http://schemas.openxmlformats.org/drawingml/2006/main">
            <a:r>
              <a:t>Time Management: 4분 Demo 구간 안에서 관찰과 변경을 요약한다. 전체 로그와 파일을 보여 주지 않고, 다음 장의 검증 시간을 침범하지 않는다.</a:t>
            </a:r>
          </a:p>
          <a:p xmlns:a="http://schemas.openxmlformats.org/drawingml/2006/main">
            <a:r>
              <a:t/>
            </a:r>
          </a:p>
          <a:p xmlns:a="http://schemas.openxmlformats.org/drawingml/2006/main">
            <a:r>
              <a:t>Fallback: 정적 기본 경로 — `production/ACT_1.pptx` S18 또는 `production/preview/act1/S18.png`를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S19 — 변경 결과와 확인 증거</a:t>
            </a:r>
          </a:p>
          <a:p xmlns:a="http://schemas.openxmlformats.org/drawingml/2006/main">
            <a:r>
              <a:t/>
            </a:r>
          </a:p>
          <a:p xmlns:a="http://schemas.openxmlformats.org/drawingml/2006/main">
            <a:r>
              <a:t>Slide ID: S19</a:t>
            </a:r>
          </a:p>
          <a:p xmlns:a="http://schemas.openxmlformats.org/drawingml/2006/main">
            <a:r>
              <a:t/>
            </a:r>
          </a:p>
          <a:p xmlns:a="http://schemas.openxmlformats.org/drawingml/2006/main">
            <a:r>
              <a:t>Working Title: 변경 결과와 확인 증거</a:t>
            </a:r>
          </a:p>
          <a:p xmlns:a="http://schemas.openxmlformats.org/drawingml/2006/main">
            <a:r>
              <a:t/>
            </a:r>
          </a:p>
          <a:p xmlns:a="http://schemas.openxmlformats.org/drawingml/2006/main">
            <a:r>
              <a:t>ACT / Section: ACT 1 / 1D</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Demo 4 minutes (CAPTURED)</a:t>
            </a:r>
          </a:p>
          <a:p xmlns:a="http://schemas.openxmlformats.org/drawingml/2006/main">
            <a:r>
              <a:t/>
            </a:r>
          </a:p>
          <a:p xmlns:a="http://schemas.openxmlformats.org/drawingml/2006/main">
            <a:r>
              <a:t>Primary Message: 이 사례의 결과는 생성된 코드뿐 아니라 명시된 검증과 diff 확인을 거친 변경이다.</a:t>
            </a:r>
          </a:p>
          <a:p xmlns:a="http://schemas.openxmlformats.org/drawingml/2006/main">
            <a:r>
              <a:t/>
            </a:r>
          </a:p>
          <a:p xmlns:a="http://schemas.openxmlformats.org/drawingml/2006/main">
            <a:r>
              <a:t>Opening Question: “요청한 확인·보고 사항은 어떤 검증 기록으로 남았을까?”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(0:00–0:45) “05에서 무엇을 확인·보고해 달라고 요청했는가?”를 회수한다. 단일 TRIAL-002의 실제 기록이며 S16 교육용 Prompt를 그대로 실행한 결과가 아니다.</a:t>
            </a:r>
          </a:p>
          <a:p xmlns:a="http://schemas.openxmlformats.org/drawingml/2006/main">
            <a:r>
              <a:t>2. (0:45–2:45) 요청과 결과를 세 묶음으로 맞춘다. 동작 확인 요청에는 관련 테스트 묶음3/3·프로젝트 전체 테스트11/11, CLI 샘플 실행 확인에는 기록된 PASS, 변경 내용 확인에는 한 파일·한 줄 수정과 `git diff --check` PASS가 대응한다. 실제 집중 실행은 `test_transform.py` 묶음이며 crop 테스트와 resize 보존 테스트를 포함하므로 “crop 테스트만3개”라고 좁혀 말하지 않는다. 원자료의 명령·통과 수치는 바꾸지 않는다.</a:t>
            </a:r>
          </a:p>
          <a:p xmlns:a="http://schemas.openxmlformats.org/drawingml/2006/main">
            <a:r>
              <a:t>3. (2:45–3:30) 기록이 뒷받침하는 입력·테스트·변경 범위를 읽고 성능 benchmark는 미실행임을 밝힌다. 요청이 총 토큰·시간을 줄였다거나 성능을 개선했다는 결과로 바꾸지 않는다.</a:t>
            </a:r>
          </a:p>
          <a:p xmlns:a="http://schemas.openxmlformats.org/drawingml/2006/main">
            <a:r>
              <a:t>4. (3:30–4:00) 확인 결과와 남은 미확인을 받아 사람이 완료를 판단하도록, 어떤 보고를 요청에 담아야 하는지 S20으로 연결한다.</a:t>
            </a:r>
          </a:p>
          <a:p xmlns:a="http://schemas.openxmlformats.org/drawingml/2006/main">
            <a:r>
              <a:t/>
            </a:r>
          </a:p>
          <a:p xmlns:a="http://schemas.openxmlformats.org/drawingml/2006/main">
            <a:r>
              <a:t>Evidence / Source: BEAT-007, INV-VERIFY-001, TRIAL-002, CLM-0029, CLM-0027. OBSERVED_PRODUCT, one Codex CLI run. DEC-0042는 요청 설계와 기존 사례의 연결·용어를 정렬한 결정이며 새로운 실험 근거가 아니다.</a:t>
            </a:r>
          </a:p>
          <a:p xmlns:a="http://schemas.openxmlformats.org/drawingml/2006/main">
            <a:r>
              <a:t/>
            </a:r>
          </a:p>
          <a:p xmlns:a="http://schemas.openxmlformats.org/drawingml/2006/main">
            <a:r>
              <a:t>Claim Boundary: Focused test 3/3, full suite 11/11, CLI smoke PASS, diff 1 file / 1 line, and `git diff --check` PASS are the recorded results of TRIAL-002. They do not establish every input, platform, or future product run.</a:t>
            </a:r>
          </a:p>
          <a:p xmlns:a="http://schemas.openxmlformats.org/drawingml/2006/main">
            <a:r>
              <a:t/>
            </a:r>
          </a:p>
          <a:p xmlns:a="http://schemas.openxmlformats.org/drawingml/2006/main">
            <a:r>
              <a:t>Beginner Explanation: 요청한 관련 테스트 묶음·전체 테스트·CLI 샘플·변경 내용 확인이 어떤 기록으로 돌아왔는지 본다. 실제 관련 묶음3/3은 test_transform.py이며 resize 보존 테스트도 포함하므로 crop 테스트만3개로 좁히지 않는다.</a:t>
            </a:r>
          </a:p>
          <a:p xmlns:a="http://schemas.openxmlformats.org/drawingml/2006/main">
            <a:r>
              <a:t/>
            </a:r>
          </a:p>
          <a:p xmlns:a="http://schemas.openxmlformats.org/drawingml/2006/main">
            <a:r>
              <a:t>Advanced Insight: Each check supports a bounded claim: targeted behavior, existing suite coverage, one sample CLI path, and change scope. No benchmark was run.</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DEMO-05 / CAPTURED result summary. 세 시각 묶음 안의 다섯 기록된 확인을 설명한다. 실제 터미널 screenshot이나 새 실행이 아니다. Focused 3/3, full 11/11, CLI PASS, one file/line, diff check PASS만 사용한다. Benchmark는 미실행이다.</a:t>
            </a:r>
          </a:p>
          <a:p xmlns:a="http://schemas.openxmlformats.org/drawingml/2006/main">
            <a:r>
              <a:t/>
            </a:r>
          </a:p>
          <a:p xmlns:a="http://schemas.openxmlformats.org/drawingml/2006/main">
            <a:r>
              <a:t>Audience Interaction: 각 Check가 무엇을 뒷받침하는지 읽게 한다. 청중에게 테스트 실행을 요구하지 않는다.</a:t>
            </a:r>
          </a:p>
          <a:p xmlns:a="http://schemas.openxmlformats.org/drawingml/2006/main">
            <a:r>
              <a:t/>
            </a:r>
          </a:p>
          <a:p xmlns:a="http://schemas.openxmlformats.org/drawingml/2006/main">
            <a:r>
              <a:t>Transition: “이 확인 결과와 아직 모르는 점을 받아야 사람이 완료 여부를 판단할 수 있습니다. 무엇을 보고해 달라고 요청해야 할까요?”라고 S20으로 연결한다.</a:t>
            </a:r>
          </a:p>
          <a:p xmlns:a="http://schemas.openxmlformats.org/drawingml/2006/main">
            <a:r>
              <a:t/>
            </a:r>
          </a:p>
          <a:p xmlns:a="http://schemas.openxmlformats.org/drawingml/2006/main">
            <a:r>
              <a:t>Time Management: 세 묶음에 각각 한 가지 확인 범위를 말한다. 다섯 로그를 전문으로 읽지 않는다. 마지막 30초에 생성과 완료의 차이로 전환한다.</a:t>
            </a:r>
          </a:p>
          <a:p xmlns:a="http://schemas.openxmlformats.org/drawingml/2006/main">
            <a:r>
              <a:t/>
            </a:r>
          </a:p>
          <a:p xmlns:a="http://schemas.openxmlformats.org/drawingml/2006/main">
            <a:r>
              <a:t>Fallback: 정적 기본 경로 — `production/ACT_1.pptx` S19 또는 `production/preview/act1/S19.png`를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S20 — Generated ≠ Done</a:t>
            </a:r>
          </a:p>
          <a:p xmlns:a="http://schemas.openxmlformats.org/drawingml/2006/main">
            <a:r>
              <a:t/>
            </a:r>
          </a:p>
          <a:p xmlns:a="http://schemas.openxmlformats.org/drawingml/2006/main">
            <a:r>
              <a:t>Slide ID: S20</a:t>
            </a:r>
          </a:p>
          <a:p xmlns:a="http://schemas.openxmlformats.org/drawingml/2006/main">
            <a:r>
              <a:t/>
            </a:r>
          </a:p>
          <a:p xmlns:a="http://schemas.openxmlformats.org/drawingml/2006/main">
            <a:r>
              <a:t>Working Title: Generated ≠ Done</a:t>
            </a:r>
          </a:p>
          <a:p xmlns:a="http://schemas.openxmlformats.org/drawingml/2006/main">
            <a:r>
              <a:t/>
            </a:r>
          </a:p>
          <a:p xmlns:a="http://schemas.openxmlformats.org/drawingml/2006/main">
            <a:r>
              <a:t>ACT / Section: ACT 1 / 1E</a:t>
            </a:r>
          </a:p>
          <a:p xmlns:a="http://schemas.openxmlformats.org/drawingml/2006/main">
            <a:r>
              <a:t/>
            </a:r>
          </a:p>
          <a:p xmlns:a="http://schemas.openxmlformats.org/drawingml/2006/main">
            <a:r>
              <a:t>Allocated Time: 3 minutes</a:t>
            </a:r>
          </a:p>
          <a:p xmlns:a="http://schemas.openxmlformats.org/drawingml/2006/main">
            <a:r>
              <a:t/>
            </a:r>
          </a:p>
          <a:p xmlns:a="http://schemas.openxmlformats.org/drawingml/2006/main">
            <a:r>
              <a:t>Mode Split: Lecture 3 minutes</a:t>
            </a:r>
          </a:p>
          <a:p xmlns:a="http://schemas.openxmlformats.org/drawingml/2006/main">
            <a:r>
              <a:t/>
            </a:r>
          </a:p>
          <a:p xmlns:a="http://schemas.openxmlformats.org/drawingml/2006/main">
            <a:r>
              <a:t>Primary Message: Task는 결과뿐 아니라 적절한 검증과 review를 포함해야 한다.</a:t>
            </a:r>
          </a:p>
          <a:p xmlns:a="http://schemas.openxmlformats.org/drawingml/2006/main">
            <a:r>
              <a:t/>
            </a:r>
          </a:p>
          <a:p xmlns:a="http://schemas.openxmlformats.org/drawingml/2006/main">
            <a:r>
              <a:t>Opening Question: “무엇을 확인·보고해 달라고 요청해야 완료를 판단할 수 있을까?”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(0:00–0:45) “무엇을 확인·보고해 달라고 요청해야 완료를 판단할 수 있을까?”를 묻는다. 코드 생성 이후의 검증을 별도 테스트 수업으로 시작하지 않고, 요청의 Verification과 결과 보고를 회수한다.</a:t>
            </a:r>
          </a:p>
          <a:p xmlns:a="http://schemas.openxmlformats.org/drawingml/2006/main">
            <a:r>
              <a:t>2. (0:45–2:15) 변경 이유·범위, 확인 근거·결과, 미확인 사항을 보고받고 사람이 수용 여부를 결정하는 네 항목을 읽는다. 끝 좌표 명세에 맞춘 한 줄 수정, 관련·전체 테스트 실행과 CLI 샘플·변경 내용 확인, 성능 미측정 같은 정보다. S19 수치는 다시 낭독하지 않는다. 이 형식은 교육용 정리이며 실제 PR·당시 답변 원문이나 사람의 승인 완료 기록이 아니다.</a:t>
            </a:r>
          </a:p>
          <a:p xmlns:a="http://schemas.openxmlformats.org/drawingml/2006/main">
            <a:r>
              <a:t>3. (2:15–2:45) “더 빨라졌다”는 변화가 목표인 경우에는 그 조건의 성능 측정도 완료 근거로 요청해야 한다는 기존 경계를 짚는다. 이 crop Trial에서 benchmark를 수행했다는 뜻이 아니다.</a:t>
            </a:r>
          </a:p>
          <a:p xmlns:a="http://schemas.openxmlformats.org/drawingml/2006/main">
            <a:r>
              <a:t>4. (2:45–3:00) 검사 이름만 적는 것과 명세의 기대값을 요청하는 것의 차이를 다음 장에서 본다고 넘긴다.</a:t>
            </a:r>
          </a:p>
          <a:p xmlns:a="http://schemas.openxmlformats.org/drawingml/2006/main">
            <a:r>
              <a:t/>
            </a:r>
          </a:p>
          <a:p xmlns:a="http://schemas.openxmlformats.org/drawingml/2006/main">
            <a:r>
              <a:t>Evidence / Source: BEAT-007, INV-VERIFY-001, TRIAL-002, CLM-0029, CLM-0027. OBSERVED_PRODUCT and separate TEACHING_MODEL. DEC-0042는 요청 설계와 기존 사례의 연결·용어를 정렬한 결정이며 새로운 실험 근거가 아니다.</a:t>
            </a:r>
          </a:p>
          <a:p xmlns:a="http://schemas.openxmlformats.org/drawingml/2006/main">
            <a:r>
              <a:t/>
            </a:r>
          </a:p>
          <a:p xmlns:a="http://schemas.openxmlformats.org/drawingml/2006/main">
            <a:r>
              <a:t>Claim Boundary: 본문의 생성→완료 판단 관계와 확인 방법은 이 과정의 TEACHING_MODEL이다. 하단 출처에서 회수하는 TRIAL-002의 관찰은 테스트·CLI·diff에 한정된다. Benchmark는 조건부 검증 예이며 TRIAL-002에서 수행하지 않았다. 검토용 결과 인계의 형식은 기존 기록을 설명하는 교육용 재구성이며 실제 PR, 당시 답변 원문 또는 사람의 승인 완료 기록이 아니다.</a:t>
            </a:r>
          </a:p>
          <a:p xmlns:a="http://schemas.openxmlformats.org/drawingml/2006/main">
            <a:r>
              <a:t/>
            </a:r>
          </a:p>
          <a:p xmlns:a="http://schemas.openxmlformats.org/drawingml/2006/main">
            <a:r>
              <a:t>Beginner Explanation: 완료를 판단할 수 있도록 변경 내용·확인 결과·미확인 사항을 함께 보고해 달라고 요청한다. 결과를 받아 수용할지는 사람이 결정한다.</a:t>
            </a:r>
          </a:p>
          <a:p xmlns:a="http://schemas.openxmlformats.org/drawingml/2006/main">
            <a:r>
              <a:t/>
            </a:r>
          </a:p>
          <a:p xmlns:a="http://schemas.openxmlformats.org/drawingml/2006/main">
            <a:r>
              <a:t>Advanced Insight: Choose checks from the task’s risk and the exact claim being made; do not demand every check for every task.</a:t>
            </a:r>
          </a:p>
          <a:p xmlns:a="http://schemas.openxmlformats.org/drawingml/2006/main">
            <a:r>
              <a:t/>
            </a:r>
          </a:p>
          <a:p xmlns:a="http://schemas.openxmlformats.org/drawingml/2006/main">
            <a:r>
              <a:t>C++ Vision Bridge: 이 장에서는 새 C++ 예시를 추가하지 않는다. S21의 승인된 ON-SCREEN SUPPORTING vector·GoogleTest 도식으로 완료 조건과 검사 범위를 연결한다. 주요 C++ 패턴 전이는 S63에서 이어 간다. 도구 설치·실행 수업으로 확장하지 않는다.</a:t>
            </a:r>
          </a:p>
          <a:p xmlns:a="http://schemas.openxmlformats.org/drawingml/2006/main">
            <a:r>
              <a:t/>
            </a:r>
          </a:p>
          <a:p xmlns:a="http://schemas.openxmlformats.org/drawingml/2006/main">
            <a:r>
              <a:t>Demo Operation: TRIAL-002 verification callback only; DEMO-05의 8분 구간 밖이다. 새 관찰 카드나 새 실행 결과를 보여 주지 않고 하단 출처로 과거 확인 범위를 회수한다. 검토용 결과 인계는 기존 기록을 가리키는 강의용 정리이며 실제 PR 화면으로 표현하지 않는다. 본문은 교육 모델로 설명한다.</a:t>
            </a:r>
          </a:p>
          <a:p xmlns:a="http://schemas.openxmlformats.org/drawingml/2006/main">
            <a:r>
              <a:t/>
            </a:r>
          </a:p>
          <a:p xmlns:a="http://schemas.openxmlformats.org/drawingml/2006/main">
            <a:r>
              <a:t>Audience Interaction: 별도 Q&amp;A 시간은 배정되지 않았다. 청중에게 생각할 질문을 주고 다음 장에서 범위를 보여 준다.</a:t>
            </a:r>
          </a:p>
          <a:p xmlns:a="http://schemas.openxmlformats.org/drawingml/2006/main">
            <a:r>
              <a:t/>
            </a:r>
          </a:p>
          <a:p xmlns:a="http://schemas.openxmlformats.org/drawingml/2006/main">
            <a:r>
              <a:t>Transition: “완료를 판단할 근거를 요청할 때, 어떤 검사와 기대값까지 명시해야 할까요?”라고 S21의 명세 기반 완료 조건으로 이동한다.</a:t>
            </a:r>
          </a:p>
          <a:p xmlns:a="http://schemas.openxmlformats.org/drawingml/2006/main">
            <a:r>
              <a:t/>
            </a:r>
          </a:p>
          <a:p xmlns:a="http://schemas.openxmlformats.org/drawingml/2006/main">
            <a:r>
              <a:t>Time Management: Lecture3분: 완료 판단에 필요한 보고 요청45초, 변경 내용·확인 결과·미확인 사항90초, 성능 주장에 필요한 조건부 근거30초, 구체 완료 조건 연결15초. S19 수치·테스트 용어를 반복 강의하지 않는다. 실제 시간 적합성은 UNVERIFIED다.</a:t>
            </a:r>
          </a:p>
          <a:p xmlns:a="http://schemas.openxmlformats.org/drawingml/2006/main">
            <a:r>
              <a:t/>
            </a:r>
          </a:p>
          <a:p xmlns:a="http://schemas.openxmlformats.org/drawingml/2006/main">
            <a:r>
              <a:t>Fallback: 정적 기본 경로 — `production/ACT_1.pptx` S20 또는 `production/preview/act1/S20.png`를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S21 — Check마다 확인하는 범위</a:t>
            </a:r>
          </a:p>
          <a:p xmlns:a="http://schemas.openxmlformats.org/drawingml/2006/main">
            <a:r>
              <a:t/>
            </a:r>
          </a:p>
          <a:p xmlns:a="http://schemas.openxmlformats.org/drawingml/2006/main">
            <a:r>
              <a:t>Slide ID: S21</a:t>
            </a:r>
          </a:p>
          <a:p xmlns:a="http://schemas.openxmlformats.org/drawingml/2006/main">
            <a:r>
              <a:t/>
            </a:r>
          </a:p>
          <a:p xmlns:a="http://schemas.openxmlformats.org/drawingml/2006/main">
            <a:r>
              <a:t>Working Title: Check마다 확인하는 범위</a:t>
            </a:r>
          </a:p>
          <a:p xmlns:a="http://schemas.openxmlformats.org/drawingml/2006/main">
            <a:r>
              <a:t/>
            </a:r>
          </a:p>
          <a:p xmlns:a="http://schemas.openxmlformats.org/drawingml/2006/main">
            <a:r>
              <a:t>ACT / Section: ACT 1 / 1E + 1F</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Lecture 4 minutes + Reflection 1 minute</a:t>
            </a:r>
          </a:p>
          <a:p xmlns:a="http://schemas.openxmlformats.org/drawingml/2006/main">
            <a:r>
              <a:t/>
            </a:r>
          </a:p>
          <a:p xmlns:a="http://schemas.openxmlformats.org/drawingml/2006/main">
            <a:r>
              <a:t>Primary Message: Check 하나가 모든 정확성을 증명하지는 않는다.</a:t>
            </a:r>
          </a:p>
          <a:p xmlns:a="http://schemas.openxmlformats.org/drawingml/2006/main">
            <a:r>
              <a:t/>
            </a:r>
          </a:p>
          <a:p xmlns:a="http://schemas.openxmlformats.org/drawingml/2006/main">
            <a:r>
              <a:t>Opening Question: “완료 조건에 어떤 검사와 기대값을 적어야 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(0:00–0:30) “완료 조건에 어떤 검사와 기대값을 적어야 할까?”를 묻고 S20의 보고 요청을 회수한다. 좌측 표와 우측 도식은 요청할 확인 근거를 고르는 예시다. 실제 TRIAL-002는 Python unittest이며 우측은 교육용 C++ 표현이다.</a:t>
            </a:r>
          </a:p>
          <a:p xmlns:a="http://schemas.openxmlformats.org/drawingml/2006/main">
            <a:r>
              <a:t>2. (0:30–2:30) 다섯 행을 요청에 담을 확인과 말할 수 있는 범위로 읽는다. 관련 테스트만 실행하면 해당 동작·조건, 프로젝트 전체 테스트 실행은 현재 suite의 회귀 범위, CLI 샘플 실행은 그 샘플의 통합 경로, 변경 내용 확인은 범위·의도치 않은 수정, 성능 측정은 지정 입력·환경을 뒷받침한다. 시험 도구 이름을 나열하거나 모든 요청에 모든 검사를 요구하지 않는다. Trial의 benchmark는 미실행이다.</a:t>
            </a:r>
          </a:p>
          <a:p xmlns:a="http://schemas.openxmlformats.org/drawingml/2006/main">
            <a:r>
              <a:t>3. (2:30–4:00) 기존 DEC-0041의 입력 {1,2,3,4}, crop [1,3), 기대 {2,3}·2개와 잘못된 {2,3,4}·3개를 유지한다. “비어 있지 않음만 보라”는 `EXPECT_FALSE(actual.empty());`는 이 차이를 구별하지 못한다. 요청에 해당 입력의 기대 열·폭을 담고, `std::vector&lt;int&gt; expected{2,3};`를 둔 뒤 `EXPECT_EQ(actual.size(), 2u);`와 `EXPECT_EQ(actual, expected);`처럼 개수·값·순서를 비교하게 한다. vector 동등 비교가 길이도 보므로 size 행은 교육상 명시적 중복이다. assertion 수를 늘리는 기술이 아니라 완료 조건에 맞는 확인을 요청하는 예시다. 새 C++ 실행·PASS/FAIL은 없다.</a:t>
            </a:r>
          </a:p>
          <a:p xmlns:a="http://schemas.openxmlformats.org/drawingml/2006/main">
            <a:r>
              <a:t>4. (4:00–5:00 / Reflection) 내가 요청할 완료 근거가 어떤 명세 위반을 구별할지 조용히 떠올린다. 작성·실습·답변을 요구하지 않는다. 요청의 표현 방법을 추가로 살펴본 뒤 반복 조건을 생각하게 한다.</a:t>
            </a:r>
          </a:p>
          <a:p xmlns:a="http://schemas.openxmlformats.org/drawingml/2006/main">
            <a:r>
              <a:t/>
            </a:r>
          </a:p>
          <a:p xmlns:a="http://schemas.openxmlformats.org/drawingml/2006/main">
            <a:r>
              <a:t>Evidence / Source: BEAT-007, INV-VERIFY-001, TRIAL-002, CLM-0029, CLM-0027, DEC-0041. Actual checks are separate from the TEACHING_MODEL mapping. 기존 crop 첫 행의 1·2·3·4와 기대 2·3을 native C++ vector 도식으로 재표현했다. Assertion과 vector 동등 비교의 의미: [GoogleTest Primer](https://google.github.io/googletest/primer.html), [Microsoft vector operators](https://learn.microsoft.com/en-us/cpp/standard-library/vector-operators?view=msvc-170). 기술 의미는 공식 문서에 한정하며 현재 Demo가 GoogleTest를 사용한다는 뜻이 아니다. DEC-0042는 요청 설계와 기존 사례의 연결·용어를 정렬한 결정이며 새로운 실험 근거가 아니다.</a:t>
            </a:r>
          </a:p>
          <a:p xmlns:a="http://schemas.openxmlformats.org/drawingml/2006/main">
            <a:r>
              <a:t/>
            </a:r>
          </a:p>
          <a:p xmlns:a="http://schemas.openxmlformats.org/drawingml/2006/main">
            <a:r>
              <a:t>Claim Boundary: Focused/full tests, CLI smoke, and diff review are actual TRIAL-002 checks. The mapping is a course model; benchmark was not run. No single check proves all correctness. 우측 vector와 GoogleTest assertion은 실제 Python unittest crop 사례를 설명하는 교육용 재표현이다. 새 C++ 실행·Trial·PASS/FAIL이나 당시 assertion 원문이 아니며 {2,3,4}는 명세 위반을 설명하는 반례다. 한 입력의 기대값 비교는 다른 입력·경계·플랫폼의 정확성이나 모든 누락 검출을 보장하지 않는다.</a:t>
            </a:r>
          </a:p>
          <a:p xmlns:a="http://schemas.openxmlformats.org/drawingml/2006/main">
            <a:r>
              <a:t/>
            </a:r>
          </a:p>
          <a:p xmlns:a="http://schemas.openxmlformats.org/drawingml/2006/main">
            <a:r>
              <a:t>Beginner Explanation: “테스트해줘”에서 멈추지 않고 이 입력에서 어떤 개수·값을 기대하며 무엇을 비교해 보고할지 요청에 담는다. 비어 있지 않음은 빈 결과를 찾지만 이 추가 원소 오류는 구별하지 못한다.</a:t>
            </a:r>
          </a:p>
          <a:p xmlns:a="http://schemas.openxmlformats.org/drawingml/2006/main">
            <a:r>
              <a:t/>
            </a:r>
          </a:p>
          <a:p xmlns:a="http://schemas.openxmlformats.org/drawingml/2006/main">
            <a:r>
              <a:t>Advanced Insight: For std::vector&lt;int&gt;, equality compares length and corresponding element values in order; the explicit size check exposes the width requirement but is redundant with equality. Choose cases and assertions from the specification and risk instead of treating assertion count as coverage. Release build, API/ABI checks, regression cases and named-workload measurement remain optional patterns, not this Demo repository's tooling or completed validation.</a:t>
            </a:r>
          </a:p>
          <a:p xmlns:a="http://schemas.openxmlformats.org/drawingml/2006/main">
            <a:r>
              <a:t/>
            </a:r>
          </a:p>
          <a:p xmlns:a="http://schemas.openxmlformats.org/drawingml/2006/main">
            <a:r>
              <a:t>C++ Vision Bridge: ON-SCREEN SUPPORTING 예시: S02와 같은 native vector 원소 칸으로 기대 {2,3}와 잘못된 {2,3,4}를 표시하고 GoogleTest의 테스트러너 assertion 조건을 비교한다. 표준 C assert나 빌드 설정에 기대는 검증 예시가 아니며 GoogleTest 설치·사용법 강의로 확장하지 않는다. `expected` 지역변수로 비교 대상을 이름 붙인다. Release build·API/ABI·성능 측정 대응은 Notes의 선택 참고로만 남기고 주요 C++ 패턴 전이는 S63에 유지한다. No Windows, shell, IDE, hardware or new C++ execution is asserted.</a:t>
            </a:r>
          </a:p>
          <a:p xmlns:a="http://schemas.openxmlformats.org/drawingml/2006/main">
            <a:r>
              <a:t/>
            </a:r>
          </a:p>
          <a:p xmlns:a="http://schemas.openxmlformats.org/drawingml/2006/main">
            <a:r>
              <a:t>Demo Operation: TRIAL-002 evidence callback outside the 8-minute Demo slot. 좌측 표와 우측 vector·assertion 비교는 일반적인 check-to-claim 교육 모델이다. 하단 출처에는 실제 Trial에서 수행한 확인만 표시한다. 실제 Trial은 Python unittest이며 화면의 C++ 코드나 잘못된 vector를 새 실행 결과로 재생하지 않는다. Benchmark 미실행 경계를 유지하고 새 PASS/FAIL·성능 수치·실행 결과를 추가하지 않는다.</a:t>
            </a:r>
          </a:p>
          <a:p xmlns:a="http://schemas.openxmlformats.org/drawingml/2006/main">
            <a:r>
              <a:t/>
            </a:r>
          </a:p>
          <a:p xmlns:a="http://schemas.openxmlformats.org/drawingml/2006/main">
            <a:r>
              <a:t>Audience Interaction: 마지막 1분은 각자가 익숙한 Check와 그 조건이 확인하거나 놓칠 수 있는 명세 위반을 조용히 생각한다. 결과 발표나 테스트 작성은 요구하지 않는다.</a:t>
            </a:r>
          </a:p>
          <a:p xmlns:a="http://schemas.openxmlformats.org/drawingml/2006/main">
            <a:r>
              <a:t/>
            </a:r>
          </a:p>
          <a:p xmlns:a="http://schemas.openxmlformats.org/drawingml/2006/main">
            <a:r>
              <a:t>Transition: “요청에 담을 내용은 정했습니다. 이제 상황에 맞게 전달하는 문장 도구를 보겠습니다.”라고 신규 S22로 이동한다. 기존 반복 Context 질문은 새8장 뒤의 S30–S31에서 회수한다.</a:t>
            </a:r>
          </a:p>
          <a:p xmlns:a="http://schemas.openxmlformats.org/drawingml/2006/main">
            <a:r>
              <a:t/>
            </a:r>
          </a:p>
          <a:p xmlns:a="http://schemas.openxmlformats.org/drawingml/2006/main">
            <a:r>
              <a:t>Time Management: Lecture4분(완료 조건 질문30초, 요청할 확인과 범위 표2분, 기존 vector·명세 assertion 비교90초)과 Reflection1분을 보존한다. 테스트 도구·초기화·assertion 수 자체의 강의로 확장하지 않는다. 실제 시간 적합성은 리허설 전까지 UNVERIFIED다.</a:t>
            </a:r>
          </a:p>
          <a:p xmlns:a="http://schemas.openxmlformats.org/drawingml/2006/main">
            <a:r>
              <a:t/>
            </a:r>
          </a:p>
          <a:p xmlns:a="http://schemas.openxmlformats.org/drawingml/2006/main">
            <a:r>
              <a:t>Fallback: 정적 기본 경로 — `production/ACT_1.pptx` S21 또는 `production/preview/act1/S21.png`를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S22 — 지시와 참고 자료의 구분</a:t>
            </a:r>
          </a:p>
          <a:p xmlns:a="http://schemas.openxmlformats.org/drawingml/2006/main">
            <a:r>
              <a:t/>
            </a:r>
          </a:p>
          <a:p xmlns:a="http://schemas.openxmlformats.org/drawingml/2006/main">
            <a:r>
              <a:t>Slide ID: S22</a:t>
            </a:r>
          </a:p>
          <a:p xmlns:a="http://schemas.openxmlformats.org/drawingml/2006/main">
            <a:r>
              <a:t/>
            </a:r>
          </a:p>
          <a:p xmlns:a="http://schemas.openxmlformats.org/drawingml/2006/main">
            <a:r>
              <a:t>Working Title: 지시와 참고 자료의 구분</a:t>
            </a:r>
          </a:p>
          <a:p xmlns:a="http://schemas.openxmlformats.org/drawingml/2006/main">
            <a:r>
              <a:t/>
            </a:r>
          </a:p>
          <a:p xmlns:a="http://schemas.openxmlformats.org/drawingml/2006/main">
            <a:r>
              <a:t>ACT / Section: ACT 1 / 1H — Practical Prompt Methods</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Lecture 1 minute</a:t>
            </a:r>
          </a:p>
          <a:p xmlns:a="http://schemas.openxmlformats.org/drawingml/2006/main">
            <a:r>
              <a:t/>
            </a:r>
          </a:p>
          <a:p xmlns:a="http://schemas.openxmlformats.org/drawingml/2006/main">
            <a:r>
              <a:t>Primary Message: 제목과 태그로 지시와 분석 자료의 경계를 표시한다.</a:t>
            </a:r>
          </a:p>
          <a:p xmlns:a="http://schemas.openxmlformats.org/drawingml/2006/main">
            <a:r>
              <a:t/>
            </a:r>
          </a:p>
          <a:p xmlns:a="http://schemas.openxmlformats.org/drawingml/2006/main">
            <a:r>
              <a:t>Opening Question: “로그·명세·요청이 섞여 있을 때, 요청을 어떻게 바꾸면 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(0:00–0:15 ) 사용 상황을 한 문장으로 짚는다. 필요한 때 선택하는 문장 도구이며 모든 요청에 여덟 기법을 채울 필요는 없다고 연결한다.</a:t>
            </a:r>
          </a:p>
          <a:p xmlns:a="http://schemas.openxmlformats.org/drawingml/2006/main">
            <a:r>
              <a:t>2. (0:15–0:45 ) 요청 전문을 낭독하지 않고 이 기법이 드러나는 두세 행만 가리킨다. 아래 문장은 복사해 자기 프로젝트 자료로 바꿔 사용할 교육용 예시다.</a:t>
            </a:r>
          </a:p>
          <a:p xmlns:a="http://schemas.openxmlformats.org/drawingml/2006/main">
            <a:r>
              <a:t/>
            </a:r>
          </a:p>
          <a:p xmlns:a="http://schemas.openxmlformats.org/drawingml/2006/main">
            <a:r>
              <a:t>```text</a:t>
            </a:r>
          </a:p>
          <a:p xmlns:a="http://schemas.openxmlformats.org/drawingml/2006/main">
            <a:r>
              <a:t># 요청</a:t>
            </a:r>
          </a:p>
          <a:p xmlns:a="http://schemas.openxmlformats.org/drawingml/2006/main">
            <a:r>
              <a:t>crop 경계 오류의 원인 후보만 설명해줘.</a:t>
            </a:r>
          </a:p>
          <a:p xmlns:a="http://schemas.openxmlformats.org/drawingml/2006/main">
            <a:r>
              <a:t>코드는 아직 수정하지 마.</a:t>
            </a:r>
          </a:p>
          <a:p xmlns:a="http://schemas.openxmlformats.org/drawingml/2006/main">
            <a:r>
              <a:t>자료에 없는 내용은 미확인으로 표시해줘.</a:t>
            </a:r>
          </a:p>
          <a:p xmlns:a="http://schemas.openxmlformats.org/drawingml/2006/main">
            <a:r>
              <a:t/>
            </a:r>
          </a:p>
          <a:p xmlns:a="http://schemas.openxmlformats.org/drawingml/2006/main">
            <a:r>
              <a:t># 참고 자료</a:t>
            </a:r>
          </a:p>
          <a:p xmlns:a="http://schemas.openxmlformats.org/drawingml/2006/main">
            <a:r>
              <a:t>명세: crop [1,3)의 폭은 2</a:t>
            </a:r>
          </a:p>
          <a:p xmlns:a="http://schemas.openxmlformats.org/drawingml/2006/main">
            <a:r>
              <a:t>로그 예: expected=2, actual=3</a:t>
            </a:r>
          </a:p>
          <a:p xmlns:a="http://schemas.openxmlformats.org/drawingml/2006/main">
            <a:r>
              <a:t>```</a:t>
            </a:r>
          </a:p>
          <a:p xmlns:a="http://schemas.openxmlformats.org/drawingml/2006/main">
            <a:r>
              <a:t/>
            </a:r>
          </a:p>
          <a:p xmlns:a="http://schemas.openxmlformats.org/drawingml/2006/main">
            <a:r>
              <a:t>3. (0:45–1:00 ) 화면 하단의 핵심을 회수하고 한계를 짧게 짚는다. 다음은 입력과 기대 결과의 작은 예시의 활용 상황을 본다.</a:t>
            </a:r>
          </a:p>
          <a:p xmlns:a="http://schemas.openxmlformats.org/drawingml/2006/main">
            <a:r>
              <a:t/>
            </a:r>
          </a:p>
          <a:p xmlns:a="http://schemas.openxmlformats.org/drawingml/2006/main">
            <a:r>
              <a:t>Evidence / Source: CLM-0032; official documented recommendations checked 2026-10-21. https://developers.openai.com/api/docs/guides/prompt-engineering. Evidence matrix: references/product/PROMPT_ENGINEERING_2026-10-21.md.</a:t>
            </a:r>
          </a:p>
          <a:p xmlns:a="http://schemas.openxmlformats.org/drawingml/2006/main">
            <a:r>
              <a:t/>
            </a:r>
          </a:p>
          <a:p xmlns:a="http://schemas.openxmlformats.org/drawingml/2006/main">
            <a:r>
              <a:t>Claim Boundary: 교육용 요청 문장이다. 실제 TRIAL-002 입력·실행·비교 실험이 아니다. 구획은 읽을 경계를 알리는 수단입니다. 보안 격리나 자료의 진위를 보장하지 않습니다. 정확도·토큰·시간·성능 개선이나 모든 모델의 동일한 동작을 보장하지 않는다.</a:t>
            </a:r>
          </a:p>
          <a:p xmlns:a="http://schemas.openxmlformats.org/drawingml/2006/main">
            <a:r>
              <a:t/>
            </a:r>
          </a:p>
          <a:p xmlns:a="http://schemas.openxmlformats.org/drawingml/2006/main">
            <a:r>
              <a:t>Beginner Explanation: “이럴 때 사용” 옆의 상황에 해당하면 예시 문장을 출발점으로 삼고 실제 명세·파일·자료를 맞춰 넣는다. 요청 길이를 늘리는 것 자체가 목적은 아니다.</a:t>
            </a:r>
          </a:p>
          <a:p xmlns:a="http://schemas.openxmlformats.org/drawingml/2006/main">
            <a:r>
              <a:t/>
            </a:r>
          </a:p>
          <a:p xmlns:a="http://schemas.openxmlformats.org/drawingml/2006/main">
            <a:r>
              <a:t>Advanced Insight: Treat the technique as a documented starting point. Check the selected model, workload, available tools, evidence and failure conditions before attributing an outcome to the prompt.</a:t>
            </a:r>
          </a:p>
          <a:p xmlns:a="http://schemas.openxmlformats.org/drawingml/2006/main">
            <a:r>
              <a:t/>
            </a:r>
          </a:p>
          <a:p xmlns:a="http://schemas.openxmlformats.org/drawingml/2006/main">
            <a:r>
              <a:t>C++ Vision Bridge: 기존 crop의 끝 좌표 제외 명세와 제조 검사 pipeline에 적용하는 개념 예시다. 실제 C++ 구현·실행·오류 정책이나 장비 조건은 추가로 확정하지 않는다.</a:t>
            </a:r>
          </a:p>
          <a:p xmlns:a="http://schemas.openxmlformats.org/drawingml/2006/main">
            <a:r>
              <a:t/>
            </a:r>
          </a:p>
          <a:p xmlns:a="http://schemas.openxmlformats.org/drawingml/2006/main">
            <a:r>
              <a:t>Demo Operation: N/A — static conceptual prompt example. No new Trial, model call, code change, benchmark or live surface demonstration.</a:t>
            </a:r>
          </a:p>
          <a:p xmlns:a="http://schemas.openxmlformats.org/drawingml/2006/main">
            <a:r>
              <a:t/>
            </a:r>
          </a:p>
          <a:p xmlns:a="http://schemas.openxmlformats.org/drawingml/2006/main">
            <a:r>
              <a:t>Audience Interaction: 요청 예시를 눈으로 확인하게 하고 핵심 부분만 가리킨다. 작성 실습·공개 답변·의무 응답을 요구하지 않는다.</a:t>
            </a:r>
          </a:p>
          <a:p xmlns:a="http://schemas.openxmlformats.org/drawingml/2006/main">
            <a:r>
              <a:t/>
            </a:r>
          </a:p>
          <a:p xmlns:a="http://schemas.openxmlformats.org/drawingml/2006/main">
            <a:r>
              <a:t>Transition: 다음은 입력과 기대 결과의 작은 예시의 활용 상황을 본다.</a:t>
            </a:r>
          </a:p>
          <a:p xmlns:a="http://schemas.openxmlformats.org/drawingml/2006/main">
            <a:r>
              <a:t/>
            </a:r>
          </a:p>
          <a:p xmlns:a="http://schemas.openxmlformats.org/drawingml/2006/main">
            <a:r>
              <a:t>Time Management: 1분 동안 핵심과 예시 두세 행만 짚는다. 전문·출처·주의점 전체 낭독은 하지 않는다. 사용자 승인으로 기존 장별 시간은 유지하고 소개8분을 추가했다. 실제 시간 적합성은 리허설 전까지 UNVERIFIED다.</a:t>
            </a:r>
          </a:p>
          <a:p xmlns:a="http://schemas.openxmlformats.org/drawingml/2006/main">
            <a:r>
              <a:t/>
            </a:r>
          </a:p>
          <a:p xmlns:a="http://schemas.openxmlformats.org/drawingml/2006/main">
            <a:r>
              <a:t>Fallback: 정적 production/ACT_1.pptx S22 또는 production/preview/act1/S22.png. 교육용 요청·공식 권고·실제 Trial의 경계를 유지한다. 별도8장 검토용 파일은 보조 자료다.</a:t>
            </a:r>
          </a:p>
          <a:p xmlns:a="http://schemas.openxmlformats.org/drawingml/2006/main">
            <a:r>
              <a:t/>
            </a:r>
          </a:p>
          <a:p xmlns:a="http://schemas.openxmlformats.org/drawingml/2006/main">
            <a:r>
              <a:t>Validation Status: ALIGNED — DEC-0043. Exact final package, Notes and render checks are recorded in production/evaluation/PROMPT_ENGINEERING_ADDITION_RESULT.md. Windows PowerPoint, target fonts, room, current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S23 — 입력과 기대 결과의 작은 예시</a:t>
            </a:r>
          </a:p>
          <a:p xmlns:a="http://schemas.openxmlformats.org/drawingml/2006/main">
            <a:r>
              <a:t/>
            </a:r>
          </a:p>
          <a:p xmlns:a="http://schemas.openxmlformats.org/drawingml/2006/main">
            <a:r>
              <a:t>Slide ID: S23</a:t>
            </a:r>
          </a:p>
          <a:p xmlns:a="http://schemas.openxmlformats.org/drawingml/2006/main">
            <a:r>
              <a:t/>
            </a:r>
          </a:p>
          <a:p xmlns:a="http://schemas.openxmlformats.org/drawingml/2006/main">
            <a:r>
              <a:t>Working Title: 입력과 기대 결과의 작은 예시</a:t>
            </a:r>
          </a:p>
          <a:p xmlns:a="http://schemas.openxmlformats.org/drawingml/2006/main">
            <a:r>
              <a:t/>
            </a:r>
          </a:p>
          <a:p xmlns:a="http://schemas.openxmlformats.org/drawingml/2006/main">
            <a:r>
              <a:t>ACT / Section: ACT 1 / 1H — Practical Prompt Methods</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Case 1 minute</a:t>
            </a:r>
          </a:p>
          <a:p xmlns:a="http://schemas.openxmlformats.org/drawingml/2006/main">
            <a:r>
              <a:t/>
            </a:r>
          </a:p>
          <a:p xmlns:a="http://schemas.openxmlformats.org/drawingml/2006/main">
            <a:r>
              <a:t>Primary Message: 설명만으로 부족할 때 입력과 원하는 결과를 함께 준다.</a:t>
            </a:r>
          </a:p>
          <a:p xmlns:a="http://schemas.openxmlformats.org/drawingml/2006/main">
            <a:r>
              <a:t/>
            </a:r>
          </a:p>
          <a:p xmlns:a="http://schemas.openxmlformats.org/drawingml/2006/main">
            <a:r>
              <a:t>Opening Question: “범위·출력 패턴의 뜻이 엇갈릴 때, 요청을 어떻게 바꾸면 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(0:00–0:15 ) 사용 상황을 한 문장으로 짚는다. 필요한 때 선택하는 문장 도구이며 모든 요청에 여덟 기법을 채울 필요는 없다고 연결한다.</a:t>
            </a:r>
          </a:p>
          <a:p xmlns:a="http://schemas.openxmlformats.org/drawingml/2006/main">
            <a:r>
              <a:t>2. (0:15–0:45 ) 요청 전문을 낭독하지 않고 이 기법이 드러나는 두세 행만 가리킨다. 아래 문장은 복사해 자기 프로젝트 자료로 바꿔 사용할 교육용 예시다.</a:t>
            </a:r>
          </a:p>
          <a:p xmlns:a="http://schemas.openxmlformats.org/drawingml/2006/main">
            <a:r>
              <a:t/>
            </a:r>
          </a:p>
          <a:p xmlns:a="http://schemas.openxmlformats.org/drawingml/2006/main">
            <a:r>
              <a:t>```text</a:t>
            </a:r>
          </a:p>
          <a:p xmlns:a="http://schemas.openxmlformats.org/drawingml/2006/main">
            <a:r>
              <a:t>crop 범위 설명을 아래 형식으로 작성해줘.</a:t>
            </a:r>
          </a:p>
          <a:p xmlns:a="http://schemas.openxmlformats.org/drawingml/2006/main">
            <a:r>
              <a:t>입력 {1,2,3,4}에 대한 예시:</a:t>
            </a:r>
          </a:p>
          <a:p xmlns:a="http://schemas.openxmlformats.org/drawingml/2006/main">
            <a:r>
              <a:t>[1,3) ⇒ {2,3}, 폭 2</a:t>
            </a:r>
          </a:p>
          <a:p xmlns:a="http://schemas.openxmlformats.org/drawingml/2006/main">
            <a:r>
              <a:t>[0,1) ⇒ {1}, 폭 1</a:t>
            </a:r>
          </a:p>
          <a:p xmlns:a="http://schemas.openxmlformats.org/drawingml/2006/main">
            <a:r>
              <a:t/>
            </a:r>
          </a:p>
          <a:p xmlns:a="http://schemas.openxmlformats.org/drawingml/2006/main">
            <a:r>
              <a:t>같은 형식으로 [2,4)를 설명해줘.</a:t>
            </a:r>
          </a:p>
          <a:p xmlns:a="http://schemas.openxmlformats.org/drawingml/2006/main">
            <a:r>
              <a:t>빈 범위·범위 초과 정책은 만들지 마.</a:t>
            </a:r>
          </a:p>
          <a:p xmlns:a="http://schemas.openxmlformats.org/drawingml/2006/main">
            <a:r>
              <a:t>```</a:t>
            </a:r>
          </a:p>
          <a:p xmlns:a="http://schemas.openxmlformats.org/drawingml/2006/main">
            <a:r>
              <a:t/>
            </a:r>
          </a:p>
          <a:p xmlns:a="http://schemas.openxmlformats.org/drawingml/2006/main">
            <a:r>
              <a:t>3. (0:45–1:00 ) 화면 하단의 핵심을 회수하고 한계를 짧게 짚는다. 다음은 바로 검토할 수 있는 결과 형식의 활용 상황을 본다.</a:t>
            </a:r>
          </a:p>
          <a:p xmlns:a="http://schemas.openxmlformats.org/drawingml/2006/main">
            <a:r>
              <a:t/>
            </a:r>
          </a:p>
          <a:p xmlns:a="http://schemas.openxmlformats.org/drawingml/2006/main">
            <a:r>
              <a:t>Evidence / Source: CLM-0033; official documented recommendations checked 2026-10-21. https://developers.openai.com/api/docs/guides/prompt-engineering; https://developers.openai.com/api/docs/guides/reasoning-best-practices. Evidence matrix: references/product/PROMPT_ENGINEERING_2026-10-21.md.</a:t>
            </a:r>
          </a:p>
          <a:p xmlns:a="http://schemas.openxmlformats.org/drawingml/2006/main">
            <a:r>
              <a:t/>
            </a:r>
          </a:p>
          <a:p xmlns:a="http://schemas.openxmlformats.org/drawingml/2006/main">
            <a:r>
              <a:t>Claim Boundary: 교육용 요청 문장이다. 실제 TRIAL-002 입력·실행·비교 실험이 아니다. 예시와 명세를 일치시킵니다. 예시 몇 개가 모든 경계 조건의 명세를 대신하지 않습니다. 정확도·토큰·시간·성능 개선이나 모든 모델의 동일한 동작을 보장하지 않는다.</a:t>
            </a:r>
          </a:p>
          <a:p xmlns:a="http://schemas.openxmlformats.org/drawingml/2006/main">
            <a:r>
              <a:t/>
            </a:r>
          </a:p>
          <a:p xmlns:a="http://schemas.openxmlformats.org/drawingml/2006/main">
            <a:r>
              <a:t>Beginner Explanation: “이럴 때 사용” 옆의 상황에 해당하면 예시 문장을 출발점으로 삼고 실제 명세·파일·자료를 맞춰 넣는다. 요청 길이를 늘리는 것 자체가 목적은 아니다.</a:t>
            </a:r>
          </a:p>
          <a:p xmlns:a="http://schemas.openxmlformats.org/drawingml/2006/main">
            <a:r>
              <a:t/>
            </a:r>
          </a:p>
          <a:p xmlns:a="http://schemas.openxmlformats.org/drawingml/2006/main">
            <a:r>
              <a:t>Advanced Insight: Treat the technique as a documented starting point. Check the selected model, workload, available tools, evidence and failure conditions before attributing an outcome to the prompt.</a:t>
            </a:r>
          </a:p>
          <a:p xmlns:a="http://schemas.openxmlformats.org/drawingml/2006/main">
            <a:r>
              <a:t/>
            </a:r>
          </a:p>
          <a:p xmlns:a="http://schemas.openxmlformats.org/drawingml/2006/main">
            <a:r>
              <a:t>C++ Vision Bridge: 기존 crop의 끝 좌표 제외 명세와 제조 검사 pipeline에 적용하는 개념 예시다. 실제 C++ 구현·실행·오류 정책이나 장비 조건은 추가로 확정하지 않는다.</a:t>
            </a:r>
          </a:p>
          <a:p xmlns:a="http://schemas.openxmlformats.org/drawingml/2006/main">
            <a:r>
              <a:t/>
            </a:r>
          </a:p>
          <a:p xmlns:a="http://schemas.openxmlformats.org/drawingml/2006/main">
            <a:r>
              <a:t>Demo Operation: N/A — static conceptual prompt example. No new Trial, model call, code change, benchmark or live surface demonstration.</a:t>
            </a:r>
          </a:p>
          <a:p xmlns:a="http://schemas.openxmlformats.org/drawingml/2006/main">
            <a:r>
              <a:t/>
            </a:r>
          </a:p>
          <a:p xmlns:a="http://schemas.openxmlformats.org/drawingml/2006/main">
            <a:r>
              <a:t>Audience Interaction: 요청 예시를 눈으로 확인하게 하고 핵심 부분만 가리킨다. 작성 실습·공개 답변·의무 응답을 요구하지 않는다.</a:t>
            </a:r>
          </a:p>
          <a:p xmlns:a="http://schemas.openxmlformats.org/drawingml/2006/main">
            <a:r>
              <a:t/>
            </a:r>
          </a:p>
          <a:p xmlns:a="http://schemas.openxmlformats.org/drawingml/2006/main">
            <a:r>
              <a:t>Transition: 다음은 바로 검토할 수 있는 결과 형식의 활용 상황을 본다.</a:t>
            </a:r>
          </a:p>
          <a:p xmlns:a="http://schemas.openxmlformats.org/drawingml/2006/main">
            <a:r>
              <a:t/>
            </a:r>
          </a:p>
          <a:p xmlns:a="http://schemas.openxmlformats.org/drawingml/2006/main">
            <a:r>
              <a:t>Time Management: 1분 동안 핵심과 예시 두세 행만 짚는다. 전문·출처·주의점 전체 낭독은 하지 않는다. 사용자 승인으로 기존 장별 시간은 유지하고 소개8분을 추가했다. 실제 시간 적합성은 리허설 전까지 UNVERIFIED다.</a:t>
            </a:r>
          </a:p>
          <a:p xmlns:a="http://schemas.openxmlformats.org/drawingml/2006/main">
            <a:r>
              <a:t/>
            </a:r>
          </a:p>
          <a:p xmlns:a="http://schemas.openxmlformats.org/drawingml/2006/main">
            <a:r>
              <a:t>Fallback: 정적 production/ACT_1.pptx S23 또는 production/preview/act1/S23.png. 교육용 요청·공식 권고·실제 Trial의 경계를 유지한다. 별도8장 검토용 파일은 보조 자료다.</a:t>
            </a:r>
          </a:p>
          <a:p xmlns:a="http://schemas.openxmlformats.org/drawingml/2006/main">
            <a:r>
              <a:t/>
            </a:r>
          </a:p>
          <a:p xmlns:a="http://schemas.openxmlformats.org/drawingml/2006/main">
            <a:r>
              <a:t>Validation Status: ALIGNED — DEC-0043. Exact final package, Notes and render checks are recorded in production/evaluation/PROMPT_ENGINEERING_ADDITION_RESULT.md. Windows PowerPoint, target fonts, room, current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S24 — 바로 검토할 수 있는 결과 형식</a:t>
            </a:r>
          </a:p>
          <a:p xmlns:a="http://schemas.openxmlformats.org/drawingml/2006/main">
            <a:r>
              <a:t/>
            </a:r>
          </a:p>
          <a:p xmlns:a="http://schemas.openxmlformats.org/drawingml/2006/main">
            <a:r>
              <a:t>Slide ID: S24</a:t>
            </a:r>
          </a:p>
          <a:p xmlns:a="http://schemas.openxmlformats.org/drawingml/2006/main">
            <a:r>
              <a:t/>
            </a:r>
          </a:p>
          <a:p xmlns:a="http://schemas.openxmlformats.org/drawingml/2006/main">
            <a:r>
              <a:t>Working Title: 바로 검토할 수 있는 결과 형식</a:t>
            </a:r>
          </a:p>
          <a:p xmlns:a="http://schemas.openxmlformats.org/drawingml/2006/main">
            <a:r>
              <a:t/>
            </a:r>
          </a:p>
          <a:p xmlns:a="http://schemas.openxmlformats.org/drawingml/2006/main">
            <a:r>
              <a:t>ACT / Section: ACT 1 / 1H — Practical Prompt Methods</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Lecture 1 minute</a:t>
            </a:r>
          </a:p>
          <a:p xmlns:a="http://schemas.openxmlformats.org/drawingml/2006/main">
            <a:r>
              <a:t/>
            </a:r>
          </a:p>
          <a:p xmlns:a="http://schemas.openxmlformats.org/drawingml/2006/main">
            <a:r>
              <a:t>Primary Message: 받고 싶은 항목과 길이를 요청에 적는다.</a:t>
            </a:r>
          </a:p>
          <a:p xmlns:a="http://schemas.openxmlformats.org/drawingml/2006/main">
            <a:r>
              <a:t/>
            </a:r>
          </a:p>
          <a:p xmlns:a="http://schemas.openxmlformats.org/drawingml/2006/main">
            <a:r>
              <a:t>Opening Question: “장황한 답을 다시 가공하게 될 때, 요청을 어떻게 바꾸면 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(0:00–0:15 ) 사용 상황을 한 문장으로 짚는다. 필요한 때 선택하는 문장 도구이며 모든 요청에 여덟 기법을 채울 필요는 없다고 연결한다.</a:t>
            </a:r>
          </a:p>
          <a:p xmlns:a="http://schemas.openxmlformats.org/drawingml/2006/main">
            <a:r>
              <a:t>2. (0:15–0:45 ) 요청 전문을 낭독하지 않고 이 기법이 드러나는 두세 행만 가리킨다. 아래 문장은 복사해 자기 프로젝트 자료로 바꿔 사용할 교육용 예시다.</a:t>
            </a:r>
          </a:p>
          <a:p xmlns:a="http://schemas.openxmlformats.org/drawingml/2006/main">
            <a:r>
              <a:t/>
            </a:r>
          </a:p>
          <a:p xmlns:a="http://schemas.openxmlformats.org/drawingml/2006/main">
            <a:r>
              <a:t>```text</a:t>
            </a:r>
          </a:p>
          <a:p xmlns:a="http://schemas.openxmlformats.org/drawingml/2006/main">
            <a:r>
              <a:t>crop 수정 결과를 다음 순서로 보고해줘.</a:t>
            </a:r>
          </a:p>
          <a:p xmlns:a="http://schemas.openxmlformats.org/drawingml/2006/main">
            <a:r>
              <a:t>1. 변경 파일과 바꾼 이유</a:t>
            </a:r>
          </a:p>
          <a:p xmlns:a="http://schemas.openxmlformats.org/drawingml/2006/main">
            <a:r>
              <a:t>2. 실제 실행한 확인 명령과 결과</a:t>
            </a:r>
          </a:p>
          <a:p xmlns:a="http://schemas.openxmlformats.org/drawingml/2006/main">
            <a:r>
              <a:t>3. 실행하지 못한 확인과 이유</a:t>
            </a:r>
          </a:p>
          <a:p xmlns:a="http://schemas.openxmlformats.org/drawingml/2006/main">
            <a:r>
              <a:t>4. 남은 위험과 확인이 필요한 결정</a:t>
            </a:r>
          </a:p>
          <a:p xmlns:a="http://schemas.openxmlformats.org/drawingml/2006/main">
            <a:r>
              <a:t>각 항목은 두 문장 이내로 써줘.</a:t>
            </a:r>
          </a:p>
          <a:p xmlns:a="http://schemas.openxmlformats.org/drawingml/2006/main">
            <a:r>
              <a:t>실행하지 않은 검사를 통과로 쓰지 마.</a:t>
            </a:r>
          </a:p>
          <a:p xmlns:a="http://schemas.openxmlformats.org/drawingml/2006/main">
            <a:r>
              <a:t>```</a:t>
            </a:r>
          </a:p>
          <a:p xmlns:a="http://schemas.openxmlformats.org/drawingml/2006/main">
            <a:r>
              <a:t/>
            </a:r>
          </a:p>
          <a:p xmlns:a="http://schemas.openxmlformats.org/drawingml/2006/main">
            <a:r>
              <a:t>3. (0:45–1:00 ) 화면 하단의 핵심을 회수하고 한계를 짧게 짚는다. 다음은 근거가 있는 설명과 미확인의 구분의 활용 상황을 본다.</a:t>
            </a:r>
          </a:p>
          <a:p xmlns:a="http://schemas.openxmlformats.org/drawingml/2006/main">
            <a:r>
              <a:t/>
            </a:r>
          </a:p>
          <a:p xmlns:a="http://schemas.openxmlformats.org/drawingml/2006/main">
            <a:r>
              <a:t>Evidence / Source: CLM-0034; official documented recommendations checked 2026-10-21. https://learn.chatgpt.com/docs/prompting; https://developers.openai.com/api/docs/guides/structured-outputs. Evidence matrix: references/product/PROMPT_ENGINEERING_2026-10-21.md.</a:t>
            </a:r>
          </a:p>
          <a:p xmlns:a="http://schemas.openxmlformats.org/drawingml/2006/main">
            <a:r>
              <a:t/>
            </a:r>
          </a:p>
          <a:p xmlns:a="http://schemas.openxmlformats.org/drawingml/2006/main">
            <a:r>
              <a:t>Claim Boundary: 교육용 요청 문장이다. 실제 TRIAL-002 입력·실행·비교 실험이 아니다. 형식이 맞아도 내용은 확인해야 합니다. 채팅의 형식 요청은 API Structured Outputs와 별개입니다. 정확도·토큰·시간·성능 개선이나 모든 모델의 동일한 동작을 보장하지 않는다.</a:t>
            </a:r>
          </a:p>
          <a:p xmlns:a="http://schemas.openxmlformats.org/drawingml/2006/main">
            <a:r>
              <a:t/>
            </a:r>
          </a:p>
          <a:p xmlns:a="http://schemas.openxmlformats.org/drawingml/2006/main">
            <a:r>
              <a:t>Beginner Explanation: “이럴 때 사용” 옆의 상황에 해당하면 예시 문장을 출발점으로 삼고 실제 명세·파일·자료를 맞춰 넣는다. 요청 길이를 늘리는 것 자체가 목적은 아니다.</a:t>
            </a:r>
          </a:p>
          <a:p xmlns:a="http://schemas.openxmlformats.org/drawingml/2006/main">
            <a:r>
              <a:t/>
            </a:r>
          </a:p>
          <a:p xmlns:a="http://schemas.openxmlformats.org/drawingml/2006/main">
            <a:r>
              <a:t>Advanced Insight: Treat the technique as a documented starting point. Check the selected model, workload, available tools, evidence and failure conditions before attributing an outcome to the prompt.</a:t>
            </a:r>
          </a:p>
          <a:p xmlns:a="http://schemas.openxmlformats.org/drawingml/2006/main">
            <a:r>
              <a:t/>
            </a:r>
          </a:p>
          <a:p xmlns:a="http://schemas.openxmlformats.org/drawingml/2006/main">
            <a:r>
              <a:t>C++ Vision Bridge: 기존 crop의 끝 좌표 제외 명세와 제조 검사 pipeline에 적용하는 개념 예시다. 실제 C++ 구현·실행·오류 정책이나 장비 조건은 추가로 확정하지 않는다.</a:t>
            </a:r>
          </a:p>
          <a:p xmlns:a="http://schemas.openxmlformats.org/drawingml/2006/main">
            <a:r>
              <a:t/>
            </a:r>
          </a:p>
          <a:p xmlns:a="http://schemas.openxmlformats.org/drawingml/2006/main">
            <a:r>
              <a:t>Demo Operation: N/A — static conceptual prompt example. No new Trial, model call, code change, benchmark or live surface demonstration.</a:t>
            </a:r>
          </a:p>
          <a:p xmlns:a="http://schemas.openxmlformats.org/drawingml/2006/main">
            <a:r>
              <a:t/>
            </a:r>
          </a:p>
          <a:p xmlns:a="http://schemas.openxmlformats.org/drawingml/2006/main">
            <a:r>
              <a:t>Audience Interaction: 요청 예시를 눈으로 확인하게 하고 핵심 부분만 가리킨다. 작성 실습·공개 답변·의무 응답을 요구하지 않는다.</a:t>
            </a:r>
          </a:p>
          <a:p xmlns:a="http://schemas.openxmlformats.org/drawingml/2006/main">
            <a:r>
              <a:t/>
            </a:r>
          </a:p>
          <a:p xmlns:a="http://schemas.openxmlformats.org/drawingml/2006/main">
            <a:r>
              <a:t>Transition: 다음은 근거가 있는 설명과 미확인의 구분의 활용 상황을 본다.</a:t>
            </a:r>
          </a:p>
          <a:p xmlns:a="http://schemas.openxmlformats.org/drawingml/2006/main">
            <a:r>
              <a:t/>
            </a:r>
          </a:p>
          <a:p xmlns:a="http://schemas.openxmlformats.org/drawingml/2006/main">
            <a:r>
              <a:t>Time Management: 1분 동안 핵심과 예시 두세 행만 짚는다. 전문·출처·주의점 전체 낭독은 하지 않는다. 사용자 승인으로 기존 장별 시간은 유지하고 소개8분을 추가했다. 실제 시간 적합성은 리허설 전까지 UNVERIFIED다.</a:t>
            </a:r>
          </a:p>
          <a:p xmlns:a="http://schemas.openxmlformats.org/drawingml/2006/main">
            <a:r>
              <a:t/>
            </a:r>
          </a:p>
          <a:p xmlns:a="http://schemas.openxmlformats.org/drawingml/2006/main">
            <a:r>
              <a:t>Fallback: 정적 production/ACT_1.pptx S24 또는 production/preview/act1/S24.png. 교육용 요청·공식 권고·실제 Trial의 경계를 유지한다. 별도8장 검토용 파일은 보조 자료다.</a:t>
            </a:r>
          </a:p>
          <a:p xmlns:a="http://schemas.openxmlformats.org/drawingml/2006/main">
            <a:r>
              <a:t/>
            </a:r>
          </a:p>
          <a:p xmlns:a="http://schemas.openxmlformats.org/drawingml/2006/main">
            <a:r>
              <a:t>Validation Status: ALIGNED — DEC-0043. Exact final package, Notes and render checks are recorded in production/evaluation/PROMPT_ENGINEERING_ADDITION_RESULT.md. Windows PowerPoint, target fonts, room, current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S25 — 근거가 있는 설명과 미확인의 구분</a:t>
            </a:r>
          </a:p>
          <a:p xmlns:a="http://schemas.openxmlformats.org/drawingml/2006/main">
            <a:r>
              <a:t/>
            </a:r>
          </a:p>
          <a:p xmlns:a="http://schemas.openxmlformats.org/drawingml/2006/main">
            <a:r>
              <a:t>Slide ID: S25</a:t>
            </a:r>
          </a:p>
          <a:p xmlns:a="http://schemas.openxmlformats.org/drawingml/2006/main">
            <a:r>
              <a:t/>
            </a:r>
          </a:p>
          <a:p xmlns:a="http://schemas.openxmlformats.org/drawingml/2006/main">
            <a:r>
              <a:t>Working Title: 근거가 있는 설명과 미확인의 구분</a:t>
            </a:r>
          </a:p>
          <a:p xmlns:a="http://schemas.openxmlformats.org/drawingml/2006/main">
            <a:r>
              <a:t/>
            </a:r>
          </a:p>
          <a:p xmlns:a="http://schemas.openxmlformats.org/drawingml/2006/main">
            <a:r>
              <a:t>ACT / Section: ACT 1 / 1H — Practical Prompt Methods</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Lecture 1 minute</a:t>
            </a:r>
          </a:p>
          <a:p xmlns:a="http://schemas.openxmlformats.org/drawingml/2006/main">
            <a:r>
              <a:t/>
            </a:r>
          </a:p>
          <a:p xmlns:a="http://schemas.openxmlformats.org/drawingml/2006/main">
            <a:r>
              <a:t>Primary Message: 결론에 자료 위치를 붙이고, 확인하지 못한 것은 남긴다.</a:t>
            </a:r>
          </a:p>
          <a:p xmlns:a="http://schemas.openxmlformats.org/drawingml/2006/main">
            <a:r>
              <a:t/>
            </a:r>
          </a:p>
          <a:p xmlns:a="http://schemas.openxmlformats.org/drawingml/2006/main">
            <a:r>
              <a:t>Opening Question: “저장소 설명의 출처를 확인해야 할 때, 요청을 어떻게 바꾸면 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(0:00–0:15 ) 사용 상황을 한 문장으로 짚는다. 필요한 때 선택하는 문장 도구이며 모든 요청에 여덟 기법을 채울 필요는 없다고 연결한다.</a:t>
            </a:r>
          </a:p>
          <a:p xmlns:a="http://schemas.openxmlformats.org/drawingml/2006/main">
            <a:r>
              <a:t>2. (0:15–0:45 ) 요청 전문을 낭독하지 않고 이 기법이 드러나는 두세 행만 가리킨다. 아래 문장은 복사해 자기 프로젝트 자료로 바꿔 사용할 교육용 예시다.</a:t>
            </a:r>
          </a:p>
          <a:p xmlns:a="http://schemas.openxmlformats.org/drawingml/2006/main">
            <a:r>
              <a:t/>
            </a:r>
          </a:p>
          <a:p xmlns:a="http://schemas.openxmlformats.org/drawingml/2006/main">
            <a:r>
              <a:t>```text</a:t>
            </a:r>
          </a:p>
          <a:p xmlns:a="http://schemas.openxmlformats.org/drawingml/2006/main">
            <a:r>
              <a:t>crop의 명세·구현·테스트를 찾아 비교해줘.</a:t>
            </a:r>
          </a:p>
          <a:p xmlns:a="http://schemas.openxmlformats.org/drawingml/2006/main">
            <a:r>
              <a:t>결론마다 실제 파일·함수·줄을 붙여줘.</a:t>
            </a:r>
          </a:p>
          <a:p xmlns:a="http://schemas.openxmlformats.org/drawingml/2006/main">
            <a:r>
              <a:t>다음 세 상태를 구분해줘.</a:t>
            </a:r>
          </a:p>
          <a:p xmlns:a="http://schemas.openxmlformats.org/drawingml/2006/main">
            <a:r>
              <a:t>- 자료에서 확인</a:t>
            </a:r>
          </a:p>
          <a:p xmlns:a="http://schemas.openxmlformats.org/drawingml/2006/main">
            <a:r>
              <a:t>- 코드로부터 추정</a:t>
            </a:r>
          </a:p>
          <a:p xmlns:a="http://schemas.openxmlformats.org/drawingml/2006/main">
            <a:r>
              <a:t>- 아직 미확인</a:t>
            </a:r>
          </a:p>
          <a:p xmlns:a="http://schemas.openxmlformats.org/drawingml/2006/main">
            <a:r>
              <a:t>근거가 충돌하면 차이를 먼저 알려줘.</a:t>
            </a:r>
          </a:p>
          <a:p xmlns:a="http://schemas.openxmlformats.org/drawingml/2006/main">
            <a:r>
              <a:t>찾지 못한 정책은 관례로 채우지 마.</a:t>
            </a:r>
          </a:p>
          <a:p xmlns:a="http://schemas.openxmlformats.org/drawingml/2006/main">
            <a:r>
              <a:t>```</a:t>
            </a:r>
          </a:p>
          <a:p xmlns:a="http://schemas.openxmlformats.org/drawingml/2006/main">
            <a:r>
              <a:t/>
            </a:r>
          </a:p>
          <a:p xmlns:a="http://schemas.openxmlformats.org/drawingml/2006/main">
            <a:r>
              <a:t>3. (0:45–1:00 ) 화면 하단의 핵심을 회수하고 한계를 짧게 짚는다. 다음은 결과를 바꾸는 결정에서 확인 질문의 활용 상황을 본다.</a:t>
            </a:r>
          </a:p>
          <a:p xmlns:a="http://schemas.openxmlformats.org/drawingml/2006/main">
            <a:r>
              <a:t/>
            </a:r>
          </a:p>
          <a:p xmlns:a="http://schemas.openxmlformats.org/drawingml/2006/main">
            <a:r>
              <a:t>Evidence / Source: CLM-0035; official documented recommendations checked 2026-10-21. https://developers.openai.com/api/docs/guides/prompt-engineering; https://learn.chatgpt.com/docs/prompting. Evidence matrix: references/product/PROMPT_ENGINEERING_2026-10-21.md.</a:t>
            </a:r>
          </a:p>
          <a:p xmlns:a="http://schemas.openxmlformats.org/drawingml/2006/main">
            <a:r>
              <a:t/>
            </a:r>
          </a:p>
          <a:p xmlns:a="http://schemas.openxmlformats.org/drawingml/2006/main">
            <a:r>
              <a:t>Claim Boundary: 교육용 요청 문장이다. 실제 TRIAL-002 입력·실행·비교 실험이 아니다. 파일·줄 인용도 실제 내용과 대조합니다. 인용이 있다는 사실만으로 정확성이 보장되지는 않습니다. 정확도·토큰·시간·성능 개선이나 모든 모델의 동일한 동작을 보장하지 않는다.</a:t>
            </a:r>
          </a:p>
          <a:p xmlns:a="http://schemas.openxmlformats.org/drawingml/2006/main">
            <a:r>
              <a:t/>
            </a:r>
          </a:p>
          <a:p xmlns:a="http://schemas.openxmlformats.org/drawingml/2006/main">
            <a:r>
              <a:t>Beginner Explanation: “이럴 때 사용” 옆의 상황에 해당하면 예시 문장을 출발점으로 삼고 실제 명세·파일·자료를 맞춰 넣는다. 요청 길이를 늘리는 것 자체가 목적은 아니다.</a:t>
            </a:r>
          </a:p>
          <a:p xmlns:a="http://schemas.openxmlformats.org/drawingml/2006/main">
            <a:r>
              <a:t/>
            </a:r>
          </a:p>
          <a:p xmlns:a="http://schemas.openxmlformats.org/drawingml/2006/main">
            <a:r>
              <a:t>Advanced Insight: Treat the technique as a documented starting point. Check the selected model, workload, available tools, evidence and failure conditions before attributing an outcome to the prompt.</a:t>
            </a:r>
          </a:p>
          <a:p xmlns:a="http://schemas.openxmlformats.org/drawingml/2006/main">
            <a:r>
              <a:t/>
            </a:r>
          </a:p>
          <a:p xmlns:a="http://schemas.openxmlformats.org/drawingml/2006/main">
            <a:r>
              <a:t>C++ Vision Bridge: 기존 crop의 끝 좌표 제외 명세와 제조 검사 pipeline에 적용하는 개념 예시다. 실제 C++ 구현·실행·오류 정책이나 장비 조건은 추가로 확정하지 않는다.</a:t>
            </a:r>
          </a:p>
          <a:p xmlns:a="http://schemas.openxmlformats.org/drawingml/2006/main">
            <a:r>
              <a:t/>
            </a:r>
          </a:p>
          <a:p xmlns:a="http://schemas.openxmlformats.org/drawingml/2006/main">
            <a:r>
              <a:t>Demo Operation: N/A — static conceptual prompt example. No new Trial, model call, code change, benchmark or live surface demonstration.</a:t>
            </a:r>
          </a:p>
          <a:p xmlns:a="http://schemas.openxmlformats.org/drawingml/2006/main">
            <a:r>
              <a:t/>
            </a:r>
          </a:p>
          <a:p xmlns:a="http://schemas.openxmlformats.org/drawingml/2006/main">
            <a:r>
              <a:t>Audience Interaction: 요청 예시를 눈으로 확인하게 하고 핵심 부분만 가리킨다. 작성 실습·공개 답변·의무 응답을 요구하지 않는다.</a:t>
            </a:r>
          </a:p>
          <a:p xmlns:a="http://schemas.openxmlformats.org/drawingml/2006/main">
            <a:r>
              <a:t/>
            </a:r>
          </a:p>
          <a:p xmlns:a="http://schemas.openxmlformats.org/drawingml/2006/main">
            <a:r>
              <a:t>Transition: 다음은 결과를 바꾸는 결정에서 확인 질문의 활용 상황을 본다.</a:t>
            </a:r>
          </a:p>
          <a:p xmlns:a="http://schemas.openxmlformats.org/drawingml/2006/main">
            <a:r>
              <a:t/>
            </a:r>
          </a:p>
          <a:p xmlns:a="http://schemas.openxmlformats.org/drawingml/2006/main">
            <a:r>
              <a:t>Time Management: 1분 동안 핵심과 예시 두세 행만 짚는다. 전문·출처·주의점 전체 낭독은 하지 않는다. 사용자 승인으로 기존 장별 시간은 유지하고 소개8분을 추가했다. 실제 시간 적합성은 리허설 전까지 UNVERIFIED다.</a:t>
            </a:r>
          </a:p>
          <a:p xmlns:a="http://schemas.openxmlformats.org/drawingml/2006/main">
            <a:r>
              <a:t/>
            </a:r>
          </a:p>
          <a:p xmlns:a="http://schemas.openxmlformats.org/drawingml/2006/main">
            <a:r>
              <a:t>Fallback: 정적 production/ACT_1.pptx S25 또는 production/preview/act1/S25.png. 교육용 요청·공식 권고·실제 Trial의 경계를 유지한다. 별도8장 검토용 파일은 보조 자료다.</a:t>
            </a:r>
          </a:p>
          <a:p xmlns:a="http://schemas.openxmlformats.org/drawingml/2006/main">
            <a:r>
              <a:t/>
            </a:r>
          </a:p>
          <a:p xmlns:a="http://schemas.openxmlformats.org/drawingml/2006/main">
            <a:r>
              <a:t>Validation Status: ALIGNED — DEC-0043. Exact final package, Notes and render checks are recorded in production/evaluation/PROMPT_ENGINEERING_ADDITION_RESULT.md. Windows PowerPoint, target fonts, room, current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S26 — 결과를 바꾸는 결정에서 확인 질문</a:t>
            </a:r>
          </a:p>
          <a:p xmlns:a="http://schemas.openxmlformats.org/drawingml/2006/main">
            <a:r>
              <a:t/>
            </a:r>
          </a:p>
          <a:p xmlns:a="http://schemas.openxmlformats.org/drawingml/2006/main">
            <a:r>
              <a:t>Slide ID: S26</a:t>
            </a:r>
          </a:p>
          <a:p xmlns:a="http://schemas.openxmlformats.org/drawingml/2006/main">
            <a:r>
              <a:t/>
            </a:r>
          </a:p>
          <a:p xmlns:a="http://schemas.openxmlformats.org/drawingml/2006/main">
            <a:r>
              <a:t>Working Title: 결과를 바꾸는 결정에서 확인 질문</a:t>
            </a:r>
          </a:p>
          <a:p xmlns:a="http://schemas.openxmlformats.org/drawingml/2006/main">
            <a:r>
              <a:t/>
            </a:r>
          </a:p>
          <a:p xmlns:a="http://schemas.openxmlformats.org/drawingml/2006/main">
            <a:r>
              <a:t>ACT / Section: ACT 1 / 1H — Practical Prompt Methods</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Lecture 1 minute</a:t>
            </a:r>
          </a:p>
          <a:p xmlns:a="http://schemas.openxmlformats.org/drawingml/2006/main">
            <a:r>
              <a:t/>
            </a:r>
          </a:p>
          <a:p xmlns:a="http://schemas.openxmlformats.org/drawingml/2006/main">
            <a:r>
              <a:t>Primary Message: 조사할 사실과 답을 받아야 할 결정을 구분한다.</a:t>
            </a:r>
          </a:p>
          <a:p xmlns:a="http://schemas.openxmlformats.org/drawingml/2006/main">
            <a:r>
              <a:t/>
            </a:r>
          </a:p>
          <a:p xmlns:a="http://schemas.openxmlformats.org/drawingml/2006/main">
            <a:r>
              <a:t>Opening Question: “정책을 사람이 선택해야 할 때, 요청을 어떻게 바꾸면 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(0:00–0:15 ) 사용 상황을 한 문장으로 짚는다. 필요한 때 선택하는 문장 도구이며 모든 요청에 여덟 기법을 채울 필요는 없다고 연결한다.</a:t>
            </a:r>
          </a:p>
          <a:p xmlns:a="http://schemas.openxmlformats.org/drawingml/2006/main">
            <a:r>
              <a:t>2. (0:15–0:45 ) 요청 전문을 낭독하지 않고 이 기법이 드러나는 두세 행만 가리킨다. 아래 문장은 복사해 자기 프로젝트 자료로 바꿔 사용할 교육용 예시다.</a:t>
            </a:r>
          </a:p>
          <a:p xmlns:a="http://schemas.openxmlformats.org/drawingml/2006/main">
            <a:r>
              <a:t/>
            </a:r>
          </a:p>
          <a:p xmlns:a="http://schemas.openxmlformats.org/drawingml/2006/main">
            <a:r>
              <a:t>```text</a:t>
            </a:r>
          </a:p>
          <a:p xmlns:a="http://schemas.openxmlformats.org/drawingml/2006/main">
            <a:r>
              <a:t>빈 crop 범위의 처리 정책을 조사해줘.</a:t>
            </a:r>
          </a:p>
          <a:p xmlns:a="http://schemas.openxmlformats.org/drawingml/2006/main">
            <a:r>
              <a:t>문서·테스트·호출부의 근거를 먼저 찾아줘.</a:t>
            </a:r>
          </a:p>
          <a:p xmlns:a="http://schemas.openxmlformats.org/drawingml/2006/main">
            <a:r>
              <a:t>근거 없이 빈 결과와 오류 중 골라야 하면</a:t>
            </a:r>
          </a:p>
          <a:p xmlns:a="http://schemas.openxmlformats.org/drawingml/2006/main">
            <a:r>
              <a:t>각 선택의 영향을 적고 질문해줘.</a:t>
            </a:r>
          </a:p>
          <a:p xmlns:a="http://schemas.openxmlformats.org/drawingml/2006/main">
            <a:r>
              <a:t>그 결정에 의존하는 수정은 답변 뒤 진행해줘.</a:t>
            </a:r>
          </a:p>
          <a:p xmlns:a="http://schemas.openxmlformats.org/drawingml/2006/main">
            <a:r>
              <a:t>그 선택과 무관한 조사는 계속해줘.</a:t>
            </a:r>
          </a:p>
          <a:p xmlns:a="http://schemas.openxmlformats.org/drawingml/2006/main">
            <a:r>
              <a:t>```</a:t>
            </a:r>
          </a:p>
          <a:p xmlns:a="http://schemas.openxmlformats.org/drawingml/2006/main">
            <a:r>
              <a:t/>
            </a:r>
          </a:p>
          <a:p xmlns:a="http://schemas.openxmlformats.org/drawingml/2006/main">
            <a:r>
              <a:t>3. (0:45–1:00 ) 화면 하단의 핵심을 회수하고 한계를 짧게 짚는다. 다음은 큰 작업을 검토할 결과물로 나누기의 활용 상황을 본다.</a:t>
            </a:r>
          </a:p>
          <a:p xmlns:a="http://schemas.openxmlformats.org/drawingml/2006/main">
            <a:r>
              <a:t/>
            </a:r>
          </a:p>
          <a:p xmlns:a="http://schemas.openxmlformats.org/drawingml/2006/main">
            <a:r>
              <a:t>Evidence / Source: CLM-0036; official documented recommendations checked 2026-10-21. https://learn.chatgpt.com/guides/best-practices; https://developers.openai.com/api/docs/guides/latest-model. Evidence matrix: references/product/PROMPT_ENGINEERING_2026-10-21.md.</a:t>
            </a:r>
          </a:p>
          <a:p xmlns:a="http://schemas.openxmlformats.org/drawingml/2006/main">
            <a:r>
              <a:t/>
            </a:r>
          </a:p>
          <a:p xmlns:a="http://schemas.openxmlformats.org/drawingml/2006/main">
            <a:r>
              <a:t>Claim Boundary: 교육용 요청 문장이다. 실제 TRIAL-002 입력·실행·비교 실험이 아니다. 모든 세부를 질문으로 돌리지 않습니다. 답에 따라 결과가 달라지는 선택에 집중합니다. 정확도·토큰·시간·성능 개선이나 모든 모델의 동일한 동작을 보장하지 않는다.</a:t>
            </a:r>
          </a:p>
          <a:p xmlns:a="http://schemas.openxmlformats.org/drawingml/2006/main">
            <a:r>
              <a:t/>
            </a:r>
          </a:p>
          <a:p xmlns:a="http://schemas.openxmlformats.org/drawingml/2006/main">
            <a:r>
              <a:t>Beginner Explanation: “이럴 때 사용” 옆의 상황에 해당하면 예시 문장을 출발점으로 삼고 실제 명세·파일·자료를 맞춰 넣는다. 요청 길이를 늘리는 것 자체가 목적은 아니다.</a:t>
            </a:r>
          </a:p>
          <a:p xmlns:a="http://schemas.openxmlformats.org/drawingml/2006/main">
            <a:r>
              <a:t/>
            </a:r>
          </a:p>
          <a:p xmlns:a="http://schemas.openxmlformats.org/drawingml/2006/main">
            <a:r>
              <a:t>Advanced Insight: Treat the technique as a documented starting point. Check the selected model, workload, available tools, evidence and failure conditions before attributing an outcome to the prompt.</a:t>
            </a:r>
          </a:p>
          <a:p xmlns:a="http://schemas.openxmlformats.org/drawingml/2006/main">
            <a:r>
              <a:t/>
            </a:r>
          </a:p>
          <a:p xmlns:a="http://schemas.openxmlformats.org/drawingml/2006/main">
            <a:r>
              <a:t>C++ Vision Bridge: 기존 crop의 끝 좌표 제외 명세와 제조 검사 pipeline에 적용하는 개념 예시다. 실제 C++ 구현·실행·오류 정책이나 장비 조건은 추가로 확정하지 않는다.</a:t>
            </a:r>
          </a:p>
          <a:p xmlns:a="http://schemas.openxmlformats.org/drawingml/2006/main">
            <a:r>
              <a:t/>
            </a:r>
          </a:p>
          <a:p xmlns:a="http://schemas.openxmlformats.org/drawingml/2006/main">
            <a:r>
              <a:t>Demo Operation: N/A — static conceptual prompt example. No new Trial, model call, code change, benchmark or live surface demonstration.</a:t>
            </a:r>
          </a:p>
          <a:p xmlns:a="http://schemas.openxmlformats.org/drawingml/2006/main">
            <a:r>
              <a:t/>
            </a:r>
          </a:p>
          <a:p xmlns:a="http://schemas.openxmlformats.org/drawingml/2006/main">
            <a:r>
              <a:t>Audience Interaction: 요청 예시를 눈으로 확인하게 하고 핵심 부분만 가리킨다. 작성 실습·공개 답변·의무 응답을 요구하지 않는다.</a:t>
            </a:r>
          </a:p>
          <a:p xmlns:a="http://schemas.openxmlformats.org/drawingml/2006/main">
            <a:r>
              <a:t/>
            </a:r>
          </a:p>
          <a:p xmlns:a="http://schemas.openxmlformats.org/drawingml/2006/main">
            <a:r>
              <a:t>Transition: 다음은 큰 작업을 검토할 결과물로 나누기의 활용 상황을 본다.</a:t>
            </a:r>
          </a:p>
          <a:p xmlns:a="http://schemas.openxmlformats.org/drawingml/2006/main">
            <a:r>
              <a:t/>
            </a:r>
          </a:p>
          <a:p xmlns:a="http://schemas.openxmlformats.org/drawingml/2006/main">
            <a:r>
              <a:t>Time Management: 1분 동안 핵심과 예시 두세 행만 짚는다. 전문·출처·주의점 전체 낭독은 하지 않는다. 사용자 승인으로 기존 장별 시간은 유지하고 소개8분을 추가했다. 실제 시간 적합성은 리허설 전까지 UNVERIFIED다.</a:t>
            </a:r>
          </a:p>
          <a:p xmlns:a="http://schemas.openxmlformats.org/drawingml/2006/main">
            <a:r>
              <a:t/>
            </a:r>
          </a:p>
          <a:p xmlns:a="http://schemas.openxmlformats.org/drawingml/2006/main">
            <a:r>
              <a:t>Fallback: 정적 production/ACT_1.pptx S26 또는 production/preview/act1/S26.png. 교육용 요청·공식 권고·실제 Trial의 경계를 유지한다. 별도8장 검토용 파일은 보조 자료다.</a:t>
            </a:r>
          </a:p>
          <a:p xmlns:a="http://schemas.openxmlformats.org/drawingml/2006/main">
            <a:r>
              <a:t/>
            </a:r>
          </a:p>
          <a:p xmlns:a="http://schemas.openxmlformats.org/drawingml/2006/main">
            <a:r>
              <a:t>Validation Status: ALIGNED — DEC-0043. Exact final package, Notes and render checks are recorded in production/evaluation/PROMPT_ENGINEERING_ADDITION_RESULT.md. Windows PowerPoint, target fonts, room, current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S27 — 큰 작업을 검토할 결과물로 나누기</a:t>
            </a:r>
          </a:p>
          <a:p xmlns:a="http://schemas.openxmlformats.org/drawingml/2006/main">
            <a:r>
              <a:t/>
            </a:r>
          </a:p>
          <a:p xmlns:a="http://schemas.openxmlformats.org/drawingml/2006/main">
            <a:r>
              <a:t>Slide ID: S27</a:t>
            </a:r>
          </a:p>
          <a:p xmlns:a="http://schemas.openxmlformats.org/drawingml/2006/main">
            <a:r>
              <a:t/>
            </a:r>
          </a:p>
          <a:p xmlns:a="http://schemas.openxmlformats.org/drawingml/2006/main">
            <a:r>
              <a:t>Working Title: 큰 작업을 검토할 결과물로 나누기</a:t>
            </a:r>
          </a:p>
          <a:p xmlns:a="http://schemas.openxmlformats.org/drawingml/2006/main">
            <a:r>
              <a:t/>
            </a:r>
          </a:p>
          <a:p xmlns:a="http://schemas.openxmlformats.org/drawingml/2006/main">
            <a:r>
              <a:t>ACT / Section: ACT 1 / 1H — Practical Prompt Methods</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Lecture 1 minute</a:t>
            </a:r>
          </a:p>
          <a:p xmlns:a="http://schemas.openxmlformats.org/drawingml/2006/main">
            <a:r>
              <a:t/>
            </a:r>
          </a:p>
          <a:p xmlns:a="http://schemas.openxmlformats.org/drawingml/2006/main">
            <a:r>
              <a:t>Primary Message: 다음 결정을 할 수 있는 작은 결과부터 요청한다.</a:t>
            </a:r>
          </a:p>
          <a:p xmlns:a="http://schemas.openxmlformats.org/drawingml/2006/main">
            <a:r>
              <a:t/>
            </a:r>
          </a:p>
          <a:p xmlns:a="http://schemas.openxmlformats.org/drawingml/2006/main">
            <a:r>
              <a:t>Opening Question: “조사 결과에 따라 구현 범위가 달라질 때, 요청을 어떻게 바꾸면 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(0:00–0:15 ) 사용 상황을 한 문장으로 짚는다. 필요한 때 선택하는 문장 도구이며 모든 요청에 여덟 기법을 채울 필요는 없다고 연결한다.</a:t>
            </a:r>
          </a:p>
          <a:p xmlns:a="http://schemas.openxmlformats.org/drawingml/2006/main">
            <a:r>
              <a:t>2. (0:15–0:45 ) 요청 전문을 낭독하지 않고 이 기법이 드러나는 두세 행만 가리킨다. 아래 문장은 복사해 자기 프로젝트 자료로 바꿔 사용할 교육용 예시다.</a:t>
            </a:r>
          </a:p>
          <a:p xmlns:a="http://schemas.openxmlformats.org/drawingml/2006/main">
            <a:r>
              <a:t/>
            </a:r>
          </a:p>
          <a:p xmlns:a="http://schemas.openxmlformats.org/drawingml/2006/main">
            <a:r>
              <a:t>```text</a:t>
            </a:r>
          </a:p>
          <a:p xmlns:a="http://schemas.openxmlformats.org/drawingml/2006/main">
            <a:r>
              <a:t>검사 pipeline에 ROI 설정을 연결하려 한다.</a:t>
            </a:r>
          </a:p>
          <a:p xmlns:a="http://schemas.openxmlformats.org/drawingml/2006/main">
            <a:r>
              <a:t>이번에는 설정 입력에서 crop까지의 경로만</a:t>
            </a:r>
          </a:p>
          <a:p xmlns:a="http://schemas.openxmlformats.org/drawingml/2006/main">
            <a:r>
              <a:t>조사하고, 변경 후보·미확인을 표로 정리해줘.</a:t>
            </a:r>
          </a:p>
          <a:p xmlns:a="http://schemas.openxmlformats.org/drawingml/2006/main">
            <a:r>
              <a:t>코드는 아직 수정하지 마.</a:t>
            </a:r>
          </a:p>
          <a:p xmlns:a="http://schemas.openxmlformats.org/drawingml/2006/main">
            <a:r>
              <a:t/>
            </a:r>
          </a:p>
          <a:p xmlns:a="http://schemas.openxmlformats.org/drawingml/2006/main">
            <a:r>
              <a:t>그 결과를 보고 다음 요청에서</a:t>
            </a:r>
          </a:p>
          <a:p xmlns:a="http://schemas.openxmlformats.org/drawingml/2006/main">
            <a:r>
              <a:t>파싱·유효성 확인 구현 범위를 정하겠다.</a:t>
            </a:r>
          </a:p>
          <a:p xmlns:a="http://schemas.openxmlformats.org/drawingml/2006/main">
            <a:r>
              <a:t>```</a:t>
            </a:r>
          </a:p>
          <a:p xmlns:a="http://schemas.openxmlformats.org/drawingml/2006/main">
            <a:r>
              <a:t/>
            </a:r>
          </a:p>
          <a:p xmlns:a="http://schemas.openxmlformats.org/drawingml/2006/main">
            <a:r>
              <a:t>3. (0:45–1:00 ) 화면 하단의 핵심을 회수하고 한계를 짧게 짚는다. 다음은 기준을 지정한 코드 리뷰 요청의 활용 상황을 본다.</a:t>
            </a:r>
          </a:p>
          <a:p xmlns:a="http://schemas.openxmlformats.org/drawingml/2006/main">
            <a:r>
              <a:t/>
            </a:r>
          </a:p>
          <a:p xmlns:a="http://schemas.openxmlformats.org/drawingml/2006/main">
            <a:r>
              <a:t>Evidence / Source: CLM-0037; official documented recommendations checked 2026-10-21. https://learn.chatgpt.com/guides/best-practices; https://developers.openai.com/api/docs/guides/reasoning-best-practices. Evidence matrix: references/product/PROMPT_ENGINEERING_2026-10-21.md.</a:t>
            </a:r>
          </a:p>
          <a:p xmlns:a="http://schemas.openxmlformats.org/drawingml/2006/main">
            <a:r>
              <a:t/>
            </a:r>
          </a:p>
          <a:p xmlns:a="http://schemas.openxmlformats.org/drawingml/2006/main">
            <a:r>
              <a:t>Claim Boundary: 교육용 요청 문장이다. 실제 TRIAL-002 입력·실행·비교 실험이 아니다. 단계는 작업·산출물의 경계입니다. 숨은 사고 과정을 길게 출력하라는 요청이 아닙니다. 정확도·토큰·시간·성능 개선이나 모든 모델의 동일한 동작을 보장하지 않는다.</a:t>
            </a:r>
          </a:p>
          <a:p xmlns:a="http://schemas.openxmlformats.org/drawingml/2006/main">
            <a:r>
              <a:t/>
            </a:r>
          </a:p>
          <a:p xmlns:a="http://schemas.openxmlformats.org/drawingml/2006/main">
            <a:r>
              <a:t>Beginner Explanation: “이럴 때 사용” 옆의 상황에 해당하면 예시 문장을 출발점으로 삼고 실제 명세·파일·자료를 맞춰 넣는다. 요청 길이를 늘리는 것 자체가 목적은 아니다.</a:t>
            </a:r>
          </a:p>
          <a:p xmlns:a="http://schemas.openxmlformats.org/drawingml/2006/main">
            <a:r>
              <a:t/>
            </a:r>
          </a:p>
          <a:p xmlns:a="http://schemas.openxmlformats.org/drawingml/2006/main">
            <a:r>
              <a:t>Advanced Insight: Treat the technique as a documented starting point. Check the selected model, workload, available tools, evidence and failure conditions before attributing an outcome to the prompt.</a:t>
            </a:r>
          </a:p>
          <a:p xmlns:a="http://schemas.openxmlformats.org/drawingml/2006/main">
            <a:r>
              <a:t/>
            </a:r>
          </a:p>
          <a:p xmlns:a="http://schemas.openxmlformats.org/drawingml/2006/main">
            <a:r>
              <a:t>C++ Vision Bridge: 기존 crop의 끝 좌표 제외 명세와 제조 검사 pipeline에 적용하는 개념 예시다. 실제 C++ 구현·실행·오류 정책이나 장비 조건은 추가로 확정하지 않는다.</a:t>
            </a:r>
          </a:p>
          <a:p xmlns:a="http://schemas.openxmlformats.org/drawingml/2006/main">
            <a:r>
              <a:t/>
            </a:r>
          </a:p>
          <a:p xmlns:a="http://schemas.openxmlformats.org/drawingml/2006/main">
            <a:r>
              <a:t>Demo Operation: N/A — static conceptual prompt example. No new Trial, model call, code change, benchmark or live surface demonstration.</a:t>
            </a:r>
          </a:p>
          <a:p xmlns:a="http://schemas.openxmlformats.org/drawingml/2006/main">
            <a:r>
              <a:t/>
            </a:r>
          </a:p>
          <a:p xmlns:a="http://schemas.openxmlformats.org/drawingml/2006/main">
            <a:r>
              <a:t>Audience Interaction: 요청 예시를 눈으로 확인하게 하고 핵심 부분만 가리킨다. 작성 실습·공개 답변·의무 응답을 요구하지 않는다.</a:t>
            </a:r>
          </a:p>
          <a:p xmlns:a="http://schemas.openxmlformats.org/drawingml/2006/main">
            <a:r>
              <a:t/>
            </a:r>
          </a:p>
          <a:p xmlns:a="http://schemas.openxmlformats.org/drawingml/2006/main">
            <a:r>
              <a:t>Transition: 다음은 기준을 지정한 코드 리뷰 요청의 활용 상황을 본다.</a:t>
            </a:r>
          </a:p>
          <a:p xmlns:a="http://schemas.openxmlformats.org/drawingml/2006/main">
            <a:r>
              <a:t/>
            </a:r>
          </a:p>
          <a:p xmlns:a="http://schemas.openxmlformats.org/drawingml/2006/main">
            <a:r>
              <a:t>Time Management: 1분 동안 핵심과 예시 두세 행만 짚는다. 전문·출처·주의점 전체 낭독은 하지 않는다. 사용자 승인으로 기존 장별 시간은 유지하고 소개8분을 추가했다. 실제 시간 적합성은 리허설 전까지 UNVERIFIED다.</a:t>
            </a:r>
          </a:p>
          <a:p xmlns:a="http://schemas.openxmlformats.org/drawingml/2006/main">
            <a:r>
              <a:t/>
            </a:r>
          </a:p>
          <a:p xmlns:a="http://schemas.openxmlformats.org/drawingml/2006/main">
            <a:r>
              <a:t>Fallback: 정적 production/ACT_1.pptx S27 또는 production/preview/act1/S27.png. 교육용 요청·공식 권고·실제 Trial의 경계를 유지한다. 별도8장 검토용 파일은 보조 자료다.</a:t>
            </a:r>
          </a:p>
          <a:p xmlns:a="http://schemas.openxmlformats.org/drawingml/2006/main">
            <a:r>
              <a:t/>
            </a:r>
          </a:p>
          <a:p xmlns:a="http://schemas.openxmlformats.org/drawingml/2006/main">
            <a:r>
              <a:t>Validation Status: ALIGNED — DEC-0043. Exact final package, Notes and render checks are recorded in production/evaluation/PROMPT_ENGINEERING_ADDITION_RESULT.md. Windows PowerPoint, target fonts, room, current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S28 — 기준을 지정한 코드 리뷰 요청</a:t>
            </a:r>
          </a:p>
          <a:p xmlns:a="http://schemas.openxmlformats.org/drawingml/2006/main">
            <a:r>
              <a:t/>
            </a:r>
          </a:p>
          <a:p xmlns:a="http://schemas.openxmlformats.org/drawingml/2006/main">
            <a:r>
              <a:t>Slide ID: S28</a:t>
            </a:r>
          </a:p>
          <a:p xmlns:a="http://schemas.openxmlformats.org/drawingml/2006/main">
            <a:r>
              <a:t/>
            </a:r>
          </a:p>
          <a:p xmlns:a="http://schemas.openxmlformats.org/drawingml/2006/main">
            <a:r>
              <a:t>Working Title: 기준을 지정한 코드 리뷰 요청</a:t>
            </a:r>
          </a:p>
          <a:p xmlns:a="http://schemas.openxmlformats.org/drawingml/2006/main">
            <a:r>
              <a:t/>
            </a:r>
          </a:p>
          <a:p xmlns:a="http://schemas.openxmlformats.org/drawingml/2006/main">
            <a:r>
              <a:t>ACT / Section: ACT 1 / 1H — Practical Prompt Methods</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Lecture 1 minute</a:t>
            </a:r>
          </a:p>
          <a:p xmlns:a="http://schemas.openxmlformats.org/drawingml/2006/main">
            <a:r>
              <a:t/>
            </a:r>
          </a:p>
          <a:p xmlns:a="http://schemas.openxmlformats.org/drawingml/2006/main">
            <a:r>
              <a:t>Primary Message: 무엇을 찾을지와 어떤 근거로 보고할지를 지정한다.</a:t>
            </a:r>
          </a:p>
          <a:p xmlns:a="http://schemas.openxmlformats.org/drawingml/2006/main">
            <a:r>
              <a:t/>
            </a:r>
          </a:p>
          <a:p xmlns:a="http://schemas.openxmlformats.org/drawingml/2006/main">
            <a:r>
              <a:t>Opening Question: ““검토해줘”의 범위를 분명히 할 때, 요청을 어떻게 바꾸면 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(0:00–0:15 ) 사용 상황을 한 문장으로 짚는다. 필요한 때 선택하는 문장 도구이며 모든 요청에 여덟 기법을 채울 필요는 없다고 연결한다.</a:t>
            </a:r>
          </a:p>
          <a:p xmlns:a="http://schemas.openxmlformats.org/drawingml/2006/main">
            <a:r>
              <a:t>2. (0:15–0:45 ) 요청 전문을 낭독하지 않고 이 기법이 드러나는 두세 행만 가리킨다. 아래 문장은 복사해 자기 프로젝트 자료로 바꿔 사용할 교육용 예시다.</a:t>
            </a:r>
          </a:p>
          <a:p xmlns:a="http://schemas.openxmlformats.org/drawingml/2006/main">
            <a:r>
              <a:t/>
            </a:r>
          </a:p>
          <a:p xmlns:a="http://schemas.openxmlformats.org/drawingml/2006/main">
            <a:r>
              <a:t>```text</a:t>
            </a:r>
          </a:p>
          <a:p xmlns:a="http://schemas.openxmlformats.org/drawingml/2006/main">
            <a:r>
              <a:t>crop 변경안을 코드 리뷰 관점에서 봐줘.</a:t>
            </a:r>
          </a:p>
          <a:p xmlns:a="http://schemas.openxmlformats.org/drawingml/2006/main">
            <a:r>
              <a:t>검토 기준은 다음과 같아.</a:t>
            </a:r>
          </a:p>
          <a:p xmlns:a="http://schemas.openxmlformats.org/drawingml/2006/main">
            <a:r>
              <a:t>1. 끝 좌표 제외 명세 보존</a:t>
            </a:r>
          </a:p>
          <a:p xmlns:a="http://schemas.openxmlformats.org/drawingml/2006/main">
            <a:r>
              <a:t>2. 공개 API와 기존 오류 정책 보존</a:t>
            </a:r>
          </a:p>
          <a:p xmlns:a="http://schemas.openxmlformats.org/drawingml/2006/main">
            <a:r>
              <a:t>3. 요청과 무관한 변경 없음</a:t>
            </a:r>
          </a:p>
          <a:p xmlns:a="http://schemas.openxmlformats.org/drawingml/2006/main">
            <a:r>
              <a:t>위반마다 위치·근거·영향·수정 제안을 써줘.</a:t>
            </a:r>
          </a:p>
          <a:p xmlns:a="http://schemas.openxmlformats.org/drawingml/2006/main">
            <a:r>
              <a:t>자료로 판단 못 하면 미확인으로 남겨줘.</a:t>
            </a:r>
          </a:p>
          <a:p xmlns:a="http://schemas.openxmlformats.org/drawingml/2006/main">
            <a:r>
              <a:t>이번 요청에서는 코드를 바꾸지 마.</a:t>
            </a:r>
          </a:p>
          <a:p xmlns:a="http://schemas.openxmlformats.org/drawingml/2006/main">
            <a:r>
              <a:t>```</a:t>
            </a:r>
          </a:p>
          <a:p xmlns:a="http://schemas.openxmlformats.org/drawingml/2006/main">
            <a:r>
              <a:t/>
            </a:r>
          </a:p>
          <a:p xmlns:a="http://schemas.openxmlformats.org/drawingml/2006/main">
            <a:r>
              <a:t>3. (0:45–1:00 ) 화면 하단의 핵심을 회수하고 한계를 짧게 짚는다. 다음은 구체적인 근거로 수정 방향 피드백의 활용 상황을 본다.</a:t>
            </a:r>
          </a:p>
          <a:p xmlns:a="http://schemas.openxmlformats.org/drawingml/2006/main">
            <a:r>
              <a:t/>
            </a:r>
          </a:p>
          <a:p xmlns:a="http://schemas.openxmlformats.org/drawingml/2006/main">
            <a:r>
              <a:t>Evidence / Source: CLM-0038; official documented recommendations checked 2026-10-21. https://learn.chatgpt.com/guides/best-practices; https://learn.chatgpt.com/docs/prompting. Evidence matrix: references/product/PROMPT_ENGINEERING_2026-10-21.md.</a:t>
            </a:r>
          </a:p>
          <a:p xmlns:a="http://schemas.openxmlformats.org/drawingml/2006/main">
            <a:r>
              <a:t/>
            </a:r>
          </a:p>
          <a:p xmlns:a="http://schemas.openxmlformats.org/drawingml/2006/main">
            <a:r>
              <a:t>Claim Boundary: 교육용 요청 문장이다. 실제 TRIAL-002 입력·실행·비교 실험이 아니다. 리뷰 답변도 누락할 수 있습니다. 필요한 실행 확인·변경 검토·사람의 완료 판단을 함께 사용합니다. 정확도·토큰·시간·성능 개선이나 모든 모델의 동일한 동작을 보장하지 않는다.</a:t>
            </a:r>
          </a:p>
          <a:p xmlns:a="http://schemas.openxmlformats.org/drawingml/2006/main">
            <a:r>
              <a:t/>
            </a:r>
          </a:p>
          <a:p xmlns:a="http://schemas.openxmlformats.org/drawingml/2006/main">
            <a:r>
              <a:t>Beginner Explanation: “이럴 때 사용” 옆의 상황에 해당하면 예시 문장을 출발점으로 삼고 실제 명세·파일·자료를 맞춰 넣는다. 요청 길이를 늘리는 것 자체가 목적은 아니다.</a:t>
            </a:r>
          </a:p>
          <a:p xmlns:a="http://schemas.openxmlformats.org/drawingml/2006/main">
            <a:r>
              <a:t/>
            </a:r>
          </a:p>
          <a:p xmlns:a="http://schemas.openxmlformats.org/drawingml/2006/main">
            <a:r>
              <a:t>Advanced Insight: Treat the technique as a documented starting point. Check the selected model, workload, available tools, evidence and failure conditions before attributing an outcome to the prompt.</a:t>
            </a:r>
          </a:p>
          <a:p xmlns:a="http://schemas.openxmlformats.org/drawingml/2006/main">
            <a:r>
              <a:t/>
            </a:r>
          </a:p>
          <a:p xmlns:a="http://schemas.openxmlformats.org/drawingml/2006/main">
            <a:r>
              <a:t>C++ Vision Bridge: 기존 crop의 끝 좌표 제외 명세와 제조 검사 pipeline에 적용하는 개념 예시다. 실제 C++ 구현·실행·오류 정책이나 장비 조건은 추가로 확정하지 않는다.</a:t>
            </a:r>
          </a:p>
          <a:p xmlns:a="http://schemas.openxmlformats.org/drawingml/2006/main">
            <a:r>
              <a:t/>
            </a:r>
          </a:p>
          <a:p xmlns:a="http://schemas.openxmlformats.org/drawingml/2006/main">
            <a:r>
              <a:t>Demo Operation: N/A — static conceptual prompt example. No new Trial, model call, code change, benchmark or live surface demonstration.</a:t>
            </a:r>
          </a:p>
          <a:p xmlns:a="http://schemas.openxmlformats.org/drawingml/2006/main">
            <a:r>
              <a:t/>
            </a:r>
          </a:p>
          <a:p xmlns:a="http://schemas.openxmlformats.org/drawingml/2006/main">
            <a:r>
              <a:t>Audience Interaction: 요청 예시를 눈으로 확인하게 하고 핵심 부분만 가리킨다. 작성 실습·공개 답변·의무 응답을 요구하지 않는다.</a:t>
            </a:r>
          </a:p>
          <a:p xmlns:a="http://schemas.openxmlformats.org/drawingml/2006/main">
            <a:r>
              <a:t/>
            </a:r>
          </a:p>
          <a:p xmlns:a="http://schemas.openxmlformats.org/drawingml/2006/main">
            <a:r>
              <a:t>Transition: 다음은 구체적인 근거로 수정 방향 피드백의 활용 상황을 본다.</a:t>
            </a:r>
          </a:p>
          <a:p xmlns:a="http://schemas.openxmlformats.org/drawingml/2006/main">
            <a:r>
              <a:t/>
            </a:r>
          </a:p>
          <a:p xmlns:a="http://schemas.openxmlformats.org/drawingml/2006/main">
            <a:r>
              <a:t>Time Management: 1분 동안 핵심과 예시 두세 행만 짚는다. 전문·출처·주의점 전체 낭독은 하지 않는다. 사용자 승인으로 기존 장별 시간은 유지하고 소개8분을 추가했다. 실제 시간 적합성은 리허설 전까지 UNVERIFIED다.</a:t>
            </a:r>
          </a:p>
          <a:p xmlns:a="http://schemas.openxmlformats.org/drawingml/2006/main">
            <a:r>
              <a:t/>
            </a:r>
          </a:p>
          <a:p xmlns:a="http://schemas.openxmlformats.org/drawingml/2006/main">
            <a:r>
              <a:t>Fallback: 정적 production/ACT_1.pptx S28 또는 production/preview/act1/S28.png. 교육용 요청·공식 권고·실제 Trial의 경계를 유지한다. 별도8장 검토용 파일은 보조 자료다.</a:t>
            </a:r>
          </a:p>
          <a:p xmlns:a="http://schemas.openxmlformats.org/drawingml/2006/main">
            <a:r>
              <a:t/>
            </a:r>
          </a:p>
          <a:p xmlns:a="http://schemas.openxmlformats.org/drawingml/2006/main">
            <a:r>
              <a:t>Validation Status: ALIGNED — DEC-0043. Exact final package, Notes and render checks are recorded in production/evaluation/PROMPT_ENGINEERING_ADDITION_RESULT.md. Windows PowerPoint, target fonts, room, current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S29 — 구체적인 근거로 수정 방향 피드백</a:t>
            </a:r>
          </a:p>
          <a:p xmlns:a="http://schemas.openxmlformats.org/drawingml/2006/main">
            <a:r>
              <a:t/>
            </a:r>
          </a:p>
          <a:p xmlns:a="http://schemas.openxmlformats.org/drawingml/2006/main">
            <a:r>
              <a:t>Slide ID: S29</a:t>
            </a:r>
          </a:p>
          <a:p xmlns:a="http://schemas.openxmlformats.org/drawingml/2006/main">
            <a:r>
              <a:t/>
            </a:r>
          </a:p>
          <a:p xmlns:a="http://schemas.openxmlformats.org/drawingml/2006/main">
            <a:r>
              <a:t>Working Title: 구체적인 근거로 수정 방향 피드백</a:t>
            </a:r>
          </a:p>
          <a:p xmlns:a="http://schemas.openxmlformats.org/drawingml/2006/main">
            <a:r>
              <a:t/>
            </a:r>
          </a:p>
          <a:p xmlns:a="http://schemas.openxmlformats.org/drawingml/2006/main">
            <a:r>
              <a:t>ACT / Section: ACT 1 / 1H — Practical Prompt Methods</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Lecture 1 minute</a:t>
            </a:r>
          </a:p>
          <a:p xmlns:a="http://schemas.openxmlformats.org/drawingml/2006/main">
            <a:r>
              <a:t/>
            </a:r>
          </a:p>
          <a:p xmlns:a="http://schemas.openxmlformats.org/drawingml/2006/main">
            <a:r>
              <a:t>Primary Message: 어긋난 지점과 원하는 변경, 유지할 조건을 적는다.</a:t>
            </a:r>
          </a:p>
          <a:p xmlns:a="http://schemas.openxmlformats.org/drawingml/2006/main">
            <a:r>
              <a:t/>
            </a:r>
          </a:p>
          <a:p xmlns:a="http://schemas.openxmlformats.org/drawingml/2006/main">
            <a:r>
              <a:t>Opening Question: “첫 제안의 일부가 의도와 다를 때, 요청을 어떻게 바꾸면 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(0:00–0:15 ) 사용 상황을 한 문장으로 짚는다. 필요한 때 선택하는 문장 도구이며 모든 요청에 여덟 기법을 채울 필요는 없다고 연결한다.</a:t>
            </a:r>
          </a:p>
          <a:p xmlns:a="http://schemas.openxmlformats.org/drawingml/2006/main">
            <a:r>
              <a:t>2. (0:15–0:45 ) 요청 전문을 낭독하지 않고 이 기법이 드러나는 두세 행만 가리킨다. 아래 문장은 복사해 자기 프로젝트 자료로 바꿔 사용할 교육용 예시다.</a:t>
            </a:r>
          </a:p>
          <a:p xmlns:a="http://schemas.openxmlformats.org/drawingml/2006/main">
            <a:r>
              <a:t/>
            </a:r>
          </a:p>
          <a:p xmlns:a="http://schemas.openxmlformats.org/drawingml/2006/main">
            <a:r>
              <a:t>```text</a:t>
            </a:r>
          </a:p>
          <a:p xmlns:a="http://schemas.openxmlformats.org/drawingml/2006/main">
            <a:r>
              <a:t>앞선 “테스트 기대 폭을 3으로 바꾸자”는</a:t>
            </a:r>
          </a:p>
          <a:p xmlns:a="http://schemas.openxmlformats.org/drawingml/2006/main">
            <a:r>
              <a:t>제안을 수정해줘. 원하는 명세는</a:t>
            </a:r>
          </a:p>
          <a:p xmlns:a="http://schemas.openxmlformats.org/drawingml/2006/main">
            <a:r>
              <a:t>crop [1,3)에서 폭 2야.</a:t>
            </a:r>
          </a:p>
          <a:p xmlns:a="http://schemas.openxmlformats.org/drawingml/2006/main">
            <a:r>
              <a:t>테스트 기대값은 유지하고,</a:t>
            </a:r>
          </a:p>
          <a:p xmlns:a="http://schemas.openxmlformats.org/drawingml/2006/main">
            <a:r>
              <a:t>구현의 끝 좌표 처리만 다시 검토해줘.</a:t>
            </a:r>
          </a:p>
          <a:p xmlns:a="http://schemas.openxmlformats.org/drawingml/2006/main">
            <a:r>
              <a:t>기존 API·의존성은 유지해줘.</a:t>
            </a:r>
          </a:p>
          <a:p xmlns:a="http://schemas.openxmlformats.org/drawingml/2006/main">
            <a:r>
              <a:t>바꾼 제안과 미확인 사항만 보고해줘.</a:t>
            </a:r>
          </a:p>
          <a:p xmlns:a="http://schemas.openxmlformats.org/drawingml/2006/main">
            <a:r>
              <a:t>```</a:t>
            </a:r>
          </a:p>
          <a:p xmlns:a="http://schemas.openxmlformats.org/drawingml/2006/main">
            <a:r>
              <a:t/>
            </a:r>
          </a:p>
          <a:p xmlns:a="http://schemas.openxmlformats.org/drawingml/2006/main">
            <a:r>
              <a:t>3. (0:45–1:00 ) 화면 하단의 핵심을 회수하고 한계를 짧게 짚는다. “이 조건 중 다음 작업에도 다시 적게 될 것은 무엇일까요?”라고 기존 S22–S23의 반복 Context 질문으로 연결한다. 현재 기존 두 장은 S30–S31이다.</a:t>
            </a:r>
          </a:p>
          <a:p xmlns:a="http://schemas.openxmlformats.org/drawingml/2006/main">
            <a:r>
              <a:t/>
            </a:r>
          </a:p>
          <a:p xmlns:a="http://schemas.openxmlformats.org/drawingml/2006/main">
            <a:r>
              <a:t>Evidence / Source: CLM-0039; official documented recommendations checked 2026-10-21. https://learn.chatgpt.com/docs/prompting. Evidence matrix: references/product/PROMPT_ENGINEERING_2026-10-21.md.</a:t>
            </a:r>
          </a:p>
          <a:p xmlns:a="http://schemas.openxmlformats.org/drawingml/2006/main">
            <a:r>
              <a:t/>
            </a:r>
          </a:p>
          <a:p xmlns:a="http://schemas.openxmlformats.org/drawingml/2006/main">
            <a:r>
              <a:t>Claim Boundary: 교육용 요청 문장이다. 실제 TRIAL-002 입력·실행·비교 실험이 아니다. 앞선 제안은 가상 예시입니다. 원하는 답만 반복시키지 말고 명세와 실제 근거로 방향을 고칩니다. 정확도·토큰·시간·성능 개선이나 모든 모델의 동일한 동작을 보장하지 않는다.</a:t>
            </a:r>
          </a:p>
          <a:p xmlns:a="http://schemas.openxmlformats.org/drawingml/2006/main">
            <a:r>
              <a:t/>
            </a:r>
          </a:p>
          <a:p xmlns:a="http://schemas.openxmlformats.org/drawingml/2006/main">
            <a:r>
              <a:t>Beginner Explanation: “이럴 때 사용” 옆의 상황에 해당하면 예시 문장을 출발점으로 삼고 실제 명세·파일·자료를 맞춰 넣는다. 요청 길이를 늘리는 것 자체가 목적은 아니다.</a:t>
            </a:r>
          </a:p>
          <a:p xmlns:a="http://schemas.openxmlformats.org/drawingml/2006/main">
            <a:r>
              <a:t/>
            </a:r>
          </a:p>
          <a:p xmlns:a="http://schemas.openxmlformats.org/drawingml/2006/main">
            <a:r>
              <a:t>Advanced Insight: Treat the technique as a documented starting point. Check the selected model, workload, available tools, evidence and failure conditions before attributing an outcome to the prompt.</a:t>
            </a:r>
          </a:p>
          <a:p xmlns:a="http://schemas.openxmlformats.org/drawingml/2006/main">
            <a:r>
              <a:t/>
            </a:r>
          </a:p>
          <a:p xmlns:a="http://schemas.openxmlformats.org/drawingml/2006/main">
            <a:r>
              <a:t>C++ Vision Bridge: 기존 crop의 끝 좌표 제외 명세와 제조 검사 pipeline에 적용하는 개념 예시다. 실제 C++ 구현·실행·오류 정책이나 장비 조건은 추가로 확정하지 않는다.</a:t>
            </a:r>
          </a:p>
          <a:p xmlns:a="http://schemas.openxmlformats.org/drawingml/2006/main">
            <a:r>
              <a:t/>
            </a:r>
          </a:p>
          <a:p xmlns:a="http://schemas.openxmlformats.org/drawingml/2006/main">
            <a:r>
              <a:t>Demo Operation: N/A — static conceptual prompt example. No new Trial, model call, code change, benchmark or live surface demonstration.</a:t>
            </a:r>
          </a:p>
          <a:p xmlns:a="http://schemas.openxmlformats.org/drawingml/2006/main">
            <a:r>
              <a:t/>
            </a:r>
          </a:p>
          <a:p xmlns:a="http://schemas.openxmlformats.org/drawingml/2006/main">
            <a:r>
              <a:t>Audience Interaction: 요청 예시를 눈으로 확인하게 하고 핵심 부분만 가리킨다. 작성 실습·공개 답변·의무 응답을 요구하지 않는다.</a:t>
            </a:r>
          </a:p>
          <a:p xmlns:a="http://schemas.openxmlformats.org/drawingml/2006/main">
            <a:r>
              <a:t/>
            </a:r>
          </a:p>
          <a:p xmlns:a="http://schemas.openxmlformats.org/drawingml/2006/main">
            <a:r>
              <a:t>Transition: “이 조건 중 다음 작업에도 다시 적게 될 것은 무엇일까요?”라고 기존 S22–S23의 반복 Context 질문으로 연결한다. 현재 기존 두 장은 S30–S31이다.</a:t>
            </a:r>
          </a:p>
          <a:p xmlns:a="http://schemas.openxmlformats.org/drawingml/2006/main">
            <a:r>
              <a:t/>
            </a:r>
          </a:p>
          <a:p xmlns:a="http://schemas.openxmlformats.org/drawingml/2006/main">
            <a:r>
              <a:t>Time Management: 1분 동안 핵심과 예시 두세 행만 짚는다. 전문·출처·주의점 전체 낭독은 하지 않는다. 사용자 승인으로 기존 장별 시간은 유지하고 소개8분을 추가했다. 실제 시간 적합성은 리허설 전까지 UNVERIFIED다.</a:t>
            </a:r>
          </a:p>
          <a:p xmlns:a="http://schemas.openxmlformats.org/drawingml/2006/main">
            <a:r>
              <a:t/>
            </a:r>
          </a:p>
          <a:p xmlns:a="http://schemas.openxmlformats.org/drawingml/2006/main">
            <a:r>
              <a:t>Fallback: 정적 production/ACT_1.pptx S29 또는 production/preview/act1/S29.png. 교육용 요청·공식 권고·실제 Trial의 경계를 유지한다. 별도8장 검토용 파일은 보조 자료다.</a:t>
            </a:r>
          </a:p>
          <a:p xmlns:a="http://schemas.openxmlformats.org/drawingml/2006/main">
            <a:r>
              <a:t/>
            </a:r>
          </a:p>
          <a:p xmlns:a="http://schemas.openxmlformats.org/drawingml/2006/main">
            <a:r>
              <a:t>Validation Status: ALIGNED — DEC-0043. Exact final package, Notes and render checks are recorded in production/evaluation/PROMPT_ENGINEERING_ADDITION_RESULT.md. Windows PowerPoint, target fonts, room, current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S30 — 이번 Task인가, 계속 유지할 Project 정보인가?</a:t>
            </a:r>
          </a:p>
          <a:p xmlns:a="http://schemas.openxmlformats.org/drawingml/2006/main">
            <a:r>
              <a:t/>
            </a:r>
          </a:p>
          <a:p xmlns:a="http://schemas.openxmlformats.org/drawingml/2006/main">
            <a:r>
              <a:t>Slide ID: S30</a:t>
            </a:r>
          </a:p>
          <a:p xmlns:a="http://schemas.openxmlformats.org/drawingml/2006/main">
            <a:r>
              <a:t/>
            </a:r>
          </a:p>
          <a:p xmlns:a="http://schemas.openxmlformats.org/drawingml/2006/main">
            <a:r>
              <a:t>Working Title: 이번 Task인가, 계속 유지할 Project 정보인가?</a:t>
            </a:r>
          </a:p>
          <a:p xmlns:a="http://schemas.openxmlformats.org/drawingml/2006/main">
            <a:r>
              <a:t/>
            </a:r>
          </a:p>
          <a:p xmlns:a="http://schemas.openxmlformats.org/drawingml/2006/main">
            <a:r>
              <a:t>ACT / Section: ACT 1 / 1G</a:t>
            </a:r>
          </a:p>
          <a:p xmlns:a="http://schemas.openxmlformats.org/drawingml/2006/main">
            <a:r>
              <a:t/>
            </a:r>
          </a:p>
          <a:p xmlns:a="http://schemas.openxmlformats.org/drawingml/2006/main">
            <a:r>
              <a:t>Allocated Time: 3 minutes</a:t>
            </a:r>
          </a:p>
          <a:p xmlns:a="http://schemas.openxmlformats.org/drawingml/2006/main">
            <a:r>
              <a:t/>
            </a:r>
          </a:p>
          <a:p xmlns:a="http://schemas.openxmlformats.org/drawingml/2006/main">
            <a:r>
              <a:t>Mode Split: Reflection 1 minute + Q&amp;A 2 minutes</a:t>
            </a:r>
          </a:p>
          <a:p xmlns:a="http://schemas.openxmlformats.org/drawingml/2006/main">
            <a:r>
              <a:t/>
            </a:r>
          </a:p>
          <a:p xmlns:a="http://schemas.openxmlformats.org/drawingml/2006/main">
            <a:r>
              <a:t>Primary Message: 두 종류의 정보를 구분할 필요가 있음을 먼저 인식한다.</a:t>
            </a:r>
          </a:p>
          <a:p xmlns:a="http://schemas.openxmlformats.org/drawingml/2006/main">
            <a:r>
              <a:t/>
            </a:r>
          </a:p>
          <a:p xmlns:a="http://schemas.openxmlformats.org/drawingml/2006/main">
            <a:r>
              <a:t>Opening Question: “잘 쓴 요청의 테스트 명령과 보존 조건을, 다음 작업에도 다시 적어야 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Reflection) S21에서 완료 근거를 요청에 담았다는 점을 회수한다. “이렇게 요청을 구체화했지만 테스트 명령과 보존 조건은 다음 작업에도 다시 쓰게 된다”고 반복 마찰을 제시하고, 익숙한 문장 하나가 이번 Task에만 필요한지 다음 작업에도 필요한지 생각하게 한다. 두 영역은 비워 둔다.</a:t>
            </a:r>
          </a:p>
          <a:p xmlns:a="http://schemas.openxmlformats.org/drawingml/2006/main">
            <a:r>
              <a:t>2. (1:00–3:00 / Q&amp;A) 자발적인 질문을 받는다. 분류의 정답이나 저장 방식·AGENTS.md를 미리 공개하지 않는다. 침묵도 정상 진행이다.</a:t>
            </a:r>
          </a:p>
          <a:p xmlns:a="http://schemas.openxmlformats.org/drawingml/2006/main">
            <a:r>
              <a:t>3. (3:00) S31에서 정보의 수명·범위를 후보 예시로 비교하겠다고 넘긴다.</a:t>
            </a:r>
          </a:p>
          <a:p xmlns:a="http://schemas.openxmlformats.org/drawingml/2006/main">
            <a:r>
              <a:t/>
            </a:r>
          </a:p>
          <a:p xmlns:a="http://schemas.openxmlformats.org/drawingml/2006/main">
            <a:r>
              <a:t>Evidence / Source: BEAT-007 → BEAT-008 handoff, CLM-0029, CLM-0027, CLM-0003, CLM-0005. TEACHING_MODEL. DEC-0042는 요청 설계와 기존 사례의 연결·용어를 정렬한 결정이며 새로운 실험 근거가 아니다.</a:t>
            </a:r>
          </a:p>
          <a:p xmlns:a="http://schemas.openxmlformats.org/drawingml/2006/main">
            <a:r>
              <a:t/>
            </a:r>
          </a:p>
          <a:p xmlns:a="http://schemas.openxmlformats.org/drawingml/2006/main">
            <a:r>
              <a:t>Claim Boundary: 두 Bucket은 Reflection을 위한 과정의 모델이다. 이 장에서는 정답, 제품 기능, AGENTS.md 또는 완전한 분류를 제시하지 않는다.</a:t>
            </a:r>
          </a:p>
          <a:p xmlns:a="http://schemas.openxmlformats.org/drawingml/2006/main">
            <a:r>
              <a:t/>
            </a:r>
          </a:p>
          <a:p xmlns:a="http://schemas.openxmlformats.org/drawingml/2006/main">
            <a:r>
              <a:t>Beginner Explanation: 요청을 잘 작성한 뒤에도 같은 테스트 명령과 보존 조건을 다시 쓰게 된다. 이번 목표에만 필요한 정보와 여러 작업이 참고할 Project 사실의 수명·범위를 생각한다. 저장 메커니즘은 다음 ACT에서 문제를 본 뒤 다룬다.</a:t>
            </a:r>
          </a:p>
          <a:p xmlns:a="http://schemas.openxmlformats.org/drawingml/2006/main">
            <a:r>
              <a:t/>
            </a:r>
          </a:p>
          <a:p xmlns:a="http://schemas.openxmlformats.org/drawingml/2006/main">
            <a:r>
              <a:t>Advanced Insight: Consider information lifetime and scope without deciding the storage mechanism yet.</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a:t>
            </a:r>
          </a:p>
          <a:p xmlns:a="http://schemas.openxmlformats.org/drawingml/2006/main">
            <a:r>
              <a:t/>
            </a:r>
          </a:p>
          <a:p xmlns:a="http://schemas.openxmlformats.org/drawingml/2006/main">
            <a:r>
              <a:t>Audience Interaction: 순서: Reflection 1분 후 Q&amp;A 2분. Reflection은 사적 생각 시간이고 공유는 자발적이다. 응답이 없으면 질문을 한 번 더 읽고 진행한다.</a:t>
            </a:r>
          </a:p>
          <a:p xmlns:a="http://schemas.openxmlformats.org/drawingml/2006/main">
            <a:r>
              <a:t/>
            </a:r>
          </a:p>
          <a:p xmlns:a="http://schemas.openxmlformats.org/drawingml/2006/main">
            <a:r>
              <a:t>Transition: “방금 떠올린 반복 문장을 이번 Task 정보와 계속 참고할 Project 정보의 후보로 나눠 보겠습니다.”라고 S31으로 이동한다.</a:t>
            </a:r>
          </a:p>
          <a:p xmlns:a="http://schemas.openxmlformats.org/drawingml/2006/main">
            <a:r>
              <a:t/>
            </a:r>
          </a:p>
          <a:p xmlns:a="http://schemas.openxmlformats.org/drawingml/2006/main">
            <a:r>
              <a:t>Time Management: Reflection 1분, Q&amp;A 2분을 보존한다. 긴 토론이나 개인 업무 공개를 요구하지 않는다.</a:t>
            </a:r>
          </a:p>
          <a:p xmlns:a="http://schemas.openxmlformats.org/drawingml/2006/main">
            <a:r>
              <a:t/>
            </a:r>
          </a:p>
          <a:p xmlns:a="http://schemas.openxmlformats.org/drawingml/2006/main">
            <a:r>
              <a:t>Fallback: 정적 기본 경로 — `production/ACT_1.pptx` S30 또는 `production/preview/act1/S30.png`를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S31 — 반복하는 설명을 두 범주로 나누기</a:t>
            </a:r>
          </a:p>
          <a:p xmlns:a="http://schemas.openxmlformats.org/drawingml/2006/main">
            <a:r>
              <a:t/>
            </a:r>
          </a:p>
          <a:p xmlns:a="http://schemas.openxmlformats.org/drawingml/2006/main">
            <a:r>
              <a:t>Slide ID: S31</a:t>
            </a:r>
          </a:p>
          <a:p xmlns:a="http://schemas.openxmlformats.org/drawingml/2006/main">
            <a:r>
              <a:t/>
            </a:r>
          </a:p>
          <a:p xmlns:a="http://schemas.openxmlformats.org/drawingml/2006/main">
            <a:r>
              <a:t>Working Title: 반복하는 설명을 두 범주로 나누기</a:t>
            </a:r>
          </a:p>
          <a:p xmlns:a="http://schemas.openxmlformats.org/drawingml/2006/main">
            <a:r>
              <a:t/>
            </a:r>
          </a:p>
          <a:p xmlns:a="http://schemas.openxmlformats.org/drawingml/2006/main">
            <a:r>
              <a:t>ACT / Section: ACT 1 / 1G</a:t>
            </a:r>
          </a:p>
          <a:p xmlns:a="http://schemas.openxmlformats.org/drawingml/2006/main">
            <a:r>
              <a:t/>
            </a:r>
          </a:p>
          <a:p xmlns:a="http://schemas.openxmlformats.org/drawingml/2006/main">
            <a:r>
              <a:t>Allocated Time: 6 minutes</a:t>
            </a:r>
          </a:p>
          <a:p xmlns:a="http://schemas.openxmlformats.org/drawingml/2006/main">
            <a:r>
              <a:t/>
            </a:r>
          </a:p>
          <a:p xmlns:a="http://schemas.openxmlformats.org/drawingml/2006/main">
            <a:r>
              <a:t>Mode Split: Reflection 1 minute + Transition 3 minutes + Q&amp;A 2 minutes</a:t>
            </a:r>
          </a:p>
          <a:p xmlns:a="http://schemas.openxmlformats.org/drawingml/2006/main">
            <a:r>
              <a:t/>
            </a:r>
          </a:p>
          <a:p xmlns:a="http://schemas.openxmlformats.org/drawingml/2006/main">
            <a:r>
              <a:t>Primary Message: Task 정보와 Project 정보는 수명과 적용 범위가 다르다.</a:t>
            </a:r>
          </a:p>
          <a:p xmlns:a="http://schemas.openxmlformats.org/drawingml/2006/main">
            <a:r>
              <a:t/>
            </a:r>
          </a:p>
          <a:p xmlns:a="http://schemas.openxmlformats.org/drawingml/2006/main">
            <a:r>
              <a:t>Opening Question: “같은 Project 설명을 다음 요청에서도 왜 반복하게 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Reflection) 앞 장에서 떠올린 반복 문장을 이번 Task 정보와 계속 참고할 Project 정보의 후보로 생각한다. 분류 시험이나 답안 작성은 아니다.</a:t>
            </a:r>
          </a:p>
          <a:p xmlns:a="http://schemas.openxmlformats.org/drawingml/2006/main">
            <a:r>
              <a:t>2. (1:00–2:00 / Transition) crop 경계 수정·이번 README 수정은 현재 목표의 후보이고, 반복해서 사용할 테스트 명령·의존성 추가에 필요한 근거 같은 보존 조건은 여러 작업에서 참고할 후보임을 비교한다. 예시는 유일한 정답이나 실제 STATE-01 원문이 아니다.</a:t>
            </a:r>
          </a:p>
          <a:p xmlns:a="http://schemas.openxmlformats.org/drawingml/2006/main">
            <a:r>
              <a:t>3. (2:00–4:00 / Transition) 원하는 변화·지킬 조건·완료 근거를 요청에 담는 원칙을 회수한다. 그중 같은 Project 사실과 확인 명령을 다음 작업에도 다시 적는다는 미해결 문제를 남긴다. Context의 위치·메커니즘을 먼저 답하지 않고 S32의 반복 장면이 필요하게 만든다.</a:t>
            </a:r>
          </a:p>
          <a:p xmlns:a="http://schemas.openxmlformats.org/drawingml/2006/main">
            <a:r>
              <a:t>4. (4:00–6:00 / Q&amp;A) 자발적인 질문을 받고 6분에 ACT 2로 간다. 질문이 없으면 반복 Project 설명이라는 마지막 질문을 한 번 읽고 정시에 넘긴다.</a:t>
            </a:r>
          </a:p>
          <a:p xmlns:a="http://schemas.openxmlformats.org/drawingml/2006/main">
            <a:r>
              <a:t/>
            </a:r>
          </a:p>
          <a:p xmlns:a="http://schemas.openxmlformats.org/drawingml/2006/main">
            <a:r>
              <a:t>Evidence / Source: BEAT-007, BEAT-008, TRANS-003, CLM-0029, CLM-0027, CLM-0003, CLM-0005. TEACHING_MODEL / CONCEPTUAL. DEC-0042는 요청 설계와 기존 사례의 연결·용어를 정렬한 결정이며 새로운 실험 근거가 아니다.</a:t>
            </a:r>
          </a:p>
          <a:p xmlns:a="http://schemas.openxmlformats.org/drawingml/2006/main">
            <a:r>
              <a:t/>
            </a:r>
          </a:p>
          <a:p xmlns:a="http://schemas.openxmlformats.org/drawingml/2006/main">
            <a:r>
              <a:t>Claim Boundary: 항목은 수명과 적용 범위를 생각하게 하는 교육용 후보 예시다. 화면의 의존성 예시는 실제 STATE-01 지침처럼 작업상 정당한 근거가 있으면 추가할 수 있다는 조건을 보존한다. 이 장은 그 지침의 실행 효과를 관찰한 결과가 아니다. 유일한 정답·classification test·제품 메커니즘으로 말하지 않는다. AGENTS.md는 이 장에서 답으로 제시하지 않는다.</a:t>
            </a:r>
          </a:p>
          <a:p xmlns:a="http://schemas.openxmlformats.org/drawingml/2006/main">
            <a:r>
              <a:t/>
            </a:r>
          </a:p>
          <a:p xmlns:a="http://schemas.openxmlformats.org/drawingml/2006/main">
            <a:r>
              <a:t>Beginner Explanation: 요청을 잘 작성한 뒤에도 같은 테스트 명령과 보존 조건을 다시 쓰게 된다. 이번 목표에만 필요한 정보와 여러 작업이 참고할 Project 사실의 수명·범위를 생각한다. 저장 메커니즘은 다음 ACT에서 문제를 본 뒤 다룬다.</a:t>
            </a:r>
          </a:p>
          <a:p xmlns:a="http://schemas.openxmlformats.org/drawingml/2006/main">
            <a:r>
              <a:t/>
            </a:r>
          </a:p>
          <a:p xmlns:a="http://schemas.openxmlformats.org/drawingml/2006/main">
            <a:r>
              <a:t>Advanced Insight: Information reuse scope and lifetime may differ; the next ACT will examine the repeated-fact problem before introducing a mechanism.</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a:t>
            </a:r>
          </a:p>
          <a:p xmlns:a="http://schemas.openxmlformats.org/drawingml/2006/main">
            <a:r>
              <a:t/>
            </a:r>
          </a:p>
          <a:p xmlns:a="http://schemas.openxmlformats.org/drawingml/2006/main">
            <a:r>
              <a:t>Audience Interaction: Reflection 1분 후 map 순서대로 ACT 2 Transition 3분, Q&amp;A 2분. 예시는 후보로만 말하고, 자발적 응답을 받되 정답 분류를 평가하지 않는다.</a:t>
            </a:r>
          </a:p>
          <a:p xmlns:a="http://schemas.openxmlformats.org/drawingml/2006/main">
            <a:r>
              <a:t/>
            </a:r>
          </a:p>
          <a:p xmlns:a="http://schemas.openxmlformats.org/drawingml/2006/main">
            <a:r>
              <a:t>Transition: “요청은 구체화했지만, 같은 테스트 명령과 보존 조건은 다음 작업에도 다시 적게 됩니다. Project 설명을 왜 매번 Prompt에 다시 쓰고 있을까요?”라고 S32의 반복 Project Context 문제로 연결한다.</a:t>
            </a:r>
          </a:p>
          <a:p xmlns:a="http://schemas.openxmlformats.org/drawingml/2006/main">
            <a:r>
              <a:t/>
            </a:r>
          </a:p>
          <a:p xmlns:a="http://schemas.openxmlformats.org/drawingml/2006/main">
            <a:r>
              <a:t>Time Management: 0–1분 Reflection, 1–4분 Transition, 4–6분 Q&amp;A. 기존 Notes의 1–5분 전환/5–6분 Q&amp;A 불일치를 승인된 Mode Split 1+3+2로 정렬한다. Project Context 해결책이나 AGENTS.md는 미리 공개하지 않는다.</a:t>
            </a:r>
          </a:p>
          <a:p xmlns:a="http://schemas.openxmlformats.org/drawingml/2006/main">
            <a:r>
              <a:t/>
            </a:r>
          </a:p>
          <a:p xmlns:a="http://schemas.openxmlformats.org/drawingml/2006/main">
            <a:r>
              <a:t>Fallback: 정적 기본 경로 — `production/ACT_1.pptx` S31 또는 `production/preview/act1/S31.png`를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S32 — 다른 Task에 같은 설명이 반복된다</a:t>
            </a:r>
          </a:p>
          <a:p xmlns:a="http://schemas.openxmlformats.org/drawingml/2006/main">
            <a:r>
              <a:t/>
            </a:r>
          </a:p>
          <a:p xmlns:a="http://schemas.openxmlformats.org/drawingml/2006/main">
            <a:r>
              <a:t>Slide ID: S32</a:t>
            </a:r>
          </a:p>
          <a:p xmlns:a="http://schemas.openxmlformats.org/drawingml/2006/main">
            <a:r>
              <a:t/>
            </a:r>
          </a:p>
          <a:p xmlns:a="http://schemas.openxmlformats.org/drawingml/2006/main">
            <a:r>
              <a:t>Working Title: 다른 Task에 같은 설명이 반복된다</a:t>
            </a:r>
          </a:p>
          <a:p xmlns:a="http://schemas.openxmlformats.org/drawingml/2006/main">
            <a:r>
              <a:t/>
            </a:r>
          </a:p>
          <a:p xmlns:a="http://schemas.openxmlformats.org/drawingml/2006/main">
            <a:r>
              <a:t>ACT / Section: ACT 2 / 2A</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Lecture 4 minutes + Case 1 minute</a:t>
            </a:r>
          </a:p>
          <a:p xmlns:a="http://schemas.openxmlformats.org/drawingml/2006/main">
            <a:r>
              <a:t/>
            </a:r>
          </a:p>
          <a:p xmlns:a="http://schemas.openxmlformats.org/drawingml/2006/main">
            <a:r>
              <a:t>Primary Message: Bug fix, performance, and README Tasks can repeat the same Project facts because task-specific instructions and durable Project context have different scopes.</a:t>
            </a:r>
          </a:p>
          <a:p xmlns:a="http://schemas.openxmlformats.org/drawingml/2006/main">
            <a:r>
              <a:t/>
            </a:r>
          </a:p>
          <a:p xmlns:a="http://schemas.openxmlformats.org/drawingml/2006/main">
            <a:r>
              <a:t>Opening Question: “Task는 다른데 왜 같은 설명을 계속 복사하고 있지?”</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(0:00–2:00) 버그 수정, 성능 조사, README 수정의 서로 다른 목표를 왼쪽부터 가리킨다.</a:t>
            </a:r>
          </a:p>
          <a:p xmlns:a="http://schemas.openxmlformats.org/drawingml/2006/main">
            <a:r>
              <a:t>2. (2:00–4:00) 아래에 반복된 네 줄을 비교한다. 테스트 실행, 근거가 있을 때 의존성 추가, 로컬 합성 데이터, 기존 동작 보존이다. 세 요청은 교육용 구성 예시이며 Trial 원문이 아니다.</a:t>
            </a:r>
          </a:p>
          <a:p xmlns:a="http://schemas.openxmlformats.org/drawingml/2006/main">
            <a:r>
              <a:t>3. (4:00–5:00) 같은 설명이 왜 다시 들어가는지 잠시 생각하게 한다. 아직 저장 위치나 기능을 답으로 제시하지 않는다.</a:t>
            </a:r>
          </a:p>
          <a:p xmlns:a="http://schemas.openxmlformats.org/drawingml/2006/main">
            <a:r>
              <a:t/>
            </a:r>
          </a:p>
          <a:p xmlns:a="http://schemas.openxmlformats.org/drawingml/2006/main">
            <a:r>
              <a:t>Evidence / Source: BEAT-008, CLM-0003, CLM-0005. TEACHING_MODEL / CONCEPTUAL; the three cards are a constructed example, not a Trial.</a:t>
            </a:r>
          </a:p>
          <a:p xmlns:a="http://schemas.openxmlformats.org/drawingml/2006/main">
            <a:r>
              <a:t/>
            </a:r>
          </a:p>
          <a:p xmlns:a="http://schemas.openxmlformats.org/drawingml/2006/main">
            <a:r>
              <a:t>Claim Boundary: Repetition can indicate a scope and lifetime question. This slide does not claim a product failure or introduce a repository instruction file as the answer.</a:t>
            </a:r>
          </a:p>
          <a:p xmlns:a="http://schemas.openxmlformats.org/drawingml/2006/main">
            <a:r>
              <a:t/>
            </a:r>
          </a:p>
          <a:p xmlns:a="http://schemas.openxmlformats.org/drawingml/2006/main">
            <a:r>
              <a:t>Beginner Explanation: If every Task needs the same Project facts, consider whether those facts belong with the Task or with the Project.</a:t>
            </a:r>
          </a:p>
          <a:p xmlns:a="http://schemas.openxmlformats.org/drawingml/2006/main">
            <a:r>
              <a:t/>
            </a:r>
          </a:p>
          <a:p xmlns:a="http://schemas.openxmlformats.org/drawingml/2006/main">
            <a:r>
              <a:t>Advanced Insight: Separate Task intent from durable constraints before choosing where to maintain them.</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a:t>
            </a:r>
          </a:p>
          <a:p xmlns:a="http://schemas.openxmlformats.org/drawingml/2006/main">
            <a:r>
              <a:t/>
            </a:r>
          </a:p>
          <a:p xmlns:a="http://schemas.openxmlformats.org/drawingml/2006/main">
            <a:r>
              <a:t>Audience Interaction: Use the final minute as a quiet case prompt. No hands-on activity or public response is required.</a:t>
            </a:r>
          </a:p>
          <a:p xmlns:a="http://schemas.openxmlformats.org/drawingml/2006/main">
            <a:r>
              <a:t/>
            </a:r>
          </a:p>
          <a:p xmlns:a="http://schemas.openxmlformats.org/drawingml/2006/main">
            <a:r>
              <a:t>Transition: “공통 정보를 Prompt 밖에 둘 수 있을까?”</a:t>
            </a:r>
          </a:p>
          <a:p xmlns:a="http://schemas.openxmlformats.org/drawingml/2006/main">
            <a:r>
              <a:t/>
            </a:r>
          </a:p>
          <a:p xmlns:a="http://schemas.openxmlformats.org/drawingml/2006/main">
            <a:r>
              <a:t>Time Management: Spend four minutes on the repeated facts and one minute on the question. Do not preview the solution.</a:t>
            </a:r>
          </a:p>
          <a:p xmlns:a="http://schemas.openxmlformats.org/drawingml/2006/main">
            <a:r>
              <a:t/>
            </a:r>
          </a:p>
          <a:p xmlns:a="http://schemas.openxmlformats.org/drawingml/2006/main">
            <a:r>
              <a:t>Fallback: LOCAL STATIC ARTIFACT — 발표 기본 경로는 `production/ACT_2.pptx`의 S32 또는 `production/preview/act2/S32.png`다. 수정 초안 정적 화면은 존재하며 최종 release 경로·내용 일치는 통합 검토에서 확인한다. 실제 Trial 캡처나 현재 제품 실행으로 표현하지 않는다.</a:t>
            </a:r>
          </a:p>
          <a:p xmlns:a="http://schemas.openxmlformats.org/drawingml/2006/main">
            <a:r>
              <a:t/>
            </a:r>
          </a:p>
          <a:p xmlns:a="http://schemas.openxmlformats.org/drawingml/2006/main">
            <a:r>
              <a:t>Validation Status: REVIEWED — 원문·Claim 경계, 화면의 설명 순서와 운영 지침을 대조했다. 최종 PPT/Notes/PNG 대조 결과는 production/evaluation/FULL_DECK_PRESENTATION_REVISION.md에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S33 — 작은 Project Context의 첫 기록</a:t>
            </a:r>
          </a:p>
          <a:p xmlns:a="http://schemas.openxmlformats.org/drawingml/2006/main">
            <a:r>
              <a:t/>
            </a:r>
          </a:p>
          <a:p xmlns:a="http://schemas.openxmlformats.org/drawingml/2006/main">
            <a:r>
              <a:t>Slide ID: S33</a:t>
            </a:r>
          </a:p>
          <a:p xmlns:a="http://schemas.openxmlformats.org/drawingml/2006/main">
            <a:r>
              <a:t/>
            </a:r>
          </a:p>
          <a:p xmlns:a="http://schemas.openxmlformats.org/drawingml/2006/main">
            <a:r>
              <a:t>Working Title: 작은 Project Context의 첫 기록</a:t>
            </a:r>
          </a:p>
          <a:p xmlns:a="http://schemas.openxmlformats.org/drawingml/2006/main">
            <a:r>
              <a:t/>
            </a:r>
          </a:p>
          <a:p xmlns:a="http://schemas.openxmlformats.org/drawingml/2006/main">
            <a:r>
              <a:t>ACT / Section: ACT 2 / 2B</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Demo 4 minutes (HYBRID planned; activation unverified)</a:t>
            </a:r>
          </a:p>
          <a:p xmlns:a="http://schemas.openxmlformats.org/drawingml/2006/main">
            <a:r>
              <a:t/>
            </a:r>
          </a:p>
          <a:p xmlns:a="http://schemas.openxmlformats.org/drawingml/2006/main">
            <a:r>
              <a:t>Primary Message: STATE-01의 실제 AGENTS.md에는 반복되는 프로젝트 목적, 실행 방법, 테스트 명령, 기본 제약이 기록되어 있다.</a:t>
            </a:r>
          </a:p>
          <a:p xmlns:a="http://schemas.openxmlformats.org/drawingml/2006/main">
            <a:r>
              <a:t/>
            </a:r>
          </a:p>
          <a:p xmlns:a="http://schemas.openxmlformats.org/drawingml/2006/main">
            <a:r>
              <a:t>Opening Question: “반복되는 Project 정보를 한 번 기록하면 어떤 점이 달라질까?”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STATE-00-FIXED에서 STATE-01로 바뀐 것은 root AGENTS.md 한 파일 추가임을 설명한다.</a:t>
            </a:r>
          </a:p>
          <a:p xmlns:a="http://schemas.openxmlformats.org/drawingml/2006/main">
            <a:r>
              <a:t>2. (1:00–3:00) 네 발췌를 순서대로 가리킨다. 목적: 로컬 grayscale CLI. 실행: README의 준비된 명령. 테스트: 원문 명령. 제약: 범위를 지키고 관련 동작을 검증. 영어 문장을 모두 낭독하지 않는다.</a:t>
            </a:r>
          </a:p>
          <a:p xmlns:a="http://schemas.openxmlformats.org/drawingml/2006/main">
            <a:r>
              <a:t>3. (3:00–4:00) Task마다 반복 설명하던 사실을 저장소에 둔 설계 의도를 정리하고, 실제 활용 관찰은 S34로 넘긴다.</a:t>
            </a:r>
          </a:p>
          <a:p xmlns:a="http://schemas.openxmlformats.org/drawingml/2006/main">
            <a:r>
              <a:t/>
            </a:r>
          </a:p>
          <a:p xmlns:a="http://schemas.openxmlformats.org/drawingml/2006/main">
            <a:r>
              <a:t>화면 진행: 한국어 의미를 먼저 읽고 바로 위의 실제 AGENTS.md 발췌와 대조한다. 강조한 CLI 목적·README·범위/검증 문구만 짚고 테스트 명령은 입력 실습이나 CLI 설명으로 확장하지 않는다.</a:t>
            </a:r>
          </a:p>
          <a:p xmlns:a="http://schemas.openxmlformats.org/drawingml/2006/main">
            <a:r>
              <a:t/>
            </a:r>
          </a:p>
          <a:p xmlns:a="http://schemas.openxmlformats.org/drawingml/2006/main">
            <a:r>
              <a:t>Evidence / Source: STATE-01 / DEMO-02 / OBSERVED_PRODUCT. Demo tag `14baf81746a981d7cd96b7a014ea06f28c3dd6b4`, root `AGENTS.md` 2, 5, 9, 15행 발췌. 15줄/567bytes는 원문 메타데이터이며 화면의 중심 메시지로 쓰지 않는다. 테스트 명령은 `Run`과 구두점을 제외한 원문 명령 문자열이다. Source: `plan/DEMO_MATRIX.md` STATE-01 기록.</a:t>
            </a:r>
          </a:p>
          <a:p xmlns:a="http://schemas.openxmlformats.org/drawingml/2006/main">
            <a:r>
              <a:t/>
            </a:r>
          </a:p>
          <a:p xmlns:a="http://schemas.openxmlformats.org/drawingml/2006/main">
            <a:r>
              <a:t>Claim Boundary: 실제 파일이 그 상태에 존재했다는 근거다. 성능, 정확도, 토큰 절감 또는 AGENTS.md 단독 인과효과를 주장하지 않는다. 제품 코드·테스트·README는 그 상태 전환에서 바뀌지 않았다. S34의 지침 활용 관찰을 이 장의 결과로 앞당기지 않는다. 현재 Desktop 자동 로딩이나 교육 환경을 검증한 것이 아니다.</a:t>
            </a:r>
          </a:p>
          <a:p xmlns:a="http://schemas.openxmlformats.org/drawingml/2006/main">
            <a:r>
              <a:t/>
            </a:r>
          </a:p>
          <a:p xmlns:a="http://schemas.openxmlformats.org/drawingml/2006/main">
            <a:r>
              <a:t>Beginner Explanation: A small set of facts that applies across Project Tasks can be written down once in the repository.</a:t>
            </a:r>
          </a:p>
          <a:p xmlns:a="http://schemas.openxmlformats.org/drawingml/2006/main">
            <a:r>
              <a:t/>
            </a:r>
          </a:p>
          <a:p xmlns:a="http://schemas.openxmlformats.org/drawingml/2006/main">
            <a:r>
              <a:t>Advanced Insight: The design choice is about context scope and maintenance ownership, not a measured quality or performance effect.</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`production/ACT_2.pptx`의 S33 및 `production/preview/act2/S33.png`에 있는 실제 AGENTS.md 원문 발췌를 가리킨다. 편집기 screenshot이 아니다. Live/HYBRID는 발표 환경 검증 전까지 비활성이다.</a:t>
            </a:r>
          </a:p>
          <a:p xmlns:a="http://schemas.openxmlformats.org/drawingml/2006/main">
            <a:r>
              <a:t/>
            </a:r>
          </a:p>
          <a:p xmlns:a="http://schemas.openxmlformats.org/drawingml/2006/main">
            <a:r>
              <a:t>Audience Interaction: Point out the recurring facts without asking the audience to inspect a repository.</a:t>
            </a:r>
          </a:p>
          <a:p xmlns:a="http://schemas.openxmlformats.org/drawingml/2006/main">
            <a:r>
              <a:t/>
            </a:r>
          </a:p>
          <a:p xmlns:a="http://schemas.openxmlformats.org/drawingml/2006/main">
            <a:r>
              <a:t>Transition: “이 안내가 실제 Task에서 어떻게 사용됐는지 기록을 보겠습니다.”</a:t>
            </a:r>
          </a:p>
          <a:p xmlns:a="http://schemas.openxmlformats.org/drawingml/2006/main">
            <a:r>
              <a:t/>
            </a:r>
          </a:p>
          <a:p xmlns:a="http://schemas.openxmlformats.org/drawingml/2006/main">
            <a:r>
              <a:t>Time Management: Demo 4분 유지. 1분 상태 전환, 2분 네 발췌, 1분 의미와 S34 handoff. 명령어 옵션별 설명은 생략한다.</a:t>
            </a:r>
          </a:p>
          <a:p xmlns:a="http://schemas.openxmlformats.org/drawingml/2006/main">
            <a:r>
              <a:t/>
            </a:r>
          </a:p>
          <a:p xmlns:a="http://schemas.openxmlformats.org/drawingml/2006/main">
            <a:r>
              <a:t>Fallback: LOCAL STATIC ARTIFACT — 발표 기본 경로는 `production/ACT_2.pptx`의 S33 또는 `production/preview/act2/S33.png`다. 수정 초안 정적 화면은 존재하며 최종 release 경로·내용 일치는 통합 검토에서 확인한다. 실제 Trial 캡처나 현재 제품 실행으로 표현하지 않는다.</a:t>
            </a:r>
          </a:p>
          <a:p xmlns:a="http://schemas.openxmlformats.org/drawingml/2006/main">
            <a:r>
              <a:t/>
            </a:r>
          </a:p>
          <a:p xmlns:a="http://schemas.openxmlformats.org/drawingml/2006/main">
            <a:r>
              <a:t>Validation Status: REVIEWED — DEC-0030에서 승인한 화면 강조와 운영 Cue를 정렬했다. 최종 PPT/Notes/PNG 대조와 렌더 검토 결과는 production/evaluation/FULL_DECK_PRESENTATION_POLISH.md에 기록한다. Windows PowerPoint, 발표 PC 글꼴, 교육장 투사, 제품·계정,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S34 — AGENTS.md의 지침대로 검증했다</a:t>
            </a:r>
          </a:p>
          <a:p xmlns:a="http://schemas.openxmlformats.org/drawingml/2006/main">
            <a:r>
              <a:t/>
            </a:r>
          </a:p>
          <a:p xmlns:a="http://schemas.openxmlformats.org/drawingml/2006/main">
            <a:r>
              <a:t>Slide ID: S34</a:t>
            </a:r>
          </a:p>
          <a:p xmlns:a="http://schemas.openxmlformats.org/drawingml/2006/main">
            <a:r>
              <a:t/>
            </a:r>
          </a:p>
          <a:p xmlns:a="http://schemas.openxmlformats.org/drawingml/2006/main">
            <a:r>
              <a:t>Working Title: AGENTS.md의 지침대로 검증했다</a:t>
            </a:r>
          </a:p>
          <a:p xmlns:a="http://schemas.openxmlformats.org/drawingml/2006/main">
            <a:r>
              <a:t/>
            </a:r>
          </a:p>
          <a:p xmlns:a="http://schemas.openxmlformats.org/drawingml/2006/main">
            <a:r>
              <a:t>ACT / Section: ACT 2 / 2B</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Demo 4 minutes (HYBRID planned; activation unverified)</a:t>
            </a:r>
          </a:p>
          <a:p xmlns:a="http://schemas.openxmlformats.org/drawingml/2006/main">
            <a:r>
              <a:t/>
            </a:r>
          </a:p>
          <a:p xmlns:a="http://schemas.openxmlformats.org/drawingml/2006/main">
            <a:r>
              <a:t>Primary Message: 이번 기록에서는 Agent가 AGENTS.md의 테스트 지침을 실제 작업에 적용했다. 작업 Prompt에는 검증 근거 보고가 있었지만 테스트 실행 명령은 없었다.</a:t>
            </a:r>
          </a:p>
          <a:p xmlns:a="http://schemas.openxmlformats.org/drawingml/2006/main">
            <a:r>
              <a:t/>
            </a:r>
          </a:p>
          <a:p xmlns:a="http://schemas.openxmlformats.org/drawingml/2006/main">
            <a:r>
              <a:t>Opening Question: “Prompt에 다시 적지 않은 테스트 명령을 Agent는 어디에서 확인했을까?”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왼쪽 Prompt 창의 실제 요청 핵심 발췌·번역을 읽는다. README Test 절의 과거 STATE-00 실패와 현재 checkout을 구분하고, README.md만 변경하며 최종 diff·관련 검증 근거를 보고하라는 실제 요청이다. 아래 원문 밖 주석은 교육자의 설명이며 Agent에게 보낸 문장이 아니다. 검증 자체를 요청하지 않은 것이 아니라 구체 테스트 명령을 Prompt에 넣지 않은 것이다.</a:t>
            </a:r>
          </a:p>
          <a:p xmlns:a="http://schemas.openxmlformats.org/drawingml/2006/main">
            <a:r>
              <a:t>2. (1:00–2:00) 가운데 AGENTS.md가 프로젝트 작업 지침이라는 역할을 강조한다. STATE-01 지침은 지정된 unittest 명령으로 테스트를 실행하라고 한다. TRIAL-003에서는 Agent가 루트 지침을 확인·출력한 뒤 그 프로젝트 테스트 명령을 실행했다. 파일을 읽었다는 사실에 더해 테스트 지침과 대응하는 실행 기록이 있음을 보여준다.</a:t>
            </a:r>
          </a:p>
          <a:p xmlns:a="http://schemas.openxmlformats.org/drawingml/2006/main">
            <a:r>
              <a:t>3. (2:00–3:00) 오른쪽 전체11/11 PASS는 당시 관찰 결과다. 실제 실행은 지침의 PYTHONPATH=src python3 -m unittest discover -s tests -v 앞에 PYTHONDONTWRITEBYTECODE=1을 붙였다. 전체 command bytes가 동일하다거나 새 실행 결과라고 표현하지 않는다. 명령 옵션별 설명이나 입력 실습으로 확장하지 않는다.</a:t>
            </a:r>
          </a:p>
          <a:p xmlns:a="http://schemas.openxmlformats.org/drawingml/2006/main">
            <a:r>
              <a:t>4. (3:00–4:00) 하단의 Prompt 밖 테스트 지침이 실제 실행에 적용됐다는 메시지를 회수한다. Personal/global Skills도 실행됐고 active instruction-chain dump가 없어 강제 준수 보장·AGENTS.md 단독 효과·모든 규칙 준수는 증명하지 않는다. README-only는 Prompt에도 있었으므로 독립적인 지침 효과로 세지 않는다. Task Prompt와 Project Context의 역할을 나누는 S35로 연결한다.</a:t>
            </a:r>
          </a:p>
          <a:p xmlns:a="http://schemas.openxmlformats.org/drawingml/2006/main">
            <a:r>
              <a:t/>
            </a:r>
          </a:p>
          <a:p xmlns:a="http://schemas.openxmlformats.org/drawingml/2006/main">
            <a:r>
              <a:t>Evidence / Source: TRIAL-003 / STATE-01 / DEMO-02 / OBSERVED_PRODUCT. plan/DEMO_MATRIX.md의 Interface/Product627–634행, 실제 Prompt636–644행, Verification657–672행, Project Context Used674–678행. 지침 명령은 ai-dev-training-demo STATE-01 AGENTS.md9행과 대조했다. 행 번호는 DEC-0046 작성 시점의 locator다. 원본 Trial·지침은 수정하지 않았다.</a:t>
            </a:r>
          </a:p>
          <a:p xmlns:a="http://schemas.openxmlformats.org/drawingml/2006/main">
            <a:r>
              <a:t/>
            </a:r>
          </a:p>
          <a:p xmlns:a="http://schemas.openxmlformats.org/drawingml/2006/main">
            <a:r>
              <a:t>Claim Boundary: 단일 CLI 실행의 테스트 지침 사용 관찰이다. 테스트 명령이 없었다는 주석은 실제 지시문이 아니며, 요청에는 최종 diff와 관련 검증 근거 보고가 있었다. AGENTS.md가 모든 지침 준수를 강제했다거나 단독 원인이었다고 주장하지 않는다. Personal readchk/re0/sip도 실행됐고 active instruction-chain trace가 없다. README-only는 Prompt와 중복된 제약이며 local-data/runtime-dependency 규칙은 이번 작업에서 필요하지 않았다. 현재 Desktop·계정·반복성·성능·정확도·토큰 절감 근거가 아니다.</a:t>
            </a:r>
          </a:p>
          <a:p xmlns:a="http://schemas.openxmlformats.org/drawingml/2006/main">
            <a:r>
              <a:t/>
            </a:r>
          </a:p>
          <a:p xmlns:a="http://schemas.openxmlformats.org/drawingml/2006/main">
            <a:r>
              <a:t>Beginner Explanation: 실제 Prompt는 현재 README 작업을 요청한다. AGENTS.md는 프로젝트 작업 지침을 담고 있으며 이 기록에서는 그 테스트 지침의 명령을 사용했다. 검증 근거 요청과 구체 테스트 명령의 위치를 구분한다.</a:t>
            </a:r>
          </a:p>
          <a:p xmlns:a="http://schemas.openxmlformats.org/drawingml/2006/main">
            <a:r>
              <a:t/>
            </a:r>
          </a:p>
          <a:p xmlns:a="http://schemas.openxmlformats.org/drawingml/2006/main">
            <a:r>
              <a:t>Advanced Insight: Observed use of the repository test instruction is supported. Enforcement, an isolated instruction-loading cause and attribution of README-only scope to AGENTS.md are not established by this run.</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기존 DEMO-02의 Demo4분에 실제 요청 발췌·번역, 외부 주석, 지침 적용 관찰,11/11 결과를 순서대로 가리킨다. 화면은 기록 요약이며 실제 제품 입력창·터미널 캡처 또는 현재 Desktop 실행이 아니다. HYBRID 활성화는 UNVERIFIED이고 기본 경로는 정적 PPT/PNG다.</a:t>
            </a:r>
          </a:p>
          <a:p xmlns:a="http://schemas.openxmlformats.org/drawingml/2006/main">
            <a:r>
              <a:t/>
            </a:r>
          </a:p>
          <a:p xmlns:a="http://schemas.openxmlformats.org/drawingml/2006/main">
            <a:r>
              <a:t>Audience Interaction: Ask the opening question, pause briefly, then reveal the record. Do not require an answer.</a:t>
            </a:r>
          </a:p>
          <a:p xmlns:a="http://schemas.openxmlformats.org/drawingml/2006/main">
            <a:r>
              <a:t/>
            </a:r>
          </a:p>
          <a:p xmlns:a="http://schemas.openxmlformats.org/drawingml/2006/main">
            <a:r>
              <a:t>Transition: “이번 Task의 Prompt와 Project가 계속 유지할 Context는 어떻게 다른가?”</a:t>
            </a:r>
          </a:p>
          <a:p xmlns:a="http://schemas.openxmlformats.org/drawingml/2006/main">
            <a:r>
              <a:t/>
            </a:r>
          </a:p>
          <a:p xmlns:a="http://schemas.openxmlformats.org/drawingml/2006/main">
            <a:r>
              <a:t>Time Management: 1분 실제 요청과 외부 주석,1분 프로젝트 작업 지침,1분 테스트 실행·11/11 결과,1분 해석 한계와 S35 연결. Demo4분·기존 Mode는 유지하며 실측 리허설은 UNVERIFIED다.</a:t>
            </a:r>
          </a:p>
          <a:p xmlns:a="http://schemas.openxmlformats.org/drawingml/2006/main">
            <a:r>
              <a:t/>
            </a:r>
          </a:p>
          <a:p xmlns:a="http://schemas.openxmlformats.org/drawingml/2006/main">
            <a:r>
              <a:t>Fallback: production/ACT_2.pptx S34 또는 production/preview/act2/S34.png를 정적 기본 경로로 사용한다. 실제 Prompt 발췌·번역과 원문 밖 주석을 구분한다. 로컬 렌더·내장 Notes 대조는 production/evaluation/S34_GUIDANCE_REVISION.md를 따른다. 원본 Trial 캡처나 새 실행을 만들지 않는다.</a:t>
            </a:r>
          </a:p>
          <a:p xmlns:a="http://schemas.openxmlformats.org/drawingml/2006/main">
            <a:r>
              <a:t/>
            </a:r>
          </a:p>
          <a:p xmlns:a="http://schemas.openxmlformats.org/drawingml/2006/main">
            <a:r>
              <a:t>Validation Status: ALIGNED — DEC-0046의 실제 Prompt/외부 주석 분리와 관찰된 지침 준수 강조를 반영했다. 최종 PPT/Notes/PNG 검토는 production/evaluation/S34_GUIDANCE_REVISION.md에 기록한다. Windows PowerPoint·발표 PC 글꼴·교육장·현재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S35 — Task Prompt와 Project Context</a:t>
            </a:r>
          </a:p>
          <a:p xmlns:a="http://schemas.openxmlformats.org/drawingml/2006/main">
            <a:r>
              <a:t/>
            </a:r>
          </a:p>
          <a:p xmlns:a="http://schemas.openxmlformats.org/drawingml/2006/main">
            <a:r>
              <a:t>Slide ID: S35</a:t>
            </a:r>
          </a:p>
          <a:p xmlns:a="http://schemas.openxmlformats.org/drawingml/2006/main">
            <a:r>
              <a:t/>
            </a:r>
          </a:p>
          <a:p xmlns:a="http://schemas.openxmlformats.org/drawingml/2006/main">
            <a:r>
              <a:t>Working Title: Task Prompt와 Project Context</a:t>
            </a:r>
          </a:p>
          <a:p xmlns:a="http://schemas.openxmlformats.org/drawingml/2006/main">
            <a:r>
              <a:t/>
            </a:r>
          </a:p>
          <a:p xmlns:a="http://schemas.openxmlformats.org/drawingml/2006/main">
            <a:r>
              <a:t>ACT / Section: ACT 2 / 2C</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Lecture 5 minutes</a:t>
            </a:r>
          </a:p>
          <a:p xmlns:a="http://schemas.openxmlformats.org/drawingml/2006/main">
            <a:r>
              <a:t/>
            </a:r>
          </a:p>
          <a:p xmlns:a="http://schemas.openxmlformats.org/drawingml/2006/main">
            <a:r>
              <a:t>Primary Message: 현재 Task의 목표와 지속되는 Project 사실·규칙은 수명과 적용 범위가 다르다.</a:t>
            </a:r>
          </a:p>
          <a:p xmlns:a="http://schemas.openxmlformats.org/drawingml/2006/main">
            <a:r>
              <a:t/>
            </a:r>
          </a:p>
          <a:p xmlns:a="http://schemas.openxmlformats.org/drawingml/2006/main">
            <a:r>
              <a:t>Opening Question: “이 정보는 언제까지 유효한가?”</a:t>
            </a:r>
          </a:p>
          <a:p xmlns:a="http://schemas.openxmlformats.org/drawingml/2006/main">
            <a:r>
              <a:t/>
            </a:r>
          </a:p>
          <a:p xmlns:a="http://schemas.openxmlformats.org/drawingml/2006/main">
            <a:r>
              <a:t>Speaker Flow: 1. (0–2분) 직전 기록의 현재 README 요청과 재참고한 테스트 명령을 나눈다.</a:t>
            </a:r>
          </a:p>
          <a:p xmlns:a="http://schemas.openxmlformats.org/drawingml/2006/main">
            <a:r>
              <a:t>2. (2–4분) 이번 목표·수정 범위는 요청에, 공통 명령·규칙은 Project 안내에 남는 수명 차이를 짚는다.</a:t>
            </a:r>
          </a:p>
          <a:p xmlns:a="http://schemas.openxmlformats.org/drawingml/2006/main">
            <a:r>
              <a:t>3. (4–5분) 검증 규칙도 Project 안내에 들어갈 수 있음을 말한다. 이후의 Workflow 문제는 수행 단계의 유지·판단 책임이며 파일 종류의 배타적 구분이 아니다.</a:t>
            </a:r>
          </a:p>
          <a:p xmlns:a="http://schemas.openxmlformats.org/drawingml/2006/main">
            <a:r>
              <a:t/>
            </a:r>
          </a:p>
          <a:p xmlns:a="http://schemas.openxmlformats.org/drawingml/2006/main">
            <a:r>
              <a:t>Evidence / Source: BEAT-009–010, TRANS-003, CLM-0003, CLM-0005, DEC-0047. TEACHING_MODEL / CONCEPTUAL; examples summarize S32–S34. Generated visual provenance and prompts: assets/slide-illustrations/task-context/README.md. No new Trial or product capture.</a:t>
            </a:r>
          </a:p>
          <a:p xmlns:a="http://schemas.openxmlformats.org/drawingml/2006/main">
            <a:r>
              <a:t/>
            </a:r>
          </a:p>
          <a:p xmlns:a="http://schemas.openxmlformats.org/drawingml/2006/main">
            <a:r>
              <a:t>Claim Boundary: FROZEN — 93장 구조·Story·시간·Demo 범위; TEACHING_MODEL; REQUIRES PRODUCT CHECK — 구체적 Windows·shell·IDE·hardware 지시를 추가하는 경우; CONCEPTUAL. 이번 요청의 목표·수정 범위와 여러 Task가 재참고할 명령·규칙을 나눈다. 같은 내용이 Prompt 또는 문서 중 한 곳에만 들어갈 수 있다는 뜻이 아니다. 테스트 명령/검증 원칙도 Project 안내에 들어갈 수 있고, 이후 Harness 구간은 여러 단계의 수행·중간 판단을 누가 유지할지 다룬다. 승인된 두 생성 도식과 범위·수명 비교를 유지한다.</a:t>
            </a:r>
          </a:p>
          <a:p xmlns:a="http://schemas.openxmlformats.org/drawingml/2006/main">
            <a:r>
              <a:t/>
            </a:r>
          </a:p>
          <a:p xmlns:a="http://schemas.openxmlformats.org/drawingml/2006/main">
            <a:r>
              <a:t>Beginner Explanation: Put the current goal in the Task request and distinguish it from facts the Project keeps using.</a:t>
            </a:r>
          </a:p>
          <a:p xmlns:a="http://schemas.openxmlformats.org/drawingml/2006/main">
            <a:r>
              <a:t/>
            </a:r>
          </a:p>
          <a:p xmlns:a="http://schemas.openxmlformats.org/drawingml/2006/main">
            <a:r>
              <a:t>Advanced Insight: Scope and lifetime are useful dimensions for deciding ownership and update responsibility.</a:t>
            </a:r>
          </a:p>
          <a:p xmlns:a="http://schemas.openxmlformats.org/drawingml/2006/main">
            <a:r>
              <a:t/>
            </a:r>
          </a:p>
          <a:p xmlns:a="http://schemas.openxmlformats.org/drawingml/2006/main">
            <a:r>
              <a:t>C++ Vision Bridge: Briefly distinguish a general Project constraint from a Task-specific algorithm condition; do not list tools or hardware.</a:t>
            </a:r>
          </a:p>
          <a:p xmlns:a="http://schemas.openxmlformats.org/drawingml/2006/main">
            <a:r>
              <a:t/>
            </a:r>
          </a:p>
          <a:p xmlns:a="http://schemas.openxmlformats.org/drawingml/2006/main">
            <a:r>
              <a:t>Demo Operation: N/A.</a:t>
            </a:r>
          </a:p>
          <a:p xmlns:a="http://schemas.openxmlformats.org/drawingml/2006/main">
            <a:r>
              <a:t/>
            </a:r>
          </a:p>
          <a:p xmlns:a="http://schemas.openxmlformats.org/drawingml/2006/main">
            <a:r>
              <a:t>Audience Interaction: Give the audience a brief silent pause to classify the examples mentally. Do not turn it into a hands-on task.</a:t>
            </a:r>
          </a:p>
          <a:p xmlns:a="http://schemas.openxmlformats.org/drawingml/2006/main">
            <a:r>
              <a:t/>
            </a:r>
          </a:p>
          <a:p xmlns:a="http://schemas.openxmlformats.org/drawingml/2006/main">
            <a:r>
              <a:t>Transition: “정확한 정보를 더 많이 넣으면 언제나 괜찮을까?”</a:t>
            </a:r>
          </a:p>
          <a:p xmlns:a="http://schemas.openxmlformats.org/drawingml/2006/main">
            <a:r>
              <a:t/>
            </a:r>
          </a:p>
          <a:p xmlns:a="http://schemas.openxmlformats.org/drawingml/2006/main">
            <a:r>
              <a:t>Time Management: Keep the model to two layers and four examples. Leave research and detailed routing for later slides.</a:t>
            </a:r>
          </a:p>
          <a:p xmlns:a="http://schemas.openxmlformats.org/drawingml/2006/main">
            <a:r>
              <a:t/>
            </a:r>
          </a:p>
          <a:p xmlns:a="http://schemas.openxmlformats.org/drawingml/2006/main">
            <a:r>
              <a:t>Fallback: LOCAL STATIC ARTIFACT — production/ACT_2.pptx의 S35 또는 production/preview/act2/S35.png를 사용한다. 최종 패키지·PNG·Notes 일치는 production/evaluation/S35_CONTEXT_PLACEMENT_REVISION.md와 검증 JSON으로 확인한다. 실제 Trial 캡처나 현재 제품 실행으로 표현하지 않는다.</a:t>
            </a:r>
          </a:p>
          <a:p xmlns:a="http://schemas.openxmlformats.org/drawingml/2006/main">
            <a:r>
              <a:t/>
            </a:r>
          </a:p>
          <a:p xmlns:a="http://schemas.openxmlformats.org/drawingml/2006/main">
            <a:r>
              <a:t>Validation Status: REVIEWED — DEC-0060의 근거·운영·19필드 구조를 대조했다. 최종 PPT/PNG/내장 Notes 재대조는 production/evaluation/ACT_2_FLOW_REVISION.md에 기록한다. Windows PowerPoint/room/product/account/timed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S36 — 정확한 정보도 계속 늘어난다</a:t>
            </a:r>
          </a:p>
          <a:p xmlns:a="http://schemas.openxmlformats.org/drawingml/2006/main">
            <a:r>
              <a:t/>
            </a:r>
          </a:p>
          <a:p xmlns:a="http://schemas.openxmlformats.org/drawingml/2006/main">
            <a:r>
              <a:t>Slide ID: S36</a:t>
            </a:r>
          </a:p>
          <a:p xmlns:a="http://schemas.openxmlformats.org/drawingml/2006/main">
            <a:r>
              <a:t/>
            </a:r>
          </a:p>
          <a:p xmlns:a="http://schemas.openxmlformats.org/drawingml/2006/main">
            <a:r>
              <a:t>Working Title: 정확한 정보도 계속 늘어난다</a:t>
            </a:r>
          </a:p>
          <a:p xmlns:a="http://schemas.openxmlformats.org/drawingml/2006/main">
            <a:r>
              <a:t/>
            </a:r>
          </a:p>
          <a:p xmlns:a="http://schemas.openxmlformats.org/drawingml/2006/main">
            <a:r>
              <a:t>ACT / Section: ACT 2 / 2D</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Case 4 minutes</a:t>
            </a:r>
          </a:p>
          <a:p xmlns:a="http://schemas.openxmlformats.org/drawingml/2006/main">
            <a:r>
              <a:t/>
            </a:r>
          </a:p>
          <a:p xmlns:a="http://schemas.openxmlformats.org/drawingml/2006/main">
            <a:r>
              <a:t>Primary Message: Context가 늘어난 사실만으로 실패를 뜻하지 않는다. 다음 질문은 각 Task에서의 관련성이다.</a:t>
            </a:r>
          </a:p>
          <a:p xmlns:a="http://schemas.openxmlformats.org/drawingml/2006/main">
            <a:r>
              <a:t/>
            </a:r>
          </a:p>
          <a:p xmlns:a="http://schemas.openxmlformats.org/drawingml/2006/main">
            <a:r>
              <a:t>Opening Question: “정확한 Project 정보라면 모든 Task에 늘 넣어도 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왼쪽 ‘프로젝트 초기’와 짧은 AGENTS.md를 가리킨다. 목적·실행·테스트·기본 제약처럼 처음의 공통 안내가 담겨 있었다. 저장소 State 번호나 줄 수를 외우게 하지 않는다.</a:t>
            </a:r>
          </a:p>
          <a:p xmlns:a="http://schemas.openxmlformats.org/drawingml/2006/main">
            <a:r>
              <a:t>2. (1:00–2:00) ‘프로젝트 진행’ 화살표를 따라 오른쪽 ‘현재 프로젝트’로 이동한다. 같은 폭의 문서에 기존 회색 정보가 남고 아래 청록색 정보가 더해진 모습을 짚는다. ‘현재’는 이야기의 이 시점이며 Demo HEAD라는 뜻이 아니다. 날짜·몇 달 등 경과 기간이나 자연 증가율은 말하지 않는다.</a:t>
            </a:r>
          </a:p>
          <a:p xmlns:a="http://schemas.openxmlformats.org/drawingml/2006/main">
            <a:r>
              <a:t>3. (2:00–3:00) 새로 기록한 실제 정보 네 가지를 확인한다. 처리 순서는 load → normalize → 선택적 invert/crop/resize → write이고, 화면은 중간 단계를 생략했다. 이미지 명세는 crop의 반열린 범위 [x_start, x_end) 등이며, 테스트 구조는 tests/test_pipeline.py 등의 모듈·입출력 검사다. CLI 출력은 width/height/pixel_count/minimum/maximum/mean 필드다. 화면에서 코드·경로 전체를 해설하지 않는다.</a:t>
            </a:r>
          </a:p>
          <a:p xmlns:a="http://schemas.openxmlformats.org/drawingml/2006/main">
            <a:r>
              <a:t>4. (3:00–4:00) ‘이번 작업에도 모두 필요할까?’를 질문한다. 정확한 정보가 추가됐지만 증가 자체가 Agent 오류를 일으켰다는 관찰은 아니다. S37의 작은 README 작업에서 관련성을 확인한다.</a:t>
            </a:r>
          </a:p>
          <a:p xmlns:a="http://schemas.openxmlformats.org/drawingml/2006/main">
            <a:r>
              <a:t/>
            </a:r>
          </a:p>
          <a:p xmlns:a="http://schemas.openxmlformats.org/drawingml/2006/main">
            <a:r>
              <a:t>화면 진행: 초기 문서 → 프로젝트 진행 → 길어진 같은 문서 → 새 정보 네 유형 → 이번 Task의 관련성 질문. 문서 길이는 정보 축적의 생성 도식이며 실제 스크린샷이나 정확한 비율 비교가 아니다.</a:t>
            </a:r>
          </a:p>
          <a:p xmlns:a="http://schemas.openxmlformats.org/drawingml/2006/main">
            <a:r>
              <a:t/>
            </a:r>
          </a:p>
          <a:p xmlns:a="http://schemas.openxmlformats.org/drawingml/2006/main">
            <a:r>
              <a:t>Evidence / Source: STATE-01 and STATE-02, BEAT-011, CLM-0014, CLM-0015, DEC-0048. OBSERVED_PRODUCT: 실제 AGENTS.md 전후 내용은 plan/DEMO_MATRIX.md와 보존 State tag를 따른다. 원본 메타데이터는15줄/567bytes와32줄/1,303bytes이며 화면에는 표시하지 않는다. STATE-02는55c045523ed1409449d7eea5b0d873983fe101b6이다. 생성 도식·프롬프트: assets/slide-illustrations/context-growth/README.md.</a:t>
            </a:r>
          </a:p>
          <a:p xmlns:a="http://schemas.openxmlformats.org/drawingml/2006/main">
            <a:r>
              <a:t/>
            </a:r>
          </a:p>
          <a:p xmlns:a="http://schemas.openxmlformats.org/drawingml/2006/main">
            <a:r>
              <a:t>Claim Boundary: Do not label the growth as a failure threshold, claim that it caused an error, or imply that the content was inaccurate. The visual summarizes recorded document changes; its length is qualitative, no elapsed duration was measured, and current project means this Story stage, not the latest repository HEAD. It is a generated teaching diagram, not a document capture.</a:t>
            </a:r>
          </a:p>
          <a:p xmlns:a="http://schemas.openxmlformats.org/drawingml/2006/main">
            <a:r>
              <a:t/>
            </a:r>
          </a:p>
          <a:p xmlns:a="http://schemas.openxmlformats.org/drawingml/2006/main">
            <a:r>
              <a:t>Beginner Explanation: More documented facts create a follow-up question: does each Task need all of them?</a:t>
            </a:r>
          </a:p>
          <a:p xmlns:a="http://schemas.openxmlformats.org/drawingml/2006/main">
            <a:r>
              <a:t/>
            </a:r>
          </a:p>
          <a:p xmlns:a="http://schemas.openxmlformats.org/drawingml/2006/main">
            <a:r>
              <a:t>Advanced Insight: Maintenance cost and stale information are review considerations, not observed failures in this comparison.</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Use the static before/after document-content reconstruction. No live repository interaction, new Trial or elapsed-time experiment is planned.</a:t>
            </a:r>
          </a:p>
          <a:p xmlns:a="http://schemas.openxmlformats.org/drawingml/2006/main">
            <a:r>
              <a:t/>
            </a:r>
          </a:p>
          <a:p xmlns:a="http://schemas.openxmlformats.org/drawingml/2006/main">
            <a:r>
              <a:t>Audience Interaction: Treat the slide as a case question. Allow a short pause without requiring a public answer.</a:t>
            </a:r>
          </a:p>
          <a:p xmlns:a="http://schemas.openxmlformats.org/drawingml/2006/main">
            <a:r>
              <a:t/>
            </a:r>
          </a:p>
          <a:p xmlns:a="http://schemas.openxmlformats.org/drawingml/2006/main">
            <a:r>
              <a:t>Transition: Slide 37에서 작은 문서 Task가 실제로 어떤 정보를 필요로 했는지 본다.</a:t>
            </a:r>
          </a:p>
          <a:p xmlns:a="http://schemas.openxmlformats.org/drawingml/2006/main">
            <a:r>
              <a:t/>
            </a:r>
          </a:p>
          <a:p xmlns:a="http://schemas.openxmlformats.org/drawingml/2006/main">
            <a:r>
              <a:t>Time Management: 초기 안내1분, 프로젝트 진행과 누적 모습1분, 새 정보 네 유형1분, 관련성 질문1분으로 Case4분을 유지한다. 숫자·용량 해설과 기간 추측을 하지 않고 문서 크기의 인과 효과를 만들지 않는다.</a:t>
            </a:r>
          </a:p>
          <a:p xmlns:a="http://schemas.openxmlformats.org/drawingml/2006/main">
            <a:r>
              <a:t/>
            </a:r>
          </a:p>
          <a:p xmlns:a="http://schemas.openxmlformats.org/drawingml/2006/main">
            <a:r>
              <a:t>Fallback: LOCAL STATIC ARTIFACT — production/ACT_2.pptx의 S36 또는 production/preview/act2/S36.png를 사용한다. 최종 패키지·PNG·Notes 일치는 production/evaluation/S36_CONTEXT_GROWTH_REVISION.md와 검증 JSON을 따른다. 실제 문서 캡처나 현재 제품 실행으로 표현하지 않는다.</a:t>
            </a:r>
          </a:p>
          <a:p xmlns:a="http://schemas.openxmlformats.org/drawingml/2006/main">
            <a:r>
              <a:t/>
            </a:r>
          </a:p>
          <a:p xmlns:a="http://schemas.openxmlformats.org/drawingml/2006/main">
            <a:r>
              <a:t>Validation Status: REVIEWED — DEC-0060의 근거·운영·19필드 구조를 대조했다. 최종 PPT/PNG/내장 Notes 재대조는 production/evaluation/ACT_2_FLOW_REVISION.md에 기록한다. Windows PowerPoint/room/product/account/timed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S37 — 정확하지만 이번 작업에는 불필요한 정보</a:t>
            </a:r>
          </a:p>
          <a:p xmlns:a="http://schemas.openxmlformats.org/drawingml/2006/main">
            <a:r>
              <a:t/>
            </a:r>
          </a:p>
          <a:p xmlns:a="http://schemas.openxmlformats.org/drawingml/2006/main">
            <a:r>
              <a:t>Slide ID: S37</a:t>
            </a:r>
          </a:p>
          <a:p xmlns:a="http://schemas.openxmlformats.org/drawingml/2006/main">
            <a:r>
              <a:t/>
            </a:r>
          </a:p>
          <a:p xmlns:a="http://schemas.openxmlformats.org/drawingml/2006/main">
            <a:r>
              <a:t>Working Title: 정확하지만 이번 작업에는 불필요한 정보</a:t>
            </a:r>
          </a:p>
          <a:p xmlns:a="http://schemas.openxmlformats.org/drawingml/2006/main">
            <a:r>
              <a:t/>
            </a:r>
          </a:p>
          <a:p xmlns:a="http://schemas.openxmlformats.org/drawingml/2006/main">
            <a:r>
              <a:t>ACT / Section: ACT 2 / 2D</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Demo 2 minutes (CAPTURED) + Reflection 2 minutes</a:t>
            </a:r>
          </a:p>
          <a:p xmlns:a="http://schemas.openxmlformats.org/drawingml/2006/main">
            <a:r>
              <a:t/>
            </a:r>
          </a:p>
          <a:p xmlns:a="http://schemas.openxmlformats.org/drawingml/2006/main">
            <a:r>
              <a:t>Primary Message: TRIAL-004에서는 필요한 정보와 무관한 정보가 함께 있었지만, Agent 혼란이나 Context 관련 실패는 관찰되지 않았다.</a:t>
            </a:r>
          </a:p>
          <a:p xmlns:a="http://schemas.openxmlformats.org/drawingml/2006/main">
            <a:r>
              <a:t/>
            </a:r>
          </a:p>
          <a:p xmlns:a="http://schemas.openxmlformats.org/drawingml/2006/main">
            <a:r>
              <a:t>Opening Question: “README build 안내를 고치는 데 어떤 정보가 필요했을까?”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Demo) S36의 ‘이번 작업에도 모두 필요할까?’를 회수하고 왼쪽 프롬프트창을 가리킨다. 실제 요청 발췌·번역은 README의 Build 안내에 빌드 도구·고정 버전을 적는 작업이다. 기준은 pyproject.toml이고 README.md만 바꾸며 기존 명령 유지·설치/메타데이터 변경 금지·관련 검증 보고를 요청했다. 교육용 새 Prompt를 실제 Trial 결과로 표현하지 않는다.</a:t>
            </a:r>
          </a:p>
          <a:p xmlns:a="http://schemas.openxmlformats.org/drawingml/2006/main">
            <a:r>
              <a:t>2. (1:00–2:00 / Demo) 오른쪽 제목 ‘AGENTS.md에 적힌 내용’을 먼저 읽어 두 영역이 모두 같은 지침 파일의 내용임을 명시한다. 청록 영역은 Build / Run의 README 빌드·실행 안내 참조와 Core Constraints의 변경 범위 제한·관련 동작 검증이다. 회색 영역은 Architecture, Image Contract, Test 중 모듈·입출력 구조 설명, CLI Summary의 이미지 상세이며 이번 버전 명시에는 불필요했다. Test 전체나 요청된 검증을 불필요하다고 말하지 않는다. Agent는 AGENTS.md도 읽었고 혼란·우회·Context 관련 실패는 관찰되지 않았다. 지침이 요청과 일치했지만 성공의 독립 원인으로 입증된 것은 아니다.</a:t>
            </a:r>
          </a:p>
          <a:p xmlns:a="http://schemas.openxmlformats.org/drawingml/2006/main">
            <a:r>
              <a:t>3. (2:00–4:00 / Reflection) 하단 메시지를 짚고 마지막2분을 개인 생각 시간으로 남긴다. 질문이 달라지면 어떤 Context가 필요해지는지 떠올리게 하되 답변·기록·실습을 요구하지 않는다. S38에서 정보의 범위·제공 시점을 정리한다.</a:t>
            </a:r>
          </a:p>
          <a:p xmlns:a="http://schemas.openxmlformats.org/drawingml/2006/main">
            <a:r>
              <a:t/>
            </a:r>
          </a:p>
          <a:p xmlns:a="http://schemas.openxmlformats.org/drawingml/2006/main">
            <a:r>
              <a:t>화면 진행: 왼쪽 실제 요청 → 오른쪽 AGENTS.md 파일명 → 그 안의 관련 지침/불필요한 상세 → 이번 질문의 관련성. 구체적인 README-only와 pyproject.toml 기준은 Prompt에 있었고, 고정 버전값은 pyproject.toml에 있었다. 우측에는 이 외부 파일 내용이나 버전값을 AGENTS.md의 원문처럼 넣지 않는다. 실선·점선·라벨로 구분하며 화면은 native 재구성이다.</a:t>
            </a:r>
          </a:p>
          <a:p xmlns:a="http://schemas.openxmlformats.org/drawingml/2006/main">
            <a:r>
              <a:t/>
            </a:r>
          </a:p>
          <a:p xmlns:a="http://schemas.openxmlformats.org/drawingml/2006/main">
            <a:r>
              <a:t>Evidence / Source: TRIAL-004, BEAT-012, CLM-0014, CLM-0015, DEC-0049, DEC-0050. OBSERVED_PRODUCT; Codex CLI0.154.0의 단일 문서 작업 기록. plan/DEMO_MATRIX.md TRIAL-004 actual task/Agent behavior/Relevant Context/Irrelevant-but-Correct Context를 대조했다. 실제 원문은 “Clarify the README Build section by naming the pinned build tools required by the existing wheel command. Use pyproject.toml as the source of truth. Change README.md only, preserve the command, and do not install packages or alter package metadata. Report relevant verification.”이다. 화면은 핵심 발췌·번역이며 전체 원문은 이 기록에 보존한다. 우측 지침은 Demo STATE-02 AGENTS.md(55c045523ed1409449d7eea5b0d873983fe101b6)의 Build / Run, Core Constraints, Architecture, Image Contract, Test, CLI Summary와 대조했다. TRIAL-004 Relevant Context는 README pointer와 scoped-change/verification constraints를 관련 지침으로 기록한다.</a:t>
            </a:r>
          </a:p>
          <a:p xmlns:a="http://schemas.openxmlformats.org/drawingml/2006/main">
            <a:r>
              <a:t/>
            </a:r>
          </a:p>
          <a:p xmlns:a="http://schemas.openxmlformats.org/drawingml/2006/main">
            <a:r>
              <a:t>Claim Boundary: Presence of unnecessary context is not evidence that the model failed, became confused, or performed worse. No such failure was observed. The Agent read AGENTS.md, README.md and pyproject.toml. Gray means task-irrelevant detail, not unread or inaccurate information. Requested verification still applies. Both right-hand groups summarize AGENTS.md content; the specific build-tool versions are not in that file. The full-test command is not presented as mandatory for this documentation change. The Prompt already named the files and constraints, so success is not attributed solely to expanded Context. No performance or token benefit was measured, and historical CLI evidence is not a current Desktop check.</a:t>
            </a:r>
          </a:p>
          <a:p xmlns:a="http://schemas.openxmlformats.org/drawingml/2006/main">
            <a:r>
              <a:t/>
            </a:r>
          </a:p>
          <a:p xmlns:a="http://schemas.openxmlformats.org/drawingml/2006/main">
            <a:r>
              <a:t>Beginner Explanation: Correct information can still be unrelated to the current Task.</a:t>
            </a:r>
          </a:p>
          <a:p xmlns:a="http://schemas.openxmlformats.org/drawingml/2006/main">
            <a:r>
              <a:t/>
            </a:r>
          </a:p>
          <a:p xmlns:a="http://schemas.openxmlformats.org/drawingml/2006/main">
            <a:r>
              <a:t>Advanced Insight: Distinguish context relevance from outcome quality; this Trial does not measure a performance effect.</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Use the static native reconstruction of the recorded request and relevance comparison for two minutes. No raw execution screenshot or current live product is shown. Preserve the two-minute Reflection; do not run a new Trial or simulate a failure.</a:t>
            </a:r>
          </a:p>
          <a:p xmlns:a="http://schemas.openxmlformats.org/drawingml/2006/main">
            <a:r>
              <a:t/>
            </a:r>
          </a:p>
          <a:p xmlns:a="http://schemas.openxmlformats.org/drawingml/2006/main">
            <a:r>
              <a:t>Audience Interaction: Use the last two minutes for private reflection: which context was relevant to this Task? No response or written exercise is required.</a:t>
            </a:r>
          </a:p>
          <a:p xmlns:a="http://schemas.openxmlformats.org/drawingml/2006/main">
            <a:r>
              <a:t/>
            </a:r>
          </a:p>
          <a:p xmlns:a="http://schemas.openxmlformats.org/drawingml/2006/main">
            <a:r>
              <a:t>Transition: “필요한 정보를 항상 한 번에 넣지 않는 방법은 무엇일까?”</a:t>
            </a:r>
          </a:p>
          <a:p xmlns:a="http://schemas.openxmlformats.org/drawingml/2006/main">
            <a:r>
              <a:t/>
            </a:r>
          </a:p>
          <a:p xmlns:a="http://schemas.openxmlformats.org/drawingml/2006/main">
            <a:r>
              <a:t>Time Management: Protect the two-minute Reflection. Explicitly state the absence of observed confusion before moving on.</a:t>
            </a:r>
          </a:p>
          <a:p xmlns:a="http://schemas.openxmlformats.org/drawingml/2006/main">
            <a:r>
              <a:t/>
            </a:r>
          </a:p>
          <a:p xmlns:a="http://schemas.openxmlformats.org/drawingml/2006/main">
            <a:r>
              <a:t>Fallback: LOCAL STATIC ARTIFACT — production/ACT_2.pptx의 S37 또는 production/preview/act2/S37.png를 사용한다. 최종 패키지·PNG·Notes 일치는 production/evaluation/S37_AGENTS_CONTEXT_REVISION.md와 검증 JSON을 따른다. 실제 Trial 캡처나 현재 제품 실행으로 표현하지 않는다.</a:t>
            </a:r>
          </a:p>
          <a:p xmlns:a="http://schemas.openxmlformats.org/drawingml/2006/main">
            <a:r>
              <a:t/>
            </a:r>
          </a:p>
          <a:p xmlns:a="http://schemas.openxmlformats.org/drawingml/2006/main">
            <a:r>
              <a:t>Validation Status: REVIEWED — DEC-0060의 근거·운영·19필드 구조를 대조했다. 최종 PPT/PNG/내장 Notes 재대조는 production/evaluation/ACT_2_FLOW_REVISION.md에 기록한다. Windows PowerPoint/room/product/account/timed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S38 — 정보의 범위와 제공 시점</a:t>
            </a:r>
          </a:p>
          <a:p xmlns:a="http://schemas.openxmlformats.org/drawingml/2006/main">
            <a:r>
              <a:t/>
            </a:r>
          </a:p>
          <a:p xmlns:a="http://schemas.openxmlformats.org/drawingml/2006/main">
            <a:r>
              <a:t>Slide ID: S38</a:t>
            </a:r>
          </a:p>
          <a:p xmlns:a="http://schemas.openxmlformats.org/drawingml/2006/main">
            <a:r>
              <a:t/>
            </a:r>
          </a:p>
          <a:p xmlns:a="http://schemas.openxmlformats.org/drawingml/2006/main">
            <a:r>
              <a:t>Working Title: 정보의 범위와 제공 시점</a:t>
            </a:r>
          </a:p>
          <a:p xmlns:a="http://schemas.openxmlformats.org/drawingml/2006/main">
            <a:r>
              <a:t/>
            </a:r>
          </a:p>
          <a:p xmlns:a="http://schemas.openxmlformats.org/drawingml/2006/main">
            <a:r>
              <a:t>ACT / Section: ACT 2 / 2E</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Lecture 4 minutes</a:t>
            </a:r>
          </a:p>
          <a:p xmlns:a="http://schemas.openxmlformats.org/drawingml/2006/main">
            <a:r>
              <a:t/>
            </a:r>
          </a:p>
          <a:p xmlns:a="http://schemas.openxmlformats.org/drawingml/2006/main">
            <a:r>
              <a:t>Primary Message: 공통 안내와 작업별 상세는 범위·제공 시점을 나눌 수 있다. 반복되는 수행 절차의 유지 방법은 다음 ACT에서 검토할 질문으로 남긴다.</a:t>
            </a:r>
          </a:p>
          <a:p xmlns:a="http://schemas.openxmlformats.org/drawingml/2006/main">
            <a:r>
              <a:t/>
            </a:r>
          </a:p>
          <a:p xmlns:a="http://schemas.openxmlformats.org/drawingml/2006/main">
            <a:r>
              <a:t>Opening Question: “무엇은 항상 필요하고, 무엇은 Task에 따라 찾아야 할까?”</a:t>
            </a:r>
          </a:p>
          <a:p xmlns:a="http://schemas.openxmlformats.org/drawingml/2006/main">
            <a:r>
              <a:t/>
            </a:r>
          </a:p>
          <a:p xmlns:a="http://schemas.openxmlformats.org/drawingml/2006/main">
            <a:r>
              <a:t>Speaker Flow: 1. (0–1분) 앞 장 AGENTS.md에서 모든 상세가 이번 작업에 필요하지 않았음을 회수한다.</a:t>
            </a:r>
          </a:p>
          <a:p xmlns:a="http://schemas.openxmlformats.org/drawingml/2006/main">
            <a:r>
              <a:t>2. (1–3분) 공통 안내와 질문별 상세를 필요한 범위·시점으로 나눈다.</a:t>
            </a:r>
          </a:p>
          <a:p xmlns:a="http://schemas.openxmlformats.org/drawingml/2006/main">
            <a:r>
              <a:t>3. (3–4분) 오른쪽 절차는 아직 남은 질문임을 짚고 해결책을 소개하지 않는다. 다음은 “정보를 넣음”과 “근거를 활용함”의 차이에 관한 연구 질문이다.</a:t>
            </a:r>
          </a:p>
          <a:p xmlns:a="http://schemas.openxmlformats.org/drawingml/2006/main">
            <a:r>
              <a:t/>
            </a:r>
          </a:p>
          <a:p xmlns:a="http://schemas.openxmlformats.org/drawingml/2006/main">
            <a:r>
              <a:t>Evidence / Source: BEAT-012, BEAT-014, STATE-02, CLM-0014, CLM-0015, CLM-0003, CLM-0005, DEC-0051. TEACHING_MODEL / CONCEPTUAL. S37/TRIAL-004의 관련성 관찰을 회수한 설계 모델이다. 도식의 작업별 상세 연결과 성능 절차는 설명용 구성이고 새 Product 관찰·Trial이 아니다.</a:t>
            </a:r>
          </a:p>
          <a:p xmlns:a="http://schemas.openxmlformats.org/drawingml/2006/main">
            <a:r>
              <a:t/>
            </a:r>
          </a:p>
          <a:p xmlns:a="http://schemas.openxmlformats.org/drawingml/2006/main">
            <a:r>
              <a:t>Claim Boundary: FROZEN — 93장 구조·Story·시간·Demo 범위; TEACHING_MODEL; CONCEPTUAL. OpenAI의 공식 분류 체계로 표현하지 않는다. S37의 관련성 질문을 공통 안내/필요할 때 찾을 상세로 회수한다. 세 번째 열은 다음 문제의 예고이며 해결된 재사용 구조가 아니다. 정보의 범위와 수행 방법은 서로 다른 축이고 AGENTS.md에 절차를 쓰면 안 된다는 제품 규칙이 아니다.</a:t>
            </a:r>
          </a:p>
          <a:p xmlns:a="http://schemas.openxmlformats.org/drawingml/2006/main">
            <a:r>
              <a:t/>
            </a:r>
          </a:p>
          <a:p xmlns:a="http://schemas.openxmlformats.org/drawingml/2006/main">
            <a:r>
              <a:t>Beginner Explanation: Some facts apply broadly; details matter for a smaller set of Tasks; a work procedure says how to approach a class of work.</a:t>
            </a:r>
          </a:p>
          <a:p xmlns:a="http://schemas.openxmlformats.org/drawingml/2006/main">
            <a:r>
              <a:t/>
            </a:r>
          </a:p>
          <a:p xmlns:a="http://schemas.openxmlformats.org/drawingml/2006/main">
            <a:r>
              <a:t>Advanced Insight: Keep durable facts, selectively needed details, and workflow responsibility conceptually distinct even when they can all appear outside a Task Prompt.</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a:t>
            </a:r>
          </a:p>
          <a:p xmlns:a="http://schemas.openxmlformats.org/drawingml/2006/main">
            <a:r>
              <a:t/>
            </a:r>
          </a:p>
          <a:p xmlns:a="http://schemas.openxmlformats.org/drawingml/2006/main">
            <a:r>
              <a:t>Audience Interaction: Ask the audience to notice that information has different scopes; no category-writing exercise is required.</a:t>
            </a:r>
          </a:p>
          <a:p xmlns:a="http://schemas.openxmlformats.org/drawingml/2006/main">
            <a:r>
              <a:t/>
            </a:r>
          </a:p>
          <a:p xmlns:a="http://schemas.openxmlformats.org/drawingml/2006/main">
            <a:r>
              <a:t>Transition: “정보를 제공했다는 사실과 필요한 근거를 활용했다는 사실을 구분해야 할까요? 두 연구가 실제로 확인한 질문을 각각 보겠습니다.”</a:t>
            </a:r>
          </a:p>
          <a:p xmlns:a="http://schemas.openxmlformats.org/drawingml/2006/main">
            <a:r>
              <a:t/>
            </a:r>
          </a:p>
          <a:p xmlns:a="http://schemas.openxmlformats.org/drawingml/2006/main">
            <a:r>
              <a:t>Time Management: S37 회수30초, 공통 안내1분, 요청별 상세1분, 재사용 절차1분, 경계·S39 연결30초로 Lecture4분을 유지한다. 제품 기능이나 Skill 호출 설명으로 확장하지 않는다.</a:t>
            </a:r>
          </a:p>
          <a:p xmlns:a="http://schemas.openxmlformats.org/drawingml/2006/main">
            <a:r>
              <a:t/>
            </a:r>
          </a:p>
          <a:p xmlns:a="http://schemas.openxmlformats.org/drawingml/2006/main">
            <a:r>
              <a:t>Fallback: LOCAL STATIC ARTIFACT — production/ACT_2.pptx의 S38 또는 production/preview/act2/S38.png를 사용한다. 최종 패키지·PNG·Notes 일치는 production/evaluation/S38_CONTEXT_MODEL_REVISION.md와 검증 JSON을 따른다. 실제 Trial 캡처나 현재 제품 실행으로 표현하지 않는다.</a:t>
            </a:r>
          </a:p>
          <a:p xmlns:a="http://schemas.openxmlformats.org/drawingml/2006/main">
            <a:r>
              <a:t/>
            </a:r>
          </a:p>
          <a:p xmlns:a="http://schemas.openxmlformats.org/drawingml/2006/main">
            <a:r>
              <a:t>Validation Status: REVIEWED — DEC-0060의 근거·운영·19필드 구조를 대조했다. 최종 PPT/PNG/내장 Notes 재대조는 production/evaluation/ACT_2_FLOW_REVISION.md에 기록한다. Windows PowerPoint/room/product/account/timed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S39 — 많이 담아도 같은 근거를 똑같이 쓰는가?</a:t>
            </a:r>
          </a:p>
          <a:p xmlns:a="http://schemas.openxmlformats.org/drawingml/2006/main">
            <a:r>
              <a:t/>
            </a:r>
          </a:p>
          <a:p xmlns:a="http://schemas.openxmlformats.org/drawingml/2006/main">
            <a:r>
              <a:t>Slide ID: S39</a:t>
            </a:r>
          </a:p>
          <a:p xmlns:a="http://schemas.openxmlformats.org/drawingml/2006/main">
            <a:r>
              <a:t/>
            </a:r>
          </a:p>
          <a:p xmlns:a="http://schemas.openxmlformats.org/drawingml/2006/main">
            <a:r>
              <a:t>Working Title: 많이 담아도 같은 근거를 똑같이 쓰는가?</a:t>
            </a:r>
          </a:p>
          <a:p xmlns:a="http://schemas.openxmlformats.org/drawingml/2006/main">
            <a:r>
              <a:t/>
            </a:r>
          </a:p>
          <a:p xmlns:a="http://schemas.openxmlformats.org/drawingml/2006/main">
            <a:r>
              <a:t>ACT / Section: ACT 2 / 2E</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Lecture 4 minutes</a:t>
            </a:r>
          </a:p>
          <a:p xmlns:a="http://schemas.openxmlformats.org/drawingml/2006/main">
            <a:r>
              <a:t/>
            </a:r>
          </a:p>
          <a:p xmlns:a="http://schemas.openxmlformats.org/drawingml/2006/main">
            <a:r>
              <a:t>Primary Message: Lost in the Middle은 문서 QA와 key-value 검색에서 근거 위치를 바꿨을 때 일부 당시 모델·과제의 성능이 달라지는 현상을 관찰했다.</a:t>
            </a:r>
          </a:p>
          <a:p xmlns:a="http://schemas.openxmlformats.org/drawingml/2006/main">
            <a:r>
              <a:t/>
            </a:r>
          </a:p>
          <a:p xmlns:a="http://schemas.openxmlformats.org/drawingml/2006/main">
            <a:r>
              <a:t>Opening Question: “같은 근거가 입력의 어디에 있느냐에 따라 결과가 달랐을까?”</a:t>
            </a:r>
          </a:p>
          <a:p xmlns:a="http://schemas.openxmlformats.org/drawingml/2006/main">
            <a:r>
              <a:t/>
            </a:r>
          </a:p>
          <a:p xmlns:a="http://schemas.openxmlformats.org/drawingml/2006/main">
            <a:r>
              <a:t>Speaker Flow: 1. (0:00–1:00) 문서 QA와 합성 key-value 검색 과제에서 같은 근거의 위치를 바꾸는 질문을 설명한다.</a:t>
            </a:r>
          </a:p>
          <a:p xmlns:a="http://schemas.openxmlformats.org/drawingml/2006/main">
            <a:r>
              <a:t>2. (1:00–3:00) 앞/중간/뒤 도식을 가리키고 당시 일부 모델·과제에서 중간 근거 정답률이 낮아진 관찰을 말한다. 수치 없는 구조 그림을 실제 성능 곡선으로 말하지 않는다.</a:t>
            </a:r>
          </a:p>
          <a:p xmlns:a="http://schemas.openxmlformats.org/drawingml/2006/main">
            <a:r>
              <a:t>3. (3:00–4:00) 현재 Codex의 일반 실패나 Routing 효과로 확대하지 않는다. 마지막에 필요한 코드에 도달했다는 답을 어떤 근거로 확인할지 S40으로 넘긴다.</a:t>
            </a:r>
          </a:p>
          <a:p xmlns:a="http://schemas.openxmlformats.org/drawingml/2006/main">
            <a:r>
              <a:t/>
            </a:r>
          </a:p>
          <a:p xmlns:a="http://schemas.openxmlformats.org/drawingml/2006/main">
            <a:r>
              <a:t>Evidence / Source: Lost in the Middle, Liu et al., TACL2024,12:157–173; https://aclanthology.org/2024.tacl-1.9/; CLM-0014/SRC-0201; DEC-0052/0060. Reconstructed task-position diagram, no numeric score curve.</a:t>
            </a:r>
          </a:p>
          <a:p xmlns:a="http://schemas.openxmlformats.org/drawingml/2006/main">
            <a:r>
              <a:t/>
            </a:r>
          </a:p>
          <a:p xmlns:a="http://schemas.openxmlformats.org/drawingml/2006/main">
            <a:r>
              <a:t>Claim Boundary: Lost in the Middle의 역사적 모델·과제·조건에 한정한다. 현재 Codex의 실패율, 보편적인 중간 정보 무시, 토큰 임계값, 정보를 더 주면 항상 나빠짐, Routing 우월성·토큰/성능 효과를 주장하지 않는다. 연구의 위치 비교와 실제 코드 탐색 결과 확인은 서로 다른 질문이다.</a:t>
            </a:r>
          </a:p>
          <a:p xmlns:a="http://schemas.openxmlformats.org/drawingml/2006/main">
            <a:r>
              <a:t/>
            </a:r>
          </a:p>
          <a:p xmlns:a="http://schemas.openxmlformats.org/drawingml/2006/main">
            <a:r>
              <a:t>Beginner Explanation: 정보가 입력에 있다는 사실만으로 답에 같은 수준으로 활용됐다고 가정하지 않는다. 다음 장에서는 코드 탐색 결과를 확인할 때 어떤 근거를 요구할지 생각한다.</a:t>
            </a:r>
          </a:p>
          <a:p xmlns:a="http://schemas.openxmlformats.org/drawingml/2006/main">
            <a:r>
              <a:t/>
            </a:r>
          </a:p>
          <a:p xmlns:a="http://schemas.openxmlformats.org/drawingml/2006/main">
            <a:r>
              <a:t>Advanced Insight: 당시 연구의 과제·모델별 결과와 이번 업무의 교육용 확인 기준을 분리한다. 현재 제품의 내부 활용이나 효과를 이 연구로 확정하지 않는다.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 논문 과제의 native 재구성 도식이며 실제 Trial/현재 Codex Screenshot이나 결정론적 실패 Demo가 아니다.</a:t>
            </a:r>
          </a:p>
          <a:p xmlns:a="http://schemas.openxmlformats.org/drawingml/2006/main">
            <a:r>
              <a:t/>
            </a:r>
          </a:p>
          <a:p xmlns:a="http://schemas.openxmlformats.org/drawingml/2006/main">
            <a:r>
              <a:t>Audience Interaction: 같은 근거의 위치만 바꾼 세 입력을 차례로 가리킨다. 다음 장의 코드 확인 질문은 예고만 하고 연구 둘을 병렬로 다시 설명하지 않는다.</a:t>
            </a:r>
          </a:p>
          <a:p xmlns:a="http://schemas.openxmlformats.org/drawingml/2006/main">
            <a:r>
              <a:t/>
            </a:r>
          </a:p>
          <a:p xmlns:a="http://schemas.openxmlformats.org/drawingml/2006/main">
            <a:r>
              <a:t>Transition: “코드에서도 필요한 구현을 찾았다는 답을 무엇으로 확인할까요?”</a:t>
            </a:r>
          </a:p>
          <a:p xmlns:a="http://schemas.openxmlformats.org/drawingml/2006/main">
            <a:r>
              <a:t/>
            </a:r>
          </a:p>
          <a:p xmlns:a="http://schemas.openxmlformats.org/drawingml/2006/main">
            <a:r>
              <a:t>Time Management: 도입/과제1분, 위치 비교/관찰2분, 적용 한계/다음 질문1분으로 Lecture4분. RepoQA 설명 시간을 이 장에 다시 넣지 않는다.</a:t>
            </a:r>
          </a:p>
          <a:p xmlns:a="http://schemas.openxmlformats.org/drawingml/2006/main">
            <a:r>
              <a:t/>
            </a:r>
          </a:p>
          <a:p xmlns:a="http://schemas.openxmlformats.org/drawingml/2006/main">
            <a:r>
              <a:t>Fallback: LOCAL STATIC ARTIFACT — production/ACT_2.pptx / S39; production/preview/act2/S39.png. 코드·연구 도식은 표시된 교육용/발췌 범위다. 최종 패키지·PNG·Notes 대조는 production/evaluation/S40_CODE_EVIDENCE_REVISION.md를 따른다. 실제 실행 캡처나 현재 제품 실행을 뜻하지 않는다.</a:t>
            </a:r>
          </a:p>
          <a:p xmlns:a="http://schemas.openxmlformats.org/drawingml/2006/main">
            <a:r>
              <a:t/>
            </a:r>
          </a:p>
          <a:p xmlns:a="http://schemas.openxmlformats.org/drawingml/2006/main">
            <a:r>
              <a:t>Validation Status: REVIEWED — DEC-0061의 질문·기존 코드 인용·보조 연구·S39/S41 운영 연결을 대조했다. 최종 패키지/PNG/내장 Notes 대조는 production/evaluation/S40_CODE_EVIDENCE_REVISION.md에 기록한다. Windows, room,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S40 — AI가 필요한 코드를 찾았다는 것을 무엇으로 확인할까?</a:t>
            </a:r>
          </a:p>
          <a:p xmlns:a="http://schemas.openxmlformats.org/drawingml/2006/main">
            <a:r>
              <a:t/>
            </a:r>
          </a:p>
          <a:p xmlns:a="http://schemas.openxmlformats.org/drawingml/2006/main">
            <a:r>
              <a:t>Slide ID: S40</a:t>
            </a:r>
          </a:p>
          <a:p xmlns:a="http://schemas.openxmlformats.org/drawingml/2006/main">
            <a:r>
              <a:t/>
            </a:r>
          </a:p>
          <a:p xmlns:a="http://schemas.openxmlformats.org/drawingml/2006/main">
            <a:r>
              <a:t>Working Title: AI가 필요한 코드를 찾았다는 것을 무엇으로 확인할까?</a:t>
            </a:r>
          </a:p>
          <a:p xmlns:a="http://schemas.openxmlformats.org/drawingml/2006/main">
            <a:r>
              <a:t/>
            </a:r>
          </a:p>
          <a:p xmlns:a="http://schemas.openxmlformats.org/drawingml/2006/main">
            <a:r>
              <a:t>ACT / Section: ACT 2 / 2E</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Lecture 4 minutes</a:t>
            </a:r>
          </a:p>
          <a:p xmlns:a="http://schemas.openxmlformats.org/drawingml/2006/main">
            <a:r>
              <a:t/>
            </a:r>
          </a:p>
          <a:p xmlns:a="http://schemas.openxmlformats.org/drawingml/2006/main">
            <a:r>
              <a:t>Primary Message: 함수 이름이나 찾았다는 답만 받지 말고 파일·함수·관련 줄, 요청 조건과 코드의 대응, 필요한 호출부·테스트 기대값을 확인한다. 세 질문은 교육용 기준이며 RepoQA의 채점 기준이 아니다.</a:t>
            </a:r>
          </a:p>
          <a:p xmlns:a="http://schemas.openxmlformats.org/drawingml/2006/main">
            <a:r>
              <a:t/>
            </a:r>
          </a:p>
          <a:p xmlns:a="http://schemas.openxmlformats.org/drawingml/2006/main">
            <a:r>
              <a:t>Opening Question: “AI가 필요한 코드를 찾았다는 것을 무엇으로 확인할까?”</a:t>
            </a:r>
          </a:p>
          <a:p xmlns:a="http://schemas.openxmlformats.org/drawingml/2006/main">
            <a:r>
              <a:t/>
            </a:r>
          </a:p>
          <a:p xmlns:a="http://schemas.openxmlformats.org/drawingml/2006/main">
            <a:r>
              <a:t>Speaker Flow: 1. (0:00–0:40) S39에서 정보의 존재와 활용을 구분한 뒤, 코드에서도 찾았다는 답을 무엇으로 확인할지 묻는다. 왼쪽 요청은 교육용이며 새로 실행한 Prompt가 아니다.</a:t>
            </a:r>
          </a:p>
          <a:p xmlns:a="http://schemas.openxmlformats.org/drawingml/2006/main">
            <a:r>
              <a:t>2. (0:40–2:40) 기존 crop 코드 일부를 가리키며 오른쪽 세 질문을 짚는다.01 파일·함수·관련 줄을 특정했는가,02 끝 좌표 제외라는 요청과 실제 코드가 맞는가,03 필요한 호출부·테스트 기대값과도 맞는가. 관련 줄만 떼어 전체 구현 정당성을 단정하지 않는다.</a:t>
            </a:r>
          </a:p>
          <a:p xmlns:a="http://schemas.openxmlformats.org/drawingml/2006/main">
            <a:r>
              <a:t>3. (2:40–3:20) 보조 영역 RepoQA를 짧게 소개한다. 기능 설명으로 긴 코드 속 함수를 찾는 과제를 따로 평가했다. 이번 세 질문은 그 논문의 채점 기준이 아니다.</a:t>
            </a:r>
          </a:p>
          <a:p xmlns:a="http://schemas.openxmlformats.org/drawingml/2006/main">
            <a:r>
              <a:t>4. (3:20–4:00) 이제 확인할 근거를 어디서 찾게 할지 S41의 위치 안내 설계로 넘긴다.</a:t>
            </a:r>
          </a:p>
          <a:p xmlns:a="http://schemas.openxmlformats.org/drawingml/2006/main">
            <a:r>
              <a:t/>
            </a:r>
          </a:p>
          <a:p xmlns:a="http://schemas.openxmlformats.org/drawingml/2006/main">
            <a:r>
              <a:t>Evidence / Source: TEACHING_MODEL / RESEARCH. 코드 출처: Demo STATE-00-FIXED의 src/graypipe/transform.py, crop 6–16행 중13행 row[x_start : x_end] 발췌. 동일한 구현 수정은 기존 TRIAL-002/STATE-00-FIXED 기록에 보존돼 있다. 교육용 요청은 구성 예이며 새 탐색 실행이나 원문 Trial Prompt가 아니다. 보조 연구: RepoQA(2024), https://arxiv.org/abs/2406.06025 / CLM-0015 / SRC-0204. DEC-0061.</a:t>
            </a:r>
          </a:p>
          <a:p xmlns:a="http://schemas.openxmlformats.org/drawingml/2006/main">
            <a:r>
              <a:t/>
            </a:r>
          </a:p>
          <a:p xmlns:a="http://schemas.openxmlformats.org/drawingml/2006/main">
            <a:r>
              <a:t>Claim Boundary: 세 확인 질문은 이 교육의 업무용 모델이며 공식 제품 규칙이나 RepoQA의 평가 rubric이 아니다. 기존 코드 발췌는 실제 Agent가 이번 요청에서 찾았다는 증거가 아니다. RepoQA의 함수 검색 결과는 현재 Codex의 탐색·수정·도구·테스트 전체를 검증하지 않으며, Routing 우월성·토큰 절약·성능 개선을 입증하지 않는다. 한 코드 줄만으로 전체 계약/구현 정당성을 판단하지 않는다.</a:t>
            </a:r>
          </a:p>
          <a:p xmlns:a="http://schemas.openxmlformats.org/drawingml/2006/main">
            <a:r>
              <a:t/>
            </a:r>
          </a:p>
          <a:p xmlns:a="http://schemas.openxmlformats.org/drawingml/2006/main">
            <a:r>
              <a:t>Beginner Explanation: 찾았다는 답을 받으면 파일 위치와 관련 코드를 확인하고, 내가 물은 조건에 맞는지 대조한다. 필요한 경우 호출부와 관련 테스트의 기대값도 확인한다.</a:t>
            </a:r>
          </a:p>
          <a:p xmlns:a="http://schemas.openxmlformats.org/drawingml/2006/main">
            <a:r>
              <a:t/>
            </a:r>
          </a:p>
          <a:p xmlns:a="http://schemas.openxmlformats.org/drawingml/2006/main">
            <a:r>
              <a:t>Advanced Insight: 보존할 연구 조건: RepoQA는 자연어 기능 설명+코드 입력에서 해당 함수 코드를 반환하게 하고 정답 함수와 유사도를 비교한 함수 검색 과제다.50개 저장소/5개 언어/500개 과제, 주 평가 코드 입력16K(CodeLlama tokenizer 기준)는 실험 조건이며 전체 Prompt 길이나 현재 Codex 한도가 아니다. 모델·언어별 함수 찾기 성능 차이를 관찰한 범위이고 Lost in the Middle의 위치별 곡선을 재현한 연구가 아니다. 이 세 업무용 질문의 효과를 측정한 연구로 설명하지 않는다.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 — 정적 교육용 확인 예. 보존된 코드 한 줄을 인용하며 새 Trial, 검색, 설치, 테스트 실행, PASS/FAIL, 실제 Agent 응답 캡처를 만들지 않는다.</a:t>
            </a:r>
          </a:p>
          <a:p xmlns:a="http://schemas.openxmlformats.org/drawingml/2006/main">
            <a:r>
              <a:t/>
            </a:r>
          </a:p>
          <a:p xmlns:a="http://schemas.openxmlformats.org/drawingml/2006/main">
            <a:r>
              <a:t>Audience Interaction: “crop 함수입니다라는 이름만 받으면 충분할까요?”를 짧게 던진 뒤 오른쪽 세 질문을 순서대로 가리킨다. 추가 실습·Q&amp;A·소요 시간을 만들지 않는다.</a:t>
            </a:r>
          </a:p>
          <a:p xmlns:a="http://schemas.openxmlformats.org/drawingml/2006/main">
            <a:r>
              <a:t/>
            </a:r>
          </a:p>
          <a:p xmlns:a="http://schemas.openxmlformats.org/drawingml/2006/main">
            <a:r>
              <a:t>Transition: “확인할 근거를 정했다면, 그 명세와 코드를 어디서 찾게 할까요?”</a:t>
            </a:r>
          </a:p>
          <a:p xmlns:a="http://schemas.openxmlformats.org/drawingml/2006/main">
            <a:r>
              <a:t/>
            </a:r>
          </a:p>
          <a:p xmlns:a="http://schemas.openxmlformats.org/drawingml/2006/main">
            <a:r>
              <a:t>Time Management: Lecture4분 유지. 도입40초, 세 확인 질문2분, RepoQA 보조40초, S41 handoff40초.50/5/500,16K, 모델 순위·채점 구현은 발표 화면에서 강의하지 않고 필요한 질문 때만 Notes의 범위 안에서 설명한다.</a:t>
            </a:r>
          </a:p>
          <a:p xmlns:a="http://schemas.openxmlformats.org/drawingml/2006/main">
            <a:r>
              <a:t/>
            </a:r>
          </a:p>
          <a:p xmlns:a="http://schemas.openxmlformats.org/drawingml/2006/main">
            <a:r>
              <a:t>Fallback: LOCAL STATIC ARTIFACT — production/ACT_2.pptx / S40; production/preview/act2/S40.png. 코드·연구 도식은 표시된 교육용/발췌 범위다. 최종 패키지·PNG·Notes 대조는 production/evaluation/S40_CODE_EVIDENCE_REVISION.md를 따른다. 실제 실행 캡처나 현재 제품 실행을 뜻하지 않는다.</a:t>
            </a:r>
          </a:p>
          <a:p xmlns:a="http://schemas.openxmlformats.org/drawingml/2006/main">
            <a:r>
              <a:t/>
            </a:r>
          </a:p>
          <a:p xmlns:a="http://schemas.openxmlformats.org/drawingml/2006/main">
            <a:r>
              <a:t>Validation Status: REVIEWED — DEC-0061의 질문·기존 코드 인용·보조 연구·S39/S41 운영 연결을 대조했다. 최종 패키지/PNG/내장 Notes 대조는 production/evaluation/S40_CODE_EVIDENCE_REVISION.md에 기록한다. Windows, room,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S41 — 필요한 상세 정보로 가는 길</a:t>
            </a:r>
          </a:p>
          <a:p xmlns:a="http://schemas.openxmlformats.org/drawingml/2006/main">
            <a:r>
              <a:t/>
            </a:r>
          </a:p>
          <a:p xmlns:a="http://schemas.openxmlformats.org/drawingml/2006/main">
            <a:r>
              <a:t>Slide ID: S41</a:t>
            </a:r>
          </a:p>
          <a:p xmlns:a="http://schemas.openxmlformats.org/drawingml/2006/main">
            <a:r>
              <a:t/>
            </a:r>
          </a:p>
          <a:p xmlns:a="http://schemas.openxmlformats.org/drawingml/2006/main">
            <a:r>
              <a:t>Working Title: 필요한 상세 정보로 가는 길</a:t>
            </a:r>
          </a:p>
          <a:p xmlns:a="http://schemas.openxmlformats.org/drawingml/2006/main">
            <a:r>
              <a:t/>
            </a:r>
          </a:p>
          <a:p xmlns:a="http://schemas.openxmlformats.org/drawingml/2006/main">
            <a:r>
              <a:t>ACT / Section: ACT 2 / 2F</a:t>
            </a:r>
          </a:p>
          <a:p xmlns:a="http://schemas.openxmlformats.org/drawingml/2006/main">
            <a:r>
              <a:t/>
            </a:r>
          </a:p>
          <a:p xmlns:a="http://schemas.openxmlformats.org/drawingml/2006/main">
            <a:r>
              <a:t>Allocated Time: 3 minutes</a:t>
            </a:r>
          </a:p>
          <a:p xmlns:a="http://schemas.openxmlformats.org/drawingml/2006/main">
            <a:r>
              <a:t/>
            </a:r>
          </a:p>
          <a:p xmlns:a="http://schemas.openxmlformats.org/drawingml/2006/main">
            <a:r>
              <a:t>Mode Split: Lecture 3 minutes</a:t>
            </a:r>
          </a:p>
          <a:p xmlns:a="http://schemas.openxmlformats.org/drawingml/2006/main">
            <a:r>
              <a:t/>
            </a:r>
          </a:p>
          <a:p xmlns:a="http://schemas.openxmlformats.org/drawingml/2006/main">
            <a:r>
              <a:t>Primary Message: 작업 질문에서 관련 상세 명세까지 도달할 위치를 기본 안내에서 찾게 설계한다.</a:t>
            </a:r>
          </a:p>
          <a:p xmlns:a="http://schemas.openxmlformats.org/drawingml/2006/main">
            <a:r>
              <a:t/>
            </a:r>
          </a:p>
          <a:p xmlns:a="http://schemas.openxmlformats.org/drawingml/2006/main">
            <a:r>
              <a:t>Opening Question: “이 요청은 어떤 문서를 근거로 답해야 할까?”</a:t>
            </a:r>
          </a:p>
          <a:p xmlns:a="http://schemas.openxmlformats.org/drawingml/2006/main">
            <a:r>
              <a:t/>
            </a:r>
          </a:p>
          <a:p xmlns:a="http://schemas.openxmlformats.org/drawingml/2006/main">
            <a:r>
              <a:t>Speaker Flow: 1. (0:00–0:30) “앞 장에서 위치·동작·주변 근거를 확인할 질문을 정했습니다. 이제 그 근거를 어디서 찾게 할까요?”로 시작한다.</a:t>
            </a:r>
          </a:p>
          <a:p xmlns:a="http://schemas.openxmlformats.org/drawingml/2006/main">
            <a:r>
              <a:t>2. (0:30–2:10) 요청→AGENTS.md 위치 안내→관련 상세 명세의 관계만 가리킨다. 이 그림은 설계 경로이며 실제 읽기 순서가 아니다.</a:t>
            </a:r>
          </a:p>
          <a:p xmlns:a="http://schemas.openxmlformats.org/drawingml/2006/main">
            <a:r>
              <a:t>3. (2:10–3:00) C++ 알고리즘 명세에도 같은 위치 안내 패턴을 짧게 연결하고 다음 장의 기본 안내/상세 배치 기준으로 넘긴다.</a:t>
            </a:r>
          </a:p>
          <a:p xmlns:a="http://schemas.openxmlformats.org/drawingml/2006/main">
            <a:r>
              <a:t/>
            </a:r>
          </a:p>
          <a:p xmlns:a="http://schemas.openxmlformats.org/drawingml/2006/main">
            <a:r>
              <a:t>Evidence / Source: TEACHING_MODEL / CONCEPTUAL. BEAT-014, STATE-03, CLM-0003/0005/0014/0015, DEC-0053. Historical Demo tag STATE-03 at f3e2e37b1454e28c5de4c44682ebd49378ebae4b: AGENTS.md17–20의 Context Routing에서 이미지 동작/crop→docs/image-contracts.md를 안내한다. 같은 tag의 docs/image-contracts.md20–24가 half-open crop 명세를 기록한다. plan/DEMO_MATRIX.md의 STATE-03 및 TRIAL-005A/B는 후속 구조·관찰 근거다. 문서명과 명세는 보존 기록을 참조하지만 화면의 요청/안내는 요약·재구성이다. 새 Trial은 실행하지 않았다.</a:t>
            </a:r>
          </a:p>
          <a:p xmlns:a="http://schemas.openxmlformats.org/drawingml/2006/main">
            <a:r>
              <a:t/>
            </a:r>
          </a:p>
          <a:p xmlns:a="http://schemas.openxmlformats.org/drawingml/2006/main">
            <a:r>
              <a:t>Claim Boundary: FROZEN — 93장 구조·Story·시간·Demo 범위; TEACHING_MODEL; REQUIRES PRODUCT CHECK — 구체적 Windows·shell·IDE·hardware 지시를 추가하는 경우; CONCEPTUAL. Routing으로 성능 향상이나 Token 절약이 입증됐다고 주장하지 않는다. S39–40의 연구에서 과제별 근거 확인으로 돌아온다. 질문·위치 안내·답변 근거의 서로 다른 역할만 짚고, 다음 장의 배치 기준과 그다음 장의 실제 파일 재구성을 미리 해설하지 않는다.</a:t>
            </a:r>
          </a:p>
          <a:p xmlns:a="http://schemas.openxmlformats.org/drawingml/2006/main">
            <a:r>
              <a:t/>
            </a:r>
          </a:p>
          <a:p xmlns:a="http://schemas.openxmlformats.org/drawingml/2006/main">
            <a:r>
              <a:t>Beginner Explanation: 작업 요청에는 궁금한 것을 쓰고, AGENTS.md에는 어느 상세 문서를 볼지 안내한다. 구체적인 답에 필요한 규칙은 그 문서의 명세에서 확인한다.</a:t>
            </a:r>
          </a:p>
          <a:p xmlns:a="http://schemas.openxmlformats.org/drawingml/2006/main">
            <a:r>
              <a:t/>
            </a:r>
          </a:p>
          <a:p xmlns:a="http://schemas.openxmlformats.org/drawingml/2006/main">
            <a:r>
              <a:t>Advanced Insight: 위치 안내와 상세 명세를 분리하면 발견성·유지 비용을 설계할 수 있다. 실제로 무엇을 읽고 활용했는지는 별도 관찰·검증 문제이며 이 도식만으로 성공을 보장하지 않는다.</a:t>
            </a:r>
          </a:p>
          <a:p xmlns:a="http://schemas.openxmlformats.org/drawingml/2006/main">
            <a:r>
              <a:t/>
            </a:r>
          </a:p>
          <a:p xmlns:a="http://schemas.openxmlformats.org/drawingml/2006/main">
            <a:r>
              <a:t>C++ Vision Bridge: 같은 설계 패턴으로 공통 Project 제약을 확인한 뒤 해당 알고리즘 명세에 도달하는 예를 짧게 연결한다. Python Demo의 문서가 C++ 실행 근거라는 뜻이 아니며 환경 명령·도구·hardware 목록을 추가하지 않는다.</a:t>
            </a:r>
          </a:p>
          <a:p xmlns:a="http://schemas.openxmlformats.org/drawingml/2006/main">
            <a:r>
              <a:t/>
            </a:r>
          </a:p>
          <a:p xmlns:a="http://schemas.openxmlformats.org/drawingml/2006/main">
            <a:r>
              <a:t>Demo Operation: N/A. 하나의 native 교육용 안내 관계도다. 실제 STATE-03 문서 분리 구조와 TRIAL-005 접근 기록은 뒤 구간에 남긴다.</a:t>
            </a:r>
          </a:p>
          <a:p xmlns:a="http://schemas.openxmlformats.org/drawingml/2006/main">
            <a:r>
              <a:t/>
            </a:r>
          </a:p>
          <a:p xmlns:a="http://schemas.openxmlformats.org/drawingml/2006/main">
            <a:r>
              <a:t>Audience Interaction: 작업 질문, 위치 안내, 상세 명세를 순서대로 가리켜 각자의 역할을 구분한다. 새 실습이나 토론 시간을 추가하지 않는다.</a:t>
            </a:r>
          </a:p>
          <a:p xmlns:a="http://schemas.openxmlformats.org/drawingml/2006/main">
            <a:r>
              <a:t/>
            </a:r>
          </a:p>
          <a:p xmlns:a="http://schemas.openxmlformats.org/drawingml/2006/main">
            <a:r>
              <a:t>Transition: “그렇다면 기본 안내와 상세를 나눌 기준은 무엇일까요?”</a:t>
            </a:r>
          </a:p>
          <a:p xmlns:a="http://schemas.openxmlformats.org/drawingml/2006/main">
            <a:r>
              <a:t/>
            </a:r>
          </a:p>
          <a:p xmlns:a="http://schemas.openxmlformats.org/drawingml/2006/main">
            <a:r>
              <a:t>Time Management: 도입30초, 관계도100초, C++ 패턴과 다음 질문50초로3분을 유지한다. 시간이 부족하면 C++ 설명을 줄이고 작업 질문·안내·명세의 구분과 실제 읽기 순서가 아니라는 경계를 남긴다.</a:t>
            </a:r>
          </a:p>
          <a:p xmlns:a="http://schemas.openxmlformats.org/drawingml/2006/main">
            <a:r>
              <a:t/>
            </a:r>
          </a:p>
          <a:p xmlns:a="http://schemas.openxmlformats.org/drawingml/2006/main">
            <a:r>
              <a:t>Fallback: LOCAL STATIC ARTIFACT — production/ACT_2.pptx / S41; production/preview/act2/S41.png. 코드·연구 도식은 표시된 교육용/발췌 범위다. 최종 패키지·PNG·Notes 대조는 production/evaluation/S40_CODE_EVIDENCE_REVISION.md를 따른다. 실제 실행 캡처나 현재 제품 실행을 뜻하지 않는다.</a:t>
            </a:r>
          </a:p>
          <a:p xmlns:a="http://schemas.openxmlformats.org/drawingml/2006/main">
            <a:r>
              <a:t/>
            </a:r>
          </a:p>
          <a:p xmlns:a="http://schemas.openxmlformats.org/drawingml/2006/main">
            <a:r>
              <a:t>Validation Status: REVIEWED — DEC-0061의 질문·기존 코드 인용·보조 연구·S39/S41 운영 연결을 대조했다. 최종 패키지/PNG/내장 Notes 대조는 production/evaluation/S40_CODE_EVIDENCE_REVISION.md에 기록한다. Windows, room,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S42 — AGENTS.md에는 무엇을 남길까?</a:t>
            </a:r>
          </a:p>
          <a:p xmlns:a="http://schemas.openxmlformats.org/drawingml/2006/main">
            <a:r>
              <a:t/>
            </a:r>
          </a:p>
          <a:p xmlns:a="http://schemas.openxmlformats.org/drawingml/2006/main">
            <a:r>
              <a:t>Slide ID: S42</a:t>
            </a:r>
          </a:p>
          <a:p xmlns:a="http://schemas.openxmlformats.org/drawingml/2006/main">
            <a:r>
              <a:t/>
            </a:r>
          </a:p>
          <a:p xmlns:a="http://schemas.openxmlformats.org/drawingml/2006/main">
            <a:r>
              <a:t>Working Title: AGENTS.md에는 무엇을 남길까?</a:t>
            </a:r>
          </a:p>
          <a:p xmlns:a="http://schemas.openxmlformats.org/drawingml/2006/main">
            <a:r>
              <a:t/>
            </a:r>
          </a:p>
          <a:p xmlns:a="http://schemas.openxmlformats.org/drawingml/2006/main">
            <a:r>
              <a:t>ACT / Section: ACT 2 / 2F</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Lecture 4 minutes</a:t>
            </a:r>
          </a:p>
          <a:p xmlns:a="http://schemas.openxmlformats.org/drawingml/2006/main">
            <a:r>
              <a:t/>
            </a:r>
          </a:p>
          <a:p xmlns:a="http://schemas.openxmlformats.org/drawingml/2006/main">
            <a:r>
              <a:t>Primary Message: 여러 작업의 출발점이 되는 안내는 공통 위치에, 특정 질문의 깊은 명세는 관련 상세에 두고 참조 위치를 남긴다.</a:t>
            </a:r>
          </a:p>
          <a:p xmlns:a="http://schemas.openxmlformats.org/drawingml/2006/main">
            <a:r>
              <a:t/>
            </a:r>
          </a:p>
          <a:p xmlns:a="http://schemas.openxmlformats.org/drawingml/2006/main">
            <a:r>
              <a:t>Opening Question: “무엇을 항상 읽고, 무엇을 필요할 때 찾게 할까?”</a:t>
            </a:r>
          </a:p>
          <a:p xmlns:a="http://schemas.openxmlformats.org/drawingml/2006/main">
            <a:r>
              <a:t/>
            </a:r>
          </a:p>
          <a:p xmlns:a="http://schemas.openxmlformats.org/drawingml/2006/main">
            <a:r>
              <a:t>Speaker Flow: 1. (0–1분) 적용 범위가 여러 Task인지 특정 질문인지 비교한다.</a:t>
            </a:r>
          </a:p>
          <a:p xmlns:a="http://schemas.openxmlformats.org/drawingml/2006/main">
            <a:r>
              <a:t>2. (1–3분) 기본 방향/공통 제약/실행·검증 진입점은 출발점, 깊은 명세/설정은 관련 작업의 상세로 두는 기준을 설명한다.</a:t>
            </a:r>
          </a:p>
          <a:p xmlns:a="http://schemas.openxmlformats.org/drawingml/2006/main">
            <a:r>
              <a:t>3. (3–4분) C++ 공통 빌드 진입점과 장비별 조건을 짧게 대조한다. 실제 파일 세 개의 이름은 다음 전후 장에서 확인한다.</a:t>
            </a:r>
          </a:p>
          <a:p xmlns:a="http://schemas.openxmlformats.org/drawingml/2006/main">
            <a:r>
              <a:t/>
            </a:r>
          </a:p>
          <a:p xmlns:a="http://schemas.openxmlformats.org/drawingml/2006/main">
            <a:r>
              <a:t>Evidence / Source: TEACHING_MODEL / CONCEPTUAL. BEAT-014, CLM-0003/0005/0014/0015, DEC-0054. Historical Demo STATE-03 at f3e2e37b1454e28c5de4c44682ebd49378ebae4b의 AGENTS.md3–20은 목적·로컬 파일·기존 동작 보존·README/검증 진입 안내·주제별 문서 위치를 기록한다. docs/architecture.md는 처리 순서·모듈 역할, docs/image-contracts.md는 crop/resize 명세, docs/testing.md는 테스트 위치·검증 범위를 담는다. 파일명과 내용의 예는 이 보존 기록에 근거한 요약이며 전체 지침의 재현이나 제품 실행 결과가 아니다. 실제 STATE-03 구조 변화와 TRIAL-005A/B 접근 관찰은 S43 이후에 구분한다.</a:t>
            </a:r>
          </a:p>
          <a:p xmlns:a="http://schemas.openxmlformats.org/drawingml/2006/main">
            <a:r>
              <a:t/>
            </a:r>
          </a:p>
          <a:p xmlns:a="http://schemas.openxmlformats.org/drawingml/2006/main">
            <a:r>
              <a:t>Claim Boundary: FROZEN — 93장 구조·Story·시간·Demo 범위; FROZEN WITH SCOPE; TEACHING_MODEL; REQUIRES PRODUCT CHECK — 구체적 Windows·shell·IDE·hardware 지시를 추가하는 경우; CONCEPTUAL. 이 설계만으로 정보 검색 성능이 향상된다고 주장하지 않는다. 파일명 외우기 대신 각 정보가 어떤 작업에 언제 필요한지 판단하는 기준을 설명한다. 명령·검증 규칙도 공통 안내가 될 수 있다. 실제3개 상세 문서로 옮긴 결과는 다음 장에 남긴다.</a:t>
            </a:r>
          </a:p>
          <a:p xmlns:a="http://schemas.openxmlformats.org/drawingml/2006/main">
            <a:r>
              <a:t/>
            </a:r>
          </a:p>
          <a:p xmlns:a="http://schemas.openxmlformats.org/drawingml/2006/main">
            <a:r>
              <a:t>Beginner Explanation: 여러 작업에서 공통으로 필요한 안내와 그 작업을 해결할 때 자세히 볼 규칙을 나눠둔다. AGENTS.md에는 상세 문서의 위치도 남겨 어디서 확인할지 알 수 있게 한다.</a:t>
            </a:r>
          </a:p>
          <a:p xmlns:a="http://schemas.openxmlformats.org/drawingml/2006/main">
            <a:r>
              <a:t/>
            </a:r>
          </a:p>
          <a:p xmlns:a="http://schemas.openxmlformats.org/drawingml/2006/main">
            <a:r>
              <a:t>Advanced Insight: 정보의 Scope와 필요한 시점, 공통 안내의 안정성, 상세의 발견성·유지 비용을 함께 설계한다. 파일 크기나 문서 분리 자체는 검색 성능의 근거가 아니며 재사용 절차와 정보 배치도 같은 책임으로 섞지 않는다.</a:t>
            </a:r>
          </a:p>
          <a:p xmlns:a="http://schemas.openxmlformats.org/drawingml/2006/main">
            <a:r>
              <a:t/>
            </a:r>
          </a:p>
          <a:p xmlns:a="http://schemas.openxmlformats.org/drawingml/2006/main">
            <a:r>
              <a:t>C++ Vision Bridge: 기본 안내의 빌드·검증 진입점/공통 제약과 관련 상세의 알고리즘 명세/하드웨어 조건을 비교한다. 통합1분 범위이며 도구 목록·구체적 환경 명령·C++ 실행 검증을 추가하지 않는다.</a:t>
            </a:r>
          </a:p>
          <a:p xmlns:a="http://schemas.openxmlformats.org/drawingml/2006/main">
            <a:r>
              <a:t/>
            </a:r>
          </a:p>
          <a:p xmlns:a="http://schemas.openxmlformats.org/drawingml/2006/main">
            <a:r>
              <a:t>Demo Operation: N/A. 이 장은 native 정보 배치 모델이다. 실제 문서 분리 전후는 S43, 문서 접근의 관찰과 한계는 S44–47에 남긴다.</a:t>
            </a:r>
          </a:p>
          <a:p xmlns:a="http://schemas.openxmlformats.org/drawingml/2006/main">
            <a:r>
              <a:t/>
            </a:r>
          </a:p>
          <a:p xmlns:a="http://schemas.openxmlformats.org/drawingml/2006/main">
            <a:r>
              <a:t>Audience Interaction: 상단 질문으로 공통 안내와 특정 작업의 상세를 비교하게 한다. 완전한 분류표를 만들게 하거나 실습·별도 토론 시간을 추가하지 않는다.</a:t>
            </a:r>
          </a:p>
          <a:p xmlns:a="http://schemas.openxmlformats.org/drawingml/2006/main">
            <a:r>
              <a:t/>
            </a:r>
          </a:p>
          <a:p xmlns:a="http://schemas.openxmlformats.org/drawingml/2006/main">
            <a:r>
              <a:t>Transition: “이 기준을 보존된 프로젝트 문서에 실제로 적용한 전후를 보겠습니다.”</a:t>
            </a:r>
          </a:p>
          <a:p xmlns:a="http://schemas.openxmlformats.org/drawingml/2006/main">
            <a:r>
              <a:t/>
            </a:r>
          </a:p>
          <a:p xmlns:a="http://schemas.openxmlformats.org/drawingml/2006/main">
            <a:r>
              <a:t>Time Management: 도입30초, 기본 안내60초, 관련 상세90초, C++ 연결과 Transition60초로4분을 유지한다. 시간이 부족하면 상세 예의 반복 설명을 줄이고 기본 안내/상세 범위와 자동 로딩 미보장 경계를 남긴다.</a:t>
            </a:r>
          </a:p>
          <a:p xmlns:a="http://schemas.openxmlformats.org/drawingml/2006/main">
            <a:r>
              <a:t/>
            </a:r>
          </a:p>
          <a:p xmlns:a="http://schemas.openxmlformats.org/drawingml/2006/main">
            <a:r>
              <a:t>Fallback: LOCAL STATIC ARTIFACT — production/ACT_2.pptx의 S42 또는 production/preview/act2/S42.png를 사용한다. 최종 패키지·PNG·Notes 일치는 production/evaluation/S42_CORE_DETAIL_REVISION.md와 검증 JSON을 따른다. 실제 실행 Screenshot이나 자동 로딩 기록으로 표현하지 않는다.</a:t>
            </a:r>
          </a:p>
          <a:p xmlns:a="http://schemas.openxmlformats.org/drawingml/2006/main">
            <a:r>
              <a:t/>
            </a:r>
          </a:p>
          <a:p xmlns:a="http://schemas.openxmlformats.org/drawingml/2006/main">
            <a:r>
              <a:t>Validation Status: REVIEWED — DEC-0060의 근거·운영·19필드 구조를 대조했다. 최종 PPT/PNG/내장 Notes 재대조는 production/evaluation/ACT_2_FLOW_REVISION.md에 기록한다. Windows PowerPoint/room/product/account/timed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S43 — 정보를 지우지 않고 위치를 나누기</a:t>
            </a:r>
          </a:p>
          <a:p xmlns:a="http://schemas.openxmlformats.org/drawingml/2006/main">
            <a:r>
              <a:t/>
            </a:r>
          </a:p>
          <a:p xmlns:a="http://schemas.openxmlformats.org/drawingml/2006/main">
            <a:r>
              <a:t>Slide ID: S43</a:t>
            </a:r>
          </a:p>
          <a:p xmlns:a="http://schemas.openxmlformats.org/drawingml/2006/main">
            <a:r>
              <a:t/>
            </a:r>
          </a:p>
          <a:p xmlns:a="http://schemas.openxmlformats.org/drawingml/2006/main">
            <a:r>
              <a:t>Working Title: 정보를 지우지 않고 위치를 나누기</a:t>
            </a:r>
          </a:p>
          <a:p xmlns:a="http://schemas.openxmlformats.org/drawingml/2006/main">
            <a:r>
              <a:t/>
            </a:r>
          </a:p>
          <a:p xmlns:a="http://schemas.openxmlformats.org/drawingml/2006/main">
            <a:r>
              <a:t>ACT / Section: ACT 2 / 2F</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Lecture 2 minutes + Demo 2 minutes (CAPTURED) + Case 1 minute</a:t>
            </a:r>
          </a:p>
          <a:p xmlns:a="http://schemas.openxmlformats.org/drawingml/2006/main">
            <a:r>
              <a:t/>
            </a:r>
          </a:p>
          <a:p xmlns:a="http://schemas.openxmlformats.org/drawingml/2006/main">
            <a:r>
              <a:t>Primary Message: STATE-03은 세부 정보를 삭제하는 변화가 아니라 Scope에 맞는 위치로 옮기는 변화다.</a:t>
            </a:r>
          </a:p>
          <a:p xmlns:a="http://schemas.openxmlformats.org/drawingml/2006/main">
            <a:r>
              <a:t/>
            </a:r>
          </a:p>
          <a:p xmlns:a="http://schemas.openxmlformats.org/drawingml/2006/main">
            <a:r>
              <a:t>Opening Question: “정보를 나누면 무엇이 바뀌고, 무엇을 그대로 보존해야 할까?”</a:t>
            </a:r>
          </a:p>
          <a:p xmlns:a="http://schemas.openxmlformats.org/drawingml/2006/main">
            <a:r>
              <a:t/>
            </a:r>
          </a:p>
          <a:p xmlns:a="http://schemas.openxmlformats.org/drawingml/2006/main">
            <a:r>
              <a:t>Speaker Flow: 1. (0–2분, Lecture) 앞 장의 기준을 실제 문서 변화에 적용했음을 설명한다.</a:t>
            </a:r>
          </a:p>
          <a:p xmlns:a="http://schemas.openxmlformats.org/drawingml/2006/main">
            <a:r>
              <a:t>2. (2–4분, Demo/CAPTURED) 보존된 State 문서의 A/B/C 핵심 주제가 각 상세 파일로 간 대응과 기본 안내·참조 위치 추가를 확인한다.</a:t>
            </a:r>
          </a:p>
          <a:p xmlns:a="http://schemas.openxmlformats.org/drawingml/2006/main">
            <a:r>
              <a:t>3. (4–5분, Case) 문자 그대로 복사한 것이 아니라 재서술·상세화도 있었다고 말한다. 정보가 사라지지 않았는지 대조하는 책임을 회수한다.</a:t>
            </a:r>
          </a:p>
          <a:p xmlns:a="http://schemas.openxmlformats.org/drawingml/2006/main">
            <a:r>
              <a:t/>
            </a:r>
          </a:p>
          <a:p xmlns:a="http://schemas.openxmlformats.org/drawingml/2006/main">
            <a:r>
              <a:t>Evidence / Source: OBSERVED_PRODUCT for retained Git file structures and topic correspondence; TEACHING_MODEL for the diagram and routing interpretation. STATE-02 at55c045523ed1409449d7eea5b0d873983fe101b6 → STATE-03 atf3e2e37b1454e28c5de4c44682ebd49378ebae4b. 변경은 AGENTS.md와 새 docs/architecture.md, docs/image-contracts.md, docs/testing.md4개뿐이다. 기존 Architecture/CLI Summary는 architecture, Image Contract는 image-contracts, Test의 구성/통합 검증 설명은 testing으로 재배치됐다. Project/로컬 데이터/Build-Run/전체 검증/기존 동작·의존성·범위 제약은 기본 안내에 남았다. 상세 문서의 표·설명·테스트 예와 root Context Routing 안내는 추가/보강됐다. plan/DEMO_MATRIX.md의 STATE-03 보존 대응표와 당시 검증 기록, DEMO-06, BEAT-014–015, CLM-0003/0005/0014/0015, DEC-0055를 따른다. 이번에 새 Trial이나 테스트를 실행하지 않았다.</a:t>
            </a:r>
          </a:p>
          <a:p xmlns:a="http://schemas.openxmlformats.org/drawingml/2006/main">
            <a:r>
              <a:t/>
            </a:r>
          </a:p>
          <a:p xmlns:a="http://schemas.openxmlformats.org/drawingml/2006/main">
            <a:r>
              <a:t>Claim Boundary: 핵심 사실·제약을 유지한 의미상 재구성이지 문자 단위 완전 동일, 모든 내용의 단순 이동, 정보량 불변을 주장하지 않는다. 화살표는 재배치 대응이고 실제 읽기 순서·자동 로딩·필요 문서만 선택·AGENTS.md 단독 인과성·완벽한 Routing을 뜻하지 않는다. Progressive Disclosure는 교육용 정보 설계 패턴이다. 토큰 절약·성능/정확도/속도 향상·현재 Codex Desktop 재현이나 C++ 실행 결과를 주장하지 않는다.</a:t>
            </a:r>
          </a:p>
          <a:p xmlns:a="http://schemas.openxmlformats.org/drawingml/2006/main">
            <a:r>
              <a:t/>
            </a:r>
          </a:p>
          <a:p xmlns:a="http://schemas.openxmlformats.org/drawingml/2006/main">
            <a:r>
              <a:t>Beginner Explanation: 기본 안내는 남겨두고 자세한 규칙을 주제별 문서로 옮겼다. 기존에 중요했던 정보가 어디로 갔는지 A/B/C를 따라 확인할 수 있다.</a:t>
            </a:r>
          </a:p>
          <a:p xmlns:a="http://schemas.openxmlformats.org/drawingml/2006/main">
            <a:r>
              <a:t/>
            </a:r>
          </a:p>
          <a:p xmlns:a="http://schemas.openxmlformats.org/drawingml/2006/main">
            <a:r>
              <a:t>Advanced Insight: 핵심 사실 보존, 문구 재서술·상세화, 안내 경로 추가를 구분한다. 문서 배치의 변화와 실제 Agent의 근거 접근·활용은 다른 관찰 대상이다.</a:t>
            </a:r>
          </a:p>
          <a:p xmlns:a="http://schemas.openxmlformats.org/drawingml/2006/main">
            <a:r>
              <a:t/>
            </a:r>
          </a:p>
          <a:p xmlns:a="http://schemas.openxmlformats.org/drawingml/2006/main">
            <a:r>
              <a:t>C++ Vision Bridge: 공통 제약과 빌드/검증 진입 안내는 기본 안내에, 알고리즘·모듈 명세·하드웨어 조건은 관련 상세에 둘 수 있다는 범위 패턴이다. Case1분+마지막 Lecture1분에 총2분을 통합하며 구체적 환경 조작·실측 결과를 추가하지 않는다.</a:t>
            </a:r>
          </a:p>
          <a:p xmlns:a="http://schemas.openxmlformats.org/drawingml/2006/main">
            <a:r>
              <a:t/>
            </a:r>
          </a:p>
          <a:p xmlns:a="http://schemas.openxmlformats.org/drawingml/2006/main">
            <a:r>
              <a:t>Demo Operation: CAPTURED / RECONSTRUCTED EVIDENCE — 고정된 STATE-02→STATE-03 문서 구조 기록의 native 재구성 도식을2분간 비교한다. 원본 Screenshot이나 현재 제품 실행이 아니다. 실제 문서 접근 결과는 S44–47에 남기고 Live 탐색은 하지 않는다.</a:t>
            </a:r>
          </a:p>
          <a:p xmlns:a="http://schemas.openxmlformats.org/drawingml/2006/main">
            <a:r>
              <a:t/>
            </a:r>
          </a:p>
          <a:p xmlns:a="http://schemas.openxmlformats.org/drawingml/2006/main">
            <a:r>
              <a:t>Audience Interaction: Case1분에 정보를 나눠도 무엇이 남아야 하는지 비교 질문을 던진다. 공개 답변 없이 생각해도 되며 실습이나 별도 시간을 추가하지 않는다.</a:t>
            </a:r>
          </a:p>
          <a:p xmlns:a="http://schemas.openxmlformats.org/drawingml/2006/main">
            <a:r>
              <a:t/>
            </a:r>
          </a:p>
          <a:p xmlns:a="http://schemas.openxmlformats.org/drawingml/2006/main">
            <a:r>
              <a:t>Transition: “파일 구조를 나눴으니, 실제 두 요청은 어떤 근거를 열었는지 관찰하겠습니다.”</a:t>
            </a:r>
          </a:p>
          <a:p xmlns:a="http://schemas.openxmlformats.org/drawingml/2006/main">
            <a:r>
              <a:t/>
            </a:r>
          </a:p>
          <a:p xmlns:a="http://schemas.openxmlformats.org/drawingml/2006/main">
            <a:r>
              <a:t>Time Management: Lecture0–1분과4–5분=2분, CAPTURED Demo1–3분=2분, Case3–4분=1분으로 총5분을 유지한다. C++ Bridge는 마지막2분 안에 통합하며 시간을 중복 계산하지 않는다. 시간이 부족하면 문서 상세를 읽는 양을 줄이고 핵심 정보 보존/재서술 범위와 실제 접근 미검증 경계를 남긴다.</a:t>
            </a:r>
          </a:p>
          <a:p xmlns:a="http://schemas.openxmlformats.org/drawingml/2006/main">
            <a:r>
              <a:t/>
            </a:r>
          </a:p>
          <a:p xmlns:a="http://schemas.openxmlformats.org/drawingml/2006/main">
            <a:r>
              <a:t>Fallback: LOCAL STATIC ARTIFACT — production/ACT_2.pptx의 S43 또는 production/preview/full/S43.png, production/preview/act2/S43.png를 사용한다. 최종 패키지·PNG·Notes 일치는 production/evaluation/S43_DOCUMENT_SPLIT_REVISION.md와 검증 JSON을 따른다. DEMO-06의 정적 fallback과 그 hash는 demos/runbooks/FALLBACK_MANIFEST.md에 정렬한다. 실제 실행 캡처로 표현하지 않는다.</a:t>
            </a:r>
          </a:p>
          <a:p xmlns:a="http://schemas.openxmlformats.org/drawingml/2006/main">
            <a:r>
              <a:t/>
            </a:r>
          </a:p>
          <a:p xmlns:a="http://schemas.openxmlformats.org/drawingml/2006/main">
            <a:r>
              <a:t>Validation Status: REVIEWED — DEC-0060의 근거·운영·19필드 구조를 대조했다. 최종 PPT/PNG/내장 Notes 재대조는 production/evaluation/ACT_2_FLOW_REVISION.md에 기록한다. Windows PowerPoint/room/product/account/timed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S44 — 서로 다른 두 Task가 무엇을 읽을까?</a:t>
            </a:r>
          </a:p>
          <a:p xmlns:a="http://schemas.openxmlformats.org/drawingml/2006/main">
            <a:r>
              <a:t/>
            </a:r>
          </a:p>
          <a:p xmlns:a="http://schemas.openxmlformats.org/drawingml/2006/main">
            <a:r>
              <a:t>Slide ID: S44</a:t>
            </a:r>
          </a:p>
          <a:p xmlns:a="http://schemas.openxmlformats.org/drawingml/2006/main">
            <a:r>
              <a:t/>
            </a:r>
          </a:p>
          <a:p xmlns:a="http://schemas.openxmlformats.org/drawingml/2006/main">
            <a:r>
              <a:t>Working Title: 서로 다른 두 Task가 무엇을 읽을까?</a:t>
            </a:r>
          </a:p>
          <a:p xmlns:a="http://schemas.openxmlformats.org/drawingml/2006/main">
            <a:r>
              <a:t/>
            </a:r>
          </a:p>
          <a:p xmlns:a="http://schemas.openxmlformats.org/drawingml/2006/main">
            <a:r>
              <a:t>ACT / Section: ACT 2 / 2G</a:t>
            </a:r>
          </a:p>
          <a:p xmlns:a="http://schemas.openxmlformats.org/drawingml/2006/main">
            <a:r>
              <a:t/>
            </a:r>
          </a:p>
          <a:p xmlns:a="http://schemas.openxmlformats.org/drawingml/2006/main">
            <a:r>
              <a:t>Allocated Time: 2 minutes</a:t>
            </a:r>
          </a:p>
          <a:p xmlns:a="http://schemas.openxmlformats.org/drawingml/2006/main">
            <a:r>
              <a:t/>
            </a:r>
          </a:p>
          <a:p xmlns:a="http://schemas.openxmlformats.org/drawingml/2006/main">
            <a:r>
              <a:t>Mode Split: Lecture 2 minutes</a:t>
            </a:r>
          </a:p>
          <a:p xmlns:a="http://schemas.openxmlformats.org/drawingml/2006/main">
            <a:r>
              <a:t/>
            </a:r>
          </a:p>
          <a:p xmlns:a="http://schemas.openxmlformats.org/drawingml/2006/main">
            <a:r>
              <a:t>Primary Message: 관련 정보 접근을 확인하려면 Task별 실제 접근을 살펴봐야 한다.</a:t>
            </a:r>
          </a:p>
          <a:p xmlns:a="http://schemas.openxmlformats.org/drawingml/2006/main">
            <a:r>
              <a:t/>
            </a:r>
          </a:p>
          <a:p xmlns:a="http://schemas.openxmlformats.org/drawingml/2006/main">
            <a:r>
              <a:t>Opening Question: “정답을 말하는 것과 실제 근거 접근을 확인하는 것은 어떻게 다를까?”</a:t>
            </a:r>
          </a:p>
          <a:p xmlns:a="http://schemas.openxmlformats.org/drawingml/2006/main">
            <a:r>
              <a:t/>
            </a:r>
          </a:p>
          <a:p xmlns:a="http://schemas.openxmlformats.org/drawingml/2006/main">
            <a:r>
              <a:t>Speaker Flow: 1. (0–1분) A/B 실제 요청 핵심 발췌·번역과 읽기 전용 조건을 읽는다.</a:t>
            </a:r>
          </a:p>
          <a:p xmlns:a="http://schemas.openxmlformats.org/drawingml/2006/main">
            <a:r>
              <a:t>2. (1–2분) crop 정답을 맞히는 퀴즈가 아니라 어떤 근거를 열고 답에 연결했는지를 관찰한다고 안내한다. A와 B의 답은 각각 다음 두 장, 접근 차이는 그다음 장에서 회수한다.</a:t>
            </a:r>
          </a:p>
          <a:p xmlns:a="http://schemas.openxmlformats.org/drawingml/2006/main">
            <a:r>
              <a:t/>
            </a:r>
          </a:p>
          <a:p xmlns:a="http://schemas.openxmlformats.org/drawingml/2006/main">
            <a:r>
              <a:t>Evidence / Source: OBSERVED_PRODUCT setup; outcomes remain on S45–47. TRIAL-005A/B, DEMO-06, BEAT-015–016, CLM-0003/0005/0014/0015, DEC-0056. plan/DEMO_MATRIX.md의 TRIAL-005A/B 원문 Prompt와 당시 실행 환경 기록을 대조했다. A 원문은 current sample image, --crop 1 3의 source columns/output width/end inclusion, current contract/implementation 근거를 요청한다. B는 runtime requirements를 build/package-only tools와 구분해 판단 근거를 요청한다. 두 원문 모두 read-only/no file changes/evidence 조건을 명시한다. 과거 Codex CLI0.154.0의 별도 임시 clone 실행 기록이며 화면의 나란한 배치는 설명 편의용이다. 새 Trial/동시 Subagent 실행/현재 Desktop 검증이 아니다.</a:t>
            </a:r>
          </a:p>
          <a:p xmlns:a="http://schemas.openxmlformats.org/drawingml/2006/main">
            <a:r>
              <a:t/>
            </a:r>
          </a:p>
          <a:p xmlns:a="http://schemas.openxmlformats.org/drawingml/2006/main">
            <a:r>
              <a:t>Claim Boundary: 예상 파일 경로, 실제 접근 파일 목록, crop 정답·출력 폭, 의존성 존재 여부, 성공/실패 판정이나 접근 비교 결과를 이 장에서 보여주지 않는다. 문서 배치만으로 완벽한 자동 Routing·지침 준수·관련 문서만 읽음·토큰 절약·성능 개선을 주장하지 않는다. 파일을 열었다는 기록과 최종 답에서 제시한 근거를 구분하며 접근을 곧 활용으로 단정하지 않는다. 재구성 UI는 현재 Codex Desktop/계정 기능의 검증이 아니다.</a:t>
            </a:r>
          </a:p>
          <a:p xmlns:a="http://schemas.openxmlformats.org/drawingml/2006/main">
            <a:r>
              <a:t/>
            </a:r>
          </a:p>
          <a:p xmlns:a="http://schemas.openxmlformats.org/drawingml/2006/main">
            <a:r>
              <a:t>Beginner Explanation: 질문의 목적이 달라도 실제로 어떤 자료를 확인했는지는 기록을 봐야 한다. A는 이미지 동작, B는 실행에 필요한 의존성을 묻지만 어느 파일을 읽었는지는 아직 답하지 않는다.</a:t>
            </a:r>
          </a:p>
          <a:p xmlns:a="http://schemas.openxmlformats.org/drawingml/2006/main">
            <a:r>
              <a:t/>
            </a:r>
          </a:p>
          <a:p xmlns:a="http://schemas.openxmlformats.org/drawingml/2006/main">
            <a:r>
              <a:t>Advanced Insight: 구조에서 예상하는 경로와 실제 접근/답변 근거를 구분한다. 공통 접근과 요청별 차이, 기록으로 확인할 수 있는 범위에 집중하며 통제된 성능 비교 실험으로 취급하지 않는다.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 — TRIAL-005A/B 관찰 준비 장이다. 새 요청을 입력하거나 실행하지 않고 정적 프롬프트창2개로 실제 요청의 의미를 비교한다. S45–47의 기록과 한계를 미리 공개하지 않는다.</a:t>
            </a:r>
          </a:p>
          <a:p xmlns:a="http://schemas.openxmlformats.org/drawingml/2006/main">
            <a:r>
              <a:t/>
            </a:r>
          </a:p>
          <a:p xmlns:a="http://schemas.openxmlformats.org/drawingml/2006/main">
            <a:r>
              <a:t>Audience Interaction: 관찰 질문3개를 기억하도록 안내한다. 특정 문서 선택이나 정답 발표를 요구하지 않으며 별도 실습·토론 시간을 추가하지 않는다.</a:t>
            </a:r>
          </a:p>
          <a:p xmlns:a="http://schemas.openxmlformats.org/drawingml/2006/main">
            <a:r>
              <a:t/>
            </a:r>
          </a:p>
          <a:p xmlns:a="http://schemas.openxmlformats.org/drawingml/2006/main">
            <a:r>
              <a:t>Transition: “먼저 요청 A에서 실제로 읽은 문서와 답변 근거를 확인합니다.”</a:t>
            </a:r>
          </a:p>
          <a:p xmlns:a="http://schemas.openxmlformats.org/drawingml/2006/main">
            <a:r>
              <a:t/>
            </a:r>
          </a:p>
          <a:p xmlns:a="http://schemas.openxmlformats.org/drawingml/2006/main">
            <a:r>
              <a:t>Time Management: 구조/관찰 구분20초, 두 요청60초, 관찰 질문과 전환40초로2분을 유지한다. 시간이 부족하면 원문의 재낭독을 줄이고 읽기 전용/근거 조건과 결과 미공개를 유지한다.</a:t>
            </a:r>
          </a:p>
          <a:p xmlns:a="http://schemas.openxmlformats.org/drawingml/2006/main">
            <a:r>
              <a:t/>
            </a:r>
          </a:p>
          <a:p xmlns:a="http://schemas.openxmlformats.org/drawingml/2006/main">
            <a:r>
              <a:t>Fallback: LOCAL STATIC ARTIFACT — production/ACT_2.pptx의 S44 또는 production/preview/act2/S44.png를 사용한다. 최종 패키지·PNG·Notes 일치는 production/evaluation/S44_PROMPT_WATCH_REVISION.md와 검증 JSON을 따른다. 실제 실행 캡처나 현재 제품의 입력 화면으로 표현하지 않는다.</a:t>
            </a:r>
          </a:p>
          <a:p xmlns:a="http://schemas.openxmlformats.org/drawingml/2006/main">
            <a:r>
              <a:t/>
            </a:r>
          </a:p>
          <a:p xmlns:a="http://schemas.openxmlformats.org/drawingml/2006/main">
            <a:r>
              <a:t>Validation Status: REVIEWED — DEC-0060의 근거·운영·19필드 구조를 대조했다. 최종 PPT/PNG/내장 Notes 재대조는 production/evaluation/ACT_2_FLOW_REVISION.md에 기록한다. Windows PowerPoint/room/product/account/timed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S45 — Crop Task에서 관찰한 접근</a:t>
            </a:r>
          </a:p>
          <a:p xmlns:a="http://schemas.openxmlformats.org/drawingml/2006/main">
            <a:r>
              <a:t/>
            </a:r>
          </a:p>
          <a:p xmlns:a="http://schemas.openxmlformats.org/drawingml/2006/main">
            <a:r>
              <a:t>Slide ID: S45</a:t>
            </a:r>
          </a:p>
          <a:p xmlns:a="http://schemas.openxmlformats.org/drawingml/2006/main">
            <a:r>
              <a:t/>
            </a:r>
          </a:p>
          <a:p xmlns:a="http://schemas.openxmlformats.org/drawingml/2006/main">
            <a:r>
              <a:t>Working Title: Crop Task에서 관찰한 접근</a:t>
            </a:r>
          </a:p>
          <a:p xmlns:a="http://schemas.openxmlformats.org/drawingml/2006/main">
            <a:r>
              <a:t/>
            </a:r>
          </a:p>
          <a:p xmlns:a="http://schemas.openxmlformats.org/drawingml/2006/main">
            <a:r>
              <a:t>ACT / Section: ACT 2 / 2G</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Case 5 minutes</a:t>
            </a:r>
          </a:p>
          <a:p xmlns:a="http://schemas.openxmlformats.org/drawingml/2006/main">
            <a:r>
              <a:t/>
            </a:r>
          </a:p>
          <a:p xmlns:a="http://schemas.openxmlformats.org/drawingml/2006/main">
            <a:r>
              <a:t>Primary Message: TRIAL-005A의 최종 실행에서 image contract 문서 접근과 함께 정확한 crop 결과를 관찰했다.</a:t>
            </a:r>
          </a:p>
          <a:p xmlns:a="http://schemas.openxmlformats.org/drawingml/2006/main">
            <a:r>
              <a:t/>
            </a:r>
          </a:p>
          <a:p xmlns:a="http://schemas.openxmlformats.org/drawingml/2006/main">
            <a:r>
              <a:t>Opening Question: “Crop 명세를 묻는 Task에서 어떤 문서를 읽었고, 어떤 답을 얻었을까?”</a:t>
            </a:r>
          </a:p>
          <a:p xmlns:a="http://schemas.openxmlformats.org/drawingml/2006/main">
            <a:r>
              <a:t/>
            </a:r>
          </a:p>
          <a:p xmlns:a="http://schemas.openxmlformats.org/drawingml/2006/main">
            <a:r>
              <a:t>Speaker Flow: 1. (0–1분) A 요청의 질문을 짧게 회수한다.</a:t>
            </a:r>
          </a:p>
          <a:p xmlns:a="http://schemas.openxmlformats.org/drawingml/2006/main">
            <a:r>
              <a:t>2. (1–3분) 실제 접근 문서 요약 중 명세 문서를 가리키고, 그 명세와 기록된 열1·2/폭2/끝3제외 답의 일치를 확인한다.</a:t>
            </a:r>
          </a:p>
          <a:p xmlns:a="http://schemas.openxmlformats.org/drawingml/2006/main">
            <a:r>
              <a:t>3. (3–5분) 소스·관련 테스트·넓은 문서도 읽었으며 testing.md는 최종 실행에서 관찰했다는 범위를 설명한다. 반개구간 문법 강의·로그 전문 낭독을 하지 않는다.</a:t>
            </a:r>
          </a:p>
          <a:p xmlns:a="http://schemas.openxmlformats.org/drawingml/2006/main">
            <a:r>
              <a:t/>
            </a:r>
          </a:p>
          <a:p xmlns:a="http://schemas.openxmlformats.org/drawingml/2006/main">
            <a:r>
              <a:t>Evidence / Source: TRIAL-005A final-run access/answer table and environment in plan/DEMO_MATRIX.md; BEAT-016, CLM-0014/CLM-0015, DEC-0057. OBSERVED_PRODUCT. STATE-03 docs/image-contracts.md의 half-open crop 명세, src/graypipe/transform.py의 row[x_start : x_end], data/sample.pgm의4열 표본을 읽어 대조했다. 새 실행이나 Trial을 하지 않았다.</a:t>
            </a:r>
          </a:p>
          <a:p xmlns:a="http://schemas.openxmlformats.org/drawingml/2006/main">
            <a:r>
              <a:t/>
            </a:r>
          </a:p>
          <a:p xmlns:a="http://schemas.openxmlformats.org/drawingml/2006/main">
            <a:r>
              <a:t>Claim Boundary: 파일을 연 사실, 명세 내용, 기록된 답을 구분한다. 도식의 화살표는 문서 내용과 답의 대조 관계로서 정확한 접근 순서·답의 내부 생성 원인·명세 단독 인과성을 뜻하지 않는다. 최종 CLI 실행의 관찰에 한정하며 완벽한 Routing, 관련 문서만 읽음, 토큰 절약·효율·성능 개선, 현재 Desktop 동작을 주장하지 않는다. testing.md 접근의 반복 간 차이를 보존한다.</a:t>
            </a:r>
          </a:p>
          <a:p xmlns:a="http://schemas.openxmlformats.org/drawingml/2006/main">
            <a:r>
              <a:t/>
            </a:r>
          </a:p>
          <a:p xmlns:a="http://schemas.openxmlformats.org/drawingml/2006/main">
            <a:r>
              <a:t>Beginner Explanation: 문서를 열었다는 기록과 그 문서의 명세, 실제 답을 나란히 확인한다. 끝 좌표는 제외하므로 열1과2 두 개가 남는다는 답이 명세와 일치한다.</a:t>
            </a:r>
          </a:p>
          <a:p xmlns:a="http://schemas.openxmlformats.org/drawingml/2006/main">
            <a:r>
              <a:t/>
            </a:r>
          </a:p>
          <a:p xmlns:a="http://schemas.openxmlformats.org/drawingml/2006/main">
            <a:r>
              <a:t>Advanced Insight: Access evidence and answer agreement are separate observations. Broader reads and test-context variability prevent an exclusive causal or efficiency conclusion. The list is not a chronological trace.</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RECONSTRUCTED RECORD — 실제 접근 기록과 명세·답의 요약을 S45 정적 화면으로 보여준다. 입력창 Screenshot이나 실행 로그처럼 꾸미지 않는다. 현재 제품에서 명령을 실행하지 않고 전체 접근 로그를 읽지 않는다. Task B의 접근 차이는 S47에서 확인한다.</a:t>
            </a:r>
          </a:p>
          <a:p xmlns:a="http://schemas.openxmlformats.org/drawingml/2006/main">
            <a:r>
              <a:t/>
            </a:r>
          </a:p>
          <a:p xmlns:a="http://schemas.openxmlformats.org/drawingml/2006/main">
            <a:r>
              <a:t>Audience Interaction: 가운데 명세와 오른쪽 열 번호를 보고 ‘끝 좌표3은 포함될까?’를 짧게 확인한 뒤 기록된 답으로 회수한다. 별도 실습·공유·비교 실험은 없다.</a:t>
            </a:r>
          </a:p>
          <a:p xmlns:a="http://schemas.openxmlformats.org/drawingml/2006/main">
            <a:r>
              <a:t/>
            </a:r>
          </a:p>
          <a:p xmlns:a="http://schemas.openxmlformats.org/drawingml/2006/main">
            <a:r>
              <a:t>Transition: “다른 질문인 실행 의존성 요청에서는 어떤 근거로 어떤 답을 얻었을까요?”</a:t>
            </a:r>
          </a:p>
          <a:p xmlns:a="http://schemas.openxmlformats.org/drawingml/2006/main">
            <a:r>
              <a:t/>
            </a:r>
          </a:p>
          <a:p xmlns:a="http://schemas.openxmlformats.org/drawingml/2006/main">
            <a:r>
              <a:t>Time Management: 요청·접근 요약1분, 명세1분, 답 대조1분, 넓은 접근·실행 간 차이1분, 한계 회수·S47 연결1분으로 Case5분을 유지한다. 파일명 전체나 Python 구현 문법 설명이 길어지면 줄이고 명세와 열1·2/폭2/끝 제외를 먼저 회수한다.</a:t>
            </a:r>
          </a:p>
          <a:p xmlns:a="http://schemas.openxmlformats.org/drawingml/2006/main">
            <a:r>
              <a:t/>
            </a:r>
          </a:p>
          <a:p xmlns:a="http://schemas.openxmlformats.org/drawingml/2006/main">
            <a:r>
              <a:t>Fallback: LOCAL STATIC ARTIFACT — production/ACT_2.pptx의 S45 또는 production/preview/act2/S45.png가 발표 기본 경로다. 동일한 Full S45·ACT2 PNG·내장 Notes 대조는 production/evaluation/S45_CROP_EVIDENCE_REVISION.md와 검증 JSON에 기록한다. 과거 기록 재구성이며 실제 실행 캡처나 현재 제품 실행으로 표현하지 않는다. Live 승인을 추가하지 않는다.</a:t>
            </a:r>
          </a:p>
          <a:p xmlns:a="http://schemas.openxmlformats.org/drawingml/2006/main">
            <a:r>
              <a:t/>
            </a:r>
          </a:p>
          <a:p xmlns:a="http://schemas.openxmlformats.org/drawingml/2006/main">
            <a:r>
              <a:t>Validation Status: REVIEWED — DEC-0060의 근거·운영·19필드 구조를 대조했다. 최종 PPT/PNG/내장 Notes 재대조는 production/evaluation/ACT_2_FLOW_REVISION.md에 기록한다. Windows PowerPoint/room/product/account/timed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S46 — 의존성 질문은 설정과 소스로 답했다</a:t>
            </a:r>
          </a:p>
          <a:p xmlns:a="http://schemas.openxmlformats.org/drawingml/2006/main">
            <a:r>
              <a:t/>
            </a:r>
          </a:p>
          <a:p xmlns:a="http://schemas.openxmlformats.org/drawingml/2006/main">
            <a:r>
              <a:t>Slide ID: S46</a:t>
            </a:r>
          </a:p>
          <a:p xmlns:a="http://schemas.openxmlformats.org/drawingml/2006/main">
            <a:r>
              <a:t/>
            </a:r>
          </a:p>
          <a:p xmlns:a="http://schemas.openxmlformats.org/drawingml/2006/main">
            <a:r>
              <a:t>Working Title: 의존성 질문은 설정과 소스로 답했다</a:t>
            </a:r>
          </a:p>
          <a:p xmlns:a="http://schemas.openxmlformats.org/drawingml/2006/main">
            <a:r>
              <a:t/>
            </a:r>
          </a:p>
          <a:p xmlns:a="http://schemas.openxmlformats.org/drawingml/2006/main">
            <a:r>
              <a:t>ACT / Section: ACT 2 / 2G Structured Context</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Case 4 minutes</a:t>
            </a:r>
          </a:p>
          <a:p xmlns:a="http://schemas.openxmlformats.org/drawingml/2006/main">
            <a:r>
              <a:t/>
            </a:r>
          </a:p>
          <a:p xmlns:a="http://schemas.openxmlformats.org/drawingml/2006/main">
            <a:r>
              <a:t>Primary Message: TRIAL-005B는 설정·README·소스 등을 확인해 Python/표준 라이브러리 실행 조건과 별도 빌드 도구를 구분하고 third-party runtime dependency가 없다고 답했다.</a:t>
            </a:r>
          </a:p>
          <a:p xmlns:a="http://schemas.openxmlformats.org/drawingml/2006/main">
            <a:r>
              <a:t/>
            </a:r>
          </a:p>
          <a:p xmlns:a="http://schemas.openxmlformats.org/drawingml/2006/main">
            <a:r>
              <a:t>Opening Question: “실행에 필요한 것과 빌드에만 쓰는 도구는 어떻게 구분했을까?”</a:t>
            </a:r>
          </a:p>
          <a:p xmlns:a="http://schemas.openxmlformats.org/drawingml/2006/main">
            <a:r>
              <a:t/>
            </a:r>
          </a:p>
          <a:p xmlns:a="http://schemas.openxmlformats.org/drawingml/2006/main">
            <a:r>
              <a:t>Speaker Flow: 1. (0–1분) S44의 실행 의존성 질문을 회수한다.</a:t>
            </a:r>
          </a:p>
          <a:p xmlns:a="http://schemas.openxmlformats.org/drawingml/2006/main">
            <a:r>
              <a:t>2. (1–3분) 실제 설정/README/소스 확인과 기록된 답을 연결한다. 실행은 Python3.9+표준 라이브러리, 별도 third-party runtime dependency 없음. setuptools/wheel은 빌드/패키징 도구이며 pip는 문서의 빌드 명령에 사용된다.</a:t>
            </a:r>
          </a:p>
          <a:p xmlns:a="http://schemas.openxmlformats.org/drawingml/2006/main">
            <a:r>
              <a:t>3. (3–4분) 이미지 명세/testing 문서는 열지 않았지만 다른 공통 문서와 소스는 읽었다고 말한다. 새 설치·검증 결과가 아니다. 다음 장에서 접근 표를 비교한다.</a:t>
            </a:r>
          </a:p>
          <a:p xmlns:a="http://schemas.openxmlformats.org/drawingml/2006/main">
            <a:r>
              <a:t/>
            </a:r>
          </a:p>
          <a:p xmlns:a="http://schemas.openxmlformats.org/drawingml/2006/main">
            <a:r>
              <a:t>Evidence / Source: BEAT-016, TRIAL-005B, STATE-03, CLM-0003, CLM-0005, DEC-0060 / OBSERVED_PRODUCT</a:t>
            </a:r>
          </a:p>
          <a:p xmlns:a="http://schemas.openxmlformats.org/drawingml/2006/main">
            <a:r>
              <a:t/>
            </a:r>
          </a:p>
          <a:p xmlns:a="http://schemas.openxmlformats.org/drawingml/2006/main">
            <a:r>
              <a:t>Claim Boundary: FROZEN — 93장 구조·Story·시간·Demo 범위; FROZEN WITH SCOPE; OBSERVED PRODUCT. 기록된 CLI 실행과 최종 반복 결과에 한정한다. TRIAL-005B 최종 읽기 전용 실행. third-party dependency 없음은 런타임 요구사항 자체가 없다는 뜻이 아니다. pip는 문서의 빌드 명령에 쓰였으며 runtime dependency로 바꾸지 않는다.</a:t>
            </a:r>
          </a:p>
          <a:p xmlns:a="http://schemas.openxmlformats.org/drawingml/2006/main">
            <a:r>
              <a:t/>
            </a:r>
          </a:p>
          <a:p xmlns:a="http://schemas.openxmlformats.org/drawingml/2006/main">
            <a:r>
              <a:t>Beginner Explanation: 결과 주장을 repository 근거와 연결해 본다.</a:t>
            </a:r>
          </a:p>
          <a:p xmlns:a="http://schemas.openxmlformats.org/drawingml/2006/main">
            <a:r>
              <a:t/>
            </a:r>
          </a:p>
          <a:p xmlns:a="http://schemas.openxmlformats.org/drawingml/2006/main">
            <a:r>
              <a:t>Advanced Insight: 선택적 접근이 관찰됐어도 접근 범위가 완벽히 좁지는 않았음을 확인한다.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CAPTURED SUMMARY / case only. Historical TRIAL-005B final read-only CLI record; no current-product replay or fresh installation. Read this static slide and stop before interpreting the access comparison.</a:t>
            </a:r>
          </a:p>
          <a:p xmlns:a="http://schemas.openxmlformats.org/drawingml/2006/main">
            <a:r>
              <a:t/>
            </a:r>
          </a:p>
          <a:p xmlns:a="http://schemas.openxmlformats.org/drawingml/2006/main">
            <a:r>
              <a:t>Audience Interaction: N/A.</a:t>
            </a:r>
          </a:p>
          <a:p xmlns:a="http://schemas.openxmlformats.org/drawingml/2006/main">
            <a:r>
              <a:t/>
            </a:r>
          </a:p>
          <a:p xmlns:a="http://schemas.openxmlformats.org/drawingml/2006/main">
            <a:r>
              <a:t>Transition: “이제 A와 B의 답이 아니라 실제 문서 접근 목록을 같은 기준으로 비교합니다.”</a:t>
            </a:r>
          </a:p>
          <a:p xmlns:a="http://schemas.openxmlformats.org/drawingml/2006/main">
            <a:r>
              <a:t/>
            </a:r>
          </a:p>
          <a:p xmlns:a="http://schemas.openxmlformats.org/drawingml/2006/main">
            <a:r>
              <a:t>Time Management: Case4분. 패키지 도구 사용법 강의로 확장하지 않는다.</a:t>
            </a:r>
          </a:p>
          <a:p xmlns:a="http://schemas.openxmlformats.org/drawingml/2006/main">
            <a:r>
              <a:t/>
            </a:r>
          </a:p>
          <a:p xmlns:a="http://schemas.openxmlformats.org/drawingml/2006/main">
            <a:r>
              <a:t>Fallback: LOCAL STATIC ARTIFACT — production/ACT_2.pptx / S46; production/preview/act2/S46.png. A rendered teaching diagram/evidence summary, not a new product screenshot or Trial. Final path/content check pending.</a:t>
            </a:r>
          </a:p>
          <a:p xmlns:a="http://schemas.openxmlformats.org/drawingml/2006/main">
            <a:r>
              <a:t/>
            </a:r>
          </a:p>
          <a:p xmlns:a="http://schemas.openxmlformats.org/drawingml/2006/main">
            <a:r>
              <a:t>Validation Status: REVIEWED — DEC-0060의 근거·운영·19필드 구조를 대조했다. 최종 PPT/PNG/내장 Notes 재대조는 production/evaluation/ACT_2_FLOW_REVISION.md에 기록한다. Windows PowerPoint/room/product/account/timed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S47 — Task별 접근은 달랐지만 완벽하지는 않다</a:t>
            </a:r>
          </a:p>
          <a:p xmlns:a="http://schemas.openxmlformats.org/drawingml/2006/main">
            <a:r>
              <a:t/>
            </a:r>
          </a:p>
          <a:p xmlns:a="http://schemas.openxmlformats.org/drawingml/2006/main">
            <a:r>
              <a:t>Slide ID: S47</a:t>
            </a:r>
          </a:p>
          <a:p xmlns:a="http://schemas.openxmlformats.org/drawingml/2006/main">
            <a:r>
              <a:t/>
            </a:r>
          </a:p>
          <a:p xmlns:a="http://schemas.openxmlformats.org/drawingml/2006/main">
            <a:r>
              <a:t>Working Title: 두 Task에서 상세 문서 접근이 달랐다</a:t>
            </a:r>
          </a:p>
          <a:p xmlns:a="http://schemas.openxmlformats.org/drawingml/2006/main">
            <a:r>
              <a:t/>
            </a:r>
          </a:p>
          <a:p xmlns:a="http://schemas.openxmlformats.org/drawingml/2006/main">
            <a:r>
              <a:t>ACT / Section: ACT 2 / 2G</a:t>
            </a:r>
          </a:p>
          <a:p xmlns:a="http://schemas.openxmlformats.org/drawingml/2006/main">
            <a:r>
              <a:t/>
            </a:r>
          </a:p>
          <a:p xmlns:a="http://schemas.openxmlformats.org/drawingml/2006/main">
            <a:r>
              <a:t>Allocated Time: 7 minutes</a:t>
            </a:r>
          </a:p>
          <a:p xmlns:a="http://schemas.openxmlformats.org/drawingml/2006/main">
            <a:r>
              <a:t/>
            </a:r>
          </a:p>
          <a:p xmlns:a="http://schemas.openxmlformats.org/drawingml/2006/main">
            <a:r>
              <a:t>Mode Split: Demo 1 minute (CAPTURED) + Case 3 minutes + Reflection 2 minutes + Q&amp;A 1 minute</a:t>
            </a:r>
          </a:p>
          <a:p xmlns:a="http://schemas.openxmlformats.org/drawingml/2006/main">
            <a:r>
              <a:t/>
            </a:r>
          </a:p>
          <a:p xmlns:a="http://schemas.openxmlformats.org/drawingml/2006/main">
            <a:r>
              <a:t>Primary Message: Task에 따른 상세 문서 접근 차이는 관찰됐지만 perfect routing, token saving, 성능 향상은 입증되지 않았다.</a:t>
            </a:r>
          </a:p>
          <a:p xmlns:a="http://schemas.openxmlformats.org/drawingml/2006/main">
            <a:r>
              <a:t/>
            </a:r>
          </a:p>
          <a:p xmlns:a="http://schemas.openxmlformats.org/drawingml/2006/main">
            <a:r>
              <a:t>Opening Question: “Task별 차이를 관찰한 것만으로 완벽한 Routing을 말할 수 있을까?”</a:t>
            </a:r>
          </a:p>
          <a:p xmlns:a="http://schemas.openxmlformats.org/drawingml/2006/main">
            <a:r>
              <a:t/>
            </a:r>
          </a:p>
          <a:p xmlns:a="http://schemas.openxmlformats.org/drawingml/2006/main">
            <a:r>
              <a:t>Speaker Flow: 1. (0–1분, Demo/CAPTURED) 최종 기록을 요약한 비교표임을 밝힌다.</a:t>
            </a:r>
          </a:p>
          <a:p xmlns:a="http://schemas.openxmlformats.org/drawingml/2006/main">
            <a:r>
              <a:t>2. (1–4분, Case) 양쪽 공통3문서와 다른 상세/설정4행만 비교한다. A/B의 정답과 각 문서 역할은 앞 장 설명을 반복하지 않는다.</a:t>
            </a:r>
          </a:p>
          <a:p xmlns:a="http://schemas.openxmlformats.org/drawingml/2006/main">
            <a:r>
              <a:t>3. (4–6분, Reflection) “접근 차이”와 “효율 개선”을 같은 주장으로 볼 수 있는지 조용히 생각하게 한다.</a:t>
            </a:r>
          </a:p>
          <a:p xmlns:a="http://schemas.openxmlformats.org/drawingml/2006/main">
            <a:r>
              <a:t>4. (6–7분, Q&amp;A) 한 질문을 받고 최소 선택·일관된 접근 보장·성능/토큰 효과는 미입증임을 회수한다.</a:t>
            </a:r>
          </a:p>
          <a:p xmlns:a="http://schemas.openxmlformats.org/drawingml/2006/main">
            <a:r>
              <a:t/>
            </a:r>
          </a:p>
          <a:p xmlns:a="http://schemas.openxmlformats.org/drawingml/2006/main">
            <a:r>
              <a:t>Evidence / Source: TRIAL-005A/B final-run access/answer table, repeated-invocation variation and Codex CLI0.154.0 read-only environment in plan/DEMO_MATRIX.md; BEAT-016/017, CLM-0014/0015/0003/0005, DEC-0058. OBSERVED_PRODUCT. 두 요청은 별도 임시 clone에서 실행된 과거 기록이다. 이번 수정에서 새 Trial·테스트·제품 확인을 실행하지 않았다.</a:t>
            </a:r>
          </a:p>
          <a:p xmlns:a="http://schemas.openxmlformats.org/drawingml/2006/main">
            <a:r>
              <a:t/>
            </a:r>
          </a:p>
          <a:p xmlns:a="http://schemas.openxmlformats.org/drawingml/2006/main">
            <a:r>
              <a:t>Claim Boundary: 기록된 최종 실행의 문서 접근 차이와 넓은 접근, A의 testing.md 접근 변동만 관찰 범위다. 읽음/읽지 않음은 성공/실패 판정이나 파일의 완전한 관련성 분류가 아니다. 파일을 연 사실이 답의 내부 생성 원인·AGENTS.md 단독 인과성·일관된 선택 정책을 입증하지 않는다. 완벽한 Routing·보편 우월성·토큰 절약·성능 개선·현재 Desktop 재현을 주장하지 않는다. 표는 접근 순서나 동시 실행을 표현하지 않는다.</a:t>
            </a:r>
          </a:p>
          <a:p xmlns:a="http://schemas.openxmlformats.org/drawingml/2006/main">
            <a:r>
              <a:t/>
            </a:r>
          </a:p>
          <a:p xmlns:a="http://schemas.openxmlformats.org/drawingml/2006/main">
            <a:r>
              <a:t>Beginner Explanation: 같은 저장소라도 질문에 따라 읽은 상세 정보가 달랐다. 두 열에서 같은 파일과 달랐던 파일을 비교하되 ‘다르게 읽었다’는 기록과 ‘항상 잘 선택한다’는 보장을 구분한다.</a:t>
            </a:r>
          </a:p>
          <a:p xmlns:a="http://schemas.openxmlformats.org/drawingml/2006/main">
            <a:r>
              <a:t/>
            </a:r>
          </a:p>
          <a:p xmlns:a="http://schemas.openxmlformats.org/drawingml/2006/main">
            <a:r>
              <a:t>Advanced Insight: Compare the actual access sets, broader reads and invocation variability. This is not a controlled attribution experiment or a token/performance benchmark. File access and answer support remain separate observations.</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CAPTURED RECORD SUMMARY — 정적 native 비교표의 A·B 열과 강조된 읽음 셀을1분 안에 보여준다. 원자료를 요약·재구성한 도식이며 실제 터미널 Screenshot·현재 제품 실행으로 표현하지 않는다. testing.md의 최종 실행 한정 표식을 유지하고 B의 설정 파일 접근을 확인한다. Live로 전환하지 않는다.</a:t>
            </a:r>
          </a:p>
          <a:p xmlns:a="http://schemas.openxmlformats.org/drawingml/2006/main">
            <a:r>
              <a:t/>
            </a:r>
          </a:p>
          <a:p xmlns:a="http://schemas.openxmlformats.org/drawingml/2006/main">
            <a:r>
              <a:t>Audience Interaction: Case3분·개인 Reflection2분·Q&amp;A1분을 보호한다. 무응답 시 질문은 ‘이 기록만으로 문서 선택을 보장할 수 있을까요?’이며 관찰과 해석의 한계를 회수한다.</a:t>
            </a:r>
          </a:p>
          <a:p xmlns:a="http://schemas.openxmlformats.org/drawingml/2006/main">
            <a:r>
              <a:t/>
            </a:r>
          </a:p>
          <a:p xmlns:a="http://schemas.openxmlformats.org/drawingml/2006/main">
            <a:r>
              <a:t>Transition: “이 관찰을 포함해, Context를 정리하며 실제로 확인한 성과를 정리하겠습니다.”</a:t>
            </a:r>
          </a:p>
          <a:p xmlns:a="http://schemas.openxmlformats.org/drawingml/2006/main">
            <a:r>
              <a:t/>
            </a:r>
          </a:p>
          <a:p xmlns:a="http://schemas.openxmlformats.org/drawingml/2006/main">
            <a:r>
              <a:t>Time Management: Demo0–1분, Case1–4분, Reflection4–6분, Q&amp;A6–7분으로7분을 유지한다. 설명이 길어지면 공통 파일명과 build 도구의 부연을 줄인다. 관찰/해석 경계와 Reflection2분을 삭제하지 않는다.</a:t>
            </a:r>
          </a:p>
          <a:p xmlns:a="http://schemas.openxmlformats.org/drawingml/2006/main">
            <a:r>
              <a:t/>
            </a:r>
          </a:p>
          <a:p xmlns:a="http://schemas.openxmlformats.org/drawingml/2006/main">
            <a:r>
              <a:t>Fallback: LOCAL STATIC ARTIFACT — production/ACT_2.pptx의 S47 또는 production/preview/full/S47.png를 사용한다. Full/ACT2 PNG·Notes 일치와 DEMO-06 fallback 경로·hash 갱신은 production/evaluation/S47_ACCESS_COMPARISON_REVISION.md와 검증 JSON에 기록한다. 과거 기록의 재구성으로서 원 실행 캡처나 현재 제품 동작의 검증을 뜻하지 않는다. 최종 발표 PC/Live 승인은 별도다.</a:t>
            </a:r>
          </a:p>
          <a:p xmlns:a="http://schemas.openxmlformats.org/drawingml/2006/main">
            <a:r>
              <a:t/>
            </a:r>
          </a:p>
          <a:p xmlns:a="http://schemas.openxmlformats.org/drawingml/2006/main">
            <a:r>
              <a:t>Validation Status: REVIEWED — DEC-0060의 근거·운영·19필드 구조를 대조했다. 최종 PPT/PNG/내장 Notes 재대조는 production/evaluation/ACT_2_FLOW_REVISION.md에 기록한다. Windows PowerPoint/room/product/account/timed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S48 — Context 정리에서 확인한 네 가지</a:t>
            </a:r>
          </a:p>
          <a:p xmlns:a="http://schemas.openxmlformats.org/drawingml/2006/main">
            <a:r>
              <a:t/>
            </a:r>
          </a:p>
          <a:p xmlns:a="http://schemas.openxmlformats.org/drawingml/2006/main">
            <a:r>
              <a:t>Slide ID: S48</a:t>
            </a:r>
          </a:p>
          <a:p xmlns:a="http://schemas.openxmlformats.org/drawingml/2006/main">
            <a:r>
              <a:t/>
            </a:r>
          </a:p>
          <a:p xmlns:a="http://schemas.openxmlformats.org/drawingml/2006/main">
            <a:r>
              <a:t>Working Title: Context 정리에서 확인한 네 가지</a:t>
            </a:r>
          </a:p>
          <a:p xmlns:a="http://schemas.openxmlformats.org/drawingml/2006/main">
            <a:r>
              <a:t/>
            </a:r>
          </a:p>
          <a:p xmlns:a="http://schemas.openxmlformats.org/drawingml/2006/main">
            <a:r>
              <a:t>ACT / Section: ACT 2 / 2I Discussion·Transition</a:t>
            </a:r>
          </a:p>
          <a:p xmlns:a="http://schemas.openxmlformats.org/drawingml/2006/main">
            <a:r>
              <a:t/>
            </a:r>
          </a:p>
          <a:p xmlns:a="http://schemas.openxmlformats.org/drawingml/2006/main">
            <a:r>
              <a:t>Allocated Time: 3 minutes</a:t>
            </a:r>
          </a:p>
          <a:p xmlns:a="http://schemas.openxmlformats.org/drawingml/2006/main">
            <a:r>
              <a:t/>
            </a:r>
          </a:p>
          <a:p xmlns:a="http://schemas.openxmlformats.org/drawingml/2006/main">
            <a:r>
              <a:t>Mode Split: Lecture 2 minutes + Reflection 1 minutes</a:t>
            </a:r>
          </a:p>
          <a:p xmlns:a="http://schemas.openxmlformats.org/drawingml/2006/main">
            <a:r>
              <a:t/>
            </a:r>
          </a:p>
          <a:p xmlns:a="http://schemas.openxmlformats.org/drawingml/2006/main">
            <a:r>
              <a:t>Primary Message: 공통 정보의 기록, 지침 활용, 핵심 정보를 보존한 재구성, Task별 상세 접근 차이는 각각의 보존된 근거로 확인했다. 일반적 효율 향상은 측정하지 않았다.</a:t>
            </a:r>
          </a:p>
          <a:p xmlns:a="http://schemas.openxmlformats.org/drawingml/2006/main">
            <a:r>
              <a:t/>
            </a:r>
          </a:p>
          <a:p xmlns:a="http://schemas.openxmlformats.org/drawingml/2006/main">
            <a:r>
              <a:t>Opening Question: “무엇을 바꾸었고, 무엇까지 실제로 확인했을까?”</a:t>
            </a:r>
          </a:p>
          <a:p xmlns:a="http://schemas.openxmlformats.org/drawingml/2006/main">
            <a:r>
              <a:t/>
            </a:r>
          </a:p>
          <a:p xmlns:a="http://schemas.openxmlformats.org/drawingml/2006/main">
            <a:r>
              <a:t>Speaker Flow: 1. (0–2분, Lecture) 기록/지침 적용/정보 보존 재구성/Task별 접근이라는 네 근거를 짧게 회수한다. 각각의 State/Trial을 가리키되 다시 로그를 낭독하지 않는다.</a:t>
            </a:r>
          </a:p>
          <a:p xmlns:a="http://schemas.openxmlformats.org/drawingml/2006/main">
            <a:r>
              <a:t>2. (2–3분, Reflection) 팀에서 먼저 정리할 공통 안내 또는 상세 정보 하나를 조용히 떠올린다. 해결한 범위를 성능/정확도/토큰 효과로 확대하지 않고 남은 수행 방법 질문으로 넘긴다.</a:t>
            </a:r>
          </a:p>
          <a:p xmlns:a="http://schemas.openxmlformats.org/drawingml/2006/main">
            <a:r>
              <a:t/>
            </a:r>
          </a:p>
          <a:p xmlns:a="http://schemas.openxmlformats.org/drawingml/2006/main">
            <a:r>
              <a:t>Evidence / Source: STATE-01; TRIAL-003; STATE-02→STATE-03; TRIAL-005A/B; BEAT-009–017; DEC-0060. The four scoped observations remain separate from the teaching recap.</a:t>
            </a:r>
          </a:p>
          <a:p xmlns:a="http://schemas.openxmlformats.org/drawingml/2006/main">
            <a:r>
              <a:t/>
            </a:r>
          </a:p>
          <a:p xmlns:a="http://schemas.openxmlformats.org/drawingml/2006/main">
            <a:r>
              <a:t>Claim Boundary: FROZEN WITH SCOPE — 개별 State/Trial 관찰과 교육용 성과 정리를 구분한다. 일반적 효율·정확도 개선이나 단독 인과성을 주장하지 않는다. STATE-01, TRIAL-003, STATE-02→03, TRIAL-005A/B의 bounded callback. 새 Demo 시간이나 Trial이 아니다. 네 node의 연결은 교육의 진행 순서이며 관찰들 사이의 인과효과를 입증하는 선이 아니다.</a:t>
            </a:r>
          </a:p>
          <a:p xmlns:a="http://schemas.openxmlformats.org/drawingml/2006/main">
            <a:r>
              <a:t/>
            </a:r>
          </a:p>
          <a:p xmlns:a="http://schemas.openxmlformats.org/drawingml/2006/main">
            <a:r>
              <a:t>Beginner Explanation: Context 작업으로 실제 무엇을 했는지 네 가지로 기억한다.</a:t>
            </a:r>
          </a:p>
          <a:p xmlns:a="http://schemas.openxmlformats.org/drawingml/2006/main">
            <a:r>
              <a:t/>
            </a:r>
          </a:p>
          <a:p xmlns:a="http://schemas.openxmlformats.org/drawingml/2006/main">
            <a:r>
              <a:t>Advanced Insight: 구조/행동/효과 측정을 다른 수준의 주장으로 구분한다.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a:t>
            </a:r>
          </a:p>
          <a:p xmlns:a="http://schemas.openxmlformats.org/drawingml/2006/main">
            <a:r>
              <a:t/>
            </a:r>
          </a:p>
          <a:p xmlns:a="http://schemas.openxmlformats.org/drawingml/2006/main">
            <a:r>
              <a:t>Audience Interaction: “우리 팀에서 공통 안내와 상세로 나눌 정보 한 가지는?” 조용한 성찰이며 별도 실습·Q&amp;A를 추가하지 않는다.</a:t>
            </a:r>
          </a:p>
          <a:p xmlns:a="http://schemas.openxmlformats.org/drawingml/2006/main">
            <a:r>
              <a:t/>
            </a:r>
          </a:p>
          <a:p xmlns:a="http://schemas.openxmlformats.org/drawingml/2006/main">
            <a:r>
              <a:t>Transition: “정보를 기록하고 찾아 쓸 길은 정리했습니다. 그런데 다음 작업의 수행 방법도 매번 다시 써야 할까요?”</a:t>
            </a:r>
          </a:p>
          <a:p xmlns:a="http://schemas.openxmlformats.org/drawingml/2006/main">
            <a:r>
              <a:t/>
            </a:r>
          </a:p>
          <a:p xmlns:a="http://schemas.openxmlformats.org/drawingml/2006/main">
            <a:r>
              <a:t>Time Management: Lecture2+Reflection1분. 과거 Trial을 다시 시연하지 않는다.</a:t>
            </a:r>
          </a:p>
          <a:p xmlns:a="http://schemas.openxmlformats.org/drawingml/2006/main">
            <a:r>
              <a:t/>
            </a:r>
          </a:p>
          <a:p xmlns:a="http://schemas.openxmlformats.org/drawingml/2006/main">
            <a:r>
              <a:t>Fallback: LOCAL STATIC ARTIFACT — production/ACT_2.pptx / S48; production/preview/act2/S48.png. A rendered teaching diagram/evidence summary, not a new product screenshot or Trial. Final path/content check pending.</a:t>
            </a:r>
          </a:p>
          <a:p xmlns:a="http://schemas.openxmlformats.org/drawingml/2006/main">
            <a:r>
              <a:t/>
            </a:r>
          </a:p>
          <a:p xmlns:a="http://schemas.openxmlformats.org/drawingml/2006/main">
            <a:r>
              <a:t>Validation Status: REVIEWED — DEC-0060의 근거·운영·19필드 구조를 대조했다. 최종 PPT/PNG/내장 Notes 재대조는 production/evaluation/ACT_2_FLOW_REVISION.md에 기록한다. Windows PowerPoint/room/product/account/timed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S49 — 지식은 정리됐지만 절차는 반복된다</a:t>
            </a:r>
          </a:p>
          <a:p xmlns:a="http://schemas.openxmlformats.org/drawingml/2006/main">
            <a:r>
              <a:t/>
            </a:r>
          </a:p>
          <a:p xmlns:a="http://schemas.openxmlformats.org/drawingml/2006/main">
            <a:r>
              <a:t>Slide ID: S49</a:t>
            </a:r>
          </a:p>
          <a:p xmlns:a="http://schemas.openxmlformats.org/drawingml/2006/main">
            <a:r>
              <a:t/>
            </a:r>
          </a:p>
          <a:p xmlns:a="http://schemas.openxmlformats.org/drawingml/2006/main">
            <a:r>
              <a:t>Working Title: 지식은 정리됐지만 절차는 반복된다</a:t>
            </a:r>
          </a:p>
          <a:p xmlns:a="http://schemas.openxmlformats.org/drawingml/2006/main">
            <a:r>
              <a:t/>
            </a:r>
          </a:p>
          <a:p xmlns:a="http://schemas.openxmlformats.org/drawingml/2006/main">
            <a:r>
              <a:t>ACT / Section: ACT 2 / 2I</a:t>
            </a:r>
          </a:p>
          <a:p xmlns:a="http://schemas.openxmlformats.org/drawingml/2006/main">
            <a:r>
              <a:t/>
            </a:r>
          </a:p>
          <a:p xmlns:a="http://schemas.openxmlformats.org/drawingml/2006/main">
            <a:r>
              <a:t>Allocated Time: 10 minutes</a:t>
            </a:r>
          </a:p>
          <a:p xmlns:a="http://schemas.openxmlformats.org/drawingml/2006/main">
            <a:r>
              <a:t/>
            </a:r>
          </a:p>
          <a:p xmlns:a="http://schemas.openxmlformats.org/drawingml/2006/main">
            <a:r>
              <a:t>Mode Split: Transition 4 minutes + Q&amp;A 6 minutes</a:t>
            </a:r>
          </a:p>
          <a:p xmlns:a="http://schemas.openxmlformats.org/drawingml/2006/main">
            <a:r>
              <a:t/>
            </a:r>
          </a:p>
          <a:p xmlns:a="http://schemas.openxmlformats.org/drawingml/2006/main">
            <a:r>
              <a:t>Primary Message: Prompt는 현재 원하는 것을, Project Context는 일반적으로 참인 것을, Routing은 관련 상세 정보의 위치를 다룬다. 반복되는 작업 절차는 별도의 문제로 남을 수 있다.</a:t>
            </a:r>
          </a:p>
          <a:p xmlns:a="http://schemas.openxmlformats.org/drawingml/2006/main">
            <a:r>
              <a:t/>
            </a:r>
          </a:p>
          <a:p xmlns:a="http://schemas.openxmlformats.org/drawingml/2006/main">
            <a:r>
              <a:t>Opening Question: “Project 정보를 잘 정리했으면 문제가 끝난 걸까?”</a:t>
            </a:r>
          </a:p>
          <a:p xmlns:a="http://schemas.openxmlformats.org/drawingml/2006/main">
            <a:r>
              <a:t/>
            </a:r>
          </a:p>
          <a:p xmlns:a="http://schemas.openxmlformats.org/drawingml/2006/main">
            <a:r>
              <a:t>Speaker Flow: 1. (0–1분, Transition) 정보의 위치와 근거 접근을 정리했다는 앞 장 성과를 한 문장으로 회수한다.</a:t>
            </a:r>
          </a:p>
          <a:p xmlns:a="http://schemas.openxmlformats.org/drawingml/2006/main">
            <a:r>
              <a:t>2. (1–4분, Transition) 하나의 성능 요청에 여전히 조사·검증 절차를 다시 적는 그림을 보여주며 유지 책임을 묻는다. 다음 장의 두 기록 비교를 미리 설명하지 않는다.</a:t>
            </a:r>
          </a:p>
          <a:p xmlns:a="http://schemas.openxmlformats.org/drawingml/2006/main">
            <a:r>
              <a:t>3. (4–9:40, Q&amp;A) “우리 팀은 어떤 절차를 매번 다시 요청합니까?”로 팀의 방법 반복을 묻는다. 질문이 없으면 변경 전 측정/동일 입력 비교/완료 보고 중 하나를 선택하게 한다.</a:t>
            </a:r>
          </a:p>
          <a:p xmlns:a="http://schemas.openxmlformats.org/drawingml/2006/main">
            <a:r>
              <a:t>4. (9:40–10분, Q&amp;A 마무리) 두 실제 성능 요청에 반복된 지시를 보겠다고 S50으로 넘긴다.</a:t>
            </a:r>
          </a:p>
          <a:p xmlns:a="http://schemas.openxmlformats.org/drawingml/2006/main">
            <a:r>
              <a:t/>
            </a:r>
          </a:p>
          <a:p xmlns:a="http://schemas.openxmlformats.org/drawingml/2006/main">
            <a:r>
              <a:t>Evidence / Source: BEAT-017/018, TRANS-005, TRIAL-006/007, CLM-0003/0005/0014/0006/0029/0030, DEC-0059. plan/DEMO_MATRIX.md의 TRIAL-006 실제 Prompt/Repeated Workflow Elements, TRIAL-007 Task Prompt/결과 요약과 환경 영향 기록을 대조했다. OBSERVED_PRODUCT는 다음 문제의 반복 Prompt 구조에 한정하고, Context/Prompt/Workflow 책임 구분과 이 화면은 TEACHING_MODEL이다. 새 Trial·테스트·제품 확인은 하지 않았다.</a:t>
            </a:r>
          </a:p>
          <a:p xmlns:a="http://schemas.openxmlformats.org/drawingml/2006/main">
            <a:r>
              <a:t/>
            </a:r>
          </a:p>
          <a:p xmlns:a="http://schemas.openxmlformats.org/drawingml/2006/main">
            <a:r>
              <a:t>Claim Boundary: FROZEN — 93장 구조·Story·시간·Demo 범위; TEACHING_MODEL; Context 정리는 ACT 2의 주제이며, 다음 절차 반복 예시는 ACT 3의 질문이다. Trial Prompt만으로 전체 절차의 원인을 귀속하지 않는다. S48의 성과를 반복 해설하지 않고 수행 방법을 누가 유지할지 질문한다. Transition4 뒤 Q&amp;A6은 팀의 반복되는 방법을 묻고 마지막20초에 다음 기록으로 넘어간다. 두 실제 요청의 대응 기록은 S50에 남겨 역할을 나눈다.</a:t>
            </a:r>
          </a:p>
          <a:p xmlns:a="http://schemas.openxmlformats.org/drawingml/2006/main">
            <a:r>
              <a:t/>
            </a:r>
          </a:p>
          <a:p xmlns:a="http://schemas.openxmlformats.org/drawingml/2006/main">
            <a:r>
              <a:t>Beginner Explanation: 명세·구조·테스트 안내를 어디서 찾을지 알려두는 것과, 어떤 순서로 조사하고 확인할지 요청하는 것은 책임이 다르다. 현재 목표가 달라도 같은 작업 방법을 다시 적는 부분을 살핀다.</a:t>
            </a:r>
          </a:p>
          <a:p xmlns:a="http://schemas.openxmlformats.org/drawingml/2006/main">
            <a:r>
              <a:t/>
            </a:r>
          </a:p>
          <a:p xmlns:a="http://schemas.openxmlformats.org/drawingml/2006/main">
            <a:r>
              <a:t>Advanced Insight: The screen contrasts information scope/location with repeated procedure ownership. The recorded common workflow motivates a design question; it does not establish isolated Prompt causality or measured Context efficiency.</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 — native 문서 배치와 두 성능 요청의 압축 요약을 정적으로 보여준다. Prompt 전문·실제 Screenshot·현재 제품 실행으로 표현하지 않는다. 이 장은 새 Trial이나 추가 Demo 시간이 아니다. 다음 S50에서 기록의 반복 구조를 확인한다.</a:t>
            </a:r>
          </a:p>
          <a:p xmlns:a="http://schemas.openxmlformats.org/drawingml/2006/main">
            <a:r>
              <a:t/>
            </a:r>
          </a:p>
          <a:p xmlns:a="http://schemas.openxmlformats.org/drawingml/2006/main">
            <a:r>
              <a:t>Audience Interaction: Q&amp;A6分은 팀에서 반복하는 작업 방법을 묻는다. S47의 근거 주장 해석 Q&amp;A와 구분한다. 무응답 때는 “변경 전 측정, 테스트, 비교·보고 중 무엇을 매번 적습니까?”를 사용한다.</a:t>
            </a:r>
          </a:p>
          <a:p xmlns:a="http://schemas.openxmlformats.org/drawingml/2006/main">
            <a:r>
              <a:t/>
            </a:r>
          </a:p>
          <a:p xmlns:a="http://schemas.openxmlformats.org/drawingml/2006/main">
            <a:r>
              <a:t>Transition: “우리 팀은 어떤 절차를 매번 다시 요청합니까? 다음에는 두 성능 Task의 실제 요청 기록에서 반복된 지시를 확인합니다.”</a:t>
            </a:r>
          </a:p>
          <a:p xmlns:a="http://schemas.openxmlformats.org/drawingml/2006/main">
            <a:r>
              <a:t/>
            </a:r>
          </a:p>
          <a:p xmlns:a="http://schemas.openxmlformats.org/drawingml/2006/main">
            <a:r>
              <a:t>Time Management: Transition4분 후 Q&amp;A6분을 유지한다. 두 실제 요청 전문 비교는 여기서 하지 않는다. 질문은9:40에 마무리하고 마지막20초에 S50으로 handoff한다.</a:t>
            </a:r>
          </a:p>
          <a:p xmlns:a="http://schemas.openxmlformats.org/drawingml/2006/main">
            <a:r>
              <a:t/>
            </a:r>
          </a:p>
          <a:p xmlns:a="http://schemas.openxmlformats.org/drawingml/2006/main">
            <a:r>
              <a:t>Fallback: LOCAL STATIC ARTIFACT — production/ACT_2.pptx의 S49 또는 production/preview/act2/S49.png를 사용한다. Full/ACT2 PNG·내장 Notes 일치는 production/evaluation/S49_WORKFLOW_HANDOFF_REVISION.md와 검증 JSON을 따른다. 실제 실행 캡처나 현재 제품 화면이 아니다. 무응답 시 Audience Interaction의 준비 질문으로 진행한다.</a:t>
            </a:r>
          </a:p>
          <a:p xmlns:a="http://schemas.openxmlformats.org/drawingml/2006/main">
            <a:r>
              <a:t/>
            </a:r>
          </a:p>
          <a:p xmlns:a="http://schemas.openxmlformats.org/drawingml/2006/main">
            <a:r>
              <a:t>Validation Status: REVIEWED — DEC-0060의 근거·운영·19필드 구조를 대조했다. 최종 PPT/PNG/내장 Notes 재대조는 production/evaluation/ACT_2_FLOW_REVISION.md에 기록한다. Windows PowerPoint/room/product/account/timed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S50 — 두 실제 요청에 같은 절차가 반복됐다</a:t>
            </a:r>
          </a:p>
          <a:p xmlns:a="http://schemas.openxmlformats.org/drawingml/2006/main">
            <a:r>
              <a:t/>
            </a:r>
          </a:p>
          <a:p xmlns:a="http://schemas.openxmlformats.org/drawingml/2006/main">
            <a:r>
              <a:t>Slide ID: S50</a:t>
            </a:r>
          </a:p>
          <a:p xmlns:a="http://schemas.openxmlformats.org/drawingml/2006/main">
            <a:r>
              <a:t/>
            </a:r>
          </a:p>
          <a:p xmlns:a="http://schemas.openxmlformats.org/drawingml/2006/main">
            <a:r>
              <a:t>Working Title: 두 실제 요청에 같은 절차가 반복됐다</a:t>
            </a:r>
          </a:p>
          <a:p xmlns:a="http://schemas.openxmlformats.org/drawingml/2006/main">
            <a:r>
              <a:t/>
            </a:r>
          </a:p>
          <a:p xmlns:a="http://schemas.openxmlformats.org/drawingml/2006/main">
            <a:r>
              <a:t>ACT / Section: ACT 3 / 3A</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Case 5 minutes</a:t>
            </a:r>
          </a:p>
          <a:p xmlns:a="http://schemas.openxmlformats.org/drawingml/2006/main">
            <a:r>
              <a:t/>
            </a:r>
          </a:p>
          <a:p xmlns:a="http://schemas.openxmlformats.org/drawingml/2006/main">
            <a:r>
              <a:t>Primary Message: 서로 다른 두 성능 요청의 조사·계획·변경·검증 지시가 반복됐다. ACT3에서는 이 방법과 실행·검증 환경을 유지하는 문제를 다룬다.</a:t>
            </a:r>
          </a:p>
          <a:p xmlns:a="http://schemas.openxmlformats.org/drawingml/2006/main">
            <a:r>
              <a:t/>
            </a:r>
          </a:p>
          <a:p xmlns:a="http://schemas.openxmlformats.org/drawingml/2006/main">
            <a:r>
              <a:t>Opening Question: “목표가 달라도 왜 같은 작업 방법을 다시 요청할까?”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S49의 절차 유지 질문을 회수하고 Harness를 작업 방법과 실행·검증 환경 설계라고 짧게 안내한다. 완성 구조를 먼저 제시하지 않는다.</a:t>
            </a:r>
          </a:p>
          <a:p xmlns:a="http://schemas.openxmlformats.org/drawingml/2006/main">
            <a:r>
              <a:t>2. (1:00–4:00) 크기 변경과 픽셀값 정규화의 기존 삽화는 기능 설명용임을 밝히고, A의 실제 요청 발췌 번역과 B의 보존 요청 요약을 세 행으로 대응한다.</a:t>
            </a:r>
          </a:p>
          <a:p xmlns:a="http://schemas.openxmlformats.org/drawingml/2006/main">
            <a:r>
              <a:t>3. (4:00–5:00) 반복 지시와 관찰 실행을 구분하고 전역 Harness 영향 때문에 Prompt 단독 효과 귀속은 PARTIAL임을 유지한다.</a:t>
            </a:r>
          </a:p>
          <a:p xmlns:a="http://schemas.openxmlformats.org/drawingml/2006/main">
            <a:r>
              <a:t/>
            </a:r>
          </a:p>
          <a:p xmlns:a="http://schemas.openxmlformats.org/drawingml/2006/main">
            <a:r>
              <a:t>Evidence / Source: TRIAL-006 Actual Prompt and Repeated Workflow Elements; TRIAL-007 retained Task Prompt summary / plan/DEMO_MATRIX.md; DEC-0017, DEC-0060. A is translated excerpt; B is translated retained summary, not verbatim full prompt. Functional images are approved AI-generated teaching illustrations. No new execution.</a:t>
            </a:r>
          </a:p>
          <a:p xmlns:a="http://schemas.openxmlformats.org/drawingml/2006/main">
            <a:r>
              <a:t/>
            </a:r>
          </a:p>
          <a:p xmlns:a="http://schemas.openxmlformats.org/drawingml/2006/main">
            <a:r>
              <a:t>Claim Boundary: 유사한 절차가 관찰됐지만 Prompt만의 효과로 귀속하지 않는다. 개별 성능 결과는 해당 코드·입력·환경에 한정한다. 그림은 기능 설명용 개념 예시이며 Trial의 입력·출력 파일이나 최적화 전후 결과가 아니다. DEC-0062는 기존 관찰·측정 조건과 효과 미입증 경계를 유지한다.</a:t>
            </a:r>
          </a:p>
          <a:p xmlns:a="http://schemas.openxmlformats.org/drawingml/2006/main">
            <a:r>
              <a:t/>
            </a:r>
          </a:p>
          <a:p xmlns:a="http://schemas.openxmlformats.org/drawingml/2006/main">
            <a:r>
              <a:t>Beginner Explanation: 서로 다른 작업에서도 조사하고 확인하는 순서가 반복될 수 있다.</a:t>
            </a:r>
          </a:p>
          <a:p xmlns:a="http://schemas.openxmlformats.org/drawingml/2006/main">
            <a:r>
              <a:t/>
            </a:r>
          </a:p>
          <a:p xmlns:a="http://schemas.openxmlformats.org/drawingml/2006/main">
            <a:r>
              <a:t>Advanced Insight: Task별 목표와 지속해서 재사용할 절차를 구분하고, Global Harness가 미친 영향을 고려한다. 기존 삽화의 기능 예(0–4095→0–255,2048→128)는 교육용 정규화 설명으로만 유지한다. 실제 Trial 입력/출력·성능 전후를 표시한 것이 아니다. 화면에서는 기능 목표만 짚고 지시 비교에 집중한다.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정적 기본 경로 — 기존 기능 삽화와 실제 요청 발췌/보존 요약의 세 행 대응을 유지한다. 상단에 Harness의 짧은 방향 안내만 추가하고 완성 구조는 후반에 둔다.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“테스트 명령을 안내하는 것과 여러 단계의 판단을 유지하는 것은 어떤 책임 차이가 있을까요?”</a:t>
            </a:r>
          </a:p>
          <a:p xmlns:a="http://schemas.openxmlformats.org/drawingml/2006/main">
            <a:r>
              <a:t/>
            </a:r>
          </a:p>
          <a:p xmlns:a="http://schemas.openxmlformats.org/drawingml/2006/main">
            <a:r>
              <a:t>Time Management: Case5분: 방향/과제1, 두 기록 대응3, 한계/전환1.</a:t>
            </a:r>
          </a:p>
          <a:p xmlns:a="http://schemas.openxmlformats.org/drawingml/2006/main">
            <a:r>
              <a:t/>
            </a:r>
          </a:p>
          <a:p xmlns:a="http://schemas.openxmlformats.org/drawingml/2006/main">
            <a:r>
              <a:t>Fallback: LOCAL STATIC ARTIFACT — production/ACT_3.pptx / S50, production/preview/act3/S50.png 및 production/preview/full/S50.png.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S51 — 테스트 명령과 수행 방법의 책임을 나눈다</a:t>
            </a:r>
          </a:p>
          <a:p xmlns:a="http://schemas.openxmlformats.org/drawingml/2006/main">
            <a:r>
              <a:t/>
            </a:r>
          </a:p>
          <a:p xmlns:a="http://schemas.openxmlformats.org/drawingml/2006/main">
            <a:r>
              <a:t>Slide ID: S51</a:t>
            </a:r>
          </a:p>
          <a:p xmlns:a="http://schemas.openxmlformats.org/drawingml/2006/main">
            <a:r>
              <a:t/>
            </a:r>
          </a:p>
          <a:p xmlns:a="http://schemas.openxmlformats.org/drawingml/2006/main">
            <a:r>
              <a:t>Working Title: 테스트 명령과 수행 방법의 책임을 나눈다</a:t>
            </a:r>
          </a:p>
          <a:p xmlns:a="http://schemas.openxmlformats.org/drawingml/2006/main">
            <a:r>
              <a:t/>
            </a:r>
          </a:p>
          <a:p xmlns:a="http://schemas.openxmlformats.org/drawingml/2006/main">
            <a:r>
              <a:t>ACT / Section: ACT 3 / 3A</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Lecture 4 minutes</a:t>
            </a:r>
          </a:p>
          <a:p xmlns:a="http://schemas.openxmlformats.org/drawingml/2006/main">
            <a:r>
              <a:t/>
            </a:r>
          </a:p>
          <a:p xmlns:a="http://schemas.openxmlformats.org/drawingml/2006/main">
            <a:r>
              <a:t>Primary Message: 공통 안내는 명세·허용 범위·검증 시작점을 제공한다. 수행 방법은 언제 측정하고 어떤 근거로 변경·중단·비교·보고할지를 다룬다. AGENTS.md에도 절차를 둘 수 있다.</a:t>
            </a:r>
          </a:p>
          <a:p xmlns:a="http://schemas.openxmlformats.org/drawingml/2006/main">
            <a:r>
              <a:t/>
            </a:r>
          </a:p>
          <a:p xmlns:a="http://schemas.openxmlformats.org/drawingml/2006/main">
            <a:r>
              <a:t>Opening Question: “명령을 알고 있어도 어떤 판단을 반복해서 정해야 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S34에서 이미 AGENTS.md의 검증 지침을 사용했음을 회수한다.</a:t>
            </a:r>
          </a:p>
          <a:p xmlns:a="http://schemas.openxmlformats.org/drawingml/2006/main">
            <a:r>
              <a:t>2. (1:00–3:00) 명세·범위·테스트 시작점을 아는 것과 측정/변경/중단/보고 판단을 재사용하는 책임을 연결한다.</a:t>
            </a:r>
          </a:p>
          <a:p xmlns:a="http://schemas.openxmlformats.org/drawingml/2006/main">
            <a:r>
              <a:t>3. (3:00–4:00) AGENTS.md에도 절차를 쓸 수 있음을 명확히 말하고 다음 장에서 한 Task에 적용한다.</a:t>
            </a:r>
          </a:p>
          <a:p xmlns:a="http://schemas.openxmlformats.org/drawingml/2006/main">
            <a:r>
              <a:t/>
            </a:r>
          </a:p>
          <a:p xmlns:a="http://schemas.openxmlformats.org/drawingml/2006/main">
            <a:r>
              <a:t>Evidence / Source: BEAT-019, TRIAL-006/007. TEACHING_MODEL / CONCEPTUAL.</a:t>
            </a:r>
          </a:p>
          <a:p xmlns:a="http://schemas.openxmlformats.org/drawingml/2006/main">
            <a:r>
              <a:t/>
            </a:r>
          </a:p>
          <a:p xmlns:a="http://schemas.openxmlformats.org/drawingml/2006/main">
            <a:r>
              <a:t>Claim Boundary: FROZEN — 93장 구조·Story·시간·Demo 범위; TEACHING_MODEL; CONCEPTUAL. Context는 사실만이고 절차는 AGENTS.md에 쓰면 안 된다는 이분법을 제거한다. 파일 확장자가 아닌 책임과 유지 단위를 구분하는 교육용 모델이다. 다음 S52에서 normalize Task 하나에 세 책임을 적용한 뒤에만 Skill 후보로 간다. DEC-0062는 기존 관찰·측정 조건과 효과 미입증 경계를 유지한다.</a:t>
            </a:r>
          </a:p>
          <a:p xmlns:a="http://schemas.openxmlformats.org/drawingml/2006/main">
            <a:r>
              <a:t/>
            </a:r>
          </a:p>
          <a:p xmlns:a="http://schemas.openxmlformats.org/drawingml/2006/main">
            <a:r>
              <a:t>Beginner Explanation: 안내 문서에 테스트 명령과 절차도 쓸 수 있다. 반복되는 판단을 언제 적용하고 누가 검토·갱신할지 함께 정한다.</a:t>
            </a:r>
          </a:p>
          <a:p xmlns:a="http://schemas.openxmlformats.org/drawingml/2006/main">
            <a:r>
              <a:t/>
            </a:r>
          </a:p>
          <a:p xmlns:a="http://schemas.openxmlformats.org/drawingml/2006/main">
            <a:r>
              <a:t>Advanced Insight: Project Context를 늘리는 것만으로 반복 절차의 유지 문제가 해결되지는 않는다.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정적 기본 경로 — 왼쪽 프로젝트 안내에서 오른쪽 판단 질문으로 연결하고 아래에 유지·검토 책임을 둔다. 파일 형식으로 분류하지 않는다.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“이 책임을 normalize 성능 조사 하나에 함께 적용해 보겠습니다.”</a:t>
            </a:r>
          </a:p>
          <a:p xmlns:a="http://schemas.openxmlformats.org/drawingml/2006/main">
            <a:r>
              <a:t/>
            </a:r>
          </a:p>
          <a:p xmlns:a="http://schemas.openxmlformats.org/drawingml/2006/main">
            <a:r>
              <a:t>Time Management: Lecture4분: 기존 지침 회수1, 판단 책임2, 한 Task 적용 예고1.</a:t>
            </a:r>
          </a:p>
          <a:p xmlns:a="http://schemas.openxmlformats.org/drawingml/2006/main">
            <a:r>
              <a:t/>
            </a:r>
          </a:p>
          <a:p xmlns:a="http://schemas.openxmlformats.org/drawingml/2006/main">
            <a:r>
              <a:t>Fallback: LOCAL STATIC ARTIFACT — production/ACT_3.pptx / S51, production/preview/act3/S51.png 및 production/preview/full/S51.png.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S52 — 한 성능 작업에 세 책임을 적용하면</a:t>
            </a:r>
          </a:p>
          <a:p xmlns:a="http://schemas.openxmlformats.org/drawingml/2006/main">
            <a:r>
              <a:t/>
            </a:r>
          </a:p>
          <a:p xmlns:a="http://schemas.openxmlformats.org/drawingml/2006/main">
            <a:r>
              <a:t>Slide ID: S52</a:t>
            </a:r>
          </a:p>
          <a:p xmlns:a="http://schemas.openxmlformats.org/drawingml/2006/main">
            <a:r>
              <a:t/>
            </a:r>
          </a:p>
          <a:p xmlns:a="http://schemas.openxmlformats.org/drawingml/2006/main">
            <a:r>
              <a:t>Working Title: 한 성능 작업에 세 책임을 적용하면</a:t>
            </a:r>
          </a:p>
          <a:p xmlns:a="http://schemas.openxmlformats.org/drawingml/2006/main">
            <a:r>
              <a:t/>
            </a:r>
          </a:p>
          <a:p xmlns:a="http://schemas.openxmlformats.org/drawingml/2006/main">
            <a:r>
              <a:t>ACT / Section: ACT 3 / 3B</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Lecture 5 minutes</a:t>
            </a:r>
          </a:p>
          <a:p xmlns:a="http://schemas.openxmlformats.org/drawingml/2006/main">
            <a:r>
              <a:t/>
            </a:r>
          </a:p>
          <a:p xmlns:a="http://schemas.openxmlformats.org/drawingml/2006/main">
            <a:r>
              <a:t>Primary Message: normalize 성능 조사라는 한 Task에서 현재 목표·허용 범위, 보존할 이미지 동작·공개 명세, 다시 쓸 측정·조사·검증 방법을 함께 적용한다.</a:t>
            </a:r>
          </a:p>
          <a:p xmlns:a="http://schemas.openxmlformats.org/drawingml/2006/main">
            <a:r>
              <a:t/>
            </a:r>
          </a:p>
          <a:p xmlns:a="http://schemas.openxmlformats.org/drawingml/2006/main">
            <a:r>
              <a:t>Opening Question: “normalize 요청에서 목표, 프로젝트 기준, 수행 방법은 각각 무엇일까?”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첫 패널의 normalize 성능 조사 요청을 읽는다.</a:t>
            </a:r>
          </a:p>
          <a:p xmlns:a="http://schemas.openxmlformats.org/drawingml/2006/main">
            <a:r>
              <a:t>2. (1:00–2:30) 둘째 패널의 기존 이미지 동작과 공개 명세 보존이 이 작업에도 적용됨을 연결한다.</a:t>
            </a:r>
          </a:p>
          <a:p xmlns:a="http://schemas.openxmlformats.org/drawingml/2006/main">
            <a:r>
              <a:t>3. (2:30–4:00) 셋째 패널의 기준선·조사·검증·비교가 반복할 작업 방법임을 연결한다.</a:t>
            </a:r>
          </a:p>
          <a:p xmlns:a="http://schemas.openxmlformats.org/drawingml/2006/main">
            <a:r>
              <a:t>4. (4:00–5:00) 세 책임을 함께 적용한 뒤 재사용 절차를 어디서 유지할지 묻는다.</a:t>
            </a:r>
          </a:p>
          <a:p xmlns:a="http://schemas.openxmlformats.org/drawingml/2006/main">
            <a:r>
              <a:t/>
            </a:r>
          </a:p>
          <a:p xmlns:a="http://schemas.openxmlformats.org/drawingml/2006/main">
            <a:r>
              <a:t>Evidence / Source: BEAT-019, TRIAL-006/007. TEACHING_MODEL / CONCEPTUAL.</a:t>
            </a:r>
          </a:p>
          <a:p xmlns:a="http://schemas.openxmlformats.org/drawingml/2006/main">
            <a:r>
              <a:t/>
            </a:r>
          </a:p>
          <a:p xmlns:a="http://schemas.openxmlformats.org/drawingml/2006/main">
            <a:r>
              <a:t>Claim Boundary: 세 Layer는 교육용 모델이다. Harness 전체 정의나 제품의 공식 분류로 부르지 않는다. DEC-0062는 기존 관찰·측정 조건과 효과 미입증 경계를 유지한다.</a:t>
            </a:r>
          </a:p>
          <a:p xmlns:a="http://schemas.openxmlformats.org/drawingml/2006/main">
            <a:r>
              <a:t/>
            </a:r>
          </a:p>
          <a:p xmlns:a="http://schemas.openxmlformats.org/drawingml/2006/main">
            <a:r>
              <a:t>Beginner Explanation: 지금 원하는 일, 계속 유효한 프로젝트 정보, 반복할 작업 순서를 나눠 볼 수 있다.</a:t>
            </a:r>
          </a:p>
          <a:p xmlns:a="http://schemas.openxmlformats.org/drawingml/2006/main">
            <a:r>
              <a:t/>
            </a:r>
          </a:p>
          <a:p xmlns:a="http://schemas.openxmlformats.org/drawingml/2006/main">
            <a:r>
              <a:t>Advanced Insight: 같은 위치에 저장될 수 있어도 소유권, 갱신 주기, Task별 적용은 다를 수 있다.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정적 기본 경로 — 이번 요청 + 프로젝트 기준 + 수행 방법의 세 패널. 분류 항목을 재강의하지 않고 같은 Task를 관통한다.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“다음 성능 작업에도 같은 수행 방법이 필요하다면, 어디에서 함께 유지할까요?”</a:t>
            </a:r>
          </a:p>
          <a:p xmlns:a="http://schemas.openxmlformats.org/drawingml/2006/main">
            <a:r>
              <a:t/>
            </a:r>
          </a:p>
          <a:p xmlns:a="http://schemas.openxmlformats.org/drawingml/2006/main">
            <a:r>
              <a:t>Time Management: Lecture5분: 목표1, 기준1.5, 방법1.5, 재사용 질문1.</a:t>
            </a:r>
          </a:p>
          <a:p xmlns:a="http://schemas.openxmlformats.org/drawingml/2006/main">
            <a:r>
              <a:t/>
            </a:r>
          </a:p>
          <a:p xmlns:a="http://schemas.openxmlformats.org/drawingml/2006/main">
            <a:r>
              <a:t>Fallback: LOCAL STATIC ARTIFACT — production/ACT_3.pptx / S52, production/preview/act3/S52.png 및 production/preview/full/S52.png.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S53 — 반복 절차의 유지 위치를 선택한다</a:t>
            </a:r>
          </a:p>
          <a:p xmlns:a="http://schemas.openxmlformats.org/drawingml/2006/main">
            <a:r>
              <a:t/>
            </a:r>
          </a:p>
          <a:p xmlns:a="http://schemas.openxmlformats.org/drawingml/2006/main">
            <a:r>
              <a:t>Slide ID: S53</a:t>
            </a:r>
          </a:p>
          <a:p xmlns:a="http://schemas.openxmlformats.org/drawingml/2006/main">
            <a:r>
              <a:t/>
            </a:r>
          </a:p>
          <a:p xmlns:a="http://schemas.openxmlformats.org/drawingml/2006/main">
            <a:r>
              <a:t>Working Title: 반복 절차의 유지 위치를 선택한다</a:t>
            </a:r>
          </a:p>
          <a:p xmlns:a="http://schemas.openxmlformats.org/drawingml/2006/main">
            <a:r>
              <a:t/>
            </a:r>
          </a:p>
          <a:p xmlns:a="http://schemas.openxmlformats.org/drawingml/2006/main">
            <a:r>
              <a:t>ACT / Section: ACT 3 / 3C</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Lecture 4 minutes</a:t>
            </a:r>
          </a:p>
          <a:p xmlns:a="http://schemas.openxmlformats.org/drawingml/2006/main">
            <a:r>
              <a:t/>
            </a:r>
          </a:p>
          <a:p xmlns:a="http://schemas.openxmlformats.org/drawingml/2006/main">
            <a:r>
              <a:t>Primary Message: Task별 목표·제약·허용 범위는 요청에 남기고 반복 절차를 프로젝트가 유지할 단위로 옮기는 선택을 검토한다. 이 사례의 구현 후보는 Repository Skill이다.</a:t>
            </a:r>
          </a:p>
          <a:p xmlns:a="http://schemas.openxmlformats.org/drawingml/2006/main">
            <a:r>
              <a:t/>
            </a:r>
          </a:p>
          <a:p xmlns:a="http://schemas.openxmlformats.org/drawingml/2006/main">
            <a:r>
              <a:t>Opening Question: “Task마다 달라지는 요청과 함께 고칠 절차를 어떻게 나눌까?”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(0:00–1:30) 함수·변경 범위·보존 조건처럼 Task마다 달라지는 부분을 짚는다.</a:t>
            </a:r>
          </a:p>
          <a:p xmlns:a="http://schemas.openxmlformats.org/drawingml/2006/main">
            <a:r>
              <a:t>2. (1:30–3:00) 기준선·조사·변경 판단·검증·비교·보고를 함께 고칠 방법으로 묶고 SKILL.md 후보를 제시한다.</a:t>
            </a:r>
          </a:p>
          <a:p xmlns:a="http://schemas.openxmlformats.org/drawingml/2006/main">
            <a:r>
              <a:t>3. (3:00–4:00) DEC-0017의 선택과 대상 제품 표면 확인을 구분하고 다음 실제 기록으로 넘어간다.</a:t>
            </a:r>
          </a:p>
          <a:p xmlns:a="http://schemas.openxmlformats.org/drawingml/2006/main">
            <a:r>
              <a:t/>
            </a:r>
          </a:p>
          <a:p xmlns:a="http://schemas.openxmlformats.org/drawingml/2006/main">
            <a:r>
              <a:t>Evidence / Source: DEC-0017, BEAT-020/021, TRIAL-006/007/008. Skill 선택은 ACCEPTED; 동작 근거는 뒤의 TRIAL-008에 둔다.</a:t>
            </a:r>
          </a:p>
          <a:p xmlns:a="http://schemas.openxmlformats.org/drawingml/2006/main">
            <a:r>
              <a:t/>
            </a:r>
          </a:p>
          <a:p xmlns:a="http://schemas.openxmlformats.org/drawingml/2006/main">
            <a:r>
              <a:t>Claim Boundary: 여기서는 설계 질문과 후보만 소개한다. 현재 Desktop/계정에서 이용 가능하다고 보장하거나 Skill 우월성을 주장하지 않는다. DEC-0062는 기존 관찰·측정 조건과 효과 미입증 경계를 유지한다.</a:t>
            </a:r>
          </a:p>
          <a:p xmlns:a="http://schemas.openxmlformats.org/drawingml/2006/main">
            <a:r>
              <a:t/>
            </a:r>
          </a:p>
          <a:p xmlns:a="http://schemas.openxmlformats.org/drawingml/2006/main">
            <a:r>
              <a:t>Beginner Explanation: 같은 방법을 매번 Prompt에 복사하는 대신 프로젝트가 소유하는 위치를 검토할 수 있다.</a:t>
            </a:r>
          </a:p>
          <a:p xmlns:a="http://schemas.openxmlformats.org/drawingml/2006/main">
            <a:r>
              <a:t/>
            </a:r>
          </a:p>
          <a:p xmlns:a="http://schemas.openxmlformats.org/drawingml/2006/main">
            <a:r>
              <a:t>Advanced Insight: 반복 근거에 따른 workflow 소유권 선택과 실제 발견·호출 증거를 구분한다.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정적 기본 경로 — Task마다 달라지는 요청 → 프로젝트가 재사용할 절차. SKILL.md는 구현 후보로만 제시하고 실행 성공은 다음 장에 둔다.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“이 구조가 실제 기록에서는 어떻게 발견되고 호출됐는지 확인하겠습니다.”</a:t>
            </a:r>
          </a:p>
          <a:p xmlns:a="http://schemas.openxmlformats.org/drawingml/2006/main">
            <a:r>
              <a:t/>
            </a:r>
          </a:p>
          <a:p xmlns:a="http://schemas.openxmlformats.org/drawingml/2006/main">
            <a:r>
              <a:t>Time Management: Lecture4분: 현재 요청1.5, 유지할 방법1.5, 선택 범위/전환1.</a:t>
            </a:r>
          </a:p>
          <a:p xmlns:a="http://schemas.openxmlformats.org/drawingml/2006/main">
            <a:r>
              <a:t/>
            </a:r>
          </a:p>
          <a:p xmlns:a="http://schemas.openxmlformats.org/drawingml/2006/main">
            <a:r>
              <a:t>Fallback: LOCAL STATIC ARTIFACT — production/ACT_3.pptx / S53, production/preview/act3/S53.png 및 production/preview/full/S53.png.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S54 — Skill의 발견과 본문 포함을 확인했다</a:t>
            </a:r>
          </a:p>
          <a:p xmlns:a="http://schemas.openxmlformats.org/drawingml/2006/main">
            <a:r>
              <a:t/>
            </a:r>
          </a:p>
          <a:p xmlns:a="http://schemas.openxmlformats.org/drawingml/2006/main">
            <a:r>
              <a:t>Slide ID: S54</a:t>
            </a:r>
          </a:p>
          <a:p xmlns:a="http://schemas.openxmlformats.org/drawingml/2006/main">
            <a:r>
              <a:t/>
            </a:r>
          </a:p>
          <a:p xmlns:a="http://schemas.openxmlformats.org/drawingml/2006/main">
            <a:r>
              <a:t>Working Title: Skill의 발견과 본문 포함을 확인했다</a:t>
            </a:r>
          </a:p>
          <a:p xmlns:a="http://schemas.openxmlformats.org/drawingml/2006/main">
            <a:r>
              <a:t/>
            </a:r>
          </a:p>
          <a:p xmlns:a="http://schemas.openxmlformats.org/drawingml/2006/main">
            <a:r>
              <a:t>ACT / Section: ACT 3 / 3C</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Demo 5 minutes (HYBRID planned; activation unverified)</a:t>
            </a:r>
          </a:p>
          <a:p xmlns:a="http://schemas.openxmlformats.org/drawingml/2006/main">
            <a:r>
              <a:t/>
            </a:r>
          </a:p>
          <a:p xmlns:a="http://schemas.openxmlformats.org/drawingml/2006/main">
            <a:r>
              <a:t>Primary Message: TRIAL-008의 CLI 목록에서 이름과 설명을 발견하고, 밝기 통계 작업 목표와 함께 명시 호출했으며, 실행 trace에 경로와 전체 본문이 포함된 것을 확인했다. 별도 load UI 이벤트는 없었다.</a:t>
            </a:r>
          </a:p>
          <a:p xmlns:a="http://schemas.openxmlformats.org/drawingml/2006/main">
            <a:r>
              <a:t/>
            </a:r>
          </a:p>
          <a:p xmlns:a="http://schemas.openxmlformats.org/drawingml/2006/main">
            <a:r>
              <a:t>Opening Question: “반복 방법을 담은 Skill이 이번 작업에 포함됐다는 것을 무엇으로 확인했을까?”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크기 변경·정규화 다음에도 재사용할 수 있는 밝기 통계(image_statistics)의 시간/할당량 조사라는 목적을 소개한다. 새로 실행한 Task가 아니다.</a:t>
            </a:r>
          </a:p>
          <a:p xmlns:a="http://schemas.openxmlformats.org/drawingml/2006/main">
            <a:r>
              <a:t>2. (1:00–2:30) /skills 목록의 이름·잘린 설명과 명시적 $graypipe-performance 호출을 설명한다. 목록에는 파일 경로가 없었다.</a:t>
            </a:r>
          </a:p>
          <a:p xmlns:a="http://schemas.openxmlformats.org/drawingml/2006/main">
            <a:r>
              <a:t>3. (2:30–4:00) 실행 trace에 이름·경로·전체 Skill 본문이 포함된 관찰을 짚는다. 별도 UI load 이벤트나 모든 지침 준수의 증명으로 표현하지 않는다.</a:t>
            </a:r>
          </a:p>
          <a:p xmlns:a="http://schemas.openxmlformats.org/drawingml/2006/main">
            <a:r>
              <a:t>4. (4:00–5:00) CLI0.154.0, 성공한 계정/모델 실행의 범위와 현재 Desktop/암묵 호출 미검증을 말한다.</a:t>
            </a:r>
          </a:p>
          <a:p xmlns:a="http://schemas.openxmlformats.org/drawingml/2006/main">
            <a:r>
              <a:t/>
            </a:r>
          </a:p>
          <a:p xmlns:a="http://schemas.openxmlformats.org/drawingml/2006/main">
            <a:r>
              <a:t>Evidence / Source: TRIAL-008, DEC-0017, BEAT-021. Codex CLI 0.154.0, 명시적 호출, disposable workspace. 시각 자료는 기록의 재구성이다. DEC-0062 원문/관찰 대조: plan/DEMO_MATRIX.md TRIAL-008 Skill Discovery/Invocation/Load Evidence/Verification 및 Prompt Responsibility Shift; STATE-04:.agents/skills/graypipe-performance/SKILL.md. 경로는 selector가 아니라 실행 trace에서 확인됐다.</a:t>
            </a:r>
          </a:p>
          <a:p xmlns:a="http://schemas.openxmlformats.org/drawingml/2006/main">
            <a:r>
              <a:t/>
            </a:r>
          </a:p>
          <a:p xmlns:a="http://schemas.openxmlformats.org/drawingml/2006/main">
            <a:r>
              <a:t>Claim Boundary: Product UI 스크린샷이나 현재 Codex Desktop 동작으로 표현하지 않는다. Skill path는 selector가 아니라 실행 trace에서 확인됐다. Implicit invocation은 테스트하지 않았다. DEC-0062는 기존 관찰·측정 조건과 효과 미입증 경계를 유지한다.</a:t>
            </a:r>
          </a:p>
          <a:p xmlns:a="http://schemas.openxmlformats.org/drawingml/2006/main">
            <a:r>
              <a:t/>
            </a:r>
          </a:p>
          <a:p xmlns:a="http://schemas.openxmlformats.org/drawingml/2006/main">
            <a:r>
              <a:t>Beginner Explanation: 기록된 CLI 실행에서 Skill을 목록으로 찾고, 호출 표기를 입력해 사용했다.</a:t>
            </a:r>
          </a:p>
          <a:p xmlns:a="http://schemas.openxmlformats.org/drawingml/2006/main">
            <a:r>
              <a:t/>
            </a:r>
          </a:p>
          <a:p xmlns:a="http://schemas.openxmlformats.org/drawingml/2006/main">
            <a:r>
              <a:t>Advanced Insight: Selector의 발견 증거와 실행 context의 본문 증거를 구별한다. 다른 surface·계정에 일반화하지 않는다.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정적 기본 경로 — 세 관찰 행: /skills의 이름·설명 / 명시 호출+밝기 통계 목표 / 실행 trace의 경로·본문. 기록 요약임을 표시한다. 현재 제품이나 Demo repository를 실행하지 않는다. Live/Hybrid는 대상 표면·계정·권한·fallback 확인 전 비활성이다.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“본문이 포함됐다는 사실과, 지침에 대응하는 작업 기록을 다음 장에서 구분해 보겠습니다.”</a:t>
            </a:r>
          </a:p>
          <a:p xmlns:a="http://schemas.openxmlformats.org/drawingml/2006/main">
            <a:r>
              <a:t/>
            </a:r>
          </a:p>
          <a:p xmlns:a="http://schemas.openxmlformats.org/drawingml/2006/main">
            <a:r>
              <a:t>Time Management: Demo5분(정적 기록 기본): 목적1, 발견·호출1.5, 본문 근거1.5, 범위/전환1. 실제 Live/Hybrid는 활성화 전 미검증.</a:t>
            </a:r>
          </a:p>
          <a:p xmlns:a="http://schemas.openxmlformats.org/drawingml/2006/main">
            <a:r>
              <a:t/>
            </a:r>
          </a:p>
          <a:p xmlns:a="http://schemas.openxmlformats.org/drawingml/2006/main">
            <a:r>
              <a:t>Fallback: LOCAL STATIC ARTIFACT — production/ACT_3.pptx / S54, production/preview/act3/S54.png 및 production/preview/full/S54.png.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S55 — Skill의 지침과 관찰된 작업을 대응한다</a:t>
            </a:r>
          </a:p>
          <a:p xmlns:a="http://schemas.openxmlformats.org/drawingml/2006/main">
            <a:r>
              <a:t/>
            </a:r>
          </a:p>
          <a:p xmlns:a="http://schemas.openxmlformats.org/drawingml/2006/main">
            <a:r>
              <a:t>Slide ID: S55</a:t>
            </a:r>
          </a:p>
          <a:p xmlns:a="http://schemas.openxmlformats.org/drawingml/2006/main">
            <a:r>
              <a:t/>
            </a:r>
          </a:p>
          <a:p xmlns:a="http://schemas.openxmlformats.org/drawingml/2006/main">
            <a:r>
              <a:t>Working Title: Skill의 지침과 관찰된 작업을 대응한다</a:t>
            </a:r>
          </a:p>
          <a:p xmlns:a="http://schemas.openxmlformats.org/drawingml/2006/main">
            <a:r>
              <a:t/>
            </a:r>
          </a:p>
          <a:p xmlns:a="http://schemas.openxmlformats.org/drawingml/2006/main">
            <a:r>
              <a:t>ACT / Section: ACT 3 / 3C</a:t>
            </a:r>
          </a:p>
          <a:p xmlns:a="http://schemas.openxmlformats.org/drawingml/2006/main">
            <a:r>
              <a:t/>
            </a:r>
          </a:p>
          <a:p xmlns:a="http://schemas.openxmlformats.org/drawingml/2006/main">
            <a:r>
              <a:t>Allocated Time: 6 minutes</a:t>
            </a:r>
          </a:p>
          <a:p xmlns:a="http://schemas.openxmlformats.org/drawingml/2006/main">
            <a:r>
              <a:t/>
            </a:r>
          </a:p>
          <a:p xmlns:a="http://schemas.openxmlformats.org/drawingml/2006/main">
            <a:r>
              <a:t>Mode Split: Demo 3 minutes (HYBRID planned; activation unverified) + Case 3 minutes</a:t>
            </a:r>
          </a:p>
          <a:p xmlns:a="http://schemas.openxmlformats.org/drawingml/2006/main">
            <a:r>
              <a:t/>
            </a:r>
          </a:p>
          <a:p xmlns:a="http://schemas.openxmlformats.org/drawingml/2006/main">
            <a:r>
              <a:t>Primary Message: TRIAL-007의 긴 요청이 담던 공통 절차를 TRIAL-008은 명시 호출한 Skill에 두었다. 기준선·계획·같은 조건의 검증 지침과 보존된 관찰 기록을 대응하되 Skill 단독 인과성을 주장하지 않는다.</a:t>
            </a:r>
          </a:p>
          <a:p xmlns:a="http://schemas.openxmlformats.org/drawingml/2006/main">
            <a:r>
              <a:t/>
            </a:r>
          </a:p>
          <a:p xmlns:a="http://schemas.openxmlformats.org/drawingml/2006/main">
            <a:r>
              <a:t>Opening Question: “Skill에 적힌 절차와 실제로 기록된 작업은 어떻게 대응됐을까?”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Demo) normalize와 밝기 통계는 다른 Task이며 성능 우열 비교가 아님을 밝힌다. TRIAL-007은 긴 요청, TRIAL-008은 Task 목표·6항목 보존·변경 범위+Skill 호출이었다.</a:t>
            </a:r>
          </a:p>
          <a:p xmlns:a="http://schemas.openxmlformats.org/drawingml/2006/main">
            <a:r>
              <a:t>2. (1:00–3:00 / Demo) 기준선/계획/동일 조건 검증의 실제 Skill 발췌와 보존된 관찰 요약을 행별로 대응한다. 실제 CLI 화면이나 원문 실행 로그가 아닌 표임을 밝힌다.</a:t>
            </a:r>
          </a:p>
          <a:p xmlns:a="http://schemas.openxmlformats.org/drawingml/2006/main">
            <a:r>
              <a:t>3. (3:00–5:00 / Case) 본문 포함과 각 작업 관찰이 서로 다른 근거임을 짚는다. visible plan은 Skill의 when-task/interface-calls-for 조건과 실제 요청에 맞는 범위다.</a:t>
            </a:r>
          </a:p>
          <a:p xmlns:a="http://schemas.openxmlformats.org/drawingml/2006/main">
            <a:r>
              <a:t>4. (5:00–6:00 / Case) 절차의 책임 이동을 회수하고 모든 지침 준수·단독 인과성·토큰 절약·속도 향상으로 확대하지 않는다.</a:t>
            </a:r>
          </a:p>
          <a:p xmlns:a="http://schemas.openxmlformats.org/drawingml/2006/main">
            <a:r>
              <a:t/>
            </a:r>
          </a:p>
          <a:p xmlns:a="http://schemas.openxmlformats.org/drawingml/2006/main">
            <a:r>
              <a:t>Evidence / Source: TRIAL-007/008, DEC-0017, BEAT-021. 관찰된 CLI 기록을 요약한 비교. DEC-0062 원문/관찰 대조: plan/DEMO_MATRIX.md TRIAL-008 Skill Discovery/Invocation/Load Evidence/Verification 및 Prompt Responsibility Shift; STATE-04:.agents/skills/graypipe-performance/SKILL.md. 경로는 selector가 아니라 실행 trace에서 확인됐다. 발췌의 전체 조건: State a concise plan before making edits when the task or working interface calls for a visible plan. / Repeat the same benchmark with the same input and settings, check its correctness guard, run a suitable user-facing smoke check when relevant, inspect git diff --check, and review the final diff for scope and unintended changes. 표는 생략부호가 있는 원문 발췌와 관찰 요약이며 raw log가 아니다.</a:t>
            </a:r>
          </a:p>
          <a:p xmlns:a="http://schemas.openxmlformats.org/drawingml/2006/main">
            <a:r>
              <a:t/>
            </a:r>
          </a:p>
          <a:p xmlns:a="http://schemas.openxmlformats.org/drawingml/2006/main">
            <a:r>
              <a:t>Claim Boundary: Skill 우월성, 속도 향상, token/character 절감은 입증되지 않았다. Prompt 구조와 다른 전역 요인의 인과 효과를 따로 분리하지 않는다. DEC-0062는 기존 관찰·측정 조건과 효과 미입증 경계를 유지한다.</a:t>
            </a:r>
          </a:p>
          <a:p xmlns:a="http://schemas.openxmlformats.org/drawingml/2006/main">
            <a:r>
              <a:t/>
            </a:r>
          </a:p>
          <a:p xmlns:a="http://schemas.openxmlformats.org/drawingml/2006/main">
            <a:r>
              <a:t>Beginner Explanation: 반복되는 절차를 저장한 위치를 바꿔도 각 작업의 목표는 Prompt에 남는다.</a:t>
            </a:r>
          </a:p>
          <a:p xmlns:a="http://schemas.openxmlformats.org/drawingml/2006/main">
            <a:r>
              <a:t/>
            </a:r>
          </a:p>
          <a:p xmlns:a="http://schemas.openxmlformats.org/drawingml/2006/main">
            <a:r>
              <a:t>Advanced Insight: 절차의 재사용 설계와 Prompt 길이·효율의 측정 주장을 혼동하지 않는다.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정적 기본 경로 — Native 두 열 표: Skill 원문 세 발췌 ↔ TRIAL-008 기준선/계획/검증 관찰 요약. 다른 목표·Task 제약과 책임 이동을 상하 문구로 유지한다. 현재 제품이나 Demo repository를 실행하지 않는다. Live/Hybrid는 대상 표면·계정·권한·fallback 확인 전 비활성이다.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“재사용할 지침을 정했어도, 어떤 구현이 맞는지는 이번 근거로 판단해야 합니다.”</a:t>
            </a:r>
          </a:p>
          <a:p xmlns:a="http://schemas.openxmlformats.org/drawingml/2006/main">
            <a:r>
              <a:t/>
            </a:r>
          </a:p>
          <a:p xmlns:a="http://schemas.openxmlformats.org/drawingml/2006/main">
            <a:r>
              <a:t>Time Management: Demo3분 + Case3분. 요청 구조1, 원문/관찰 대응2, 근거 구분2, 한계/전환1.</a:t>
            </a:r>
          </a:p>
          <a:p xmlns:a="http://schemas.openxmlformats.org/drawingml/2006/main">
            <a:r>
              <a:t/>
            </a:r>
          </a:p>
          <a:p xmlns:a="http://schemas.openxmlformats.org/drawingml/2006/main">
            <a:r>
              <a:t>Fallback: LOCAL STATIC ARTIFACT — production/ACT_3.pptx / S55, production/preview/act3/S55.png 및 production/preview/full/S55.png.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S56 — 절차는 재사용하고, 답은 근거로 정한다</a:t>
            </a:r>
          </a:p>
          <a:p xmlns:a="http://schemas.openxmlformats.org/drawingml/2006/main">
            <a:r>
              <a:t/>
            </a:r>
          </a:p>
          <a:p xmlns:a="http://schemas.openxmlformats.org/drawingml/2006/main">
            <a:r>
              <a:t>Slide ID: S56</a:t>
            </a:r>
          </a:p>
          <a:p xmlns:a="http://schemas.openxmlformats.org/drawingml/2006/main">
            <a:r>
              <a:t/>
            </a:r>
          </a:p>
          <a:p xmlns:a="http://schemas.openxmlformats.org/drawingml/2006/main">
            <a:r>
              <a:t>Working Title: 절차는 재사용하고, 답은 근거로 정한다</a:t>
            </a:r>
          </a:p>
          <a:p xmlns:a="http://schemas.openxmlformats.org/drawingml/2006/main">
            <a:r>
              <a:t/>
            </a:r>
          </a:p>
          <a:p xmlns:a="http://schemas.openxmlformats.org/drawingml/2006/main">
            <a:r>
              <a:t>ACT / Section: ACT 3 / 3D</a:t>
            </a:r>
          </a:p>
          <a:p xmlns:a="http://schemas.openxmlformats.org/drawingml/2006/main">
            <a:r>
              <a:t/>
            </a:r>
          </a:p>
          <a:p xmlns:a="http://schemas.openxmlformats.org/drawingml/2006/main">
            <a:r>
              <a:t>Allocated Time: 3 minutes</a:t>
            </a:r>
          </a:p>
          <a:p xmlns:a="http://schemas.openxmlformats.org/drawingml/2006/main">
            <a:r>
              <a:t/>
            </a:r>
          </a:p>
          <a:p xmlns:a="http://schemas.openxmlformats.org/drawingml/2006/main">
            <a:r>
              <a:t>Mode Split: Lecture 3 minutes</a:t>
            </a:r>
          </a:p>
          <a:p xmlns:a="http://schemas.openxmlformats.org/drawingml/2006/main">
            <a:r>
              <a:t/>
            </a:r>
          </a:p>
          <a:p xmlns:a="http://schemas.openxmlformats.org/drawingml/2006/main">
            <a:r>
              <a:t>Primary Message: Skill은 편집 전 재현 가능한 기준선, 검증·비교와 변경 보류 조건을 담는다. 알고리즘·측정값·trade-off는 Task별 근거로 결정하고 정답이나 Trial 수치를 미리 넣지 않는다.</a:t>
            </a:r>
          </a:p>
          <a:p xmlns:a="http://schemas.openxmlformats.org/drawingml/2006/main">
            <a:r>
              <a:t/>
            </a:r>
          </a:p>
          <a:p xmlns:a="http://schemas.openxmlformats.org/drawingml/2006/main">
            <a:r>
              <a:t>Opening Question: “Skill에 고정할 방법과 이번 Task에서 정할 답은 무엇일까?”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Skill에 둔 재현 가능한 기준선·검증·비교·변경 보류 방법을 가리킨다. 원문 Establish a reproducible baseline before editing.의 뜻을 보존한다.</a:t>
            </a:r>
          </a:p>
          <a:p xmlns:a="http://schemas.openxmlformats.org/drawingml/2006/main">
            <a:r>
              <a:t>2. (1:00–2:00) 알고리즘·실제 측정값·trade-off는 이번 Task에서 정할 답임을 설명한다.</a:t>
            </a:r>
          </a:p>
          <a:p xmlns:a="http://schemas.openxmlformats.org/drawingml/2006/main">
            <a:r>
              <a:t>3. (2:00–3:00) no-change 문장을 읽고 변경이 정당화되지 않으면 보류도 유효한 판단임을 말한 뒤 후보 선택으로 넘어간다.</a:t>
            </a:r>
          </a:p>
          <a:p xmlns:a="http://schemas.openxmlformats.org/drawingml/2006/main">
            <a:r>
              <a:t/>
            </a:r>
          </a:p>
          <a:p xmlns:a="http://schemas.openxmlformats.org/drawingml/2006/main">
            <a:r>
              <a:t>Evidence / Source: TRIAL-008, `graypipe-performance` Skill, DEC-0017, BEAT-022. OBSERVED_PRODUCT / TEACHING_MODEL. 보존 원문: Establish a reproducible baseline before editing. / A measured result that does not justify a change is a valid no-change conclusion.</a:t>
            </a:r>
          </a:p>
          <a:p xmlns:a="http://schemas.openxmlformats.org/drawingml/2006/main">
            <a:r>
              <a:t/>
            </a:r>
          </a:p>
          <a:p xmlns:a="http://schemas.openxmlformats.org/drawingml/2006/main">
            <a:r>
              <a:t>Claim Boundary: 절차 재사용은 관찰됐지만 Skill이 더 나은 최적화 답을 제공한다는 근거는 아니다. Workflow는 task 결과를 고정하지 않는다. DEC-0062는 기존 관찰·측정 조건과 효과 미입증 경계를 유지한다.</a:t>
            </a:r>
          </a:p>
          <a:p xmlns:a="http://schemas.openxmlformats.org/drawingml/2006/main">
            <a:r>
              <a:t/>
            </a:r>
          </a:p>
          <a:p xmlns:a="http://schemas.openxmlformats.org/drawingml/2006/main">
            <a:r>
              <a:t>Beginner Explanation: 작업 순서는 재사용할 수 있지만, 어떤 답이 맞는지는 매번 확인해야 한다.</a:t>
            </a:r>
          </a:p>
          <a:p xmlns:a="http://schemas.openxmlformats.org/drawingml/2006/main">
            <a:r>
              <a:t/>
            </a:r>
          </a:p>
          <a:p xmlns:a="http://schemas.openxmlformats.org/drawingml/2006/main">
            <a:r>
              <a:t>Advanced Insight: Input, runtime, benchmark, trade-off를 procedure definition과 섞지 않는다.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정적 기본 경로 — Skill에 둘 방법과 이번에 정할 답을 두 패널로 대조한다. no-change 지침 원문을 별도로 발췌한다.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“그렇다면 밝기 통계의 구현 후보는 어떤 근거로 선택했을까요?”</a:t>
            </a:r>
          </a:p>
          <a:p xmlns:a="http://schemas.openxmlformats.org/drawingml/2006/main">
            <a:r>
              <a:t/>
            </a:r>
          </a:p>
          <a:p xmlns:a="http://schemas.openxmlformats.org/drawingml/2006/main">
            <a:r>
              <a:t>Time Management: Lecture3분: 방법1, 이번 판단1, no-change/전환1.</a:t>
            </a:r>
          </a:p>
          <a:p xmlns:a="http://schemas.openxmlformats.org/drawingml/2006/main">
            <a:r>
              <a:t/>
            </a:r>
          </a:p>
          <a:p xmlns:a="http://schemas.openxmlformats.org/drawingml/2006/main">
            <a:r>
              <a:t>Fallback: LOCAL STATIC ARTIFACT — production/ACT_3.pptx / S56, production/preview/act3/S56.png 및 production/preview/full/S56.png.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S57 — 후보는 시간·할당량·동작을 함께 보고 고른다</a:t>
            </a:r>
          </a:p>
          <a:p xmlns:a="http://schemas.openxmlformats.org/drawingml/2006/main">
            <a:r>
              <a:t/>
            </a:r>
          </a:p>
          <a:p xmlns:a="http://schemas.openxmlformats.org/drawingml/2006/main">
            <a:r>
              <a:t>Slide ID: S57</a:t>
            </a:r>
          </a:p>
          <a:p xmlns:a="http://schemas.openxmlformats.org/drawingml/2006/main">
            <a:r>
              <a:t/>
            </a:r>
          </a:p>
          <a:p xmlns:a="http://schemas.openxmlformats.org/drawingml/2006/main">
            <a:r>
              <a:t>Working Title: 후보는 시간·할당량·동작을 함께 보고 고른다</a:t>
            </a:r>
          </a:p>
          <a:p xmlns:a="http://schemas.openxmlformats.org/drawingml/2006/main">
            <a:r>
              <a:t/>
            </a:r>
          </a:p>
          <a:p xmlns:a="http://schemas.openxmlformats.org/drawingml/2006/main">
            <a:r>
              <a:t>ACT / Section: ACT 3 / 3D</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Case 5 minutes</a:t>
            </a:r>
          </a:p>
          <a:p xmlns:a="http://schemas.openxmlformats.org/drawingml/2006/main">
            <a:r>
              <a:t/>
            </a:r>
          </a:p>
          <a:p xmlns:a="http://schemas.openxmlformats.org/drawingml/2006/main">
            <a:r>
              <a:t>Primary Message: TRIAL-008에서는 결과 6항목을 보존한 후보들의 실행시간과 traced allocation을 함께 봤다. 느린 수동 순회는 제외하고 낮은 할당량과 더 나은 실행시간의 행 단위 reduction을 선택했다.</a:t>
            </a:r>
          </a:p>
          <a:p xmlns:a="http://schemas.openxmlformats.org/drawingml/2006/main">
            <a:r>
              <a:t/>
            </a:r>
          </a:p>
          <a:p xmlns:a="http://schemas.openxmlformats.org/drawingml/2006/main">
            <a:r>
              <a:t>Opening Question: “메모리를 적게 쓰는 후보라면 곧바로 선택해도 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밝기 통계의 후보 선택 단계이며 다음 장의 제품 상태 전후 benchmark와 별도임을 밝힌다.</a:t>
            </a:r>
          </a:p>
          <a:p xmlns:a="http://schemas.openxmlformats.org/drawingml/2006/main">
            <a:r>
              <a:t>2. (1:00–3:00) 같은 결과6항목을 지킨 두 후보의 시간/할당량 trade-off를 정성적으로 비교한다. 수동 순회는 낮은 할당량만으로 선택하지 않았다.</a:t>
            </a:r>
          </a:p>
          <a:p xmlns:a="http://schemas.openxmlformats.org/drawingml/2006/main">
            <a:r>
              <a:t>3. (3:00–4:00) 행 단위 built-in reduction 후보를 선택한 근거를 말하되 알고리즘 구현 설명으로 확장하지 않는다.</a:t>
            </a:r>
          </a:p>
          <a:p xmlns:a="http://schemas.openxmlformats.org/drawingml/2006/main">
            <a:r>
              <a:t>4. (4:00–5:00) 합성 입력·환경 범위와 Skill이 정답을 공급한 것이 아님을 유지한다.</a:t>
            </a:r>
          </a:p>
          <a:p xmlns:a="http://schemas.openxmlformats.org/drawingml/2006/main">
            <a:r>
              <a:t/>
            </a:r>
          </a:p>
          <a:p xmlns:a="http://schemas.openxmlformats.org/drawingml/2006/main">
            <a:r>
              <a:t>Evidence / Source: TRIAL-008 candidate comparison; `image_statistics`; synthetic 1024×768 image, CPython 3.9.6 / macOS 26.6.2 arm64; same six-field correctness guard.</a:t>
            </a:r>
          </a:p>
          <a:p xmlns:a="http://schemas.openxmlformats.org/drawingml/2006/main">
            <a:r>
              <a:t/>
            </a:r>
          </a:p>
          <a:p xmlns:a="http://schemas.openxmlformats.org/drawingml/2006/main">
            <a:r>
              <a:t>Claim Boundary: 정확한 candidate 수치는 표시하지 않는다. Candidate 결과를 S58의 formal state benchmark와 섞지 않는다. Skill이 algorithm이나 결과를 만들었다고 하지 않는다. DEC-0062는 기존 관찰·측정 조건과 효과 미입증 경계를 유지한다.</a:t>
            </a:r>
          </a:p>
          <a:p xmlns:a="http://schemas.openxmlformats.org/drawingml/2006/main">
            <a:r>
              <a:t/>
            </a:r>
          </a:p>
          <a:p xmlns:a="http://schemas.openxmlformats.org/drawingml/2006/main">
            <a:r>
              <a:t>Beginner Explanation: 적은 메모리만 보고 선택하지 않고 같은 조건에서 실행시간과 정확성을 함께 확인했다.</a:t>
            </a:r>
          </a:p>
          <a:p xmlns:a="http://schemas.openxmlformats.org/drawingml/2006/main">
            <a:r>
              <a:t/>
            </a:r>
          </a:p>
          <a:p xmlns:a="http://schemas.openxmlformats.org/drawingml/2006/main">
            <a:r>
              <a:t>Advanced Insight: Candidate comparison과 named product-state before/after 측정은 Evidence 단계가 다르다.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정적 기본 경로 — 후보 두 행의 정성 비교와 같은 결과6항목 확인. 정확한 후보 수치는 추가하지 않는다.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“후보 선택 기록을 남기고, 실제 제품 상태에 반영한 변경을 별도의 기준에서 확인하겠습니다.”</a:t>
            </a:r>
          </a:p>
          <a:p xmlns:a="http://schemas.openxmlformats.org/drawingml/2006/main">
            <a:r>
              <a:t/>
            </a:r>
          </a:p>
          <a:p xmlns:a="http://schemas.openxmlformats.org/drawingml/2006/main">
            <a:r>
              <a:t>Time Management: Case5분: 단계/범위1, 두 후보2, 선택1, 한계/전환1.</a:t>
            </a:r>
          </a:p>
          <a:p xmlns:a="http://schemas.openxmlformats.org/drawingml/2006/main">
            <a:r>
              <a:t/>
            </a:r>
          </a:p>
          <a:p xmlns:a="http://schemas.openxmlformats.org/drawingml/2006/main">
            <a:r>
              <a:t>Fallback: LOCAL STATIC ARTIFACT — production/ACT_3.pptx / S57, production/preview/act3/S57.png 및 production/preview/full/S57.png.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S58 — 선택한 변경을 같은 조건에서 검증했다</a:t>
            </a:r>
          </a:p>
          <a:p xmlns:a="http://schemas.openxmlformats.org/drawingml/2006/main">
            <a:r>
              <a:t/>
            </a:r>
          </a:p>
          <a:p xmlns:a="http://schemas.openxmlformats.org/drawingml/2006/main">
            <a:r>
              <a:t>Slide ID: S58</a:t>
            </a:r>
          </a:p>
          <a:p xmlns:a="http://schemas.openxmlformats.org/drawingml/2006/main">
            <a:r>
              <a:t/>
            </a:r>
          </a:p>
          <a:p xmlns:a="http://schemas.openxmlformats.org/drawingml/2006/main">
            <a:r>
              <a:t>Working Title: 선택한 변경을 같은 조건에서 검증했다</a:t>
            </a:r>
          </a:p>
          <a:p xmlns:a="http://schemas.openxmlformats.org/drawingml/2006/main">
            <a:r>
              <a:t/>
            </a:r>
          </a:p>
          <a:p xmlns:a="http://schemas.openxmlformats.org/drawingml/2006/main">
            <a:r>
              <a:t>ACT / Section: ACT 3 / 3D</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Case 5 minutes</a:t>
            </a:r>
          </a:p>
          <a:p xmlns:a="http://schemas.openxmlformats.org/drawingml/2006/main">
            <a:r>
              <a:t/>
            </a:r>
          </a:p>
          <a:p xmlns:a="http://schemas.openxmlformats.org/drawingml/2006/main">
            <a:r>
              <a:t>Primary Message: STATE-04→STATE-04-PERF 밝기 통계 변경은 기록된 입력·환경에서 동작 검사와 같은 조건의 측정을 거쳤다. 기존 수치와 검사 결과를 유지하고 Harness/Skill의 단독 인과효과와 구분한다.</a:t>
            </a:r>
          </a:p>
          <a:p xmlns:a="http://schemas.openxmlformats.org/drawingml/2006/main">
            <a:r>
              <a:t/>
            </a:r>
          </a:p>
          <a:p xmlns:a="http://schemas.openxmlformats.org/drawingml/2006/main">
            <a:r>
              <a:t>Opening Question: “선택한 코드 변경의 동작과 성능을 어떤 근거로 확인했을까?”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앞 장의 후보 비교와 정식 STATE-04 기준에서 반영한 제품 변경의 측정을 구분한다.</a:t>
            </a:r>
          </a:p>
          <a:p xmlns:a="http://schemas.openxmlformats.org/drawingml/2006/main">
            <a:r>
              <a:t>2. (1:00–2:30) 기존0축 native chart의 중앙값15.468→10.769ms/call을 동일 입력·상태별7회 측정으로 설명한다.</a:t>
            </a:r>
          </a:p>
          <a:p xmlns:a="http://schemas.openxmlformats.org/drawingml/2006/main">
            <a:r>
              <a:t>3. (2:30–3:30) 별도 tracemalloc 호출의6,675,804→380bytes와 임시 평탄화 리스트 제거를 연결하되 RSS나 전체 메모리 절감으로 확대하지 않는다.</a:t>
            </a:r>
          </a:p>
          <a:p xmlns:a="http://schemas.openxmlformats.org/drawingml/2006/main">
            <a:r>
              <a:t>4. (3:30–5:00) 함수 테스트1/1, 전체11/11, CLI, 입력·결과6항목 확인과 기록된 범위를 설명한다. Harness/Skill 단독 원인이 아니라 코드 변경 결과다.</a:t>
            </a:r>
          </a:p>
          <a:p xmlns:a="http://schemas.openxmlformats.org/drawingml/2006/main">
            <a:r>
              <a:t/>
            </a:r>
          </a:p>
          <a:p xmlns:a="http://schemas.openxmlformats.org/drawingml/2006/main">
            <a:r>
              <a:t>Evidence / Source: `plan/DEMO_MATRIX.md` STEP 07 §§191–200, STATE-04 → STATE-04-PERF; `plan/CLAIM_FREEZE.md` §8; DEC-0019. Baseline `822f1c12c5f602d934a2fd29e48f05bf498b4bfa`, result `6153b81c0187dd7d82c88bd1817fb683c98eb431`; `image_statistics`; deterministic synthetic 1024×768, 786,432 pixels, max255; CPython3.9.6 / macOS26.6.2 arm64; same input fingerprint, seven one-call samples per state. Median 15.468→10.769 ms/call; separate tracemalloc call peak 6,675,804→380 bytes; six-field result guard, focused1/1, full11/11, CLI smoke PASS. TRIAL-008 is candidate history only.</a:t>
            </a:r>
          </a:p>
          <a:p xmlns:a="http://schemas.openxmlformats.org/drawingml/2006/main">
            <a:r>
              <a:t/>
            </a:r>
          </a:p>
          <a:p xmlns:a="http://schemas.openxmlformats.org/drawingml/2006/main">
            <a:r>
              <a:t>Claim Boundary: 숫자는 이 입력, 코드 경로, host, runtime, 측정 조건에 한정한다. `tracemalloc`은 Python allocation peak이지 RSS가 아니다. Harness나 Skill이 성능 향상을 일으켰다고 하지 않는다. DEC-0062는 기존 관찰·측정 조건과 효과 미입증 경계를 유지한다.</a:t>
            </a:r>
          </a:p>
          <a:p xmlns:a="http://schemas.openxmlformats.org/drawingml/2006/main">
            <a:r>
              <a:t/>
            </a:r>
          </a:p>
          <a:p xmlns:a="http://schemas.openxmlformats.org/drawingml/2006/main">
            <a:r>
              <a:t>Beginner Explanation: 바뀐 코드가 맞는지 Test와 같은 benchmark로 확인한 기록이 있다.</a:t>
            </a:r>
          </a:p>
          <a:p xmlns:a="http://schemas.openxmlformats.org/drawingml/2006/main">
            <a:r>
              <a:t/>
            </a:r>
          </a:p>
          <a:p xmlns:a="http://schemas.openxmlformats.org/drawingml/2006/main">
            <a:r>
              <a:t>Advanced Insight: Observed product change와 시스템 구성요소의 단독 인과를 분리한다.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정적 기본 경로 — 기존 native 실행시간 chart와 Python 할당 피크·검증 행을 유지하고 제목/요약을 한국어 판단 중심으로 정렬한다.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“이 작업에 더 필요했던 구조도 있었을까요? 역할을 나누는 선택부터 검토하겠습니다.”</a:t>
            </a:r>
          </a:p>
          <a:p xmlns:a="http://schemas.openxmlformats.org/drawingml/2006/main">
            <a:r>
              <a:t/>
            </a:r>
          </a:p>
          <a:p xmlns:a="http://schemas.openxmlformats.org/drawingml/2006/main">
            <a:r>
              <a:t>Time Management: Case5분: 측정 단계1, 실행시간1.5, 할당량1, 동작 확인·한계·전환1.5.</a:t>
            </a:r>
          </a:p>
          <a:p xmlns:a="http://schemas.openxmlformats.org/drawingml/2006/main">
            <a:r>
              <a:t/>
            </a:r>
          </a:p>
          <a:p xmlns:a="http://schemas.openxmlformats.org/drawingml/2006/main">
            <a:r>
              <a:t>Fallback: LOCAL STATIC ARTIFACT — production/ACT_3.pptx / S58, production/preview/act3/S58.png 및 production/preview/full/S58.png.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S59 — 독립 조사를 나누면 무엇이 달라질까?</a:t>
            </a:r>
          </a:p>
          <a:p xmlns:a="http://schemas.openxmlformats.org/drawingml/2006/main">
            <a:r>
              <a:t/>
            </a:r>
          </a:p>
          <a:p xmlns:a="http://schemas.openxmlformats.org/drawingml/2006/main">
            <a:r>
              <a:t>Slide ID: S59</a:t>
            </a:r>
          </a:p>
          <a:p xmlns:a="http://schemas.openxmlformats.org/drawingml/2006/main">
            <a:r>
              <a:t/>
            </a:r>
          </a:p>
          <a:p xmlns:a="http://schemas.openxmlformats.org/drawingml/2006/main">
            <a:r>
              <a:t>Working Title: 독립 조사를 나누면 무엇이 달라질까?</a:t>
            </a:r>
          </a:p>
          <a:p xmlns:a="http://schemas.openxmlformats.org/drawingml/2006/main">
            <a:r>
              <a:t/>
            </a:r>
          </a:p>
          <a:p xmlns:a="http://schemas.openxmlformats.org/drawingml/2006/main">
            <a:r>
              <a:t>ACT / Section: ACT 3 / 3E</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Demo 3 minutes (VISUAL) + Q&amp;A 1 minute</a:t>
            </a:r>
          </a:p>
          <a:p xmlns:a="http://schemas.openxmlformats.org/drawingml/2006/main">
            <a:r>
              <a:t/>
            </a:r>
          </a:p>
          <a:p xmlns:a="http://schemas.openxmlformats.org/drawingml/2006/main">
            <a:r>
              <a:t>Primary Message: 독립 조사와 별도 Context의 가치가 있고 결과 형식·전달 지점·통합 책임을 정할 수 있다면 역할 분리를 검토한다. C++ Vision 사례는 교육용 가정이며 조정·중복·전달·통합 비용을 함께 본다.</a:t>
            </a:r>
          </a:p>
          <a:p xmlns:a="http://schemas.openxmlformats.org/drawingml/2006/main">
            <a:r>
              <a:t/>
            </a:r>
          </a:p>
          <a:p xmlns:a="http://schemas.openxmlformats.org/drawingml/2006/main">
            <a:r>
              <a:t>Opening Question: “한 Agent에 모인 조사 중 서로 기다리지 않아도 되는 부분은 무엇일까?”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Demo) 화면은 실제 Demo가 아닌 C++ Vision 독립 조사 가정임을 먼저 밝힌다. Subagent는 역할별로 필요한 Context를 나눠 조사하는 방식으로 설명한다.</a:t>
            </a:r>
          </a:p>
          <a:p xmlns:a="http://schemas.openxmlformats.org/drawingml/2006/main">
            <a:r>
              <a:t>2. (1:00–3:00 / Demo) 성능 경로·빌드·테스트 조사가 서로 기다리지 않아도 된다는 가정과 주 Agent의 결과 통합을 연결한다. 결과 형식·전달 지점·책임, 조정·중복·Context 전달·통합 비용을 설명한다.</a:t>
            </a:r>
          </a:p>
          <a:p xmlns:a="http://schemas.openxmlformats.org/drawingml/2006/main">
            <a:r>
              <a:t>3. (3:00–4:00 / Q&amp;A) 어떤 조사들이 실제로 독립적인지 선택 질문을 받는다. 답변은 강제하지 않고 무질문이면 독립성 확인을 회수한다.</a:t>
            </a:r>
          </a:p>
          <a:p xmlns:a="http://schemas.openxmlformats.org/drawingml/2006/main">
            <a:r>
              <a:t/>
            </a:r>
          </a:p>
          <a:p xmlns:a="http://schemas.openxmlformats.org/drawingml/2006/main">
            <a:r>
              <a:t>Evidence / Source: TEACHING_MODEL / CONCEPTUAL — 기존 S60의 C++ 독립 조사 가정과 BEAT-023–025 / INV-MATURITY-007. DEC-0018의 실제 보류 판단은 S60으로 옮겨 유지한다. 새 Subagent 실행은 없다.</a:t>
            </a:r>
          </a:p>
          <a:p xmlns:a="http://schemas.openxmlformats.org/drawingml/2006/main">
            <a:r>
              <a:t/>
            </a:r>
          </a:p>
          <a:p xmlns:a="http://schemas.openxmlformats.org/drawingml/2006/main">
            <a:r>
              <a:t>Claim Boundary: CONCEPTUAL CASE / TEACHING MODEL — 기존 C++ 역할 분리 가정을 먼저 설명한다. 실제 Subagent 실행·이득·현재 제품 기능의 관찰이 아니다.</a:t>
            </a:r>
          </a:p>
          <a:p xmlns:a="http://schemas.openxmlformats.org/drawingml/2006/main">
            <a:r>
              <a:t/>
            </a:r>
          </a:p>
          <a:p xmlns:a="http://schemas.openxmlformats.org/drawingml/2006/main">
            <a:r>
              <a:t>Beginner Explanation: 역할별 Agent가 필요한 Context로 독립 조사를 맡고 주 Agent가 결과를 모으는 방식을 가정해 본다.</a:t>
            </a:r>
          </a:p>
          <a:p xmlns:a="http://schemas.openxmlformats.org/drawingml/2006/main">
            <a:r>
              <a:t/>
            </a:r>
          </a:p>
          <a:p xmlns:a="http://schemas.openxmlformats.org/drawingml/2006/main">
            <a:r>
              <a:t>Advanced Insight: Context 격리·역할 독립성이 주는 가치와 조정·중복 조사·Context 전달·결과 통합 비용을 함께 판단한다. 병렬 이득은 측정하지 않았다.</a:t>
            </a:r>
          </a:p>
          <a:p xmlns:a="http://schemas.openxmlformats.org/drawingml/2006/main">
            <a:r>
              <a:t/>
            </a:r>
          </a:p>
          <a:p xmlns:a="http://schemas.openxmlformats.org/drawingml/2006/main">
            <a:r>
              <a:t>C++ Vision Bridge: CONTEXTUAL — 기존 C++ 성능 경로·빌드 환경·테스트 구조의 독립 조사 가정이다. 실제 C++ 구현이나 Subagent 실행은 아니다.</a:t>
            </a:r>
          </a:p>
          <a:p xmlns:a="http://schemas.openxmlformats.org/drawingml/2006/main">
            <a:r>
              <a:t/>
            </a:r>
          </a:p>
          <a:p xmlns:a="http://schemas.openxmlformats.org/drawingml/2006/main">
            <a:r>
              <a:t>Demo Operation: 정적 기본 경로 — 명시적 CONCEPTUAL C++ 성능/빌드/테스트 독립 조사 세 패널 → 주 Agent의 통합·최종 검토. 미측정 이득을 표시하지 않는다.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Q&amp;A는 무질문 예비 질문과 cutoff를 적용한다.</a:t>
            </a:r>
          </a:p>
          <a:p xmlns:a="http://schemas.openxmlformats.org/drawingml/2006/main">
            <a:r>
              <a:t/>
            </a:r>
          </a:p>
          <a:p xmlns:a="http://schemas.openxmlformats.org/drawingml/2006/main">
            <a:r>
              <a:t>Transition: “그 기준을 방금 밝기 통계 작업에 적용하면, 나누는 것이 필요했을까요?”</a:t>
            </a:r>
          </a:p>
          <a:p xmlns:a="http://schemas.openxmlformats.org/drawingml/2006/main">
            <a:r>
              <a:t/>
            </a:r>
          </a:p>
          <a:p xmlns:a="http://schemas.openxmlformats.org/drawingml/2006/main">
            <a:r>
              <a:t>Time Management: Demo3분(VISUAL 가정) → Q&amp;A1분. 실제 실행·병렬 이득 측정·Live 사용법을 추가하지 않는다.</a:t>
            </a:r>
          </a:p>
          <a:p xmlns:a="http://schemas.openxmlformats.org/drawingml/2006/main">
            <a:r>
              <a:t/>
            </a:r>
          </a:p>
          <a:p xmlns:a="http://schemas.openxmlformats.org/drawingml/2006/main">
            <a:r>
              <a:t>Fallback: LOCAL STATIC ARTIFACT — production/ACT_3.pptx / S59, production/preview/act3/S59.png 및 production/preview/full/S59.png.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S60 — 이번 작업은 나눌 근거가 충분했을까?</a:t>
            </a:r>
          </a:p>
          <a:p xmlns:a="http://schemas.openxmlformats.org/drawingml/2006/main">
            <a:r>
              <a:t/>
            </a:r>
          </a:p>
          <a:p xmlns:a="http://schemas.openxmlformats.org/drawingml/2006/main">
            <a:r>
              <a:t>Slide ID: S60</a:t>
            </a:r>
          </a:p>
          <a:p xmlns:a="http://schemas.openxmlformats.org/drawingml/2006/main">
            <a:r>
              <a:t/>
            </a:r>
          </a:p>
          <a:p xmlns:a="http://schemas.openxmlformats.org/drawingml/2006/main">
            <a:r>
              <a:t>Working Title: 이번 작업은 나눌 근거가 충분했을까?</a:t>
            </a:r>
          </a:p>
          <a:p xmlns:a="http://schemas.openxmlformats.org/drawingml/2006/main">
            <a:r>
              <a:t/>
            </a:r>
          </a:p>
          <a:p xmlns:a="http://schemas.openxmlformats.org/drawingml/2006/main">
            <a:r>
              <a:t>ACT / Section: ACT 3 / 3E</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Lecture 1 minute + Demo 2 minutes (VISUAL) + Q&amp;A 1 minute</a:t>
            </a:r>
          </a:p>
          <a:p xmlns:a="http://schemas.openxmlformats.org/drawingml/2006/main">
            <a:r>
              <a:t/>
            </a:r>
          </a:p>
          <a:p xmlns:a="http://schemas.openxmlformats.org/drawingml/2006/main">
            <a:r>
              <a:t>Primary Message: 현재 작업은 같은 성능 경로·명세를 공유하고 조사→변경→검증의 의존성이 높았다. 별도 Context 이득과 결과 통합 비용을 검토한 결과 Subagent를 추가하지 않았다.</a:t>
            </a:r>
          </a:p>
          <a:p xmlns:a="http://schemas.openxmlformats.org/drawingml/2006/main">
            <a:r>
              <a:t/>
            </a:r>
          </a:p>
          <a:p xmlns:a="http://schemas.openxmlformats.org/drawingml/2006/main">
            <a:r>
              <a:t>Opening Question: “밝기 통계 작업의 조사·변경·검증을 실제로 독립시킬 수 있었을까?”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Lecture) 앞 장의 독립성·필요 Context·전달 형식·통합 책임 기준을 회수한다.</a:t>
            </a:r>
          </a:p>
          <a:p xmlns:a="http://schemas.openxmlformats.org/drawingml/2006/main">
            <a:r>
              <a:t>2. (1:00–3:00 / Demo) 현재 작업의 조사→변경→검증이 같은 성능 경로와 명세를 공유하고 앞 결과에 의존함을 도식으로 설명한다. DEC-0018 판단을 읽는 정적 visual이며 Agent 실행이 아니다.</a:t>
            </a:r>
          </a:p>
          <a:p xmlns:a="http://schemas.openxmlformats.org/drawingml/2006/main">
            <a:r>
              <a:t>3. (3:00–4:00 / Q&amp;A) 현재 추가하지 않았다는 결론과 일반적으로 불필요하다는 주장을 구분한다. 질문이 없으면 조정·중복·전달·통합 비용을 짧게 회수한다.</a:t>
            </a:r>
          </a:p>
          <a:p xmlns:a="http://schemas.openxmlformats.org/drawingml/2006/main">
            <a:r>
              <a:t/>
            </a:r>
          </a:p>
          <a:p xmlns:a="http://schemas.openxmlformats.org/drawingml/2006/main">
            <a:r>
              <a:t>Evidence / Source: DEC-0018, STATE-04/STATE-04-PERF 작업 복잡도 점검, BEAT-023–025. 기존 S59의 실제 추가하지 않음 판단을 보존한다. OBSERVED_PRODUCT / TEACHING_MODEL; Subagent 실행 결과는 없다.</a:t>
            </a:r>
          </a:p>
          <a:p xmlns:a="http://schemas.openxmlformats.org/drawingml/2006/main">
            <a:r>
              <a:t/>
            </a:r>
          </a:p>
          <a:p xmlns:a="http://schemas.openxmlformats.org/drawingml/2006/main">
            <a:r>
              <a:t>Claim Boundary: FROZEN WITH SCOPE / TEACHING MODEL — DEC-0018 현재 Task 감사의 판단이며 실제 Subagent Trial이 아니다. 일반적 불필요성이나 기능 부재를 주장하지 않는다.</a:t>
            </a:r>
          </a:p>
          <a:p xmlns:a="http://schemas.openxmlformats.org/drawingml/2006/main">
            <a:r>
              <a:t/>
            </a:r>
          </a:p>
          <a:p xmlns:a="http://schemas.openxmlformats.org/drawingml/2006/main">
            <a:r>
              <a:t>Beginner Explanation: 앞 조사 결과가 있어야 다음 변경과 검증이 가능한 작업에서는 나누는 비용도 검토한다.</a:t>
            </a:r>
          </a:p>
          <a:p xmlns:a="http://schemas.openxmlformats.org/drawingml/2006/main">
            <a:r>
              <a:t/>
            </a:r>
          </a:p>
          <a:p xmlns:a="http://schemas.openxmlformats.org/drawingml/2006/main">
            <a:r>
              <a:t>Advanced Insight: NOT JUSTIFIED YET는 현재 Task의 판단이다. 일반적인 기능 가치나 사용할 수 없음에 대한 결론이 아니다.</a:t>
            </a:r>
          </a:p>
          <a:p xmlns:a="http://schemas.openxmlformats.org/drawingml/2006/main">
            <a:r>
              <a:t/>
            </a:r>
          </a:p>
          <a:p xmlns:a="http://schemas.openxmlformats.org/drawingml/2006/main">
            <a:r>
              <a:t>C++ Vision Bridge: S59의 C++ 가정과 현재 Python Task를 같은 관찰로 섞지 않는다.</a:t>
            </a:r>
          </a:p>
          <a:p xmlns:a="http://schemas.openxmlformats.org/drawingml/2006/main">
            <a:r>
              <a:t/>
            </a:r>
          </a:p>
          <a:p xmlns:a="http://schemas.openxmlformats.org/drawingml/2006/main">
            <a:r>
              <a:t>Demo Operation: 정적 기본 경로 — 조사→변경→검증의 의존 관계와 독립성/Context/통합 비용, 현재 추가하지 않았다는 판단을 분리한다.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Q&amp;A는 무질문 예비 질문과 cutoff를 적용한다.</a:t>
            </a:r>
          </a:p>
          <a:p xmlns:a="http://schemas.openxmlformats.org/drawingml/2006/main">
            <a:r>
              <a:t/>
            </a:r>
          </a:p>
          <a:p xmlns:a="http://schemas.openxmlformats.org/drawingml/2006/main">
            <a:r>
              <a:t>Transition: “역할 분리의 필요성을 판단했습니다. 다음 작업에 별도로 남길 지식도 있었을까요?”</a:t>
            </a:r>
          </a:p>
          <a:p xmlns:a="http://schemas.openxmlformats.org/drawingml/2006/main">
            <a:r>
              <a:t/>
            </a:r>
          </a:p>
          <a:p xmlns:a="http://schemas.openxmlformats.org/drawingml/2006/main">
            <a:r>
              <a:t>Time Management: Lecture1분 → Demo2분(VISUAL 현재 판단) → Q&amp;A1분.</a:t>
            </a:r>
          </a:p>
          <a:p xmlns:a="http://schemas.openxmlformats.org/drawingml/2006/main">
            <a:r>
              <a:t/>
            </a:r>
          </a:p>
          <a:p xmlns:a="http://schemas.openxmlformats.org/drawingml/2006/main">
            <a:r>
              <a:t>Fallback: LOCAL STATIC ARTIFACT — production/ACT_3.pptx / S60, production/preview/act3/S60.png 및 production/preview/full/S60.png.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S61 — 다음 작업에서도 다시 찾을 지식인가?</a:t>
            </a:r>
          </a:p>
          <a:p xmlns:a="http://schemas.openxmlformats.org/drawingml/2006/main">
            <a:r>
              <a:t/>
            </a:r>
          </a:p>
          <a:p xmlns:a="http://schemas.openxmlformats.org/drawingml/2006/main">
            <a:r>
              <a:t>Slide ID: S61</a:t>
            </a:r>
          </a:p>
          <a:p xmlns:a="http://schemas.openxmlformats.org/drawingml/2006/main">
            <a:r>
              <a:t/>
            </a:r>
          </a:p>
          <a:p xmlns:a="http://schemas.openxmlformats.org/drawingml/2006/main">
            <a:r>
              <a:t>Working Title: 다음 작업에서도 다시 찾을 지식인가?</a:t>
            </a:r>
          </a:p>
          <a:p xmlns:a="http://schemas.openxmlformats.org/drawingml/2006/main">
            <a:r>
              <a:t/>
            </a:r>
          </a:p>
          <a:p xmlns:a="http://schemas.openxmlformats.org/drawingml/2006/main">
            <a:r>
              <a:t>ACT / Section: ACT 3 / 3F</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Demo 2 minutes (VISUAL) + Case 2 minutes</a:t>
            </a:r>
          </a:p>
          <a:p xmlns:a="http://schemas.openxmlformats.org/drawingml/2006/main">
            <a:r>
              <a:t/>
            </a:r>
          </a:p>
          <a:p xmlns:a="http://schemas.openxmlformats.org/drawingml/2006/main">
            <a:r>
              <a:t>Primary Message: 현재 Task에 필요한 Context와 다음 Task에도 보존할 가치가 있는 지식을 구분한다. 출처·적용 범위·갱신 조건을 관리하고 기존 문서에 있으면 그 출처를 참조한다.</a:t>
            </a:r>
          </a:p>
          <a:p xmlns:a="http://schemas.openxmlformats.org/drawingml/2006/main">
            <a:r>
              <a:t/>
            </a:r>
          </a:p>
          <a:p xmlns:a="http://schemas.openxmlformats.org/drawingml/2006/main">
            <a:r>
              <a:t>Opening Question: “조사로 얻은 지식이 다음 작업에도 필요하다면 무엇을 남겨야 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Demo) 조사에서 재현 조건·주의점을 발견했고 다음 Task에도 필요하다는 교육용 가정임을 밝힌다. 실제 재발견·Memory 사용 기록이 아니다.</a:t>
            </a:r>
          </a:p>
          <a:p xmlns:a="http://schemas.openxmlformats.org/drawingml/2006/main">
            <a:r>
              <a:t>2. (1:00–2:00 / Demo) Task A→보존 가치 판단→Task B의 관계를 따라가며 내용·출처·적용 범위·다시 확인할 조건을 표시한다.</a:t>
            </a:r>
          </a:p>
          <a:p xmlns:a="http://schemas.openxmlformats.org/drawingml/2006/main">
            <a:r>
              <a:t>3. (2:00–4:00 / Case) Context는 지금 필요한 정보, Memory는 다음 작업에도 남길지 판단하는 지식이라는 구분을 설명한다. 원래 문서에 있으면 출처를 참조하며 다음 작업에서도 현재 명세와 대조한다. 제품 자동 저장·회수·효과를 주장하지 않는다.</a:t>
            </a:r>
          </a:p>
          <a:p xmlns:a="http://schemas.openxmlformats.org/drawingml/2006/main">
            <a:r>
              <a:t/>
            </a:r>
          </a:p>
          <a:p xmlns:a="http://schemas.openxmlformats.org/drawingml/2006/main">
            <a:r>
              <a:t>Evidence / Source: CONCEPTUAL / TEACHING_MODEL — MASTER_PLAN.md §§5.6 및 INV-MATURITY-008의 작업 간 지식 관리 문제를 설명하는 가정; BEAT-026–028. 기존 S61 지식 감사의 실제 결론은 S62로 옮겨 유지한다. 제품 Memory 관찰은 없다.</a:t>
            </a:r>
          </a:p>
          <a:p xmlns:a="http://schemas.openxmlformats.org/drawingml/2006/main">
            <a:r>
              <a:t/>
            </a:r>
          </a:p>
          <a:p xmlns:a="http://schemas.openxmlformats.org/drawingml/2006/main">
            <a:r>
              <a:t>Claim Boundary: CONCEPTUAL CASE / TEACHING MODEL — 작업 간 지식 관리 가정이다. 현재 Demo에 Memory를 추가했거나 제품이 자동 기억·회수한다는 주장이 아니다.</a:t>
            </a:r>
          </a:p>
          <a:p xmlns:a="http://schemas.openxmlformats.org/drawingml/2006/main">
            <a:r>
              <a:t/>
            </a:r>
          </a:p>
          <a:p xmlns:a="http://schemas.openxmlformats.org/drawingml/2006/main">
            <a:r>
              <a:t>Beginner Explanation: 지금 Task에 넣을 정보와 다음 Task에도 남길지 판단할 지식은 질문이 다르다.</a:t>
            </a:r>
          </a:p>
          <a:p xmlns:a="http://schemas.openxmlformats.org/drawingml/2006/main">
            <a:r>
              <a:t/>
            </a:r>
          </a:p>
          <a:p xmlns:a="http://schemas.openxmlformats.org/drawingml/2006/main">
            <a:r>
              <a:t>Advanced Insight: 보존 가치가 있어도 출처·범위·현재성·무효화 조건을 관리해야 한다. 기존 공식 문서가 있으면 그것을 참조하며 모든 지식을 별도 Memory로 복제하지 않는다.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정적 기본 경로 — CONCEPTUAL Task A 조사 → 출처·범위·갱신 조건과 함께 보존 가치 판단 → Task B의 현재 기준 대조. 자동 저장/정확성 보장 없이 표현한다.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“이제 원래 출처와 보존 기준을 놓고, 현재 Demo에 별도 후보가 있었는지 보겠습니다.”</a:t>
            </a:r>
          </a:p>
          <a:p xmlns:a="http://schemas.openxmlformats.org/drawingml/2006/main">
            <a:r>
              <a:t/>
            </a:r>
          </a:p>
          <a:p xmlns:a="http://schemas.openxmlformats.org/drawingml/2006/main">
            <a:r>
              <a:t>Time Management: Demo2분(VISUAL 가정) → Case2분. 새 Memory·실제 세션 재발견 실험은 만들지 않는다.</a:t>
            </a:r>
          </a:p>
          <a:p xmlns:a="http://schemas.openxmlformats.org/drawingml/2006/main">
            <a:r>
              <a:t/>
            </a:r>
          </a:p>
          <a:p xmlns:a="http://schemas.openxmlformats.org/drawingml/2006/main">
            <a:r>
              <a:t>Fallback: LOCAL STATIC ARTIFACT — production/ACT_3.pptx / S61, production/preview/act3/S61.png 및 production/preview/full/S61.png.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S62 — 남길지, 원래 출처를 참조할지 판단한다</a:t>
            </a:r>
          </a:p>
          <a:p xmlns:a="http://schemas.openxmlformats.org/drawingml/2006/main">
            <a:r>
              <a:t/>
            </a:r>
          </a:p>
          <a:p xmlns:a="http://schemas.openxmlformats.org/drawingml/2006/main">
            <a:r>
              <a:t>Slide ID: S62</a:t>
            </a:r>
          </a:p>
          <a:p xmlns:a="http://schemas.openxmlformats.org/drawingml/2006/main">
            <a:r>
              <a:t/>
            </a:r>
          </a:p>
          <a:p xmlns:a="http://schemas.openxmlformats.org/drawingml/2006/main">
            <a:r>
              <a:t>Working Title: 남길지, 원래 출처를 참조할지 판단한다</a:t>
            </a:r>
          </a:p>
          <a:p xmlns:a="http://schemas.openxmlformats.org/drawingml/2006/main">
            <a:r>
              <a:t/>
            </a:r>
          </a:p>
          <a:p xmlns:a="http://schemas.openxmlformats.org/drawingml/2006/main">
            <a:r>
              <a:t>ACT / Section: ACT 3 / 3F</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Lecture 4 minutes</a:t>
            </a:r>
          </a:p>
          <a:p xmlns:a="http://schemas.openxmlformats.org/drawingml/2006/main">
            <a:r>
              <a:t/>
            </a:r>
          </a:p>
          <a:p xmlns:a="http://schemas.openxmlformats.org/drawingml/2006/main">
            <a:r>
              <a:t>Primary Message: 재발견 비용·다음 작업 재사용·출처와 적용 범위·갱신 조건을 보고 기존 출처를 먼저 확인한다. 현재 계약/구조/절차/측정 기록은 각각 근거가 있어 별도 Memory 후보를 찾지 못했다.</a:t>
            </a:r>
          </a:p>
          <a:p xmlns:a="http://schemas.openxmlformats.org/drawingml/2006/main">
            <a:r>
              <a:t/>
            </a:r>
          </a:p>
          <a:p xmlns:a="http://schemas.openxmlformats.org/drawingml/2006/main">
            <a:r>
              <a:t>Opening Question: “현재 Demo 지식은 이미 어디에 있고 별도 보존할 가치가 있었을까?”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재발견 비용, 다음 작업의 재사용, 출처·범위, 갱신·무효화 조건 네 기준을 한 번씩 설명한다. 프로젝트 간 재사용을 필수로 요구하지 않는다.</a:t>
            </a:r>
          </a:p>
          <a:p xmlns:a="http://schemas.openxmlformats.org/drawingml/2006/main">
            <a:r>
              <a:t>2. (1:00–3:00) crop 명세→코드/문서, 모듈 구조→architecture, 수행 절차→Skill, 측정값→날짜가 있는 Trial/Git을 대응한다. 원래 출처와 일회성 관찰의 차이를 짚는다.</a:t>
            </a:r>
          </a:p>
          <a:p xmlns:a="http://schemas.openxmlformats.org/drawingml/2006/main">
            <a:r>
              <a:t>3. (3:00–4:00) 현재 별도 Memory 후보를 찾지 못했고 추가하지 않았다는 판단을 회수한다. 기능 사용 수가 성숙도 점수가 아님을 유지한다.</a:t>
            </a:r>
          </a:p>
          <a:p xmlns:a="http://schemas.openxmlformats.org/drawingml/2006/main">
            <a:r>
              <a:t/>
            </a:r>
          </a:p>
          <a:p xmlns:a="http://schemas.openxmlformats.org/drawingml/2006/main">
            <a:r>
              <a:t>Evidence / Source: DEC-0018 / DEMO-08 knowledge audit / BEAT-026–028 / plan/DEMO_MATRIX.md의 현재 지식 출처 감사. 기존 S61의 계약·명령·구조·절차·측정 기록 분류와 S62의 네 기준을 보존한다. OBSERVED_PRODUCT / TEACHING_MODEL.</a:t>
            </a:r>
          </a:p>
          <a:p xmlns:a="http://schemas.openxmlformats.org/drawingml/2006/main">
            <a:r>
              <a:t/>
            </a:r>
          </a:p>
          <a:p xmlns:a="http://schemas.openxmlformats.org/drawingml/2006/main">
            <a:r>
              <a:t>Claim Boundary: FROZEN WITH SCOPE / TEACHING MODEL — DEC-0018 현재 Demo의 지식 감사와 보존 기준이다. 제품 Memory의 범위·효과나 일반적 불필요성을 주장하지 않는다.</a:t>
            </a:r>
          </a:p>
          <a:p xmlns:a="http://schemas.openxmlformats.org/drawingml/2006/main">
            <a:r>
              <a:t/>
            </a:r>
          </a:p>
          <a:p xmlns:a="http://schemas.openxmlformats.org/drawingml/2006/main">
            <a:r>
              <a:t>Beginner Explanation: 명세는 원래 명세 문서, 절차는 Skill, 한 번의 측정은 날짜가 있는 기록에서 먼저 찾는다. 별도 보존이 필요한 후보가 있는지는 따로 판단한다.</a:t>
            </a:r>
          </a:p>
          <a:p xmlns:a="http://schemas.openxmlformats.org/drawingml/2006/main">
            <a:r>
              <a:t/>
            </a:r>
          </a:p>
          <a:p xmlns:a="http://schemas.openxmlformats.org/drawingml/2006/main">
            <a:r>
              <a:t>Advanced Insight: 같은 프로젝트의 다음 Task/세션에 재사용할 수 있어도 후보가 될 수 있다. 프로젝트 사이 재사용은 필수 조건이 아니다. 출처·적용 범위·신선도·갱신/무효화 조건과 유지 비용을 관리한다.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정적 기본 경로 — 네 판단 기준 요약 위에 현재 지식4종→원래 출처를 대응하고 별도 Memory를 추가하지 않았다는 결론을 둔다.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“이 선택들을 모으면 이번 문제를 위해 실제로 사용한 구조는 무엇이었을까요?”</a:t>
            </a:r>
          </a:p>
          <a:p xmlns:a="http://schemas.openxmlformats.org/drawingml/2006/main">
            <a:r>
              <a:t/>
            </a:r>
          </a:p>
          <a:p xmlns:a="http://schemas.openxmlformats.org/drawingml/2006/main">
            <a:r>
              <a:t>Time Management: Lecture4분: 기준1, 현재 출처 감사2, 판단·전환1.</a:t>
            </a:r>
          </a:p>
          <a:p xmlns:a="http://schemas.openxmlformats.org/drawingml/2006/main">
            <a:r>
              <a:t/>
            </a:r>
          </a:p>
          <a:p xmlns:a="http://schemas.openxmlformats.org/drawingml/2006/main">
            <a:r>
              <a:t>Fallback: LOCAL STATIC ARTIFACT — production/ACT_3.pptx / S62, production/preview/act3/S62.png 및 production/preview/full/S62.png.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S63 — 이번 사례에서 실제로 사용한 구조</a:t>
            </a:r>
          </a:p>
          <a:p xmlns:a="http://schemas.openxmlformats.org/drawingml/2006/main">
            <a:r>
              <a:t/>
            </a:r>
          </a:p>
          <a:p xmlns:a="http://schemas.openxmlformats.org/drawingml/2006/main">
            <a:r>
              <a:t>Slide ID: S63</a:t>
            </a:r>
          </a:p>
          <a:p xmlns:a="http://schemas.openxmlformats.org/drawingml/2006/main">
            <a:r>
              <a:t/>
            </a:r>
          </a:p>
          <a:p xmlns:a="http://schemas.openxmlformats.org/drawingml/2006/main">
            <a:r>
              <a:t>Working Title: 이번 사례에서 실제로 사용한 구조</a:t>
            </a:r>
          </a:p>
          <a:p xmlns:a="http://schemas.openxmlformats.org/drawingml/2006/main">
            <a:r>
              <a:t/>
            </a:r>
          </a:p>
          <a:p xmlns:a="http://schemas.openxmlformats.org/drawingml/2006/main">
            <a:r>
              <a:t>ACT / Section: ACT 3 / 3G</a:t>
            </a:r>
          </a:p>
          <a:p xmlns:a="http://schemas.openxmlformats.org/drawingml/2006/main">
            <a:r>
              <a:t/>
            </a:r>
          </a:p>
          <a:p xmlns:a="http://schemas.openxmlformats.org/drawingml/2006/main">
            <a:r>
              <a:t>Allocated Time: 3 minutes</a:t>
            </a:r>
          </a:p>
          <a:p xmlns:a="http://schemas.openxmlformats.org/drawingml/2006/main">
            <a:r>
              <a:t/>
            </a:r>
          </a:p>
          <a:p xmlns:a="http://schemas.openxmlformats.org/drawingml/2006/main">
            <a:r>
              <a:t>Mode Split: Demo 3 minutes (CAPTURED)</a:t>
            </a:r>
          </a:p>
          <a:p xmlns:a="http://schemas.openxmlformats.org/drawingml/2006/main">
            <a:r>
              <a:t/>
            </a:r>
          </a:p>
          <a:p xmlns:a="http://schemas.openxmlformats.org/drawingml/2006/main">
            <a:r>
              <a:t>Primary Message: 밝기 통계 목표/범위, AGENTS.md와 상세 문서, 재사용 Skill, 테스트·benchmark·실행 조건이 각각 목표·지식·방법·완료 근거를 맡았다. Subagent와 별도 Memory는 추가하지 않았다.</a:t>
            </a:r>
          </a:p>
          <a:p xmlns:a="http://schemas.openxmlformats.org/drawingml/2006/main">
            <a:r>
              <a:t/>
            </a:r>
          </a:p>
          <a:p xmlns:a="http://schemas.openxmlformats.org/drawingml/2006/main">
            <a:r>
              <a:t>Opening Question: “이번 문제에서 어떤 책임을 어떤 기존 자료와 도구가 맡았을까?”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밝기 통계 요청과 AGENTS.md/상세 문서의 역할을 실제 사례로 회수한다.</a:t>
            </a:r>
          </a:p>
          <a:p xmlns:a="http://schemas.openxmlformats.org/drawingml/2006/main">
            <a:r>
              <a:t>2. (1:00–2:00) 재사용 Skill과 테스트/benchmark/실행 조건이 수행 방법과 완료 판단 근거를 맡았음을 연결한다.</a:t>
            </a:r>
          </a:p>
          <a:p xmlns:a="http://schemas.openxmlformats.org/drawingml/2006/main">
            <a:r>
              <a:t>3. (2:00–3:00) 추가하지 않은 Subagent/Memory와 필요한 구성은 문제마다 달라진다는 한계를 말하고 다음 전체 관계도로 넘긴다.</a:t>
            </a:r>
          </a:p>
          <a:p xmlns:a="http://schemas.openxmlformats.org/drawingml/2006/main">
            <a:r>
              <a:t/>
            </a:r>
          </a:p>
          <a:p xmlns:a="http://schemas.openxmlformats.org/drawingml/2006/main">
            <a:r>
              <a:t>Evidence / Source: STATE-00 → STATE-04-PERF, DEC-0018, INV-VERIFY-001, DEMO-09. OBSERVED_PRODUCT / TEACHING_MODEL.</a:t>
            </a:r>
          </a:p>
          <a:p xmlns:a="http://schemas.openxmlformats.org/drawingml/2006/main">
            <a:r>
              <a:t/>
            </a:r>
          </a:p>
          <a:p xmlns:a="http://schemas.openxmlformats.org/drawingml/2006/main">
            <a:r>
              <a:t>Claim Boundary: 현재 프로젝트의 구성 감사다. 일반적인 최적 기능 수나 Harness가 성능을 개선한 인과 claim이 아니다. DEC-0062는 기존 관찰·측정 조건과 효과 미입증 경계를 유지한다.</a:t>
            </a:r>
          </a:p>
          <a:p xmlns:a="http://schemas.openxmlformats.org/drawingml/2006/main">
            <a:r>
              <a:t/>
            </a:r>
          </a:p>
          <a:p xmlns:a="http://schemas.openxmlformats.org/drawingml/2006/main">
            <a:r>
              <a:t>Beginner Explanation: Harness는 기능을 많이 모으는 일이 아니라 현재 문제에 필요한 작업 환경을 마련하는 일이다.</a:t>
            </a:r>
          </a:p>
          <a:p xmlns:a="http://schemas.openxmlformats.org/drawingml/2006/main">
            <a:r>
              <a:t/>
            </a:r>
          </a:p>
          <a:p xmlns:a="http://schemas.openxmlformats.org/drawingml/2006/main">
            <a:r>
              <a:t>Advanced Insight: “Minimum Effective”는 신뢰성 있게 해결할 조건을 충족하는 문제별 heuristic이며 숫자 기준이 없다.</a:t>
            </a:r>
          </a:p>
          <a:p xmlns:a="http://schemas.openxmlformats.org/drawingml/2006/main">
            <a:r>
              <a:t/>
            </a:r>
          </a:p>
          <a:p xmlns:a="http://schemas.openxmlformats.org/drawingml/2006/main">
            <a:r>
              <a:t>C++ Vision Bridge: S66에서 프로젝트별 명세·빌드·검증·성능 절차로 대응한다. Python Skill이나 도구를 그대로 복사하지 않는다.</a:t>
            </a:r>
          </a:p>
          <a:p xmlns:a="http://schemas.openxmlformats.org/drawingml/2006/main">
            <a:r>
              <a:t/>
            </a:r>
          </a:p>
          <a:p xmlns:a="http://schemas.openxmlformats.org/drawingml/2006/main">
            <a:r>
              <a:t>Demo Operation: 정적 기본 경로 — 현재 목표/참고할 정보/반복할 방법/완료 근거의 네 책임을 실제 사용한 구성에 대응한다. 전체 구조 정의는 다음 장에서 연결한다.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“이 파일과 도구들이 어떤 관계로 작동하는지 전체 작업 환경으로 묶겠습니다.”</a:t>
            </a:r>
          </a:p>
          <a:p xmlns:a="http://schemas.openxmlformats.org/drawingml/2006/main">
            <a:r>
              <a:t/>
            </a:r>
          </a:p>
          <a:p xmlns:a="http://schemas.openxmlformats.org/drawingml/2006/main">
            <a:r>
              <a:t>Time Management: Demo3분(CAPTURED 정적 구성 요약): 목표/정보1, 절차/근거1, 선택 범위/전환1.</a:t>
            </a:r>
          </a:p>
          <a:p xmlns:a="http://schemas.openxmlformats.org/drawingml/2006/main">
            <a:r>
              <a:t/>
            </a:r>
          </a:p>
          <a:p xmlns:a="http://schemas.openxmlformats.org/drawingml/2006/main">
            <a:r>
              <a:t>Fallback: LOCAL STATIC ARTIFACT — production/ACT_3.pptx / S63, production/preview/act3/S63.png 및 production/preview/full/S63.png.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S64 — 이 구성이 함께 작동하는 것이 Harness다</a:t>
            </a:r>
          </a:p>
          <a:p xmlns:a="http://schemas.openxmlformats.org/drawingml/2006/main">
            <a:r>
              <a:t/>
            </a:r>
          </a:p>
          <a:p xmlns:a="http://schemas.openxmlformats.org/drawingml/2006/main">
            <a:r>
              <a:t>Slide ID: S64</a:t>
            </a:r>
          </a:p>
          <a:p xmlns:a="http://schemas.openxmlformats.org/drawingml/2006/main">
            <a:r>
              <a:t/>
            </a:r>
          </a:p>
          <a:p xmlns:a="http://schemas.openxmlformats.org/drawingml/2006/main">
            <a:r>
              <a:t>Working Title: 이 구성이 함께 작동하는 것이 Harness다</a:t>
            </a:r>
          </a:p>
          <a:p xmlns:a="http://schemas.openxmlformats.org/drawingml/2006/main">
            <a:r>
              <a:t/>
            </a:r>
          </a:p>
          <a:p xmlns:a="http://schemas.openxmlformats.org/drawingml/2006/main">
            <a:r>
              <a:t>ACT / Section: ACT 3 / 3G</a:t>
            </a:r>
          </a:p>
          <a:p xmlns:a="http://schemas.openxmlformats.org/drawingml/2006/main">
            <a:r>
              <a:t/>
            </a:r>
          </a:p>
          <a:p xmlns:a="http://schemas.openxmlformats.org/drawingml/2006/main">
            <a:r>
              <a:t>Allocated Time: 6 minutes</a:t>
            </a:r>
          </a:p>
          <a:p xmlns:a="http://schemas.openxmlformats.org/drawingml/2006/main">
            <a:r>
              <a:t/>
            </a:r>
          </a:p>
          <a:p xmlns:a="http://schemas.openxmlformats.org/drawingml/2006/main">
            <a:r>
              <a:t>Mode Split: Lecture 4 minutes + Demo 2 minutes (CAPTURED)</a:t>
            </a:r>
          </a:p>
          <a:p xmlns:a="http://schemas.openxmlformats.org/drawingml/2006/main">
            <a:r>
              <a:t/>
            </a:r>
          </a:p>
          <a:p xmlns:a="http://schemas.openxmlformats.org/drawingml/2006/main">
            <a:r>
              <a:t>Primary Message: 이 과정에서 Harness는 Agent가 신뢰성 있게 일하도록 목표·Context·재사용 절차·실행 도구·검증·검토 조건을 연결한 작업 환경과 방법의 운영 모델이다.</a:t>
            </a:r>
          </a:p>
          <a:p xmlns:a="http://schemas.openxmlformats.org/drawingml/2006/main">
            <a:r>
              <a:t/>
            </a:r>
          </a:p>
          <a:p xmlns:a="http://schemas.openxmlformats.org/drawingml/2006/main">
            <a:r>
              <a:t>Opening Question: “목표, Agent의 수행 방법, 완료 근거는 어떤 환경 안에서 연결될까?”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(0:00–2:00 / Lecture) 전체 관계도는 이 과정의 운영 모델임을 밝히고 개발자가 정하는 목표·범위에서 Agent 수행과 완료 근거·검토로 읽는다.</a:t>
            </a:r>
          </a:p>
          <a:p xmlns:a="http://schemas.openxmlformats.org/drawingml/2006/main">
            <a:r>
              <a:t>2. (2:00–4:00 / Lecture) Context와 재사용 절차, 실행 도구·입력·권한·측정 환경이 관계를 지탱함을 설명한다. 새 공식 taxonomy나 필수 기능 목록이 아니다.</a:t>
            </a:r>
          </a:p>
          <a:p xmlns:a="http://schemas.openxmlformats.org/drawingml/2006/main">
            <a:r>
              <a:t>3. (4:00–6:00 / Demo) 아래 관찰 구성 줄에서 AGENTS.md/docs/Skill/Tests/Benchmark를 회수한다. 큰 모델의 모든 조건을 실제로 감사했다는 뜻이 아님을 구분한다.</a:t>
            </a:r>
          </a:p>
          <a:p xmlns:a="http://schemas.openxmlformats.org/drawingml/2006/main">
            <a:r>
              <a:t/>
            </a:r>
          </a:p>
          <a:p xmlns:a="http://schemas.openxmlformats.org/drawingml/2006/main">
            <a:r>
              <a:t>Evidence / Source: DEC-0023, BEAT-035/036, STATE-04-PERF. OBSERVED_PRODUCT / TEACHING_MODEL.</a:t>
            </a:r>
          </a:p>
          <a:p xmlns:a="http://schemas.openxmlformats.org/drawingml/2006/main">
            <a:r>
              <a:t/>
            </a:r>
          </a:p>
          <a:p xmlns:a="http://schemas.openxmlformats.org/drawingml/2006/main">
            <a:r>
              <a:t>Claim Boundary: 과정의 operational definition이다. 공식 OpenAI 정의나 보편적 industry standard로 제시하지 않는다. DEC-0062는 기존 관찰·측정 조건과 효과 미입증 경계를 유지한다.</a:t>
            </a:r>
          </a:p>
          <a:p xmlns:a="http://schemas.openxmlformats.org/drawingml/2006/main">
            <a:r>
              <a:t/>
            </a:r>
          </a:p>
          <a:p xmlns:a="http://schemas.openxmlformats.org/drawingml/2006/main">
            <a:r>
              <a:t>Beginner Explanation: Agent가 알 정보뿐 아니라 일하는 절차와 결과를 확인하는 환경도 함께 설계한다.</a:t>
            </a:r>
          </a:p>
          <a:p xmlns:a="http://schemas.openxmlformats.org/drawingml/2006/main">
            <a:r>
              <a:t/>
            </a:r>
          </a:p>
          <a:p xmlns:a="http://schemas.openxmlformats.org/drawingml/2006/main">
            <a:r>
              <a:t>Advanced Insight: Harness는 특정 파일이나 기능 목록이 아니라 Project별 신뢰성 문제를 해결하는 system model이다.</a:t>
            </a:r>
          </a:p>
          <a:p xmlns:a="http://schemas.openxmlformats.org/drawingml/2006/main">
            <a:r>
              <a:t/>
            </a:r>
          </a:p>
          <a:p xmlns:a="http://schemas.openxmlformats.org/drawingml/2006/main">
            <a:r>
              <a:t>C++ Vision Bridge: Slide 66에서 C++ Project 환경에 같은 Engineering Pattern을 연결한다.</a:t>
            </a:r>
          </a:p>
          <a:p xmlns:a="http://schemas.openxmlformats.org/drawingml/2006/main">
            <a:r>
              <a:t/>
            </a:r>
          </a:p>
          <a:p xmlns:a="http://schemas.openxmlformats.org/drawingml/2006/main">
            <a:r>
              <a:t>Demo Operation: 정적 기본 경로 — 작업 환경 프레임 안 목표/허용 범위→Agent 수행→완료 근거/검토와 Context·절차·도구·입력·권한·측정 조건을 연결한다. 관찰 구성은 별도 아래 행에 둔다.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“그 실행 조건이 Repository 파일만으로 모두 정해질까요?”</a:t>
            </a:r>
          </a:p>
          <a:p xmlns:a="http://schemas.openxmlformats.org/drawingml/2006/main">
            <a:r>
              <a:t/>
            </a:r>
          </a:p>
          <a:p xmlns:a="http://schemas.openxmlformats.org/drawingml/2006/main">
            <a:r>
              <a:t>Time Management: Lecture4분 → Demo2분(CAPTURED 실제 구성 회수). 완성 구조는 이 후반 장에서만 묶는다.</a:t>
            </a:r>
          </a:p>
          <a:p xmlns:a="http://schemas.openxmlformats.org/drawingml/2006/main">
            <a:r>
              <a:t/>
            </a:r>
          </a:p>
          <a:p xmlns:a="http://schemas.openxmlformats.org/drawingml/2006/main">
            <a:r>
              <a:t>Fallback: LOCAL STATIC ARTIFACT — production/ACT_3.pptx / S64, production/preview/act3/S64.png 및 production/preview/full/S64.png.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S65 — 같은 Repository라도 실행 조건은 다를 수 있다</a:t>
            </a:r>
          </a:p>
          <a:p xmlns:a="http://schemas.openxmlformats.org/drawingml/2006/main">
            <a:r>
              <a:t/>
            </a:r>
          </a:p>
          <a:p xmlns:a="http://schemas.openxmlformats.org/drawingml/2006/main">
            <a:r>
              <a:t>Slide ID: S65</a:t>
            </a:r>
          </a:p>
          <a:p xmlns:a="http://schemas.openxmlformats.org/drawingml/2006/main">
            <a:r>
              <a:t/>
            </a:r>
          </a:p>
          <a:p xmlns:a="http://schemas.openxmlformats.org/drawingml/2006/main">
            <a:r>
              <a:t>Working Title: 같은 Repository라도 실행 조건은 다를 수 있다</a:t>
            </a:r>
          </a:p>
          <a:p xmlns:a="http://schemas.openxmlformats.org/drawingml/2006/main">
            <a:r>
              <a:t/>
            </a:r>
          </a:p>
          <a:p xmlns:a="http://schemas.openxmlformats.org/drawingml/2006/main">
            <a:r>
              <a:t>ACT / Section: ACT 3 / 3G</a:t>
            </a:r>
          </a:p>
          <a:p xmlns:a="http://schemas.openxmlformats.org/drawingml/2006/main">
            <a:r>
              <a:t/>
            </a:r>
          </a:p>
          <a:p xmlns:a="http://schemas.openxmlformats.org/drawingml/2006/main">
            <a:r>
              <a:t>Allocated Time: 3 minutes</a:t>
            </a:r>
          </a:p>
          <a:p xmlns:a="http://schemas.openxmlformats.org/drawingml/2006/main">
            <a:r>
              <a:t/>
            </a:r>
          </a:p>
          <a:p xmlns:a="http://schemas.openxmlformats.org/drawingml/2006/main">
            <a:r>
              <a:t>Mode Split: Lecture 3 minutes</a:t>
            </a:r>
          </a:p>
          <a:p xmlns:a="http://schemas.openxmlformats.org/drawingml/2006/main">
            <a:r>
              <a:t/>
            </a:r>
          </a:p>
          <a:p xmlns:a="http://schemas.openxmlformats.org/drawingml/2006/main">
            <a:r>
              <a:t>Primary Message: 과거 Trial에서 전역 지침·Skills와 시작 경고의 흔적이 있었다. 적용 지침, 모델/설정, 권한, OS/runtime도 결과 해석 시 기록할 조건이지만 모든 항목의 인과효과나 완전한 환경 감사를 입증한 것은 아니다.</a:t>
            </a:r>
          </a:p>
          <a:p xmlns:a="http://schemas.openxmlformats.org/drawingml/2006/main">
            <a:r>
              <a:t/>
            </a:r>
          </a:p>
          <a:p xmlns:a="http://schemas.openxmlformats.org/drawingml/2006/main">
            <a:r>
              <a:t>Opening Question: “결과를 해석하려면 Repository 밖에서 무엇이 들어왔는지도 알아야 하지 않을까?”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같은 Repository라도 외부 지침과 실행 조건이 다를 수 있다는 질문을 던진다.</a:t>
            </a:r>
          </a:p>
          <a:p xmlns:a="http://schemas.openxmlformats.org/drawingml/2006/main">
            <a:r>
              <a:t>2. (1:00–2:00) TRIAL-006/007/008의 전역 지침·Skills 포함과 Hook/MCP 시작 경고라는 제한된 관찰을 예고한다. 경고 자체는 도구 실행/기여의 증거가 아니다.</a:t>
            </a:r>
          </a:p>
          <a:p xmlns:a="http://schemas.openxmlformats.org/drawingml/2006/main">
            <a:r>
              <a:t>3. (2:00–3:00) 적용 지침·모델/설정·권한·OS/runtime을 기록할 조건으로 제시하고 완전한 inventory나 각 인과효과를 주장하지 않는다. ACT4의 Meta 기록 설명을 앞당겨 재강의하지 않는다.</a:t>
            </a:r>
          </a:p>
          <a:p xmlns:a="http://schemas.openxmlformats.org/drawingml/2006/main">
            <a:r>
              <a:t/>
            </a:r>
          </a:p>
          <a:p xmlns:a="http://schemas.openxmlformats.org/drawingml/2006/main">
            <a:r>
              <a:t>Evidence / Source: TRIAL-006/007/008, DEC-0016/0021, BEAT-033/036. OBSERVED_META / TEACHING_MODEL.</a:t>
            </a:r>
          </a:p>
          <a:p xmlns:a="http://schemas.openxmlformats.org/drawingml/2006/main">
            <a:r>
              <a:t/>
            </a:r>
          </a:p>
          <a:p xmlns:a="http://schemas.openxmlformats.org/drawingml/2006/main">
            <a:r>
              <a:t>Claim Boundary: 전체 영향의 완전한 inventory가 아니다. Hook 실행이나 MCP task result가 관찰됐다고 말하지 않는다. TRIAL-007의 보고와 stderr 차이를 이 장에서 재해석하지 않는다. DEC-0062는 기존 관찰·측정 조건과 효과 미입증 경계를 유지한다.</a:t>
            </a:r>
          </a:p>
          <a:p xmlns:a="http://schemas.openxmlformats.org/drawingml/2006/main">
            <a:r>
              <a:t/>
            </a:r>
          </a:p>
          <a:p xmlns:a="http://schemas.openxmlformats.org/drawingml/2006/main">
            <a:r>
              <a:t>Beginner Explanation: 같은 repository여도 실행 설정이나 주변 지침은 다를 수 있다.</a:t>
            </a:r>
          </a:p>
          <a:p xmlns:a="http://schemas.openxmlformats.org/drawingml/2006/main">
            <a:r>
              <a:t/>
            </a:r>
          </a:p>
          <a:p xmlns:a="http://schemas.openxmlformats.org/drawingml/2006/main">
            <a:r>
              <a:t>Advanced Insight: Ambient Harness 요인을 기록하고 Trial의 attribution 범위를 제한하되 미확인 인과를 만들지 않는다.</a:t>
            </a:r>
          </a:p>
          <a:p xmlns:a="http://schemas.openxmlformats.org/drawingml/2006/main">
            <a:r>
              <a:t/>
            </a:r>
          </a:p>
          <a:p xmlns:a="http://schemas.openxmlformats.org/drawingml/2006/main">
            <a:r>
              <a:t>C++ Vision Bridge: 같은 C++ repository도 Toolchain, 권한, runtime 조건이 다를 수 있다는 정도로만 잇는다.</a:t>
            </a:r>
          </a:p>
          <a:p xmlns:a="http://schemas.openxmlformats.org/drawingml/2006/main">
            <a:r>
              <a:t/>
            </a:r>
          </a:p>
          <a:p xmlns:a="http://schemas.openxmlformats.org/drawingml/2006/main">
            <a:r>
              <a:t>Demo Operation: 정적 기본 경로 — Repository 내부 구성 + 바깥에서 관찰된 지침/경고를 구분하고 기록할 조건과 미입증 인과효과를 분리한다. Meta 이중선 프레임을 유지한다.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“이 작업 방법과 확인 기준을 우리 C++ 검사 업무로 옮겨 보겠습니다.”</a:t>
            </a:r>
          </a:p>
          <a:p xmlns:a="http://schemas.openxmlformats.org/drawingml/2006/main">
            <a:r>
              <a:t/>
            </a:r>
          </a:p>
          <a:p xmlns:a="http://schemas.openxmlformats.org/drawingml/2006/main">
            <a:r>
              <a:t>Time Management: Lecture3분: 질문1, 관찰과 한계1, 기록할 조건/전환1.</a:t>
            </a:r>
          </a:p>
          <a:p xmlns:a="http://schemas.openxmlformats.org/drawingml/2006/main">
            <a:r>
              <a:t/>
            </a:r>
          </a:p>
          <a:p xmlns:a="http://schemas.openxmlformats.org/drawingml/2006/main">
            <a:r>
              <a:t>Fallback: LOCAL STATIC ARTIFACT — production/ACT_3.pptx / S65, production/preview/act3/S65.png 및 production/preview/full/S65.png.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S66 — 우리 C++ 검사 작업에 옮겨 보면</a:t>
            </a:r>
          </a:p>
          <a:p xmlns:a="http://schemas.openxmlformats.org/drawingml/2006/main">
            <a:r>
              <a:t/>
            </a:r>
          </a:p>
          <a:p xmlns:a="http://schemas.openxmlformats.org/drawingml/2006/main">
            <a:r>
              <a:t>Slide ID: S66</a:t>
            </a:r>
          </a:p>
          <a:p xmlns:a="http://schemas.openxmlformats.org/drawingml/2006/main">
            <a:r>
              <a:t/>
            </a:r>
          </a:p>
          <a:p xmlns:a="http://schemas.openxmlformats.org/drawingml/2006/main">
            <a:r>
              <a:t>Working Title: 우리 C++ 검사 작업에 옮겨 보면</a:t>
            </a:r>
          </a:p>
          <a:p xmlns:a="http://schemas.openxmlformats.org/drawingml/2006/main">
            <a:r>
              <a:t/>
            </a:r>
          </a:p>
          <a:p xmlns:a="http://schemas.openxmlformats.org/drawingml/2006/main">
            <a:r>
              <a:t>ACT / Section: ACT 3 / 3H</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Lecture 5 minutes</a:t>
            </a:r>
          </a:p>
          <a:p xmlns:a="http://schemas.openxmlformats.org/drawingml/2006/main">
            <a:r>
              <a:t/>
            </a:r>
          </a:p>
          <a:p xmlns:a="http://schemas.openxmlformats.org/drawingml/2006/main">
            <a:r>
              <a:t>Primary Message: Python 코드를 복사하지 않고 지킬 명세, 반복할 수행 방법, 완료를 판단할 근거를 C++ Vision 검사 업무에 대응한다. 실제 C++ 구현·회사 장비·측정 성과는 아니다.</a:t>
            </a:r>
          </a:p>
          <a:p xmlns:a="http://schemas.openxmlformats.org/drawingml/2006/main">
            <a:r>
              <a:t/>
            </a:r>
          </a:p>
          <a:p xmlns:a="http://schemas.openxmlformats.org/drawingml/2006/main">
            <a:r>
              <a:t>Opening Question: “밝기 통계에서 사용한 판단을 우리 검사 파이프라인에는 어떻게 적용할까?”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기존 삽화는 AI 생성 교육용 C++ Vision 전이 예이며 실제 장비 사진·측정 결과가 아님을 밝힌다. S10의 검사 업무 맥락과 연결한다.</a:t>
            </a:r>
          </a:p>
          <a:p xmlns:a="http://schemas.openxmlformats.org/drawingml/2006/main">
            <a:r>
              <a:t>2. (1:00–2:30) 지킬 명세에서 ROI/픽셀값, 빌드·하드웨어 조건을 확인한다.</a:t>
            </a:r>
          </a:p>
          <a:p xmlns:a="http://schemas.openxmlformats.org/drawingml/2006/main">
            <a:r>
              <a:t>3. (2:30–4:00) 재사용할 기준선/경로 조사/변경/동일 비교와 완료를 판단할 동작·회귀·통합/성능 근거를 대응한다.</a:t>
            </a:r>
          </a:p>
          <a:p xmlns:a="http://schemas.openxmlformats.org/drawingml/2006/main">
            <a:r>
              <a:t>4. (4:00–5:00) 도구 이름을 복사하지 않고 현재 프로젝트에 맞게 확인하는 패턴을 회수한다.</a:t>
            </a:r>
          </a:p>
          <a:p xmlns:a="http://schemas.openxmlformats.org/drawingml/2006/main">
            <a:r>
              <a:t/>
            </a:r>
          </a:p>
          <a:p xmlns:a="http://schemas.openxmlformats.org/drawingml/2006/main">
            <a:r>
              <a:t>Evidence / Source: BEAT-036, CLM-0016/0017/0030, OQ-011. TEACHING_MODEL. 삽화 출처: prototype/image-illustration-pilot/assets/S53.png, built-in image_gen, 2026-10-18. 생성 프롬프트: prototype/image-illustration-pilot/PROMPTS.md. 실제 화면·현장 사진·관찰 자료가 아니다.</a:t>
            </a:r>
          </a:p>
          <a:p xmlns:a="http://schemas.openxmlformats.org/drawingml/2006/main">
            <a:r>
              <a:t/>
            </a:r>
          </a:p>
          <a:p xmlns:a="http://schemas.openxmlformats.org/drawingml/2006/main">
            <a:r>
              <a:t>Claim Boundary: 교육용 전이 예다. C++ Demo를 구현하거나 팀별 실제 도구 규칙을 검증한 것이 아니다. DEC-0062는 기존 관찰·측정 조건과 효과 미입증 경계를 유지한다.</a:t>
            </a:r>
          </a:p>
          <a:p xmlns:a="http://schemas.openxmlformats.org/drawingml/2006/main">
            <a:r>
              <a:t/>
            </a:r>
          </a:p>
          <a:p xmlns:a="http://schemas.openxmlformats.org/drawingml/2006/main">
            <a:r>
              <a:t>Beginner Explanation: 언어가 달라도 먼저 프로젝트 규칙과 확인 방법을 찾는다.</a:t>
            </a:r>
          </a:p>
          <a:p xmlns:a="http://schemas.openxmlformats.org/drawingml/2006/main">
            <a:r>
              <a:t/>
            </a:r>
          </a:p>
          <a:p xmlns:a="http://schemas.openxmlformats.org/drawingml/2006/main">
            <a:r>
              <a:t>Advanced Insight: Build mode, hardware assumptions, module contracts, and regression criteria belong to the actual project.</a:t>
            </a:r>
          </a:p>
          <a:p xmlns:a="http://schemas.openxmlformats.org/drawingml/2006/main">
            <a:r>
              <a:t/>
            </a:r>
          </a:p>
          <a:p xmlns:a="http://schemas.openxmlformats.org/drawingml/2006/main">
            <a:r>
              <a:t>C++ Vision Bridge: PRIMARY — Python `unittest` → GoogleTest/CTest or integration checks; benchmark script → benchmark/profiler; Project Context → build, algorithm, hardware constraints. Team standards must be checked before choosing tools.</a:t>
            </a:r>
          </a:p>
          <a:p xmlns:a="http://schemas.openxmlformats.org/drawingml/2006/main">
            <a:r>
              <a:t/>
            </a:r>
          </a:p>
          <a:p xmlns:a="http://schemas.openxmlformats.org/drawingml/2006/main">
            <a:r>
              <a:t>Demo Operation: 정적 기본 경로 — 기존 승인된 카메라/영상/처리/결과 삽화를 보존하고 아래 세 기준을 ROI·픽셀·빌드 조건, 기준선/경로 조사, 동작/회귀/성능 검증에 대응한다.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“우리 팀에서 먼저 정리할 반복 한 가지와 유지할 책임을 골라 보겠습니다.”</a:t>
            </a:r>
          </a:p>
          <a:p xmlns:a="http://schemas.openxmlformats.org/drawingml/2006/main">
            <a:r>
              <a:t/>
            </a:r>
          </a:p>
          <a:p xmlns:a="http://schemas.openxmlformats.org/drawingml/2006/main">
            <a:r>
              <a:t>Time Management: Lecture5분: 업무 연결1, 명세1.5, 방법/근거1.5, 전이 범위/전환1.</a:t>
            </a:r>
          </a:p>
          <a:p xmlns:a="http://schemas.openxmlformats.org/drawingml/2006/main">
            <a:r>
              <a:t/>
            </a:r>
          </a:p>
          <a:p xmlns:a="http://schemas.openxmlformats.org/drawingml/2006/main">
            <a:r>
              <a:t>Fallback: LOCAL STATIC ARTIFACT — production/ACT_3.pptx / S66, production/preview/act3/S66.png 및 production/preview/full/S66.png.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S67 — 우리 팀의 반복 한 가지를 고르면</a:t>
            </a:r>
          </a:p>
          <a:p xmlns:a="http://schemas.openxmlformats.org/drawingml/2006/main">
            <a:r>
              <a:t/>
            </a:r>
          </a:p>
          <a:p xmlns:a="http://schemas.openxmlformats.org/drawingml/2006/main">
            <a:r>
              <a:t>Slide ID: S67</a:t>
            </a:r>
          </a:p>
          <a:p xmlns:a="http://schemas.openxmlformats.org/drawingml/2006/main">
            <a:r>
              <a:t/>
            </a:r>
          </a:p>
          <a:p xmlns:a="http://schemas.openxmlformats.org/drawingml/2006/main">
            <a:r>
              <a:t>Working Title: 우리 팀의 반복 한 가지를 고르면</a:t>
            </a:r>
          </a:p>
          <a:p xmlns:a="http://schemas.openxmlformats.org/drawingml/2006/main">
            <a:r>
              <a:t/>
            </a:r>
          </a:p>
          <a:p xmlns:a="http://schemas.openxmlformats.org/drawingml/2006/main">
            <a:r>
              <a:t>ACT / Section: ACT 3 / 3I</a:t>
            </a:r>
          </a:p>
          <a:p xmlns:a="http://schemas.openxmlformats.org/drawingml/2006/main">
            <a:r>
              <a:t/>
            </a:r>
          </a:p>
          <a:p xmlns:a="http://schemas.openxmlformats.org/drawingml/2006/main">
            <a:r>
              <a:t>Allocated Time: 10 minutes</a:t>
            </a:r>
          </a:p>
          <a:p xmlns:a="http://schemas.openxmlformats.org/drawingml/2006/main">
            <a:r>
              <a:t/>
            </a:r>
          </a:p>
          <a:p xmlns:a="http://schemas.openxmlformats.org/drawingml/2006/main">
            <a:r>
              <a:t>Mode Split: Reflection 3 minutes + Q&amp;A 5 minutes + Transition 2 minutes</a:t>
            </a:r>
          </a:p>
          <a:p xmlns:a="http://schemas.openxmlformats.org/drawingml/2006/main">
            <a:r>
              <a:t/>
            </a:r>
          </a:p>
          <a:p xmlns:a="http://schemas.openxmlformats.org/drawingml/2006/main">
            <a:r>
              <a:t>Primary Message: 반복 정보·반복 절차·완료 근거 중 현재 마찰을 하나 고르고 어디에 두며 누가 검토·갱신할지 판단한다. 현재의 성공을 보존한 채 다음 ACT의 프로젝트 변화 질문을 연다.</a:t>
            </a:r>
          </a:p>
          <a:p xmlns:a="http://schemas.openxmlformats.org/drawingml/2006/main">
            <a:r>
              <a:t/>
            </a:r>
          </a:p>
          <a:p xmlns:a="http://schemas.openxmlformats.org/drawingml/2006/main">
            <a:r>
              <a:t>Opening Question: “내 업무에서 먼저 정리할 반복과 유지할 책임은 무엇일까?”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(0:00–3:00 / Reflection) 반복 정보·절차·완료 근거 중 먼저 정리할 한 가지와 검토/갱신 책임을 조용히 떠올리게 한다. 공유·실습은 강제하지 않는다.</a:t>
            </a:r>
          </a:p>
          <a:p xmlns:a="http://schemas.openxmlformats.org/drawingml/2006/main">
            <a:r>
              <a:t>2. (3:00–8:00 / Q&amp;A) 질문을 받되 무질문이면 유지할 위치와 책임을 기준으로 예비 질문을 회수한다. 기능 수를 늘리는 답으로 유도하지 않는다.</a:t>
            </a:r>
          </a:p>
          <a:p xmlns:a="http://schemas.openxmlformats.org/drawingml/2006/main">
            <a:r>
              <a:t>3. (8:00–10:00 / Transition) 실제 STATE-04-PERF 성공을 유지한 채 S68에서 기준 결과만 짧게 회수하고 S69부터 별도 가상 변화가 시작됨을 예고한다. 다음 ACT의 가상 실패를 실제 Demo 이력으로 말하지 않는다.</a:t>
            </a:r>
          </a:p>
          <a:p xmlns:a="http://schemas.openxmlformats.org/drawingml/2006/main">
            <a:r>
              <a:t/>
            </a:r>
          </a:p>
          <a:p xmlns:a="http://schemas.openxmlformats.org/drawingml/2006/main">
            <a:r>
              <a:t>Evidence / Source: STATE-04-PERF, DEC-0018/0021, BEAT-035–038, INV-VERIFY-001. TEACHING_MODEL; bounded observed product success.</a:t>
            </a:r>
          </a:p>
          <a:p xmlns:a="http://schemas.openxmlformats.org/drawingml/2006/main">
            <a:r>
              <a:t/>
            </a:r>
          </a:p>
          <a:p xmlns:a="http://schemas.openxmlformats.org/drawingml/2006/main">
            <a:r>
              <a:t>Claim Boundary: 이 작업을 실패한 Harness로 재해석하지 않는다. Subagent와 Memory는 조건부 선택이다. 다음 ACT의 개념 사례를 실제 Demo Product failure로 미리 말하지 않는다. DEC-0062는 기존 관찰·측정 조건과 효과 미입증 경계를 유지한다.</a:t>
            </a:r>
          </a:p>
          <a:p xmlns:a="http://schemas.openxmlformats.org/drawingml/2006/main">
            <a:r>
              <a:t/>
            </a:r>
          </a:p>
          <a:p xmlns:a="http://schemas.openxmlformats.org/drawingml/2006/main">
            <a:r>
              <a:t>Beginner Explanation: 먼저 반복되는 문제를 찾고, 필요한 구조만 고른다.</a:t>
            </a:r>
          </a:p>
          <a:p xmlns:a="http://schemas.openxmlformats.org/drawingml/2006/main">
            <a:r>
              <a:t/>
            </a:r>
          </a:p>
          <a:p xmlns:a="http://schemas.openxmlformats.org/drawingml/2006/main">
            <a:r>
              <a:t>Advanced Insight: Project 변화가 가정을 무효화할 수 있는지 생각하되, 다음 ACT의 사례 결과를 먼저 공개하지 않는다.</a:t>
            </a:r>
          </a:p>
          <a:p xmlns:a="http://schemas.openxmlformats.org/drawingml/2006/main">
            <a:r>
              <a:t/>
            </a:r>
          </a:p>
          <a:p xmlns:a="http://schemas.openxmlformats.org/drawingml/2006/main">
            <a:r>
              <a:t>C++ Vision Bridge: 앞 Slide의 Project별 C++ 적용 질문을 청중 업무로 가져온다.</a:t>
            </a:r>
          </a:p>
          <a:p xmlns:a="http://schemas.openxmlformats.org/drawingml/2006/main">
            <a:r>
              <a:t/>
            </a:r>
          </a:p>
          <a:p xmlns:a="http://schemas.openxmlformats.org/drawingml/2006/main">
            <a:r>
              <a:t>Demo Operation: 정적 기본 경로 — 세 성찰 관점과 어디에 두고 누가 갱신할지의 질문. 마지막 줄에 프로젝트 변화 뒤 방법을 어떻게 점검할지 제시하며 S68의 결과 회수와 구분한다. 현재 제품이나 Demo repository를 실행하지 않는다. 새 Trial·비교 측정을 만들지 않는다.</a:t>
            </a:r>
          </a:p>
          <a:p xmlns:a="http://schemas.openxmlformats.org/drawingml/2006/main">
            <a:r>
              <a:t/>
            </a:r>
          </a:p>
          <a:p xmlns:a="http://schemas.openxmlformats.org/drawingml/2006/main">
            <a:r>
              <a:t>Audience Interaction: 개인 성찰3분, 선택적 Q&amp;A5분. 무질문이면 “어디에 두고 누가 갱신할까?”를 예비 질문으로 쓴다. 8분에 답변을 마치고 마지막2분을 ACT4 전환으로 보호한다.</a:t>
            </a:r>
          </a:p>
          <a:p xmlns:a="http://schemas.openxmlformats.org/drawingml/2006/main">
            <a:r>
              <a:t/>
            </a:r>
          </a:p>
          <a:p xmlns:a="http://schemas.openxmlformats.org/drawingml/2006/main">
            <a:r>
              <a:t>Transition: “여기까지 실제로 확인한 성공을 기준점으로 남기겠습니다. 다음에는 별도의 가상 프로젝트 변화에서 이 방법을 어떻게 점검할지 보겠습니다.”</a:t>
            </a:r>
          </a:p>
          <a:p xmlns:a="http://schemas.openxmlformats.org/drawingml/2006/main">
            <a:r>
              <a:t/>
            </a:r>
          </a:p>
          <a:p xmlns:a="http://schemas.openxmlformats.org/drawingml/2006/main">
            <a:r>
              <a:t>Time Management: Reflection3분 → Q&amp;A5분 → Transition2분. 8분에 전환을 시작하며 초과 질의는 별도로 안내한다.</a:t>
            </a:r>
          </a:p>
          <a:p xmlns:a="http://schemas.openxmlformats.org/drawingml/2006/main">
            <a:r>
              <a:t/>
            </a:r>
          </a:p>
          <a:p xmlns:a="http://schemas.openxmlformats.org/drawingml/2006/main">
            <a:r>
              <a:t>Fallback: LOCAL STATIC ARTIFACT — production/ACT_3.pptx / S67, production/preview/act3/S67.png 및 production/preview/full/S67.png.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S68 — 여기까지는 잘 동작했다</a:t>
            </a:r>
          </a:p>
          <a:p xmlns:a="http://schemas.openxmlformats.org/drawingml/2006/main">
            <a:r>
              <a:t/>
            </a:r>
          </a:p>
          <a:p xmlns:a="http://schemas.openxmlformats.org/drawingml/2006/main">
            <a:r>
              <a:t>**Slide ID:**</a:t>
            </a:r>
          </a:p>
          <a:p xmlns:a="http://schemas.openxmlformats.org/drawingml/2006/main">
            <a:r>
              <a:t>S68</a:t>
            </a:r>
          </a:p>
          <a:p xmlns:a="http://schemas.openxmlformats.org/drawingml/2006/main">
            <a:r>
              <a:t/>
            </a:r>
          </a:p>
          <a:p xmlns:a="http://schemas.openxmlformats.org/drawingml/2006/main">
            <a:r>
              <a:t>**Working Title:**</a:t>
            </a:r>
          </a:p>
          <a:p xmlns:a="http://schemas.openxmlformats.org/drawingml/2006/main">
            <a:r>
              <a:t>여기까지는 잘 동작했다</a:t>
            </a:r>
          </a:p>
          <a:p xmlns:a="http://schemas.openxmlformats.org/drawingml/2006/main">
            <a:r>
              <a:t/>
            </a:r>
          </a:p>
          <a:p xmlns:a="http://schemas.openxmlformats.org/drawingml/2006/main">
            <a:r>
              <a:t>**ACT / Section:**</a:t>
            </a:r>
          </a:p>
          <a:p xmlns:a="http://schemas.openxmlformats.org/drawingml/2006/main">
            <a:r>
              <a:t>ACT 4 / 4A  WORKING HARNESS CALLBACK</a:t>
            </a:r>
          </a:p>
          <a:p xmlns:a="http://schemas.openxmlformats.org/drawingml/2006/main">
            <a:r>
              <a:t/>
            </a:r>
          </a:p>
          <a:p xmlns:a="http://schemas.openxmlformats.org/drawingml/2006/main">
            <a:r>
              <a:t>**Allocated Time:**</a:t>
            </a:r>
          </a:p>
          <a:p xmlns:a="http://schemas.openxmlformats.org/drawingml/2006/main">
            <a:r>
              <a:t>4 minutes</a:t>
            </a:r>
          </a:p>
          <a:p xmlns:a="http://schemas.openxmlformats.org/drawingml/2006/main">
            <a:r>
              <a:t/>
            </a:r>
          </a:p>
          <a:p xmlns:a="http://schemas.openxmlformats.org/drawingml/2006/main">
            <a:r>
              <a:t>**Mode Split:**</a:t>
            </a:r>
          </a:p>
          <a:p xmlns:a="http://schemas.openxmlformats.org/drawingml/2006/main">
            <a:r>
              <a:t>Lecture 3분 + Reflection 1분</a:t>
            </a:r>
          </a:p>
          <a:p xmlns:a="http://schemas.openxmlformats.org/drawingml/2006/main">
            <a:r>
              <a:t/>
            </a:r>
          </a:p>
          <a:p xmlns:a="http://schemas.openxmlformats.org/drawingml/2006/main">
            <a:r>
              <a:t>**Primary Message:**</a:t>
            </a:r>
          </a:p>
          <a:p xmlns:a="http://schemas.openxmlformats.org/drawingml/2006/main">
            <a:r>
              <a:t>STATE-04-PERF는 bounded task에서 검증된 성공이다. 뒤에 나올 stale 사례는 별도의 개념 사례다.</a:t>
            </a:r>
          </a:p>
          <a:p xmlns:a="http://schemas.openxmlformats.org/drawingml/2006/main">
            <a:r>
              <a:t/>
            </a:r>
          </a:p>
          <a:p xmlns:a="http://schemas.openxmlformats.org/drawingml/2006/main">
            <a:r>
              <a:t>**Opening Question:**</a:t>
            </a:r>
          </a:p>
          <a:p xmlns:a="http://schemas.openxmlformats.org/drawingml/2006/main">
            <a:r>
              <a:t>“잘 동작하는 System도 계속 맞는 상태로 남아 있을까?”</a:t>
            </a:r>
          </a:p>
          <a:p xmlns:a="http://schemas.openxmlformats.org/drawingml/2006/main">
            <a:r>
              <a:t/>
            </a:r>
          </a:p>
          <a:p xmlns:a="http://schemas.openxmlformats.org/drawingml/2006/main">
            <a:r>
              <a:t>**Speaker Flow:**</a:t>
            </a:r>
          </a:p>
          <a:p xmlns:a="http://schemas.openxmlformats.org/drawingml/2006/main">
            <a:r>
              <a:t>1. (0:00–1:30 / Lecture) ACT 3의 STATE-04-PERF가 기록된 범위에서 성공한 endpoint임을 회수한다.</a:t>
            </a:r>
          </a:p>
          <a:p xmlns:a="http://schemas.openxmlformats.org/drawingml/2006/main">
            <a:r>
              <a:t>2. (1:30–3:00 / Lecture) 화면의 동작 계약, 전체 테스트 11/11, Benchmark guard 세 근거를 차례로 가리킨다. 새 실행이나 인과 비교는 하지 않는다.</a:t>
            </a:r>
          </a:p>
          <a:p xmlns:a="http://schemas.openxmlformats.org/drawingml/2006/main">
            <a:r>
              <a:t>3. (3:00–4:00 / Reflection) “프로젝트가 바뀐 뒤에도 맞을까?”를 개인적으로 생각하게 하고 다음 가상 사례로 넘어간다.</a:t>
            </a:r>
          </a:p>
          <a:p xmlns:a="http://schemas.openxmlformats.org/drawingml/2006/main">
            <a:r>
              <a:t/>
            </a:r>
          </a:p>
          <a:p xmlns:a="http://schemas.openxmlformats.org/drawingml/2006/main">
            <a:r>
              <a:t>**Evidence / Source:**</a:t>
            </a:r>
          </a:p>
          <a:p xmlns:a="http://schemas.openxmlformats.org/drawingml/2006/main">
            <a:r>
              <a:t>STATE-00 → STATE-04-PERF  ·  bounded image_statistics evidence</a:t>
            </a:r>
          </a:p>
          <a:p xmlns:a="http://schemas.openxmlformats.org/drawingml/2006/main">
            <a:r>
              <a:t/>
            </a:r>
          </a:p>
          <a:p xmlns:a="http://schemas.openxmlformats.org/drawingml/2006/main">
            <a:r>
              <a:t>**Claim Boundary:**</a:t>
            </a:r>
          </a:p>
          <a:p xmlns:a="http://schemas.openxmlformats.org/drawingml/2006/main">
            <a:r>
              <a:t>STATE-04-PERF의 기록된 task, 코드 경로, 입력, runtime, host 및 검증 조건에 한정한다. 이 결과는 실제 stale Harness나 Product failure를 뜻하지 않는다.</a:t>
            </a:r>
          </a:p>
          <a:p xmlns:a="http://schemas.openxmlformats.org/drawingml/2006/main">
            <a:r>
              <a:t/>
            </a:r>
          </a:p>
          <a:p xmlns:a="http://schemas.openxmlformats.org/drawingml/2006/main">
            <a:r>
              <a:t>**Beginner Explanation:**</a:t>
            </a:r>
          </a:p>
          <a:p xmlns:a="http://schemas.openxmlformats.org/drawingml/2006/main">
            <a:r>
              <a:t>먼저 잘 동작했던 현재 시스템을 기준점으로 둔다.</a:t>
            </a:r>
          </a:p>
          <a:p xmlns:a="http://schemas.openxmlformats.org/drawingml/2006/main">
            <a:r>
              <a:t/>
            </a:r>
          </a:p>
          <a:p xmlns:a="http://schemas.openxmlformats.org/drawingml/2006/main">
            <a:r>
              <a:t>**Advanced Insight:**</a:t>
            </a:r>
          </a:p>
          <a:p xmlns:a="http://schemas.openxmlformats.org/drawingml/2006/main">
            <a:r>
              <a:t>성공한 Product State와 뒤의 Conceptual Case를 별도 Evidence frame으로 읽는다.</a:t>
            </a:r>
          </a:p>
          <a:p xmlns:a="http://schemas.openxmlformats.org/drawingml/2006/main">
            <a:r>
              <a:t/>
            </a:r>
          </a:p>
          <a:p xmlns:a="http://schemas.openxmlformats.org/drawingml/2006/main">
            <a:r>
              <a:t>**C++ Vision Bridge:**</a:t>
            </a:r>
          </a:p>
          <a:p xmlns:a="http://schemas.openxmlformats.org/drawingml/2006/main">
            <a:r>
              <a:t>없음.</a:t>
            </a:r>
          </a:p>
          <a:p xmlns:a="http://schemas.openxmlformats.org/drawingml/2006/main">
            <a:r>
              <a:t/>
            </a:r>
          </a:p>
          <a:p xmlns:a="http://schemas.openxmlformats.org/drawingml/2006/main">
            <a:r>
              <a:t>**Demo Operation:**</a:t>
            </a:r>
          </a:p>
          <a:p xmlns:a="http://schemas.openxmlformats.org/drawingml/2006/main">
            <a:r>
              <a:t>추가 실행 없음. 기존 ACT 3에서 승인된 STATE-04-PERF 결과를 짧게 회수한다. 수치는 현재 범위와 함께 보이고 일반 성과로 확대하지 않는다.</a:t>
            </a:r>
          </a:p>
          <a:p xmlns:a="http://schemas.openxmlformats.org/drawingml/2006/main">
            <a:r>
              <a:t/>
            </a:r>
          </a:p>
          <a:p xmlns:a="http://schemas.openxmlformats.org/drawingml/2006/main">
            <a:r>
              <a:t>**Audience Interaction:**</a:t>
            </a:r>
          </a:p>
          <a:p xmlns:a="http://schemas.openxmlformats.org/drawingml/2006/main">
            <a:r>
              <a:t>1분 Reflection: “성공한 현재 상태도 Project 변화 뒤 다시 확인해야 할까?” 개인 생각만 하고 응답을 요구하지 않는다.</a:t>
            </a:r>
          </a:p>
          <a:p xmlns:a="http://schemas.openxmlformats.org/drawingml/2006/main">
            <a:r>
              <a:t/>
            </a:r>
          </a:p>
          <a:p xmlns:a="http://schemas.openxmlformats.org/drawingml/2006/main">
            <a:r>
              <a:t>**Transition:**</a:t>
            </a:r>
          </a:p>
          <a:p xmlns:a="http://schemas.openxmlformats.org/drawingml/2006/main">
            <a:r>
              <a:t>“이 실제 성공은 기준점으로 남기고, 별개의 가상 사례에서 Project와 Workflow가 어떻게 어긋날 수 있는지 보겠습니다.” S69으로 이동한다.</a:t>
            </a:r>
          </a:p>
          <a:p xmlns:a="http://schemas.openxmlformats.org/drawingml/2006/main">
            <a:r>
              <a:t/>
            </a:r>
          </a:p>
          <a:p xmlns:a="http://schemas.openxmlformats.org/drawingml/2006/main">
            <a:r>
              <a:t>**Time Management:**</a:t>
            </a:r>
          </a:p>
          <a:p xmlns:a="http://schemas.openxmlformats.org/drawingml/2006/main">
            <a:r>
              <a:t>Lecture 3분 + Reflection 1분. 기존 ACT 3 설명을 다시 길게 열지 않는다.</a:t>
            </a:r>
          </a:p>
          <a:p xmlns:a="http://schemas.openxmlformats.org/drawingml/2006/main">
            <a:r>
              <a:t/>
            </a:r>
          </a:p>
          <a:p xmlns:a="http://schemas.openxmlformats.org/drawingml/2006/main">
            <a:r>
              <a:t>**Fallback:**</a:t>
            </a:r>
          </a:p>
          <a:p xmlns:a="http://schemas.openxmlformats.org/drawingml/2006/main">
            <a:r>
              <a:t>LOCAL STATIC ARTIFACT — production/ACT_4.pptx의 S68와 production/preview/act4/S68.png를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원문·Claim 경계, 화면의 설명 순서와 운영 지침을 대조했다. 최종 PPT/Notes/PNG 대조 결과는 production/evaluation/FULL_DECK_PRESENTATION_REVISION.md에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S69 — 개념 사례: Project와 Workflow는 현재 맞다</a:t>
            </a:r>
          </a:p>
          <a:p xmlns:a="http://schemas.openxmlformats.org/drawingml/2006/main">
            <a:r>
              <a:t/>
            </a:r>
          </a:p>
          <a:p xmlns:a="http://schemas.openxmlformats.org/drawingml/2006/main">
            <a:r>
              <a:t>**Slide ID:**</a:t>
            </a:r>
          </a:p>
          <a:p xmlns:a="http://schemas.openxmlformats.org/drawingml/2006/main">
            <a:r>
              <a:t>S69</a:t>
            </a:r>
          </a:p>
          <a:p xmlns:a="http://schemas.openxmlformats.org/drawingml/2006/main">
            <a:r>
              <a:t/>
            </a:r>
          </a:p>
          <a:p xmlns:a="http://schemas.openxmlformats.org/drawingml/2006/main">
            <a:r>
              <a:t>**Working Title:**</a:t>
            </a:r>
          </a:p>
          <a:p xmlns:a="http://schemas.openxmlformats.org/drawingml/2006/main">
            <a:r>
              <a:t>개념 사례: Project와 Workflow는 현재 맞다</a:t>
            </a:r>
          </a:p>
          <a:p xmlns:a="http://schemas.openxmlformats.org/drawingml/2006/main">
            <a:r>
              <a:t/>
            </a:r>
          </a:p>
          <a:p xmlns:a="http://schemas.openxmlformats.org/drawingml/2006/main">
            <a:r>
              <a:t>**ACT / Section:**</a:t>
            </a:r>
          </a:p>
          <a:p xmlns:a="http://schemas.openxmlformats.org/drawingml/2006/main">
            <a:r>
              <a:t>ACT 4 / 4B  CONCEPTUAL STALE HARNESS / DEMO-04A</a:t>
            </a:r>
          </a:p>
          <a:p xmlns:a="http://schemas.openxmlformats.org/drawingml/2006/main">
            <a:r>
              <a:t/>
            </a:r>
          </a:p>
          <a:p xmlns:a="http://schemas.openxmlformats.org/drawingml/2006/main">
            <a:r>
              <a:t>**Allocated Time:**</a:t>
            </a:r>
          </a:p>
          <a:p xmlns:a="http://schemas.openxmlformats.org/drawingml/2006/main">
            <a:r>
              <a:t>2 minutes</a:t>
            </a:r>
          </a:p>
          <a:p xmlns:a="http://schemas.openxmlformats.org/drawingml/2006/main">
            <a:r>
              <a:t/>
            </a:r>
          </a:p>
          <a:p xmlns:a="http://schemas.openxmlformats.org/drawingml/2006/main">
            <a:r>
              <a:t>**Mode Split:**</a:t>
            </a:r>
          </a:p>
          <a:p xmlns:a="http://schemas.openxmlformats.org/drawingml/2006/main">
            <a:r>
              <a:t>Demo 2분 (VISUAL)</a:t>
            </a:r>
          </a:p>
          <a:p xmlns:a="http://schemas.openxmlformats.org/drawingml/2006/main">
            <a:r>
              <a:t/>
            </a:r>
          </a:p>
          <a:p xmlns:a="http://schemas.openxmlformats.org/drawingml/2006/main">
            <a:r>
              <a:t>**Primary Message:**</a:t>
            </a:r>
          </a:p>
          <a:p xmlns:a="http://schemas.openxmlformats.org/drawingml/2006/main">
            <a:r>
              <a:t>가상 사례의 시작에서는 프로젝트의 검증 기준과 재사용 Workflow의 지시가 모두 단위 테스트를 대상으로 한다.</a:t>
            </a:r>
          </a:p>
          <a:p xmlns:a="http://schemas.openxmlformats.org/drawingml/2006/main">
            <a:r>
              <a:t/>
            </a:r>
          </a:p>
          <a:p xmlns:a="http://schemas.openxmlformats.org/drawingml/2006/main">
            <a:r>
              <a:t>**Opening Question:**</a:t>
            </a:r>
          </a:p>
          <a:p xmlns:a="http://schemas.openxmlformats.org/drawingml/2006/main">
            <a:r>
              <a:t>“지금 맞는 Project Workflow는 계속 맞을까?”</a:t>
            </a:r>
          </a:p>
          <a:p xmlns:a="http://schemas.openxmlformats.org/drawingml/2006/main">
            <a:r>
              <a:t/>
            </a:r>
          </a:p>
          <a:p xmlns:a="http://schemas.openxmlformats.org/drawingml/2006/main">
            <a:r>
              <a:t>**Speaker Flow:**</a:t>
            </a:r>
          </a:p>
          <a:p xmlns:a="http://schemas.openxmlformats.org/drawingml/2006/main">
            <a:r>
              <a:t>1. (0:00–0:30 / VISUAL Demo) S68의 실제 성공을 기준점으로 남기고, 여기서부터 실제 graypipe 이력과 별개인 가상 사례를 시작한다고 말한다.</a:t>
            </a:r>
          </a:p>
          <a:p xmlns:a="http://schemas.openxmlformats.org/drawingml/2006/main">
            <a:r>
              <a:t>2. (0:30–1:30 / VISUAL Demo) 왼쪽 프로젝트 기준과 오른쪽 재사용 지침이 모두 단위 테스트를 가리키는 모습을 비교한다.</a:t>
            </a:r>
          </a:p>
          <a:p xmlns:a="http://schemas.openxmlformats.org/drawingml/2006/main">
            <a:r>
              <a:t>3. (1:30–2:00 / VISUAL Demo) 당시 기준에는 일치하는 절차였다는 출발점을 남긴다. 다음 장의 변경을 미리 설명하지 않는다.</a:t>
            </a:r>
          </a:p>
          <a:p xmlns:a="http://schemas.openxmlformats.org/drawingml/2006/main">
            <a:r>
              <a:t/>
            </a:r>
          </a:p>
          <a:p xmlns:a="http://schemas.openxmlformats.org/drawingml/2006/main">
            <a:r>
              <a:t>**Evidence / Source:**</a:t>
            </a:r>
          </a:p>
          <a:p xmlns:a="http://schemas.openxmlformats.org/drawingml/2006/main">
            <a:r>
              <a:t>DEMO-04A  ·  constructed starting condition  ·  no Trial</a:t>
            </a:r>
          </a:p>
          <a:p xmlns:a="http://schemas.openxmlformats.org/drawingml/2006/main">
            <a:r>
              <a:t/>
            </a:r>
          </a:p>
          <a:p xmlns:a="http://schemas.openxmlformats.org/drawingml/2006/main">
            <a:r>
              <a:t>**Claim Boundary:**</a:t>
            </a:r>
          </a:p>
          <a:p xmlns:a="http://schemas.openxmlformats.org/drawingml/2006/main">
            <a:r>
              <a:t>CONCEPTUAL CASE. `ai-dev-training-demo`의 기록, Trial 또는 Product State가 아니다.</a:t>
            </a:r>
          </a:p>
          <a:p xmlns:a="http://schemas.openxmlformats.org/drawingml/2006/main">
            <a:r>
              <a:t/>
            </a:r>
          </a:p>
          <a:p xmlns:a="http://schemas.openxmlformats.org/drawingml/2006/main">
            <a:r>
              <a:t>**Beginner Explanation:**</a:t>
            </a:r>
          </a:p>
          <a:p xmlns:a="http://schemas.openxmlformats.org/drawingml/2006/main">
            <a:r>
              <a:t>처음에는 현재 지침과 재사용 절차가 서로 맞아 있다.</a:t>
            </a:r>
          </a:p>
          <a:p xmlns:a="http://schemas.openxmlformats.org/drawingml/2006/main">
            <a:r>
              <a:t/>
            </a:r>
          </a:p>
          <a:p xmlns:a="http://schemas.openxmlformats.org/drawingml/2006/main">
            <a:r>
              <a:t>**Advanced Insight:**</a:t>
            </a:r>
          </a:p>
          <a:p xmlns:a="http://schemas.openxmlformats.org/drawingml/2006/main">
            <a:r>
              <a:t>당시에 올바른 절차도 Project 변화 이후 stale해질 수 있다.</a:t>
            </a:r>
          </a:p>
          <a:p xmlns:a="http://schemas.openxmlformats.org/drawingml/2006/main">
            <a:r>
              <a:t/>
            </a:r>
          </a:p>
          <a:p xmlns:a="http://schemas.openxmlformats.org/drawingml/2006/main">
            <a:r>
              <a:t>**C++ Vision Bridge:**</a:t>
            </a:r>
          </a:p>
          <a:p xmlns:a="http://schemas.openxmlformats.org/drawingml/2006/main">
            <a:r>
              <a:t>선택적 맥락: 실제 Project에서도 build/test structure가 바뀔 수 있다. 별도 C++ 사례로 확장하지 않는다.</a:t>
            </a:r>
          </a:p>
          <a:p xmlns:a="http://schemas.openxmlformats.org/drawingml/2006/main">
            <a:r>
              <a:t/>
            </a:r>
          </a:p>
          <a:p xmlns:a="http://schemas.openxmlformats.org/drawingml/2006/main">
            <a:r>
              <a:t>**Demo Operation:**</a:t>
            </a:r>
          </a:p>
          <a:p xmlns:a="http://schemas.openxmlformats.org/drawingml/2006/main">
            <a:r>
              <a:t>CONCEPTUAL 정적 도식. 두 단위 테스트 범위와 가운데 등호를 가리킨다. 실행 캡처·명령·결과 badge는 없다.</a:t>
            </a:r>
          </a:p>
          <a:p xmlns:a="http://schemas.openxmlformats.org/drawingml/2006/main">
            <a:r>
              <a:t/>
            </a:r>
          </a:p>
          <a:p xmlns:a="http://schemas.openxmlformats.org/drawingml/2006/main">
            <a:r>
              <a:t>**Audience Interaction:**</a:t>
            </a:r>
          </a:p>
          <a:p xmlns:a="http://schemas.openxmlformats.org/drawingml/2006/main">
            <a:r>
              <a:t>두 지시의 범위가 같은지 눈으로 비교한다. 답변이나 실행은 요구하지 않는다.</a:t>
            </a:r>
          </a:p>
          <a:p xmlns:a="http://schemas.openxmlformats.org/drawingml/2006/main">
            <a:r>
              <a:t/>
            </a:r>
          </a:p>
          <a:p xmlns:a="http://schemas.openxmlformats.org/drawingml/2006/main">
            <a:r>
              <a:t>**Transition:**</a:t>
            </a:r>
          </a:p>
          <a:p xmlns:a="http://schemas.openxmlformats.org/drawingml/2006/main">
            <a:r>
              <a:t>Project가 바뀌었는데 재사용 Workflow가 그대로라면 어떻게 될까?</a:t>
            </a:r>
          </a:p>
          <a:p xmlns:a="http://schemas.openxmlformats.org/drawingml/2006/main">
            <a:r>
              <a:t/>
            </a:r>
          </a:p>
          <a:p xmlns:a="http://schemas.openxmlformats.org/drawingml/2006/main">
            <a:r>
              <a:t>**Time Management:**</a:t>
            </a:r>
          </a:p>
          <a:p xmlns:a="http://schemas.openxmlformats.org/drawingml/2006/main">
            <a:r>
              <a:t>VISUAL Demo 2분. 첫 장면은 정상 상태로 두고 Project 변경을 앞당겨 보여주지 않는다.</a:t>
            </a:r>
          </a:p>
          <a:p xmlns:a="http://schemas.openxmlformats.org/drawingml/2006/main">
            <a:r>
              <a:t/>
            </a:r>
          </a:p>
          <a:p xmlns:a="http://schemas.openxmlformats.org/drawingml/2006/main">
            <a:r>
              <a:t>**Fallback:**</a:t>
            </a:r>
          </a:p>
          <a:p xmlns:a="http://schemas.openxmlformats.org/drawingml/2006/main">
            <a:r>
              <a:t>LOCAL STATIC ARTIFACT — production/ACT_4.pptx의 S69와 production/preview/act4/S69.png를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원문·Claim 경계, 화면의 설명 순서와 운영 지침을 대조했다. 최종 PPT/Notes/PNG 대조 결과는 production/evaluation/FULL_DECK_PRESENTATION_REVISION.md에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S70 — Project는 바뀌고 Workflow는 남았다</a:t>
            </a:r>
          </a:p>
          <a:p xmlns:a="http://schemas.openxmlformats.org/drawingml/2006/main">
            <a:r>
              <a:t/>
            </a:r>
          </a:p>
          <a:p xmlns:a="http://schemas.openxmlformats.org/drawingml/2006/main">
            <a:r>
              <a:t>Slide ID: S70</a:t>
            </a:r>
          </a:p>
          <a:p xmlns:a="http://schemas.openxmlformats.org/drawingml/2006/main">
            <a:r>
              <a:t/>
            </a:r>
          </a:p>
          <a:p xmlns:a="http://schemas.openxmlformats.org/drawingml/2006/main">
            <a:r>
              <a:t>Working Title: Project는 바뀌고 Workflow는 남았다</a:t>
            </a:r>
          </a:p>
          <a:p xmlns:a="http://schemas.openxmlformats.org/drawingml/2006/main">
            <a:r>
              <a:t/>
            </a:r>
          </a:p>
          <a:p xmlns:a="http://schemas.openxmlformats.org/drawingml/2006/main">
            <a:r>
              <a:t>ACT / Section: ACT 4 / 4B  CONCEPTUAL STALE HARNESS / DEMO-04A</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Demo 2분 (VISUAL) + Case 2분</a:t>
            </a:r>
          </a:p>
          <a:p xmlns:a="http://schemas.openxmlformats.org/drawingml/2006/main">
            <a:r>
              <a:t/>
            </a:r>
          </a:p>
          <a:p xmlns:a="http://schemas.openxmlformats.org/drawingml/2006/main">
            <a:r>
              <a:t>Primary Message: 모듈 연결 동작까지 검증해야 하는 가상 프로젝트에서 공식 기준은 단위+통합 테스트로 넓어졌지만 재사용 Workflow에는 단위 테스트 지시가 남아 있다. 이는 지시 범위의 차이다.</a:t>
            </a:r>
          </a:p>
          <a:p xmlns:a="http://schemas.openxmlformats.org/drawingml/2006/main">
            <a:r>
              <a:t/>
            </a:r>
          </a:p>
          <a:p xmlns:a="http://schemas.openxmlformats.org/drawingml/2006/main">
            <a:r>
              <a:t>Opening Question: “다음 Task에서 old workflow를 따르면 누가 틀린 걸까?”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Demo) 실제 Trial과 별개인 가상 사례임을 밝힌다. 모듈 연결 동작까지 검증할 필요가 생겨 공식 범위에 통합 테스트를 추가한 사례다.</a:t>
            </a:r>
          </a:p>
          <a:p xmlns:a="http://schemas.openxmlformats.org/drawingml/2006/main">
            <a:r>
              <a:t>2. (1:00–2:00 / Demo) 왼쪽 A/B 각각의 박스와 둘 사이 연결까지 감싼 통합 범위를 가리킨다. 오른쪽에는 같은 모듈과 연결이 있지만 재사용 지시는 단위 테스트만 요구한다. 두 그림은 실행 결과가 아니라 지시 범위의 차이다.</a:t>
            </a:r>
          </a:p>
          <a:p xmlns:a="http://schemas.openxmlformats.org/drawingml/2006/main">
            <a:r>
              <a:t>3. (2:00–3:00 / Case) Project의 요구 변화와 재사용 지침의 미갱신을 구분한다.</a:t>
            </a:r>
          </a:p>
          <a:p xmlns:a="http://schemas.openxmlformats.org/drawingml/2006/main">
            <a:r>
              <a:t>4. (3:00–4:00 / Case) Agent가 실제로 무엇을 실행했는지 아직 보여주지 않았음을 짧게 알리고, 다음 요청을 보정해도 재사용 지침이 남는 질문으로 넘긴다.</a:t>
            </a:r>
          </a:p>
          <a:p xmlns:a="http://schemas.openxmlformats.org/drawingml/2006/main">
            <a:r>
              <a:t/>
            </a:r>
          </a:p>
          <a:p xmlns:a="http://schemas.openxmlformats.org/drawingml/2006/main">
            <a:r>
              <a:t>Evidence / Source: DEMO-04A / DEC-0021 / BEAT-038–039 / CONCEPTUAL. 단위+통합 테스트 가상 설정은 발표용 Pilot에 대한 최신 사용자 승인으로 확정됐다. 실제 Repository 이력이나 Trial 근거가 추가된 것은 아니다. 편집 가능한 native 범위 도식: production/source/presentation-revision/test-scope-visual.mjs. 모듈 A/B는 사례를 설명하는 일반 표기이며 실제 graypipe 모듈을 식별하지 않는다.</a:t>
            </a:r>
          </a:p>
          <a:p xmlns:a="http://schemas.openxmlformats.org/drawingml/2006/main">
            <a:r>
              <a:t/>
            </a:r>
          </a:p>
          <a:p xmlns:a="http://schemas.openxmlformats.org/drawingml/2006/main">
            <a:r>
              <a:t>Claim Boundary: 승인된 가상 설정이다. 실제 Repository migration, 기존 graypipe Skill, Agent 실행, 테스트 누락 또는 PASS/FAIL 결과를 뜻하지 않는다. 지시의 범위를 비교하며 실제 실행 결과는 보여주지 않는다.</a:t>
            </a:r>
          </a:p>
          <a:p xmlns:a="http://schemas.openxmlformats.org/drawingml/2006/main">
            <a:r>
              <a:t/>
            </a:r>
          </a:p>
          <a:p xmlns:a="http://schemas.openxmlformats.org/drawingml/2006/main">
            <a:r>
              <a:t>Beginner Explanation: Agent가 따르는 지침이 Project의 현재 절차와 맞는지 살핀다.</a:t>
            </a:r>
          </a:p>
          <a:p xmlns:a="http://schemas.openxmlformats.org/drawingml/2006/main">
            <a:r>
              <a:t/>
            </a:r>
          </a:p>
          <a:p xmlns:a="http://schemas.openxmlformats.org/drawingml/2006/main">
            <a:r>
              <a:t>Advanced Insight: Project source의 변화와 stale artifact의 위치를 분리해 본다.</a:t>
            </a:r>
          </a:p>
          <a:p xmlns:a="http://schemas.openxmlformats.org/drawingml/2006/main">
            <a:r>
              <a:t/>
            </a:r>
          </a:p>
          <a:p xmlns:a="http://schemas.openxmlformats.org/drawingml/2006/main">
            <a:r>
              <a:t>C++ Vision Bridge: 없음.</a:t>
            </a:r>
          </a:p>
          <a:p xmlns:a="http://schemas.openxmlformats.org/drawingml/2006/main">
            <a:r>
              <a:t/>
            </a:r>
          </a:p>
          <a:p xmlns:a="http://schemas.openxmlformats.org/drawingml/2006/main">
            <a:r>
              <a:t>Demo Operation: production/ACT_4.pptx의 S70와 production/preview/act4/S70.png 개념 도식을 사용한다. 구체적 명령·Runner 구현·테스트 수·실행 캡처를 추가하지 않는다. 각 모듈의 범위→왼쪽의 연결을 포함한 통합 범위→오른쪽에 남은 단위 테스트 지시를 차례로 가리킨다. 모듈의 실제 테스트가 실행됐거나 통합 테스트를 누락했다고 말하지 않는다.</a:t>
            </a:r>
          </a:p>
          <a:p xmlns:a="http://schemas.openxmlformats.org/drawingml/2006/main">
            <a:r>
              <a:t/>
            </a:r>
          </a:p>
          <a:p xmlns:a="http://schemas.openxmlformats.org/drawingml/2006/main">
            <a:r>
              <a:t>Audience Interaction: 무엇이 바뀌었고 무엇이 남았는지 잠시 비교한다. Agent 탓이나 특정 실패를 가정하지 않는다.</a:t>
            </a:r>
          </a:p>
          <a:p xmlns:a="http://schemas.openxmlformats.org/drawingml/2006/main">
            <a:r>
              <a:t/>
            </a:r>
          </a:p>
          <a:p xmlns:a="http://schemas.openxmlformats.org/drawingml/2006/main">
            <a:r>
              <a:t>Transition: “이번 요청에 통합 테스트도 확인해 달라고 쓰면, 다음 작업이 읽을 Workflow까지 바뀔까요?” S71로 이동한다.</a:t>
            </a:r>
          </a:p>
          <a:p xmlns:a="http://schemas.openxmlformats.org/drawingml/2006/main">
            <a:r>
              <a:t/>
            </a:r>
          </a:p>
          <a:p xmlns:a="http://schemas.openxmlformats.org/drawingml/2006/main">
            <a:r>
              <a:t>Time Management: Demo 2분은 도식 공개에, Case 2분은 stale 간극을 해석하는 데 쓴다.</a:t>
            </a:r>
          </a:p>
          <a:p xmlns:a="http://schemas.openxmlformats.org/drawingml/2006/main">
            <a:r>
              <a:t/>
            </a:r>
          </a:p>
          <a:p xmlns:a="http://schemas.openxmlformats.org/drawingml/2006/main">
            <a:r>
              <a:t>Fallback: LOCAL STATIC ARTIFACT — production/ACT_4.pptx의 S70와 production/preview/act4/S70.png를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 REVIEWED — 승인된 전체 이미지 후보의 반영과 로컬 렌더링 결과는 production/evaluation/FULL_DECK_IMAGE_EXPANSION.md에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S71 — Task 해결과 System 문제는 다르다</a:t>
            </a:r>
          </a:p>
          <a:p xmlns:a="http://schemas.openxmlformats.org/drawingml/2006/main">
            <a:r>
              <a:t/>
            </a:r>
          </a:p>
          <a:p xmlns:a="http://schemas.openxmlformats.org/drawingml/2006/main">
            <a:r>
              <a:t>**Slide ID:**</a:t>
            </a:r>
          </a:p>
          <a:p xmlns:a="http://schemas.openxmlformats.org/drawingml/2006/main">
            <a:r>
              <a:t>S71</a:t>
            </a:r>
          </a:p>
          <a:p xmlns:a="http://schemas.openxmlformats.org/drawingml/2006/main">
            <a:r>
              <a:t/>
            </a:r>
          </a:p>
          <a:p xmlns:a="http://schemas.openxmlformats.org/drawingml/2006/main">
            <a:r>
              <a:t>**Working Title:**</a:t>
            </a:r>
          </a:p>
          <a:p xmlns:a="http://schemas.openxmlformats.org/drawingml/2006/main">
            <a:r>
              <a:t>Task 해결과 System 문제는 다르다</a:t>
            </a:r>
          </a:p>
          <a:p xmlns:a="http://schemas.openxmlformats.org/drawingml/2006/main">
            <a:r>
              <a:t/>
            </a:r>
          </a:p>
          <a:p xmlns:a="http://schemas.openxmlformats.org/drawingml/2006/main">
            <a:r>
              <a:t>**ACT / Section:**</a:t>
            </a:r>
          </a:p>
          <a:p xmlns:a="http://schemas.openxmlformats.org/drawingml/2006/main">
            <a:r>
              <a:t>ACT 4 / 4B  CONCEPTUAL STALE HARNESS / DEMO-04A</a:t>
            </a:r>
          </a:p>
          <a:p xmlns:a="http://schemas.openxmlformats.org/drawingml/2006/main">
            <a:r>
              <a:t/>
            </a:r>
          </a:p>
          <a:p xmlns:a="http://schemas.openxmlformats.org/drawingml/2006/main">
            <a:r>
              <a:t>**Allocated Time:**</a:t>
            </a:r>
          </a:p>
          <a:p xmlns:a="http://schemas.openxmlformats.org/drawingml/2006/main">
            <a:r>
              <a:t>3 minutes</a:t>
            </a:r>
          </a:p>
          <a:p xmlns:a="http://schemas.openxmlformats.org/drawingml/2006/main">
            <a:r>
              <a:t/>
            </a:r>
          </a:p>
          <a:p xmlns:a="http://schemas.openxmlformats.org/drawingml/2006/main">
            <a:r>
              <a:t>**Mode Split:**</a:t>
            </a:r>
          </a:p>
          <a:p xmlns:a="http://schemas.openxmlformats.org/drawingml/2006/main">
            <a:r>
              <a:t>Case 3분</a:t>
            </a:r>
          </a:p>
          <a:p xmlns:a="http://schemas.openxmlformats.org/drawingml/2006/main">
            <a:r>
              <a:t/>
            </a:r>
          </a:p>
          <a:p xmlns:a="http://schemas.openxmlformats.org/drawingml/2006/main">
            <a:r>
              <a:t>**Primary Message:**</a:t>
            </a:r>
          </a:p>
          <a:p xmlns:a="http://schemas.openxmlformats.org/drawingml/2006/main">
            <a:r>
              <a:t>이번 요청을 단위+통합 검증으로 보정할 수 있어도 재사용 Workflow의 단위 테스트 지시는 그대로 남을 수 있다. 현재 Task의 요청 범위와 재사용 절차의 변경을 구분한다.</a:t>
            </a:r>
          </a:p>
          <a:p xmlns:a="http://schemas.openxmlformats.org/drawingml/2006/main">
            <a:r>
              <a:t/>
            </a:r>
          </a:p>
          <a:p xmlns:a="http://schemas.openxmlformats.org/drawingml/2006/main">
            <a:r>
              <a:t>**Opening Question:**</a:t>
            </a:r>
          </a:p>
          <a:p xmlns:a="http://schemas.openxmlformats.org/drawingml/2006/main">
            <a:r>
              <a:t>“Prompt를 더 자세히 쓰면 이번 Task는 해결될까?”</a:t>
            </a:r>
          </a:p>
          <a:p xmlns:a="http://schemas.openxmlformats.org/drawingml/2006/main">
            <a:r>
              <a:t/>
            </a:r>
          </a:p>
          <a:p xmlns:a="http://schemas.openxmlformats.org/drawingml/2006/main">
            <a:r>
              <a:t>**Speaker Flow:**</a:t>
            </a:r>
          </a:p>
          <a:p xmlns:a="http://schemas.openxmlformats.org/drawingml/2006/main">
            <a:r>
              <a:t>1. (0:00–1:00 / Case) 이번 Prompt에 “통합 테스트도 확인해 줘”를 더하는 가능성을 소개한다.</a:t>
            </a:r>
          </a:p>
          <a:p xmlns:a="http://schemas.openxmlformats.org/drawingml/2006/main">
            <a:r>
              <a:t>2. (1:00–2:00 / Case) 왼쪽 이번 Task 요청은 넓힐 수 있지만 오른쪽 재사용 지침은 단위 테스트에 머무는 차이를 가리킨다.</a:t>
            </a:r>
          </a:p>
          <a:p xmlns:a="http://schemas.openxmlformats.org/drawingml/2006/main">
            <a:r>
              <a:t>3. (2:00–3:00 / Case) 요청 보정이 실제 성공을 입증하지 않으며 다음 Task의 절차까지 갱신하는 조치와 다르다고 정리한다.</a:t>
            </a:r>
          </a:p>
          <a:p xmlns:a="http://schemas.openxmlformats.org/drawingml/2006/main">
            <a:r>
              <a:t/>
            </a:r>
          </a:p>
          <a:p xmlns:a="http://schemas.openxmlformats.org/drawingml/2006/main">
            <a:r>
              <a:t>**Evidence / Source:**</a:t>
            </a:r>
          </a:p>
          <a:p xmlns:a="http://schemas.openxmlformats.org/drawingml/2006/main">
            <a:r>
              <a:t>DEMO-04A  ·  conceptual consequence  ·  no execution result</a:t>
            </a:r>
          </a:p>
          <a:p xmlns:a="http://schemas.openxmlformats.org/drawingml/2006/main">
            <a:r>
              <a:t/>
            </a:r>
          </a:p>
          <a:p xmlns:a="http://schemas.openxmlformats.org/drawingml/2006/main">
            <a:r>
              <a:t>**Claim Boundary:**</a:t>
            </a:r>
          </a:p>
          <a:p xmlns:a="http://schemas.openxmlformats.org/drawingml/2006/main">
            <a:r>
              <a:t>가상 가능성만 제시한다. 구체적인 실패, 실행 결과, PASS/FAIL 또는 실제 Demo 이력은 없다.</a:t>
            </a:r>
          </a:p>
          <a:p xmlns:a="http://schemas.openxmlformats.org/drawingml/2006/main">
            <a:r>
              <a:t/>
            </a:r>
          </a:p>
          <a:p xmlns:a="http://schemas.openxmlformats.org/drawingml/2006/main">
            <a:r>
              <a:t>**Beginner Explanation:**</a:t>
            </a:r>
          </a:p>
          <a:p xmlns:a="http://schemas.openxmlformats.org/drawingml/2006/main">
            <a:r>
              <a:t>이번 답을 고치는 것과 다음 작업의 절차까지 바꾸는 것은 다르다.</a:t>
            </a:r>
          </a:p>
          <a:p xmlns:a="http://schemas.openxmlformats.org/drawingml/2006/main">
            <a:r>
              <a:t/>
            </a:r>
          </a:p>
          <a:p xmlns:a="http://schemas.openxmlformats.org/drawingml/2006/main">
            <a:r>
              <a:t>**Advanced Insight:**</a:t>
            </a:r>
          </a:p>
          <a:p xmlns:a="http://schemas.openxmlformats.org/drawingml/2006/main">
            <a:r>
              <a:t>Task-level workaround와 durable system correction을 구분한다.</a:t>
            </a:r>
          </a:p>
          <a:p xmlns:a="http://schemas.openxmlformats.org/drawingml/2006/main">
            <a:r>
              <a:t/>
            </a:r>
          </a:p>
          <a:p xmlns:a="http://schemas.openxmlformats.org/drawingml/2006/main">
            <a:r>
              <a:t>**C++ Vision Bridge:**</a:t>
            </a:r>
          </a:p>
          <a:p xmlns:a="http://schemas.openxmlformats.org/drawingml/2006/main">
            <a:r>
              <a:t>없음.</a:t>
            </a:r>
          </a:p>
          <a:p xmlns:a="http://schemas.openxmlformats.org/drawingml/2006/main">
            <a:r>
              <a:t/>
            </a:r>
          </a:p>
          <a:p xmlns:a="http://schemas.openxmlformats.org/drawingml/2006/main">
            <a:r>
              <a:t>**Demo Operation:**</a:t>
            </a:r>
          </a:p>
          <a:p xmlns:a="http://schemas.openxmlformats.org/drawingml/2006/main">
            <a:r>
              <a:t>승인된 가상 설정에서 가능한 Task 보정과 재사용 지침을 비교한다. 실행 결과·누락·복구 성공을 표시하지 않는다.</a:t>
            </a:r>
          </a:p>
          <a:p xmlns:a="http://schemas.openxmlformats.org/drawingml/2006/main">
            <a:r>
              <a:t/>
            </a:r>
          </a:p>
          <a:p xmlns:a="http://schemas.openxmlformats.org/drawingml/2006/main">
            <a:r>
              <a:t>**Audience Interaction:**</a:t>
            </a:r>
          </a:p>
          <a:p xmlns:a="http://schemas.openxmlformats.org/drawingml/2006/main">
            <a:r>
              <a:t>“이번 Task가 풀려도 다음 Task의 지침은 달라졌나?”를 생각하게 한다.</a:t>
            </a:r>
          </a:p>
          <a:p xmlns:a="http://schemas.openxmlformats.org/drawingml/2006/main">
            <a:r>
              <a:t/>
            </a:r>
          </a:p>
          <a:p xmlns:a="http://schemas.openxmlformats.org/drawingml/2006/main">
            <a:r>
              <a:t>**Transition:**</a:t>
            </a:r>
          </a:p>
          <a:p xmlns:a="http://schemas.openxmlformats.org/drawingml/2006/main">
            <a:r>
              <a:t>그럼 Prompt, global rule, stale Workflow 중 어느 Layer를 살펴볼까?</a:t>
            </a:r>
          </a:p>
          <a:p xmlns:a="http://schemas.openxmlformats.org/drawingml/2006/main">
            <a:r>
              <a:t/>
            </a:r>
          </a:p>
          <a:p xmlns:a="http://schemas.openxmlformats.org/drawingml/2006/main">
            <a:r>
              <a:t>**Time Management:**</a:t>
            </a:r>
          </a:p>
          <a:p xmlns:a="http://schemas.openxmlformats.org/drawingml/2006/main">
            <a:r>
              <a:t>Case 3분. 가능한 대응과 지시 범위에 머물고 실제 command 실패나 성공 결과를 만들지 않는다.</a:t>
            </a:r>
          </a:p>
          <a:p xmlns:a="http://schemas.openxmlformats.org/drawingml/2006/main">
            <a:r>
              <a:t/>
            </a:r>
          </a:p>
          <a:p xmlns:a="http://schemas.openxmlformats.org/drawingml/2006/main">
            <a:r>
              <a:t>**Fallback:**</a:t>
            </a:r>
          </a:p>
          <a:p xmlns:a="http://schemas.openxmlformats.org/drawingml/2006/main">
            <a:r>
              <a:t>LOCAL STATIC ARTIFACT — production/ACT_4.pptx의 S71와 production/preview/act4/S71.png를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원문·Claim 경계, 화면의 설명 순서와 운영 지침을 대조했다. 최종 PPT/Notes/PNG 대조 결과는 production/evaluation/FULL_DECK_PRESENTATION_REVISION.md에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S72 — 원인에 맞는 Layer를 고르기</a:t>
            </a:r>
          </a:p>
          <a:p xmlns:a="http://schemas.openxmlformats.org/drawingml/2006/main">
            <a:r>
              <a:t/>
            </a:r>
          </a:p>
          <a:p xmlns:a="http://schemas.openxmlformats.org/drawingml/2006/main">
            <a:r>
              <a:t>**Slide ID:**</a:t>
            </a:r>
          </a:p>
          <a:p xmlns:a="http://schemas.openxmlformats.org/drawingml/2006/main">
            <a:r>
              <a:t>S72</a:t>
            </a:r>
          </a:p>
          <a:p xmlns:a="http://schemas.openxmlformats.org/drawingml/2006/main">
            <a:r>
              <a:t/>
            </a:r>
          </a:p>
          <a:p xmlns:a="http://schemas.openxmlformats.org/drawingml/2006/main">
            <a:r>
              <a:t>**Working Title:**</a:t>
            </a:r>
          </a:p>
          <a:p xmlns:a="http://schemas.openxmlformats.org/drawingml/2006/main">
            <a:r>
              <a:t>원인에 맞는 Layer를 고르기</a:t>
            </a:r>
          </a:p>
          <a:p xmlns:a="http://schemas.openxmlformats.org/drawingml/2006/main">
            <a:r>
              <a:t/>
            </a:r>
          </a:p>
          <a:p xmlns:a="http://schemas.openxmlformats.org/drawingml/2006/main">
            <a:r>
              <a:t>**ACT / Section:**</a:t>
            </a:r>
          </a:p>
          <a:p xmlns:a="http://schemas.openxmlformats.org/drawingml/2006/main">
            <a:r>
              <a:t>ACT 4 / 4C  FIX THE RIGHT LAYER</a:t>
            </a:r>
          </a:p>
          <a:p xmlns:a="http://schemas.openxmlformats.org/drawingml/2006/main">
            <a:r>
              <a:t/>
            </a:r>
          </a:p>
          <a:p xmlns:a="http://schemas.openxmlformats.org/drawingml/2006/main">
            <a:r>
              <a:t>**Allocated Time:**</a:t>
            </a:r>
          </a:p>
          <a:p xmlns:a="http://schemas.openxmlformats.org/drawingml/2006/main">
            <a:r>
              <a:t>2 minutes</a:t>
            </a:r>
          </a:p>
          <a:p xmlns:a="http://schemas.openxmlformats.org/drawingml/2006/main">
            <a:r>
              <a:t/>
            </a:r>
          </a:p>
          <a:p xmlns:a="http://schemas.openxmlformats.org/drawingml/2006/main">
            <a:r>
              <a:t>**Mode Split:**</a:t>
            </a:r>
          </a:p>
          <a:p xmlns:a="http://schemas.openxmlformats.org/drawingml/2006/main">
            <a:r>
              <a:t>Demo 2분 (CAPTURED)</a:t>
            </a:r>
          </a:p>
          <a:p xmlns:a="http://schemas.openxmlformats.org/drawingml/2006/main">
            <a:r>
              <a:t/>
            </a:r>
          </a:p>
          <a:p xmlns:a="http://schemas.openxmlformats.org/drawingml/2006/main">
            <a:r>
              <a:t>**Primary Message:**</a:t>
            </a:r>
          </a:p>
          <a:p xmlns:a="http://schemas.openxmlformats.org/drawingml/2006/main">
            <a:r>
              <a:t>Prompt patch는 현재 Task만 풀 수 있고 global rule은 중복·충돌을 만들 수 있다. Workflow가 원인으로 확인된 사례라면 그 source를 고친다.</a:t>
            </a:r>
          </a:p>
          <a:p xmlns:a="http://schemas.openxmlformats.org/drawingml/2006/main">
            <a:r>
              <a:t/>
            </a:r>
          </a:p>
          <a:p xmlns:a="http://schemas.openxmlformats.org/drawingml/2006/main">
            <a:r>
              <a:t>**Opening Question:**</a:t>
            </a:r>
          </a:p>
          <a:p xmlns:a="http://schemas.openxmlformats.org/drawingml/2006/main">
            <a:r>
              <a:t>“어디를 고치면 현재 Task와 다음 Task가 함께 달라질까?”</a:t>
            </a:r>
          </a:p>
          <a:p xmlns:a="http://schemas.openxmlformats.org/drawingml/2006/main">
            <a:r>
              <a:t/>
            </a:r>
          </a:p>
          <a:p xmlns:a="http://schemas.openxmlformats.org/drawingml/2006/main">
            <a:r>
              <a:t>**Speaker Flow:**</a:t>
            </a:r>
          </a:p>
          <a:p xmlns:a="http://schemas.openxmlformats.org/drawingml/2006/main">
            <a:r>
              <a:t>1. (0:00–0:30 / CAPTURED Demo) Prompt, 전역 규칙, 원인 Workflow의 세 행을 읽는다.</a:t>
            </a:r>
          </a:p>
          <a:p xmlns:a="http://schemas.openxmlformats.org/drawingml/2006/main">
            <a:r>
              <a:t>2. (0:30–1:15 / CAPTURED Demo) 각각 이번 요청만 바꾸는지, 넓은 곳에 새 규칙을 더하는지, 재사용 절차를 바꾸는지 비교한다.</a:t>
            </a:r>
          </a:p>
          <a:p xmlns:a="http://schemas.openxmlformats.org/drawingml/2006/main">
            <a:r>
              <a:t>3. (1:15–2:00 / CAPTURED Demo) Workflow가 원인으로 확인된 경우에만 마지막 선택이 맞다고 한정한다.</a:t>
            </a:r>
          </a:p>
          <a:p xmlns:a="http://schemas.openxmlformats.org/drawingml/2006/main">
            <a:r>
              <a:t/>
            </a:r>
          </a:p>
          <a:p xmlns:a="http://schemas.openxmlformats.org/drawingml/2006/main">
            <a:r>
              <a:t>**Evidence / Source:**</a:t>
            </a:r>
          </a:p>
          <a:p xmlns:a="http://schemas.openxmlformats.org/drawingml/2006/main">
            <a:r>
              <a:t>DEMO-11  ·  conceptual layer-selection synthesis</a:t>
            </a:r>
          </a:p>
          <a:p xmlns:a="http://schemas.openxmlformats.org/drawingml/2006/main">
            <a:r>
              <a:t/>
            </a:r>
          </a:p>
          <a:p xmlns:a="http://schemas.openxmlformats.org/drawingml/2006/main">
            <a:r>
              <a:t>**Claim Boundary:**</a:t>
            </a:r>
          </a:p>
          <a:p xmlns:a="http://schemas.openxmlformats.org/drawingml/2006/main">
            <a:r>
              <a:t>가상 사례 안의 선택 논리다. C는 workflow 원인이 확인된 경우에 맞으며 일반적인 정답이나 Product modification이 아니다.</a:t>
            </a:r>
          </a:p>
          <a:p xmlns:a="http://schemas.openxmlformats.org/drawingml/2006/main">
            <a:r>
              <a:t/>
            </a:r>
          </a:p>
          <a:p xmlns:a="http://schemas.openxmlformats.org/drawingml/2006/main">
            <a:r>
              <a:t>**Beginner Explanation:**</a:t>
            </a:r>
          </a:p>
          <a:p xmlns:a="http://schemas.openxmlformats.org/drawingml/2006/main">
            <a:r>
              <a:t>Prompt에 한 줄 더하기 전에 반복되는 원인이 있는 곳을 찾는다.</a:t>
            </a:r>
          </a:p>
          <a:p xmlns:a="http://schemas.openxmlformats.org/drawingml/2006/main">
            <a:r>
              <a:t/>
            </a:r>
          </a:p>
          <a:p xmlns:a="http://schemas.openxmlformats.org/drawingml/2006/main">
            <a:r>
              <a:t>**Advanced Insight:**</a:t>
            </a:r>
          </a:p>
          <a:p xmlns:a="http://schemas.openxmlformats.org/drawingml/2006/main">
            <a:r>
              <a:t>원인이 뒷받침하는 좁은 layer를 선택하고 중복 지침 가능성을 따진다.</a:t>
            </a:r>
          </a:p>
          <a:p xmlns:a="http://schemas.openxmlformats.org/drawingml/2006/main">
            <a:r>
              <a:t/>
            </a:r>
          </a:p>
          <a:p xmlns:a="http://schemas.openxmlformats.org/drawingml/2006/main">
            <a:r>
              <a:t>**C++ Vision Bridge:**</a:t>
            </a:r>
          </a:p>
          <a:p xmlns:a="http://schemas.openxmlformats.org/drawingml/2006/main">
            <a:r>
              <a:t>Context, workflow, toolchain 또는 test environment 중 원인이 있는 layer를 살핀다는 정도의 pattern transfer만 가능하다.</a:t>
            </a:r>
          </a:p>
          <a:p xmlns:a="http://schemas.openxmlformats.org/drawingml/2006/main">
            <a:r>
              <a:t/>
            </a:r>
          </a:p>
          <a:p xmlns:a="http://schemas.openxmlformats.org/drawingml/2006/main">
            <a:r>
              <a:t>**Demo Operation:**</a:t>
            </a:r>
          </a:p>
          <a:p xmlns:a="http://schemas.openxmlformats.org/drawingml/2006/main">
            <a:r>
              <a:t>실제 실행 캡처가 아닌 가상 선택지의 정적 재구성이다. 세 행의 변경 범위를 비교하고 실제 Product 수정 diff처럼 말하지 않는다.</a:t>
            </a:r>
          </a:p>
          <a:p xmlns:a="http://schemas.openxmlformats.org/drawingml/2006/main">
            <a:r>
              <a:t/>
            </a:r>
          </a:p>
          <a:p xmlns:a="http://schemas.openxmlformats.org/drawingml/2006/main">
            <a:r>
              <a:t>**Audience Interaction:**</a:t>
            </a:r>
          </a:p>
          <a:p xmlns:a="http://schemas.openxmlformats.org/drawingml/2006/main">
            <a:r>
              <a:t>A/B/C의 효과 범위를 소리 없이 비교하게 한다. 원인이 정해졌다고 일반화하지 않는다.</a:t>
            </a:r>
          </a:p>
          <a:p xmlns:a="http://schemas.openxmlformats.org/drawingml/2006/main">
            <a:r>
              <a:t/>
            </a:r>
          </a:p>
          <a:p xmlns:a="http://schemas.openxmlformats.org/drawingml/2006/main">
            <a:r>
              <a:t>**Transition:**</a:t>
            </a:r>
          </a:p>
          <a:p xmlns:a="http://schemas.openxmlformats.org/drawingml/2006/main">
            <a:r>
              <a:t>“앞에서는 원인이 확인됐을 때의 대응을 봤습니다. 이제 그 원인을 어떻게 확인할지 보겠습니다.” S73으로 이동한다.</a:t>
            </a:r>
          </a:p>
          <a:p xmlns:a="http://schemas.openxmlformats.org/drawingml/2006/main">
            <a:r>
              <a:t/>
            </a:r>
          </a:p>
          <a:p xmlns:a="http://schemas.openxmlformats.org/drawingml/2006/main">
            <a:r>
              <a:t>**Time Management:**</a:t>
            </a:r>
          </a:p>
          <a:p xmlns:a="http://schemas.openxmlformats.org/drawingml/2006/main">
            <a:r>
              <a:t>CAPTURED 2분. Visual matrix만 설명하고 새 Product 근거를 추가하지 않는다.</a:t>
            </a:r>
          </a:p>
          <a:p xmlns:a="http://schemas.openxmlformats.org/drawingml/2006/main">
            <a:r>
              <a:t/>
            </a:r>
          </a:p>
          <a:p xmlns:a="http://schemas.openxmlformats.org/drawingml/2006/main">
            <a:r>
              <a:t>**Fallback:**</a:t>
            </a:r>
          </a:p>
          <a:p xmlns:a="http://schemas.openxmlformats.org/drawingml/2006/main">
            <a:r>
              <a:t>LOCAL STATIC ARTIFACT — production/ACT_4.pptx의 S72와 production/preview/act4/S72.png를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원문·Claim 경계, 화면의 설명 순서와 운영 지침을 대조했다. 최종 PPT/Notes/PNG 대조 결과는 production/evaluation/FULL_DECK_PRESENTATION_REVISION.md에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S73 — 실패 지점과 원인 Layer 구분하기</a:t>
            </a:r>
          </a:p>
          <a:p xmlns:a="http://schemas.openxmlformats.org/drawingml/2006/main">
            <a:r>
              <a:t/>
            </a:r>
          </a:p>
          <a:p xmlns:a="http://schemas.openxmlformats.org/drawingml/2006/main">
            <a:r>
              <a:t>**Slide ID:**</a:t>
            </a:r>
          </a:p>
          <a:p xmlns:a="http://schemas.openxmlformats.org/drawingml/2006/main">
            <a:r>
              <a:t>S73</a:t>
            </a:r>
          </a:p>
          <a:p xmlns:a="http://schemas.openxmlformats.org/drawingml/2006/main">
            <a:r>
              <a:t/>
            </a:r>
          </a:p>
          <a:p xmlns:a="http://schemas.openxmlformats.org/drawingml/2006/main">
            <a:r>
              <a:t>**Working Title:**</a:t>
            </a:r>
          </a:p>
          <a:p xmlns:a="http://schemas.openxmlformats.org/drawingml/2006/main">
            <a:r>
              <a:t>실패 지점과 원인 Layer 구분하기</a:t>
            </a:r>
          </a:p>
          <a:p xmlns:a="http://schemas.openxmlformats.org/drawingml/2006/main">
            <a:r>
              <a:t/>
            </a:r>
          </a:p>
          <a:p xmlns:a="http://schemas.openxmlformats.org/drawingml/2006/main">
            <a:r>
              <a:t>**ACT / Section:**</a:t>
            </a:r>
          </a:p>
          <a:p xmlns:a="http://schemas.openxmlformats.org/drawingml/2006/main">
            <a:r>
              <a:t>ACT 4 / 4C  FIX THE RIGHT LAYER</a:t>
            </a:r>
          </a:p>
          <a:p xmlns:a="http://schemas.openxmlformats.org/drawingml/2006/main">
            <a:r>
              <a:t/>
            </a:r>
          </a:p>
          <a:p xmlns:a="http://schemas.openxmlformats.org/drawingml/2006/main">
            <a:r>
              <a:t>**Allocated Time:**</a:t>
            </a:r>
          </a:p>
          <a:p xmlns:a="http://schemas.openxmlformats.org/drawingml/2006/main">
            <a:r>
              <a:t>2 minutes</a:t>
            </a:r>
          </a:p>
          <a:p xmlns:a="http://schemas.openxmlformats.org/drawingml/2006/main">
            <a:r>
              <a:t/>
            </a:r>
          </a:p>
          <a:p xmlns:a="http://schemas.openxmlformats.org/drawingml/2006/main">
            <a:r>
              <a:t>**Mode Split:**</a:t>
            </a:r>
          </a:p>
          <a:p xmlns:a="http://schemas.openxmlformats.org/drawingml/2006/main">
            <a:r>
              <a:t>Lecture 1분 + Demo 1분 (CAPTURED)</a:t>
            </a:r>
          </a:p>
          <a:p xmlns:a="http://schemas.openxmlformats.org/drawingml/2006/main">
            <a:r>
              <a:t/>
            </a:r>
          </a:p>
          <a:p xmlns:a="http://schemas.openxmlformats.org/drawingml/2006/main">
            <a:r>
              <a:t>**Primary Message:**</a:t>
            </a:r>
          </a:p>
          <a:p xmlns:a="http://schemas.openxmlformats.org/drawingml/2006/main">
            <a:r>
              <a:t>증상은 Prompt나 실행 지점에 보일 수 있지만 원인은 Context, Workflow, Environment, Tool/Permission, Product code 등 다른 층에 있을 수 있다.</a:t>
            </a:r>
          </a:p>
          <a:p xmlns:a="http://schemas.openxmlformats.org/drawingml/2006/main">
            <a:r>
              <a:t/>
            </a:r>
          </a:p>
          <a:p xmlns:a="http://schemas.openxmlformats.org/drawingml/2006/main">
            <a:r>
              <a:t>**Opening Question:**</a:t>
            </a:r>
          </a:p>
          <a:p xmlns:a="http://schemas.openxmlformats.org/drawingml/2006/main">
            <a:r>
              <a:t>“실패가 보인 Layer와 원인이 있는 Layer는 항상 같을까?”</a:t>
            </a:r>
          </a:p>
          <a:p xmlns:a="http://schemas.openxmlformats.org/drawingml/2006/main">
            <a:r>
              <a:t/>
            </a:r>
          </a:p>
          <a:p xmlns:a="http://schemas.openxmlformats.org/drawingml/2006/main">
            <a:r>
              <a:t>**Speaker Flow:**</a:t>
            </a:r>
          </a:p>
          <a:p xmlns:a="http://schemas.openxmlformats.org/drawingml/2006/main">
            <a:r>
              <a:t>1. (0:00–0:45 / Lecture) S72의 선택은 원인 확인을 전제로 했음을 짚고, 이제 그 전제를 확인하는 방법을 본다고 안내한다. “요청한 검증이 충분한가?”라는 증상만으로 원인을 정할 수 없다고 설명한다.</a:t>
            </a:r>
          </a:p>
          <a:p xmlns:a="http://schemas.openxmlformats.org/drawingml/2006/main">
            <a:r>
              <a:t>2. (0:45–1:00 / Lecture) 현재 기준, 작업 절차, 실행 조건, 코드 동작을 다른 조사 대상으로 분리한다.</a:t>
            </a:r>
          </a:p>
          <a:p xmlns:a="http://schemas.openxmlformats.org/drawingml/2006/main">
            <a:r>
              <a:t>3. (1:00–2:00 / CAPTURED Demo) 오른쪽의 Context, Workflow, 환경·권한, 제품 코드 질문을 차례로 가리킨다. 어느 하나를 원인으로 확정하지 않는다.</a:t>
            </a:r>
          </a:p>
          <a:p xmlns:a="http://schemas.openxmlformats.org/drawingml/2006/main">
            <a:r>
              <a:t/>
            </a:r>
          </a:p>
          <a:p xmlns:a="http://schemas.openxmlformats.org/drawingml/2006/main">
            <a:r>
              <a:t>**Evidence / Source:**</a:t>
            </a:r>
          </a:p>
          <a:p xmlns:a="http://schemas.openxmlformats.org/drawingml/2006/main">
            <a:r>
              <a:t>DEMO-11  ·  conceptual cause/layer synthesis</a:t>
            </a:r>
          </a:p>
          <a:p xmlns:a="http://schemas.openxmlformats.org/drawingml/2006/main">
            <a:r>
              <a:t/>
            </a:r>
          </a:p>
          <a:p xmlns:a="http://schemas.openxmlformats.org/drawingml/2006/main">
            <a:r>
              <a:t>**Claim Boundary:**</a:t>
            </a:r>
          </a:p>
          <a:p xmlns:a="http://schemas.openxmlformats.org/drawingml/2006/main">
            <a:r>
              <a:t>교육용 debugging heuristic이다. 고정 진단표나 단일 원인 mapping이 아니며, 가상 사례의 원인은 조사로 확인해야 한다.</a:t>
            </a:r>
          </a:p>
          <a:p xmlns:a="http://schemas.openxmlformats.org/drawingml/2006/main">
            <a:r>
              <a:t/>
            </a:r>
          </a:p>
          <a:p xmlns:a="http://schemas.openxmlformats.org/drawingml/2006/main">
            <a:r>
              <a:t>**Beginner Explanation:**</a:t>
            </a:r>
          </a:p>
          <a:p xmlns:a="http://schemas.openxmlformats.org/drawingml/2006/main">
            <a:r>
              <a:t>실패 메시지만 보고 Prompt나 Agent를 탓하지 않는다.</a:t>
            </a:r>
          </a:p>
          <a:p xmlns:a="http://schemas.openxmlformats.org/drawingml/2006/main">
            <a:r>
              <a:t/>
            </a:r>
          </a:p>
          <a:p xmlns:a="http://schemas.openxmlformats.org/drawingml/2006/main">
            <a:r>
              <a:t>**Advanced Insight:**</a:t>
            </a:r>
          </a:p>
          <a:p xmlns:a="http://schemas.openxmlformats.org/drawingml/2006/main">
            <a:r>
              <a:t>Observation, cause hypothesis, system change, rerun, evaluation을 구분한다.</a:t>
            </a:r>
          </a:p>
          <a:p xmlns:a="http://schemas.openxmlformats.org/drawingml/2006/main">
            <a:r>
              <a:t/>
            </a:r>
          </a:p>
          <a:p xmlns:a="http://schemas.openxmlformats.org/drawingml/2006/main">
            <a:r>
              <a:t>**C++ Vision Bridge:**</a:t>
            </a:r>
          </a:p>
          <a:p xmlns:a="http://schemas.openxmlformats.org/drawingml/2006/main">
            <a:r>
              <a:t>Build, environment, permission, project code를 후보로 분리하는 pattern만 제공한다.</a:t>
            </a:r>
          </a:p>
          <a:p xmlns:a="http://schemas.openxmlformats.org/drawingml/2006/main">
            <a:r>
              <a:t/>
            </a:r>
          </a:p>
          <a:p xmlns:a="http://schemas.openxmlformats.org/drawingml/2006/main">
            <a:r>
              <a:t>**Demo Operation:**</a:t>
            </a:r>
          </a:p>
          <a:p xmlns:a="http://schemas.openxmlformats.org/drawingml/2006/main">
            <a:r>
              <a:t>가상 원인 후보의 정적 도식이다. 왼쪽 질문에서 오른쪽 점선 후보 목록으로 시선을 옮긴다. 단일 인과 화살표나 실행 결과가 없다.</a:t>
            </a:r>
          </a:p>
          <a:p xmlns:a="http://schemas.openxmlformats.org/drawingml/2006/main">
            <a:r>
              <a:t/>
            </a:r>
          </a:p>
          <a:p xmlns:a="http://schemas.openxmlformats.org/drawingml/2006/main">
            <a:r>
              <a:t>**Audience Interaction:**</a:t>
            </a:r>
          </a:p>
          <a:p xmlns:a="http://schemas.openxmlformats.org/drawingml/2006/main">
            <a:r>
              <a:t>증상이 보여도 원인이 아직 미확정일 수 있음을 함께 확인한다.</a:t>
            </a:r>
          </a:p>
          <a:p xmlns:a="http://schemas.openxmlformats.org/drawingml/2006/main">
            <a:r>
              <a:t/>
            </a:r>
          </a:p>
          <a:p xmlns:a="http://schemas.openxmlformats.org/drawingml/2006/main">
            <a:r>
              <a:t>**Transition:**</a:t>
            </a:r>
          </a:p>
          <a:p xmlns:a="http://schemas.openxmlformats.org/drawingml/2006/main">
            <a:r>
              <a:t>S74에서 이 사례의 가정과 확인할 가설을 분리한다.</a:t>
            </a:r>
          </a:p>
          <a:p xmlns:a="http://schemas.openxmlformats.org/drawingml/2006/main">
            <a:r>
              <a:t/>
            </a:r>
          </a:p>
          <a:p xmlns:a="http://schemas.openxmlformats.org/drawingml/2006/main">
            <a:r>
              <a:t>**Time Management:**</a:t>
            </a:r>
          </a:p>
          <a:p xmlns:a="http://schemas.openxmlformats.org/drawingml/2006/main">
            <a:r>
              <a:t>Lecture 1분은 관점을 설명하고 CAPTURED visual 1분은 후보 layer만 보여준다.</a:t>
            </a:r>
          </a:p>
          <a:p xmlns:a="http://schemas.openxmlformats.org/drawingml/2006/main">
            <a:r>
              <a:t/>
            </a:r>
          </a:p>
          <a:p xmlns:a="http://schemas.openxmlformats.org/drawingml/2006/main">
            <a:r>
              <a:t>**Fallback:**</a:t>
            </a:r>
          </a:p>
          <a:p xmlns:a="http://schemas.openxmlformats.org/drawingml/2006/main">
            <a:r>
              <a:t>LOCAL STATIC ARTIFACT — production/ACT_4.pptx의 S73와 production/preview/act4/S73.png를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원문·Claim 경계, 화면의 설명 순서와 운영 지침을 대조했다. 최종 PPT/Notes/PNG 대조 결과는 production/evaluation/FULL_DECK_PRESENTATION_REVISION.md에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S74 — 먼저 관찰하고, 그다음 가설을 세운다</a:t>
            </a:r>
          </a:p>
          <a:p xmlns:a="http://schemas.openxmlformats.org/drawingml/2006/main">
            <a:r>
              <a:t/>
            </a:r>
          </a:p>
          <a:p xmlns:a="http://schemas.openxmlformats.org/drawingml/2006/main">
            <a:r>
              <a:t>**Slide ID:**</a:t>
            </a:r>
          </a:p>
          <a:p xmlns:a="http://schemas.openxmlformats.org/drawingml/2006/main">
            <a:r>
              <a:t>S74</a:t>
            </a:r>
          </a:p>
          <a:p xmlns:a="http://schemas.openxmlformats.org/drawingml/2006/main">
            <a:r>
              <a:t/>
            </a:r>
          </a:p>
          <a:p xmlns:a="http://schemas.openxmlformats.org/drawingml/2006/main">
            <a:r>
              <a:t>**Working Title:**</a:t>
            </a:r>
          </a:p>
          <a:p xmlns:a="http://schemas.openxmlformats.org/drawingml/2006/main">
            <a:r>
              <a:t>먼저 관찰하고, 그다음 가설을 세운다</a:t>
            </a:r>
          </a:p>
          <a:p xmlns:a="http://schemas.openxmlformats.org/drawingml/2006/main">
            <a:r>
              <a:t/>
            </a:r>
          </a:p>
          <a:p xmlns:a="http://schemas.openxmlformats.org/drawingml/2006/main">
            <a:r>
              <a:t>**ACT / Section:**</a:t>
            </a:r>
          </a:p>
          <a:p xmlns:a="http://schemas.openxmlformats.org/drawingml/2006/main">
            <a:r>
              <a:t>ACT 4 / 4C  CAUSE / CHANGE</a:t>
            </a:r>
          </a:p>
          <a:p xmlns:a="http://schemas.openxmlformats.org/drawingml/2006/main">
            <a:r>
              <a:t/>
            </a:r>
          </a:p>
          <a:p xmlns:a="http://schemas.openxmlformats.org/drawingml/2006/main">
            <a:r>
              <a:t>**Allocated Time:**</a:t>
            </a:r>
          </a:p>
          <a:p xmlns:a="http://schemas.openxmlformats.org/drawingml/2006/main">
            <a:r>
              <a:t>2 minutes</a:t>
            </a:r>
          </a:p>
          <a:p xmlns:a="http://schemas.openxmlformats.org/drawingml/2006/main">
            <a:r>
              <a:t/>
            </a:r>
          </a:p>
          <a:p xmlns:a="http://schemas.openxmlformats.org/drawingml/2006/main">
            <a:r>
              <a:t>**Mode Split:**</a:t>
            </a:r>
          </a:p>
          <a:p xmlns:a="http://schemas.openxmlformats.org/drawingml/2006/main">
            <a:r>
              <a:t>Case 2분</a:t>
            </a:r>
          </a:p>
          <a:p xmlns:a="http://schemas.openxmlformats.org/drawingml/2006/main">
            <a:r>
              <a:t/>
            </a:r>
          </a:p>
          <a:p xmlns:a="http://schemas.openxmlformats.org/drawingml/2006/main">
            <a:r>
              <a:t>**Primary Message:**</a:t>
            </a:r>
          </a:p>
          <a:p xmlns:a="http://schemas.openxmlformats.org/drawingml/2006/main">
            <a:r>
              <a:t>실행된 절차, 현재 Project 문서, 재사용 Workflow, 실패가 나타난 위치를 먼저 살핀다. 관찰한 사실과 원인 판단은 별개다.</a:t>
            </a:r>
          </a:p>
          <a:p xmlns:a="http://schemas.openxmlformats.org/drawingml/2006/main">
            <a:r>
              <a:t/>
            </a:r>
          </a:p>
          <a:p xmlns:a="http://schemas.openxmlformats.org/drawingml/2006/main">
            <a:r>
              <a:t>**Opening Question:**</a:t>
            </a:r>
          </a:p>
          <a:p xmlns:a="http://schemas.openxmlformats.org/drawingml/2006/main">
            <a:r>
              <a:t>“원인을 추측하기 전에 무엇부터 확인해야 할까?”</a:t>
            </a:r>
          </a:p>
          <a:p xmlns:a="http://schemas.openxmlformats.org/drawingml/2006/main">
            <a:r>
              <a:t/>
            </a:r>
          </a:p>
          <a:p xmlns:a="http://schemas.openxmlformats.org/drawingml/2006/main">
            <a:r>
              <a:t>**Speaker Flow:**</a:t>
            </a:r>
          </a:p>
          <a:p xmlns:a="http://schemas.openxmlformats.org/drawingml/2006/main">
            <a:r>
              <a:t>1. (0:00–0:45 / Case) 왼쪽의 현재 기준 단위+통합, 재사용 지침 단위만은 가상 설정에 주어진 정보라고 밝힌다.</a:t>
            </a:r>
          </a:p>
          <a:p xmlns:a="http://schemas.openxmlformats.org/drawingml/2006/main">
            <a:r>
              <a:t>2. (0:45–1:30 / Case) 오른쪽의 “오래된 Workflow가 원인일 수 있다”는 원인 가설로 구분한다.</a:t>
            </a:r>
          </a:p>
          <a:p xmlns:a="http://schemas.openxmlformats.org/drawingml/2006/main">
            <a:r>
              <a:t>3. (1:30–2:00 / Case) 실제 문제라면 실행 경로와 실제 읽은 지침을 대조해야 한다고 정리한다. 이 사례의 실제 실행 기록은 만들지 않는다.</a:t>
            </a:r>
          </a:p>
          <a:p xmlns:a="http://schemas.openxmlformats.org/drawingml/2006/main">
            <a:r>
              <a:t/>
            </a:r>
          </a:p>
          <a:p xmlns:a="http://schemas.openxmlformats.org/drawingml/2006/main">
            <a:r>
              <a:t>**Evidence / Source:**</a:t>
            </a:r>
          </a:p>
          <a:p xmlns:a="http://schemas.openxmlformats.org/drawingml/2006/main">
            <a:r>
              <a:t>DEMO-04A  ·  scenario assumptions and inference</a:t>
            </a:r>
          </a:p>
          <a:p xmlns:a="http://schemas.openxmlformats.org/drawingml/2006/main">
            <a:r>
              <a:t/>
            </a:r>
          </a:p>
          <a:p xmlns:a="http://schemas.openxmlformats.org/drawingml/2006/main">
            <a:r>
              <a:t>**Claim Boundary:**</a:t>
            </a:r>
          </a:p>
          <a:p xmlns:a="http://schemas.openxmlformats.org/drawingml/2006/main">
            <a:r>
              <a:t>화면의 “scenario assumption”도 실제 Trial 관찰이 아니다. stale Workflow는 점검할 가설이지 확정 사실이 아니다.</a:t>
            </a:r>
          </a:p>
          <a:p xmlns:a="http://schemas.openxmlformats.org/drawingml/2006/main">
            <a:r>
              <a:t/>
            </a:r>
          </a:p>
          <a:p xmlns:a="http://schemas.openxmlformats.org/drawingml/2006/main">
            <a:r>
              <a:t>**Beginner Explanation:**</a:t>
            </a:r>
          </a:p>
          <a:p xmlns:a="http://schemas.openxmlformats.org/drawingml/2006/main">
            <a:r>
              <a:t>원인을 정하기 전 현재 지침과 따라간 절차를 맞춰 본다.</a:t>
            </a:r>
          </a:p>
          <a:p xmlns:a="http://schemas.openxmlformats.org/drawingml/2006/main">
            <a:r>
              <a:t/>
            </a:r>
          </a:p>
          <a:p xmlns:a="http://schemas.openxmlformats.org/drawingml/2006/main">
            <a:r>
              <a:t>**Advanced Insight:**</a:t>
            </a:r>
          </a:p>
          <a:p xmlns:a="http://schemas.openxmlformats.org/drawingml/2006/main">
            <a:r>
              <a:t>증거와 cause hypothesis의 확신 수준을 분리한다.</a:t>
            </a:r>
          </a:p>
          <a:p xmlns:a="http://schemas.openxmlformats.org/drawingml/2006/main">
            <a:r>
              <a:t/>
            </a:r>
          </a:p>
          <a:p xmlns:a="http://schemas.openxmlformats.org/drawingml/2006/main">
            <a:r>
              <a:t>**C++ Vision Bridge:**</a:t>
            </a:r>
          </a:p>
          <a:p xmlns:a="http://schemas.openxmlformats.org/drawingml/2006/main">
            <a:r>
              <a:t>없음.</a:t>
            </a:r>
          </a:p>
          <a:p xmlns:a="http://schemas.openxmlformats.org/drawingml/2006/main">
            <a:r>
              <a:t/>
            </a:r>
          </a:p>
          <a:p xmlns:a="http://schemas.openxmlformats.org/drawingml/2006/main">
            <a:r>
              <a:t>**Demo Operation:**</a:t>
            </a:r>
          </a:p>
          <a:p xmlns:a="http://schemas.openxmlformats.org/drawingml/2006/main">
            <a:r>
              <a:t>왼쪽 가상 설정과 오른쪽 확인할 가설을 비교한다. OBSERVED 제품 기록이나 실제 실행 경로처럼 표현하지 않는다.</a:t>
            </a:r>
          </a:p>
          <a:p xmlns:a="http://schemas.openxmlformats.org/drawingml/2006/main">
            <a:r>
              <a:t/>
            </a:r>
          </a:p>
          <a:p xmlns:a="http://schemas.openxmlformats.org/drawingml/2006/main">
            <a:r>
              <a:t>**Audience Interaction:**</a:t>
            </a:r>
          </a:p>
          <a:p xmlns:a="http://schemas.openxmlformats.org/drawingml/2006/main">
            <a:r>
              <a:t>두 칸을 읽고 어떤 문장이 가정이며 어떤 문장이 추론인지 구분해 본다. 답변 제출은 요구하지 않는다.</a:t>
            </a:r>
          </a:p>
          <a:p xmlns:a="http://schemas.openxmlformats.org/drawingml/2006/main">
            <a:r>
              <a:t/>
            </a:r>
          </a:p>
          <a:p xmlns:a="http://schemas.openxmlformats.org/drawingml/2006/main">
            <a:r>
              <a:t>**Transition:**</a:t>
            </a:r>
          </a:p>
          <a:p xmlns:a="http://schemas.openxmlformats.org/drawingml/2006/main">
            <a:r>
              <a:t>Workflow 원인이 확인됐다면 어느 범위까지 바꿔야 할까?</a:t>
            </a:r>
          </a:p>
          <a:p xmlns:a="http://schemas.openxmlformats.org/drawingml/2006/main">
            <a:r>
              <a:t/>
            </a:r>
          </a:p>
          <a:p xmlns:a="http://schemas.openxmlformats.org/drawingml/2006/main">
            <a:r>
              <a:t>**Time Management:**</a:t>
            </a:r>
          </a:p>
          <a:p xmlns:a="http://schemas.openxmlformats.org/drawingml/2006/main">
            <a:r>
              <a:t>Case 2분. 가상 전제와 실제 Evidence를 구별한다.</a:t>
            </a:r>
          </a:p>
          <a:p xmlns:a="http://schemas.openxmlformats.org/drawingml/2006/main">
            <a:r>
              <a:t/>
            </a:r>
          </a:p>
          <a:p xmlns:a="http://schemas.openxmlformats.org/drawingml/2006/main">
            <a:r>
              <a:t>**Fallback:**</a:t>
            </a:r>
          </a:p>
          <a:p xmlns:a="http://schemas.openxmlformats.org/drawingml/2006/main">
            <a:r>
              <a:t>LOCAL STATIC ARTIFACT — production/ACT_4.pptx의 S74와 production/preview/act4/S74.png를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원문·Claim 경계, 화면의 설명 순서와 운영 지침을 대조했다. 최종 PPT/Notes/PNG 대조 결과는 production/evaluation/FULL_DECK_PRESENTATION_REVISION.md에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S75 — Cause가 지지하는 최소 변경</a:t>
            </a:r>
          </a:p>
          <a:p xmlns:a="http://schemas.openxmlformats.org/drawingml/2006/main">
            <a:r>
              <a:t/>
            </a:r>
          </a:p>
          <a:p xmlns:a="http://schemas.openxmlformats.org/drawingml/2006/main">
            <a:r>
              <a:t>**Slide ID:**</a:t>
            </a:r>
          </a:p>
          <a:p xmlns:a="http://schemas.openxmlformats.org/drawingml/2006/main">
            <a:r>
              <a:t>S75</a:t>
            </a:r>
          </a:p>
          <a:p xmlns:a="http://schemas.openxmlformats.org/drawingml/2006/main">
            <a:r>
              <a:t/>
            </a:r>
          </a:p>
          <a:p xmlns:a="http://schemas.openxmlformats.org/drawingml/2006/main">
            <a:r>
              <a:t>**Working Title:**</a:t>
            </a:r>
          </a:p>
          <a:p xmlns:a="http://schemas.openxmlformats.org/drawingml/2006/main">
            <a:r>
              <a:t>Cause가 지지하는 최소 변경</a:t>
            </a:r>
          </a:p>
          <a:p xmlns:a="http://schemas.openxmlformats.org/drawingml/2006/main">
            <a:r>
              <a:t/>
            </a:r>
          </a:p>
          <a:p xmlns:a="http://schemas.openxmlformats.org/drawingml/2006/main">
            <a:r>
              <a:t>**ACT / Section:**</a:t>
            </a:r>
          </a:p>
          <a:p xmlns:a="http://schemas.openxmlformats.org/drawingml/2006/main">
            <a:r>
              <a:t>ACT 4 / 4C  CAUSE / CHANGE</a:t>
            </a:r>
          </a:p>
          <a:p xmlns:a="http://schemas.openxmlformats.org/drawingml/2006/main">
            <a:r>
              <a:t/>
            </a:r>
          </a:p>
          <a:p xmlns:a="http://schemas.openxmlformats.org/drawingml/2006/main">
            <a:r>
              <a:t>**Allocated Time:**</a:t>
            </a:r>
          </a:p>
          <a:p xmlns:a="http://schemas.openxmlformats.org/drawingml/2006/main">
            <a:r>
              <a:t>2 minutes</a:t>
            </a:r>
          </a:p>
          <a:p xmlns:a="http://schemas.openxmlformats.org/drawingml/2006/main">
            <a:r>
              <a:t/>
            </a:r>
          </a:p>
          <a:p xmlns:a="http://schemas.openxmlformats.org/drawingml/2006/main">
            <a:r>
              <a:t>**Mode Split:**</a:t>
            </a:r>
          </a:p>
          <a:p xmlns:a="http://schemas.openxmlformats.org/drawingml/2006/main">
            <a:r>
              <a:t>Lecture 1분 + Case 1분</a:t>
            </a:r>
          </a:p>
          <a:p xmlns:a="http://schemas.openxmlformats.org/drawingml/2006/main">
            <a:r>
              <a:t/>
            </a:r>
          </a:p>
          <a:p xmlns:a="http://schemas.openxmlformats.org/drawingml/2006/main">
            <a:r>
              <a:t>**Primary Message:**</a:t>
            </a:r>
          </a:p>
          <a:p xmlns:a="http://schemas.openxmlformats.org/drawingml/2006/main">
            <a:r>
              <a:t>이 사례에서 stale Workflow가 원인으로 확인됐다고 가정하면 우선 그 Workflow를 갱신한다. 중복된 오래된 지침은 원인일 때만 제거한다.</a:t>
            </a:r>
          </a:p>
          <a:p xmlns:a="http://schemas.openxmlformats.org/drawingml/2006/main">
            <a:r>
              <a:t/>
            </a:r>
          </a:p>
          <a:p xmlns:a="http://schemas.openxmlformats.org/drawingml/2006/main">
            <a:r>
              <a:t>**Opening Question:**</a:t>
            </a:r>
          </a:p>
          <a:p xmlns:a="http://schemas.openxmlformats.org/drawingml/2006/main">
            <a:r>
              <a:t>“얼마나 바꿔야 할까?”</a:t>
            </a:r>
          </a:p>
          <a:p xmlns:a="http://schemas.openxmlformats.org/drawingml/2006/main">
            <a:r>
              <a:t/>
            </a:r>
          </a:p>
          <a:p xmlns:a="http://schemas.openxmlformats.org/drawingml/2006/main">
            <a:r>
              <a:t>**Speaker Flow:**</a:t>
            </a:r>
          </a:p>
          <a:p xmlns:a="http://schemas.openxmlformats.org/drawingml/2006/main">
            <a:r>
              <a:t>1. (0:00–1:00 / Lecture) “Workflow가 원인으로 확인됐다면”이라는 조건을 먼저 읽고, 원인과 변경 범위를 맞추는 원칙을 설명한다.</a:t>
            </a:r>
          </a:p>
          <a:p xmlns:a="http://schemas.openxmlformats.org/drawingml/2006/main">
            <a:r>
              <a:t>2. (1:00–2:00 / Case) 가상 Workflow의 검증 대상 지시를 단위에서 단위+통합으로 갱신하는 설계를 가리킨다. 불필요한 전역 규칙이나 다른 파일을 함께 바꿀 이유는 제시하지 않는다.</a:t>
            </a:r>
          </a:p>
          <a:p xmlns:a="http://schemas.openxmlformats.org/drawingml/2006/main">
            <a:r>
              <a:t/>
            </a:r>
          </a:p>
          <a:p xmlns:a="http://schemas.openxmlformats.org/drawingml/2006/main">
            <a:r>
              <a:t>**Evidence / Source:**</a:t>
            </a:r>
          </a:p>
          <a:p xmlns:a="http://schemas.openxmlformats.org/drawingml/2006/main">
            <a:r>
              <a:t>DEMO-04A  ·  conceptual cause-to-change path</a:t>
            </a:r>
          </a:p>
          <a:p xmlns:a="http://schemas.openxmlformats.org/drawingml/2006/main">
            <a:r>
              <a:t/>
            </a:r>
          </a:p>
          <a:p xmlns:a="http://schemas.openxmlformats.org/drawingml/2006/main">
            <a:r>
              <a:t>**Claim Boundary:**</a:t>
            </a:r>
          </a:p>
          <a:p xmlns:a="http://schemas.openxmlformats.org/drawingml/2006/main">
            <a:r>
              <a:t>가상 사례의 조건부 대응이다. 실제 Product 변경이나 Trial 결과가 아니며, “최소”는 무조건 적게 바꾸라는 뜻이 아니다.</a:t>
            </a:r>
          </a:p>
          <a:p xmlns:a="http://schemas.openxmlformats.org/drawingml/2006/main">
            <a:r>
              <a:t/>
            </a:r>
          </a:p>
          <a:p xmlns:a="http://schemas.openxmlformats.org/drawingml/2006/main">
            <a:r>
              <a:t>**Beginner Explanation:**</a:t>
            </a:r>
          </a:p>
          <a:p xmlns:a="http://schemas.openxmlformats.org/drawingml/2006/main">
            <a:r>
              <a:t>새 규칙을 더하기 전에 실제 원인이 있는 곳을 고친다.</a:t>
            </a:r>
          </a:p>
          <a:p xmlns:a="http://schemas.openxmlformats.org/drawingml/2006/main">
            <a:r>
              <a:t/>
            </a:r>
          </a:p>
          <a:p xmlns:a="http://schemas.openxmlformats.org/drawingml/2006/main">
            <a:r>
              <a:t>**Advanced Insight:**</a:t>
            </a:r>
          </a:p>
          <a:p xmlns:a="http://schemas.openxmlformats.org/drawingml/2006/main">
            <a:r>
              <a:t>Cause가 지지하는 가장 작은 durable change를 정한다.</a:t>
            </a:r>
          </a:p>
          <a:p xmlns:a="http://schemas.openxmlformats.org/drawingml/2006/main">
            <a:r>
              <a:t/>
            </a:r>
          </a:p>
          <a:p xmlns:a="http://schemas.openxmlformats.org/drawingml/2006/main">
            <a:r>
              <a:t>**C++ Vision Bridge:**</a:t>
            </a:r>
          </a:p>
          <a:p xmlns:a="http://schemas.openxmlformats.org/drawingml/2006/main">
            <a:r>
              <a:t>없음.</a:t>
            </a:r>
          </a:p>
          <a:p xmlns:a="http://schemas.openxmlformats.org/drawingml/2006/main">
            <a:r>
              <a:t/>
            </a:r>
          </a:p>
          <a:p xmlns:a="http://schemas.openxmlformats.org/drawingml/2006/main">
            <a:r>
              <a:t>**Demo Operation:**</a:t>
            </a:r>
          </a:p>
          <a:p xmlns:a="http://schemas.openxmlformats.org/drawingml/2006/main">
            <a:r>
              <a:t>화면의 두 지침은 가상 Before/After 설계다. 실제 변경 diff나 실행 결과가 아니다. 원인 확인 조건을 계속 유지한다.</a:t>
            </a:r>
          </a:p>
          <a:p xmlns:a="http://schemas.openxmlformats.org/drawingml/2006/main">
            <a:r>
              <a:t/>
            </a:r>
          </a:p>
          <a:p xmlns:a="http://schemas.openxmlformats.org/drawingml/2006/main">
            <a:r>
              <a:t>**Audience Interaction:**</a:t>
            </a:r>
          </a:p>
          <a:p xmlns:a="http://schemas.openxmlformats.org/drawingml/2006/main">
            <a:r>
              <a:t>조건이 바뀌면 수정 대상도 바뀔 수 있음을 잠시 생각하게 한다.</a:t>
            </a:r>
          </a:p>
          <a:p xmlns:a="http://schemas.openxmlformats.org/drawingml/2006/main">
            <a:r>
              <a:t/>
            </a:r>
          </a:p>
          <a:p xmlns:a="http://schemas.openxmlformats.org/drawingml/2006/main">
            <a:r>
              <a:t>**Transition:**</a:t>
            </a:r>
          </a:p>
          <a:p xmlns:a="http://schemas.openxmlformats.org/drawingml/2006/main">
            <a:r>
              <a:t>변경 뒤 같은 Task를 다시 통과하면 Harness는 충분히 검증된 걸까?</a:t>
            </a:r>
          </a:p>
          <a:p xmlns:a="http://schemas.openxmlformats.org/drawingml/2006/main">
            <a:r>
              <a:t/>
            </a:r>
          </a:p>
          <a:p xmlns:a="http://schemas.openxmlformats.org/drawingml/2006/main">
            <a:r>
              <a:t>**Time Management:**</a:t>
            </a:r>
          </a:p>
          <a:p xmlns:a="http://schemas.openxmlformats.org/drawingml/2006/main">
            <a:r>
              <a:t>Lecture 1분은 원칙, Case 1분은 가상 workflow 변화에 쓴다.</a:t>
            </a:r>
          </a:p>
          <a:p xmlns:a="http://schemas.openxmlformats.org/drawingml/2006/main">
            <a:r>
              <a:t/>
            </a:r>
          </a:p>
          <a:p xmlns:a="http://schemas.openxmlformats.org/drawingml/2006/main">
            <a:r>
              <a:t>**Fallback:**</a:t>
            </a:r>
          </a:p>
          <a:p xmlns:a="http://schemas.openxmlformats.org/drawingml/2006/main">
            <a:r>
              <a:t>LOCAL STATIC ARTIFACT — production/ACT_4.pptx의 S75와 production/preview/act4/S75.png를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원문·Claim 경계, 화면의 설명 순서와 운영 지침을 대조했다. 최종 PPT/Notes/PNG 대조 결과는 production/evaluation/FULL_DECK_PRESENTATION_REVISION.md에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S76 — 같은 Task의 재실행만으로 충분할까?</a:t>
            </a:r>
          </a:p>
          <a:p xmlns:a="http://schemas.openxmlformats.org/drawingml/2006/main">
            <a:r>
              <a:t/>
            </a:r>
          </a:p>
          <a:p xmlns:a="http://schemas.openxmlformats.org/drawingml/2006/main">
            <a:r>
              <a:t>**Slide ID:**</a:t>
            </a:r>
          </a:p>
          <a:p xmlns:a="http://schemas.openxmlformats.org/drawingml/2006/main">
            <a:r>
              <a:t>S76</a:t>
            </a:r>
          </a:p>
          <a:p xmlns:a="http://schemas.openxmlformats.org/drawingml/2006/main">
            <a:r>
              <a:t/>
            </a:r>
          </a:p>
          <a:p xmlns:a="http://schemas.openxmlformats.org/drawingml/2006/main">
            <a:r>
              <a:t>**Working Title:**</a:t>
            </a:r>
          </a:p>
          <a:p xmlns:a="http://schemas.openxmlformats.org/drawingml/2006/main">
            <a:r>
              <a:t>같은 Task의 재실행만으로 충분할까?</a:t>
            </a:r>
          </a:p>
          <a:p xmlns:a="http://schemas.openxmlformats.org/drawingml/2006/main">
            <a:r>
              <a:t/>
            </a:r>
          </a:p>
          <a:p xmlns:a="http://schemas.openxmlformats.org/drawingml/2006/main">
            <a:r>
              <a:t>**ACT / Section:**</a:t>
            </a:r>
          </a:p>
          <a:p xmlns:a="http://schemas.openxmlformats.org/drawingml/2006/main">
            <a:r>
              <a:t>ACT 4 / 4D  EVALUATION &amp; REGRESSION</a:t>
            </a:r>
          </a:p>
          <a:p xmlns:a="http://schemas.openxmlformats.org/drawingml/2006/main">
            <a:r>
              <a:t/>
            </a:r>
          </a:p>
          <a:p xmlns:a="http://schemas.openxmlformats.org/drawingml/2006/main">
            <a:r>
              <a:t>**Allocated Time:**</a:t>
            </a:r>
          </a:p>
          <a:p xmlns:a="http://schemas.openxmlformats.org/drawingml/2006/main">
            <a:r>
              <a:t>4 minutes</a:t>
            </a:r>
          </a:p>
          <a:p xmlns:a="http://schemas.openxmlformats.org/drawingml/2006/main">
            <a:r>
              <a:t/>
            </a:r>
          </a:p>
          <a:p xmlns:a="http://schemas.openxmlformats.org/drawingml/2006/main">
            <a:r>
              <a:t>**Mode Split:**</a:t>
            </a:r>
          </a:p>
          <a:p xmlns:a="http://schemas.openxmlformats.org/drawingml/2006/main">
            <a:r>
              <a:t>Lecture 1분 + Case 3분</a:t>
            </a:r>
          </a:p>
          <a:p xmlns:a="http://schemas.openxmlformats.org/drawingml/2006/main">
            <a:r>
              <a:t/>
            </a:r>
          </a:p>
          <a:p xmlns:a="http://schemas.openxmlformats.org/drawingml/2006/main">
            <a:r>
              <a:t>**Primary Message:**</a:t>
            </a:r>
          </a:p>
          <a:p xmlns:a="http://schemas.openxmlformats.org/drawingml/2006/main">
            <a:r>
              <a:t>같은 Task의 재실행은 필요하지만 그것만으로 변경이 인접 작업에 영향을 주지 않는지는 알 수 없다.</a:t>
            </a:r>
          </a:p>
          <a:p xmlns:a="http://schemas.openxmlformats.org/drawingml/2006/main">
            <a:r>
              <a:t/>
            </a:r>
          </a:p>
          <a:p xmlns:a="http://schemas.openxmlformats.org/drawingml/2006/main">
            <a:r>
              <a:t>**Opening Question:**</a:t>
            </a:r>
          </a:p>
          <a:p xmlns:a="http://schemas.openxmlformats.org/drawingml/2006/main">
            <a:r>
              <a:t>“Failure가 사라졌으면 Harness fix가 끝난 걸까?”</a:t>
            </a:r>
          </a:p>
          <a:p xmlns:a="http://schemas.openxmlformats.org/drawingml/2006/main">
            <a:r>
              <a:t/>
            </a:r>
          </a:p>
          <a:p xmlns:a="http://schemas.openxmlformats.org/drawingml/2006/main">
            <a:r>
              <a:t>**Speaker Flow:**</a:t>
            </a:r>
          </a:p>
          <a:p xmlns:a="http://schemas.openxmlformats.org/drawingml/2006/main">
            <a:r>
              <a:t>1. (0:00–1:00 / Lecture) 왼쪽은 이번 작업의 요청 범위를 다시 다루는지 묻는 검증이라고 설명한다.</a:t>
            </a:r>
          </a:p>
          <a:p xmlns:a="http://schemas.openxmlformats.org/drawingml/2006/main">
            <a:r>
              <a:t>2. (1:00–2:30 / Case) 오른쪽은 바뀐 지침이 다른 유효한 작업을 방해하는지 묻는 질문임을 비교한다.</a:t>
            </a:r>
          </a:p>
          <a:p xmlns:a="http://schemas.openxmlformats.org/drawingml/2006/main">
            <a:r>
              <a:t>3. (2:30–4:00 / Case) 두 질문의 범위가 다르므로 대표 작업을 고르는 평가 설계가 필요하다고 연결한다. 어느 결과도 통과했다고 말하지 않는다.</a:t>
            </a:r>
          </a:p>
          <a:p xmlns:a="http://schemas.openxmlformats.org/drawingml/2006/main">
            <a:r>
              <a:t/>
            </a:r>
          </a:p>
          <a:p xmlns:a="http://schemas.openxmlformats.org/drawingml/2006/main">
            <a:r>
              <a:t>**Evidence / Source:**</a:t>
            </a:r>
          </a:p>
          <a:p xmlns:a="http://schemas.openxmlformats.org/drawingml/2006/main">
            <a:r>
              <a:t>DEMO-04A  ·  designed rerun and system evaluation path</a:t>
            </a:r>
          </a:p>
          <a:p xmlns:a="http://schemas.openxmlformats.org/drawingml/2006/main">
            <a:r>
              <a:t/>
            </a:r>
          </a:p>
          <a:p xmlns:a="http://schemas.openxmlformats.org/drawingml/2006/main">
            <a:r>
              <a:t>**Claim Boundary:**</a:t>
            </a:r>
          </a:p>
          <a:p xmlns:a="http://schemas.openxmlformats.org/drawingml/2006/main">
            <a:r>
              <a:t>이 재실행과 확장 검증은 conceptual design이다. 실행 결과, pass count, regression success를 보여주지 않는다.</a:t>
            </a:r>
          </a:p>
          <a:p xmlns:a="http://schemas.openxmlformats.org/drawingml/2006/main">
            <a:r>
              <a:t/>
            </a:r>
          </a:p>
          <a:p xmlns:a="http://schemas.openxmlformats.org/drawingml/2006/main">
            <a:r>
              <a:t>**Beginner Explanation:**</a:t>
            </a:r>
          </a:p>
          <a:p xmlns:a="http://schemas.openxmlformats.org/drawingml/2006/main">
            <a:r>
              <a:t>이번 작업이 다시 되는지와 다른 작업도 안전한지는 별도 질문이다.</a:t>
            </a:r>
          </a:p>
          <a:p xmlns:a="http://schemas.openxmlformats.org/drawingml/2006/main">
            <a:r>
              <a:t/>
            </a:r>
          </a:p>
          <a:p xmlns:a="http://schemas.openxmlformats.org/drawingml/2006/main">
            <a:r>
              <a:t>**Advanced Insight:**</a:t>
            </a:r>
          </a:p>
          <a:p xmlns:a="http://schemas.openxmlformats.org/drawingml/2006/main">
            <a:r>
              <a:t>Task recovery는 필요 조건일 수 있어도 Harness-level validation을 대신하지 않는다.</a:t>
            </a:r>
          </a:p>
          <a:p xmlns:a="http://schemas.openxmlformats.org/drawingml/2006/main">
            <a:r>
              <a:t/>
            </a:r>
          </a:p>
          <a:p xmlns:a="http://schemas.openxmlformats.org/drawingml/2006/main">
            <a:r>
              <a:t>**C++ Vision Bridge:**</a:t>
            </a:r>
          </a:p>
          <a:p xmlns:a="http://schemas.openxmlformats.org/drawingml/2006/main">
            <a:r>
              <a:t>같은 build/test 시나리오 재실행은 필요하지만 전체 회귀 위험을 모두 해소하지 않는다.</a:t>
            </a:r>
          </a:p>
          <a:p xmlns:a="http://schemas.openxmlformats.org/drawingml/2006/main">
            <a:r>
              <a:t/>
            </a:r>
          </a:p>
          <a:p xmlns:a="http://schemas.openxmlformats.org/drawingml/2006/main">
            <a:r>
              <a:t>**Demo Operation:**</a:t>
            </a:r>
          </a:p>
          <a:p xmlns:a="http://schemas.openxmlformats.org/drawingml/2006/main">
            <a:r>
              <a:t>이번 작업과 다른 작업의 검증 질문 두 영역을 비교한다. 실제 재실행이나 회귀 성공 결과는 없다.</a:t>
            </a:r>
          </a:p>
          <a:p xmlns:a="http://schemas.openxmlformats.org/drawingml/2006/main">
            <a:r>
              <a:t/>
            </a:r>
          </a:p>
          <a:p xmlns:a="http://schemas.openxmlformats.org/drawingml/2006/main">
            <a:r>
              <a:t>**Audience Interaction:**</a:t>
            </a:r>
          </a:p>
          <a:p xmlns:a="http://schemas.openxmlformats.org/drawingml/2006/main">
            <a:r>
              <a:t>두 확인 질문의 범위가 다른 점을 비교한다.</a:t>
            </a:r>
          </a:p>
          <a:p xmlns:a="http://schemas.openxmlformats.org/drawingml/2006/main">
            <a:r>
              <a:t/>
            </a:r>
          </a:p>
          <a:p xmlns:a="http://schemas.openxmlformats.org/drawingml/2006/main">
            <a:r>
              <a:t>**Transition:**</a:t>
            </a:r>
          </a:p>
          <a:p xmlns:a="http://schemas.openxmlformats.org/drawingml/2006/main">
            <a:r>
              <a:t>변경이 닿는 다른 작업 표면은 어떤 대표 Task로 볼까?</a:t>
            </a:r>
          </a:p>
          <a:p xmlns:a="http://schemas.openxmlformats.org/drawingml/2006/main">
            <a:r>
              <a:t/>
            </a:r>
          </a:p>
          <a:p xmlns:a="http://schemas.openxmlformats.org/drawingml/2006/main">
            <a:r>
              <a:t>**Time Management:**</a:t>
            </a:r>
          </a:p>
          <a:p xmlns:a="http://schemas.openxmlformats.org/drawingml/2006/main">
            <a:r>
              <a:t>Lecture 1분 + Case 3분. 구체적인 pass/fail을 만들지 않는다.</a:t>
            </a:r>
          </a:p>
          <a:p xmlns:a="http://schemas.openxmlformats.org/drawingml/2006/main">
            <a:r>
              <a:t/>
            </a:r>
          </a:p>
          <a:p xmlns:a="http://schemas.openxmlformats.org/drawingml/2006/main">
            <a:r>
              <a:t>**Fallback:**</a:t>
            </a:r>
          </a:p>
          <a:p xmlns:a="http://schemas.openxmlformats.org/drawingml/2006/main">
            <a:r>
              <a:t>LOCAL STATIC ARTIFACT — production/ACT_4.pptx의 S76와 production/preview/act4/S76.png를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원문·Claim 경계, 화면의 설명 순서와 운영 지침을 대조했다. 최종 PPT/Notes/PNG 대조 결과는 production/evaluation/FULL_DECK_PRESENTATION_REVISION.md에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S77 — 대표 작업으로 변경 범위를 확인하기</a:t>
            </a:r>
          </a:p>
          <a:p xmlns:a="http://schemas.openxmlformats.org/drawingml/2006/main">
            <a:r>
              <a:t/>
            </a:r>
          </a:p>
          <a:p xmlns:a="http://schemas.openxmlformats.org/drawingml/2006/main">
            <a:r>
              <a:t>**Slide ID:**</a:t>
            </a:r>
          </a:p>
          <a:p xmlns:a="http://schemas.openxmlformats.org/drawingml/2006/main">
            <a:r>
              <a:t>S77</a:t>
            </a:r>
          </a:p>
          <a:p xmlns:a="http://schemas.openxmlformats.org/drawingml/2006/main">
            <a:r>
              <a:t/>
            </a:r>
          </a:p>
          <a:p xmlns:a="http://schemas.openxmlformats.org/drawingml/2006/main">
            <a:r>
              <a:t>**Working Title:**</a:t>
            </a:r>
          </a:p>
          <a:p xmlns:a="http://schemas.openxmlformats.org/drawingml/2006/main">
            <a:r>
              <a:t>대표 작업으로 변경 범위를 확인하기</a:t>
            </a:r>
          </a:p>
          <a:p xmlns:a="http://schemas.openxmlformats.org/drawingml/2006/main">
            <a:r>
              <a:t/>
            </a:r>
          </a:p>
          <a:p xmlns:a="http://schemas.openxmlformats.org/drawingml/2006/main">
            <a:r>
              <a:t>**ACT / Section:**</a:t>
            </a:r>
          </a:p>
          <a:p xmlns:a="http://schemas.openxmlformats.org/drawingml/2006/main">
            <a:r>
              <a:t>ACT 4 / 4D  EVALUATION &amp; REGRESSION</a:t>
            </a:r>
          </a:p>
          <a:p xmlns:a="http://schemas.openxmlformats.org/drawingml/2006/main">
            <a:r>
              <a:t/>
            </a:r>
          </a:p>
          <a:p xmlns:a="http://schemas.openxmlformats.org/drawingml/2006/main">
            <a:r>
              <a:t>**Allocated Time:**</a:t>
            </a:r>
          </a:p>
          <a:p xmlns:a="http://schemas.openxmlformats.org/drawingml/2006/main">
            <a:r>
              <a:t>5 minutes</a:t>
            </a:r>
          </a:p>
          <a:p xmlns:a="http://schemas.openxmlformats.org/drawingml/2006/main">
            <a:r>
              <a:t/>
            </a:r>
          </a:p>
          <a:p xmlns:a="http://schemas.openxmlformats.org/drawingml/2006/main">
            <a:r>
              <a:t>**Mode Split:**</a:t>
            </a:r>
          </a:p>
          <a:p xmlns:a="http://schemas.openxmlformats.org/drawingml/2006/main">
            <a:r>
              <a:t>Demo 5분 (VISUAL / CAPTURED conceptual matrix)</a:t>
            </a:r>
          </a:p>
          <a:p xmlns:a="http://schemas.openxmlformats.org/drawingml/2006/main">
            <a:r>
              <a:t/>
            </a:r>
          </a:p>
          <a:p xmlns:a="http://schemas.openxmlformats.org/drawingml/2006/main">
            <a:r>
              <a:t>**Primary Message:**</a:t>
            </a:r>
          </a:p>
          <a:p xmlns:a="http://schemas.openxmlformats.org/drawingml/2006/main">
            <a:r>
              <a:t>평가 작업의 수보다 서로 다른 사용 표면과 회귀 위험을 대표하는지가 중요하다. EVAL-01/02의 별도 과거 관찰 참고와 EVAL-03/04의 설계 사례를 구분하며, 이 Workflow 변경 뒤의 실행 결과는 없다.</a:t>
            </a:r>
          </a:p>
          <a:p xmlns:a="http://schemas.openxmlformats.org/drawingml/2006/main">
            <a:r>
              <a:t/>
            </a:r>
          </a:p>
          <a:p xmlns:a="http://schemas.openxmlformats.org/drawingml/2006/main">
            <a:r>
              <a:t>**Opening Question:**</a:t>
            </a:r>
          </a:p>
          <a:p xmlns:a="http://schemas.openxmlformats.org/drawingml/2006/main">
            <a:r>
              <a:t>“무엇을 대표 Task로 고를까?”</a:t>
            </a:r>
          </a:p>
          <a:p xmlns:a="http://schemas.openxmlformats.org/drawingml/2006/main">
            <a:r>
              <a:t/>
            </a:r>
          </a:p>
          <a:p xmlns:a="http://schemas.openxmlformats.org/drawingml/2006/main">
            <a:r>
              <a:t>**Speaker Flow:**</a:t>
            </a:r>
          </a:p>
          <a:p xmlns:a="http://schemas.openxmlformats.org/drawingml/2006/main">
            <a:r>
              <a:t>1. (0:00–1:00 / VISUAL Demo) “작업 수보다 서로 다른 위험을 덮는가?”라는 기준을 연다.</a:t>
            </a:r>
          </a:p>
          <a:p xmlns:a="http://schemas.openxmlformats.org/drawingml/2006/main">
            <a:r>
              <a:t>2. (1:00–2:00 / VISUAL Demo) 버그 수정은 동작 계약, 성능 변경은 측정과 검증 범위를 확인하기 위한 선택임을 짚는다. 우측 실선의 TRIAL-002와 STATE-04-PERF는 별도 과거 관찰 참고다.</a:t>
            </a:r>
          </a:p>
          <a:p xmlns:a="http://schemas.openxmlformats.org/drawingml/2006/main">
            <a:r>
              <a:t>3. (2:00–4:00 / VISUAL Demo) 문서만 수정하는 작업에는 불필요한 절차가 강요되지 않는지, 작은 리팩터링에는 유효한 다른 작업이 방해받지 않는지 묻는다. 두 행은 점선의 설계 사례이며 결과가 없다.</a:t>
            </a:r>
          </a:p>
          <a:p xmlns:a="http://schemas.openxmlformats.org/drawingml/2006/main">
            <a:r>
              <a:t>4. (4:00–5:00 / VISUAL Demo) 네 작업 모두 이번 가상 Workflow 변경 후 수행된 평가가 아님을 말하고 대표성을 기준으로 회수한다.</a:t>
            </a:r>
          </a:p>
          <a:p xmlns:a="http://schemas.openxmlformats.org/drawingml/2006/main">
            <a:r>
              <a:t/>
            </a:r>
          </a:p>
          <a:p xmlns:a="http://schemas.openxmlformats.org/drawingml/2006/main">
            <a:r>
              <a:t>화면 진행: 각 행의 상태를 먼저 읽는다. EVAL-01/02의 과거 관찰 참고는 새 Workflow 평가 결과가 아니며 EVAL-03/04는 설계 사례다. 네 행 모두 변경 후 평가 PASS/FAIL이나 완료 결과를 표시하지 않는다.</a:t>
            </a:r>
          </a:p>
          <a:p xmlns:a="http://schemas.openxmlformats.org/drawingml/2006/main">
            <a:r>
              <a:t/>
            </a:r>
          </a:p>
          <a:p xmlns:a="http://schemas.openxmlformats.org/drawingml/2006/main">
            <a:r>
              <a:t>**Evidence / Source:**</a:t>
            </a:r>
          </a:p>
          <a:p xmlns:a="http://schemas.openxmlformats.org/drawingml/2006/main">
            <a:r>
              <a:t>DEMO-10  ·  EVAL-01/02 prior Product references; EVAL-03/04 designed</a:t>
            </a:r>
          </a:p>
          <a:p xmlns:a="http://schemas.openxmlformats.org/drawingml/2006/main">
            <a:r>
              <a:t/>
            </a:r>
          </a:p>
          <a:p xmlns:a="http://schemas.openxmlformats.org/drawingml/2006/main">
            <a:r>
              <a:t>**Claim Boundary:**</a:t>
            </a:r>
          </a:p>
          <a:p xmlns:a="http://schemas.openxmlformats.org/drawingml/2006/main">
            <a:r>
              <a:t>EVAL-01/02는 별도 Product task chain의 기존 참고 Evidence다. EVAL-03/04는 설계 사례이며 결과가 없다. 이번 stale-Workflow 변경 뒤의 PASS/FAIL 또는 새 Trial은 없다.</a:t>
            </a:r>
          </a:p>
          <a:p xmlns:a="http://schemas.openxmlformats.org/drawingml/2006/main">
            <a:r>
              <a:t/>
            </a:r>
          </a:p>
          <a:p xmlns:a="http://schemas.openxmlformats.org/drawingml/2006/main">
            <a:r>
              <a:t>**Beginner Explanation:**</a:t>
            </a:r>
          </a:p>
          <a:p xmlns:a="http://schemas.openxmlformats.org/drawingml/2006/main">
            <a:r>
              <a:t>대표 작업은 다른 사용 방식을 확인하도록 골라야 한다.</a:t>
            </a:r>
          </a:p>
          <a:p xmlns:a="http://schemas.openxmlformats.org/drawingml/2006/main">
            <a:r>
              <a:t/>
            </a:r>
          </a:p>
          <a:p xmlns:a="http://schemas.openxmlformats.org/drawingml/2006/main">
            <a:r>
              <a:t>**Advanced Insight:**</a:t>
            </a:r>
          </a:p>
          <a:p xmlns:a="http://schemas.openxmlformats.org/drawingml/2006/main">
            <a:r>
              <a:t>변경이 닿는 흔한 표면, 알려진 회귀 위험, 비교 대상이 없을 수 있는 task를 나눠 본다.</a:t>
            </a:r>
          </a:p>
          <a:p xmlns:a="http://schemas.openxmlformats.org/drawingml/2006/main">
            <a:r>
              <a:t/>
            </a:r>
          </a:p>
          <a:p xmlns:a="http://schemas.openxmlformats.org/drawingml/2006/main">
            <a:r>
              <a:t>**C++ Vision Bridge:**</a:t>
            </a:r>
          </a:p>
          <a:p xmlns:a="http://schemas.openxmlformats.org/drawingml/2006/main">
            <a:r>
              <a:t>Contextual only: 대표 작업 선택은 Vision build, benchmark, docs 같은 surface에 적용할 수 있지만 별도 C++ case는 만들지 않는다.</a:t>
            </a:r>
          </a:p>
          <a:p xmlns:a="http://schemas.openxmlformats.org/drawingml/2006/main">
            <a:r>
              <a:t/>
            </a:r>
          </a:p>
          <a:p xmlns:a="http://schemas.openxmlformats.org/drawingml/2006/main">
            <a:r>
              <a:t>**Demo Operation:**</a:t>
            </a:r>
          </a:p>
          <a:p xmlns:a="http://schemas.openxmlformats.org/drawingml/2006/main">
            <a:r>
              <a:t>중앙은 네 평가 작업의 선정 이유, 우측은 분리된 참고 근거/설계 상태다. EVAL-01/02의 과거 관찰 참고와 EVAL-03/04의 설계를 선과 색으로 구분한다. 새 실행·PASS/FAIL 결과는 표시하지 않는다.</a:t>
            </a:r>
          </a:p>
          <a:p xmlns:a="http://schemas.openxmlformats.org/drawingml/2006/main">
            <a:r>
              <a:t/>
            </a:r>
          </a:p>
          <a:p xmlns:a="http://schemas.openxmlformats.org/drawingml/2006/main">
            <a:r>
              <a:t>**Audience Interaction:**</a:t>
            </a:r>
          </a:p>
          <a:p xmlns:a="http://schemas.openxmlformats.org/drawingml/2006/main">
            <a:r>
              <a:t>작업 이름보다 가운데 확인 질문을 읽도록 유도한다. 평가 작업을 많이 모으는 대신 어떤 위험을 보려는지 생각하게 한다.</a:t>
            </a:r>
          </a:p>
          <a:p xmlns:a="http://schemas.openxmlformats.org/drawingml/2006/main">
            <a:r>
              <a:t/>
            </a:r>
          </a:p>
          <a:p xmlns:a="http://schemas.openxmlformats.org/drawingml/2006/main">
            <a:r>
              <a:t>**Transition:**</a:t>
            </a:r>
          </a:p>
          <a:p xmlns:a="http://schemas.openxmlformats.org/drawingml/2006/main">
            <a:r>
              <a:t>실패마다 규칙을 하나씩 더하면 평가 범위가 커지기만 할까?</a:t>
            </a:r>
          </a:p>
          <a:p xmlns:a="http://schemas.openxmlformats.org/drawingml/2006/main">
            <a:r>
              <a:t/>
            </a:r>
          </a:p>
          <a:p xmlns:a="http://schemas.openxmlformats.org/drawingml/2006/main">
            <a:r>
              <a:t>**Time Management:**</a:t>
            </a:r>
          </a:p>
          <a:p xmlns:a="http://schemas.openxmlformats.org/drawingml/2006/main">
            <a:r>
              <a:t>Demo 5분은 static matrix 설명에 사용한다. 네 EVAL을 실제로 실행하지 않는다.</a:t>
            </a:r>
          </a:p>
          <a:p xmlns:a="http://schemas.openxmlformats.org/drawingml/2006/main">
            <a:r>
              <a:t/>
            </a:r>
          </a:p>
          <a:p xmlns:a="http://schemas.openxmlformats.org/drawingml/2006/main">
            <a:r>
              <a:t>**Fallback:**</a:t>
            </a:r>
          </a:p>
          <a:p xmlns:a="http://schemas.openxmlformats.org/drawingml/2006/main">
            <a:r>
              <a:t>LOCAL STATIC ARTIFACT — production/ACT_4.pptx의 S77와 production/preview/act4/S77.png를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DEC-0030에서 승인한 화면 강조와 운영 Cue를 정렬했다. 최종 PPT/Notes/PNG 대조와 렌더 검토 결과는 production/evaluation/FULL_DECK_PRESENTATION_POLISH.md에 기록한다. Windows PowerPoint, 발표 PC 글꼴, 교육장 투사, 제품·계정,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S78 — Harness도 특정 실패에 맞춰 과적합될 수 있다</a:t>
            </a:r>
          </a:p>
          <a:p xmlns:a="http://schemas.openxmlformats.org/drawingml/2006/main">
            <a:r>
              <a:t/>
            </a:r>
          </a:p>
          <a:p xmlns:a="http://schemas.openxmlformats.org/drawingml/2006/main">
            <a:r>
              <a:t>**Slide ID:**</a:t>
            </a:r>
          </a:p>
          <a:p xmlns:a="http://schemas.openxmlformats.org/drawingml/2006/main">
            <a:r>
              <a:t>S78</a:t>
            </a:r>
          </a:p>
          <a:p xmlns:a="http://schemas.openxmlformats.org/drawingml/2006/main">
            <a:r>
              <a:t/>
            </a:r>
          </a:p>
          <a:p xmlns:a="http://schemas.openxmlformats.org/drawingml/2006/main">
            <a:r>
              <a:t>**Working Title:**</a:t>
            </a:r>
          </a:p>
          <a:p xmlns:a="http://schemas.openxmlformats.org/drawingml/2006/main">
            <a:r>
              <a:t>Harness도 특정 실패에 맞춰 과적합될 수 있다</a:t>
            </a:r>
          </a:p>
          <a:p xmlns:a="http://schemas.openxmlformats.org/drawingml/2006/main">
            <a:r>
              <a:t/>
            </a:r>
          </a:p>
          <a:p xmlns:a="http://schemas.openxmlformats.org/drawingml/2006/main">
            <a:r>
              <a:t>**ACT / Section:**</a:t>
            </a:r>
          </a:p>
          <a:p xmlns:a="http://schemas.openxmlformats.org/drawingml/2006/main">
            <a:r>
              <a:t>ACT 4 / 4D  EVALUATION &amp; REGRESSION</a:t>
            </a:r>
          </a:p>
          <a:p xmlns:a="http://schemas.openxmlformats.org/drawingml/2006/main">
            <a:r>
              <a:t/>
            </a:r>
          </a:p>
          <a:p xmlns:a="http://schemas.openxmlformats.org/drawingml/2006/main">
            <a:r>
              <a:t>**Allocated Time:**</a:t>
            </a:r>
          </a:p>
          <a:p xmlns:a="http://schemas.openxmlformats.org/drawingml/2006/main">
            <a:r>
              <a:t>4 minutes</a:t>
            </a:r>
          </a:p>
          <a:p xmlns:a="http://schemas.openxmlformats.org/drawingml/2006/main">
            <a:r>
              <a:t/>
            </a:r>
          </a:p>
          <a:p xmlns:a="http://schemas.openxmlformats.org/drawingml/2006/main">
            <a:r>
              <a:t>**Mode Split:**</a:t>
            </a:r>
          </a:p>
          <a:p xmlns:a="http://schemas.openxmlformats.org/drawingml/2006/main">
            <a:r>
              <a:t>Lecture 4분</a:t>
            </a:r>
          </a:p>
          <a:p xmlns:a="http://schemas.openxmlformats.org/drawingml/2006/main">
            <a:r>
              <a:t/>
            </a:r>
          </a:p>
          <a:p xmlns:a="http://schemas.openxmlformats.org/drawingml/2006/main">
            <a:r>
              <a:t>**Primary Message:**</a:t>
            </a:r>
          </a:p>
          <a:p xmlns:a="http://schemas.openxmlformats.org/drawingml/2006/main">
            <a:r>
              <a:t>실패마다 전역 규칙을 덧붙이면 Harness가 비대해지거나 충돌하고 특정 Task에만 좁게 맞춰질 수 있다. 원인을 확인하고 대표 작업을 평가하며 불필요한 규칙은 정리한다.</a:t>
            </a:r>
          </a:p>
          <a:p xmlns:a="http://schemas.openxmlformats.org/drawingml/2006/main">
            <a:r>
              <a:t/>
            </a:r>
          </a:p>
          <a:p xmlns:a="http://schemas.openxmlformats.org/drawingml/2006/main">
            <a:r>
              <a:t>**Opening Question:**</a:t>
            </a:r>
          </a:p>
          <a:p xmlns:a="http://schemas.openxmlformats.org/drawingml/2006/main">
            <a:r>
              <a:t>“한 번 실패했다고 규칙을 계속 추가하면 어떻게 될까?”</a:t>
            </a:r>
          </a:p>
          <a:p xmlns:a="http://schemas.openxmlformats.org/drawingml/2006/main">
            <a:r>
              <a:t/>
            </a:r>
          </a:p>
          <a:p xmlns:a="http://schemas.openxmlformats.org/drawingml/2006/main">
            <a:r>
              <a:t>**Speaker Flow:**</a:t>
            </a:r>
          </a:p>
          <a:p xmlns:a="http://schemas.openxmlformats.org/drawingml/2006/main">
            <a:r>
              <a:t>1. (0:00–1:00 / Lecture) 실패마다 규칙을 더하는 상황을 가정한다.</a:t>
            </a:r>
          </a:p>
          <a:p xmlns:a="http://schemas.openxmlformats.org/drawingml/2006/main">
            <a:r>
              <a:t>2. (1:00–2:30 / Lecture) 규칙 누적, 충돌, 특정 작업에만 맞춤 세 비용을 짚는다. 통계적 ML 과적합과 동일한 현상이라고 말하지 않는다.</a:t>
            </a:r>
          </a:p>
          <a:p xmlns:a="http://schemas.openxmlformats.org/drawingml/2006/main">
            <a:r>
              <a:t>3. (2:30–4:00 / Lecture) 원인 확인, 대표 작업 평가, 불필요한 규칙 정리라는 하단 판단 기준으로 돌아온다.</a:t>
            </a:r>
          </a:p>
          <a:p xmlns:a="http://schemas.openxmlformats.org/drawingml/2006/main">
            <a:r>
              <a:t/>
            </a:r>
          </a:p>
          <a:p xmlns:a="http://schemas.openxmlformats.org/drawingml/2006/main">
            <a:r>
              <a:t>**Evidence / Source:**</a:t>
            </a:r>
          </a:p>
          <a:p xmlns:a="http://schemas.openxmlformats.org/drawingml/2006/main">
            <a:r>
              <a:t>DEMO-04A  ·  conceptual regression / maintenance model</a:t>
            </a:r>
          </a:p>
          <a:p xmlns:a="http://schemas.openxmlformats.org/drawingml/2006/main">
            <a:r>
              <a:t/>
            </a:r>
          </a:p>
          <a:p xmlns:a="http://schemas.openxmlformats.org/drawingml/2006/main">
            <a:r>
              <a:t>**Claim Boundary:**</a:t>
            </a:r>
          </a:p>
          <a:p xmlns:a="http://schemas.openxmlformats.org/drawingml/2006/main">
            <a:r>
              <a:t>“Overfit”은 교육용 비유다. ML 통계적 overfitting과 같은 현상이라고 주장하지 않는다.</a:t>
            </a:r>
          </a:p>
          <a:p xmlns:a="http://schemas.openxmlformats.org/drawingml/2006/main">
            <a:r>
              <a:t/>
            </a:r>
          </a:p>
          <a:p xmlns:a="http://schemas.openxmlformats.org/drawingml/2006/main">
            <a:r>
              <a:t>**Beginner Explanation:**</a:t>
            </a:r>
          </a:p>
          <a:p xmlns:a="http://schemas.openxmlformats.org/drawingml/2006/main">
            <a:r>
              <a:t>규칙 수를 늘리기보다 반복 원인을 살핀다.</a:t>
            </a:r>
          </a:p>
          <a:p xmlns:a="http://schemas.openxmlformats.org/drawingml/2006/main">
            <a:r>
              <a:t/>
            </a:r>
          </a:p>
          <a:p xmlns:a="http://schemas.openxmlformats.org/drawingml/2006/main">
            <a:r>
              <a:t>**Advanced Insight:**</a:t>
            </a:r>
          </a:p>
          <a:p xmlns:a="http://schemas.openxmlformats.org/drawingml/2006/main">
            <a:r>
              <a:t>대표 task에서의 효과와 유지 비용을 같이 평가하고 obsolete rule을 제거한다.</a:t>
            </a:r>
          </a:p>
          <a:p xmlns:a="http://schemas.openxmlformats.org/drawingml/2006/main">
            <a:r>
              <a:t/>
            </a:r>
          </a:p>
          <a:p xmlns:a="http://schemas.openxmlformats.org/drawingml/2006/main">
            <a:r>
              <a:t>**C++ Vision Bridge:**</a:t>
            </a:r>
          </a:p>
          <a:p xmlns:a="http://schemas.openxmlformats.org/drawingml/2006/main">
            <a:r>
              <a:t>없음.</a:t>
            </a:r>
          </a:p>
          <a:p xmlns:a="http://schemas.openxmlformats.org/drawingml/2006/main">
            <a:r>
              <a:t/>
            </a:r>
          </a:p>
          <a:p xmlns:a="http://schemas.openxmlformats.org/drawingml/2006/main">
            <a:r>
              <a:t>**Demo Operation:**</a:t>
            </a:r>
          </a:p>
          <a:p xmlns:a="http://schemas.openxmlformats.org/drawingml/2006/main">
            <a:r>
              <a:t>없음. 반복 실패→규칙 누적 도식은 teaching model이며 실제 history가 아니다.</a:t>
            </a:r>
          </a:p>
          <a:p xmlns:a="http://schemas.openxmlformats.org/drawingml/2006/main">
            <a:r>
              <a:t/>
            </a:r>
          </a:p>
          <a:p xmlns:a="http://schemas.openxmlformats.org/drawingml/2006/main">
            <a:r>
              <a:t>**Audience Interaction:**</a:t>
            </a:r>
          </a:p>
          <a:p xmlns:a="http://schemas.openxmlformats.org/drawingml/2006/main">
            <a:r>
              <a:t>누적 규칙이 낳을 수 있는 bloat, conflict, narrow fit을 같이 본다.</a:t>
            </a:r>
          </a:p>
          <a:p xmlns:a="http://schemas.openxmlformats.org/drawingml/2006/main">
            <a:r>
              <a:t/>
            </a:r>
          </a:p>
          <a:p xmlns:a="http://schemas.openxmlformats.org/drawingml/2006/main">
            <a:r>
              <a:t>**Transition:**</a:t>
            </a:r>
          </a:p>
          <a:p xmlns:a="http://schemas.openxmlformats.org/drawingml/2006/main">
            <a:r>
              <a:t>“지금까지 따로 본 관찰·원인 판단·변경·평가를, 다음 작업까지 이어지는 하나의 운영 순서로 묶겠습니다.” S79으로 이동한다.</a:t>
            </a:r>
          </a:p>
          <a:p xmlns:a="http://schemas.openxmlformats.org/drawingml/2006/main">
            <a:r>
              <a:t/>
            </a:r>
          </a:p>
          <a:p xmlns:a="http://schemas.openxmlformats.org/drawingml/2006/main">
            <a:r>
              <a:t>**Time Management:**</a:t>
            </a:r>
          </a:p>
          <a:p xmlns:a="http://schemas.openxmlformats.org/drawingml/2006/main">
            <a:r>
              <a:t>Lecture 4분. 통계적 ML overfitting과 동일시하거나 보편 법칙으로 말하지 않는다.</a:t>
            </a:r>
          </a:p>
          <a:p xmlns:a="http://schemas.openxmlformats.org/drawingml/2006/main">
            <a:r>
              <a:t/>
            </a:r>
          </a:p>
          <a:p xmlns:a="http://schemas.openxmlformats.org/drawingml/2006/main">
            <a:r>
              <a:t>**Fallback:**</a:t>
            </a:r>
          </a:p>
          <a:p xmlns:a="http://schemas.openxmlformats.org/drawingml/2006/main">
            <a:r>
              <a:t>LOCAL STATIC ARTIFACT — production/ACT_4.pptx의 S78와 production/preview/act4/S78.png를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원문·Claim 경계, 화면의 설명 순서와 운영 지침을 대조했다. 최종 PPT/Notes/PNG 대조 결과는 production/evaluation/FULL_DECK_PRESENTATION_REVISION.md에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S79 — Feedback을 System Change와 Evaluation으로 잇기</a:t>
            </a:r>
          </a:p>
          <a:p xmlns:a="http://schemas.openxmlformats.org/drawingml/2006/main">
            <a:r>
              <a:t/>
            </a:r>
          </a:p>
          <a:p xmlns:a="http://schemas.openxmlformats.org/drawingml/2006/main">
            <a:r>
              <a:t>**Slide ID:**</a:t>
            </a:r>
          </a:p>
          <a:p xmlns:a="http://schemas.openxmlformats.org/drawingml/2006/main">
            <a:r>
              <a:t>S79</a:t>
            </a:r>
          </a:p>
          <a:p xmlns:a="http://schemas.openxmlformats.org/drawingml/2006/main">
            <a:r>
              <a:t/>
            </a:r>
          </a:p>
          <a:p xmlns:a="http://schemas.openxmlformats.org/drawingml/2006/main">
            <a:r>
              <a:t>**Working Title:**</a:t>
            </a:r>
          </a:p>
          <a:p xmlns:a="http://schemas.openxmlformats.org/drawingml/2006/main">
            <a:r>
              <a:t>Feedback을 System Change와 Evaluation으로 잇기</a:t>
            </a:r>
          </a:p>
          <a:p xmlns:a="http://schemas.openxmlformats.org/drawingml/2006/main">
            <a:r>
              <a:t/>
            </a:r>
          </a:p>
          <a:p xmlns:a="http://schemas.openxmlformats.org/drawingml/2006/main">
            <a:r>
              <a:t>**ACT / Section:**</a:t>
            </a:r>
          </a:p>
          <a:p xmlns:a="http://schemas.openxmlformats.org/drawingml/2006/main">
            <a:r>
              <a:t>ACT 4 / 4E  LOOP MENTAL MODEL</a:t>
            </a:r>
          </a:p>
          <a:p xmlns:a="http://schemas.openxmlformats.org/drawingml/2006/main">
            <a:r>
              <a:t/>
            </a:r>
          </a:p>
          <a:p xmlns:a="http://schemas.openxmlformats.org/drawingml/2006/main">
            <a:r>
              <a:t>**Allocated Time:**</a:t>
            </a:r>
          </a:p>
          <a:p xmlns:a="http://schemas.openxmlformats.org/drawingml/2006/main">
            <a:r>
              <a:t>11 minutes</a:t>
            </a:r>
          </a:p>
          <a:p xmlns:a="http://schemas.openxmlformats.org/drawingml/2006/main">
            <a:r>
              <a:t/>
            </a:r>
          </a:p>
          <a:p xmlns:a="http://schemas.openxmlformats.org/drawingml/2006/main">
            <a:r>
              <a:t>**Mode Split:**</a:t>
            </a:r>
          </a:p>
          <a:p xmlns:a="http://schemas.openxmlformats.org/drawingml/2006/main">
            <a:r>
              <a:t>Lecture 9분 + Demo 2분 (VISUAL)</a:t>
            </a:r>
          </a:p>
          <a:p xmlns:a="http://schemas.openxmlformats.org/drawingml/2006/main">
            <a:r>
              <a:t/>
            </a:r>
          </a:p>
          <a:p xmlns:a="http://schemas.openxmlformats.org/drawingml/2006/main">
            <a:r>
              <a:t>**Primary Message:**</a:t>
            </a:r>
          </a:p>
          <a:p xmlns:a="http://schemas.openxmlformats.org/drawingml/2006/main">
            <a:r>
              <a:t>실행 결과와 반복되는 마찰을 관찰하고 원인과 재발 가능성을 판단한 뒤 적절한 System을 바꾸고 결과를 다시 평가할 때 Feedback은 System Improvement로 이어진다.</a:t>
            </a:r>
          </a:p>
          <a:p xmlns:a="http://schemas.openxmlformats.org/drawingml/2006/main">
            <a:r>
              <a:t/>
            </a:r>
          </a:p>
          <a:p xmlns:a="http://schemas.openxmlformats.org/drawingml/2006/main">
            <a:r>
              <a:t>**Opening Question:**</a:t>
            </a:r>
          </a:p>
          <a:p xmlns:a="http://schemas.openxmlformats.org/drawingml/2006/main">
            <a:r>
              <a:t>“앞에서 나누어 본 판단을 어떤 순서로 이어야 다음 작업도 달라질까?”</a:t>
            </a:r>
          </a:p>
          <a:p xmlns:a="http://schemas.openxmlformats.org/drawingml/2006/main">
            <a:r>
              <a:t/>
            </a:r>
          </a:p>
          <a:p xmlns:a="http://schemas.openxmlformats.org/drawingml/2006/main">
            <a:r>
              <a:t>**Speaker Flow:**</a:t>
            </a:r>
          </a:p>
          <a:p xmlns:a="http://schemas.openxmlformats.org/drawingml/2006/main">
            <a:r>
              <a:t>1. (0:00–2:00 / Lecture) 앞에서 따로 본 판단을 다섯 단계 운영 순서로 통합한다고 안내한다. 실행과 관찰의 질문을 구분하고, 가상 사례의 지시 범위 비교가 실행 결과와 다름을 짚는다.</a:t>
            </a:r>
          </a:p>
          <a:p xmlns:a="http://schemas.openxmlformats.org/drawingml/2006/main">
            <a:r>
              <a:t>2. (2:00–5:00 / Lecture) 원인 판단에는 실행 경로·선택한 지침 등 추가 확인이 필요함을 S74의 논리로 회수한다.</a:t>
            </a:r>
          </a:p>
          <a:p xmlns:a="http://schemas.openxmlformats.org/drawingml/2006/main">
            <a:r>
              <a:t>3. (5:00–7:00 / Lecture) 시스템 변경은 원인 Layer를 바꾸는 일이며, Prompt 보정과 재사용 Workflow 갱신의 범위가 다름을 회수한다.</a:t>
            </a:r>
          </a:p>
          <a:p xmlns:a="http://schemas.openxmlformats.org/drawingml/2006/main">
            <a:r>
              <a:t>4. (7:00–9:00 / Lecture) 같은 작업과 다른 대표 작업의 재평가가 답하는 질문을 비교한다. 새 결과는 제시하지 않는다.</a:t>
            </a:r>
          </a:p>
          <a:p xmlns:a="http://schemas.openxmlformats.org/drawingml/2006/main">
            <a:r>
              <a:t>5. (9:00–11:00 / VISUAL Demo) 정적 도식의 실행→관찰→원인 판단→시스템 변경→재평가를 순서대로 가리킨다. 자동 학습을 뜻하지 않는 교육용 운영 모델임을 닫고 실제 Meta 기록으로 전환한다.</a:t>
            </a:r>
          </a:p>
          <a:p xmlns:a="http://schemas.openxmlformats.org/drawingml/2006/main">
            <a:r>
              <a:t/>
            </a:r>
          </a:p>
          <a:p xmlns:a="http://schemas.openxmlformats.org/drawingml/2006/main">
            <a:r>
              <a:t>화면 진행: 기존 가상 단위/통합 사례를 다섯 단계에 대응한다. 실행 범위 확인→현재 지시와 기준 비교→Workflow 원인 가설 확인→확인된 원인 Layer의 지시 갱신→같은/다른 대표 작업 재평가 순서다. 단계별 질문만 가리키며 실제 실행·변경 성공·새 평가 결과를 채우지 않는다.</a:t>
            </a:r>
          </a:p>
          <a:p xmlns:a="http://schemas.openxmlformats.org/drawingml/2006/main">
            <a:r>
              <a:t/>
            </a:r>
          </a:p>
          <a:p xmlns:a="http://schemas.openxmlformats.org/drawingml/2006/main">
            <a:r>
              <a:t>**Evidence / Source:**</a:t>
            </a:r>
          </a:p>
          <a:p xmlns:a="http://schemas.openxmlformats.org/drawingml/2006/main">
            <a:r>
              <a:t>DEC-0023  ·  course operational model  ·  no product loop</a:t>
            </a:r>
          </a:p>
          <a:p xmlns:a="http://schemas.openxmlformats.org/drawingml/2006/main">
            <a:r>
              <a:t/>
            </a:r>
          </a:p>
          <a:p xmlns:a="http://schemas.openxmlformats.org/drawingml/2006/main">
            <a:r>
              <a:t>**Claim Boundary:**</a:t>
            </a:r>
          </a:p>
          <a:p xmlns:a="http://schemas.openxmlformats.org/drawingml/2006/main">
            <a:r>
              <a:t>이 교육의 operational model이다. 자동 학습, Agent self-learning, 무한 반복, observed Product loop를 뜻하지 않는다.</a:t>
            </a:r>
          </a:p>
          <a:p xmlns:a="http://schemas.openxmlformats.org/drawingml/2006/main">
            <a:r>
              <a:t/>
            </a:r>
          </a:p>
          <a:p xmlns:a="http://schemas.openxmlformats.org/drawingml/2006/main">
            <a:r>
              <a:t>**Beginner Explanation:**</a:t>
            </a:r>
          </a:p>
          <a:p xmlns:a="http://schemas.openxmlformats.org/drawingml/2006/main">
            <a:r>
              <a:t>같은 수정을 되풀이하는 대신 다음 작업에도 영향을 주는 System을 살핀다.</a:t>
            </a:r>
          </a:p>
          <a:p xmlns:a="http://schemas.openxmlformats.org/drawingml/2006/main">
            <a:r>
              <a:t/>
            </a:r>
          </a:p>
          <a:p xmlns:a="http://schemas.openxmlformats.org/drawingml/2006/main">
            <a:r>
              <a:t>**Advanced Insight:**</a:t>
            </a:r>
          </a:p>
          <a:p xmlns:a="http://schemas.openxmlformats.org/drawingml/2006/main">
            <a:r>
              <a:t>자동화와 별개로 cause, recurrence, change layer, evaluation을 설계한다.</a:t>
            </a:r>
          </a:p>
          <a:p xmlns:a="http://schemas.openxmlformats.org/drawingml/2006/main">
            <a:r>
              <a:t/>
            </a:r>
          </a:p>
          <a:p xmlns:a="http://schemas.openxmlformats.org/drawingml/2006/main">
            <a:r>
              <a:t>**C++ Vision Bridge:**</a:t>
            </a:r>
          </a:p>
          <a:p xmlns:a="http://schemas.openxmlformats.org/drawingml/2006/main">
            <a:r>
              <a:t>없음.</a:t>
            </a:r>
          </a:p>
          <a:p xmlns:a="http://schemas.openxmlformats.org/drawingml/2006/main">
            <a:r>
              <a:t/>
            </a:r>
          </a:p>
          <a:p xmlns:a="http://schemas.openxmlformats.org/drawingml/2006/main">
            <a:r>
              <a:t>**Demo Operation:**</a:t>
            </a:r>
          </a:p>
          <a:p xmlns:a="http://schemas.openxmlformats.org/drawingml/2006/main">
            <a:r>
              <a:t>정적 5단계 도식과 발표자 지목을 사용한다. R1–R5 내부 번호나 운영 시간은 청중 화면에 표시하지 않는다. 자동 애니메이션·실행·모델 학습 주장은 없다.</a:t>
            </a:r>
          </a:p>
          <a:p xmlns:a="http://schemas.openxmlformats.org/drawingml/2006/main">
            <a:r>
              <a:t/>
            </a:r>
          </a:p>
          <a:p xmlns:a="http://schemas.openxmlformats.org/drawingml/2006/main">
            <a:r>
              <a:t>**Audience Interaction:**</a:t>
            </a:r>
          </a:p>
          <a:p xmlns:a="http://schemas.openxmlformats.org/drawingml/2006/main">
            <a:r>
              <a:t>“Feedback은 어느 순간 System change가 되는가?”를 생각하게 하고, 응답 제출은 요구하지 않는다.</a:t>
            </a:r>
          </a:p>
          <a:p xmlns:a="http://schemas.openxmlformats.org/drawingml/2006/main">
            <a:r>
              <a:t/>
            </a:r>
          </a:p>
          <a:p xmlns:a="http://schemas.openxmlformats.org/drawingml/2006/main">
            <a:r>
              <a:t>**Transition:**</a:t>
            </a:r>
          </a:p>
          <a:p xmlns:a="http://schemas.openxmlformats.org/drawingml/2006/main">
            <a:r>
              <a:t>“이번에는 실제 교육 제작 기록에서 Trial의 평가·보고 기준을 살펴보겠습니다. 어떤 관찰이 그 기준을 돌아보게 했는지부터 보겠습니다.” S80로 이동한다.</a:t>
            </a:r>
          </a:p>
          <a:p xmlns:a="http://schemas.openxmlformats.org/drawingml/2006/main">
            <a:r>
              <a:t/>
            </a:r>
          </a:p>
          <a:p xmlns:a="http://schemas.openxmlformats.org/drawingml/2006/main">
            <a:r>
              <a:t>**Time Management:**</a:t>
            </a:r>
          </a:p>
          <a:p xmlns:a="http://schemas.openxmlformats.org/drawingml/2006/main">
            <a:r>
              <a:t>Lecture 9분, 마지막 VISUAL Demo 2분. R1–R5는 approximate reveal cue이며 전체가 항상 표시되는 정적 도식으로 진행 가능.</a:t>
            </a:r>
          </a:p>
          <a:p xmlns:a="http://schemas.openxmlformats.org/drawingml/2006/main">
            <a:r>
              <a:t/>
            </a:r>
          </a:p>
          <a:p xmlns:a="http://schemas.openxmlformats.org/drawingml/2006/main">
            <a:r>
              <a:t>**Fallback:**</a:t>
            </a:r>
          </a:p>
          <a:p xmlns:a="http://schemas.openxmlformats.org/drawingml/2006/main">
            <a:r>
              <a:t>LOCAL STATIC ARTIFACT — production/ACT_4.pptx의 S79와 production/preview/act4/S79.png를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DEC-0030에서 승인한 화면 강조와 운영 Cue를 정렬했다. 최종 PPT/Notes/PNG 대조와 렌더 검토 결과는 production/evaluation/FULL_DECK_PRESENTATION_POLISH.md에 기록한다. Windows PowerPoint, 발표 PC 글꼴, 교육장 투사, 제품·계정,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S80 — 실제 제작 기록: TRIAL-006</a:t>
            </a:r>
          </a:p>
          <a:p xmlns:a="http://schemas.openxmlformats.org/drawingml/2006/main">
            <a:r>
              <a:t/>
            </a:r>
          </a:p>
          <a:p xmlns:a="http://schemas.openxmlformats.org/drawingml/2006/main">
            <a:r>
              <a:t>**Slide ID:**</a:t>
            </a:r>
          </a:p>
          <a:p xmlns:a="http://schemas.openxmlformats.org/drawingml/2006/main">
            <a:r>
              <a:t>S80</a:t>
            </a:r>
          </a:p>
          <a:p xmlns:a="http://schemas.openxmlformats.org/drawingml/2006/main">
            <a:r>
              <a:t/>
            </a:r>
          </a:p>
          <a:p xmlns:a="http://schemas.openxmlformats.org/drawingml/2006/main">
            <a:r>
              <a:t>**Working Title:**</a:t>
            </a:r>
          </a:p>
          <a:p xmlns:a="http://schemas.openxmlformats.org/drawingml/2006/main">
            <a:r>
              <a:t>실제 제작 기록: TRIAL-006</a:t>
            </a:r>
          </a:p>
          <a:p xmlns:a="http://schemas.openxmlformats.org/drawingml/2006/main">
            <a:r>
              <a:t/>
            </a:r>
          </a:p>
          <a:p xmlns:a="http://schemas.openxmlformats.org/drawingml/2006/main">
            <a:r>
              <a:t>**ACT / Section:**</a:t>
            </a:r>
          </a:p>
          <a:p xmlns:a="http://schemas.openxmlformats.org/drawingml/2006/main">
            <a:r>
              <a:t>ACT 4 / 4F  OBSERVED META LOOP / DEMO-04B</a:t>
            </a:r>
          </a:p>
          <a:p xmlns:a="http://schemas.openxmlformats.org/drawingml/2006/main">
            <a:r>
              <a:t/>
            </a:r>
          </a:p>
          <a:p xmlns:a="http://schemas.openxmlformats.org/drawingml/2006/main">
            <a:r>
              <a:t>**Allocated Time:**</a:t>
            </a:r>
          </a:p>
          <a:p xmlns:a="http://schemas.openxmlformats.org/drawingml/2006/main">
            <a:r>
              <a:t>2 minutes</a:t>
            </a:r>
          </a:p>
          <a:p xmlns:a="http://schemas.openxmlformats.org/drawingml/2006/main">
            <a:r>
              <a:t/>
            </a:r>
          </a:p>
          <a:p xmlns:a="http://schemas.openxmlformats.org/drawingml/2006/main">
            <a:r>
              <a:t>**Mode Split:**</a:t>
            </a:r>
          </a:p>
          <a:p xmlns:a="http://schemas.openxmlformats.org/drawingml/2006/main">
            <a:r>
              <a:t>Demo 2분 (CAPTURED)</a:t>
            </a:r>
          </a:p>
          <a:p xmlns:a="http://schemas.openxmlformats.org/drawingml/2006/main">
            <a:r>
              <a:t/>
            </a:r>
          </a:p>
          <a:p xmlns:a="http://schemas.openxmlformats.org/drawingml/2006/main">
            <a:r>
              <a:t>**Primary Message:**</a:t>
            </a:r>
          </a:p>
          <a:p xmlns:a="http://schemas.openxmlformats.org/drawingml/2006/main">
            <a:r>
              <a:t>TRIAL-006은 Codex CLI에서 수행한 실제 성능 조사다. Global Skills와 시작 경고가 함께 관찰되어 Prompt-only attribution은 PARTIAL이다.</a:t>
            </a:r>
          </a:p>
          <a:p xmlns:a="http://schemas.openxmlformats.org/drawingml/2006/main">
            <a:r>
              <a:t/>
            </a:r>
          </a:p>
          <a:p xmlns:a="http://schemas.openxmlformats.org/drawingml/2006/main">
            <a:r>
              <a:t>**Opening Question:**</a:t>
            </a:r>
          </a:p>
          <a:p xmlns:a="http://schemas.openxmlformats.org/drawingml/2006/main">
            <a:r>
              <a:t>“실제 제작 과정에서 Trial의 평가·보고 기준을 돌아보게 한 관찰은 무엇이었나?”</a:t>
            </a:r>
          </a:p>
          <a:p xmlns:a="http://schemas.openxmlformats.org/drawingml/2006/main">
            <a:r>
              <a:t/>
            </a:r>
          </a:p>
          <a:p xmlns:a="http://schemas.openxmlformats.org/drawingml/2006/main">
            <a:r>
              <a:t>**Speaker Flow:**</a:t>
            </a:r>
          </a:p>
          <a:p xmlns:a="http://schemas.openxmlformats.org/drawingml/2006/main">
            <a:r>
              <a:t>1. (0:00–0:30 / CAPTURED Demo) OBSERVED META 표식과 이중선을 가리키며 앞의 가상 사례를 닫고 실제 교육 제작 기록으로 전환한다. 이번에 살펴볼 System은 Trial의 평가·보고 기준이라고 안내하고, 그 기준을 돌아보게 한 TRIAL-006의 관찰부터 연다.</a:t>
            </a:r>
          </a:p>
          <a:p xmlns:a="http://schemas.openxmlformats.org/drawingml/2006/main">
            <a:r>
              <a:t>2. (0:30–1:15 / CAPTURED Demo) 성능 작업 요청, Global Skill이 관여한 실행 환경, Prompt만의 효과로 분리하기 어려운 결과 해석의 세 영역을 짚는다.</a:t>
            </a:r>
          </a:p>
          <a:p xmlns:a="http://schemas.openxmlformats.org/drawingml/2006/main">
            <a:r>
              <a:t>3. (1:15–2:00 / CAPTURED Demo) PARTIAL은 결과가 없다는 뜻이 아니라 원인 귀속의 한계라고 열고 다음 장에서 두 질문을 나눈다.</a:t>
            </a:r>
          </a:p>
          <a:p xmlns:a="http://schemas.openxmlformats.org/drawingml/2006/main">
            <a:r>
              <a:t/>
            </a:r>
          </a:p>
          <a:p xmlns:a="http://schemas.openxmlformats.org/drawingml/2006/main">
            <a:r>
              <a:t>화면 진행: 상단의 Trial 평가·보고 기준은 이번 실제 사례에서 살펴볼 대상을 안내한다. 이 장은 실제 사건을 여는 화면으로, TRIAL-006 요청과 함께 관찰된 Global Skill/시작 경고를 먼저 짚고 인과 해석의 두 질문은 다음 장으로 넘긴다. 앞의 가상 stale 사례와 별개임을 이중선과 표식으로 확인한다.</a:t>
            </a:r>
          </a:p>
          <a:p xmlns:a="http://schemas.openxmlformats.org/drawingml/2006/main">
            <a:r>
              <a:t/>
            </a:r>
          </a:p>
          <a:p xmlns:a="http://schemas.openxmlformats.org/drawingml/2006/main">
            <a:r>
              <a:t>**Evidence / Source:**</a:t>
            </a:r>
          </a:p>
          <a:p xmlns:a="http://schemas.openxmlformats.org/drawingml/2006/main">
            <a:r>
              <a:t>TRIAL-006  ·  DEC-0016  ·  TRIAL-007/008</a:t>
            </a:r>
          </a:p>
          <a:p xmlns:a="http://schemas.openxmlformats.org/drawingml/2006/main">
            <a:r>
              <a:t/>
            </a:r>
          </a:p>
          <a:p xmlns:a="http://schemas.openxmlformats.org/drawingml/2006/main">
            <a:r>
              <a:t>**Claim Boundary:**</a:t>
            </a:r>
          </a:p>
          <a:p xmlns:a="http://schemas.openxmlformats.org/drawingml/2006/main">
            <a:r>
              <a:t>OBSERVED_META: 교육자료 제작·Trial 평가 기록이다. Demo Product change나 DEMO-04A 원인/수정 사례가 아니다. Codex CLI evidence를 현재 Desktop으로 일반화하지 않는다.</a:t>
            </a:r>
          </a:p>
          <a:p xmlns:a="http://schemas.openxmlformats.org/drawingml/2006/main">
            <a:r>
              <a:t/>
            </a:r>
          </a:p>
          <a:p xmlns:a="http://schemas.openxmlformats.org/drawingml/2006/main">
            <a:r>
              <a:t>**Beginner Explanation:**</a:t>
            </a:r>
          </a:p>
          <a:p xmlns:a="http://schemas.openxmlformats.org/drawingml/2006/main">
            <a:r>
              <a:t>결과가 있다는 사실과 그 원인을 안다는 것은 다르다.</a:t>
            </a:r>
          </a:p>
          <a:p xmlns:a="http://schemas.openxmlformats.org/drawingml/2006/main">
            <a:r>
              <a:t/>
            </a:r>
          </a:p>
          <a:p xmlns:a="http://schemas.openxmlformats.org/drawingml/2006/main">
            <a:r>
              <a:t>**Advanced Insight:**</a:t>
            </a:r>
          </a:p>
          <a:p xmlns:a="http://schemas.openxmlformats.org/drawingml/2006/main">
            <a:r>
              <a:t>ambient global environment가 있는 실행에서 attribution boundary를 기록한다.</a:t>
            </a:r>
          </a:p>
          <a:p xmlns:a="http://schemas.openxmlformats.org/drawingml/2006/main">
            <a:r>
              <a:t/>
            </a:r>
          </a:p>
          <a:p xmlns:a="http://schemas.openxmlformats.org/drawingml/2006/main">
            <a:r>
              <a:t>**C++ Vision Bridge:**</a:t>
            </a:r>
          </a:p>
          <a:p xmlns:a="http://schemas.openxmlformats.org/drawingml/2006/main">
            <a:r>
              <a:t>없음.</a:t>
            </a:r>
          </a:p>
          <a:p xmlns:a="http://schemas.openxmlformats.org/drawingml/2006/main">
            <a:r>
              <a:t/>
            </a:r>
          </a:p>
          <a:p xmlns:a="http://schemas.openxmlformats.org/drawingml/2006/main">
            <a:r>
              <a:t>**Demo Operation:**</a:t>
            </a:r>
          </a:p>
          <a:p xmlns:a="http://schemas.openxmlformats.org/drawingml/2006/main">
            <a:r>
              <a:t>TRIAL-006 기록을 재구성한 native 도식이다. 작업 요청→실행 환경→결과 해석을 차례로 읽는다. 실제 terminal screenshot이 아니며 현재 Desktop 동작을 주장하지 않는다. Hook 경고는 효과 관찰을 뜻하지 않고 MCP 시작 경고는 작업 결과를 뜻하지 않는다.</a:t>
            </a:r>
          </a:p>
          <a:p xmlns:a="http://schemas.openxmlformats.org/drawingml/2006/main">
            <a:r>
              <a:t/>
            </a:r>
          </a:p>
          <a:p xmlns:a="http://schemas.openxmlformats.org/drawingml/2006/main">
            <a:r>
              <a:t>**Audience Interaction:**</a:t>
            </a:r>
          </a:p>
          <a:p xmlns:a="http://schemas.openxmlformats.org/drawingml/2006/main">
            <a:r>
              <a:t>이 시점에 Evidence grammar가 바뀌었음을 보고 Conceptual case와 구별한다.</a:t>
            </a:r>
          </a:p>
          <a:p xmlns:a="http://schemas.openxmlformats.org/drawingml/2006/main">
            <a:r>
              <a:t/>
            </a:r>
          </a:p>
          <a:p xmlns:a="http://schemas.openxmlformats.org/drawingml/2006/main">
            <a:r>
              <a:t>**Transition:**</a:t>
            </a:r>
          </a:p>
          <a:p xmlns:a="http://schemas.openxmlformats.org/drawingml/2006/main">
            <a:r>
              <a:t>이 결과를 Task Prompt만의 효과라고 말할 수 있을까?</a:t>
            </a:r>
          </a:p>
          <a:p xmlns:a="http://schemas.openxmlformats.org/drawingml/2006/main">
            <a:r>
              <a:t/>
            </a:r>
          </a:p>
          <a:p xmlns:a="http://schemas.openxmlformats.org/drawingml/2006/main">
            <a:r>
              <a:t>**Time Management:**</a:t>
            </a:r>
          </a:p>
          <a:p xmlns:a="http://schemas.openxmlformats.org/drawingml/2006/main">
            <a:r>
              <a:t>CAPTURED 2분. 실제 기록의 정적 요약을 사용하고 새 제품 실행은 하지 않는다.</a:t>
            </a:r>
          </a:p>
          <a:p xmlns:a="http://schemas.openxmlformats.org/drawingml/2006/main">
            <a:r>
              <a:t/>
            </a:r>
          </a:p>
          <a:p xmlns:a="http://schemas.openxmlformats.org/drawingml/2006/main">
            <a:r>
              <a:t>**Fallback:**</a:t>
            </a:r>
          </a:p>
          <a:p xmlns:a="http://schemas.openxmlformats.org/drawingml/2006/main">
            <a:r>
              <a:t>LOCAL STATIC ARTIFACT — production/ACT_4.pptx의 S80와 production/preview/act4/S80.png를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DEC-0030에서 승인한 화면 강조와 운영 Cue를 정렬했다. 최종 PPT/Notes/PNG 대조와 렌더 검토 결과는 production/evaluation/FULL_DECK_PRESENTATION_POLISH.md에 기록한다. Windows PowerPoint, 발표 PC 글꼴, 교육장 투사, 제품·계정,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S81 — 결과의 타당성과 원인 귀속은 별개다</a:t>
            </a:r>
          </a:p>
          <a:p xmlns:a="http://schemas.openxmlformats.org/drawingml/2006/main">
            <a:r>
              <a:t/>
            </a:r>
          </a:p>
          <a:p xmlns:a="http://schemas.openxmlformats.org/drawingml/2006/main">
            <a:r>
              <a:t>**Slide ID:**</a:t>
            </a:r>
          </a:p>
          <a:p xmlns:a="http://schemas.openxmlformats.org/drawingml/2006/main">
            <a:r>
              <a:t>S81</a:t>
            </a:r>
          </a:p>
          <a:p xmlns:a="http://schemas.openxmlformats.org/drawingml/2006/main">
            <a:r>
              <a:t/>
            </a:r>
          </a:p>
          <a:p xmlns:a="http://schemas.openxmlformats.org/drawingml/2006/main">
            <a:r>
              <a:t>**Working Title:**</a:t>
            </a:r>
          </a:p>
          <a:p xmlns:a="http://schemas.openxmlformats.org/drawingml/2006/main">
            <a:r>
              <a:t>결과의 타당성과 원인 귀속은 별개다</a:t>
            </a:r>
          </a:p>
          <a:p xmlns:a="http://schemas.openxmlformats.org/drawingml/2006/main">
            <a:r>
              <a:t/>
            </a:r>
          </a:p>
          <a:p xmlns:a="http://schemas.openxmlformats.org/drawingml/2006/main">
            <a:r>
              <a:t>**ACT / Section:**</a:t>
            </a:r>
          </a:p>
          <a:p xmlns:a="http://schemas.openxmlformats.org/drawingml/2006/main">
            <a:r>
              <a:t>ACT 4 / 4F  OBSERVED META LOOP / DEMO-04B</a:t>
            </a:r>
          </a:p>
          <a:p xmlns:a="http://schemas.openxmlformats.org/drawingml/2006/main">
            <a:r>
              <a:t/>
            </a:r>
          </a:p>
          <a:p xmlns:a="http://schemas.openxmlformats.org/drawingml/2006/main">
            <a:r>
              <a:t>**Allocated Time:**</a:t>
            </a:r>
          </a:p>
          <a:p xmlns:a="http://schemas.openxmlformats.org/drawingml/2006/main">
            <a:r>
              <a:t>4 minutes</a:t>
            </a:r>
          </a:p>
          <a:p xmlns:a="http://schemas.openxmlformats.org/drawingml/2006/main">
            <a:r>
              <a:t/>
            </a:r>
          </a:p>
          <a:p xmlns:a="http://schemas.openxmlformats.org/drawingml/2006/main">
            <a:r>
              <a:t>**Mode Split:**</a:t>
            </a:r>
          </a:p>
          <a:p xmlns:a="http://schemas.openxmlformats.org/drawingml/2006/main">
            <a:r>
              <a:t>Demo 4분 (CAPTURED)</a:t>
            </a:r>
          </a:p>
          <a:p xmlns:a="http://schemas.openxmlformats.org/drawingml/2006/main">
            <a:r>
              <a:t/>
            </a:r>
          </a:p>
          <a:p xmlns:a="http://schemas.openxmlformats.org/drawingml/2006/main">
            <a:r>
              <a:t>**Primary Message:**</a:t>
            </a:r>
          </a:p>
          <a:p xmlns:a="http://schemas.openxmlformats.org/drawingml/2006/main">
            <a:r>
              <a:t>resize_nearest 측정은 기록된 코드·입력·runtime·host 범위에서 유효하지만, global Harness 영향 때문에 전체 workflow를 Prompt 하나의 효과로 분리할 수 없다.</a:t>
            </a:r>
          </a:p>
          <a:p xmlns:a="http://schemas.openxmlformats.org/drawingml/2006/main">
            <a:r>
              <a:t/>
            </a:r>
          </a:p>
          <a:p xmlns:a="http://schemas.openxmlformats.org/drawingml/2006/main">
            <a:r>
              <a:t>**Opening Question:**</a:t>
            </a:r>
          </a:p>
          <a:p xmlns:a="http://schemas.openxmlformats.org/drawingml/2006/main">
            <a:r>
              <a:t>“측정 결과가 유효해도 원인을 Prompt 하나로 좁힐 수 있을까?”</a:t>
            </a:r>
          </a:p>
          <a:p xmlns:a="http://schemas.openxmlformats.org/drawingml/2006/main">
            <a:r>
              <a:t/>
            </a:r>
          </a:p>
          <a:p xmlns:a="http://schemas.openxmlformats.org/drawingml/2006/main">
            <a:r>
              <a:t>**Speaker Flow:**</a:t>
            </a:r>
          </a:p>
          <a:p xmlns:a="http://schemas.openxmlformats.org/drawingml/2006/main">
            <a:r>
              <a:t>1. (0:00–1:00 / CAPTURED Demo) 이번 수치는 S58의 image_statistics Benchmark와 별개인 TRIAL-006 resize_nearest 기록임을 먼저 짚는다. 왼쪽 “측정 결과는 유효한가?”와 오른쪽 “무엇이 결과를 만들었나?”를 독립된 질문으로 읽는다.</a:t>
            </a:r>
          </a:p>
          <a:p xmlns:a="http://schemas.openxmlformats.org/drawingml/2006/main">
            <a:r>
              <a:t>2. (1:00–2:00 / CAPTURED Demo) input/output hash와 같은 조건의 7회 one-call 측정 기록을 확인한다. 144.2→33.5 ms/call median은 작은 보조정보다. 합성 640×480 gray(max4095)→960×720, CPython 3.9.6, macOS 26.6.2 arm64 범위를 말한다.</a:t>
            </a:r>
          </a:p>
          <a:p xmlns:a="http://schemas.openxmlformats.org/drawingml/2006/main">
            <a:r>
              <a:t>3. (2:00–3:15 / CAPTURED Demo) performance-goal Global Skill이 evaluator·ledger·threshold에 관여한 기록을 설명한다. 수치 변화의 직접 원인이라고 단정하지 않는다.</a:t>
            </a:r>
          </a:p>
          <a:p xmlns:a="http://schemas.openxmlformats.org/drawingml/2006/main">
            <a:r>
              <a:t>4. (3:15–4:00 / CAPTURED Demo) Hook 경고와 효과, MCP 시작 오류와 작업 결과를 구분하고, 결과와 원인 해석을 별도로 기록해야 한다고 닫는다.</a:t>
            </a:r>
          </a:p>
          <a:p xmlns:a="http://schemas.openxmlformats.org/drawingml/2006/main">
            <a:r>
              <a:t/>
            </a:r>
          </a:p>
          <a:p xmlns:a="http://schemas.openxmlformats.org/drawingml/2006/main">
            <a:r>
              <a:t>화면 진행: 왼쪽의 결과 타당성과 오른쪽의 원인 귀속을 각각 별도 질문으로 읽는다. 실제 hash와 측정 범위는 왼쪽에, Global 영향과 PARTIAL은 오른쪽에 대응한다. 수치를 새로운 실행 결과로 말하지 않는다.</a:t>
            </a:r>
          </a:p>
          <a:p xmlns:a="http://schemas.openxmlformats.org/drawingml/2006/main">
            <a:r>
              <a:t/>
            </a:r>
          </a:p>
          <a:p xmlns:a="http://schemas.openxmlformats.org/drawingml/2006/main">
            <a:r>
              <a:t>**Evidence / Source:**</a:t>
            </a:r>
          </a:p>
          <a:p xmlns:a="http://schemas.openxmlformats.org/drawingml/2006/main">
            <a:r>
              <a:t>TRIAL-006  ·  7 one-call samples  ·  disposable worktree</a:t>
            </a:r>
          </a:p>
          <a:p xmlns:a="http://schemas.openxmlformats.org/drawingml/2006/main">
            <a:r>
              <a:t/>
            </a:r>
          </a:p>
          <a:p xmlns:a="http://schemas.openxmlformats.org/drawingml/2006/main">
            <a:r>
              <a:t>**Claim Boundary:**</a:t>
            </a:r>
          </a:p>
          <a:p xmlns:a="http://schemas.openxmlformats.org/drawingml/2006/main">
            <a:r>
              <a:t>144.2 → 33.5 ms/call median은 기록된 synthetic 640×480 grayscale input (max 4095) → 960×720, CPython 3.9.6, macOS 26.6.2 arm64에 한정한다. Prompt-only attribution은 PARTIAL. 4.30×/76.8% hero metric은 사용하지 않는다.</a:t>
            </a:r>
          </a:p>
          <a:p xmlns:a="http://schemas.openxmlformats.org/drawingml/2006/main">
            <a:r>
              <a:t/>
            </a:r>
          </a:p>
          <a:p xmlns:a="http://schemas.openxmlformats.org/drawingml/2006/main">
            <a:r>
              <a:t>**Beginner Explanation:**</a:t>
            </a:r>
          </a:p>
          <a:p xmlns:a="http://schemas.openxmlformats.org/drawingml/2006/main">
            <a:r>
              <a:t>숫자가 있어도 무엇이 결과를 만들었는지 자동으로 알 수는 없다.</a:t>
            </a:r>
          </a:p>
          <a:p xmlns:a="http://schemas.openxmlformats.org/drawingml/2006/main">
            <a:r>
              <a:t/>
            </a:r>
          </a:p>
          <a:p xmlns:a="http://schemas.openxmlformats.org/drawingml/2006/main">
            <a:r>
              <a:t>**Advanced Insight:**</a:t>
            </a:r>
          </a:p>
          <a:p xmlns:a="http://schemas.openxmlformats.org/drawingml/2006/main">
            <a:r>
              <a:t>Result validity와 causal attribution의 확신 수준을 따로 보고한다.</a:t>
            </a:r>
          </a:p>
          <a:p xmlns:a="http://schemas.openxmlformats.org/drawingml/2006/main">
            <a:r>
              <a:t/>
            </a:r>
          </a:p>
          <a:p xmlns:a="http://schemas.openxmlformats.org/drawingml/2006/main">
            <a:r>
              <a:t>**C++ Vision Bridge:**</a:t>
            </a:r>
          </a:p>
          <a:p xmlns:a="http://schemas.openxmlformats.org/drawingml/2006/main">
            <a:r>
              <a:t>필요하면 같은 원리를 C++ benchmark의 입력, compiler, host, toolchain 범위로 transfer하되 새 사례로 확장하지 않는다.</a:t>
            </a:r>
          </a:p>
          <a:p xmlns:a="http://schemas.openxmlformats.org/drawingml/2006/main">
            <a:r>
              <a:t/>
            </a:r>
          </a:p>
          <a:p xmlns:a="http://schemas.openxmlformats.org/drawingml/2006/main">
            <a:r>
              <a:t>**Demo Operation:**</a:t>
            </a:r>
          </a:p>
          <a:p xmlns:a="http://schemas.openxmlformats.org/drawingml/2006/main">
            <a:r>
              <a:t>CAPTURED trial summary. Input/output SHA-256 guards matched; seven one-call samples. `performance-goal` global Skill influenced evaluator/ledger/threshold, but is not proven the direct cause of the metric. Hook warnings do not prove hook effect; MCP startup error does not evidence task result.</a:t>
            </a:r>
          </a:p>
          <a:p xmlns:a="http://schemas.openxmlformats.org/drawingml/2006/main">
            <a:r>
              <a:t/>
            </a:r>
          </a:p>
          <a:p xmlns:a="http://schemas.openxmlformats.org/drawingml/2006/main">
            <a:r>
              <a:t>**Audience Interaction:**</a:t>
            </a:r>
          </a:p>
          <a:p xmlns:a="http://schemas.openxmlformats.org/drawingml/2006/main">
            <a:r>
              <a:t>왼쪽은 확인된 result validity, 오른쪽은 남은 attribution uncertainty를 비교한다.</a:t>
            </a:r>
          </a:p>
          <a:p xmlns:a="http://schemas.openxmlformats.org/drawingml/2006/main">
            <a:r>
              <a:t/>
            </a:r>
          </a:p>
          <a:p xmlns:a="http://schemas.openxmlformats.org/drawingml/2006/main">
            <a:r>
              <a:t>**Transition:**</a:t>
            </a:r>
          </a:p>
          <a:p xmlns:a="http://schemas.openxmlformats.org/drawingml/2006/main">
            <a:r>
              <a:t>이 한계가 후속 Trial의 평가 방식에 어떤 변경을 만들었을까?</a:t>
            </a:r>
          </a:p>
          <a:p xmlns:a="http://schemas.openxmlformats.org/drawingml/2006/main">
            <a:r>
              <a:t/>
            </a:r>
          </a:p>
          <a:p xmlns:a="http://schemas.openxmlformats.org/drawingml/2006/main">
            <a:r>
              <a:t>**Time Management:**</a:t>
            </a:r>
          </a:p>
          <a:p xmlns:a="http://schemas.openxmlformats.org/drawingml/2006/main">
            <a:r>
              <a:t>CAPTURED Demo 4분. 성능 숫자를 성과 발표처럼 연출하거나 일반화하지 않는다.</a:t>
            </a:r>
          </a:p>
          <a:p xmlns:a="http://schemas.openxmlformats.org/drawingml/2006/main">
            <a:r>
              <a:t/>
            </a:r>
          </a:p>
          <a:p xmlns:a="http://schemas.openxmlformats.org/drawingml/2006/main">
            <a:r>
              <a:t>**Fallback:**</a:t>
            </a:r>
          </a:p>
          <a:p xmlns:a="http://schemas.openxmlformats.org/drawingml/2006/main">
            <a:r>
              <a:t>LOCAL STATIC ARTIFACT — production/ACT_4.pptx의 S81와 production/preview/act4/S81.png를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DEC-0030에서 승인한 화면 강조와 운영 Cue를 정렬했다. 최종 PPT/Notes/PNG 대조와 렌더 검토 결과는 production/evaluation/FULL_DECK_PRESENTATION_POLISH.md에 기록한다. Windows PowerPoint, 발표 PC 글꼴, 교육장 투사, 제품·계정,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S82 — 평가와 보고 규칙을 Evidence에 맞추다</a:t>
            </a:r>
          </a:p>
          <a:p xmlns:a="http://schemas.openxmlformats.org/drawingml/2006/main">
            <a:r>
              <a:t/>
            </a:r>
          </a:p>
          <a:p xmlns:a="http://schemas.openxmlformats.org/drawingml/2006/main">
            <a:r>
              <a:t>**Slide ID:**</a:t>
            </a:r>
          </a:p>
          <a:p xmlns:a="http://schemas.openxmlformats.org/drawingml/2006/main">
            <a:r>
              <a:t>S82</a:t>
            </a:r>
          </a:p>
          <a:p xmlns:a="http://schemas.openxmlformats.org/drawingml/2006/main">
            <a:r>
              <a:t/>
            </a:r>
          </a:p>
          <a:p xmlns:a="http://schemas.openxmlformats.org/drawingml/2006/main">
            <a:r>
              <a:t>**Working Title:**</a:t>
            </a:r>
          </a:p>
          <a:p xmlns:a="http://schemas.openxmlformats.org/drawingml/2006/main">
            <a:r>
              <a:t>평가와 보고 규칙을 Evidence에 맞추다</a:t>
            </a:r>
          </a:p>
          <a:p xmlns:a="http://schemas.openxmlformats.org/drawingml/2006/main">
            <a:r>
              <a:t/>
            </a:r>
          </a:p>
          <a:p xmlns:a="http://schemas.openxmlformats.org/drawingml/2006/main">
            <a:r>
              <a:t>**ACT / Section:**</a:t>
            </a:r>
          </a:p>
          <a:p xmlns:a="http://schemas.openxmlformats.org/drawingml/2006/main">
            <a:r>
              <a:t>ACT 4 / 4F  OBSERVED META LOOP / DEMO-04B</a:t>
            </a:r>
          </a:p>
          <a:p xmlns:a="http://schemas.openxmlformats.org/drawingml/2006/main">
            <a:r>
              <a:t/>
            </a:r>
          </a:p>
          <a:p xmlns:a="http://schemas.openxmlformats.org/drawingml/2006/main">
            <a:r>
              <a:t>**Allocated Time:**</a:t>
            </a:r>
          </a:p>
          <a:p xmlns:a="http://schemas.openxmlformats.org/drawingml/2006/main">
            <a:r>
              <a:t>3 minutes</a:t>
            </a:r>
          </a:p>
          <a:p xmlns:a="http://schemas.openxmlformats.org/drawingml/2006/main">
            <a:r>
              <a:t/>
            </a:r>
          </a:p>
          <a:p xmlns:a="http://schemas.openxmlformats.org/drawingml/2006/main">
            <a:r>
              <a:t>**Mode Split:**</a:t>
            </a:r>
          </a:p>
          <a:p xmlns:a="http://schemas.openxmlformats.org/drawingml/2006/main">
            <a:r>
              <a:t>Lecture 1분 + Demo 2분 (CAPTURED)</a:t>
            </a:r>
          </a:p>
          <a:p xmlns:a="http://schemas.openxmlformats.org/drawingml/2006/main">
            <a:r>
              <a:t/>
            </a:r>
          </a:p>
          <a:p xmlns:a="http://schemas.openxmlformats.org/drawingml/2006/main">
            <a:r>
              <a:t>**Primary Message:**</a:t>
            </a:r>
          </a:p>
          <a:p xmlns:a="http://schemas.openxmlformats.org/drawingml/2006/main">
            <a:r>
              <a:t>DEC-0016은 TRIAL-006을 PARTIAL로 보존하고 clean isolation을 진행 조건으로 요구하지 않으며, 후속 CLI Trial에서 관찰된 global influence를 기록하도록 했다.</a:t>
            </a:r>
          </a:p>
          <a:p xmlns:a="http://schemas.openxmlformats.org/drawingml/2006/main">
            <a:r>
              <a:t/>
            </a:r>
          </a:p>
          <a:p xmlns:a="http://schemas.openxmlformats.org/drawingml/2006/main">
            <a:r>
              <a:t>**Opening Question:**</a:t>
            </a:r>
          </a:p>
          <a:p xmlns:a="http://schemas.openxmlformats.org/drawingml/2006/main">
            <a:r>
              <a:t>“Prompt 효과를 분리할 수 없다면 다음 Trial은 어떻게 기록해야 할까?”</a:t>
            </a:r>
          </a:p>
          <a:p xmlns:a="http://schemas.openxmlformats.org/drawingml/2006/main">
            <a:r>
              <a:t/>
            </a:r>
          </a:p>
          <a:p xmlns:a="http://schemas.openxmlformats.org/drawingml/2006/main">
            <a:r>
              <a:t>**Speaker Flow:**</a:t>
            </a:r>
          </a:p>
          <a:p xmlns:a="http://schemas.openxmlformats.org/drawingml/2006/main">
            <a:r>
              <a:t>1. (0:00–1:00 / Lecture) 기존 평가가 작업·Repository 중심이어서 주변 Harness 영향 설명이 충분하지 않았다고 짚는다.</a:t>
            </a:r>
          </a:p>
          <a:p xmlns:a="http://schemas.openxmlformats.org/drawingml/2006/main">
            <a:r>
              <a:t>2. (1:00–2:15 / CAPTURED Demo) 우측 후속 기록 기준에서 관찰한 Skill, 경고와 실제 사용 여부, 결과의 해석 범위를 차례로 가리킨다.</a:t>
            </a:r>
          </a:p>
          <a:p xmlns:a="http://schemas.openxmlformats.org/drawingml/2006/main">
            <a:r>
              <a:t>3. (2:15–3:00 / CAPTURED Demo) DEC-0016은 기존 결과를 PARTIAL로 보존하고 관찰된 조건을 함께 남기는 결정이었다고 정리한다. Product 코드/Skill 수정이나 격리 환경 구축은 아니다.</a:t>
            </a:r>
          </a:p>
          <a:p xmlns:a="http://schemas.openxmlformats.org/drawingml/2006/main">
            <a:r>
              <a:t/>
            </a:r>
          </a:p>
          <a:p xmlns:a="http://schemas.openxmlformats.org/drawingml/2006/main">
            <a:r>
              <a:t>화면 진행: 이 장은 DEC-0016에서 바뀐 평가·보고 기준에 집중한다. 이전 기록의 빈틈→이후에 남길 환경 관찰 순서로 읽고 제품 코드나 Demo Skill 변경과 구분한다.</a:t>
            </a:r>
          </a:p>
          <a:p xmlns:a="http://schemas.openxmlformats.org/drawingml/2006/main">
            <a:r>
              <a:t/>
            </a:r>
          </a:p>
          <a:p xmlns:a="http://schemas.openxmlformats.org/drawingml/2006/main">
            <a:r>
              <a:t>**Evidence / Source:**</a:t>
            </a:r>
          </a:p>
          <a:p xmlns:a="http://schemas.openxmlformats.org/drawingml/2006/main">
            <a:r>
              <a:t>TRIAL-006  →  DEC-0016  ·  evaluation / reporting policy</a:t>
            </a:r>
          </a:p>
          <a:p xmlns:a="http://schemas.openxmlformats.org/drawingml/2006/main">
            <a:r>
              <a:t/>
            </a:r>
          </a:p>
          <a:p xmlns:a="http://schemas.openxmlformats.org/drawingml/2006/main">
            <a:r>
              <a:t>**Claim Boundary:**</a:t>
            </a:r>
          </a:p>
          <a:p xmlns:a="http://schemas.openxmlformats.org/drawingml/2006/main">
            <a:r>
              <a:t>실제 Training Production evaluation/reporting governance 변화다. Product code 또는 Demo Skill을 수정하지 않았고 clean isolation을 구축했다고 말하지 않는다.</a:t>
            </a:r>
          </a:p>
          <a:p xmlns:a="http://schemas.openxmlformats.org/drawingml/2006/main">
            <a:r>
              <a:t/>
            </a:r>
          </a:p>
          <a:p xmlns:a="http://schemas.openxmlformats.org/drawingml/2006/main">
            <a:r>
              <a:t>**Beginner Explanation:**</a:t>
            </a:r>
          </a:p>
          <a:p xmlns:a="http://schemas.openxmlformats.org/drawingml/2006/main">
            <a:r>
              <a:t>환경 조건과 수행 도구가 다르면 결과 설명도 그 경계를 밝혀야 한다.</a:t>
            </a:r>
          </a:p>
          <a:p xmlns:a="http://schemas.openxmlformats.org/drawingml/2006/main">
            <a:r>
              <a:t/>
            </a:r>
          </a:p>
          <a:p xmlns:a="http://schemas.openxmlformats.org/drawingml/2006/main">
            <a:r>
              <a:t>**Advanced Insight:**</a:t>
            </a:r>
          </a:p>
          <a:p xmlns:a="http://schemas.openxmlformats.org/drawingml/2006/main">
            <a:r>
              <a:t>미통제 조건을 숨기지 않고 Trial 결과의 사용 범위를 제한한다.</a:t>
            </a:r>
          </a:p>
          <a:p xmlns:a="http://schemas.openxmlformats.org/drawingml/2006/main">
            <a:r>
              <a:t/>
            </a:r>
          </a:p>
          <a:p xmlns:a="http://schemas.openxmlformats.org/drawingml/2006/main">
            <a:r>
              <a:t>**C++ Vision Bridge:**</a:t>
            </a:r>
          </a:p>
          <a:p xmlns:a="http://schemas.openxmlformats.org/drawingml/2006/main">
            <a:r>
              <a:t>없음.</a:t>
            </a:r>
          </a:p>
          <a:p xmlns:a="http://schemas.openxmlformats.org/drawingml/2006/main">
            <a:r>
              <a:t/>
            </a:r>
          </a:p>
          <a:p xmlns:a="http://schemas.openxmlformats.org/drawingml/2006/main">
            <a:r>
              <a:t>**Demo Operation:**</a:t>
            </a:r>
          </a:p>
          <a:p xmlns:a="http://schemas.openxmlformats.org/drawingml/2006/main">
            <a:r>
              <a:t>실제 평가·보고 결정의 의미를 Before/After로 재구성했다. 원문 직접 인용이나 Product diff로 표현하지 않는다. PARTIAL 보존과 관찰된 Global influence 기록을 변경 내용으로 한정한다.</a:t>
            </a:r>
          </a:p>
          <a:p xmlns:a="http://schemas.openxmlformats.org/drawingml/2006/main">
            <a:r>
              <a:t/>
            </a:r>
          </a:p>
          <a:p xmlns:a="http://schemas.openxmlformats.org/drawingml/2006/main">
            <a:r>
              <a:t>**Audience Interaction:**</a:t>
            </a:r>
          </a:p>
          <a:p xmlns:a="http://schemas.openxmlformats.org/drawingml/2006/main">
            <a:r>
              <a:t>무엇이 바뀌었는지와 무엇이 바뀌지 않았는지 비교한다.</a:t>
            </a:r>
          </a:p>
          <a:p xmlns:a="http://schemas.openxmlformats.org/drawingml/2006/main">
            <a:r>
              <a:t/>
            </a:r>
          </a:p>
          <a:p xmlns:a="http://schemas.openxmlformats.org/drawingml/2006/main">
            <a:r>
              <a:t>**Transition:**</a:t>
            </a:r>
          </a:p>
          <a:p xmlns:a="http://schemas.openxmlformats.org/drawingml/2006/main">
            <a:r>
              <a:t>이 기준은 TRIAL-007/008에 어떻게 적용됐을까?</a:t>
            </a:r>
          </a:p>
          <a:p xmlns:a="http://schemas.openxmlformats.org/drawingml/2006/main">
            <a:r>
              <a:t/>
            </a:r>
          </a:p>
          <a:p xmlns:a="http://schemas.openxmlformats.org/drawingml/2006/main">
            <a:r>
              <a:t>**Time Management:**</a:t>
            </a:r>
          </a:p>
          <a:p xmlns:a="http://schemas.openxmlformats.org/drawingml/2006/main">
            <a:r>
              <a:t>Lecture 1분 + CAPTURED 2분. Trial/reporting boundary에만 머문다.</a:t>
            </a:r>
          </a:p>
          <a:p xmlns:a="http://schemas.openxmlformats.org/drawingml/2006/main">
            <a:r>
              <a:t/>
            </a:r>
          </a:p>
          <a:p xmlns:a="http://schemas.openxmlformats.org/drawingml/2006/main">
            <a:r>
              <a:t>**Fallback:**</a:t>
            </a:r>
          </a:p>
          <a:p xmlns:a="http://schemas.openxmlformats.org/drawingml/2006/main">
            <a:r>
              <a:t>LOCAL STATIC ARTIFACT — production/ACT_4.pptx의 S82와 production/preview/act4/S82.png를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DEC-0030에서 승인한 화면 강조와 운영 Cue를 정렬했다. 최종 PPT/Notes/PNG 대조와 렌더 검토 결과는 production/evaluation/FULL_DECK_PRESENTATION_POLISH.md에 기록한다. Windows PowerPoint, 발표 PC 글꼴, 교육장 투사, 제품·계정,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S83 — 후속 기록은 개선됐지만 완전하지 않았다</a:t>
            </a:r>
          </a:p>
          <a:p xmlns:a="http://schemas.openxmlformats.org/drawingml/2006/main">
            <a:r>
              <a:t/>
            </a:r>
          </a:p>
          <a:p xmlns:a="http://schemas.openxmlformats.org/drawingml/2006/main">
            <a:r>
              <a:t>**Slide ID:**</a:t>
            </a:r>
          </a:p>
          <a:p xmlns:a="http://schemas.openxmlformats.org/drawingml/2006/main">
            <a:r>
              <a:t>S83</a:t>
            </a:r>
          </a:p>
          <a:p xmlns:a="http://schemas.openxmlformats.org/drawingml/2006/main">
            <a:r>
              <a:t/>
            </a:r>
          </a:p>
          <a:p xmlns:a="http://schemas.openxmlformats.org/drawingml/2006/main">
            <a:r>
              <a:t>**Working Title:**</a:t>
            </a:r>
          </a:p>
          <a:p xmlns:a="http://schemas.openxmlformats.org/drawingml/2006/main">
            <a:r>
              <a:t>후속 기록은 개선됐지만 완전하지 않았다</a:t>
            </a:r>
          </a:p>
          <a:p xmlns:a="http://schemas.openxmlformats.org/drawingml/2006/main">
            <a:r>
              <a:t/>
            </a:r>
          </a:p>
          <a:p xmlns:a="http://schemas.openxmlformats.org/drawingml/2006/main">
            <a:r>
              <a:t>**ACT / Section:**</a:t>
            </a:r>
          </a:p>
          <a:p xmlns:a="http://schemas.openxmlformats.org/drawingml/2006/main">
            <a:r>
              <a:t>ACT 4 / 4F  OBSERVED META LOOP / DEMO-04B</a:t>
            </a:r>
          </a:p>
          <a:p xmlns:a="http://schemas.openxmlformats.org/drawingml/2006/main">
            <a:r>
              <a:t/>
            </a:r>
          </a:p>
          <a:p xmlns:a="http://schemas.openxmlformats.org/drawingml/2006/main">
            <a:r>
              <a:t>**Allocated Time:**</a:t>
            </a:r>
          </a:p>
          <a:p xmlns:a="http://schemas.openxmlformats.org/drawingml/2006/main">
            <a:r>
              <a:t>3 minutes</a:t>
            </a:r>
          </a:p>
          <a:p xmlns:a="http://schemas.openxmlformats.org/drawingml/2006/main">
            <a:r>
              <a:t/>
            </a:r>
          </a:p>
          <a:p xmlns:a="http://schemas.openxmlformats.org/drawingml/2006/main">
            <a:r>
              <a:t>**Mode Split:**</a:t>
            </a:r>
          </a:p>
          <a:p xmlns:a="http://schemas.openxmlformats.org/drawingml/2006/main">
            <a:r>
              <a:t>Lecture 1분 + Case 2분</a:t>
            </a:r>
          </a:p>
          <a:p xmlns:a="http://schemas.openxmlformats.org/drawingml/2006/main">
            <a:r>
              <a:t/>
            </a:r>
          </a:p>
          <a:p xmlns:a="http://schemas.openxmlformats.org/drawingml/2006/main">
            <a:r>
              <a:t>**Primary Message:**</a:t>
            </a:r>
          </a:p>
          <a:p xmlns:a="http://schemas.openxmlformats.org/drawingml/2006/main">
            <a:r>
              <a:t>TRIAL-007은 global influence를 기록했지만 MCP report와 stderr가 불일치한다. TRIAL-008은 repository Skill 호출과 global influence를 별도로 기록했다. 품질 향상은 측정되지 않았다.</a:t>
            </a:r>
          </a:p>
          <a:p xmlns:a="http://schemas.openxmlformats.org/drawingml/2006/main">
            <a:r>
              <a:t/>
            </a:r>
          </a:p>
          <a:p xmlns:a="http://schemas.openxmlformats.org/drawingml/2006/main">
            <a:r>
              <a:t>**Opening Question:**</a:t>
            </a:r>
          </a:p>
          <a:p xmlns:a="http://schemas.openxmlformats.org/drawingml/2006/main">
            <a:r>
              <a:t>“새로운 기록 규칙이 모든 불확실성을 해결했을까?”</a:t>
            </a:r>
          </a:p>
          <a:p xmlns:a="http://schemas.openxmlformats.org/drawingml/2006/main">
            <a:r>
              <a:t/>
            </a:r>
          </a:p>
          <a:p xmlns:a="http://schemas.openxmlformats.org/drawingml/2006/main">
            <a:r>
              <a:t>**Speaker Flow:**</a:t>
            </a:r>
          </a:p>
          <a:p xmlns:a="http://schemas.openxmlformats.org/drawingml/2006/main">
            <a:r>
              <a:t>1. (0:00–1:00 / Lecture) TRIAL-007의 최종 보고 “MCP 경고 없음”과 보존된 stderr의 Nimble AuthRequired가 서로 맞지 않는 점을 가리킨다. 화면 문구는 원문 의미의 요약이다.</a:t>
            </a:r>
          </a:p>
          <a:p xmlns:a="http://schemas.openxmlformats.org/drawingml/2006/main">
            <a:r>
              <a:t>2. (1:00–2:00 / Case) 오류 표시는 MCP 작업 결과를 뜻하지 않음을 명확히 한다. TRIAL-008은 Repository Skill 발견·명시 호출과 Global influence를 따로 기록한 Codex CLI 0.154.0 사례다.</a:t>
            </a:r>
          </a:p>
          <a:p xmlns:a="http://schemas.openxmlformats.org/drawingml/2006/main">
            <a:r>
              <a:t>3. (2:00–3:00 / Case) 기록 경계가 명확해진 부분과 남은 불일치를 함께 보존한다. 완전한 목록이나 측정된 품질 개선이라고 말하지 않는다.</a:t>
            </a:r>
          </a:p>
          <a:p xmlns:a="http://schemas.openxmlformats.org/drawingml/2006/main">
            <a:r>
              <a:t/>
            </a:r>
          </a:p>
          <a:p xmlns:a="http://schemas.openxmlformats.org/drawingml/2006/main">
            <a:r>
              <a:t>화면 진행: TRIAL-007 최종 보고와 보존된 stderr를 대조한다. Nimble AuthRequired는 인증 필요 경고라는 뜻으로만 풀고 MCP 작업 결과나 도구 사용 성공으로 확대하지 않는다. 이후 TRIAL-008에서 호출과 Global influence를 따로 기록한 사실을 확인한다.</a:t>
            </a:r>
          </a:p>
          <a:p xmlns:a="http://schemas.openxmlformats.org/drawingml/2006/main">
            <a:r>
              <a:t/>
            </a:r>
          </a:p>
          <a:p xmlns:a="http://schemas.openxmlformats.org/drawingml/2006/main">
            <a:r>
              <a:t>**Evidence / Source:**</a:t>
            </a:r>
          </a:p>
          <a:p xmlns:a="http://schemas.openxmlformats.org/drawingml/2006/main">
            <a:r>
              <a:t>TRIAL-007 / TRIAL-008  ·  DEC-0016</a:t>
            </a:r>
          </a:p>
          <a:p xmlns:a="http://schemas.openxmlformats.org/drawingml/2006/main">
            <a:r>
              <a:t/>
            </a:r>
          </a:p>
          <a:p xmlns:a="http://schemas.openxmlformats.org/drawingml/2006/main">
            <a:r>
              <a:t>**Claim Boundary:**</a:t>
            </a:r>
          </a:p>
          <a:p xmlns:a="http://schemas.openxmlformats.org/drawingml/2006/main">
            <a:r>
              <a:t>적용은 부분적이다. 완전한 environment inventory, 완벽한 report, 측정된 Trial-quality improvement를 주장하지 않는다. TRIAL-007의 stderr에는 Nimble AuthRequired가 있으나 MCP task result는 없다.</a:t>
            </a:r>
          </a:p>
          <a:p xmlns:a="http://schemas.openxmlformats.org/drawingml/2006/main">
            <a:r>
              <a:t/>
            </a:r>
          </a:p>
          <a:p xmlns:a="http://schemas.openxmlformats.org/drawingml/2006/main">
            <a:r>
              <a:t>**Beginner Explanation:**</a:t>
            </a:r>
          </a:p>
          <a:p xmlns:a="http://schemas.openxmlformats.org/drawingml/2006/main">
            <a:r>
              <a:t>개선된 기록도 빠진 점과 불일치가 있는지 다시 본다.</a:t>
            </a:r>
          </a:p>
          <a:p xmlns:a="http://schemas.openxmlformats.org/drawingml/2006/main">
            <a:r>
              <a:t/>
            </a:r>
          </a:p>
          <a:p xmlns:a="http://schemas.openxmlformats.org/drawingml/2006/main">
            <a:r>
              <a:t>**Advanced Insight:**</a:t>
            </a:r>
          </a:p>
          <a:p xmlns:a="http://schemas.openxmlformats.org/drawingml/2006/main">
            <a:r>
              <a:t>보고, stderr, global influence inventory를 서로 대조하고 claim boundary를 유지한다.</a:t>
            </a:r>
          </a:p>
          <a:p xmlns:a="http://schemas.openxmlformats.org/drawingml/2006/main">
            <a:r>
              <a:t/>
            </a:r>
          </a:p>
          <a:p xmlns:a="http://schemas.openxmlformats.org/drawingml/2006/main">
            <a:r>
              <a:t>**C++ Vision Bridge:**</a:t>
            </a:r>
          </a:p>
          <a:p xmlns:a="http://schemas.openxmlformats.org/drawingml/2006/main">
            <a:r>
              <a:t>없음.</a:t>
            </a:r>
          </a:p>
          <a:p xmlns:a="http://schemas.openxmlformats.org/drawingml/2006/main">
            <a:r>
              <a:t/>
            </a:r>
          </a:p>
          <a:p xmlns:a="http://schemas.openxmlformats.org/drawingml/2006/main">
            <a:r>
              <a:t>**Demo Operation:**</a:t>
            </a:r>
          </a:p>
          <a:p xmlns:a="http://schemas.openxmlformats.org/drawingml/2006/main">
            <a:r>
              <a:t>위쪽 두 행은 TRIAL-007 보고/stderr의 의미 대조이고, 아래 행은 TRIAL-008의 별도 기록을 요약한다. 실제 로그 캡처로 위장하지 않는다.</a:t>
            </a:r>
          </a:p>
          <a:p xmlns:a="http://schemas.openxmlformats.org/drawingml/2006/main">
            <a:r>
              <a:t/>
            </a:r>
          </a:p>
          <a:p xmlns:a="http://schemas.openxmlformats.org/drawingml/2006/main">
            <a:r>
              <a:t>**Audience Interaction:**</a:t>
            </a:r>
          </a:p>
          <a:p xmlns:a="http://schemas.openxmlformats.org/drawingml/2006/main">
            <a:r>
              <a:t>후속 기록이 무엇을 명확히 했고 무엇을 남겼는지 비교한다.</a:t>
            </a:r>
          </a:p>
          <a:p xmlns:a="http://schemas.openxmlformats.org/drawingml/2006/main">
            <a:r>
              <a:t/>
            </a:r>
          </a:p>
          <a:p xmlns:a="http://schemas.openxmlformats.org/drawingml/2006/main">
            <a:r>
              <a:t>**Transition:**</a:t>
            </a:r>
          </a:p>
          <a:p xmlns:a="http://schemas.openxmlformats.org/drawingml/2006/main">
            <a:r>
              <a:t>S84에서 실제로 바뀐 System과 미확정 사항을 한 번에 회수한다.</a:t>
            </a:r>
          </a:p>
          <a:p xmlns:a="http://schemas.openxmlformats.org/drawingml/2006/main">
            <a:r>
              <a:t/>
            </a:r>
          </a:p>
          <a:p xmlns:a="http://schemas.openxmlformats.org/drawingml/2006/main">
            <a:r>
              <a:t>**Time Management:**</a:t>
            </a:r>
          </a:p>
          <a:p xmlns:a="http://schemas.openxmlformats.org/drawingml/2006/main">
            <a:r>
              <a:t>Lecture 1분 + Case 2분. 불일치와 unknown을 숨기지 않는다.</a:t>
            </a:r>
          </a:p>
          <a:p xmlns:a="http://schemas.openxmlformats.org/drawingml/2006/main">
            <a:r>
              <a:t/>
            </a:r>
          </a:p>
          <a:p xmlns:a="http://schemas.openxmlformats.org/drawingml/2006/main">
            <a:r>
              <a:t>**Fallback:**</a:t>
            </a:r>
          </a:p>
          <a:p xmlns:a="http://schemas.openxmlformats.org/drawingml/2006/main">
            <a:r>
              <a:t>LOCAL STATIC ARTIFACT — production/ACT_4.pptx의 S83와 production/preview/act4/S83.png를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DEC-0030에서 승인한 화면 강조와 운영 Cue를 정렬했다. 최종 PPT/Notes/PNG 대조와 렌더 검토 결과는 production/evaluation/FULL_DECK_PRESENTATION_POLISH.md에 기록한다. Windows PowerPoint, 발표 PC 글꼴, 교육장 투사, 제품·계정,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S84 — 실제 Meta Loop에서 바뀐 것</a:t>
            </a:r>
          </a:p>
          <a:p xmlns:a="http://schemas.openxmlformats.org/drawingml/2006/main">
            <a:r>
              <a:t/>
            </a:r>
          </a:p>
          <a:p xmlns:a="http://schemas.openxmlformats.org/drawingml/2006/main">
            <a:r>
              <a:t>**Slide ID:**</a:t>
            </a:r>
          </a:p>
          <a:p xmlns:a="http://schemas.openxmlformats.org/drawingml/2006/main">
            <a:r>
              <a:t>S84</a:t>
            </a:r>
          </a:p>
          <a:p xmlns:a="http://schemas.openxmlformats.org/drawingml/2006/main">
            <a:r>
              <a:t/>
            </a:r>
          </a:p>
          <a:p xmlns:a="http://schemas.openxmlformats.org/drawingml/2006/main">
            <a:r>
              <a:t>**Working Title:**</a:t>
            </a:r>
          </a:p>
          <a:p xmlns:a="http://schemas.openxmlformats.org/drawingml/2006/main">
            <a:r>
              <a:t>실제 Meta Loop에서 바뀐 것</a:t>
            </a:r>
          </a:p>
          <a:p xmlns:a="http://schemas.openxmlformats.org/drawingml/2006/main">
            <a:r>
              <a:t/>
            </a:r>
          </a:p>
          <a:p xmlns:a="http://schemas.openxmlformats.org/drawingml/2006/main">
            <a:r>
              <a:t>**ACT / Section:**</a:t>
            </a:r>
          </a:p>
          <a:p xmlns:a="http://schemas.openxmlformats.org/drawingml/2006/main">
            <a:r>
              <a:t>ACT 4 / 4F  OBSERVED META LOOP</a:t>
            </a:r>
          </a:p>
          <a:p xmlns:a="http://schemas.openxmlformats.org/drawingml/2006/main">
            <a:r>
              <a:t/>
            </a:r>
          </a:p>
          <a:p xmlns:a="http://schemas.openxmlformats.org/drawingml/2006/main">
            <a:r>
              <a:t>**Allocated Time:**</a:t>
            </a:r>
          </a:p>
          <a:p xmlns:a="http://schemas.openxmlformats.org/drawingml/2006/main">
            <a:r>
              <a:t>3 minutes</a:t>
            </a:r>
          </a:p>
          <a:p xmlns:a="http://schemas.openxmlformats.org/drawingml/2006/main">
            <a:r>
              <a:t/>
            </a:r>
          </a:p>
          <a:p xmlns:a="http://schemas.openxmlformats.org/drawingml/2006/main">
            <a:r>
              <a:t>**Mode Split:**</a:t>
            </a:r>
          </a:p>
          <a:p xmlns:a="http://schemas.openxmlformats.org/drawingml/2006/main">
            <a:r>
              <a:t>Lecture 1분 + Case 2분</a:t>
            </a:r>
          </a:p>
          <a:p xmlns:a="http://schemas.openxmlformats.org/drawingml/2006/main">
            <a:r>
              <a:t/>
            </a:r>
          </a:p>
          <a:p xmlns:a="http://schemas.openxmlformats.org/drawingml/2006/main">
            <a:r>
              <a:t>**Primary Message:**</a:t>
            </a:r>
          </a:p>
          <a:p xmlns:a="http://schemas.openxmlformats.org/drawingml/2006/main">
            <a:r>
              <a:t>TRIAL-006의 ambient influence 및 PARTIAL attribution은 DEC-0016의 Trial evaluation/reporting 변경으로 이어졌고 TRIAL-007/008에서 기록 경계가 부분적으로 적용됐다. Product code가 바뀐 것은 아니다.</a:t>
            </a:r>
          </a:p>
          <a:p xmlns:a="http://schemas.openxmlformats.org/drawingml/2006/main">
            <a:r>
              <a:t/>
            </a:r>
          </a:p>
          <a:p xmlns:a="http://schemas.openxmlformats.org/drawingml/2006/main">
            <a:r>
              <a:t>**Opening Question:**</a:t>
            </a:r>
          </a:p>
          <a:p xmlns:a="http://schemas.openxmlformats.org/drawingml/2006/main">
            <a:r>
              <a:t>“무엇이 바뀌었고, 무엇은 아직 모르는가?”</a:t>
            </a:r>
          </a:p>
          <a:p xmlns:a="http://schemas.openxmlformats.org/drawingml/2006/main">
            <a:r>
              <a:t/>
            </a:r>
          </a:p>
          <a:p xmlns:a="http://schemas.openxmlformats.org/drawingml/2006/main">
            <a:r>
              <a:t>**Speaker Flow:**</a:t>
            </a:r>
          </a:p>
          <a:p xmlns:a="http://schemas.openxmlformats.org/drawingml/2006/main">
            <a:r>
              <a:t>1. (0:00–1:00 / Lecture) TRIAL-006의 관찰→DEC-0016→후속 TRIAL-007/008이라는 실제 흐름을 한 문장으로 회수한다.</a:t>
            </a:r>
          </a:p>
          <a:p xmlns:a="http://schemas.openxmlformats.org/drawingml/2006/main">
            <a:r>
              <a:t>2. (1:00–2:00 / Case) 왼쪽에서 바뀐 대상이 교육 제작의 평가·보고 기준임을 짚는다.</a:t>
            </a:r>
          </a:p>
          <a:p xmlns:a="http://schemas.openxmlformats.org/drawingml/2006/main">
            <a:r>
              <a:t>3. (2:00–3:00 / Case) 오른쪽의 원인별 효과, 환경 목록의 완전성, Trial 품질 향상은 미확인이라고 남기고 C++ 전이로 이동한다.</a:t>
            </a:r>
          </a:p>
          <a:p xmlns:a="http://schemas.openxmlformats.org/drawingml/2006/main">
            <a:r>
              <a:t/>
            </a:r>
          </a:p>
          <a:p xmlns:a="http://schemas.openxmlformats.org/drawingml/2006/main">
            <a:r>
              <a:t>화면 진행: 이 장은 Meta 사례의 남은 한계를 닫는다. 실제 바뀐 평가·보고 기준과 여전히 미확인인 원인별 효과·환경 목록·품질 향상을 나누고 S85의 적용 질문으로 넘긴다.</a:t>
            </a:r>
          </a:p>
          <a:p xmlns:a="http://schemas.openxmlformats.org/drawingml/2006/main">
            <a:r>
              <a:t/>
            </a:r>
          </a:p>
          <a:p xmlns:a="http://schemas.openxmlformats.org/drawingml/2006/main">
            <a:r>
              <a:t>**Evidence / Source:**</a:t>
            </a:r>
          </a:p>
          <a:p xmlns:a="http://schemas.openxmlformats.org/drawingml/2006/main">
            <a:r>
              <a:t>TRIAL-006  →  DEC-0016  →  TRIAL-007/008</a:t>
            </a:r>
          </a:p>
          <a:p xmlns:a="http://schemas.openxmlformats.org/drawingml/2006/main">
            <a:r>
              <a:t/>
            </a:r>
          </a:p>
          <a:p xmlns:a="http://schemas.openxmlformats.org/drawingml/2006/main">
            <a:r>
              <a:t>**Claim Boundary:**</a:t>
            </a:r>
          </a:p>
          <a:p xmlns:a="http://schemas.openxmlformats.org/drawingml/2006/main">
            <a:r>
              <a:t>후속 report에는 불일치가 남고 quality effect는 미측정이다. DEMO-04A conceptual stale workflow와 합치지 않는다.</a:t>
            </a:r>
          </a:p>
          <a:p xmlns:a="http://schemas.openxmlformats.org/drawingml/2006/main">
            <a:r>
              <a:t/>
            </a:r>
          </a:p>
          <a:p xmlns:a="http://schemas.openxmlformats.org/drawingml/2006/main">
            <a:r>
              <a:t>**Beginner Explanation:**</a:t>
            </a:r>
          </a:p>
          <a:p xmlns:a="http://schemas.openxmlformats.org/drawingml/2006/main">
            <a:r>
              <a:t>실제로 바뀐 것과 아직 모르는 점을 구분한다.</a:t>
            </a:r>
          </a:p>
          <a:p xmlns:a="http://schemas.openxmlformats.org/drawingml/2006/main">
            <a:r>
              <a:t/>
            </a:r>
          </a:p>
          <a:p xmlns:a="http://schemas.openxmlformats.org/drawingml/2006/main">
            <a:r>
              <a:t>**Advanced Insight:**</a:t>
            </a:r>
          </a:p>
          <a:p xmlns:a="http://schemas.openxmlformats.org/drawingml/2006/main">
            <a:r>
              <a:t>Loop의 system change는 평가·보고 거버넌스일 수 있으나 outcome은 재평가해야 한다.</a:t>
            </a:r>
          </a:p>
          <a:p xmlns:a="http://schemas.openxmlformats.org/drawingml/2006/main">
            <a:r>
              <a:t/>
            </a:r>
          </a:p>
          <a:p xmlns:a="http://schemas.openxmlformats.org/drawingml/2006/main">
            <a:r>
              <a:t>**C++ Vision Bridge:**</a:t>
            </a:r>
          </a:p>
          <a:p xmlns:a="http://schemas.openxmlformats.org/drawingml/2006/main">
            <a:r>
              <a:t>없음.</a:t>
            </a:r>
          </a:p>
          <a:p xmlns:a="http://schemas.openxmlformats.org/drawingml/2006/main">
            <a:r>
              <a:t/>
            </a:r>
          </a:p>
          <a:p xmlns:a="http://schemas.openxmlformats.org/drawingml/2006/main">
            <a:r>
              <a:t>**Demo Operation:**</a:t>
            </a:r>
          </a:p>
          <a:p xmlns:a="http://schemas.openxmlformats.org/drawingml/2006/main">
            <a:r>
              <a:t>실제로 바뀐 것과 아직 확인 못한 것의 두 영역을 비교한다. 앞의 Timeline을 다시 길게 강의하거나 가상 Workflow의 실제 복구로 합치지 않는다.</a:t>
            </a:r>
          </a:p>
          <a:p xmlns:a="http://schemas.openxmlformats.org/drawingml/2006/main">
            <a:r>
              <a:t/>
            </a:r>
          </a:p>
          <a:p xmlns:a="http://schemas.openxmlformats.org/drawingml/2006/main">
            <a:r>
              <a:t>**Audience Interaction:**</a:t>
            </a:r>
          </a:p>
          <a:p xmlns:a="http://schemas.openxmlformats.org/drawingml/2006/main">
            <a:r>
              <a:t>Changed/Unknown 두 칸을 비교하며 Meta case를 정리한다.</a:t>
            </a:r>
          </a:p>
          <a:p xmlns:a="http://schemas.openxmlformats.org/drawingml/2006/main">
            <a:r>
              <a:t/>
            </a:r>
          </a:p>
          <a:p xmlns:a="http://schemas.openxmlformats.org/drawingml/2006/main">
            <a:r>
              <a:t>**Transition:**</a:t>
            </a:r>
          </a:p>
          <a:p xmlns:a="http://schemas.openxmlformats.org/drawingml/2006/main">
            <a:r>
              <a:t>“평가 체계를 바꾼 뒤에도 확인할 것이 남았습니다. 이 원리를 C++ Vision 업무로 옮겨, 환경이 달라졌을 때 검증 조건을 어떻게 다시 볼지 생각해 보겠습니다.” S85로 이동한다.</a:t>
            </a:r>
          </a:p>
          <a:p xmlns:a="http://schemas.openxmlformats.org/drawingml/2006/main">
            <a:r>
              <a:t/>
            </a:r>
          </a:p>
          <a:p xmlns:a="http://schemas.openxmlformats.org/drawingml/2006/main">
            <a:r>
              <a:t>**Time Management:**</a:t>
            </a:r>
          </a:p>
          <a:p xmlns:a="http://schemas.openxmlformats.org/drawingml/2006/main">
            <a:r>
              <a:t>Lecture 1분 + Case 2분. preceding slides를 다시 풀어 설명하지 않는다.</a:t>
            </a:r>
          </a:p>
          <a:p xmlns:a="http://schemas.openxmlformats.org/drawingml/2006/main">
            <a:r>
              <a:t/>
            </a:r>
          </a:p>
          <a:p xmlns:a="http://schemas.openxmlformats.org/drawingml/2006/main">
            <a:r>
              <a:t>**Fallback:**</a:t>
            </a:r>
          </a:p>
          <a:p xmlns:a="http://schemas.openxmlformats.org/drawingml/2006/main">
            <a:r>
              <a:t>LOCAL STATIC ARTIFACT — production/ACT_4.pptx의 S84와 production/preview/act4/S84.png를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DEC-0030에서 승인한 화면 강조와 운영 Cue를 정렬했다. 최종 PPT/Notes/PNG 대조와 렌더 검토 결과는 production/evaluation/FULL_DECK_PRESENTATION_POLISH.md에 기록한다. Windows PowerPoint, 발표 PC 글꼴, 교육장 투사, 제품·계정,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S85 — Project와 환경이 바뀌면 검증도 다시 본다</a:t>
            </a:r>
          </a:p>
          <a:p xmlns:a="http://schemas.openxmlformats.org/drawingml/2006/main">
            <a:r>
              <a:t/>
            </a:r>
          </a:p>
          <a:p xmlns:a="http://schemas.openxmlformats.org/drawingml/2006/main">
            <a:r>
              <a:t>Slide ID: S85</a:t>
            </a:r>
          </a:p>
          <a:p xmlns:a="http://schemas.openxmlformats.org/drawingml/2006/main">
            <a:r>
              <a:t/>
            </a:r>
          </a:p>
          <a:p xmlns:a="http://schemas.openxmlformats.org/drawingml/2006/main">
            <a:r>
              <a:t>Working Title: Project와 환경이 바뀌면 검증도 다시 본다</a:t>
            </a:r>
          </a:p>
          <a:p xmlns:a="http://schemas.openxmlformats.org/drawingml/2006/main">
            <a:r>
              <a:t/>
            </a:r>
          </a:p>
          <a:p xmlns:a="http://schemas.openxmlformats.org/drawingml/2006/main">
            <a:r>
              <a:t>ACT / Section: ACT 4 / 4G  C++ VISION TRANSFER  /  4H DISCUSSION &amp; TRANSITION</a:t>
            </a:r>
          </a:p>
          <a:p xmlns:a="http://schemas.openxmlformats.org/drawingml/2006/main">
            <a:r>
              <a:t/>
            </a:r>
          </a:p>
          <a:p xmlns:a="http://schemas.openxmlformats.org/drawingml/2006/main">
            <a:r>
              <a:t>Allocated Time: 20 minutes</a:t>
            </a:r>
          </a:p>
          <a:p xmlns:a="http://schemas.openxmlformats.org/drawingml/2006/main">
            <a:r>
              <a:t/>
            </a:r>
          </a:p>
          <a:p xmlns:a="http://schemas.openxmlformats.org/drawingml/2006/main">
            <a:r>
              <a:t>Mode Split: Case 7분 + Reflection 2분 + Q&amp;A 7분 + Transition 4분</a:t>
            </a:r>
          </a:p>
          <a:p xmlns:a="http://schemas.openxmlformats.org/drawingml/2006/main">
            <a:r>
              <a:t/>
            </a:r>
          </a:p>
          <a:p xmlns:a="http://schemas.openxmlformats.org/drawingml/2006/main">
            <a:r>
              <a:t>Primary Message: Project나 환경이 바뀌면 기존 performance 가정과 verification 절차가 여전히 맞는지 다시 확인한다. 반복되는 마찰은 관찰하고 원인을 찾아 관련 layer를 바꾼 뒤 benchmark와 regression으로 확인한다.</a:t>
            </a:r>
          </a:p>
          <a:p xmlns:a="http://schemas.openxmlformats.org/drawingml/2006/main">
            <a:r>
              <a:t/>
            </a:r>
          </a:p>
          <a:p xmlns:a="http://schemas.openxmlformats.org/drawingml/2006/main">
            <a:r>
              <a:t>Opening Question: “같은 문제가 두 번째로 생기면 다시 Prompt를 고칠까, System을 살펴볼까?”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(0:00–2:00 / Case) 앞의 평가 원리를 업무의 검증 조건에 적용해 본다고 안내하고 GPU·빌드·측정 조건이 달라진 상황을 가정한다. 실제 C++ 사건이나 구체적 버전 조합을 주장하지 않는다.</a:t>
            </a:r>
          </a:p>
          <a:p xmlns:a="http://schemas.openxmlformats.org/drawingml/2006/main">
            <a:r>
              <a:t>2. (2:00–4:30 / Case) 그림의 입력·코드·장치와 기존 가정·측정 조건 질문을 가리킨다. 기존 판단이 어떤 조건에서 맞았는지, 입력과 실행 조건이 비교 가능한지 묻는다. 관찰된 성능 저하나 숫자를 만들지 않는다.</a:t>
            </a:r>
          </a:p>
          <a:p xmlns:a="http://schemas.openxmlformats.org/drawingml/2006/main">
            <a:r>
              <a:t>3. (4:30–7:00 / Case) 출력 그림과 기능 계약 질문에서 성능과 함께 다시 확인할 동작 범위를 살핀다. 반복 신호→원인 Layer 조사→관련 시스템 변경→Benchmark/Regression 재확인으로 연결한다.</a:t>
            </a:r>
          </a:p>
          <a:p xmlns:a="http://schemas.openxmlformats.org/drawingml/2006/main">
            <a:r>
              <a:t>4. (7:00–9:00 / Reflection) 하단 질문을 가리켜 자기 업무의 반복 마찰 하나를 마음속으로 떠올리게 한다. 기록·답변·발표는 요구하지 않는다.</a:t>
            </a:r>
          </a:p>
          <a:p xmlns:a="http://schemas.openxmlformats.org/drawingml/2006/main">
            <a:r>
              <a:t>5. (9:00–16:00 / Q&amp;A) 질문을 받는다. 질문이 없으면 아래 Fallback 질문을 하나씩 골라 강사가 짧게 해설한다. 새로운 기술 사례나 제품 설정 강의를 열지 않는다.</a:t>
            </a:r>
          </a:p>
          <a:p xmlns:a="http://schemas.openxmlformats.org/drawingml/2006/main">
            <a:r>
              <a:t>6. (16:00–20:00 / Transition) 16분에 질문을 마감한다. 가정→측정 조건→기능 계약 세 질문을 전체 Story의 Context→Harness→Loop와 연결하고 S86의 여정 회수로 이동한다.</a:t>
            </a:r>
          </a:p>
          <a:p xmlns:a="http://schemas.openxmlformats.org/drawingml/2006/main">
            <a:r>
              <a:t/>
            </a:r>
          </a:p>
          <a:p xmlns:a="http://schemas.openxmlformats.org/drawingml/2006/main">
            <a:r>
              <a:t>화면 진행: 왼쪽 그림에서 조건 변화만 확인하고 오른쪽 01 기존 가정→02 측정 조건→03 기능 계약을 위에서 아래로 짚는다. 마지막에만 하단 큰 질문으로 시선을 옮긴다. 7–9분 Reflection, 9–16분 Q&amp;A, 16–20분 Transition은 그대로이며 정적 화면을 사용한다.</a:t>
            </a:r>
          </a:p>
          <a:p xmlns:a="http://schemas.openxmlformats.org/drawingml/2006/main">
            <a:r>
              <a:t/>
            </a:r>
          </a:p>
          <a:p xmlns:a="http://schemas.openxmlformats.org/drawingml/2006/main">
            <a:r>
              <a:t>Evidence / Source: BEAT-059 / TRANS-012  ·  teaching transfer, not observed C++ incident 삽화 출처: prototype/image-illustration-pilot/assets/S72.png, built-in image_gen, 2026-10-18. 생성 프롬프트: prototype/image-illustration-pilot/PROMPTS.md. 실제 화면·현장 사진·관찰 자료가 아니다.</a:t>
            </a:r>
          </a:p>
          <a:p xmlns:a="http://schemas.openxmlformats.org/drawingml/2006/main">
            <a:r>
              <a:t/>
            </a:r>
          </a:p>
          <a:p xmlns:a="http://schemas.openxmlformats.org/drawingml/2006/main">
            <a:r>
              <a:t>Claim Boundary: COURSE MODEL / C++ VISION TRANSFER. Toolchain, CUDA/GPU architecture, build/benchmark configuration은 hypothetical teaching context이며 실제 Demo history가 아니다. 구체적인 Windows/shell/IDE/hardware setup을 주장하지 않는다.</a:t>
            </a:r>
          </a:p>
          <a:p xmlns:a="http://schemas.openxmlformats.org/drawingml/2006/main">
            <a:r>
              <a:t/>
            </a:r>
          </a:p>
          <a:p xmlns:a="http://schemas.openxmlformats.org/drawingml/2006/main">
            <a:r>
              <a:t>Beginner Explanation: 같은 문제가 반복되면 Prompt 외에도 Project와 workflow를 살핀다.</a:t>
            </a:r>
          </a:p>
          <a:p xmlns:a="http://schemas.openxmlformats.org/drawingml/2006/main">
            <a:r>
              <a:t/>
            </a:r>
          </a:p>
          <a:p xmlns:a="http://schemas.openxmlformats.org/drawingml/2006/main">
            <a:r>
              <a:t>Advanced Insight: Project/environment 변화가 verification assumptions에 미치는 영향을 평가한다.</a:t>
            </a:r>
          </a:p>
          <a:p xmlns:a="http://schemas.openxmlformats.org/drawingml/2006/main">
            <a:r>
              <a:t/>
            </a:r>
          </a:p>
          <a:p xmlns:a="http://schemas.openxmlformats.org/drawingml/2006/main">
            <a:r>
              <a:t>C++ Vision Bridge: Primary bridge. 변화한 조건에서 기존 tuning 가정과 benchmark/regression 조건을 다시 확인하는 engineering pattern만 전한다.</a:t>
            </a:r>
          </a:p>
          <a:p xmlns:a="http://schemas.openxmlformats.org/drawingml/2006/main">
            <a:r>
              <a:t/>
            </a:r>
          </a:p>
          <a:p xmlns:a="http://schemas.openxmlformats.org/drawingml/2006/main">
            <a:r>
              <a:t>Demo Operation: 정적 화면과 speaker-led highlighting을 사용한다. 화면에는 세 확인 대상과 성찰 질문을 두고, 20분 운영표는 Notes에만 둔다. Live 프로젝트·제품 실행·애니메이션 의존 없음. 정적 삽화의 입력→처리 코드→실행 장치→출력을 차례로 가리킨다. 황색 장치·설정 표시는 검토할 조건의 변화이며 실패 원인이 확정됐다는 뜻이 아니다.</a:t>
            </a:r>
          </a:p>
          <a:p xmlns:a="http://schemas.openxmlformats.org/drawingml/2006/main">
            <a:r>
              <a:t/>
            </a:r>
          </a:p>
          <a:p xmlns:a="http://schemas.openxmlformats.org/drawingml/2006/main">
            <a:r>
              <a:t>Audience Interaction: 7–9분 개인 Reflection은 답변·공유 없이 진행한다. 9–16분 Q&amp;A에서는 실제 회사 환경의 검증되지 않은 해결책을 단정하지 않고 어떤 조건을 확인해야 하는지로 답한다.</a:t>
            </a:r>
          </a:p>
          <a:p xmlns:a="http://schemas.openxmlformats.org/drawingml/2006/main">
            <a:r>
              <a:t/>
            </a:r>
          </a:p>
          <a:p xmlns:a="http://schemas.openxmlformats.org/drawingml/2006/main">
            <a:r>
              <a:t>Transition: “이제 처음의 질문부터 Task·Context·Harness·Loop까지, 어떤 문제에 대응해 왔는지 전체 Story를 다시 연결하겠습니다.” ACT 5 S86으로 넘긴다.</a:t>
            </a:r>
          </a:p>
          <a:p xmlns:a="http://schemas.openxmlformats.org/drawingml/2006/main">
            <a:r>
              <a:t/>
            </a:r>
          </a:p>
          <a:p xmlns:a="http://schemas.openxmlformats.org/drawingml/2006/main">
            <a:r>
              <a:t>Time Management: 0–7 Case 7분, 7–9 Reflection 2분, 9–16 Q&amp;A 7분, 16–20 Transition 4분으로 20분을 유지한다. Cutoff cue: “이 질문은 여기까지 정리하고, 이제 처음 문제부터 지금의 Loop까지 연결해 보겠습니다.” 실제 20분 리허설은 수행하지 않았다. 0–2분 전체 그림/변경 표식, 2–4:30분 입력·코드·장치의 가정과 비교 조건, 4:30–7분 출력·기능 계약을 설명한다. 이후 7–9분 Reflection, 9–16분 Q&amp;A, 16–20분 Transition을 유지한다.</a:t>
            </a:r>
          </a:p>
          <a:p xmlns:a="http://schemas.openxmlformats.org/drawingml/2006/main">
            <a:r>
              <a:t/>
            </a:r>
          </a:p>
          <a:p xmlns:a="http://schemas.openxmlformats.org/drawingml/2006/main">
            <a:r>
              <a:t>Fallback: 정적 PPT/PNG를 기본 경로로 사용한다. Q&amp;A가 없으면 ①“예전 Benchmark와 비교하기 전에 어떤 조건을 맞춰야 할까요?” ②“성능이 달라졌을 때 기능 계약은 무엇으로 다시 확인할까요?” ③“두 번째로 같은 문제가 생기면 Prompt 외에 무엇을 살펴볼까요?” 중 하나씩 선택한다. 응답을 요구하지 않고 기존 세 질문의 범위에서 강사가 짧게 해설한다. 정적 파일: production/preview/act4/S85.png 및 production/preview/full/S85.png.</a:t>
            </a:r>
          </a:p>
          <a:p xmlns:a="http://schemas.openxmlformats.org/drawingml/2006/main">
            <a:r>
              <a:t/>
            </a:r>
          </a:p>
          <a:p xmlns:a="http://schemas.openxmlformats.org/drawingml/2006/main">
            <a:r>
              <a:t>Validation Status: REVIEWED — DEC-0030에서 승인한 화면 강조와 운영 Cue를 정렬했다. 최종 PPT/Notes/PNG 대조와 렌더 검토 결과는 production/evaluation/FULL_DECK_PRESENTATION_POLISH.md에 기록한다. Windows PowerPoint, 발표 PC 글꼴, 교육장 투사, 제품·계정,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S86 — 전체 Story를 한 장으로</a:t>
            </a:r>
          </a:p>
          <a:p xmlns:a="http://schemas.openxmlformats.org/drawingml/2006/main">
            <a:r>
              <a:t/>
            </a:r>
          </a:p>
          <a:p xmlns:a="http://schemas.openxmlformats.org/drawingml/2006/main">
            <a:r>
              <a:t>**Slide ID:**</a:t>
            </a:r>
          </a:p>
          <a:p xmlns:a="http://schemas.openxmlformats.org/drawingml/2006/main">
            <a:r>
              <a:t>S86</a:t>
            </a:r>
          </a:p>
          <a:p xmlns:a="http://schemas.openxmlformats.org/drawingml/2006/main">
            <a:r>
              <a:t/>
            </a:r>
          </a:p>
          <a:p xmlns:a="http://schemas.openxmlformats.org/drawingml/2006/main">
            <a:r>
              <a:t>**Working Title:**</a:t>
            </a:r>
          </a:p>
          <a:p xmlns:a="http://schemas.openxmlformats.org/drawingml/2006/main">
            <a:r>
              <a:t>전체 Story를 한 장으로</a:t>
            </a:r>
          </a:p>
          <a:p xmlns:a="http://schemas.openxmlformats.org/drawingml/2006/main">
            <a:r>
              <a:t/>
            </a:r>
          </a:p>
          <a:p xmlns:a="http://schemas.openxmlformats.org/drawingml/2006/main">
            <a:r>
              <a:t>**ACT / Section:**</a:t>
            </a:r>
          </a:p>
          <a:p xmlns:a="http://schemas.openxmlformats.org/drawingml/2006/main">
            <a:r>
              <a:t>ACT 5 / 5A  FULL STORY RECAP</a:t>
            </a:r>
          </a:p>
          <a:p xmlns:a="http://schemas.openxmlformats.org/drawingml/2006/main">
            <a:r>
              <a:t/>
            </a:r>
          </a:p>
          <a:p xmlns:a="http://schemas.openxmlformats.org/drawingml/2006/main">
            <a:r>
              <a:t>**Allocated Time:**</a:t>
            </a:r>
          </a:p>
          <a:p xmlns:a="http://schemas.openxmlformats.org/drawingml/2006/main">
            <a:r>
              <a:t>4 minutes</a:t>
            </a:r>
          </a:p>
          <a:p xmlns:a="http://schemas.openxmlformats.org/drawingml/2006/main">
            <a:r>
              <a:t/>
            </a:r>
          </a:p>
          <a:p xmlns:a="http://schemas.openxmlformats.org/drawingml/2006/main">
            <a:r>
              <a:t>**Mode Split:**</a:t>
            </a:r>
          </a:p>
          <a:p xmlns:a="http://schemas.openxmlformats.org/drawingml/2006/main">
            <a:r>
              <a:t>Lecture 4분</a:t>
            </a:r>
          </a:p>
          <a:p xmlns:a="http://schemas.openxmlformats.org/drawingml/2006/main">
            <a:r>
              <a:t/>
            </a:r>
          </a:p>
          <a:p xmlns:a="http://schemas.openxmlformats.org/drawingml/2006/main">
            <a:r>
              <a:t>**Primary Message:**</a:t>
            </a:r>
          </a:p>
          <a:p xmlns:a="http://schemas.openxmlformats.org/drawingml/2006/main">
            <a:r>
              <a:t>Chatbot은 답을 구하고, Prompt는 Task를 구체화하며, Context는 필요한 Project 지식을 제공하고, Harness는 작업 환경을 설계하며, Loop는 Feedback으로 System을 개선한다.</a:t>
            </a:r>
          </a:p>
          <a:p xmlns:a="http://schemas.openxmlformats.org/drawingml/2006/main">
            <a:r>
              <a:t/>
            </a:r>
          </a:p>
          <a:p xmlns:a="http://schemas.openxmlformats.org/drawingml/2006/main">
            <a:r>
              <a:t>**Opening Question:**</a:t>
            </a:r>
          </a:p>
          <a:p xmlns:a="http://schemas.openxmlformats.org/drawingml/2006/main">
            <a:r>
              <a:t>“나는 지금 AI를 어떤 방식으로 사용하고 있을까?”</a:t>
            </a:r>
          </a:p>
          <a:p xmlns:a="http://schemas.openxmlformats.org/drawingml/2006/main">
            <a:r>
              <a:t/>
            </a:r>
          </a:p>
          <a:p xmlns:a="http://schemas.openxmlformats.org/drawingml/2006/main">
            <a:r>
              <a:t>**Speaker Flow:**</a:t>
            </a:r>
          </a:p>
          <a:p xmlns:a="http://schemas.openxmlformats.org/drawingml/2006/main">
            <a:r>
              <a:t>1. (0:00–0:30 / Lecture) 처음의 질문으로 돌아가 다섯 방식을 한눈에 보여준다.</a:t>
            </a:r>
          </a:p>
          <a:p xmlns:a="http://schemas.openxmlformats.org/drawingml/2006/main">
            <a:r>
              <a:t>2. (0:30–2:45 / Lecture) 각 행의 행동만 회수한다: 답을 구하기, 이번 작업 구체화, 프로젝트 지식 제공, 일하는 환경 설계, 피드백으로 시스템 수정. 새 용어를 덧붙이지 않는다.</a:t>
            </a:r>
          </a:p>
          <a:p xmlns:a="http://schemas.openxmlformats.org/drawingml/2006/main">
            <a:r>
              <a:t>3. (2:45–4:00 / Lecture) 앞의 방식이 사라지지 않고 문제에 맞는 대응이 더해졌다고 정리한다. S87 실제 Repository 이력→S88 선택 기준→S89 책임을 거쳐 S90에서 AI-Native 운영 모델을 회수한다.</a:t>
            </a:r>
          </a:p>
          <a:p xmlns:a="http://schemas.openxmlformats.org/drawingml/2006/main">
            <a:r>
              <a:t/>
            </a:r>
          </a:p>
          <a:p xmlns:a="http://schemas.openxmlformats.org/drawingml/2006/main">
            <a:r>
              <a:t>화면 진행: 이 장은 다섯 방식이 어떤 문제에 대응했는지 여정을 회수한다. 실제 State 이름이나 책임 목록을 여기서 모두 설명하지 않고 S87와 S89에 남긴다.</a:t>
            </a:r>
          </a:p>
          <a:p xmlns:a="http://schemas.openxmlformats.org/drawingml/2006/main">
            <a:r>
              <a:t/>
            </a:r>
          </a:p>
          <a:p xmlns:a="http://schemas.openxmlformats.org/drawingml/2006/main">
            <a:r>
              <a:t>**Evidence / Source:**</a:t>
            </a:r>
          </a:p>
          <a:p xmlns:a="http://schemas.openxmlformats.org/drawingml/2006/main">
            <a:r>
              <a:t>TEACHING_MODEL · BEAT-060 · 앞선 ACT의 Story callback. 새 Demo는 실행하지 않는다.</a:t>
            </a:r>
          </a:p>
          <a:p xmlns:a="http://schemas.openxmlformats.org/drawingml/2006/main">
            <a:r>
              <a:t/>
            </a:r>
          </a:p>
          <a:p xmlns:a="http://schemas.openxmlformats.org/drawingml/2006/main">
            <a:r>
              <a:t>**Claim Boundary:**</a:t>
            </a:r>
          </a:p>
          <a:p xmlns:a="http://schemas.openxmlformats.org/drawingml/2006/main">
            <a:r>
              <a:t>이 교육의 문제-driven 진화 모델이다. 각 단계는 앞 단계를 대체하거나 모든 개발자가 같은 maturity 순서로 이동해야 한다는 뜻이 아니다.</a:t>
            </a:r>
          </a:p>
          <a:p xmlns:a="http://schemas.openxmlformats.org/drawingml/2006/main">
            <a:r>
              <a:t/>
            </a:r>
          </a:p>
          <a:p xmlns:a="http://schemas.openxmlformats.org/drawingml/2006/main">
            <a:r>
              <a:t>**Beginner Explanation:**</a:t>
            </a:r>
          </a:p>
          <a:p xmlns:a="http://schemas.openxmlformats.org/drawingml/2006/main">
            <a:r>
              <a:t>현재 사용 방식에서 다음으로 필요한 작은 engineering 대응 하나를 찾는다.</a:t>
            </a:r>
          </a:p>
          <a:p xmlns:a="http://schemas.openxmlformats.org/drawingml/2006/main">
            <a:r>
              <a:t/>
            </a:r>
          </a:p>
          <a:p xmlns:a="http://schemas.openxmlformats.org/drawingml/2006/main">
            <a:r>
              <a:t>**Advanced Insight:**</a:t>
            </a:r>
          </a:p>
          <a:p xmlns:a="http://schemas.openxmlformats.org/drawingml/2006/main">
            <a:r>
              <a:t>어떤 문제가 다음 단계의 접근을 필요하게 했는지 시스템 관점으로 설명한다.</a:t>
            </a:r>
          </a:p>
          <a:p xmlns:a="http://schemas.openxmlformats.org/drawingml/2006/main">
            <a:r>
              <a:t/>
            </a:r>
          </a:p>
          <a:p xmlns:a="http://schemas.openxmlformats.org/drawingml/2006/main">
            <a:r>
              <a:t>**C++ Vision Bridge:**</a:t>
            </a:r>
          </a:p>
          <a:p xmlns:a="http://schemas.openxmlformats.org/drawingml/2006/main">
            <a:r>
              <a:t>기존 Vision 사례를 선택적으로 회상할 수 있다. 새 C++ 기술 사례는 추가하지 않는다.</a:t>
            </a:r>
          </a:p>
          <a:p xmlns:a="http://schemas.openxmlformats.org/drawingml/2006/main">
            <a:r>
              <a:t/>
            </a:r>
          </a:p>
          <a:p xmlns:a="http://schemas.openxmlformats.org/drawingml/2006/main">
            <a:r>
              <a:t>**Demo Operation:**</a:t>
            </a:r>
          </a:p>
          <a:p xmlns:a="http://schemas.openxmlformats.org/drawingml/2006/main">
            <a:r>
              <a:t>다섯 개 행동 행을 차례로 가리킨다. 새로운 실행이나 상태를 추가하지 않는다. S90의 정의를 바로 다음 장에서 설명한다고 예고하지 않는다.</a:t>
            </a:r>
          </a:p>
          <a:p xmlns:a="http://schemas.openxmlformats.org/drawingml/2006/main">
            <a:r>
              <a:t/>
            </a:r>
          </a:p>
          <a:p xmlns:a="http://schemas.openxmlformats.org/drawingml/2006/main">
            <a:r>
              <a:t>**Audience Interaction:**</a:t>
            </a:r>
          </a:p>
          <a:p xmlns:a="http://schemas.openxmlformats.org/drawingml/2006/main">
            <a:r>
              <a:t>Opening question을 띄우고 개인적으로 떠올리게 한다. 답변이나 현재 수준 발표를 요구하지 않는다.</a:t>
            </a:r>
          </a:p>
          <a:p xmlns:a="http://schemas.openxmlformats.org/drawingml/2006/main">
            <a:r>
              <a:t/>
            </a:r>
          </a:p>
          <a:p xmlns:a="http://schemas.openxmlformats.org/drawingml/2006/main">
            <a:r>
              <a:t>**Transition:**</a:t>
            </a:r>
          </a:p>
          <a:p xmlns:a="http://schemas.openxmlformats.org/drawingml/2006/main">
            <a:r>
              <a:t>“전체 교육 모델 가운데, 하나의 Repository에서 실제로 확인한 변화만 다시 보겠습니다.” S87로 넘긴다.</a:t>
            </a:r>
          </a:p>
          <a:p xmlns:a="http://schemas.openxmlformats.org/drawingml/2006/main">
            <a:r>
              <a:t/>
            </a:r>
          </a:p>
          <a:p xmlns:a="http://schemas.openxmlformats.org/drawingml/2006/main">
            <a:r>
              <a:t>**Time Management:**</a:t>
            </a:r>
          </a:p>
          <a:p xmlns:a="http://schemas.openxmlformats.org/drawingml/2006/main">
            <a:r>
              <a:t>총 4분, Lecture 4분. 각 단계 설명을 한 문장에 제한하고 앞선 ACT 내용을 다시 강의하지 않는다.</a:t>
            </a:r>
          </a:p>
          <a:p xmlns:a="http://schemas.openxmlformats.org/drawingml/2006/main">
            <a:r>
              <a:t/>
            </a:r>
          </a:p>
          <a:p xmlns:a="http://schemas.openxmlformats.org/drawingml/2006/main">
            <a:r>
              <a:t>**Fallback:**</a:t>
            </a:r>
          </a:p>
          <a:p xmlns:a="http://schemas.openxmlformats.org/drawingml/2006/main">
            <a:r>
              <a:t>LOCAL STATIC ARTIFACT — production/ACT_5.pptx의 S86와 production/preview/act5/S86.png를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DEC-0030에서 승인한 화면 강조와 운영 Cue를 정렬했다. 최종 PPT/Notes/PNG 대조와 렌더 검토 결과는 production/evaluation/FULL_DECK_PRESENTATION_POLISH.md에 기록한다. Windows PowerPoint, 발표 PC 글꼴, 교육장 투사, 제품·계정,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S87 — 하나의 Repository가 문제에 대응해 진화했다</a:t>
            </a:r>
          </a:p>
          <a:p xmlns:a="http://schemas.openxmlformats.org/drawingml/2006/main">
            <a:r>
              <a:t/>
            </a:r>
          </a:p>
          <a:p xmlns:a="http://schemas.openxmlformats.org/drawingml/2006/main">
            <a:r>
              <a:t>Slide ID: S87</a:t>
            </a:r>
          </a:p>
          <a:p xmlns:a="http://schemas.openxmlformats.org/drawingml/2006/main">
            <a:r>
              <a:t/>
            </a:r>
          </a:p>
          <a:p xmlns:a="http://schemas.openxmlformats.org/drawingml/2006/main">
            <a:r>
              <a:t>Working Title: 하나의 Repository가 문제에 대응해 진화했다</a:t>
            </a:r>
          </a:p>
          <a:p xmlns:a="http://schemas.openxmlformats.org/drawingml/2006/main">
            <a:r>
              <a:t/>
            </a:r>
          </a:p>
          <a:p xmlns:a="http://schemas.openxmlformats.org/drawingml/2006/main">
            <a:r>
              <a:t>ACT / Section: ACT 5 / 5A  PRIMARY DEMO EVOLUTION</a:t>
            </a:r>
          </a:p>
          <a:p xmlns:a="http://schemas.openxmlformats.org/drawingml/2006/main">
            <a:r>
              <a:t/>
            </a:r>
          </a:p>
          <a:p xmlns:a="http://schemas.openxmlformats.org/drawingml/2006/main">
            <a:r>
              <a:t>Allocated Time: 3 minutes</a:t>
            </a:r>
          </a:p>
          <a:p xmlns:a="http://schemas.openxmlformats.org/drawingml/2006/main">
            <a:r>
              <a:t/>
            </a:r>
          </a:p>
          <a:p xmlns:a="http://schemas.openxmlformats.org/drawingml/2006/main">
            <a:r>
              <a:t>Mode Split: Lecture 1분 + Demo 2분 (VISUAL)</a:t>
            </a:r>
          </a:p>
          <a:p xmlns:a="http://schemas.openxmlformats.org/drawingml/2006/main">
            <a:r>
              <a:t/>
            </a:r>
          </a:p>
          <a:p xmlns:a="http://schemas.openxmlformats.org/drawingml/2006/main">
            <a:r>
              <a:t>Primary Message: 각 State는 해당 문제에 대응해 기록된 Engineering history다. State 순서는 기능 성숙도 등급이 아니다.</a:t>
            </a:r>
          </a:p>
          <a:p xmlns:a="http://schemas.openxmlformats.org/drawingml/2006/main">
            <a:r>
              <a:t/>
            </a:r>
          </a:p>
          <a:p xmlns:a="http://schemas.openxmlformats.org/drawingml/2006/main">
            <a:r>
              <a:t>Opening Question: “이 Repository는 어떤 문제를 만나며 바뀌었나?”</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Lecture) 전체 교육 모델 가운데 실제 Product 이력만 회수하는 장임을 안내한다. 일곱 이름을 번호·화살표 순서로 읽고, 상단 왼쪽에서 오른쪽으로, 다음 하단 오른쪽에서 왼쪽으로 이동한다. State는 당시 문제에 대응한 이력임을 말한다.</a:t>
            </a:r>
          </a:p>
          <a:p xmlns:a="http://schemas.openxmlformats.org/drawingml/2006/main">
            <a:r>
              <a:t>2. (1:00–2:30 / VISUAL Demo) 아래 세 발췌(S18 crop 수정, S43 상세 문서 분리, S58 같은 조건의 성능 비교)를 가리키며 위의 일곱 State 변화와 연결한다. 작은 그림은 기억을 회수하는 용도이며 코드·경로·수치를 다시 읽는 시간이 아니다.</a:t>
            </a:r>
          </a:p>
          <a:p xmlns:a="http://schemas.openxmlformats.org/drawingml/2006/main">
            <a:r>
              <a:t>3. (2:30–3:00 / VISUAL Demo) STATE-04-PERF의 bounded endpoint에서 닫는다. Benchmark 준비 commit은 추가 State가 아니다.</a:t>
            </a:r>
          </a:p>
          <a:p xmlns:a="http://schemas.openxmlformats.org/drawingml/2006/main">
            <a:r>
              <a:t/>
            </a:r>
          </a:p>
          <a:p xmlns:a="http://schemas.openxmlformats.org/drawingml/2006/main">
            <a:r>
              <a:t>화면 진행: State rail의 번호 01–07과 화살표를 따라간다. 상단은 왼쪽→오른쪽, 아래로 내려간 뒤 하단은 오른쪽→왼쪽으로 읽는다. 하단 발췌는 rail과 구분된 회상 자료이며 작은 코드·수치를 다시 읽거나 바로 위 State와 열 기준으로 대응시키지 않는다.</a:t>
            </a:r>
          </a:p>
          <a:p xmlns:a="http://schemas.openxmlformats.org/drawingml/2006/main">
            <a:r>
              <a:t/>
            </a:r>
          </a:p>
          <a:p xmlns:a="http://schemas.openxmlformats.org/drawingml/2006/main">
            <a:r>
              <a:t>Evidence / Source: OBSERVED_PRODUCT · `ai-dev-training-demo`의 named Git State/tag 기록과 DEMO-12. State 순서는 STATE-00 → STATE-00-FIXED → STATE-01 → STATE-02 → STATE-03 → STATE-04 → STATE-04-PERF다. 발췌 원본: assets/slide-illustrations/recap/S16-source.png, S32-source.png, S47-source.png. 파일명은 최초80장판 캡처 시점의 번호이며 현재 대응은 S18/S43/S58다. 실제 Trial 원본 화면이 아닌 당시 production PNG 발췌다. S18은 TRIAL-002 diff 재구성, S43는 STATE-02→03 문구 발췌, S58는 STATE-04→04-PERF 단일 코드·입력·환경 비교다. SHA-256과 native crop 범위: assets/slide-illustrations/ASSET_MANIFEST.json.</a:t>
            </a:r>
          </a:p>
          <a:p xmlns:a="http://schemas.openxmlformats.org/drawingml/2006/main">
            <a:r>
              <a:t/>
            </a:r>
          </a:p>
          <a:p xmlns:a="http://schemas.openxmlformats.org/drawingml/2006/main">
            <a:r>
              <a:t>Claim Boundary: 기록된 State와 Demo evidence 범위에 한정한다. Benchmark preparation commits는 supporting history이며 별도 State가 아니다. Subagent, Memory, stale Harness 또는 Loop를 Product State로 표시하지 않는다. 세 그림은 기존 발표자료 발췌이며 원본 실행 캡처가 아니다. S43로 Routing 우월성·토큰 절감을 주장하지 않고, S58는 tracemalloc 피크와 이 환경의 코드 변경 결과로 한정하며 RSS·Harness 단독 인과성으로 확대하지 않는다.</a:t>
            </a:r>
          </a:p>
          <a:p xmlns:a="http://schemas.openxmlformats.org/drawingml/2006/main">
            <a:r>
              <a:t/>
            </a:r>
          </a:p>
          <a:p xmlns:a="http://schemas.openxmlformats.org/drawingml/2006/main">
            <a:r>
              <a:t>Beginner Explanation: 변화가 기능 수를 늘리기 위한 것이 아니라 당시 확인된 문제에 대응했다는 점을 본다.</a:t>
            </a:r>
          </a:p>
          <a:p xmlns:a="http://schemas.openxmlformats.org/drawingml/2006/main">
            <a:r>
              <a:t/>
            </a:r>
          </a:p>
          <a:p xmlns:a="http://schemas.openxmlformats.org/drawingml/2006/main">
            <a:r>
              <a:t>Advanced Insight: Product State와 Conceptual 또는 Observed Meta 사례를 구분하고 bounded Product endpoint를 읽는다.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DEMO-12 · VISUAL, 2분. 실제 Product State/tag를 요약한 static timeline이다. 새 Trial·repository 실행·추가 state는 없다. Benchmark preparation은 별도 State로 그리지 않는다. 세 발췌와 seven-State rail을 함께 사용하되 개별 Trial을 새로 실행하거나 재설명하지 않는다.</a:t>
            </a:r>
          </a:p>
          <a:p xmlns:a="http://schemas.openxmlformats.org/drawingml/2006/main">
            <a:r>
              <a:t/>
            </a:r>
          </a:p>
          <a:p xmlns:a="http://schemas.openxmlformats.org/drawingml/2006/main">
            <a:r>
              <a:t>Audience Interaction: 질문에 맞춰 각 State 아래 한 문구를 함께 훑는다. 평가 점수나 성숙도 단계로 읽지 않게 안내한다.</a:t>
            </a:r>
          </a:p>
          <a:p xmlns:a="http://schemas.openxmlformats.org/drawingml/2006/main">
            <a:r>
              <a:t/>
            </a:r>
          </a:p>
          <a:p xmlns:a="http://schemas.openxmlformats.org/drawingml/2006/main">
            <a:r>
              <a:t>Transition: “그러면 이 작업에서 Subagent와 Memory는 왜 없었을까요?” S88로 전환한다.</a:t>
            </a:r>
          </a:p>
          <a:p xmlns:a="http://schemas.openxmlformats.org/drawingml/2006/main">
            <a:r>
              <a:t/>
            </a:r>
          </a:p>
          <a:p xmlns:a="http://schemas.openxmlformats.org/drawingml/2006/main">
            <a:r>
              <a:t>Time Management: Lecture 1분 + VISUAL Demo 2분 = 3분. 세부 Trial을 재설명하지 않는다.</a:t>
            </a:r>
          </a:p>
          <a:p xmlns:a="http://schemas.openxmlformats.org/drawingml/2006/main">
            <a:r>
              <a:t/>
            </a:r>
          </a:p>
          <a:p xmlns:a="http://schemas.openxmlformats.org/drawingml/2006/main">
            <a:r>
              <a:t>Fallback: LOCAL STATIC ARTIFACT — production/ACT_5.pptx의 S87와 production/preview/act5/S87.png를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 REVIEWED — DEC-0030에서 승인한 화면 강조와 운영 Cue를 정렬했다. 최종 PPT/Notes/PNG 대조와 렌더 검토 결과는 production/evaluation/FULL_DECK_PRESENTATION_POLISH.md에 기록한다. Windows PowerPoint, 발표 PC 글꼴, 교육장 투사, 제품·계정,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S88 — 필요성이 입증되지 않은 것은 보류했다</a:t>
            </a:r>
          </a:p>
          <a:p xmlns:a="http://schemas.openxmlformats.org/drawingml/2006/main">
            <a:r>
              <a:t/>
            </a:r>
          </a:p>
          <a:p xmlns:a="http://schemas.openxmlformats.org/drawingml/2006/main">
            <a:r>
              <a:t>**Slide ID:**</a:t>
            </a:r>
          </a:p>
          <a:p xmlns:a="http://schemas.openxmlformats.org/drawingml/2006/main">
            <a:r>
              <a:t>S88</a:t>
            </a:r>
          </a:p>
          <a:p xmlns:a="http://schemas.openxmlformats.org/drawingml/2006/main">
            <a:r>
              <a:t/>
            </a:r>
          </a:p>
          <a:p xmlns:a="http://schemas.openxmlformats.org/drawingml/2006/main">
            <a:r>
              <a:t>**Working Title:**</a:t>
            </a:r>
          </a:p>
          <a:p xmlns:a="http://schemas.openxmlformats.org/drawingml/2006/main">
            <a:r>
              <a:t>필요성이 입증되지 않은 것은 보류했다</a:t>
            </a:r>
          </a:p>
          <a:p xmlns:a="http://schemas.openxmlformats.org/drawingml/2006/main">
            <a:r>
              <a:t/>
            </a:r>
          </a:p>
          <a:p xmlns:a="http://schemas.openxmlformats.org/drawingml/2006/main">
            <a:r>
              <a:t>**ACT / Section:**</a:t>
            </a:r>
          </a:p>
          <a:p xmlns:a="http://schemas.openxmlformats.org/drawingml/2006/main">
            <a:r>
              <a:t>ACT 5 / 5A  MINIMUM EFFECTIVE HARNESS CALLBACK</a:t>
            </a:r>
          </a:p>
          <a:p xmlns:a="http://schemas.openxmlformats.org/drawingml/2006/main">
            <a:r>
              <a:t/>
            </a:r>
          </a:p>
          <a:p xmlns:a="http://schemas.openxmlformats.org/drawingml/2006/main">
            <a:r>
              <a:t>**Allocated Time:**</a:t>
            </a:r>
          </a:p>
          <a:p xmlns:a="http://schemas.openxmlformats.org/drawingml/2006/main">
            <a:r>
              <a:t>2 minutes</a:t>
            </a:r>
          </a:p>
          <a:p xmlns:a="http://schemas.openxmlformats.org/drawingml/2006/main">
            <a:r>
              <a:t/>
            </a:r>
          </a:p>
          <a:p xmlns:a="http://schemas.openxmlformats.org/drawingml/2006/main">
            <a:r>
              <a:t>**Mode Split:**</a:t>
            </a:r>
          </a:p>
          <a:p xmlns:a="http://schemas.openxmlformats.org/drawingml/2006/main">
            <a:r>
              <a:t>Lecture 2분</a:t>
            </a:r>
          </a:p>
          <a:p xmlns:a="http://schemas.openxmlformats.org/drawingml/2006/main">
            <a:r>
              <a:t/>
            </a:r>
          </a:p>
          <a:p xmlns:a="http://schemas.openxmlformats.org/drawingml/2006/main">
            <a:r>
              <a:t>**Primary Message:**</a:t>
            </a:r>
          </a:p>
          <a:p xmlns:a="http://schemas.openxmlformats.org/drawingml/2006/main">
            <a:r>
              <a:t>이 bounded task에서는 Subagent와 Memory를 추가할 충분한 근거가 없었다. “Use what the problem justifies.”</a:t>
            </a:r>
          </a:p>
          <a:p xmlns:a="http://schemas.openxmlformats.org/drawingml/2006/main">
            <a:r>
              <a:t/>
            </a:r>
          </a:p>
          <a:p xmlns:a="http://schemas.openxmlformats.org/drawingml/2006/main">
            <a:r>
              <a:t>**Opening Question:**</a:t>
            </a:r>
          </a:p>
          <a:p xmlns:a="http://schemas.openxmlformats.org/drawingml/2006/main">
            <a:r>
              <a:t>“왜 현재 Demo의 최종 그림에 Subagent와 Memory가 없을까?”</a:t>
            </a:r>
          </a:p>
          <a:p xmlns:a="http://schemas.openxmlformats.org/drawingml/2006/main">
            <a:r>
              <a:t/>
            </a:r>
          </a:p>
          <a:p xmlns:a="http://schemas.openxmlformats.org/drawingml/2006/main">
            <a:r>
              <a:t>**Speaker Flow:**</a:t>
            </a:r>
          </a:p>
          <a:p xmlns:a="http://schemas.openxmlformats.org/drawingml/2006/main">
            <a:r>
              <a:t>1. (0:00–0:30 / Lecture) 이번 작업에서 쓴 왼쪽 요소와 보류한 오른쪽 요소를 비교한다.</a:t>
            </a:r>
          </a:p>
          <a:p xmlns:a="http://schemas.openxmlformats.org/drawingml/2006/main">
            <a:r>
              <a:t>2. (0:30–1:20 / Lecture) STATE-04-PERF와 DEC-0018의 bounded 범위에서 Subagent·Memory 추가의 이득이 충분히 정당화되지 않았다고 설명한다.</a:t>
            </a:r>
          </a:p>
          <a:p xmlns:a="http://schemas.openxmlformats.org/drawingml/2006/main">
            <a:r>
              <a:t>3. (1:20–2:00 / Lecture) “현재 문제가 필요로 하는 만큼 설계한다”는 기준을 남긴다. 기능 수가 많거나 적다는 이유만으로 성숙도를 판단하지 않는다.</a:t>
            </a:r>
          </a:p>
          <a:p xmlns:a="http://schemas.openxmlformats.org/drawingml/2006/main">
            <a:r>
              <a:t/>
            </a:r>
          </a:p>
          <a:p xmlns:a="http://schemas.openxmlformats.org/drawingml/2006/main">
            <a:r>
              <a:t>화면 진행: 이번 Demo에서 채택한 구성과 필요성을 입증하지 못한 구성을 대비한다. 여정 요약보다 무엇을 보류할지 판단한 기준에 집중한다.</a:t>
            </a:r>
          </a:p>
          <a:p xmlns:a="http://schemas.openxmlformats.org/drawingml/2006/main">
            <a:r>
              <a:t/>
            </a:r>
          </a:p>
          <a:p xmlns:a="http://schemas.openxmlformats.org/drawingml/2006/main">
            <a:r>
              <a:t>**Evidence / Source:**</a:t>
            </a:r>
          </a:p>
          <a:p xmlns:a="http://schemas.openxmlformats.org/drawingml/2006/main">
            <a:r>
              <a:t>OBSERVED_PRODUCT / TEACHING_MODEL · STATE-04-PERF와 DEC-0018. 사용한 요소: task Prompt, Project Context/routing, reusable Skill/workflow, Tests와 benchmark. 이번 bounded task에서 Subagent와 Memory는 사용되지 않았다.</a:t>
            </a:r>
          </a:p>
          <a:p xmlns:a="http://schemas.openxmlformats.org/drawingml/2006/main">
            <a:r>
              <a:t/>
            </a:r>
          </a:p>
          <a:p xmlns:a="http://schemas.openxmlformats.org/drawingml/2006/main">
            <a:r>
              <a:t>**Claim Boundary:**</a:t>
            </a:r>
          </a:p>
          <a:p xmlns:a="http://schemas.openxmlformats.org/drawingml/2006/main">
            <a:r>
              <a:t>이 Demo의 bounded 작업과 이 교육의 프로젝트별 heuristic이다. 모든 Project에 Subagent/Memory가 불필요하거나 적게 쓰는 것이 항상 낫다는 뜻이 아니다.</a:t>
            </a:r>
          </a:p>
          <a:p xmlns:a="http://schemas.openxmlformats.org/drawingml/2006/main">
            <a:r>
              <a:t/>
            </a:r>
          </a:p>
          <a:p xmlns:a="http://schemas.openxmlformats.org/drawingml/2006/main">
            <a:r>
              <a:t>**Beginner Explanation:**</a:t>
            </a:r>
          </a:p>
          <a:p xmlns:a="http://schemas.openxmlformats.org/drawingml/2006/main">
            <a:r>
              <a:t>처음부터 모든 기능을 넣지 않고 지금 반복되는 마찰과 필요한 지원부터 찾는다.</a:t>
            </a:r>
          </a:p>
          <a:p xmlns:a="http://schemas.openxmlformats.org/drawingml/2006/main">
            <a:r>
              <a:t/>
            </a:r>
          </a:p>
          <a:p xmlns:a="http://schemas.openxmlformats.org/drawingml/2006/main">
            <a:r>
              <a:t>**Advanced Insight:**</a:t>
            </a:r>
          </a:p>
          <a:p xmlns:a="http://schemas.openxmlformats.org/drawingml/2006/main">
            <a:r>
              <a:t>구성요소별 비용과 이득을 실제 task, context, verification 요구에 맞춰 평가한다.</a:t>
            </a:r>
          </a:p>
          <a:p xmlns:a="http://schemas.openxmlformats.org/drawingml/2006/main">
            <a:r>
              <a:t/>
            </a:r>
          </a:p>
          <a:p xmlns:a="http://schemas.openxmlformats.org/drawingml/2006/main">
            <a:r>
              <a:t>**C++ Vision Bridge:**</a:t>
            </a:r>
          </a:p>
          <a:p xmlns:a="http://schemas.openxmlformats.org/drawingml/2006/main">
            <a:r>
              <a:t>자신의 Repository에서도 같은 정당화 질문을 적용할 수 있다. 새 C++ 절차는 추가하지 않는다.</a:t>
            </a:r>
          </a:p>
          <a:p xmlns:a="http://schemas.openxmlformats.org/drawingml/2006/main">
            <a:r>
              <a:t/>
            </a:r>
          </a:p>
          <a:p xmlns:a="http://schemas.openxmlformats.org/drawingml/2006/main">
            <a:r>
              <a:t>**Demo Operation:**</a:t>
            </a:r>
          </a:p>
          <a:p xmlns:a="http://schemas.openxmlformats.org/drawingml/2006/main">
            <a:r>
              <a:t>추가 실행 없음. 왼쪽은 STATE-04-PERF의 system components, 오른쪽은 이번 사례에서 정당화되지 않은 Subagent/Memory다. 상태와 일반 규칙을 섞지 않는다.</a:t>
            </a:r>
          </a:p>
          <a:p xmlns:a="http://schemas.openxmlformats.org/drawingml/2006/main">
            <a:r>
              <a:t/>
            </a:r>
          </a:p>
          <a:p xmlns:a="http://schemas.openxmlformats.org/drawingml/2006/main">
            <a:r>
              <a:t>**Audience Interaction:**</a:t>
            </a:r>
          </a:p>
          <a:p xmlns:a="http://schemas.openxmlformats.org/drawingml/2006/main">
            <a:r>
              <a:t>차이를 보고 “Use what the problem justifies”라는 기준을 가져간다. 도구 선택 답변이나 투표는 요구하지 않는다.</a:t>
            </a:r>
          </a:p>
          <a:p xmlns:a="http://schemas.openxmlformats.org/drawingml/2006/main">
            <a:r>
              <a:t/>
            </a:r>
          </a:p>
          <a:p xmlns:a="http://schemas.openxmlformats.org/drawingml/2006/main">
            <a:r>
              <a:t>**Transition:**</a:t>
            </a:r>
          </a:p>
          <a:p xmlns:a="http://schemas.openxmlformats.org/drawingml/2006/main">
            <a:r>
              <a:t>“필요한 구성요소를 선택한 뒤에도, 그 결과가 충분한지 판단하는 책임은 남습니다. 무엇을 확인하고 완료를 수용해야 할까요?” S89으로 이동한다.</a:t>
            </a:r>
          </a:p>
          <a:p xmlns:a="http://schemas.openxmlformats.org/drawingml/2006/main">
            <a:r>
              <a:t/>
            </a:r>
          </a:p>
          <a:p xmlns:a="http://schemas.openxmlformats.org/drawingml/2006/main">
            <a:r>
              <a:t>**Time Management:**</a:t>
            </a:r>
          </a:p>
          <a:p xmlns:a="http://schemas.openxmlformats.org/drawingml/2006/main">
            <a:r>
              <a:t>Lecture 2분. 구성요소를 다시 강의하지 않고 판단 근거와 범위에 집중한다.</a:t>
            </a:r>
          </a:p>
          <a:p xmlns:a="http://schemas.openxmlformats.org/drawingml/2006/main">
            <a:r>
              <a:t/>
            </a:r>
          </a:p>
          <a:p xmlns:a="http://schemas.openxmlformats.org/drawingml/2006/main">
            <a:r>
              <a:t>**Fallback:**</a:t>
            </a:r>
          </a:p>
          <a:p xmlns:a="http://schemas.openxmlformats.org/drawingml/2006/main">
            <a:r>
              <a:t>LOCAL STATIC ARTIFACT — production/ACT_5.pptx의 S88와 production/preview/act5/S88.png를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DEC-0030에서 승인한 화면 강조와 운영 Cue를 정렬했다. 최종 PPT/Notes/PNG 대조와 렌더 검토 결과는 production/evaluation/FULL_DECK_PRESENTATION_POLISH.md에 기록한다. Windows PowerPoint, 발표 PC 글꼴, 교육장 투사, 제품·계정,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S89 — 위임이 늘어도 개발자 책임은 남는다</a:t>
            </a:r>
          </a:p>
          <a:p xmlns:a="http://schemas.openxmlformats.org/drawingml/2006/main">
            <a:r>
              <a:t/>
            </a:r>
          </a:p>
          <a:p xmlns:a="http://schemas.openxmlformats.org/drawingml/2006/main">
            <a:r>
              <a:t>**Slide ID:**</a:t>
            </a:r>
          </a:p>
          <a:p xmlns:a="http://schemas.openxmlformats.org/drawingml/2006/main">
            <a:r>
              <a:t>S89</a:t>
            </a:r>
          </a:p>
          <a:p xmlns:a="http://schemas.openxmlformats.org/drawingml/2006/main">
            <a:r>
              <a:t/>
            </a:r>
          </a:p>
          <a:p xmlns:a="http://schemas.openxmlformats.org/drawingml/2006/main">
            <a:r>
              <a:t>**Working Title:**</a:t>
            </a:r>
          </a:p>
          <a:p xmlns:a="http://schemas.openxmlformats.org/drawingml/2006/main">
            <a:r>
              <a:t>위임이 늘어도 개발자 책임은 남는다</a:t>
            </a:r>
          </a:p>
          <a:p xmlns:a="http://schemas.openxmlformats.org/drawingml/2006/main">
            <a:r>
              <a:t/>
            </a:r>
          </a:p>
          <a:p xmlns:a="http://schemas.openxmlformats.org/drawingml/2006/main">
            <a:r>
              <a:t>**ACT / Section:**</a:t>
            </a:r>
          </a:p>
          <a:p xmlns:a="http://schemas.openxmlformats.org/drawingml/2006/main">
            <a:r>
              <a:t>ACT 5 / 5A  DEVELOPER RESPONSIBILITY</a:t>
            </a:r>
          </a:p>
          <a:p xmlns:a="http://schemas.openxmlformats.org/drawingml/2006/main">
            <a:r>
              <a:t/>
            </a:r>
          </a:p>
          <a:p xmlns:a="http://schemas.openxmlformats.org/drawingml/2006/main">
            <a:r>
              <a:t>**Allocated Time:**</a:t>
            </a:r>
          </a:p>
          <a:p xmlns:a="http://schemas.openxmlformats.org/drawingml/2006/main">
            <a:r>
              <a:t>3 minutes</a:t>
            </a:r>
          </a:p>
          <a:p xmlns:a="http://schemas.openxmlformats.org/drawingml/2006/main">
            <a:r>
              <a:t/>
            </a:r>
          </a:p>
          <a:p xmlns:a="http://schemas.openxmlformats.org/drawingml/2006/main">
            <a:r>
              <a:t>**Mode Split:**</a:t>
            </a:r>
          </a:p>
          <a:p xmlns:a="http://schemas.openxmlformats.org/drawingml/2006/main">
            <a:r>
              <a:t>Lecture 3분</a:t>
            </a:r>
          </a:p>
          <a:p xmlns:a="http://schemas.openxmlformats.org/drawingml/2006/main">
            <a:r>
              <a:t/>
            </a:r>
          </a:p>
          <a:p xmlns:a="http://schemas.openxmlformats.org/drawingml/2006/main">
            <a:r>
              <a:t>**Primary Message:**</a:t>
            </a:r>
          </a:p>
          <a:p xmlns:a="http://schemas.openxmlformats.org/drawingml/2006/main">
            <a:r>
              <a:t>Agent는 조사·생성·변경·실행·비교를 도울 수 있다. 개발자는 목표, 제약, 판단, Verification, 완료 여부와 결과 책임을 유지한다.</a:t>
            </a:r>
          </a:p>
          <a:p xmlns:a="http://schemas.openxmlformats.org/drawingml/2006/main">
            <a:r>
              <a:t/>
            </a:r>
          </a:p>
          <a:p xmlns:a="http://schemas.openxmlformats.org/drawingml/2006/main">
            <a:r>
              <a:t>**Opening Question:**</a:t>
            </a:r>
          </a:p>
          <a:p xmlns:a="http://schemas.openxmlformats.org/drawingml/2006/main">
            <a:r>
              <a:t>“AI가 더 많은 일을 맡아도 개발자가 계속 책임지는 것은 무엇인가?”</a:t>
            </a:r>
          </a:p>
          <a:p xmlns:a="http://schemas.openxmlformats.org/drawingml/2006/main">
            <a:r>
              <a:t/>
            </a:r>
          </a:p>
          <a:p xmlns:a="http://schemas.openxmlformats.org/drawingml/2006/main">
            <a:r>
              <a:t>**Speaker Flow:**</a:t>
            </a:r>
          </a:p>
          <a:p xmlns:a="http://schemas.openxmlformats.org/drawingml/2006/main">
            <a:r>
              <a:t>1. (0:00–0:40 / Lecture) S88의 구성요소 선택에서 결과를 수용하는 판단으로 이어 간다. AI가 도울 수 있는 행동은 상단 한 문장으로만 읽는다.</a:t>
            </a:r>
          </a:p>
          <a:p xmlns:a="http://schemas.openxmlformats.org/drawingml/2006/main">
            <a:r>
              <a:t>2. (0:40–2:20 / Lecture) 네 질문을 차례로 짚는다: 해결할 목표, 적절한 선택, 확인 근거, 완료 수용 여부.</a:t>
            </a:r>
          </a:p>
          <a:p xmlns:a="http://schemas.openxmlformats.org/drawingml/2006/main">
            <a:r>
              <a:t>3. (2:20–3:00 / Lecture) 역할의 절대적 분업이 아니라 개발자의 판단과 책임을 강조하고 S90의 운영 모델로 연결한다.</a:t>
            </a:r>
          </a:p>
          <a:p xmlns:a="http://schemas.openxmlformats.org/drawingml/2006/main">
            <a:r>
              <a:t/>
            </a:r>
          </a:p>
          <a:p xmlns:a="http://schemas.openxmlformats.org/drawingml/2006/main">
            <a:r>
              <a:t>화면 진행: AI가 도울 수 있는 행동은 짧게 읽고 개발자에게 남는 목표·판단·검증·책임의 질문을 차례로 확인한다. 이전 장의 도구 채택 목록을 반복하지 않는다.</a:t>
            </a:r>
          </a:p>
          <a:p xmlns:a="http://schemas.openxmlformats.org/drawingml/2006/main">
            <a:r>
              <a:t/>
            </a:r>
          </a:p>
          <a:p xmlns:a="http://schemas.openxmlformats.org/drawingml/2006/main">
            <a:r>
              <a:t>**Evidence / Source:**</a:t>
            </a:r>
          </a:p>
          <a:p xmlns:a="http://schemas.openxmlformats.org/drawingml/2006/main">
            <a:r>
              <a:t>TEACHING_MODEL · BEAT-061–062. 새 Product feature나 책임 handoff evidence는 없다.</a:t>
            </a:r>
          </a:p>
          <a:p xmlns:a="http://schemas.openxmlformats.org/drawingml/2006/main">
            <a:r>
              <a:t/>
            </a:r>
          </a:p>
          <a:p xmlns:a="http://schemas.openxmlformats.org/drawingml/2006/main">
            <a:r>
              <a:t>**Claim Boundary:**</a:t>
            </a:r>
          </a:p>
          <a:p xmlns:a="http://schemas.openxmlformats.org/drawingml/2006/main">
            <a:r>
              <a:t>이 교육에서 고정한 책임 원칙이다. Agent와 개발자의 역할을 절대적인 분업 규칙으로 제시하지 않는다. AI fear/control framing을 사용하지 않는다.</a:t>
            </a:r>
          </a:p>
          <a:p xmlns:a="http://schemas.openxmlformats.org/drawingml/2006/main">
            <a:r>
              <a:t/>
            </a:r>
          </a:p>
          <a:p xmlns:a="http://schemas.openxmlformats.org/drawingml/2006/main">
            <a:r>
              <a:t>**Beginner Explanation:**</a:t>
            </a:r>
          </a:p>
          <a:p xmlns:a="http://schemas.openxmlformats.org/drawingml/2006/main">
            <a:r>
              <a:t>AI가 결과를 만들 수 있어도 무엇이 맞고 완료인지 판단하는 일은 남는다.</a:t>
            </a:r>
          </a:p>
          <a:p xmlns:a="http://schemas.openxmlformats.org/drawingml/2006/main">
            <a:r>
              <a:t/>
            </a:r>
          </a:p>
          <a:p xmlns:a="http://schemas.openxmlformats.org/drawingml/2006/main">
            <a:r>
              <a:t>**Advanced Insight:**</a:t>
            </a:r>
          </a:p>
          <a:p xmlns:a="http://schemas.openxmlformats.org/drawingml/2006/main">
            <a:r>
              <a:t>위임 범위, 제약, 검증 기준과 최종 수용 기준을 함께 설계한다.</a:t>
            </a:r>
          </a:p>
          <a:p xmlns:a="http://schemas.openxmlformats.org/drawingml/2006/main">
            <a:r>
              <a:t/>
            </a:r>
          </a:p>
          <a:p xmlns:a="http://schemas.openxmlformats.org/drawingml/2006/main">
            <a:r>
              <a:t>**C++ Vision Bridge:**</a:t>
            </a:r>
          </a:p>
          <a:p xmlns:a="http://schemas.openxmlformats.org/drawingml/2006/main">
            <a:r>
              <a:t>N/A.</a:t>
            </a:r>
          </a:p>
          <a:p xmlns:a="http://schemas.openxmlformats.org/drawingml/2006/main">
            <a:r>
              <a:t/>
            </a:r>
          </a:p>
          <a:p xmlns:a="http://schemas.openxmlformats.org/drawingml/2006/main">
            <a:r>
              <a:t>**Demo Operation:**</a:t>
            </a:r>
          </a:p>
          <a:p xmlns:a="http://schemas.openxmlformats.org/drawingml/2006/main">
            <a:r>
              <a:t>N/A — 별도 실행 없음. 정적 role/responsibility diagram.</a:t>
            </a:r>
          </a:p>
          <a:p xmlns:a="http://schemas.openxmlformats.org/drawingml/2006/main">
            <a:r>
              <a:t/>
            </a:r>
          </a:p>
          <a:p xmlns:a="http://schemas.openxmlformats.org/drawingml/2006/main">
            <a:r>
              <a:t>**Audience Interaction:**</a:t>
            </a:r>
          </a:p>
          <a:p xmlns:a="http://schemas.openxmlformats.org/drawingml/2006/main">
            <a:r>
              <a:t>네 가지 책임 축을 읽고 자신의 완료 기준을 떠올리게 한다. 응답 요구 없음.</a:t>
            </a:r>
          </a:p>
          <a:p xmlns:a="http://schemas.openxmlformats.org/drawingml/2006/main">
            <a:r>
              <a:t/>
            </a:r>
          </a:p>
          <a:p xmlns:a="http://schemas.openxmlformats.org/drawingml/2006/main">
            <a:r>
              <a:t>**Transition:**</a:t>
            </a:r>
          </a:p>
          <a:p xmlns:a="http://schemas.openxmlformats.org/drawingml/2006/main">
            <a:r>
              <a:t>“이 역할 변화를 이 교육에서는 어떤 모델로 부를까요?” S90로 이동한다.</a:t>
            </a:r>
          </a:p>
          <a:p xmlns:a="http://schemas.openxmlformats.org/drawingml/2006/main">
            <a:r>
              <a:t/>
            </a:r>
          </a:p>
          <a:p xmlns:a="http://schemas.openxmlformats.org/drawingml/2006/main">
            <a:r>
              <a:t>**Time Management:**</a:t>
            </a:r>
          </a:p>
          <a:p xmlns:a="http://schemas.openxmlformats.org/drawingml/2006/main">
            <a:r>
              <a:t>Lecture 3분. 다섯 Agent 행동을 상세 제품 기능처럼 설명하지 않는다.</a:t>
            </a:r>
          </a:p>
          <a:p xmlns:a="http://schemas.openxmlformats.org/drawingml/2006/main">
            <a:r>
              <a:t/>
            </a:r>
          </a:p>
          <a:p xmlns:a="http://schemas.openxmlformats.org/drawingml/2006/main">
            <a:r>
              <a:t>**Fallback:**</a:t>
            </a:r>
          </a:p>
          <a:p xmlns:a="http://schemas.openxmlformats.org/drawingml/2006/main">
            <a:r>
              <a:t>LOCAL STATIC ARTIFACT — production/ACT_5.pptx의 S89와 production/preview/act5/S89.png를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DEC-0030에서 승인한 화면 강조와 운영 Cue를 정렬했다. 최종 PPT/Notes/PNG 대조와 렌더 검토 결과는 production/evaluation/FULL_DECK_PRESENTATION_POLISH.md에 기록한다. Windows PowerPoint, 발표 PC 글꼴, 교육장 투사, 제품·계정,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S90 — AI-Native Development는 이 교육의 운영 모델</a:t>
            </a:r>
          </a:p>
          <a:p xmlns:a="http://schemas.openxmlformats.org/drawingml/2006/main">
            <a:r>
              <a:t/>
            </a:r>
          </a:p>
          <a:p xmlns:a="http://schemas.openxmlformats.org/drawingml/2006/main">
            <a:r>
              <a:t>**Slide ID:**</a:t>
            </a:r>
          </a:p>
          <a:p xmlns:a="http://schemas.openxmlformats.org/drawingml/2006/main">
            <a:r>
              <a:t>S90</a:t>
            </a:r>
          </a:p>
          <a:p xmlns:a="http://schemas.openxmlformats.org/drawingml/2006/main">
            <a:r>
              <a:t/>
            </a:r>
          </a:p>
          <a:p xmlns:a="http://schemas.openxmlformats.org/drawingml/2006/main">
            <a:r>
              <a:t>**Working Title:**</a:t>
            </a:r>
          </a:p>
          <a:p xmlns:a="http://schemas.openxmlformats.org/drawingml/2006/main">
            <a:r>
              <a:t>AI-Native Development는 이 교육의 운영 모델</a:t>
            </a:r>
          </a:p>
          <a:p xmlns:a="http://schemas.openxmlformats.org/drawingml/2006/main">
            <a:r>
              <a:t/>
            </a:r>
          </a:p>
          <a:p xmlns:a="http://schemas.openxmlformats.org/drawingml/2006/main">
            <a:r>
              <a:t>**ACT / Section:**</a:t>
            </a:r>
          </a:p>
          <a:p xmlns:a="http://schemas.openxmlformats.org/drawingml/2006/main">
            <a:r>
              <a:t>ACT 5 / 5A  AI-NATIVE DEVELOPMENT</a:t>
            </a:r>
          </a:p>
          <a:p xmlns:a="http://schemas.openxmlformats.org/drawingml/2006/main">
            <a:r>
              <a:t/>
            </a:r>
          </a:p>
          <a:p xmlns:a="http://schemas.openxmlformats.org/drawingml/2006/main">
            <a:r>
              <a:t>**Allocated Time:**</a:t>
            </a:r>
          </a:p>
          <a:p xmlns:a="http://schemas.openxmlformats.org/drawingml/2006/main">
            <a:r>
              <a:t>3 minutes</a:t>
            </a:r>
          </a:p>
          <a:p xmlns:a="http://schemas.openxmlformats.org/drawingml/2006/main">
            <a:r>
              <a:t/>
            </a:r>
          </a:p>
          <a:p xmlns:a="http://schemas.openxmlformats.org/drawingml/2006/main">
            <a:r>
              <a:t>**Mode Split:**</a:t>
            </a:r>
          </a:p>
          <a:p xmlns:a="http://schemas.openxmlformats.org/drawingml/2006/main">
            <a:r>
              <a:t>Lecture 3분</a:t>
            </a:r>
          </a:p>
          <a:p xmlns:a="http://schemas.openxmlformats.org/drawingml/2006/main">
            <a:r>
              <a:t/>
            </a:r>
          </a:p>
          <a:p xmlns:a="http://schemas.openxmlformats.org/drawingml/2006/main">
            <a:r>
              <a:t>**Primary Message:**</a:t>
            </a:r>
          </a:p>
          <a:p xmlns:a="http://schemas.openxmlformats.org/drawingml/2006/main">
            <a:r>
              <a:t>이 교육은 Task Boundary, Project Context, Reusable Workflow, Verification, Feedback Loop를 의도적으로 설계·운영하는 방식을 AI-Native Development의 operational model로 사용한다.</a:t>
            </a:r>
          </a:p>
          <a:p xmlns:a="http://schemas.openxmlformats.org/drawingml/2006/main">
            <a:r>
              <a:t/>
            </a:r>
          </a:p>
          <a:p xmlns:a="http://schemas.openxmlformats.org/drawingml/2006/main">
            <a:r>
              <a:t>**Opening Question:**</a:t>
            </a:r>
          </a:p>
          <a:p xmlns:a="http://schemas.openxmlformats.org/drawingml/2006/main">
            <a:r>
              <a:t>“AI에게 일을 많이 맡기면 AI-Native일까?”</a:t>
            </a:r>
          </a:p>
          <a:p xmlns:a="http://schemas.openxmlformats.org/drawingml/2006/main">
            <a:r>
              <a:t/>
            </a:r>
          </a:p>
          <a:p xmlns:a="http://schemas.openxmlformats.org/drawingml/2006/main">
            <a:r>
              <a:t>**Speaker Flow:**</a:t>
            </a:r>
          </a:p>
          <a:p xmlns:a="http://schemas.openxmlformats.org/drawingml/2006/main">
            <a:r>
              <a:t>1. (0:00–0:30 / Lecture) 이 과정이 AI가 일할 조건과 결과 확인 경로를 설계하는 방식에 AI-Native Development라는 운영 모델 이름을 붙였음을 밝힌다.</a:t>
            </a:r>
          </a:p>
          <a:p xmlns:a="http://schemas.openxmlformats.org/drawingml/2006/main">
            <a:r>
              <a:t>2. (0:30–2:20 / Lecture) 작업 경계, 프로젝트 지식·절차, 검증·피드백 세 행에서 각각 Task Boundary, Project Context/Reusable Workflow, Verification/Feedback Loop가 맡는 질문을 연결한다.</a:t>
            </a:r>
          </a:p>
          <a:p xmlns:a="http://schemas.openxmlformats.org/drawingml/2006/main">
            <a:r>
              <a:t>3. (2:20–3:00 / Lecture) 모든 Task에 모든 요소를 의무적으로 넣으라는 보편 정의가 아님을 한정하고 자신의 반복 마찰을 찾는 S91로 이동한다.</a:t>
            </a:r>
          </a:p>
          <a:p xmlns:a="http://schemas.openxmlformats.org/drawingml/2006/main">
            <a:r>
              <a:t/>
            </a:r>
          </a:p>
          <a:p xmlns:a="http://schemas.openxmlformats.org/drawingml/2006/main">
            <a:r>
              <a:t>화면 진행: 다섯 구성요소를 이 교육의 설계 질문으로 묶는다. 작업 경계→지식과 절차→검증과 피드백을 설명하되 공식·보편 정의나 의무적인 maturity 순서로 말하지 않는다.</a:t>
            </a:r>
          </a:p>
          <a:p xmlns:a="http://schemas.openxmlformats.org/drawingml/2006/main">
            <a:r>
              <a:t/>
            </a:r>
          </a:p>
          <a:p xmlns:a="http://schemas.openxmlformats.org/drawingml/2006/main">
            <a:r>
              <a:t>**Evidence / Source:**</a:t>
            </a:r>
          </a:p>
          <a:p xmlns:a="http://schemas.openxmlformats.org/drawingml/2006/main">
            <a:r>
              <a:t>TEACHING_MODEL · DEC-0023의 course-specific operational framing.</a:t>
            </a:r>
          </a:p>
          <a:p xmlns:a="http://schemas.openxmlformats.org/drawingml/2006/main">
            <a:r>
              <a:t/>
            </a:r>
          </a:p>
          <a:p xmlns:a="http://schemas.openxmlformats.org/drawingml/2006/main">
            <a:r>
              <a:t>**Claim Boundary:**</a:t>
            </a:r>
          </a:p>
          <a:p xmlns:a="http://schemas.openxmlformats.org/drawingml/2006/main">
            <a:r>
              <a:t>공식·보편 업계 표준 정의라고 말하지 않는다. 모든 task 또는 Demo에 다섯 구성요소를 의무적으로 도입하라는 뜻이 아니다.</a:t>
            </a:r>
          </a:p>
          <a:p xmlns:a="http://schemas.openxmlformats.org/drawingml/2006/main">
            <a:r>
              <a:t/>
            </a:r>
          </a:p>
          <a:p xmlns:a="http://schemas.openxmlformats.org/drawingml/2006/main">
            <a:r>
              <a:t>**Beginner Explanation:**</a:t>
            </a:r>
          </a:p>
          <a:p xmlns:a="http://schemas.openxmlformats.org/drawingml/2006/main">
            <a:r>
              <a:t>AI 사용량을 늘리는 것만으로 끝내지 않고 반복되는 작은 마찰을 하나 개선한다.</a:t>
            </a:r>
          </a:p>
          <a:p xmlns:a="http://schemas.openxmlformats.org/drawingml/2006/main">
            <a:r>
              <a:t/>
            </a:r>
          </a:p>
          <a:p xmlns:a="http://schemas.openxmlformats.org/drawingml/2006/main">
            <a:r>
              <a:t>**Advanced Insight:**</a:t>
            </a:r>
          </a:p>
          <a:p xmlns:a="http://schemas.openxmlformats.org/drawingml/2006/main">
            <a:r>
              <a:t>Model capability와 작업 System/Harness 설계를 구분해 다음 병목을 진단한다.</a:t>
            </a:r>
          </a:p>
          <a:p xmlns:a="http://schemas.openxmlformats.org/drawingml/2006/main">
            <a:r>
              <a:t/>
            </a:r>
          </a:p>
          <a:p xmlns:a="http://schemas.openxmlformats.org/drawingml/2006/main">
            <a:r>
              <a:t>**C++ Vision Bridge:**</a:t>
            </a:r>
          </a:p>
          <a:p xmlns:a="http://schemas.openxmlformats.org/drawingml/2006/main">
            <a:r>
              <a:t>다음 S91에서 C++ Vision 업무와 자신의 Repository로 transfer한다.</a:t>
            </a:r>
          </a:p>
          <a:p xmlns:a="http://schemas.openxmlformats.org/drawingml/2006/main">
            <a:r>
              <a:t/>
            </a:r>
          </a:p>
          <a:p xmlns:a="http://schemas.openxmlformats.org/drawingml/2006/main">
            <a:r>
              <a:t>**Demo Operation:**</a:t>
            </a:r>
          </a:p>
          <a:p xmlns:a="http://schemas.openxmlformats.org/drawingml/2006/main">
            <a:r>
              <a:t>N/A — 별도 실행 없음. 다섯 구성요소는 비교 가능한 system components로 보이며 maturity 순서가 아니다.</a:t>
            </a:r>
          </a:p>
          <a:p xmlns:a="http://schemas.openxmlformats.org/drawingml/2006/main">
            <a:r>
              <a:t/>
            </a:r>
          </a:p>
          <a:p xmlns:a="http://schemas.openxmlformats.org/drawingml/2006/main">
            <a:r>
              <a:t>**Audience Interaction:**</a:t>
            </a:r>
          </a:p>
          <a:p xmlns:a="http://schemas.openxmlformats.org/drawingml/2006/main">
            <a:r>
              <a:t>Opening question을 남긴 뒤 course model의 범위를 확인한다. 공식 용어 정의나 정답 발표를 요구하지 않는다.</a:t>
            </a:r>
          </a:p>
          <a:p xmlns:a="http://schemas.openxmlformats.org/drawingml/2006/main">
            <a:r>
              <a:t/>
            </a:r>
          </a:p>
          <a:p xmlns:a="http://schemas.openxmlformats.org/drawingml/2006/main">
            <a:r>
              <a:t>**Transition:**</a:t>
            </a:r>
          </a:p>
          <a:p xmlns:a="http://schemas.openxmlformats.org/drawingml/2006/main">
            <a:r>
              <a:t>“내 Repository에서는 어떤 Layer에서 마찰이 반복될까요?” S91로 넘긴다.</a:t>
            </a:r>
          </a:p>
          <a:p xmlns:a="http://schemas.openxmlformats.org/drawingml/2006/main">
            <a:r>
              <a:t/>
            </a:r>
          </a:p>
          <a:p xmlns:a="http://schemas.openxmlformats.org/drawingml/2006/main">
            <a:r>
              <a:t>**Time Management:**</a:t>
            </a:r>
          </a:p>
          <a:p xmlns:a="http://schemas.openxmlformats.org/drawingml/2006/main">
            <a:r>
              <a:t>Lecture 3분. AI 사용량과 설계된 work system의 차이만 설명한다.</a:t>
            </a:r>
          </a:p>
          <a:p xmlns:a="http://schemas.openxmlformats.org/drawingml/2006/main">
            <a:r>
              <a:t/>
            </a:r>
          </a:p>
          <a:p xmlns:a="http://schemas.openxmlformats.org/drawingml/2006/main">
            <a:r>
              <a:t>**Fallback:**</a:t>
            </a:r>
          </a:p>
          <a:p xmlns:a="http://schemas.openxmlformats.org/drawingml/2006/main">
            <a:r>
              <a:t>LOCAL STATIC ARTIFACT — production/ACT_5.pptx의 S90와 production/preview/act5/S90.png를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DEC-0030에서 승인한 화면 강조와 운영 Cue를 정렬했다. 최종 PPT/Notes/PNG 대조와 렌더 검토 결과는 production/evaluation/FULL_DECK_PRESENTATION_POLISH.md에 기록한다. Windows PowerPoint, 발표 PC 글꼴, 교육장 투사, 제품·계정,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S91 — 어느 Layer에서 마찰이 반복되는가?</a:t>
            </a:r>
          </a:p>
          <a:p xmlns:a="http://schemas.openxmlformats.org/drawingml/2006/main">
            <a:r>
              <a:t/>
            </a:r>
          </a:p>
          <a:p xmlns:a="http://schemas.openxmlformats.org/drawingml/2006/main">
            <a:r>
              <a:t>**Slide ID:**</a:t>
            </a:r>
          </a:p>
          <a:p xmlns:a="http://schemas.openxmlformats.org/drawingml/2006/main">
            <a:r>
              <a:t>S91</a:t>
            </a:r>
          </a:p>
          <a:p xmlns:a="http://schemas.openxmlformats.org/drawingml/2006/main">
            <a:r>
              <a:t/>
            </a:r>
          </a:p>
          <a:p xmlns:a="http://schemas.openxmlformats.org/drawingml/2006/main">
            <a:r>
              <a:t>**Working Title:**</a:t>
            </a:r>
          </a:p>
          <a:p xmlns:a="http://schemas.openxmlformats.org/drawingml/2006/main">
            <a:r>
              <a:t>어느 Layer에서 마찰이 반복되는가?</a:t>
            </a:r>
          </a:p>
          <a:p xmlns:a="http://schemas.openxmlformats.org/drawingml/2006/main">
            <a:r>
              <a:t/>
            </a:r>
          </a:p>
          <a:p xmlns:a="http://schemas.openxmlformats.org/drawingml/2006/main">
            <a:r>
              <a:t>**ACT / Section:**</a:t>
            </a:r>
          </a:p>
          <a:p xmlns:a="http://schemas.openxmlformats.org/drawingml/2006/main">
            <a:r>
              <a:t>ACT 5 / 5B  C++ VISION / MY REPOSITORY TRANSFER</a:t>
            </a:r>
          </a:p>
          <a:p xmlns:a="http://schemas.openxmlformats.org/drawingml/2006/main">
            <a:r>
              <a:t/>
            </a:r>
          </a:p>
          <a:p xmlns:a="http://schemas.openxmlformats.org/drawingml/2006/main">
            <a:r>
              <a:t>**Allocated Time:**</a:t>
            </a:r>
          </a:p>
          <a:p xmlns:a="http://schemas.openxmlformats.org/drawingml/2006/main">
            <a:r>
              <a:t>5 minutes</a:t>
            </a:r>
          </a:p>
          <a:p xmlns:a="http://schemas.openxmlformats.org/drawingml/2006/main">
            <a:r>
              <a:t/>
            </a:r>
          </a:p>
          <a:p xmlns:a="http://schemas.openxmlformats.org/drawingml/2006/main">
            <a:r>
              <a:t>**Mode Split:**</a:t>
            </a:r>
          </a:p>
          <a:p xmlns:a="http://schemas.openxmlformats.org/drawingml/2006/main">
            <a:r>
              <a:t>Case 1분 + Transition 4분</a:t>
            </a:r>
          </a:p>
          <a:p xmlns:a="http://schemas.openxmlformats.org/drawingml/2006/main">
            <a:r>
              <a:t/>
            </a:r>
          </a:p>
          <a:p xmlns:a="http://schemas.openxmlformats.org/drawingml/2006/main">
            <a:r>
              <a:t>**Primary Message:**</a:t>
            </a:r>
          </a:p>
          <a:p xmlns:a="http://schemas.openxmlformats.org/drawingml/2006/main">
            <a:r>
              <a:t>Task, Context, Workflow, Verification, Repeated Failure Loop 중 현재 가장 큰 마찰과 가까운 한 곳을 선택한다. 정해진 maturity sequence가 아니다.</a:t>
            </a:r>
          </a:p>
          <a:p xmlns:a="http://schemas.openxmlformats.org/drawingml/2006/main">
            <a:r>
              <a:t/>
            </a:r>
          </a:p>
          <a:p xmlns:a="http://schemas.openxmlformats.org/drawingml/2006/main">
            <a:r>
              <a:t>**Opening Question:**</a:t>
            </a:r>
          </a:p>
          <a:p xmlns:a="http://schemas.openxmlformats.org/drawingml/2006/main">
            <a:r>
              <a:t>“내 Repository에서 다음 주에 하나만 바꾼다면?”</a:t>
            </a:r>
          </a:p>
          <a:p xmlns:a="http://schemas.openxmlformats.org/drawingml/2006/main">
            <a:r>
              <a:t/>
            </a:r>
          </a:p>
          <a:p xmlns:a="http://schemas.openxmlformats.org/drawingml/2006/main">
            <a:r>
              <a:t>**Speaker Flow:**</a:t>
            </a:r>
          </a:p>
          <a:p xmlns:a="http://schemas.openxmlformats.org/drawingml/2006/main">
            <a:r>
              <a:t>1. (0:00–1:00 / Case) C++ Vision의 병목 범위, 빌드 조건·계약·하드웨어 가정, 분석·측정 절차를 업무에 비춰 보는 교육용 예시라고 밝힌다. 실제 프로젝트 사건이 아니다.</a:t>
            </a:r>
          </a:p>
          <a:p xmlns:a="http://schemas.openxmlformats.org/drawingml/2006/main">
            <a:r>
              <a:t>2. (1:00–3:00 / Transition) 다섯 행의 증상 질문을 읽으며 현재 자기 업무와 가까운 것이 있는지 마음속으로 떠올리게 한다. 같은 수준의 선택지이며 반드시 위에서부터 도입하는 순서가 아니다.</a:t>
            </a:r>
          </a:p>
          <a:p xmlns:a="http://schemas.openxmlformats.org/drawingml/2006/main">
            <a:r>
              <a:t>3. (3:00–5:00 / Transition) 떠올린 마찰 한 곳을 다음 작업의 작은 행동 하나로 좁히겠다고 안내하고 S92의 세 질문으로 연결한다. Task/Context/Workflow/Verification/Feedback의 새 개념 설명은 하지 않는다.</a:t>
            </a:r>
          </a:p>
          <a:p xmlns:a="http://schemas.openxmlformats.org/drawingml/2006/main">
            <a:r>
              <a:t/>
            </a:r>
          </a:p>
          <a:p xmlns:a="http://schemas.openxmlformats.org/drawingml/2006/main">
            <a:r>
              <a:t>화면 진행: 자기 업무의 반복 마찰 한 곳을 고르는 적용 질문에 집중한다. 모든 Layer를 도입하라는 체크리스트로 읽지 않고 현재 문제와 가장 가까운 한 곳만 고르게 한다.</a:t>
            </a:r>
          </a:p>
          <a:p xmlns:a="http://schemas.openxmlformats.org/drawingml/2006/main">
            <a:r>
              <a:t/>
            </a:r>
          </a:p>
          <a:p xmlns:a="http://schemas.openxmlformats.org/drawingml/2006/main">
            <a:r>
              <a:t>**Evidence / Source:**</a:t>
            </a:r>
          </a:p>
          <a:p xmlns:a="http://schemas.openxmlformats.org/drawingml/2006/main">
            <a:r>
              <a:t>TEACHING_MODEL · C++ Vision engineering-pattern transfer. 실제 C++ Project, hardware, toolchain 또는 benchmark 결과는 사용하지 않는다.</a:t>
            </a:r>
          </a:p>
          <a:p xmlns:a="http://schemas.openxmlformats.org/drawingml/2006/main">
            <a:r>
              <a:t/>
            </a:r>
          </a:p>
          <a:p xmlns:a="http://schemas.openxmlformats.org/drawingml/2006/main">
            <a:r>
              <a:t>**Claim Boundary:**</a:t>
            </a:r>
          </a:p>
          <a:p xmlns:a="http://schemas.openxmlformats.org/drawingml/2006/main">
            <a:r>
              <a:t>다섯 선택지는 같은 높이의 적용 후보이며 순서가 있는 maturity ladder가 아니다. 특정 C++ Project 규칙·도구·hardware 또는 검증된 procedure를 보장하지 않는다.</a:t>
            </a:r>
          </a:p>
          <a:p xmlns:a="http://schemas.openxmlformats.org/drawingml/2006/main">
            <a:r>
              <a:t/>
            </a:r>
          </a:p>
          <a:p xmlns:a="http://schemas.openxmlformats.org/drawingml/2006/main">
            <a:r>
              <a:t>**Beginner Explanation:**</a:t>
            </a:r>
          </a:p>
          <a:p xmlns:a="http://schemas.openxmlformats.org/drawingml/2006/main">
            <a:r>
              <a:t>전체 Harness를 새로 만들기 전에 반복해서 설명하거나 확인하는 부분 하나를 찾는다.</a:t>
            </a:r>
          </a:p>
          <a:p xmlns:a="http://schemas.openxmlformats.org/drawingml/2006/main">
            <a:r>
              <a:t/>
            </a:r>
          </a:p>
          <a:p xmlns:a="http://schemas.openxmlformats.org/drawingml/2006/main">
            <a:r>
              <a:t>**Advanced Insight:**</a:t>
            </a:r>
          </a:p>
          <a:p xmlns:a="http://schemas.openxmlformats.org/drawingml/2006/main">
            <a:r>
              <a:t>반복 비용, 위험과 verification surface를 보고 투자 지점을 고른다.</a:t>
            </a:r>
          </a:p>
          <a:p xmlns:a="http://schemas.openxmlformats.org/drawingml/2006/main">
            <a:r>
              <a:t/>
            </a:r>
          </a:p>
          <a:p xmlns:a="http://schemas.openxmlformats.org/drawingml/2006/main">
            <a:r>
              <a:t>**C++ Vision Bridge:**</a:t>
            </a:r>
          </a:p>
          <a:p xmlns:a="http://schemas.openxmlformats.org/drawingml/2006/main">
            <a:r>
              <a:t>Primary bridge. 예시: 성능 병목 조사 Task; build mode/algorithm contract/hardware assumptions Context; profile → change → benchmark → regression Workflow; tests + benchmark Verification; 반복 이슈가 다시 생기면 관련 System 수정. 실제 project procedure가 아닌 pattern transfer.</a:t>
            </a:r>
          </a:p>
          <a:p xmlns:a="http://schemas.openxmlformats.org/drawingml/2006/main">
            <a:r>
              <a:t/>
            </a:r>
          </a:p>
          <a:p xmlns:a="http://schemas.openxmlformats.org/drawingml/2006/main">
            <a:r>
              <a:t>**Demo Operation:**</a:t>
            </a:r>
          </a:p>
          <a:p xmlns:a="http://schemas.openxmlformats.org/drawingml/2006/main">
            <a:r>
              <a:t>새 Demo가 없다. 왼쪽 Layer 이름보다 오른쪽 반복되는 마찰을 먼저 읽고, 선택지들은 같은 높이의 적용 후보임을 유지한다.</a:t>
            </a:r>
          </a:p>
          <a:p xmlns:a="http://schemas.openxmlformats.org/drawingml/2006/main">
            <a:r>
              <a:t/>
            </a:r>
          </a:p>
          <a:p xmlns:a="http://schemas.openxmlformats.org/drawingml/2006/main">
            <a:r>
              <a:t>**Audience Interaction:**</a:t>
            </a:r>
          </a:p>
          <a:p xmlns:a="http://schemas.openxmlformats.org/drawingml/2006/main">
            <a:r>
              <a:t>선택지를 강사 주도로 비교한다. 청중에게 선택 발표, 투표, 실습, 제출을 요구하지 않는다.</a:t>
            </a:r>
          </a:p>
          <a:p xmlns:a="http://schemas.openxmlformats.org/drawingml/2006/main">
            <a:r>
              <a:t/>
            </a:r>
          </a:p>
          <a:p xmlns:a="http://schemas.openxmlformats.org/drawingml/2006/main">
            <a:r>
              <a:t>**Transition:**</a:t>
            </a:r>
          </a:p>
          <a:p xmlns:a="http://schemas.openxmlformats.org/drawingml/2006/main">
            <a:r>
              <a:t>“방금 떠올린 한 곳에서, 다음 작업 때 다르게 해 볼 작은 행동 하나를 마음속으로 골라 봅시다.” S92로 이동한다.</a:t>
            </a:r>
          </a:p>
          <a:p xmlns:a="http://schemas.openxmlformats.org/drawingml/2006/main">
            <a:r>
              <a:t/>
            </a:r>
          </a:p>
          <a:p xmlns:a="http://schemas.openxmlformats.org/drawingml/2006/main">
            <a:r>
              <a:t>**Time Management:**</a:t>
            </a:r>
          </a:p>
          <a:p xmlns:a="http://schemas.openxmlformats.org/drawingml/2006/main">
            <a:r>
              <a:t>Case 1분 + Transition 4분 = 5분. Transition 동안 새 사례를 열지 않고 reflection handoff만 수행한다.</a:t>
            </a:r>
          </a:p>
          <a:p xmlns:a="http://schemas.openxmlformats.org/drawingml/2006/main">
            <a:r>
              <a:t/>
            </a:r>
          </a:p>
          <a:p xmlns:a="http://schemas.openxmlformats.org/drawingml/2006/main">
            <a:r>
              <a:t>**Fallback:**</a:t>
            </a:r>
          </a:p>
          <a:p xmlns:a="http://schemas.openxmlformats.org/drawingml/2006/main">
            <a:r>
              <a:t>LOCAL STATIC ARTIFACT — production/ACT_5.pptx의 S91와 production/preview/act5/S91.png를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DEC-0030에서 승인한 화면 강조와 운영 Cue를 정렬했다. 최종 PPT/Notes/PNG 대조와 렌더 검토 결과는 production/evaluation/FULL_DECK_PRESENTATION_POLISH.md에 기록한다. Windows PowerPoint, 발표 PC 글꼴, 교육장 투사, 제품·계정,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S92 — 다음 작은 행동을 개인적으로 고른다</a:t>
            </a:r>
          </a:p>
          <a:p xmlns:a="http://schemas.openxmlformats.org/drawingml/2006/main">
            <a:r>
              <a:t/>
            </a:r>
          </a:p>
          <a:p xmlns:a="http://schemas.openxmlformats.org/drawingml/2006/main">
            <a:r>
              <a:t>**Slide ID:**</a:t>
            </a:r>
          </a:p>
          <a:p xmlns:a="http://schemas.openxmlformats.org/drawingml/2006/main">
            <a:r>
              <a:t>S92</a:t>
            </a:r>
          </a:p>
          <a:p xmlns:a="http://schemas.openxmlformats.org/drawingml/2006/main">
            <a:r>
              <a:t/>
            </a:r>
          </a:p>
          <a:p xmlns:a="http://schemas.openxmlformats.org/drawingml/2006/main">
            <a:r>
              <a:t>**Working Title:**</a:t>
            </a:r>
          </a:p>
          <a:p xmlns:a="http://schemas.openxmlformats.org/drawingml/2006/main">
            <a:r>
              <a:t>다음 작은 행동을 개인적으로 고른다</a:t>
            </a:r>
          </a:p>
          <a:p xmlns:a="http://schemas.openxmlformats.org/drawingml/2006/main">
            <a:r>
              <a:t/>
            </a:r>
          </a:p>
          <a:p xmlns:a="http://schemas.openxmlformats.org/drawingml/2006/main">
            <a:r>
              <a:t>**ACT / Section:**</a:t>
            </a:r>
          </a:p>
          <a:p xmlns:a="http://schemas.openxmlformats.org/drawingml/2006/main">
            <a:r>
              <a:t>ACT 5 / 5B  FINAL REFLECTION</a:t>
            </a:r>
          </a:p>
          <a:p xmlns:a="http://schemas.openxmlformats.org/drawingml/2006/main">
            <a:r>
              <a:t/>
            </a:r>
          </a:p>
          <a:p xmlns:a="http://schemas.openxmlformats.org/drawingml/2006/main">
            <a:r>
              <a:t>**Allocated Time:**</a:t>
            </a:r>
          </a:p>
          <a:p xmlns:a="http://schemas.openxmlformats.org/drawingml/2006/main">
            <a:r>
              <a:t>4 minutes</a:t>
            </a:r>
          </a:p>
          <a:p xmlns:a="http://schemas.openxmlformats.org/drawingml/2006/main">
            <a:r>
              <a:t/>
            </a:r>
          </a:p>
          <a:p xmlns:a="http://schemas.openxmlformats.org/drawingml/2006/main">
            <a:r>
              <a:t>**Mode Split:**</a:t>
            </a:r>
          </a:p>
          <a:p xmlns:a="http://schemas.openxmlformats.org/drawingml/2006/main">
            <a:r>
              <a:t>Lecture 2분 + Reflection 2분</a:t>
            </a:r>
          </a:p>
          <a:p xmlns:a="http://schemas.openxmlformats.org/drawingml/2006/main">
            <a:r>
              <a:t/>
            </a:r>
          </a:p>
          <a:p xmlns:a="http://schemas.openxmlformats.org/drawingml/2006/main">
            <a:r>
              <a:t>**Primary Message:**</a:t>
            </a:r>
          </a:p>
          <a:p xmlns:a="http://schemas.openxmlformats.org/drawingml/2006/main">
            <a:r>
              <a:t>반복해서 적는 설명, AI가 다시 찾는 Project 사실, 반복되는 실패에서 고칠 System layer 가운데 한 가지를 생각한다.</a:t>
            </a:r>
          </a:p>
          <a:p xmlns:a="http://schemas.openxmlformats.org/drawingml/2006/main">
            <a:r>
              <a:t/>
            </a:r>
          </a:p>
          <a:p xmlns:a="http://schemas.openxmlformats.org/drawingml/2006/main">
            <a:r>
              <a:t>**Opening Question:**</a:t>
            </a:r>
          </a:p>
          <a:p xmlns:a="http://schemas.openxmlformats.org/drawingml/2006/main">
            <a:r>
              <a:t>“방금 떠올린 마찰에서, 다음 작업 때 다르게 해 볼 작은 행동 하나는 무엇인가?”</a:t>
            </a:r>
          </a:p>
          <a:p xmlns:a="http://schemas.openxmlformats.org/drawingml/2006/main">
            <a:r>
              <a:t/>
            </a:r>
          </a:p>
          <a:p xmlns:a="http://schemas.openxmlformats.org/drawingml/2006/main">
            <a:r>
              <a:t>**Speaker Flow:**</a:t>
            </a:r>
          </a:p>
          <a:p xmlns:a="http://schemas.openxmlformats.org/drawingml/2006/main">
            <a:r>
              <a:t>1. (0:00–1:00 / Lecture) S91에서 떠올린 반복 마찰 한 곳을 이어 받아, 다음 작업에서 다르게 해 볼 작은 행동 하나를 고르는 시간이라고 안내한다.</a:t>
            </a:r>
          </a:p>
          <a:p xmlns:a="http://schemas.openxmlformats.org/drawingml/2006/main">
            <a:r>
              <a:t>2. (1:00–2:00 / Lecture) 화면의 반복 설명 하나를 줄이는 방법, 다시 찾는 프로젝트 사실 하나를 둘 곳, 같은 실패 때 먼저 확인할 Layer의 세 질문을 읽는다. 자신과 가까운 질문 하나를 바탕으로 다음 행동을 떠올리게 한다.</a:t>
            </a:r>
          </a:p>
          <a:p xmlns:a="http://schemas.openxmlformats.org/drawingml/2006/main">
            <a:r>
              <a:t>3. (2:00–4:00 / Reflection) 두 분 동안 다음 행동 하나를 조용히 개인적으로 고를 시간을 둔다. 답변·기록·발표·제출을 요구하지 않는다. 시간 뒤 S93 질문 시간으로 넘어간다.</a:t>
            </a:r>
          </a:p>
          <a:p xmlns:a="http://schemas.openxmlformats.org/drawingml/2006/main">
            <a:r>
              <a:t/>
            </a:r>
          </a:p>
          <a:p xmlns:a="http://schemas.openxmlformats.org/drawingml/2006/main">
            <a:r>
              <a:t>화면 진행: 이번 장은 개인적인 선택을 위한 침묵을 허용한다. 앞의 여정·State·모델을 다시 강의하지 않고 작은 다음 행동 하나를 생각하게 한다. 답변·공유·공개 약속은 요구하지 않는다.</a:t>
            </a:r>
          </a:p>
          <a:p xmlns:a="http://schemas.openxmlformats.org/drawingml/2006/main">
            <a:r>
              <a:t/>
            </a:r>
          </a:p>
          <a:p xmlns:a="http://schemas.openxmlformats.org/drawingml/2006/main">
            <a:r>
              <a:t>**Evidence / Source:**</a:t>
            </a:r>
          </a:p>
          <a:p xmlns:a="http://schemas.openxmlformats.org/drawingml/2006/main">
            <a:r>
              <a:t>TEACHING_MODEL · 승인된 private reflection prompt. 개인 업무에 대한 새 관찰 근거는 수집하지 않는다.</a:t>
            </a:r>
          </a:p>
          <a:p xmlns:a="http://schemas.openxmlformats.org/drawingml/2006/main">
            <a:r>
              <a:t/>
            </a:r>
          </a:p>
          <a:p xmlns:a="http://schemas.openxmlformats.org/drawingml/2006/main">
            <a:r>
              <a:t>**Claim Boundary:**</a:t>
            </a:r>
          </a:p>
          <a:p xmlns:a="http://schemas.openxmlformats.org/drawingml/2006/main">
            <a:r>
              <a:t>개인 Reflection이며 응답, 공유, written commitment 또는 실제 업무 변경을 요구하지 않는다.</a:t>
            </a:r>
          </a:p>
          <a:p xmlns:a="http://schemas.openxmlformats.org/drawingml/2006/main">
            <a:r>
              <a:t/>
            </a:r>
          </a:p>
          <a:p xmlns:a="http://schemas.openxmlformats.org/drawingml/2006/main">
            <a:r>
              <a:t>**Beginner Explanation:**</a:t>
            </a:r>
          </a:p>
          <a:p xmlns:a="http://schemas.openxmlformats.org/drawingml/2006/main">
            <a:r>
              <a:t>반복되는 설명이나 Project 사실을 AI가 다시 찾는 지점부터 생각한다.</a:t>
            </a:r>
          </a:p>
          <a:p xmlns:a="http://schemas.openxmlformats.org/drawingml/2006/main">
            <a:r>
              <a:t/>
            </a:r>
          </a:p>
          <a:p xmlns:a="http://schemas.openxmlformats.org/drawingml/2006/main">
            <a:r>
              <a:t>**Advanced Insight:**</a:t>
            </a:r>
          </a:p>
          <a:p xmlns:a="http://schemas.openxmlformats.org/drawingml/2006/main">
            <a:r>
              <a:t>같은 실패가 반복될 때 Prompt 밖의 어떤 System layer가 원인인지 떠올린다.</a:t>
            </a:r>
          </a:p>
          <a:p xmlns:a="http://schemas.openxmlformats.org/drawingml/2006/main">
            <a:r>
              <a:t/>
            </a:r>
          </a:p>
          <a:p xmlns:a="http://schemas.openxmlformats.org/drawingml/2006/main">
            <a:r>
              <a:t>**C++ Vision Bridge:**</a:t>
            </a:r>
          </a:p>
          <a:p xmlns:a="http://schemas.openxmlformats.org/drawingml/2006/main">
            <a:r>
              <a:t>자신의 Vision 또는 개발 Repository에 같은 질문을 개인적으로 적용할 수 있다.</a:t>
            </a:r>
          </a:p>
          <a:p xmlns:a="http://schemas.openxmlformats.org/drawingml/2006/main">
            <a:r>
              <a:t/>
            </a:r>
          </a:p>
          <a:p xmlns:a="http://schemas.openxmlformats.org/drawingml/2006/main">
            <a:r>
              <a:t>**Demo Operation:**</a:t>
            </a:r>
          </a:p>
          <a:p xmlns:a="http://schemas.openxmlformats.org/drawingml/2006/main">
            <a:r>
              <a:t>N/A — 별도 Demo 없음.</a:t>
            </a:r>
          </a:p>
          <a:p xmlns:a="http://schemas.openxmlformats.org/drawingml/2006/main">
            <a:r>
              <a:t/>
            </a:r>
          </a:p>
          <a:p xmlns:a="http://schemas.openxmlformats.org/drawingml/2006/main">
            <a:r>
              <a:t>**Audience Interaction:**</a:t>
            </a:r>
          </a:p>
          <a:p xmlns:a="http://schemas.openxmlformats.org/drawingml/2006/main">
            <a:r>
              <a:t>떠올린 마찰에 맞는 다음 행동 하나를 마음속으로 고르는 개인 성찰로 진행한다. 공유나 실천 약속을 요구하지 않고 응답을 받기 위해 기다리지 않는다. 2분 뒤 바로 S93으로 이동한다.</a:t>
            </a:r>
          </a:p>
          <a:p xmlns:a="http://schemas.openxmlformats.org/drawingml/2006/main">
            <a:r>
              <a:t/>
            </a:r>
          </a:p>
          <a:p xmlns:a="http://schemas.openxmlformats.org/drawingml/2006/main">
            <a:r>
              <a:t>**Transition:**</a:t>
            </a:r>
          </a:p>
          <a:p xmlns:a="http://schemas.openxmlformats.org/drawingml/2006/main">
            <a:r>
              <a:t>“이제 질문을 받고, 마지막 공통 모델로 마무리하겠습니다.” S93으로 넘긴다.</a:t>
            </a:r>
          </a:p>
          <a:p xmlns:a="http://schemas.openxmlformats.org/drawingml/2006/main">
            <a:r>
              <a:t/>
            </a:r>
          </a:p>
          <a:p xmlns:a="http://schemas.openxmlformats.org/drawingml/2006/main">
            <a:r>
              <a:t>**Time Management:**</a:t>
            </a:r>
          </a:p>
          <a:p xmlns:a="http://schemas.openxmlformats.org/drawingml/2006/main">
            <a:r>
              <a:t>Lecture 2분 + Reflection 2분 = 4분. Reflection은 2분에 종료하고 Q&amp;A와 섞지 않는다.</a:t>
            </a:r>
          </a:p>
          <a:p xmlns:a="http://schemas.openxmlformats.org/drawingml/2006/main">
            <a:r>
              <a:t/>
            </a:r>
          </a:p>
          <a:p xmlns:a="http://schemas.openxmlformats.org/drawingml/2006/main">
            <a:r>
              <a:t>**Fallback:**</a:t>
            </a:r>
          </a:p>
          <a:p xmlns:a="http://schemas.openxmlformats.org/drawingml/2006/main">
            <a:r>
              <a:t>LOCAL STATIC ARTIFACT — production/ACT_5.pptx의 S92와 production/preview/act5/S92.png를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DEC-0030에서 승인한 화면 강조와 운영 Cue를 정렬했다. 최종 PPT/Notes/PNG 대조와 렌더 검토 결과는 production/evaluation/FULL_DECK_PRESENTATION_POLISH.md에 기록한다. Windows PowerPoint, 발표 PC 글꼴, 교육장 투사, 제품·계정,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S93 — Q&amp;A와 교육 마무리</a:t>
            </a:r>
          </a:p>
          <a:p xmlns:a="http://schemas.openxmlformats.org/drawingml/2006/main">
            <a:r>
              <a:t/>
            </a:r>
          </a:p>
          <a:p xmlns:a="http://schemas.openxmlformats.org/drawingml/2006/main">
            <a:r>
              <a:t>**Slide ID:**</a:t>
            </a:r>
          </a:p>
          <a:p xmlns:a="http://schemas.openxmlformats.org/drawingml/2006/main">
            <a:r>
              <a:t>S93</a:t>
            </a:r>
          </a:p>
          <a:p xmlns:a="http://schemas.openxmlformats.org/drawingml/2006/main">
            <a:r>
              <a:t/>
            </a:r>
          </a:p>
          <a:p xmlns:a="http://schemas.openxmlformats.org/drawingml/2006/main">
            <a:r>
              <a:t>**Working Title:**</a:t>
            </a:r>
          </a:p>
          <a:p xmlns:a="http://schemas.openxmlformats.org/drawingml/2006/main">
            <a:r>
              <a:t>Q&amp;A와 교육 마무리</a:t>
            </a:r>
          </a:p>
          <a:p xmlns:a="http://schemas.openxmlformats.org/drawingml/2006/main">
            <a:r>
              <a:t/>
            </a:r>
          </a:p>
          <a:p xmlns:a="http://schemas.openxmlformats.org/drawingml/2006/main">
            <a:r>
              <a:t>**ACT / Section:**</a:t>
            </a:r>
          </a:p>
          <a:p xmlns:a="http://schemas.openxmlformats.org/drawingml/2006/main">
            <a:r>
              <a:t>ACT 5 / 5B  FINAL Q&amp;A / CLOSING</a:t>
            </a:r>
          </a:p>
          <a:p xmlns:a="http://schemas.openxmlformats.org/drawingml/2006/main">
            <a:r>
              <a:t/>
            </a:r>
          </a:p>
          <a:p xmlns:a="http://schemas.openxmlformats.org/drawingml/2006/main">
            <a:r>
              <a:t>**Allocated Time:**</a:t>
            </a:r>
          </a:p>
          <a:p xmlns:a="http://schemas.openxmlformats.org/drawingml/2006/main">
            <a:r>
              <a:t>6 minutes</a:t>
            </a:r>
          </a:p>
          <a:p xmlns:a="http://schemas.openxmlformats.org/drawingml/2006/main">
            <a:r>
              <a:t/>
            </a:r>
          </a:p>
          <a:p xmlns:a="http://schemas.openxmlformats.org/drawingml/2006/main">
            <a:r>
              <a:t>**Mode Split:**</a:t>
            </a:r>
          </a:p>
          <a:p xmlns:a="http://schemas.openxmlformats.org/drawingml/2006/main">
            <a:r>
              <a:t>Q&amp;A 4분 + Closing Transition 2분</a:t>
            </a:r>
          </a:p>
          <a:p xmlns:a="http://schemas.openxmlformats.org/drawingml/2006/main">
            <a:r>
              <a:t/>
            </a:r>
          </a:p>
          <a:p xmlns:a="http://schemas.openxmlformats.org/drawingml/2006/main">
            <a:r>
              <a:t>**Primary Message:**</a:t>
            </a:r>
          </a:p>
          <a:p xmlns:a="http://schemas.openxmlformats.org/drawingml/2006/main">
            <a:r>
              <a:t>Goal, Judgment, Verification, Responsibility를 유지하면서 AI가 일할 환경과 Feedback을 설계한다.</a:t>
            </a:r>
          </a:p>
          <a:p xmlns:a="http://schemas.openxmlformats.org/drawingml/2006/main">
            <a:r>
              <a:t/>
            </a:r>
          </a:p>
          <a:p xmlns:a="http://schemas.openxmlformats.org/drawingml/2006/main">
            <a:r>
              <a:t>**Opening Question:**</a:t>
            </a:r>
          </a:p>
          <a:p xmlns:a="http://schemas.openxmlformats.org/drawingml/2006/main">
            <a:r>
              <a:t>“남은 질문은 무엇인가?”</a:t>
            </a:r>
          </a:p>
          <a:p xmlns:a="http://schemas.openxmlformats.org/drawingml/2006/main">
            <a:r>
              <a:t/>
            </a:r>
          </a:p>
          <a:p xmlns:a="http://schemas.openxmlformats.org/drawingml/2006/main">
            <a:r>
              <a:t>**Speaker Flow:**</a:t>
            </a:r>
          </a:p>
          <a:p xmlns:a="http://schemas.openxmlformats.org/drawingml/2006/main">
            <a:r>
              <a:t>1. (0:00–4:00 / Q&amp;A) 상단의 “내 업무에서 무엇부터 바꿀까요?”를 가리키고 질문을 받는다. 질문이 없으면 “반복 설명을 줄이려면 Task와 Project Context 중 무엇을 살필까요?” 또는 “결과 확인 기준을 먼저 정한다면 어떤 업무부터 볼까요?”를 사용해 앞의 교육 모델 안에서 짧게 정리한다.</a:t>
            </a:r>
          </a:p>
          <a:p xmlns:a="http://schemas.openxmlformats.org/drawingml/2006/main">
            <a:r>
              <a:t>2. (4:00–6:00 / Closing Transition) 질문을 마감하고 중앙의 “AI가 잘 일할 환경을 설계한다”로 마무리한다. 하단 Question→Task→Context→System→Feedback Loop를 짧게 회수한다.</a:t>
            </a:r>
          </a:p>
          <a:p xmlns:a="http://schemas.openxmlformats.org/drawingml/2006/main">
            <a:r>
              <a:t>3. 종료 cue: “목표·판단·검증·책임을 유지하면서, AI가 잘 일할 환경을 설계합시다.”</a:t>
            </a:r>
          </a:p>
          <a:p xmlns:a="http://schemas.openxmlformats.org/drawingml/2006/main">
            <a:r>
              <a:t/>
            </a:r>
          </a:p>
          <a:p xmlns:a="http://schemas.openxmlformats.org/drawingml/2006/main">
            <a:r>
              <a:t>**Evidence / Source:**</a:t>
            </a:r>
          </a:p>
          <a:p xmlns:a="http://schemas.openxmlformats.org/drawingml/2006/main">
            <a:r>
              <a:t>TEACHING_MODEL · BEAT-070–071. 새로운 Product claim이나 기술 개념은 추가하지 않는다.</a:t>
            </a:r>
          </a:p>
          <a:p xmlns:a="http://schemas.openxmlformats.org/drawingml/2006/main">
            <a:r>
              <a:t/>
            </a:r>
          </a:p>
          <a:p xmlns:a="http://schemas.openxmlformats.org/drawingml/2006/main">
            <a:r>
              <a:t>**Claim Boundary:**</a:t>
            </a:r>
          </a:p>
          <a:p xmlns:a="http://schemas.openxmlformats.org/drawingml/2006/main">
            <a:r>
              <a:t>AI-Native Development의 course-specific framing으로 닫는다. 제품 기능, 자동화 수준 또는 모든 상황의 단일 처방을 주장하지 않는다.</a:t>
            </a:r>
          </a:p>
          <a:p xmlns:a="http://schemas.openxmlformats.org/drawingml/2006/main">
            <a:r>
              <a:t/>
            </a:r>
          </a:p>
          <a:p xmlns:a="http://schemas.openxmlformats.org/drawingml/2006/main">
            <a:r>
              <a:t>**Beginner Explanation:**</a:t>
            </a:r>
          </a:p>
          <a:p xmlns:a="http://schemas.openxmlformats.org/drawingml/2006/main">
            <a:r>
              <a:t>AI 사용량 대신 내 일에 필요한 환경과 확인 기준을 기억한다.</a:t>
            </a:r>
          </a:p>
          <a:p xmlns:a="http://schemas.openxmlformats.org/drawingml/2006/main">
            <a:r>
              <a:t/>
            </a:r>
          </a:p>
          <a:p xmlns:a="http://schemas.openxmlformats.org/drawingml/2006/main">
            <a:r>
              <a:t>**Advanced Insight:**</a:t>
            </a:r>
          </a:p>
          <a:p xmlns:a="http://schemas.openxmlformats.org/drawingml/2006/main">
            <a:r>
              <a:t>Goal, Judgment, Verification, Responsibility를 유지하며 System의 Feedback 경로를 설계한다.</a:t>
            </a:r>
          </a:p>
          <a:p xmlns:a="http://schemas.openxmlformats.org/drawingml/2006/main">
            <a:r>
              <a:t/>
            </a:r>
          </a:p>
          <a:p xmlns:a="http://schemas.openxmlformats.org/drawingml/2006/main">
            <a:r>
              <a:t>**C++ Vision Bridge:**</a:t>
            </a:r>
          </a:p>
          <a:p xmlns:a="http://schemas.openxmlformats.org/drawingml/2006/main">
            <a:r>
              <a:t>N/A.</a:t>
            </a:r>
          </a:p>
          <a:p xmlns:a="http://schemas.openxmlformats.org/drawingml/2006/main">
            <a:r>
              <a:t/>
            </a:r>
          </a:p>
          <a:p xmlns:a="http://schemas.openxmlformats.org/drawingml/2006/main">
            <a:r>
              <a:t>**Demo Operation:**</a:t>
            </a:r>
          </a:p>
          <a:p xmlns:a="http://schemas.openxmlformats.org/drawingml/2006/main">
            <a:r>
              <a:t>추가 실행 없음. Q&amp;A 운영 지시와 시간표는 Notes에만 두고 화면에는 질문과 마지막 한 문장을 남긴다.</a:t>
            </a:r>
          </a:p>
          <a:p xmlns:a="http://schemas.openxmlformats.org/drawingml/2006/main">
            <a:r>
              <a:t/>
            </a:r>
          </a:p>
          <a:p xmlns:a="http://schemas.openxmlformats.org/drawingml/2006/main">
            <a:r>
              <a:t>**Audience Interaction:**</a:t>
            </a:r>
          </a:p>
          <a:p xmlns:a="http://schemas.openxmlformats.org/drawingml/2006/main">
            <a:r>
              <a:t>Q&amp;A 4분. 질문이 없으면 FAQ 또는 개발 업무 적용 질문 하나를 사용하며 새로운 강의 topic을 열지 않는다.</a:t>
            </a:r>
          </a:p>
          <a:p xmlns:a="http://schemas.openxmlformats.org/drawingml/2006/main">
            <a:r>
              <a:t/>
            </a:r>
          </a:p>
          <a:p xmlns:a="http://schemas.openxmlformats.org/drawingml/2006/main">
            <a:r>
              <a:t>**Transition:**</a:t>
            </a:r>
          </a:p>
          <a:p xmlns:a="http://schemas.openxmlformats.org/drawingml/2006/main">
            <a:r>
              <a:t>2분 closing transition: Question → Task → Context → System → Feedback Loop를 회수하고 교육을 마친다.</a:t>
            </a:r>
          </a:p>
          <a:p xmlns:a="http://schemas.openxmlformats.org/drawingml/2006/main">
            <a:r>
              <a:t/>
            </a:r>
          </a:p>
          <a:p xmlns:a="http://schemas.openxmlformats.org/drawingml/2006/main">
            <a:r>
              <a:t>**Time Management:**</a:t>
            </a:r>
          </a:p>
          <a:p xmlns:a="http://schemas.openxmlformats.org/drawingml/2006/main">
            <a:r>
              <a:t>Q&amp;A 4분 + Closing Transition 2분 = 6분. Q&amp;A는 4분에 마감하고 추가 질문을 이유로 시간을 늘리지 않는다.</a:t>
            </a:r>
          </a:p>
          <a:p xmlns:a="http://schemas.openxmlformats.org/drawingml/2006/main">
            <a:r>
              <a:t/>
            </a:r>
          </a:p>
          <a:p xmlns:a="http://schemas.openxmlformats.org/drawingml/2006/main">
            <a:r>
              <a:t>**Fallback:**</a:t>
            </a:r>
          </a:p>
          <a:p xmlns:a="http://schemas.openxmlformats.org/drawingml/2006/main">
            <a:r>
              <a:t>LOCAL STATIC ARTIFACT — production/ACT_5.pptx의 S93와 production/preview/act5/S93.png를 사용한다. 원본 실행 캡처 또는 새로운 Trial 결과로 표현하지 않는다. 로컬 렌더링 검토 결과는 통합 평가 문서에 기록한다.</a:t>
            </a:r>
          </a:p>
          <a:p xmlns:a="http://schemas.openxmlformats.org/drawingml/2006/main">
            <a:r>
              <a:t/>
            </a:r>
          </a:p>
          <a:p xmlns:a="http://schemas.openxmlformats.org/drawingml/2006/main">
            <a:r>
              <a:t>**Validation Status:**</a:t>
            </a:r>
          </a:p>
          <a:p xmlns:a="http://schemas.openxmlformats.org/drawingml/2006/main">
            <a:r>
              <a:t>REVIEWED — 원문·Claim 경계, 화면의 설명 순서와 운영 지침을 대조했다. 최종 PPT/Notes/PNG 대조 결과는 production/evaluation/FULL_DECK_PRESENTATION_REVISION.md에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204ae1350042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577aaf16d274d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70d554594a243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08286d73c6e495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b80fc5d69d043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2528b85380a46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73A626-0D6C-476C-B7A9-DE44DF6FFAB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13B6DF6-0F57-42C0-80DF-7E58C4E42FD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B3912FD-D5FE-470F-A684-FF9D1A571A1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E309F3-C0F5-413B-BC2F-E16B1891BB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96D4AC4-7B34-4C21-8629-BBC72BC49A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FCA1230-7079-4368-A5C6-E200E7A488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D3802B-F4BA-4A65-9938-2951616C2F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4B74C85-FE4E-4DAE-8D38-D8DE4B89D60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443303-91DA-4CAC-B4F8-2CC7B1562D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73DB77-6799-4310-A4C6-D84021429C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b58e01a1f14f92" /><Relationship Type="http://schemas.openxmlformats.org/officeDocument/2006/relationships/slideLayout" Target="/ppt/slideLayouts/slideLayout1.xml" Id="R753580f154aa4d67" /><Relationship Type="http://schemas.openxmlformats.org/officeDocument/2006/relationships/slideLayout" Target="/ppt/slideLayouts/slideLayout2.xml" Id="R8548ef9dcf54427b" /><Relationship Type="http://schemas.openxmlformats.org/officeDocument/2006/relationships/slideLayout" Target="/ppt/slideLayouts/slideLayout3.xml" Id="Ra7d8250a31d14d74" /><Relationship Type="http://schemas.openxmlformats.org/officeDocument/2006/relationships/slideLayout" Target="/ppt/slideLayouts/slideLayout4.xml" Id="R10eb4e024b834cd8" /><Relationship Type="http://schemas.openxmlformats.org/officeDocument/2006/relationships/slideLayout" Target="/ppt/slideLayouts/slideLayout5.xml" Id="R9cbf655645354123" /><Relationship Type="http://schemas.openxmlformats.org/officeDocument/2006/relationships/slideLayout" Target="/ppt/slideLayouts/slideLayout6.xml" Id="R31d972b3df1e42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3580f154aa4d67"/>
    <p:sldLayoutId xmlns:r="http://schemas.openxmlformats.org/officeDocument/2006/relationships" id="2147483650" r:id="R8548ef9dcf54427b"/>
    <p:sldLayoutId xmlns:r="http://schemas.openxmlformats.org/officeDocument/2006/relationships" id="2147483651" r:id="Ra7d8250a31d14d74"/>
    <p:sldLayoutId xmlns:r="http://schemas.openxmlformats.org/officeDocument/2006/relationships" id="2147483652" r:id="R10eb4e024b834cd8"/>
    <p:sldLayoutId xmlns:r="http://schemas.openxmlformats.org/officeDocument/2006/relationships" id="2147483653" r:id="R9cbf655645354123"/>
    <p:sldLayoutId xmlns:r="http://schemas.openxmlformats.org/officeDocument/2006/relationships" id="2147483654" r:id="R31d972b3df1e42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ef2fbc4851d4b99" /><Relationship Type="http://schemas.openxmlformats.org/officeDocument/2006/relationships/image" Target="/ppt/media/image.png" Id="R908516e875514568" /><Relationship Type="http://schemas.openxmlformats.org/officeDocument/2006/relationships/notesSlide" Target="/ppt/notesSlides/notesSlide1.xml" Id="R574f615547a443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4eb0c86441e44b4" /><Relationship Type="http://schemas.openxmlformats.org/officeDocument/2006/relationships/notesSlide" Target="/ppt/notesSlides/notesSlide2.xml" Id="R3ad63941c9a84a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5f8957dc76046a0" /><Relationship Type="http://schemas.openxmlformats.org/officeDocument/2006/relationships/notesSlide" Target="/ppt/notesSlides/notesSlide3.xml" Id="R43c6766f26544e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0d893bd9c83487e" /><Relationship Type="http://schemas.openxmlformats.org/officeDocument/2006/relationships/image" Target="/ppt/media/image2.png" Id="Rd41001e994ac4769" /><Relationship Type="http://schemas.openxmlformats.org/officeDocument/2006/relationships/notesSlide" Target="/ppt/notesSlides/notesSlide4.xml" Id="R39ded24e68f54d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c417ecf794b4182" /><Relationship Type="http://schemas.openxmlformats.org/officeDocument/2006/relationships/notesSlide" Target="/ppt/notesSlides/notesSlide5.xml" Id="Re797b56be5e14c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02fd3f63c7f4f2f" /><Relationship Type="http://schemas.openxmlformats.org/officeDocument/2006/relationships/notesSlide" Target="/ppt/notesSlides/notesSlide6.xml" Id="Rd1f86d99839249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00fd0a97d314ffc" /><Relationship Type="http://schemas.openxmlformats.org/officeDocument/2006/relationships/image" Target="/ppt/media/image3.png" Id="Rc2d630c657ce4507" /><Relationship Type="http://schemas.openxmlformats.org/officeDocument/2006/relationships/notesSlide" Target="/ppt/notesSlides/notesSlide7.xml" Id="R9d567688c9c44c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71187e7da95487b" /><Relationship Type="http://schemas.openxmlformats.org/officeDocument/2006/relationships/notesSlide" Target="/ppt/notesSlides/notesSlide8.xml" Id="Rb0c44ab8321446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597405e2bd746ce" /><Relationship Type="http://schemas.openxmlformats.org/officeDocument/2006/relationships/image" Target="/ppt/media/image4.png" Id="R3b8bc4ca91c640ba" /><Relationship Type="http://schemas.openxmlformats.org/officeDocument/2006/relationships/image" Target="/ppt/media/image5.png" Id="R818f0053edf840bb" /><Relationship Type="http://schemas.openxmlformats.org/officeDocument/2006/relationships/image" Target="/ppt/media/image6.png" Id="R56bbc436615d492b" /><Relationship Type="http://schemas.openxmlformats.org/officeDocument/2006/relationships/notesSlide" Target="/ppt/notesSlides/notesSlide9.xml" Id="R4dea469b46c846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4236aff763848fa" /><Relationship Type="http://schemas.openxmlformats.org/officeDocument/2006/relationships/notesSlide" Target="/ppt/notesSlides/notesSlide10.xml" Id="Rbea2cb6d74ff42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b3eca2eabae4a3e" /><Relationship Type="http://schemas.openxmlformats.org/officeDocument/2006/relationships/image" Target="/ppt/media/image7.png" Id="R9d852dc6ed8849cb" /><Relationship Type="http://schemas.openxmlformats.org/officeDocument/2006/relationships/image" Target="/ppt/media/image8.png" Id="Rde29c5f92504492f" /><Relationship Type="http://schemas.openxmlformats.org/officeDocument/2006/relationships/image" Target="/ppt/media/image9.png" Id="Rff01280ad33e4631" /><Relationship Type="http://schemas.openxmlformats.org/officeDocument/2006/relationships/notesSlide" Target="/ppt/notesSlides/notesSlide11.xml" Id="Reb570b4e7e9747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6d1c2ea00d9487c" /><Relationship Type="http://schemas.openxmlformats.org/officeDocument/2006/relationships/image" Target="/ppt/media/image10.png" Id="R8f0258199dd44bdd" /><Relationship Type="http://schemas.openxmlformats.org/officeDocument/2006/relationships/notesSlide" Target="/ppt/notesSlides/notesSlide12.xml" Id="R07055c53b57340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7712498105742b4" /><Relationship Type="http://schemas.openxmlformats.org/officeDocument/2006/relationships/image" Target="/ppt/media/image11.png" Id="Rd29841204aba4024" /><Relationship Type="http://schemas.openxmlformats.org/officeDocument/2006/relationships/notesSlide" Target="/ppt/notesSlides/notesSlide13.xml" Id="R23914411b5384cc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5f7797bf9b142c3" /><Relationship Type="http://schemas.openxmlformats.org/officeDocument/2006/relationships/notesSlide" Target="/ppt/notesSlides/notesSlide14.xml" Id="Rde44b4e32bf948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4dae3f7373d4055" /><Relationship Type="http://schemas.openxmlformats.org/officeDocument/2006/relationships/notesSlide" Target="/ppt/notesSlides/notesSlide15.xml" Id="Reae72ecc3bac439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7b0c3ce2d034a40" /><Relationship Type="http://schemas.openxmlformats.org/officeDocument/2006/relationships/notesSlide" Target="/ppt/notesSlides/notesSlide16.xml" Id="R61491c143cee446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ea79c935573436b" /><Relationship Type="http://schemas.openxmlformats.org/officeDocument/2006/relationships/notesSlide" Target="/ppt/notesSlides/notesSlide17.xml" Id="Rca7d69f11f8c420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6667901ae314532" /><Relationship Type="http://schemas.openxmlformats.org/officeDocument/2006/relationships/notesSlide" Target="/ppt/notesSlides/notesSlide18.xml" Id="R584abc7737b744e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e29af612f464b08" /><Relationship Type="http://schemas.openxmlformats.org/officeDocument/2006/relationships/notesSlide" Target="/ppt/notesSlides/notesSlide19.xml" Id="Rff569b5ce2414f7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b910b0b06834bad" /><Relationship Type="http://schemas.openxmlformats.org/officeDocument/2006/relationships/notesSlide" Target="/ppt/notesSlides/notesSlide20.xml" Id="R54850a0c509944a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03fe4801f864926" /><Relationship Type="http://schemas.openxmlformats.org/officeDocument/2006/relationships/notesSlide" Target="/ppt/notesSlides/notesSlide21.xml" Id="Rf2358fda75fd43d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63e5cc1073d4beb" /><Relationship Type="http://schemas.openxmlformats.org/officeDocument/2006/relationships/notesSlide" Target="/ppt/notesSlides/notesSlide22.xml" Id="R4043aee12545435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58318cae27d4d64" /><Relationship Type="http://schemas.openxmlformats.org/officeDocument/2006/relationships/notesSlide" Target="/ppt/notesSlides/notesSlide23.xml" Id="R3bb2f494f091434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9af005471e94f30" /><Relationship Type="http://schemas.openxmlformats.org/officeDocument/2006/relationships/notesSlide" Target="/ppt/notesSlides/notesSlide24.xml" Id="R1d98f53c38d14a6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a00dda8906b418b" /><Relationship Type="http://schemas.openxmlformats.org/officeDocument/2006/relationships/notesSlide" Target="/ppt/notesSlides/notesSlide25.xml" Id="R866b2f60d5d1431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4acd653b24f406a" /><Relationship Type="http://schemas.openxmlformats.org/officeDocument/2006/relationships/notesSlide" Target="/ppt/notesSlides/notesSlide26.xml" Id="R74366710cf6b4f4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477831197434718" /><Relationship Type="http://schemas.openxmlformats.org/officeDocument/2006/relationships/notesSlide" Target="/ppt/notesSlides/notesSlide27.xml" Id="R1f200af8e3214f4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a0232a341244e1f" /><Relationship Type="http://schemas.openxmlformats.org/officeDocument/2006/relationships/notesSlide" Target="/ppt/notesSlides/notesSlide28.xml" Id="Ra110fcd629cd457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4c1c4d0d39446ac" /><Relationship Type="http://schemas.openxmlformats.org/officeDocument/2006/relationships/notesSlide" Target="/ppt/notesSlides/notesSlide29.xml" Id="Re1f4cb3f190c4cf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a4712f80a08426e" /><Relationship Type="http://schemas.openxmlformats.org/officeDocument/2006/relationships/notesSlide" Target="/ppt/notesSlides/notesSlide30.xml" Id="R38138e4b8e4b442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a68854ec04a4358" /><Relationship Type="http://schemas.openxmlformats.org/officeDocument/2006/relationships/notesSlide" Target="/ppt/notesSlides/notesSlide31.xml" Id="R848fa7660a4c4c1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1637115b77b4aa0" /><Relationship Type="http://schemas.openxmlformats.org/officeDocument/2006/relationships/notesSlide" Target="/ppt/notesSlides/notesSlide32.xml" Id="R3fa047057b314a6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b91109345744b0c" /><Relationship Type="http://schemas.openxmlformats.org/officeDocument/2006/relationships/notesSlide" Target="/ppt/notesSlides/notesSlide33.xml" Id="R0e3c577f1c71443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8e3ede3141b4f55" /><Relationship Type="http://schemas.openxmlformats.org/officeDocument/2006/relationships/notesSlide" Target="/ppt/notesSlides/notesSlide34.xml" Id="Rf65168ab8832486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c950e23fee945f2" /><Relationship Type="http://schemas.openxmlformats.org/officeDocument/2006/relationships/image" Target="/ppt/media/image12.png" Id="Rec3bd6bc95f349ab" /><Relationship Type="http://schemas.openxmlformats.org/officeDocument/2006/relationships/image" Target="/ppt/media/image13.png" Id="R8d4d09e830fe4227" /><Relationship Type="http://schemas.openxmlformats.org/officeDocument/2006/relationships/notesSlide" Target="/ppt/notesSlides/notesSlide35.xml" Id="R24e39376a14d41e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897d98d36cff429e" /><Relationship Type="http://schemas.openxmlformats.org/officeDocument/2006/relationships/image" Target="/ppt/media/image14.png" Id="Rb1780407776445dd" /><Relationship Type="http://schemas.openxmlformats.org/officeDocument/2006/relationships/notesSlide" Target="/ppt/notesSlides/notesSlide36.xml" Id="R1787cfcbee884bd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ef01bce6effd433c" /><Relationship Type="http://schemas.openxmlformats.org/officeDocument/2006/relationships/notesSlide" Target="/ppt/notesSlides/notesSlide37.xml" Id="R586c489076af406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08d94504f8ec4e8d" /><Relationship Type="http://schemas.openxmlformats.org/officeDocument/2006/relationships/notesSlide" Target="/ppt/notesSlides/notesSlide38.xml" Id="R616f10dd4457434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b0be816d86b485c" /><Relationship Type="http://schemas.openxmlformats.org/officeDocument/2006/relationships/notesSlide" Target="/ppt/notesSlides/notesSlide39.xml" Id="R2ff93a120ef2414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a2c3ca90025f42b9" /><Relationship Type="http://schemas.openxmlformats.org/officeDocument/2006/relationships/notesSlide" Target="/ppt/notesSlides/notesSlide40.xml" Id="Rf33839f7cad9416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6bcd0502977d4bf4" /><Relationship Type="http://schemas.openxmlformats.org/officeDocument/2006/relationships/notesSlide" Target="/ppt/notesSlides/notesSlide41.xml" Id="Rd0a5622f0a1e42d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3641d82b01b74ef0" /><Relationship Type="http://schemas.openxmlformats.org/officeDocument/2006/relationships/notesSlide" Target="/ppt/notesSlides/notesSlide42.xml" Id="R094a028efd74472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59651055a4344046" /><Relationship Type="http://schemas.openxmlformats.org/officeDocument/2006/relationships/notesSlide" Target="/ppt/notesSlides/notesSlide43.xml" Id="R5bbdd71e5c414a0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5fcb275332ee4868" /><Relationship Type="http://schemas.openxmlformats.org/officeDocument/2006/relationships/notesSlide" Target="/ppt/notesSlides/notesSlide44.xml" Id="R16fa94a5e258422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513319b894f54d75" /><Relationship Type="http://schemas.openxmlformats.org/officeDocument/2006/relationships/notesSlide" Target="/ppt/notesSlides/notesSlide45.xml" Id="Ra80f63355f39467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c8d11cf38a73408b" /><Relationship Type="http://schemas.openxmlformats.org/officeDocument/2006/relationships/notesSlide" Target="/ppt/notesSlides/notesSlide46.xml" Id="Ra398358fd1c3478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7f48951040b84b1e" /><Relationship Type="http://schemas.openxmlformats.org/officeDocument/2006/relationships/notesSlide" Target="/ppt/notesSlides/notesSlide47.xml" Id="R3646e8d770344d7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5b2ac0de49cd4648" /><Relationship Type="http://schemas.openxmlformats.org/officeDocument/2006/relationships/notesSlide" Target="/ppt/notesSlides/notesSlide48.xml" Id="Rbea5fd54ca5e429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b543b76eccfe40e8" /><Relationship Type="http://schemas.openxmlformats.org/officeDocument/2006/relationships/notesSlide" Target="/ppt/notesSlides/notesSlide49.xml" Id="R6730658d45a747df"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cbd2b1f6187c4179" /><Relationship Type="http://schemas.openxmlformats.org/officeDocument/2006/relationships/image" Target="/ppt/media/image15.png" Id="Rde63897767c44950" /><Relationship Type="http://schemas.openxmlformats.org/officeDocument/2006/relationships/image" Target="/ppt/media/image16.png" Id="R7a160c70c4214f48" /><Relationship Type="http://schemas.openxmlformats.org/officeDocument/2006/relationships/notesSlide" Target="/ppt/notesSlides/notesSlide50.xml" Id="R6db71ca7a9354ee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7010b809e59447bb" /><Relationship Type="http://schemas.openxmlformats.org/officeDocument/2006/relationships/notesSlide" Target="/ppt/notesSlides/notesSlide51.xml" Id="R18af336140bf403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34cf43844ad14b84" /><Relationship Type="http://schemas.openxmlformats.org/officeDocument/2006/relationships/notesSlide" Target="/ppt/notesSlides/notesSlide52.xml" Id="Rd28ab2f5dd36451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40cd7b137bc143dd" /><Relationship Type="http://schemas.openxmlformats.org/officeDocument/2006/relationships/notesSlide" Target="/ppt/notesSlides/notesSlide53.xml" Id="R72028d0ce3ab4c7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df8ef1915e7b4b13" /><Relationship Type="http://schemas.openxmlformats.org/officeDocument/2006/relationships/notesSlide" Target="/ppt/notesSlides/notesSlide54.xml" Id="R62defe9b51834cc4"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71ca02934e1a4110" /><Relationship Type="http://schemas.openxmlformats.org/officeDocument/2006/relationships/notesSlide" Target="/ppt/notesSlides/notesSlide55.xml" Id="Rb19c81c190c845e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fd4c9aab76844a1a" /><Relationship Type="http://schemas.openxmlformats.org/officeDocument/2006/relationships/notesSlide" Target="/ppt/notesSlides/notesSlide56.xml" Id="R3b2c255f7a7d4d0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b5c4830872974090" /><Relationship Type="http://schemas.openxmlformats.org/officeDocument/2006/relationships/notesSlide" Target="/ppt/notesSlides/notesSlide57.xml" Id="R87f44de35fe14a24"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0d36c55ba6cc4d28" /><Relationship Type="http://schemas.openxmlformats.org/officeDocument/2006/relationships/chart" Target="/ppt/slides/charts/chart1.xml" Id="Rb4cf9f7e28e04605" /><Relationship Type="http://schemas.openxmlformats.org/officeDocument/2006/relationships/notesSlide" Target="/ppt/notesSlides/notesSlide58.xml" Id="Rdad664b3df7b4ddd"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b43692282a4945e2" /><Relationship Type="http://schemas.openxmlformats.org/officeDocument/2006/relationships/notesSlide" Target="/ppt/notesSlides/notesSlide59.xml" Id="Re8554f60550d4758"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56aa26e87dae4155" /><Relationship Type="http://schemas.openxmlformats.org/officeDocument/2006/relationships/notesSlide" Target="/ppt/notesSlides/notesSlide60.xml" Id="R159b616386d944ed"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eca33e4fae65427b" /><Relationship Type="http://schemas.openxmlformats.org/officeDocument/2006/relationships/notesSlide" Target="/ppt/notesSlides/notesSlide61.xml" Id="R9d291b0e6abd49b8"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5613011db3b1404f" /><Relationship Type="http://schemas.openxmlformats.org/officeDocument/2006/relationships/notesSlide" Target="/ppt/notesSlides/notesSlide62.xml" Id="Rd6f7f70542e146fa"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ce55510798c94519" /><Relationship Type="http://schemas.openxmlformats.org/officeDocument/2006/relationships/notesSlide" Target="/ppt/notesSlides/notesSlide63.xml" Id="Ra0c2583ee12f472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8127e45502214bf4" /><Relationship Type="http://schemas.openxmlformats.org/officeDocument/2006/relationships/notesSlide" Target="/ppt/notesSlides/notesSlide64.xml" Id="R221e21df31af4120"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738215a0580649c3" /><Relationship Type="http://schemas.openxmlformats.org/officeDocument/2006/relationships/notesSlide" Target="/ppt/notesSlides/notesSlide65.xml" Id="Rce27a80a7d5d42a0"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e7ff7653899c48c9" /><Relationship Type="http://schemas.openxmlformats.org/officeDocument/2006/relationships/image" Target="/ppt/media/image17.png" Id="R65ea5bdb419a497c" /><Relationship Type="http://schemas.openxmlformats.org/officeDocument/2006/relationships/notesSlide" Target="/ppt/notesSlides/notesSlide66.xml" Id="R55261c88114546e6"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4011086b8e714869" /><Relationship Type="http://schemas.openxmlformats.org/officeDocument/2006/relationships/notesSlide" Target="/ppt/notesSlides/notesSlide67.xml" Id="Ra8f62559566f49a5"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3f11d827850546c3" /><Relationship Type="http://schemas.openxmlformats.org/officeDocument/2006/relationships/notesSlide" Target="/ppt/notesSlides/notesSlide68.xml" Id="R842d446f3be54f87"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7c4f0671b3ed4886" /><Relationship Type="http://schemas.openxmlformats.org/officeDocument/2006/relationships/notesSlide" Target="/ppt/notesSlides/notesSlide69.xml" Id="R5651676f21cb4720"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3c33f43dad774952" /><Relationship Type="http://schemas.openxmlformats.org/officeDocument/2006/relationships/notesSlide" Target="/ppt/notesSlides/notesSlide70.xml" Id="Ref568eeabd044d90"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530e2a98061344c2" /><Relationship Type="http://schemas.openxmlformats.org/officeDocument/2006/relationships/notesSlide" Target="/ppt/notesSlides/notesSlide71.xml" Id="R8b8e1cea67da4654"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fa19409fb7d44682" /><Relationship Type="http://schemas.openxmlformats.org/officeDocument/2006/relationships/notesSlide" Target="/ppt/notesSlides/notesSlide72.xml" Id="R5e661537d1834f66"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fac28bf994b2445f" /><Relationship Type="http://schemas.openxmlformats.org/officeDocument/2006/relationships/notesSlide" Target="/ppt/notesSlides/notesSlide73.xml" Id="Rc0a44bc3de804110"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da061d39336443e7" /><Relationship Type="http://schemas.openxmlformats.org/officeDocument/2006/relationships/notesSlide" Target="/ppt/notesSlides/notesSlide74.xml" Id="R168417e502124ca6"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efe7fe3e23bc4636" /><Relationship Type="http://schemas.openxmlformats.org/officeDocument/2006/relationships/notesSlide" Target="/ppt/notesSlides/notesSlide75.xml" Id="R31b84371cb7c4f02"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a17d8c55e519421e" /><Relationship Type="http://schemas.openxmlformats.org/officeDocument/2006/relationships/notesSlide" Target="/ppt/notesSlides/notesSlide76.xml" Id="R01908977b52c4496"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02d9e98ddc584143" /><Relationship Type="http://schemas.openxmlformats.org/officeDocument/2006/relationships/notesSlide" Target="/ppt/notesSlides/notesSlide77.xml" Id="R0b2b06f75fff4e49"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7deb8475d401444f" /><Relationship Type="http://schemas.openxmlformats.org/officeDocument/2006/relationships/notesSlide" Target="/ppt/notesSlides/notesSlide78.xml" Id="R80bfed3847874c62"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4e7b5b5d19a64f73" /><Relationship Type="http://schemas.openxmlformats.org/officeDocument/2006/relationships/notesSlide" Target="/ppt/notesSlides/notesSlide79.xml" Id="R340bb3020c704b69"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369ad70574cb4b79" /><Relationship Type="http://schemas.openxmlformats.org/officeDocument/2006/relationships/notesSlide" Target="/ppt/notesSlides/notesSlide80.xml" Id="R3eebd42496504447"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e889a0d06ec74802" /><Relationship Type="http://schemas.openxmlformats.org/officeDocument/2006/relationships/notesSlide" Target="/ppt/notesSlides/notesSlide81.xml" Id="R2a6d356cfb4b4eca"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578d7a5aa2c9499a" /><Relationship Type="http://schemas.openxmlformats.org/officeDocument/2006/relationships/notesSlide" Target="/ppt/notesSlides/notesSlide82.xml" Id="R2beda874071a4820"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c34db9f29e654ea2" /><Relationship Type="http://schemas.openxmlformats.org/officeDocument/2006/relationships/notesSlide" Target="/ppt/notesSlides/notesSlide83.xml" Id="R1a495e273a884309"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f10e3bed7b6b493f" /><Relationship Type="http://schemas.openxmlformats.org/officeDocument/2006/relationships/notesSlide" Target="/ppt/notesSlides/notesSlide84.xml" Id="R115b2af890764f2a"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be413d56d8a845f9" /><Relationship Type="http://schemas.openxmlformats.org/officeDocument/2006/relationships/image" Target="/ppt/media/image18.png" Id="R2e3aad43e6b5433b" /><Relationship Type="http://schemas.openxmlformats.org/officeDocument/2006/relationships/notesSlide" Target="/ppt/notesSlides/notesSlide85.xml" Id="R5c9ccfe27195492d"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80c24e841b254710" /><Relationship Type="http://schemas.openxmlformats.org/officeDocument/2006/relationships/notesSlide" Target="/ppt/notesSlides/notesSlide86.xml" Id="Rec968a55726d498e"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b6896afe18f94526" /><Relationship Type="http://schemas.openxmlformats.org/officeDocument/2006/relationships/image" Target="/ppt/media/image19.png" Id="R5b010e859b694ebd" /><Relationship Type="http://schemas.openxmlformats.org/officeDocument/2006/relationships/image" Target="/ppt/media/image20.png" Id="Re35131fdf2bf46bb" /><Relationship Type="http://schemas.openxmlformats.org/officeDocument/2006/relationships/image" Target="/ppt/media/image21.png" Id="R5d92a7b708f44f07" /><Relationship Type="http://schemas.openxmlformats.org/officeDocument/2006/relationships/notesSlide" Target="/ppt/notesSlides/notesSlide87.xml" Id="R6e5d83c943a24ed3"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b5bd188dfeff44e1" /><Relationship Type="http://schemas.openxmlformats.org/officeDocument/2006/relationships/notesSlide" Target="/ppt/notesSlides/notesSlide88.xml" Id="Rd418365bdf924d66"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85ddf145d420467c" /><Relationship Type="http://schemas.openxmlformats.org/officeDocument/2006/relationships/notesSlide" Target="/ppt/notesSlides/notesSlide89.xml" Id="R9e4a3efc90c14b8c"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aaf86ae8314d4bd7" /><Relationship Type="http://schemas.openxmlformats.org/officeDocument/2006/relationships/notesSlide" Target="/ppt/notesSlides/notesSlide90.xml" Id="R4511d261e17c4aff"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ae0ce7a771354cb4" /><Relationship Type="http://schemas.openxmlformats.org/officeDocument/2006/relationships/notesSlide" Target="/ppt/notesSlides/notesSlide91.xml" Id="R5f3e572a880e4725"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b9c9fa0776d241be" /><Relationship Type="http://schemas.openxmlformats.org/officeDocument/2006/relationships/notesSlide" Target="/ppt/notesSlides/notesSlide92.xml" Id="Rae6853a2ba914b51"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39c5f8b430b64b74" /><Relationship Type="http://schemas.openxmlformats.org/officeDocument/2006/relationships/notesSlide" Target="/ppt/notesSlides/notesSlide93.xml" Id="R8bff2c89438f46e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Median ms/call</c:v>
          </c:tx>
          <c:invertIfNegative val="0"/>
          <c:dPt>
            <c:idx val="0"/>
            <c:invertIfNegative val="0"/>
            <c:spPr>
              <a:solidFill xmlns:a="http://schemas.openxmlformats.org/drawingml/2006/main">
                <a:srgbClr val="0B6172"/>
              </a:solidFill>
            </c:spPr>
          </c:dPt>
          <c:dPt>
            <c:idx val="1"/>
            <c:invertIfNegative val="0"/>
            <c:spPr>
              <a:solidFill xmlns:a="http://schemas.openxmlformats.org/drawingml/2006/main">
                <a:srgbClr val="9BA8B5"/>
              </a:solidFill>
            </c:spPr>
          </c:dPt>
          <c:cat>
            <c:strRef>
              <c:f>'Chart Data'!$A$2:$A$3</c:f>
              <c:strCache>
                <c:ptCount val="2"/>
                <c:pt idx="0">
                  <c:v>변경 후</c:v>
                </c:pt>
                <c:pt idx="1">
                  <c:v>변경 전</c:v>
                </c:pt>
              </c:strCache>
            </c:strRef>
          </c:cat>
          <c:val>
            <c:numRef>
              <c:f>'Chart Data'!$B$2:$B$3</c:f>
              <c:numCache>
                <c:formatCode>0.000</c:formatCode>
                <c:ptCount val="2"/>
                <c:pt idx="0">
                  <c:v>10.769</c:v>
                </c:pt>
                <c:pt idx="1">
                  <c:v>15.468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2025" b="1">
                  <a:solidFill>
                    <a:srgbClr val="17212B"/>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majorGridlines>
          <c:spPr>
            <a:ln xmlns:a="http://schemas.openxmlformats.org/drawingml/2006/main" w="9525">
              <a:solidFill>
                <a:srgbClr val="C7D0DA"/>
              </a:solidFill>
              <a:prstDash val="solid"/>
            </a:ln>
          </c:spPr>
        </c:majorGridlines>
        <c:numFmt formatCode="0"/>
        <c:majorTickMark val="none"/>
        <c:minorTickMark val="none"/>
        <c:spPr>
          <a:ln xmlns:a="http://schemas.openxmlformats.org/drawingml/2006/main" w="9525">
            <a:solidFill>
              <a:srgbClr val="C7D0DA"/>
            </a:solidFill>
            <a:prstDash val="solid"/>
          </a:ln>
        </c:spPr>
        <c:txPr>
          <a:bodyPr xmlns:a="http://schemas.openxmlformats.org/drawingml/2006/main" anchorCtr="1"/>
          <a:lstStyle xmlns:a="http://schemas.openxmlformats.org/drawingml/2006/main"/>
          <a:p xmlns:a="http://schemas.openxmlformats.org/drawingml/2006/main">
            <a:pPr>
              <a:defRPr sz="1425">
                <a:solidFill>
                  <a:srgbClr val="4D5A68"/>
                </a:solidFill>
                <a:latin typeface="Malgun Gothic"/>
                <a:ea typeface="Malgun Gothic"/>
                <a:cs typeface="Malgun Gothic"/>
              </a:defRPr>
            </a:pPr>
          </a:p>
        </c:txPr>
        <c:crossAx val="48672768"/>
      </c:catAx>
      <c:valAx>
        <c:axId val="48672768"/>
        <c:scaling>
          <c:orientation val="minMax"/>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7212B"/>
                </a:solidFill>
                <a:latin typeface="Malgun Gothic"/>
                <a:ea typeface="Malgun Gothic"/>
                <a:cs typeface="Malgun Gothic"/>
              </a:defRPr>
            </a:pPr>
          </a:p>
        </c:txPr>
        <c:crossAx val="48650112"/>
        <c:crossBetween val="between"/>
      </c:valAx>
      <c:spPr>
        <a:solidFill xmlns:a="http://schemas.openxmlformats.org/drawingml/2006/main">
          <a:srgbClr val="F4F6F8"/>
        </a:solidFill>
        <a:ln xmlns:a="http://schemas.openxmlformats.org/drawingml/2006/main" w="0">
          <a:noFill/>
        </a:ln>
      </c:spPr>
    </c:plotArea>
    <c:plotVisOnly val="1"/>
  </c:chart>
  <c:spPr>
    <a:solidFill xmlns:a="http://schemas.openxmlformats.org/drawingml/2006/main">
      <a:srgbClr val="F4F6F8"/>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3" name="ACT 0 · 익숙한 사용에서 출발하기">
            <a:extLst xmlns:a="http://schemas.openxmlformats.org/drawingml/2006/main">
              <a:ext uri="{FF2B5EF4-FFF2-40B4-BE49-F238E27FC236}">
                <a16:creationId xmlns:a16="http://schemas.microsoft.com/office/drawing/2014/main" id="{C9895531-3293-4B51-A392-C9833B0925A1}"/>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익숙한 사용에서 출발하기</a:t>
            </a:r>
          </a:p>
        </p:txBody>
      </p:sp>
      <p:sp>
        <p:nvSpPr>
          <p:cNvPr id="2" name="S01">
            <a:extLst xmlns:a="http://schemas.openxmlformats.org/drawingml/2006/main">
              <a:ext uri="{FF2B5EF4-FFF2-40B4-BE49-F238E27FC236}">
                <a16:creationId xmlns:a16="http://schemas.microsoft.com/office/drawing/2014/main" id="{87FB223D-2879-48EB-A305-D613E506E90C}"/>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S01</a:t>
            </a:r>
          </a:p>
        </p:txBody>
      </p:sp>
      <p:sp>
        <p:nvSpPr>
          <p:cNvPr id="3" name="AI에게 지금 무엇을 맡기고 있는가?">
            <a:extLst xmlns:a="http://schemas.openxmlformats.org/drawingml/2006/main">
              <a:ext uri="{FF2B5EF4-FFF2-40B4-BE49-F238E27FC236}">
                <a16:creationId xmlns:a16="http://schemas.microsoft.com/office/drawing/2014/main" id="{46C686AC-8A68-428A-95C3-A7239325E3EC}"/>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AI에게 지금 무엇을 맡기고 있는가?</a:t>
            </a:r>
          </a:p>
        </p:txBody>
      </p:sp>
      <p:sp>
        <p:nvSpPr>
          <p:cNvPr id="4" name="">
            <a:extLst xmlns:a="http://schemas.openxmlformats.org/drawingml/2006/main">
              <a:ext uri="{FF2B5EF4-FFF2-40B4-BE49-F238E27FC236}">
                <a16:creationId xmlns:a16="http://schemas.microsoft.com/office/drawing/2014/main" id="{A731174D-5E98-4CA3-9D59-8EB461580E76}"/>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사례 삽화 · AI 생성 이미지 · 실제 제품 실행 화면 아님">
            <a:extLst xmlns:a="http://schemas.openxmlformats.org/drawingml/2006/main">
              <a:ext uri="{FF2B5EF4-FFF2-40B4-BE49-F238E27FC236}">
                <a16:creationId xmlns:a16="http://schemas.microsoft.com/office/drawing/2014/main" id="{321F62BF-D94D-4BF8-A17E-2A5E928C5C10}"/>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사례 삽화 · AI 생성 이미지 · 실제 제품 실행 화면 아님</a:t>
            </a:r>
          </a:p>
        </p:txBody>
      </p:sp>
      <p:sp>
        <p:nvSpPr>
          <p:cNvPr id="6" name="자신의 경험 하나만 떠올려 보세요. 사용 수준을 평가하는 질문이 아닙니다.">
            <a:extLst xmlns:a="http://schemas.openxmlformats.org/drawingml/2006/main">
              <a:ext uri="{FF2B5EF4-FFF2-40B4-BE49-F238E27FC236}">
                <a16:creationId xmlns:a16="http://schemas.microsoft.com/office/drawing/2014/main" id="{0E8E5DF6-32D2-426A-995A-408D6E2D5E32}"/>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자신의 경험 하나만 떠올려 보세요. 사용 수준을 평가하는 질문이 아닙니다.</a:t>
            </a:r>
          </a:p>
        </p:txBody>
      </p:sp>
      <p:sp>
        <p:nvSpPr>
          <p:cNvPr id="7" name="최근 AI에 맡긴 일 하나를 떠올려 보세요.">
            <a:extLst xmlns:a="http://schemas.openxmlformats.org/drawingml/2006/main">
              <a:ext uri="{FF2B5EF4-FFF2-40B4-BE49-F238E27FC236}">
                <a16:creationId xmlns:a16="http://schemas.microsoft.com/office/drawing/2014/main" id="{C8BE23E3-4E7B-43D0-928B-E50649C4DD23}"/>
              </a:ext>
            </a:extLst>
          </p:cNvPr>
          <p:cNvSpPr>
            <a:spLocks xmlns:a="http://schemas.openxmlformats.org/drawingml/2006/main" noGrp="1"/>
          </p:cNvSpPr>
          <p:nvPr/>
        </p:nvSpPr>
        <p:spPr>
          <a:xfrm xmlns:a="http://schemas.openxmlformats.org/drawingml/2006/main">
            <a:off x="609600" y="16573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4D5A68"/>
                </a:solidFill>
                <a:latin typeface="Malgun Gothic"/>
                <a:ea typeface="Malgun Gothic"/>
                <a:cs typeface="Malgun Gothic"/>
              </a:defRPr>
            </a:defPPr>
            <a:lvl1pPr algn="l">
              <a:defRPr sz="2100" b="0">
                <a:solidFill>
                  <a:srgbClr val="4D5A68"/>
                </a:solidFill>
                <a:latin typeface="Malgun Gothic"/>
                <a:ea typeface="Malgun Gothic"/>
                <a:cs typeface="Malgun Gothic"/>
              </a:defRPr>
            </a:lvl1pPr>
            <a:lvl2pPr algn="l">
              <a:defRPr sz="2100" b="0">
                <a:solidFill>
                  <a:srgbClr val="4D5A68"/>
                </a:solidFill>
                <a:latin typeface="Malgun Gothic"/>
                <a:ea typeface="Malgun Gothic"/>
                <a:cs typeface="Malgun Gothic"/>
              </a:defRPr>
            </a:lvl2pPr>
            <a:lvl3pPr algn="l">
              <a:defRPr sz="2100" b="0">
                <a:solidFill>
                  <a:srgbClr val="4D5A68"/>
                </a:solidFill>
                <a:latin typeface="Malgun Gothic"/>
                <a:ea typeface="Malgun Gothic"/>
                <a:cs typeface="Malgun Gothic"/>
              </a:defRPr>
            </a:lvl3pPr>
            <a:lvl4pPr algn="l">
              <a:defRPr sz="2100" b="0">
                <a:solidFill>
                  <a:srgbClr val="4D5A68"/>
                </a:solidFill>
                <a:latin typeface="Malgun Gothic"/>
                <a:ea typeface="Malgun Gothic"/>
                <a:cs typeface="Malgun Gothic"/>
              </a:defRPr>
            </a:lvl4pPr>
            <a:lvl5pPr algn="l">
              <a:defRPr sz="2100" b="0">
                <a:solidFill>
                  <a:srgbClr val="4D5A68"/>
                </a:solidFill>
                <a:latin typeface="Malgun Gothic"/>
                <a:ea typeface="Malgun Gothic"/>
                <a:cs typeface="Malgun Gothic"/>
              </a:defRPr>
            </a:lvl5pPr>
            <a:lvl6pPr algn="l">
              <a:defRPr sz="2100" b="0">
                <a:solidFill>
                  <a:srgbClr val="4D5A68"/>
                </a:solidFill>
                <a:latin typeface="Malgun Gothic"/>
                <a:ea typeface="Malgun Gothic"/>
                <a:cs typeface="Malgun Gothic"/>
              </a:defRPr>
            </a:lvl6pPr>
            <a:lvl7pPr algn="l">
              <a:defRPr sz="2100" b="0">
                <a:solidFill>
                  <a:srgbClr val="4D5A68"/>
                </a:solidFill>
                <a:latin typeface="Malgun Gothic"/>
                <a:ea typeface="Malgun Gothic"/>
                <a:cs typeface="Malgun Gothic"/>
              </a:defRPr>
            </a:lvl7pPr>
            <a:lvl8pPr algn="l">
              <a:defRPr sz="2100" b="0">
                <a:solidFill>
                  <a:srgbClr val="4D5A68"/>
                </a:solidFill>
                <a:latin typeface="Malgun Gothic"/>
                <a:ea typeface="Malgun Gothic"/>
                <a:cs typeface="Malgun Gothic"/>
              </a:defRPr>
            </a:lvl8pPr>
            <a:lvl9pPr algn="l">
              <a:defRPr sz="2100" b="0">
                <a:solidFill>
                  <a:srgbClr val="4D5A68"/>
                </a:solidFill>
                <a:latin typeface="Malgun Gothic"/>
                <a:ea typeface="Malgun Gothic"/>
                <a:cs typeface="Malgun Gothic"/>
              </a:defRPr>
            </a:lvl9pPr>
          </a:lstStyle>
          <a:p xmlns:a="http://schemas.openxmlformats.org/drawingml/2006/main">
            <a:pPr algn="l">
              <a:defRPr sz="2100" b="0">
                <a:solidFill>
                  <a:srgbClr val="4D5A68"/>
                </a:solidFill>
                <a:latin typeface="Malgun Gothic"/>
                <a:ea typeface="Malgun Gothic"/>
                <a:cs typeface="Malgun Gothic"/>
              </a:defRPr>
            </a:pPr>
            <a:r>
              <a:rPr sz="2100" b="0">
                <a:solidFill>
                  <a:srgbClr val="4D5A68"/>
                </a:solidFill>
                <a:latin typeface="Malgun Gothic"/>
                <a:ea typeface="Malgun Gothic"/>
                <a:cs typeface="Malgun Gothic"/>
              </a:rPr>
              <a:t>최근 AI에 맡긴 일 하나를 떠올려 보세요.</a:t>
            </a:r>
          </a:p>
        </p:txBody>
      </p:sp>
      <p:pic>
        <p:nvPicPr>
          <p:cNvPr id="8" name="">
            <a:extLst xmlns:a="http://schemas.openxmlformats.org/drawingml/2006/main">
              <a:ext uri="{FF2B5EF4-FFF2-40B4-BE49-F238E27FC236}">
                <a16:creationId xmlns:a16="http://schemas.microsoft.com/office/drawing/2014/main" id="{9E27A2DB-AB2A-44FB-B64E-C3EFDB50AA98}"/>
              </a:ext>
            </a:extLst>
          </p:cNvPr>
          <p:cNvPicPr>
            <a:picLocks xmlns:a="http://schemas.openxmlformats.org/drawingml/2006/main" noChangeAspect="1"/>
          </p:cNvPicPr>
          <p:nvPr/>
        </p:nvPicPr>
        <p:blipFill>
          <a:blip xmlns:r="http://schemas.openxmlformats.org/officeDocument/2006/relationships" xmlns:a="http://schemas.openxmlformats.org/drawingml/2006/main" r:embed="R908516e875514568"/>
          <a:stretch xmlns:a="http://schemas.openxmlformats.org/drawingml/2006/main"/>
        </p:blipFill>
        <p:spPr>
          <a:xfrm xmlns:a="http://schemas.openxmlformats.org/drawingml/2006/main">
            <a:off x="609600" y="2038350"/>
            <a:ext cx="10972800" cy="3657600"/>
          </a:xfrm>
          <a:prstGeom xmlns:a="http://schemas.openxmlformats.org/drawingml/2006/main" prst="rect">
            <a:avLst/>
          </a:prstGeom>
        </p:spPr>
      </p:pic>
      <p:sp>
        <p:nvSpPr>
          <p:cNvPr id="9" name="설명 받기">
            <a:extLst xmlns:a="http://schemas.openxmlformats.org/drawingml/2006/main">
              <a:ext uri="{FF2B5EF4-FFF2-40B4-BE49-F238E27FC236}">
                <a16:creationId xmlns:a16="http://schemas.microsoft.com/office/drawing/2014/main" id="{180135B9-C59D-4D34-B211-255BBE85409A}"/>
              </a:ext>
            </a:extLst>
          </p:cNvPr>
          <p:cNvSpPr>
            <a:spLocks xmlns:a="http://schemas.openxmlformats.org/drawingml/2006/main" noGrp="1"/>
          </p:cNvSpPr>
          <p:nvPr/>
        </p:nvSpPr>
        <p:spPr>
          <a:xfrm xmlns:a="http://schemas.openxmlformats.org/drawingml/2006/main">
            <a:off x="609600" y="5229225"/>
            <a:ext cx="350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설명 받기</a:t>
            </a:r>
          </a:p>
        </p:txBody>
      </p:sp>
      <p:sp>
        <p:nvSpPr>
          <p:cNvPr id="10" name="조사 맡기기">
            <a:extLst xmlns:a="http://schemas.openxmlformats.org/drawingml/2006/main">
              <a:ext uri="{FF2B5EF4-FFF2-40B4-BE49-F238E27FC236}">
                <a16:creationId xmlns:a16="http://schemas.microsoft.com/office/drawing/2014/main" id="{C750F6A2-6368-4FB7-A2DF-C8733E80DBF2}"/>
              </a:ext>
            </a:extLst>
          </p:cNvPr>
          <p:cNvSpPr>
            <a:spLocks xmlns:a="http://schemas.openxmlformats.org/drawingml/2006/main" noGrp="1"/>
          </p:cNvSpPr>
          <p:nvPr/>
        </p:nvSpPr>
        <p:spPr>
          <a:xfrm xmlns:a="http://schemas.openxmlformats.org/drawingml/2006/main">
            <a:off x="4343400" y="5229225"/>
            <a:ext cx="350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조사 맡기기</a:t>
            </a:r>
          </a:p>
        </p:txBody>
      </p:sp>
      <p:sp>
        <p:nvSpPr>
          <p:cNvPr id="11" name="결과 확인">
            <a:extLst xmlns:a="http://schemas.openxmlformats.org/drawingml/2006/main">
              <a:ext uri="{FF2B5EF4-FFF2-40B4-BE49-F238E27FC236}">
                <a16:creationId xmlns:a16="http://schemas.microsoft.com/office/drawing/2014/main" id="{49D8E652-F4E1-4C10-8012-ABF776264669}"/>
              </a:ext>
            </a:extLst>
          </p:cNvPr>
          <p:cNvSpPr>
            <a:spLocks xmlns:a="http://schemas.openxmlformats.org/drawingml/2006/main" noGrp="1"/>
          </p:cNvSpPr>
          <p:nvPr/>
        </p:nvSpPr>
        <p:spPr>
          <a:xfrm xmlns:a="http://schemas.openxmlformats.org/drawingml/2006/main">
            <a:off x="8077200" y="5229225"/>
            <a:ext cx="350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결과 확인</a:t>
            </a:r>
          </a:p>
        </p:txBody>
      </p:sp>
      <p:sp>
        <p:nvSpPr>
          <p:cNvPr id="12" name="Legacy module connection">
            <a:extLst xmlns:a="http://schemas.openxmlformats.org/drawingml/2006/main">
              <a:ext uri="{FF2B5EF4-FFF2-40B4-BE49-F238E27FC236}">
                <a16:creationId xmlns:a16="http://schemas.microsoft.com/office/drawing/2014/main" id="{FF3A6D37-FC1D-4CE3-AEF1-DF238813436C}"/>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a:t>
            </a:r>
          </a:p>
        </p:txBody>
      </p:sp>
    </p:spTree>
    <p:extLst>
      <p:ext uri="{BB962C8B-B14F-4D97-AF65-F5344CB8AC3E}">
        <p14:creationId xmlns:p14="http://schemas.microsoft.com/office/powerpoint/2010/main" val="598062663"/>
      </p:ext>
    </p:extLst>
  </p:cSld>
</p:sld>
</file>

<file path=ppt/slides/slide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9" name="ACT 0 · 혼동하기 쉬운 C++ 초기화">
            <a:extLst xmlns:a="http://schemas.openxmlformats.org/drawingml/2006/main">
              <a:ext uri="{FF2B5EF4-FFF2-40B4-BE49-F238E27FC236}">
                <a16:creationId xmlns:a16="http://schemas.microsoft.com/office/drawing/2014/main" id="{CB2E5874-9B7B-4A56-ABB4-A88E8D8613E2}"/>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혼동하기 쉬운 C++ 초기화</a:t>
            </a:r>
          </a:p>
        </p:txBody>
      </p:sp>
      <p:sp>
        <p:nvSpPr>
          <p:cNvPr id="2" name="S02">
            <a:extLst xmlns:a="http://schemas.openxmlformats.org/drawingml/2006/main">
              <a:ext uri="{FF2B5EF4-FFF2-40B4-BE49-F238E27FC236}">
                <a16:creationId xmlns:a16="http://schemas.microsoft.com/office/drawing/2014/main" id="{71174FE4-84B4-4168-B776-77C69F716275}"/>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S02</a:t>
            </a:r>
          </a:p>
        </p:txBody>
      </p:sp>
      <p:sp>
        <p:nvSpPr>
          <p:cNvPr id="3" name="작은 질문에는 Chatbot이 유용하다">
            <a:extLst xmlns:a="http://schemas.openxmlformats.org/drawingml/2006/main">
              <a:ext uri="{FF2B5EF4-FFF2-40B4-BE49-F238E27FC236}">
                <a16:creationId xmlns:a16="http://schemas.microsoft.com/office/drawing/2014/main" id="{FC0F2272-37FC-4723-A87A-C4E8492F4C4C}"/>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작은 질문에는 Chatbot이 유용하다</a:t>
            </a:r>
          </a:p>
        </p:txBody>
      </p:sp>
      <p:sp>
        <p:nvSpPr>
          <p:cNvPr id="4" name="">
            <a:extLst xmlns:a="http://schemas.openxmlformats.org/drawingml/2006/main">
              <a:ext uri="{FF2B5EF4-FFF2-40B4-BE49-F238E27FC236}">
                <a16:creationId xmlns:a16="http://schemas.microsoft.com/office/drawing/2014/main" id="{910B0846-C1C5-41DB-9B9B-4F075AA76C94}"/>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Microsoft C++ 문서 기반 교육 예시 · 실제 ChatGPT 대화·실행 화면 아님">
            <a:extLst xmlns:a="http://schemas.openxmlformats.org/drawingml/2006/main">
              <a:ext uri="{FF2B5EF4-FFF2-40B4-BE49-F238E27FC236}">
                <a16:creationId xmlns:a16="http://schemas.microsoft.com/office/drawing/2014/main" id="{E5C5273B-A83D-4D7D-B624-ABCC4B26D342}"/>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Microsoft C++ 문서 기반 교육 예시 · 실제 ChatGPT 대화·실행 화면 아님</a:t>
            </a:r>
          </a:p>
        </p:txBody>
      </p:sp>
      <p:sp>
        <p:nvSpPr>
          <p:cNvPr id="6" name="괄호는 개수·값 생성자, 중괄호는 이 예시의 initializer_list 생성자를 사용합니다.">
            <a:extLst xmlns:a="http://schemas.openxmlformats.org/drawingml/2006/main">
              <a:ext uri="{FF2B5EF4-FFF2-40B4-BE49-F238E27FC236}">
                <a16:creationId xmlns:a16="http://schemas.microsoft.com/office/drawing/2014/main" id="{8760D73B-4AB1-454E-88B8-538AA7FA00BE}"/>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괄호는 개수·값 생성자, 중괄호는 이 예시의 initializer_list 생성자를 사용합니다.</a:t>
            </a:r>
          </a:p>
        </p:txBody>
      </p:sp>
      <p:sp>
        <p:nvSpPr>
          <p:cNvPr id="7" name="괄호만 바뀌었는데, 같은 Vector일까?">
            <a:extLst xmlns:a="http://schemas.openxmlformats.org/drawingml/2006/main">
              <a:ext uri="{FF2B5EF4-FFF2-40B4-BE49-F238E27FC236}">
                <a16:creationId xmlns:a16="http://schemas.microsoft.com/office/drawing/2014/main" id="{32D17C62-D224-49D5-8AAA-4C6814A3E5C6}"/>
              </a:ext>
            </a:extLst>
          </p:cNvPr>
          <p:cNvSpPr>
            <a:spLocks xmlns:a="http://schemas.openxmlformats.org/drawingml/2006/main" noGrp="1"/>
          </p:cNvSpPr>
          <p:nvPr/>
        </p:nvSpPr>
        <p:spPr>
          <a:xfrm xmlns:a="http://schemas.openxmlformats.org/drawingml/2006/main">
            <a:off x="609600" y="16573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괄호만 바뀌었는데, 같은 Vector일까?</a:t>
            </a:r>
          </a:p>
        </p:txBody>
      </p:sp>
      <p:sp>
        <p:nvSpPr>
          <p:cNvPr id="8" name="">
            <a:extLst xmlns:a="http://schemas.openxmlformats.org/drawingml/2006/main">
              <a:ext uri="{FF2B5EF4-FFF2-40B4-BE49-F238E27FC236}">
                <a16:creationId xmlns:a16="http://schemas.microsoft.com/office/drawing/2014/main" id="{08A3B56F-5B4E-4D62-9F55-146AE7C67EAF}"/>
              </a:ext>
            </a:extLst>
          </p:cNvPr>
          <p:cNvSpPr>
            <a:spLocks xmlns:a="http://schemas.openxmlformats.org/drawingml/2006/main" noGrp="1"/>
          </p:cNvSpPr>
          <p:nvPr/>
        </p:nvSpPr>
        <p:spPr>
          <a:xfrm xmlns:a="http://schemas.openxmlformats.org/drawingml/2006/main">
            <a:off x="609600" y="2247900"/>
            <a:ext cx="6858000" cy="7239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9" name="std::vector&lt;int&gt; a(3, 1);">
            <a:extLst xmlns:a="http://schemas.openxmlformats.org/drawingml/2006/main">
              <a:ext uri="{FF2B5EF4-FFF2-40B4-BE49-F238E27FC236}">
                <a16:creationId xmlns:a16="http://schemas.microsoft.com/office/drawing/2014/main" id="{C50CADA4-297B-4473-B8F2-A540F69C7FD3}"/>
              </a:ext>
            </a:extLst>
          </p:cNvPr>
          <p:cNvSpPr>
            <a:spLocks xmlns:a="http://schemas.openxmlformats.org/drawingml/2006/main" noGrp="1"/>
          </p:cNvSpPr>
          <p:nvPr/>
        </p:nvSpPr>
        <p:spPr>
          <a:xfrm xmlns:a="http://schemas.openxmlformats.org/drawingml/2006/main">
            <a:off x="838200" y="2400300"/>
            <a:ext cx="6400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FFFFFF"/>
                </a:solidFill>
                <a:latin typeface="Consolas"/>
                <a:ea typeface="Consolas"/>
                <a:cs typeface="Consolas"/>
              </a:defRPr>
            </a:defPPr>
            <a:lvl1pPr algn="l">
              <a:defRPr sz="2100" b="0">
                <a:solidFill>
                  <a:srgbClr val="FFFFFF"/>
                </a:solidFill>
                <a:latin typeface="Consolas"/>
                <a:ea typeface="Consolas"/>
                <a:cs typeface="Consolas"/>
              </a:defRPr>
            </a:lvl1pPr>
            <a:lvl2pPr algn="l">
              <a:defRPr sz="2100" b="0">
                <a:solidFill>
                  <a:srgbClr val="FFFFFF"/>
                </a:solidFill>
                <a:latin typeface="Consolas"/>
                <a:ea typeface="Consolas"/>
                <a:cs typeface="Consolas"/>
              </a:defRPr>
            </a:lvl2pPr>
            <a:lvl3pPr algn="l">
              <a:defRPr sz="2100" b="0">
                <a:solidFill>
                  <a:srgbClr val="FFFFFF"/>
                </a:solidFill>
                <a:latin typeface="Consolas"/>
                <a:ea typeface="Consolas"/>
                <a:cs typeface="Consolas"/>
              </a:defRPr>
            </a:lvl3pPr>
            <a:lvl4pPr algn="l">
              <a:defRPr sz="2100" b="0">
                <a:solidFill>
                  <a:srgbClr val="FFFFFF"/>
                </a:solidFill>
                <a:latin typeface="Consolas"/>
                <a:ea typeface="Consolas"/>
                <a:cs typeface="Consolas"/>
              </a:defRPr>
            </a:lvl4pPr>
            <a:lvl5pPr algn="l">
              <a:defRPr sz="2100" b="0">
                <a:solidFill>
                  <a:srgbClr val="FFFFFF"/>
                </a:solidFill>
                <a:latin typeface="Consolas"/>
                <a:ea typeface="Consolas"/>
                <a:cs typeface="Consolas"/>
              </a:defRPr>
            </a:lvl5pPr>
            <a:lvl6pPr algn="l">
              <a:defRPr sz="2100" b="0">
                <a:solidFill>
                  <a:srgbClr val="FFFFFF"/>
                </a:solidFill>
                <a:latin typeface="Consolas"/>
                <a:ea typeface="Consolas"/>
                <a:cs typeface="Consolas"/>
              </a:defRPr>
            </a:lvl6pPr>
            <a:lvl7pPr algn="l">
              <a:defRPr sz="2100" b="0">
                <a:solidFill>
                  <a:srgbClr val="FFFFFF"/>
                </a:solidFill>
                <a:latin typeface="Consolas"/>
                <a:ea typeface="Consolas"/>
                <a:cs typeface="Consolas"/>
              </a:defRPr>
            </a:lvl7pPr>
            <a:lvl8pPr algn="l">
              <a:defRPr sz="2100" b="0">
                <a:solidFill>
                  <a:srgbClr val="FFFFFF"/>
                </a:solidFill>
                <a:latin typeface="Consolas"/>
                <a:ea typeface="Consolas"/>
                <a:cs typeface="Consolas"/>
              </a:defRPr>
            </a:lvl8pPr>
            <a:lvl9pPr algn="l">
              <a:defRPr sz="2100" b="0">
                <a:solidFill>
                  <a:srgbClr val="FFFFFF"/>
                </a:solidFill>
                <a:latin typeface="Consolas"/>
                <a:ea typeface="Consolas"/>
                <a:cs typeface="Consolas"/>
              </a:defRPr>
            </a:lvl9pPr>
          </a:lstStyle>
          <a:p xmlns:a="http://schemas.openxmlformats.org/drawingml/2006/main">
            <a:pPr algn="l">
              <a:defRPr sz="2100" b="0">
                <a:solidFill>
                  <a:srgbClr val="FFFFFF"/>
                </a:solidFill>
                <a:latin typeface="Consolas"/>
                <a:ea typeface="Consolas"/>
                <a:cs typeface="Consolas"/>
              </a:defRPr>
            </a:pPr>
            <a:r>
              <a:rPr sz="2100" b="0">
                <a:solidFill>
                  <a:srgbClr val="FFFFFF"/>
                </a:solidFill>
                <a:latin typeface="Consolas"/>
                <a:ea typeface="Consolas"/>
                <a:cs typeface="Consolas"/>
              </a:rPr>
              <a:t>std::vector&lt;int&gt; a(3, 1);</a:t>
            </a:r>
          </a:p>
        </p:txBody>
      </p:sp>
      <p:sp>
        <p:nvSpPr>
          <p:cNvPr id="10" name="">
            <a:extLst xmlns:a="http://schemas.openxmlformats.org/drawingml/2006/main">
              <a:ext uri="{FF2B5EF4-FFF2-40B4-BE49-F238E27FC236}">
                <a16:creationId xmlns:a16="http://schemas.microsoft.com/office/drawing/2014/main" id="{5BFC5B26-72F4-44B6-8BF5-EF8E8672611D}"/>
              </a:ext>
            </a:extLst>
          </p:cNvPr>
          <p:cNvSpPr>
            <a:spLocks xmlns:a="http://schemas.openxmlformats.org/drawingml/2006/main" noGrp="1"/>
          </p:cNvSpPr>
          <p:nvPr/>
        </p:nvSpPr>
        <p:spPr>
          <a:xfrm xmlns:a="http://schemas.openxmlformats.org/drawingml/2006/main">
            <a:off x="7677150" y="2486025"/>
            <a:ext cx="400050" cy="23812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4EB3755-BF42-435F-BEFE-AC50DCC0343E}"/>
              </a:ext>
            </a:extLst>
          </p:cNvPr>
          <p:cNvSpPr>
            <a:spLocks xmlns:a="http://schemas.openxmlformats.org/drawingml/2006/main" noGrp="1"/>
          </p:cNvSpPr>
          <p:nvPr/>
        </p:nvSpPr>
        <p:spPr>
          <a:xfrm xmlns:a="http://schemas.openxmlformats.org/drawingml/2006/main">
            <a:off x="8401050" y="2295525"/>
            <a:ext cx="666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12" name="1">
            <a:extLst xmlns:a="http://schemas.openxmlformats.org/drawingml/2006/main">
              <a:ext uri="{FF2B5EF4-FFF2-40B4-BE49-F238E27FC236}">
                <a16:creationId xmlns:a16="http://schemas.microsoft.com/office/drawing/2014/main" id="{9A185EA2-CAB3-4B5D-A608-469C75C53381}"/>
              </a:ext>
            </a:extLst>
          </p:cNvPr>
          <p:cNvSpPr>
            <a:spLocks xmlns:a="http://schemas.openxmlformats.org/drawingml/2006/main" noGrp="1"/>
          </p:cNvSpPr>
          <p:nvPr/>
        </p:nvSpPr>
        <p:spPr>
          <a:xfrm xmlns:a="http://schemas.openxmlformats.org/drawingml/2006/main">
            <a:off x="8401050" y="2295525"/>
            <a:ext cx="66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1">
                <a:solidFill>
                  <a:srgbClr val="0B6172"/>
                </a:solidFill>
                <a:latin typeface="Malgun Gothic"/>
                <a:ea typeface="Malgun Gothic"/>
                <a:cs typeface="Malgun Gothic"/>
              </a:defRPr>
            </a:defPPr>
            <a:lvl1pPr algn="ctr">
              <a:defRPr sz="2625" b="1">
                <a:solidFill>
                  <a:srgbClr val="0B6172"/>
                </a:solidFill>
                <a:latin typeface="Malgun Gothic"/>
                <a:ea typeface="Malgun Gothic"/>
                <a:cs typeface="Malgun Gothic"/>
              </a:defRPr>
            </a:lvl1pPr>
            <a:lvl2pPr algn="ctr">
              <a:defRPr sz="2625" b="1">
                <a:solidFill>
                  <a:srgbClr val="0B6172"/>
                </a:solidFill>
                <a:latin typeface="Malgun Gothic"/>
                <a:ea typeface="Malgun Gothic"/>
                <a:cs typeface="Malgun Gothic"/>
              </a:defRPr>
            </a:lvl2pPr>
            <a:lvl3pPr algn="ctr">
              <a:defRPr sz="2625" b="1">
                <a:solidFill>
                  <a:srgbClr val="0B6172"/>
                </a:solidFill>
                <a:latin typeface="Malgun Gothic"/>
                <a:ea typeface="Malgun Gothic"/>
                <a:cs typeface="Malgun Gothic"/>
              </a:defRPr>
            </a:lvl3pPr>
            <a:lvl4pPr algn="ctr">
              <a:defRPr sz="2625" b="1">
                <a:solidFill>
                  <a:srgbClr val="0B6172"/>
                </a:solidFill>
                <a:latin typeface="Malgun Gothic"/>
                <a:ea typeface="Malgun Gothic"/>
                <a:cs typeface="Malgun Gothic"/>
              </a:defRPr>
            </a:lvl4pPr>
            <a:lvl5pPr algn="ctr">
              <a:defRPr sz="2625" b="1">
                <a:solidFill>
                  <a:srgbClr val="0B6172"/>
                </a:solidFill>
                <a:latin typeface="Malgun Gothic"/>
                <a:ea typeface="Malgun Gothic"/>
                <a:cs typeface="Malgun Gothic"/>
              </a:defRPr>
            </a:lvl5pPr>
            <a:lvl6pPr algn="ctr">
              <a:defRPr sz="2625" b="1">
                <a:solidFill>
                  <a:srgbClr val="0B6172"/>
                </a:solidFill>
                <a:latin typeface="Malgun Gothic"/>
                <a:ea typeface="Malgun Gothic"/>
                <a:cs typeface="Malgun Gothic"/>
              </a:defRPr>
            </a:lvl6pPr>
            <a:lvl7pPr algn="ctr">
              <a:defRPr sz="2625" b="1">
                <a:solidFill>
                  <a:srgbClr val="0B6172"/>
                </a:solidFill>
                <a:latin typeface="Malgun Gothic"/>
                <a:ea typeface="Malgun Gothic"/>
                <a:cs typeface="Malgun Gothic"/>
              </a:defRPr>
            </a:lvl7pPr>
            <a:lvl8pPr algn="ctr">
              <a:defRPr sz="2625" b="1">
                <a:solidFill>
                  <a:srgbClr val="0B6172"/>
                </a:solidFill>
                <a:latin typeface="Malgun Gothic"/>
                <a:ea typeface="Malgun Gothic"/>
                <a:cs typeface="Malgun Gothic"/>
              </a:defRPr>
            </a:lvl8pPr>
            <a:lvl9pPr algn="ctr">
              <a:defRPr sz="2625" b="1">
                <a:solidFill>
                  <a:srgbClr val="0B6172"/>
                </a:solidFill>
                <a:latin typeface="Malgun Gothic"/>
                <a:ea typeface="Malgun Gothic"/>
                <a:cs typeface="Malgun Gothic"/>
              </a:defRPr>
            </a:lvl9pPr>
          </a:lstStyle>
          <a:p xmlns:a="http://schemas.openxmlformats.org/drawingml/2006/main">
            <a:pPr algn="ctr">
              <a:defRPr sz="2625" b="1">
                <a:solidFill>
                  <a:srgbClr val="0B6172"/>
                </a:solidFill>
                <a:latin typeface="Malgun Gothic"/>
                <a:ea typeface="Malgun Gothic"/>
                <a:cs typeface="Malgun Gothic"/>
              </a:defRPr>
            </a:pPr>
            <a:r>
              <a:rPr sz="2625" b="1">
                <a:solidFill>
                  <a:srgbClr val="0B6172"/>
                </a:solidFill>
                <a:latin typeface="Malgun Gothic"/>
                <a:ea typeface="Malgun Gothic"/>
                <a:cs typeface="Malgun Gothic"/>
              </a:rPr>
              <a:t>1</a:t>
            </a:r>
          </a:p>
        </p:txBody>
      </p:sp>
      <p:sp>
        <p:nvSpPr>
          <p:cNvPr id="13" name="">
            <a:extLst xmlns:a="http://schemas.openxmlformats.org/drawingml/2006/main">
              <a:ext uri="{FF2B5EF4-FFF2-40B4-BE49-F238E27FC236}">
                <a16:creationId xmlns:a16="http://schemas.microsoft.com/office/drawing/2014/main" id="{FE8E8386-D181-4FDB-AEAA-30F28C69D6A9}"/>
              </a:ext>
            </a:extLst>
          </p:cNvPr>
          <p:cNvSpPr>
            <a:spLocks xmlns:a="http://schemas.openxmlformats.org/drawingml/2006/main" noGrp="1"/>
          </p:cNvSpPr>
          <p:nvPr/>
        </p:nvSpPr>
        <p:spPr>
          <a:xfrm xmlns:a="http://schemas.openxmlformats.org/drawingml/2006/main">
            <a:off x="9201150" y="2295525"/>
            <a:ext cx="666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14" name="1">
            <a:extLst xmlns:a="http://schemas.openxmlformats.org/drawingml/2006/main">
              <a:ext uri="{FF2B5EF4-FFF2-40B4-BE49-F238E27FC236}">
                <a16:creationId xmlns:a16="http://schemas.microsoft.com/office/drawing/2014/main" id="{5EF02049-4887-4203-BB98-097B90EA5B87}"/>
              </a:ext>
            </a:extLst>
          </p:cNvPr>
          <p:cNvSpPr>
            <a:spLocks xmlns:a="http://schemas.openxmlformats.org/drawingml/2006/main" noGrp="1"/>
          </p:cNvSpPr>
          <p:nvPr/>
        </p:nvSpPr>
        <p:spPr>
          <a:xfrm xmlns:a="http://schemas.openxmlformats.org/drawingml/2006/main">
            <a:off x="9201150" y="2295525"/>
            <a:ext cx="66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1">
                <a:solidFill>
                  <a:srgbClr val="0B6172"/>
                </a:solidFill>
                <a:latin typeface="Malgun Gothic"/>
                <a:ea typeface="Malgun Gothic"/>
                <a:cs typeface="Malgun Gothic"/>
              </a:defRPr>
            </a:defPPr>
            <a:lvl1pPr algn="ctr">
              <a:defRPr sz="2625" b="1">
                <a:solidFill>
                  <a:srgbClr val="0B6172"/>
                </a:solidFill>
                <a:latin typeface="Malgun Gothic"/>
                <a:ea typeface="Malgun Gothic"/>
                <a:cs typeface="Malgun Gothic"/>
              </a:defRPr>
            </a:lvl1pPr>
            <a:lvl2pPr algn="ctr">
              <a:defRPr sz="2625" b="1">
                <a:solidFill>
                  <a:srgbClr val="0B6172"/>
                </a:solidFill>
                <a:latin typeface="Malgun Gothic"/>
                <a:ea typeface="Malgun Gothic"/>
                <a:cs typeface="Malgun Gothic"/>
              </a:defRPr>
            </a:lvl2pPr>
            <a:lvl3pPr algn="ctr">
              <a:defRPr sz="2625" b="1">
                <a:solidFill>
                  <a:srgbClr val="0B6172"/>
                </a:solidFill>
                <a:latin typeface="Malgun Gothic"/>
                <a:ea typeface="Malgun Gothic"/>
                <a:cs typeface="Malgun Gothic"/>
              </a:defRPr>
            </a:lvl3pPr>
            <a:lvl4pPr algn="ctr">
              <a:defRPr sz="2625" b="1">
                <a:solidFill>
                  <a:srgbClr val="0B6172"/>
                </a:solidFill>
                <a:latin typeface="Malgun Gothic"/>
                <a:ea typeface="Malgun Gothic"/>
                <a:cs typeface="Malgun Gothic"/>
              </a:defRPr>
            </a:lvl4pPr>
            <a:lvl5pPr algn="ctr">
              <a:defRPr sz="2625" b="1">
                <a:solidFill>
                  <a:srgbClr val="0B6172"/>
                </a:solidFill>
                <a:latin typeface="Malgun Gothic"/>
                <a:ea typeface="Malgun Gothic"/>
                <a:cs typeface="Malgun Gothic"/>
              </a:defRPr>
            </a:lvl5pPr>
            <a:lvl6pPr algn="ctr">
              <a:defRPr sz="2625" b="1">
                <a:solidFill>
                  <a:srgbClr val="0B6172"/>
                </a:solidFill>
                <a:latin typeface="Malgun Gothic"/>
                <a:ea typeface="Malgun Gothic"/>
                <a:cs typeface="Malgun Gothic"/>
              </a:defRPr>
            </a:lvl6pPr>
            <a:lvl7pPr algn="ctr">
              <a:defRPr sz="2625" b="1">
                <a:solidFill>
                  <a:srgbClr val="0B6172"/>
                </a:solidFill>
                <a:latin typeface="Malgun Gothic"/>
                <a:ea typeface="Malgun Gothic"/>
                <a:cs typeface="Malgun Gothic"/>
              </a:defRPr>
            </a:lvl7pPr>
            <a:lvl8pPr algn="ctr">
              <a:defRPr sz="2625" b="1">
                <a:solidFill>
                  <a:srgbClr val="0B6172"/>
                </a:solidFill>
                <a:latin typeface="Malgun Gothic"/>
                <a:ea typeface="Malgun Gothic"/>
                <a:cs typeface="Malgun Gothic"/>
              </a:defRPr>
            </a:lvl8pPr>
            <a:lvl9pPr algn="ctr">
              <a:defRPr sz="2625" b="1">
                <a:solidFill>
                  <a:srgbClr val="0B6172"/>
                </a:solidFill>
                <a:latin typeface="Malgun Gothic"/>
                <a:ea typeface="Malgun Gothic"/>
                <a:cs typeface="Malgun Gothic"/>
              </a:defRPr>
            </a:lvl9pPr>
          </a:lstStyle>
          <a:p xmlns:a="http://schemas.openxmlformats.org/drawingml/2006/main">
            <a:pPr algn="ctr">
              <a:defRPr sz="2625" b="1">
                <a:solidFill>
                  <a:srgbClr val="0B6172"/>
                </a:solidFill>
                <a:latin typeface="Malgun Gothic"/>
                <a:ea typeface="Malgun Gothic"/>
                <a:cs typeface="Malgun Gothic"/>
              </a:defRPr>
            </a:pPr>
            <a:r>
              <a:rPr sz="2625" b="1">
                <a:solidFill>
                  <a:srgbClr val="0B6172"/>
                </a:solidFill>
                <a:latin typeface="Malgun Gothic"/>
                <a:ea typeface="Malgun Gothic"/>
                <a:cs typeface="Malgun Gothic"/>
              </a:rPr>
              <a:t>1</a:t>
            </a:r>
          </a:p>
        </p:txBody>
      </p:sp>
      <p:sp>
        <p:nvSpPr>
          <p:cNvPr id="15" name="">
            <a:extLst xmlns:a="http://schemas.openxmlformats.org/drawingml/2006/main">
              <a:ext uri="{FF2B5EF4-FFF2-40B4-BE49-F238E27FC236}">
                <a16:creationId xmlns:a16="http://schemas.microsoft.com/office/drawing/2014/main" id="{F9778545-6B66-476A-B47A-702B4A637969}"/>
              </a:ext>
            </a:extLst>
          </p:cNvPr>
          <p:cNvSpPr>
            <a:spLocks xmlns:a="http://schemas.openxmlformats.org/drawingml/2006/main" noGrp="1"/>
          </p:cNvSpPr>
          <p:nvPr/>
        </p:nvSpPr>
        <p:spPr>
          <a:xfrm xmlns:a="http://schemas.openxmlformats.org/drawingml/2006/main">
            <a:off x="10001250" y="2295525"/>
            <a:ext cx="666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16" name="1">
            <a:extLst xmlns:a="http://schemas.openxmlformats.org/drawingml/2006/main">
              <a:ext uri="{FF2B5EF4-FFF2-40B4-BE49-F238E27FC236}">
                <a16:creationId xmlns:a16="http://schemas.microsoft.com/office/drawing/2014/main" id="{4368670C-6A25-4DDC-82D2-C43389BB5785}"/>
              </a:ext>
            </a:extLst>
          </p:cNvPr>
          <p:cNvSpPr>
            <a:spLocks xmlns:a="http://schemas.openxmlformats.org/drawingml/2006/main" noGrp="1"/>
          </p:cNvSpPr>
          <p:nvPr/>
        </p:nvSpPr>
        <p:spPr>
          <a:xfrm xmlns:a="http://schemas.openxmlformats.org/drawingml/2006/main">
            <a:off x="10001250" y="2295525"/>
            <a:ext cx="66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1">
                <a:solidFill>
                  <a:srgbClr val="0B6172"/>
                </a:solidFill>
                <a:latin typeface="Malgun Gothic"/>
                <a:ea typeface="Malgun Gothic"/>
                <a:cs typeface="Malgun Gothic"/>
              </a:defRPr>
            </a:defPPr>
            <a:lvl1pPr algn="ctr">
              <a:defRPr sz="2625" b="1">
                <a:solidFill>
                  <a:srgbClr val="0B6172"/>
                </a:solidFill>
                <a:latin typeface="Malgun Gothic"/>
                <a:ea typeface="Malgun Gothic"/>
                <a:cs typeface="Malgun Gothic"/>
              </a:defRPr>
            </a:lvl1pPr>
            <a:lvl2pPr algn="ctr">
              <a:defRPr sz="2625" b="1">
                <a:solidFill>
                  <a:srgbClr val="0B6172"/>
                </a:solidFill>
                <a:latin typeface="Malgun Gothic"/>
                <a:ea typeface="Malgun Gothic"/>
                <a:cs typeface="Malgun Gothic"/>
              </a:defRPr>
            </a:lvl2pPr>
            <a:lvl3pPr algn="ctr">
              <a:defRPr sz="2625" b="1">
                <a:solidFill>
                  <a:srgbClr val="0B6172"/>
                </a:solidFill>
                <a:latin typeface="Malgun Gothic"/>
                <a:ea typeface="Malgun Gothic"/>
                <a:cs typeface="Malgun Gothic"/>
              </a:defRPr>
            </a:lvl3pPr>
            <a:lvl4pPr algn="ctr">
              <a:defRPr sz="2625" b="1">
                <a:solidFill>
                  <a:srgbClr val="0B6172"/>
                </a:solidFill>
                <a:latin typeface="Malgun Gothic"/>
                <a:ea typeface="Malgun Gothic"/>
                <a:cs typeface="Malgun Gothic"/>
              </a:defRPr>
            </a:lvl4pPr>
            <a:lvl5pPr algn="ctr">
              <a:defRPr sz="2625" b="1">
                <a:solidFill>
                  <a:srgbClr val="0B6172"/>
                </a:solidFill>
                <a:latin typeface="Malgun Gothic"/>
                <a:ea typeface="Malgun Gothic"/>
                <a:cs typeface="Malgun Gothic"/>
              </a:defRPr>
            </a:lvl5pPr>
            <a:lvl6pPr algn="ctr">
              <a:defRPr sz="2625" b="1">
                <a:solidFill>
                  <a:srgbClr val="0B6172"/>
                </a:solidFill>
                <a:latin typeface="Malgun Gothic"/>
                <a:ea typeface="Malgun Gothic"/>
                <a:cs typeface="Malgun Gothic"/>
              </a:defRPr>
            </a:lvl6pPr>
            <a:lvl7pPr algn="ctr">
              <a:defRPr sz="2625" b="1">
                <a:solidFill>
                  <a:srgbClr val="0B6172"/>
                </a:solidFill>
                <a:latin typeface="Malgun Gothic"/>
                <a:ea typeface="Malgun Gothic"/>
                <a:cs typeface="Malgun Gothic"/>
              </a:defRPr>
            </a:lvl7pPr>
            <a:lvl8pPr algn="ctr">
              <a:defRPr sz="2625" b="1">
                <a:solidFill>
                  <a:srgbClr val="0B6172"/>
                </a:solidFill>
                <a:latin typeface="Malgun Gothic"/>
                <a:ea typeface="Malgun Gothic"/>
                <a:cs typeface="Malgun Gothic"/>
              </a:defRPr>
            </a:lvl8pPr>
            <a:lvl9pPr algn="ctr">
              <a:defRPr sz="2625" b="1">
                <a:solidFill>
                  <a:srgbClr val="0B6172"/>
                </a:solidFill>
                <a:latin typeface="Malgun Gothic"/>
                <a:ea typeface="Malgun Gothic"/>
                <a:cs typeface="Malgun Gothic"/>
              </a:defRPr>
            </a:lvl9pPr>
          </a:lstStyle>
          <a:p xmlns:a="http://schemas.openxmlformats.org/drawingml/2006/main">
            <a:pPr algn="ctr">
              <a:defRPr sz="2625" b="1">
                <a:solidFill>
                  <a:srgbClr val="0B6172"/>
                </a:solidFill>
                <a:latin typeface="Malgun Gothic"/>
                <a:ea typeface="Malgun Gothic"/>
                <a:cs typeface="Malgun Gothic"/>
              </a:defRPr>
            </a:pPr>
            <a:r>
              <a:rPr sz="2625" b="1">
                <a:solidFill>
                  <a:srgbClr val="0B6172"/>
                </a:solidFill>
                <a:latin typeface="Malgun Gothic"/>
                <a:ea typeface="Malgun Gothic"/>
                <a:cs typeface="Malgun Gothic"/>
              </a:rPr>
              <a:t>1</a:t>
            </a:r>
          </a:p>
        </p:txBody>
      </p:sp>
      <p:sp>
        <p:nvSpPr>
          <p:cNvPr id="17" name="3개">
            <a:extLst xmlns:a="http://schemas.openxmlformats.org/drawingml/2006/main">
              <a:ext uri="{FF2B5EF4-FFF2-40B4-BE49-F238E27FC236}">
                <a16:creationId xmlns:a16="http://schemas.microsoft.com/office/drawing/2014/main" id="{250F8415-2972-419A-B879-00E4C8B87D43}"/>
              </a:ext>
            </a:extLst>
          </p:cNvPr>
          <p:cNvSpPr>
            <a:spLocks xmlns:a="http://schemas.openxmlformats.org/drawingml/2006/main" noGrp="1"/>
          </p:cNvSpPr>
          <p:nvPr/>
        </p:nvSpPr>
        <p:spPr>
          <a:xfrm xmlns:a="http://schemas.openxmlformats.org/drawingml/2006/main">
            <a:off x="10953750" y="24003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950" b="1">
                <a:solidFill>
                  <a:srgbClr val="4D5A68"/>
                </a:solidFill>
                <a:latin typeface="Malgun Gothic"/>
                <a:ea typeface="Malgun Gothic"/>
                <a:cs typeface="Malgun Gothic"/>
              </a:defRPr>
            </a:defPPr>
            <a:lvl1pPr algn="r">
              <a:defRPr sz="1950" b="1">
                <a:solidFill>
                  <a:srgbClr val="4D5A68"/>
                </a:solidFill>
                <a:latin typeface="Malgun Gothic"/>
                <a:ea typeface="Malgun Gothic"/>
                <a:cs typeface="Malgun Gothic"/>
              </a:defRPr>
            </a:lvl1pPr>
            <a:lvl2pPr algn="r">
              <a:defRPr sz="1950" b="1">
                <a:solidFill>
                  <a:srgbClr val="4D5A68"/>
                </a:solidFill>
                <a:latin typeface="Malgun Gothic"/>
                <a:ea typeface="Malgun Gothic"/>
                <a:cs typeface="Malgun Gothic"/>
              </a:defRPr>
            </a:lvl2pPr>
            <a:lvl3pPr algn="r">
              <a:defRPr sz="1950" b="1">
                <a:solidFill>
                  <a:srgbClr val="4D5A68"/>
                </a:solidFill>
                <a:latin typeface="Malgun Gothic"/>
                <a:ea typeface="Malgun Gothic"/>
                <a:cs typeface="Malgun Gothic"/>
              </a:defRPr>
            </a:lvl3pPr>
            <a:lvl4pPr algn="r">
              <a:defRPr sz="1950" b="1">
                <a:solidFill>
                  <a:srgbClr val="4D5A68"/>
                </a:solidFill>
                <a:latin typeface="Malgun Gothic"/>
                <a:ea typeface="Malgun Gothic"/>
                <a:cs typeface="Malgun Gothic"/>
              </a:defRPr>
            </a:lvl4pPr>
            <a:lvl5pPr algn="r">
              <a:defRPr sz="1950" b="1">
                <a:solidFill>
                  <a:srgbClr val="4D5A68"/>
                </a:solidFill>
                <a:latin typeface="Malgun Gothic"/>
                <a:ea typeface="Malgun Gothic"/>
                <a:cs typeface="Malgun Gothic"/>
              </a:defRPr>
            </a:lvl5pPr>
            <a:lvl6pPr algn="r">
              <a:defRPr sz="1950" b="1">
                <a:solidFill>
                  <a:srgbClr val="4D5A68"/>
                </a:solidFill>
                <a:latin typeface="Malgun Gothic"/>
                <a:ea typeface="Malgun Gothic"/>
                <a:cs typeface="Malgun Gothic"/>
              </a:defRPr>
            </a:lvl6pPr>
            <a:lvl7pPr algn="r">
              <a:defRPr sz="1950" b="1">
                <a:solidFill>
                  <a:srgbClr val="4D5A68"/>
                </a:solidFill>
                <a:latin typeface="Malgun Gothic"/>
                <a:ea typeface="Malgun Gothic"/>
                <a:cs typeface="Malgun Gothic"/>
              </a:defRPr>
            </a:lvl7pPr>
            <a:lvl8pPr algn="r">
              <a:defRPr sz="1950" b="1">
                <a:solidFill>
                  <a:srgbClr val="4D5A68"/>
                </a:solidFill>
                <a:latin typeface="Malgun Gothic"/>
                <a:ea typeface="Malgun Gothic"/>
                <a:cs typeface="Malgun Gothic"/>
              </a:defRPr>
            </a:lvl8pPr>
            <a:lvl9pPr algn="r">
              <a:defRPr sz="1950" b="1">
                <a:solidFill>
                  <a:srgbClr val="4D5A68"/>
                </a:solidFill>
                <a:latin typeface="Malgun Gothic"/>
                <a:ea typeface="Malgun Gothic"/>
                <a:cs typeface="Malgun Gothic"/>
              </a:defRPr>
            </a:lvl9pPr>
          </a:lstStyle>
          <a:p xmlns:a="http://schemas.openxmlformats.org/drawingml/2006/main">
            <a:pPr algn="r">
              <a:defRPr sz="1950" b="1">
                <a:solidFill>
                  <a:srgbClr val="4D5A68"/>
                </a:solidFill>
                <a:latin typeface="Malgun Gothic"/>
                <a:ea typeface="Malgun Gothic"/>
                <a:cs typeface="Malgun Gothic"/>
              </a:defRPr>
            </a:pPr>
            <a:r>
              <a:rPr sz="1950" b="1">
                <a:solidFill>
                  <a:srgbClr val="4D5A68"/>
                </a:solidFill>
                <a:latin typeface="Malgun Gothic"/>
                <a:ea typeface="Malgun Gothic"/>
                <a:cs typeface="Malgun Gothic"/>
              </a:rPr>
              <a:t>3개</a:t>
            </a:r>
          </a:p>
        </p:txBody>
      </p:sp>
      <p:sp>
        <p:nvSpPr>
          <p:cNvPr id="18" name="">
            <a:extLst xmlns:a="http://schemas.openxmlformats.org/drawingml/2006/main">
              <a:ext uri="{FF2B5EF4-FFF2-40B4-BE49-F238E27FC236}">
                <a16:creationId xmlns:a16="http://schemas.microsoft.com/office/drawing/2014/main" id="{5E9CFC2A-809D-4D82-A849-D8A3DC3368F3}"/>
              </a:ext>
            </a:extLst>
          </p:cNvPr>
          <p:cNvSpPr>
            <a:spLocks xmlns:a="http://schemas.openxmlformats.org/drawingml/2006/main" noGrp="1"/>
          </p:cNvSpPr>
          <p:nvPr/>
        </p:nvSpPr>
        <p:spPr>
          <a:xfrm xmlns:a="http://schemas.openxmlformats.org/drawingml/2006/main">
            <a:off x="609600" y="3171825"/>
            <a:ext cx="6858000" cy="7239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19" name="std::vector&lt;int&gt; b{3, 1};">
            <a:extLst xmlns:a="http://schemas.openxmlformats.org/drawingml/2006/main">
              <a:ext uri="{FF2B5EF4-FFF2-40B4-BE49-F238E27FC236}">
                <a16:creationId xmlns:a16="http://schemas.microsoft.com/office/drawing/2014/main" id="{ED723F45-1F97-4846-905F-3276EC2CBE75}"/>
              </a:ext>
            </a:extLst>
          </p:cNvPr>
          <p:cNvSpPr>
            <a:spLocks xmlns:a="http://schemas.openxmlformats.org/drawingml/2006/main" noGrp="1"/>
          </p:cNvSpPr>
          <p:nvPr/>
        </p:nvSpPr>
        <p:spPr>
          <a:xfrm xmlns:a="http://schemas.openxmlformats.org/drawingml/2006/main">
            <a:off x="838200" y="3324225"/>
            <a:ext cx="6400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FFFFFF"/>
                </a:solidFill>
                <a:latin typeface="Consolas"/>
                <a:ea typeface="Consolas"/>
                <a:cs typeface="Consolas"/>
              </a:defRPr>
            </a:defPPr>
            <a:lvl1pPr algn="l">
              <a:defRPr sz="2100" b="0">
                <a:solidFill>
                  <a:srgbClr val="FFFFFF"/>
                </a:solidFill>
                <a:latin typeface="Consolas"/>
                <a:ea typeface="Consolas"/>
                <a:cs typeface="Consolas"/>
              </a:defRPr>
            </a:lvl1pPr>
            <a:lvl2pPr algn="l">
              <a:defRPr sz="2100" b="0">
                <a:solidFill>
                  <a:srgbClr val="FFFFFF"/>
                </a:solidFill>
                <a:latin typeface="Consolas"/>
                <a:ea typeface="Consolas"/>
                <a:cs typeface="Consolas"/>
              </a:defRPr>
            </a:lvl2pPr>
            <a:lvl3pPr algn="l">
              <a:defRPr sz="2100" b="0">
                <a:solidFill>
                  <a:srgbClr val="FFFFFF"/>
                </a:solidFill>
                <a:latin typeface="Consolas"/>
                <a:ea typeface="Consolas"/>
                <a:cs typeface="Consolas"/>
              </a:defRPr>
            </a:lvl3pPr>
            <a:lvl4pPr algn="l">
              <a:defRPr sz="2100" b="0">
                <a:solidFill>
                  <a:srgbClr val="FFFFFF"/>
                </a:solidFill>
                <a:latin typeface="Consolas"/>
                <a:ea typeface="Consolas"/>
                <a:cs typeface="Consolas"/>
              </a:defRPr>
            </a:lvl4pPr>
            <a:lvl5pPr algn="l">
              <a:defRPr sz="2100" b="0">
                <a:solidFill>
                  <a:srgbClr val="FFFFFF"/>
                </a:solidFill>
                <a:latin typeface="Consolas"/>
                <a:ea typeface="Consolas"/>
                <a:cs typeface="Consolas"/>
              </a:defRPr>
            </a:lvl5pPr>
            <a:lvl6pPr algn="l">
              <a:defRPr sz="2100" b="0">
                <a:solidFill>
                  <a:srgbClr val="FFFFFF"/>
                </a:solidFill>
                <a:latin typeface="Consolas"/>
                <a:ea typeface="Consolas"/>
                <a:cs typeface="Consolas"/>
              </a:defRPr>
            </a:lvl6pPr>
            <a:lvl7pPr algn="l">
              <a:defRPr sz="2100" b="0">
                <a:solidFill>
                  <a:srgbClr val="FFFFFF"/>
                </a:solidFill>
                <a:latin typeface="Consolas"/>
                <a:ea typeface="Consolas"/>
                <a:cs typeface="Consolas"/>
              </a:defRPr>
            </a:lvl7pPr>
            <a:lvl8pPr algn="l">
              <a:defRPr sz="2100" b="0">
                <a:solidFill>
                  <a:srgbClr val="FFFFFF"/>
                </a:solidFill>
                <a:latin typeface="Consolas"/>
                <a:ea typeface="Consolas"/>
                <a:cs typeface="Consolas"/>
              </a:defRPr>
            </a:lvl8pPr>
            <a:lvl9pPr algn="l">
              <a:defRPr sz="2100" b="0">
                <a:solidFill>
                  <a:srgbClr val="FFFFFF"/>
                </a:solidFill>
                <a:latin typeface="Consolas"/>
                <a:ea typeface="Consolas"/>
                <a:cs typeface="Consolas"/>
              </a:defRPr>
            </a:lvl9pPr>
          </a:lstStyle>
          <a:p xmlns:a="http://schemas.openxmlformats.org/drawingml/2006/main">
            <a:pPr algn="l">
              <a:defRPr sz="2100" b="0">
                <a:solidFill>
                  <a:srgbClr val="FFFFFF"/>
                </a:solidFill>
                <a:latin typeface="Consolas"/>
                <a:ea typeface="Consolas"/>
                <a:cs typeface="Consolas"/>
              </a:defRPr>
            </a:pPr>
            <a:r>
              <a:rPr sz="2100" b="0">
                <a:solidFill>
                  <a:srgbClr val="FFFFFF"/>
                </a:solidFill>
                <a:latin typeface="Consolas"/>
                <a:ea typeface="Consolas"/>
                <a:cs typeface="Consolas"/>
              </a:rPr>
              <a:t>std::vector&lt;int&gt; b{3, 1};</a:t>
            </a:r>
          </a:p>
        </p:txBody>
      </p:sp>
      <p:sp>
        <p:nvSpPr>
          <p:cNvPr id="20" name="">
            <a:extLst xmlns:a="http://schemas.openxmlformats.org/drawingml/2006/main">
              <a:ext uri="{FF2B5EF4-FFF2-40B4-BE49-F238E27FC236}">
                <a16:creationId xmlns:a16="http://schemas.microsoft.com/office/drawing/2014/main" id="{B4C43D76-0DB3-4C85-A50F-C9C1A88F1C7A}"/>
              </a:ext>
            </a:extLst>
          </p:cNvPr>
          <p:cNvSpPr>
            <a:spLocks xmlns:a="http://schemas.openxmlformats.org/drawingml/2006/main" noGrp="1"/>
          </p:cNvSpPr>
          <p:nvPr/>
        </p:nvSpPr>
        <p:spPr>
          <a:xfrm xmlns:a="http://schemas.openxmlformats.org/drawingml/2006/main">
            <a:off x="7677150" y="3409950"/>
            <a:ext cx="400050" cy="23812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8E7AFFE-8D68-4B62-87BE-8D7A708A1F64}"/>
              </a:ext>
            </a:extLst>
          </p:cNvPr>
          <p:cNvSpPr>
            <a:spLocks xmlns:a="http://schemas.openxmlformats.org/drawingml/2006/main" noGrp="1"/>
          </p:cNvSpPr>
          <p:nvPr/>
        </p:nvSpPr>
        <p:spPr>
          <a:xfrm xmlns:a="http://schemas.openxmlformats.org/drawingml/2006/main">
            <a:off x="8401050" y="3219450"/>
            <a:ext cx="666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22" name="3">
            <a:extLst xmlns:a="http://schemas.openxmlformats.org/drawingml/2006/main">
              <a:ext uri="{FF2B5EF4-FFF2-40B4-BE49-F238E27FC236}">
                <a16:creationId xmlns:a16="http://schemas.microsoft.com/office/drawing/2014/main" id="{D05BE6E9-B4DA-4786-8A36-76FAF1AA21D6}"/>
              </a:ext>
            </a:extLst>
          </p:cNvPr>
          <p:cNvSpPr>
            <a:spLocks xmlns:a="http://schemas.openxmlformats.org/drawingml/2006/main" noGrp="1"/>
          </p:cNvSpPr>
          <p:nvPr/>
        </p:nvSpPr>
        <p:spPr>
          <a:xfrm xmlns:a="http://schemas.openxmlformats.org/drawingml/2006/main">
            <a:off x="8401050" y="3219450"/>
            <a:ext cx="66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1">
                <a:solidFill>
                  <a:srgbClr val="0B6172"/>
                </a:solidFill>
                <a:latin typeface="Malgun Gothic"/>
                <a:ea typeface="Malgun Gothic"/>
                <a:cs typeface="Malgun Gothic"/>
              </a:defRPr>
            </a:defPPr>
            <a:lvl1pPr algn="ctr">
              <a:defRPr sz="2625" b="1">
                <a:solidFill>
                  <a:srgbClr val="0B6172"/>
                </a:solidFill>
                <a:latin typeface="Malgun Gothic"/>
                <a:ea typeface="Malgun Gothic"/>
                <a:cs typeface="Malgun Gothic"/>
              </a:defRPr>
            </a:lvl1pPr>
            <a:lvl2pPr algn="ctr">
              <a:defRPr sz="2625" b="1">
                <a:solidFill>
                  <a:srgbClr val="0B6172"/>
                </a:solidFill>
                <a:latin typeface="Malgun Gothic"/>
                <a:ea typeface="Malgun Gothic"/>
                <a:cs typeface="Malgun Gothic"/>
              </a:defRPr>
            </a:lvl2pPr>
            <a:lvl3pPr algn="ctr">
              <a:defRPr sz="2625" b="1">
                <a:solidFill>
                  <a:srgbClr val="0B6172"/>
                </a:solidFill>
                <a:latin typeface="Malgun Gothic"/>
                <a:ea typeface="Malgun Gothic"/>
                <a:cs typeface="Malgun Gothic"/>
              </a:defRPr>
            </a:lvl3pPr>
            <a:lvl4pPr algn="ctr">
              <a:defRPr sz="2625" b="1">
                <a:solidFill>
                  <a:srgbClr val="0B6172"/>
                </a:solidFill>
                <a:latin typeface="Malgun Gothic"/>
                <a:ea typeface="Malgun Gothic"/>
                <a:cs typeface="Malgun Gothic"/>
              </a:defRPr>
            </a:lvl4pPr>
            <a:lvl5pPr algn="ctr">
              <a:defRPr sz="2625" b="1">
                <a:solidFill>
                  <a:srgbClr val="0B6172"/>
                </a:solidFill>
                <a:latin typeface="Malgun Gothic"/>
                <a:ea typeface="Malgun Gothic"/>
                <a:cs typeface="Malgun Gothic"/>
              </a:defRPr>
            </a:lvl5pPr>
            <a:lvl6pPr algn="ctr">
              <a:defRPr sz="2625" b="1">
                <a:solidFill>
                  <a:srgbClr val="0B6172"/>
                </a:solidFill>
                <a:latin typeface="Malgun Gothic"/>
                <a:ea typeface="Malgun Gothic"/>
                <a:cs typeface="Malgun Gothic"/>
              </a:defRPr>
            </a:lvl6pPr>
            <a:lvl7pPr algn="ctr">
              <a:defRPr sz="2625" b="1">
                <a:solidFill>
                  <a:srgbClr val="0B6172"/>
                </a:solidFill>
                <a:latin typeface="Malgun Gothic"/>
                <a:ea typeface="Malgun Gothic"/>
                <a:cs typeface="Malgun Gothic"/>
              </a:defRPr>
            </a:lvl7pPr>
            <a:lvl8pPr algn="ctr">
              <a:defRPr sz="2625" b="1">
                <a:solidFill>
                  <a:srgbClr val="0B6172"/>
                </a:solidFill>
                <a:latin typeface="Malgun Gothic"/>
                <a:ea typeface="Malgun Gothic"/>
                <a:cs typeface="Malgun Gothic"/>
              </a:defRPr>
            </a:lvl8pPr>
            <a:lvl9pPr algn="ctr">
              <a:defRPr sz="2625" b="1">
                <a:solidFill>
                  <a:srgbClr val="0B6172"/>
                </a:solidFill>
                <a:latin typeface="Malgun Gothic"/>
                <a:ea typeface="Malgun Gothic"/>
                <a:cs typeface="Malgun Gothic"/>
              </a:defRPr>
            </a:lvl9pPr>
          </a:lstStyle>
          <a:p xmlns:a="http://schemas.openxmlformats.org/drawingml/2006/main">
            <a:pPr algn="ctr">
              <a:defRPr sz="2625" b="1">
                <a:solidFill>
                  <a:srgbClr val="0B6172"/>
                </a:solidFill>
                <a:latin typeface="Malgun Gothic"/>
                <a:ea typeface="Malgun Gothic"/>
                <a:cs typeface="Malgun Gothic"/>
              </a:defRPr>
            </a:pPr>
            <a:r>
              <a:rPr sz="2625" b="1">
                <a:solidFill>
                  <a:srgbClr val="0B6172"/>
                </a:solidFill>
                <a:latin typeface="Malgun Gothic"/>
                <a:ea typeface="Malgun Gothic"/>
                <a:cs typeface="Malgun Gothic"/>
              </a:rPr>
              <a:t>3</a:t>
            </a:r>
          </a:p>
        </p:txBody>
      </p:sp>
      <p:sp>
        <p:nvSpPr>
          <p:cNvPr id="23" name="">
            <a:extLst xmlns:a="http://schemas.openxmlformats.org/drawingml/2006/main">
              <a:ext uri="{FF2B5EF4-FFF2-40B4-BE49-F238E27FC236}">
                <a16:creationId xmlns:a16="http://schemas.microsoft.com/office/drawing/2014/main" id="{7527C0B3-1867-4E23-A689-D3BC425567CE}"/>
              </a:ext>
            </a:extLst>
          </p:cNvPr>
          <p:cNvSpPr>
            <a:spLocks xmlns:a="http://schemas.openxmlformats.org/drawingml/2006/main" noGrp="1"/>
          </p:cNvSpPr>
          <p:nvPr/>
        </p:nvSpPr>
        <p:spPr>
          <a:xfrm xmlns:a="http://schemas.openxmlformats.org/drawingml/2006/main">
            <a:off x="9201150" y="3219450"/>
            <a:ext cx="666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24" name="1">
            <a:extLst xmlns:a="http://schemas.openxmlformats.org/drawingml/2006/main">
              <a:ext uri="{FF2B5EF4-FFF2-40B4-BE49-F238E27FC236}">
                <a16:creationId xmlns:a16="http://schemas.microsoft.com/office/drawing/2014/main" id="{DC979340-B7E7-4B45-83F7-73EE6500C199}"/>
              </a:ext>
            </a:extLst>
          </p:cNvPr>
          <p:cNvSpPr>
            <a:spLocks xmlns:a="http://schemas.openxmlformats.org/drawingml/2006/main" noGrp="1"/>
          </p:cNvSpPr>
          <p:nvPr/>
        </p:nvSpPr>
        <p:spPr>
          <a:xfrm xmlns:a="http://schemas.openxmlformats.org/drawingml/2006/main">
            <a:off x="9201150" y="3219450"/>
            <a:ext cx="66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1">
                <a:solidFill>
                  <a:srgbClr val="0B6172"/>
                </a:solidFill>
                <a:latin typeface="Malgun Gothic"/>
                <a:ea typeface="Malgun Gothic"/>
                <a:cs typeface="Malgun Gothic"/>
              </a:defRPr>
            </a:defPPr>
            <a:lvl1pPr algn="ctr">
              <a:defRPr sz="2625" b="1">
                <a:solidFill>
                  <a:srgbClr val="0B6172"/>
                </a:solidFill>
                <a:latin typeface="Malgun Gothic"/>
                <a:ea typeface="Malgun Gothic"/>
                <a:cs typeface="Malgun Gothic"/>
              </a:defRPr>
            </a:lvl1pPr>
            <a:lvl2pPr algn="ctr">
              <a:defRPr sz="2625" b="1">
                <a:solidFill>
                  <a:srgbClr val="0B6172"/>
                </a:solidFill>
                <a:latin typeface="Malgun Gothic"/>
                <a:ea typeface="Malgun Gothic"/>
                <a:cs typeface="Malgun Gothic"/>
              </a:defRPr>
            </a:lvl2pPr>
            <a:lvl3pPr algn="ctr">
              <a:defRPr sz="2625" b="1">
                <a:solidFill>
                  <a:srgbClr val="0B6172"/>
                </a:solidFill>
                <a:latin typeface="Malgun Gothic"/>
                <a:ea typeface="Malgun Gothic"/>
                <a:cs typeface="Malgun Gothic"/>
              </a:defRPr>
            </a:lvl3pPr>
            <a:lvl4pPr algn="ctr">
              <a:defRPr sz="2625" b="1">
                <a:solidFill>
                  <a:srgbClr val="0B6172"/>
                </a:solidFill>
                <a:latin typeface="Malgun Gothic"/>
                <a:ea typeface="Malgun Gothic"/>
                <a:cs typeface="Malgun Gothic"/>
              </a:defRPr>
            </a:lvl4pPr>
            <a:lvl5pPr algn="ctr">
              <a:defRPr sz="2625" b="1">
                <a:solidFill>
                  <a:srgbClr val="0B6172"/>
                </a:solidFill>
                <a:latin typeface="Malgun Gothic"/>
                <a:ea typeface="Malgun Gothic"/>
                <a:cs typeface="Malgun Gothic"/>
              </a:defRPr>
            </a:lvl5pPr>
            <a:lvl6pPr algn="ctr">
              <a:defRPr sz="2625" b="1">
                <a:solidFill>
                  <a:srgbClr val="0B6172"/>
                </a:solidFill>
                <a:latin typeface="Malgun Gothic"/>
                <a:ea typeface="Malgun Gothic"/>
                <a:cs typeface="Malgun Gothic"/>
              </a:defRPr>
            </a:lvl6pPr>
            <a:lvl7pPr algn="ctr">
              <a:defRPr sz="2625" b="1">
                <a:solidFill>
                  <a:srgbClr val="0B6172"/>
                </a:solidFill>
                <a:latin typeface="Malgun Gothic"/>
                <a:ea typeface="Malgun Gothic"/>
                <a:cs typeface="Malgun Gothic"/>
              </a:defRPr>
            </a:lvl7pPr>
            <a:lvl8pPr algn="ctr">
              <a:defRPr sz="2625" b="1">
                <a:solidFill>
                  <a:srgbClr val="0B6172"/>
                </a:solidFill>
                <a:latin typeface="Malgun Gothic"/>
                <a:ea typeface="Malgun Gothic"/>
                <a:cs typeface="Malgun Gothic"/>
              </a:defRPr>
            </a:lvl8pPr>
            <a:lvl9pPr algn="ctr">
              <a:defRPr sz="2625" b="1">
                <a:solidFill>
                  <a:srgbClr val="0B6172"/>
                </a:solidFill>
                <a:latin typeface="Malgun Gothic"/>
                <a:ea typeface="Malgun Gothic"/>
                <a:cs typeface="Malgun Gothic"/>
              </a:defRPr>
            </a:lvl9pPr>
          </a:lstStyle>
          <a:p xmlns:a="http://schemas.openxmlformats.org/drawingml/2006/main">
            <a:pPr algn="ctr">
              <a:defRPr sz="2625" b="1">
                <a:solidFill>
                  <a:srgbClr val="0B6172"/>
                </a:solidFill>
                <a:latin typeface="Malgun Gothic"/>
                <a:ea typeface="Malgun Gothic"/>
                <a:cs typeface="Malgun Gothic"/>
              </a:defRPr>
            </a:pPr>
            <a:r>
              <a:rPr sz="2625" b="1">
                <a:solidFill>
                  <a:srgbClr val="0B6172"/>
                </a:solidFill>
                <a:latin typeface="Malgun Gothic"/>
                <a:ea typeface="Malgun Gothic"/>
                <a:cs typeface="Malgun Gothic"/>
              </a:rPr>
              <a:t>1</a:t>
            </a:r>
          </a:p>
        </p:txBody>
      </p:sp>
      <p:sp>
        <p:nvSpPr>
          <p:cNvPr id="25" name="2개">
            <a:extLst xmlns:a="http://schemas.openxmlformats.org/drawingml/2006/main">
              <a:ext uri="{FF2B5EF4-FFF2-40B4-BE49-F238E27FC236}">
                <a16:creationId xmlns:a16="http://schemas.microsoft.com/office/drawing/2014/main" id="{F8C6971B-62AE-4206-9DAF-F9A60B98255E}"/>
              </a:ext>
            </a:extLst>
          </p:cNvPr>
          <p:cNvSpPr>
            <a:spLocks xmlns:a="http://schemas.openxmlformats.org/drawingml/2006/main" noGrp="1"/>
          </p:cNvSpPr>
          <p:nvPr/>
        </p:nvSpPr>
        <p:spPr>
          <a:xfrm xmlns:a="http://schemas.openxmlformats.org/drawingml/2006/main">
            <a:off x="10953750" y="3324225"/>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950" b="1">
                <a:solidFill>
                  <a:srgbClr val="4D5A68"/>
                </a:solidFill>
                <a:latin typeface="Malgun Gothic"/>
                <a:ea typeface="Malgun Gothic"/>
                <a:cs typeface="Malgun Gothic"/>
              </a:defRPr>
            </a:defPPr>
            <a:lvl1pPr algn="r">
              <a:defRPr sz="1950" b="1">
                <a:solidFill>
                  <a:srgbClr val="4D5A68"/>
                </a:solidFill>
                <a:latin typeface="Malgun Gothic"/>
                <a:ea typeface="Malgun Gothic"/>
                <a:cs typeface="Malgun Gothic"/>
              </a:defRPr>
            </a:lvl1pPr>
            <a:lvl2pPr algn="r">
              <a:defRPr sz="1950" b="1">
                <a:solidFill>
                  <a:srgbClr val="4D5A68"/>
                </a:solidFill>
                <a:latin typeface="Malgun Gothic"/>
                <a:ea typeface="Malgun Gothic"/>
                <a:cs typeface="Malgun Gothic"/>
              </a:defRPr>
            </a:lvl2pPr>
            <a:lvl3pPr algn="r">
              <a:defRPr sz="1950" b="1">
                <a:solidFill>
                  <a:srgbClr val="4D5A68"/>
                </a:solidFill>
                <a:latin typeface="Malgun Gothic"/>
                <a:ea typeface="Malgun Gothic"/>
                <a:cs typeface="Malgun Gothic"/>
              </a:defRPr>
            </a:lvl3pPr>
            <a:lvl4pPr algn="r">
              <a:defRPr sz="1950" b="1">
                <a:solidFill>
                  <a:srgbClr val="4D5A68"/>
                </a:solidFill>
                <a:latin typeface="Malgun Gothic"/>
                <a:ea typeface="Malgun Gothic"/>
                <a:cs typeface="Malgun Gothic"/>
              </a:defRPr>
            </a:lvl4pPr>
            <a:lvl5pPr algn="r">
              <a:defRPr sz="1950" b="1">
                <a:solidFill>
                  <a:srgbClr val="4D5A68"/>
                </a:solidFill>
                <a:latin typeface="Malgun Gothic"/>
                <a:ea typeface="Malgun Gothic"/>
                <a:cs typeface="Malgun Gothic"/>
              </a:defRPr>
            </a:lvl5pPr>
            <a:lvl6pPr algn="r">
              <a:defRPr sz="1950" b="1">
                <a:solidFill>
                  <a:srgbClr val="4D5A68"/>
                </a:solidFill>
                <a:latin typeface="Malgun Gothic"/>
                <a:ea typeface="Malgun Gothic"/>
                <a:cs typeface="Malgun Gothic"/>
              </a:defRPr>
            </a:lvl6pPr>
            <a:lvl7pPr algn="r">
              <a:defRPr sz="1950" b="1">
                <a:solidFill>
                  <a:srgbClr val="4D5A68"/>
                </a:solidFill>
                <a:latin typeface="Malgun Gothic"/>
                <a:ea typeface="Malgun Gothic"/>
                <a:cs typeface="Malgun Gothic"/>
              </a:defRPr>
            </a:lvl7pPr>
            <a:lvl8pPr algn="r">
              <a:defRPr sz="1950" b="1">
                <a:solidFill>
                  <a:srgbClr val="4D5A68"/>
                </a:solidFill>
                <a:latin typeface="Malgun Gothic"/>
                <a:ea typeface="Malgun Gothic"/>
                <a:cs typeface="Malgun Gothic"/>
              </a:defRPr>
            </a:lvl8pPr>
            <a:lvl9pPr algn="r">
              <a:defRPr sz="1950" b="1">
                <a:solidFill>
                  <a:srgbClr val="4D5A68"/>
                </a:solidFill>
                <a:latin typeface="Malgun Gothic"/>
                <a:ea typeface="Malgun Gothic"/>
                <a:cs typeface="Malgun Gothic"/>
              </a:defRPr>
            </a:lvl9pPr>
          </a:lstStyle>
          <a:p xmlns:a="http://schemas.openxmlformats.org/drawingml/2006/main">
            <a:pPr algn="r">
              <a:defRPr sz="1950" b="1">
                <a:solidFill>
                  <a:srgbClr val="4D5A68"/>
                </a:solidFill>
                <a:latin typeface="Malgun Gothic"/>
                <a:ea typeface="Malgun Gothic"/>
                <a:cs typeface="Malgun Gothic"/>
              </a:defRPr>
            </a:pPr>
            <a:r>
              <a:rPr sz="1950" b="1">
                <a:solidFill>
                  <a:srgbClr val="4D5A68"/>
                </a:solidFill>
                <a:latin typeface="Malgun Gothic"/>
                <a:ea typeface="Malgun Gothic"/>
                <a:cs typeface="Malgun Gothic"/>
              </a:rPr>
              <a:t>2개</a:t>
            </a:r>
          </a:p>
        </p:txBody>
      </p:sp>
      <p:sp>
        <p:nvSpPr>
          <p:cNvPr id="26" name="">
            <a:extLst xmlns:a="http://schemas.openxmlformats.org/drawingml/2006/main">
              <a:ext uri="{FF2B5EF4-FFF2-40B4-BE49-F238E27FC236}">
                <a16:creationId xmlns:a16="http://schemas.microsoft.com/office/drawing/2014/main" id="{AB91A5FB-1C60-4513-8174-CAED1DA17B15}"/>
              </a:ext>
            </a:extLst>
          </p:cNvPr>
          <p:cNvSpPr>
            <a:spLocks xmlns:a="http://schemas.openxmlformats.org/drawingml/2006/main" noGrp="1"/>
          </p:cNvSpPr>
          <p:nvPr/>
        </p:nvSpPr>
        <p:spPr>
          <a:xfrm xmlns:a="http://schemas.openxmlformats.org/drawingml/2006/main">
            <a:off x="609600" y="4352925"/>
            <a:ext cx="3009900" cy="102870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27" name="IDE">
            <a:extLst xmlns:a="http://schemas.openxmlformats.org/drawingml/2006/main">
              <a:ext uri="{FF2B5EF4-FFF2-40B4-BE49-F238E27FC236}">
                <a16:creationId xmlns:a16="http://schemas.microsoft.com/office/drawing/2014/main" id="{D5CCE84F-9370-4090-BB14-2FC06584CAF0}"/>
              </a:ext>
            </a:extLst>
          </p:cNvPr>
          <p:cNvSpPr>
            <a:spLocks xmlns:a="http://schemas.openxmlformats.org/drawingml/2006/main" noGrp="1"/>
          </p:cNvSpPr>
          <p:nvPr/>
        </p:nvSpPr>
        <p:spPr>
          <a:xfrm xmlns:a="http://schemas.openxmlformats.org/drawingml/2006/main">
            <a:off x="762000" y="4467225"/>
            <a:ext cx="2705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B6172"/>
                </a:solidFill>
                <a:latin typeface="Malgun Gothic"/>
                <a:ea typeface="Malgun Gothic"/>
                <a:cs typeface="Malgun Gothic"/>
              </a:defRPr>
            </a:defPPr>
            <a:lvl1pPr algn="ctr">
              <a:defRPr sz="1650" b="1">
                <a:solidFill>
                  <a:srgbClr val="0B6172"/>
                </a:solidFill>
                <a:latin typeface="Malgun Gothic"/>
                <a:ea typeface="Malgun Gothic"/>
                <a:cs typeface="Malgun Gothic"/>
              </a:defRPr>
            </a:lvl1pPr>
            <a:lvl2pPr algn="ctr">
              <a:defRPr sz="1650" b="1">
                <a:solidFill>
                  <a:srgbClr val="0B6172"/>
                </a:solidFill>
                <a:latin typeface="Malgun Gothic"/>
                <a:ea typeface="Malgun Gothic"/>
                <a:cs typeface="Malgun Gothic"/>
              </a:defRPr>
            </a:lvl2pPr>
            <a:lvl3pPr algn="ctr">
              <a:defRPr sz="1650" b="1">
                <a:solidFill>
                  <a:srgbClr val="0B6172"/>
                </a:solidFill>
                <a:latin typeface="Malgun Gothic"/>
                <a:ea typeface="Malgun Gothic"/>
                <a:cs typeface="Malgun Gothic"/>
              </a:defRPr>
            </a:lvl3pPr>
            <a:lvl4pPr algn="ctr">
              <a:defRPr sz="1650" b="1">
                <a:solidFill>
                  <a:srgbClr val="0B6172"/>
                </a:solidFill>
                <a:latin typeface="Malgun Gothic"/>
                <a:ea typeface="Malgun Gothic"/>
                <a:cs typeface="Malgun Gothic"/>
              </a:defRPr>
            </a:lvl4pPr>
            <a:lvl5pPr algn="ctr">
              <a:defRPr sz="1650" b="1">
                <a:solidFill>
                  <a:srgbClr val="0B6172"/>
                </a:solidFill>
                <a:latin typeface="Malgun Gothic"/>
                <a:ea typeface="Malgun Gothic"/>
                <a:cs typeface="Malgun Gothic"/>
              </a:defRPr>
            </a:lvl5pPr>
            <a:lvl6pPr algn="ctr">
              <a:defRPr sz="1650" b="1">
                <a:solidFill>
                  <a:srgbClr val="0B6172"/>
                </a:solidFill>
                <a:latin typeface="Malgun Gothic"/>
                <a:ea typeface="Malgun Gothic"/>
                <a:cs typeface="Malgun Gothic"/>
              </a:defRPr>
            </a:lvl6pPr>
            <a:lvl7pPr algn="ctr">
              <a:defRPr sz="1650" b="1">
                <a:solidFill>
                  <a:srgbClr val="0B6172"/>
                </a:solidFill>
                <a:latin typeface="Malgun Gothic"/>
                <a:ea typeface="Malgun Gothic"/>
                <a:cs typeface="Malgun Gothic"/>
              </a:defRPr>
            </a:lvl7pPr>
            <a:lvl8pPr algn="ctr">
              <a:defRPr sz="1650" b="1">
                <a:solidFill>
                  <a:srgbClr val="0B6172"/>
                </a:solidFill>
                <a:latin typeface="Malgun Gothic"/>
                <a:ea typeface="Malgun Gothic"/>
                <a:cs typeface="Malgun Gothic"/>
              </a:defRPr>
            </a:lvl8pPr>
            <a:lvl9pPr algn="ctr">
              <a:defRPr sz="1650" b="1">
                <a:solidFill>
                  <a:srgbClr val="0B6172"/>
                </a:solidFill>
                <a:latin typeface="Malgun Gothic"/>
                <a:ea typeface="Malgun Gothic"/>
                <a:cs typeface="Malgun Gothic"/>
              </a:defRPr>
            </a:lvl9pPr>
          </a:lstStyle>
          <a:p xmlns:a="http://schemas.openxmlformats.org/drawingml/2006/main">
            <a:pPr algn="ctr">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IDE</a:t>
            </a:r>
          </a:p>
        </p:txBody>
      </p:sp>
      <p:sp>
        <p:nvSpPr>
          <p:cNvPr id="28" name="코드 선택·복사">
            <a:extLst xmlns:a="http://schemas.openxmlformats.org/drawingml/2006/main">
              <a:ext uri="{FF2B5EF4-FFF2-40B4-BE49-F238E27FC236}">
                <a16:creationId xmlns:a16="http://schemas.microsoft.com/office/drawing/2014/main" id="{0B44CD08-C688-47B9-B7D0-09D42EB15721}"/>
              </a:ext>
            </a:extLst>
          </p:cNvPr>
          <p:cNvSpPr>
            <a:spLocks xmlns:a="http://schemas.openxmlformats.org/drawingml/2006/main" noGrp="1"/>
          </p:cNvSpPr>
          <p:nvPr/>
        </p:nvSpPr>
        <p:spPr>
          <a:xfrm xmlns:a="http://schemas.openxmlformats.org/drawingml/2006/main">
            <a:off x="762000" y="4819650"/>
            <a:ext cx="27051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17212B"/>
                </a:solidFill>
                <a:latin typeface="Malgun Gothic"/>
                <a:ea typeface="Malgun Gothic"/>
                <a:cs typeface="Malgun Gothic"/>
              </a:defRPr>
            </a:defPPr>
            <a:lvl1pPr algn="ctr">
              <a:defRPr sz="2100" b="1">
                <a:solidFill>
                  <a:srgbClr val="17212B"/>
                </a:solidFill>
                <a:latin typeface="Malgun Gothic"/>
                <a:ea typeface="Malgun Gothic"/>
                <a:cs typeface="Malgun Gothic"/>
              </a:defRPr>
            </a:lvl1pPr>
            <a:lvl2pPr algn="ctr">
              <a:defRPr sz="2100" b="1">
                <a:solidFill>
                  <a:srgbClr val="17212B"/>
                </a:solidFill>
                <a:latin typeface="Malgun Gothic"/>
                <a:ea typeface="Malgun Gothic"/>
                <a:cs typeface="Malgun Gothic"/>
              </a:defRPr>
            </a:lvl2pPr>
            <a:lvl3pPr algn="ctr">
              <a:defRPr sz="2100" b="1">
                <a:solidFill>
                  <a:srgbClr val="17212B"/>
                </a:solidFill>
                <a:latin typeface="Malgun Gothic"/>
                <a:ea typeface="Malgun Gothic"/>
                <a:cs typeface="Malgun Gothic"/>
              </a:defRPr>
            </a:lvl3pPr>
            <a:lvl4pPr algn="ctr">
              <a:defRPr sz="2100" b="1">
                <a:solidFill>
                  <a:srgbClr val="17212B"/>
                </a:solidFill>
                <a:latin typeface="Malgun Gothic"/>
                <a:ea typeface="Malgun Gothic"/>
                <a:cs typeface="Malgun Gothic"/>
              </a:defRPr>
            </a:lvl4pPr>
            <a:lvl5pPr algn="ctr">
              <a:defRPr sz="2100" b="1">
                <a:solidFill>
                  <a:srgbClr val="17212B"/>
                </a:solidFill>
                <a:latin typeface="Malgun Gothic"/>
                <a:ea typeface="Malgun Gothic"/>
                <a:cs typeface="Malgun Gothic"/>
              </a:defRPr>
            </a:lvl5pPr>
            <a:lvl6pPr algn="ctr">
              <a:defRPr sz="2100" b="1">
                <a:solidFill>
                  <a:srgbClr val="17212B"/>
                </a:solidFill>
                <a:latin typeface="Malgun Gothic"/>
                <a:ea typeface="Malgun Gothic"/>
                <a:cs typeface="Malgun Gothic"/>
              </a:defRPr>
            </a:lvl6pPr>
            <a:lvl7pPr algn="ctr">
              <a:defRPr sz="2100" b="1">
                <a:solidFill>
                  <a:srgbClr val="17212B"/>
                </a:solidFill>
                <a:latin typeface="Malgun Gothic"/>
                <a:ea typeface="Malgun Gothic"/>
                <a:cs typeface="Malgun Gothic"/>
              </a:defRPr>
            </a:lvl7pPr>
            <a:lvl8pPr algn="ctr">
              <a:defRPr sz="2100" b="1">
                <a:solidFill>
                  <a:srgbClr val="17212B"/>
                </a:solidFill>
                <a:latin typeface="Malgun Gothic"/>
                <a:ea typeface="Malgun Gothic"/>
                <a:cs typeface="Malgun Gothic"/>
              </a:defRPr>
            </a:lvl8pPr>
            <a:lvl9pPr algn="ctr">
              <a:defRPr sz="2100" b="1">
                <a:solidFill>
                  <a:srgbClr val="17212B"/>
                </a:solidFill>
                <a:latin typeface="Malgun Gothic"/>
                <a:ea typeface="Malgun Gothic"/>
                <a:cs typeface="Malgun Gothic"/>
              </a:defRPr>
            </a:lvl9pPr>
          </a:lstStyle>
          <a:p xmlns:a="http://schemas.openxmlformats.org/drawingml/2006/main">
            <a:pPr algn="ctr">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코드 선택·복사</a:t>
            </a:r>
          </a:p>
        </p:txBody>
      </p:sp>
      <p:sp>
        <p:nvSpPr>
          <p:cNvPr id="29" name="">
            <a:extLst xmlns:a="http://schemas.openxmlformats.org/drawingml/2006/main">
              <a:ext uri="{FF2B5EF4-FFF2-40B4-BE49-F238E27FC236}">
                <a16:creationId xmlns:a16="http://schemas.microsoft.com/office/drawing/2014/main" id="{2D50124B-010A-414A-B01A-8B34D04FAB4F}"/>
              </a:ext>
            </a:extLst>
          </p:cNvPr>
          <p:cNvSpPr>
            <a:spLocks xmlns:a="http://schemas.openxmlformats.org/drawingml/2006/main" noGrp="1"/>
          </p:cNvSpPr>
          <p:nvPr/>
        </p:nvSpPr>
        <p:spPr>
          <a:xfrm xmlns:a="http://schemas.openxmlformats.org/drawingml/2006/main">
            <a:off x="4591050" y="4352925"/>
            <a:ext cx="3009900" cy="1028700"/>
          </a:xfrm>
          <a:prstGeom xmlns:a="http://schemas.openxmlformats.org/drawingml/2006/main" prst="rect">
            <a:avLst/>
          </a:prstGeom>
          <a:solidFill xmlns:a="http://schemas.openxmlformats.org/drawingml/2006/main">
            <a:srgbClr val="E0EFF0"/>
          </a:solidFill>
          <a:ln xmlns:a="http://schemas.openxmlformats.org/drawingml/2006/main" w="19050">
            <a:solidFill>
              <a:srgbClr val="0B6172"/>
            </a:solidFill>
            <a:prstDash val="solid"/>
          </a:ln>
        </p:spPr>
      </p:sp>
      <p:sp>
        <p:nvSpPr>
          <p:cNvPr id="30" name="Chatbot">
            <a:extLst xmlns:a="http://schemas.openxmlformats.org/drawingml/2006/main">
              <a:ext uri="{FF2B5EF4-FFF2-40B4-BE49-F238E27FC236}">
                <a16:creationId xmlns:a16="http://schemas.microsoft.com/office/drawing/2014/main" id="{83DFA179-7D0C-4D07-96F5-D822CCCE6E68}"/>
              </a:ext>
            </a:extLst>
          </p:cNvPr>
          <p:cNvSpPr>
            <a:spLocks xmlns:a="http://schemas.openxmlformats.org/drawingml/2006/main" noGrp="1"/>
          </p:cNvSpPr>
          <p:nvPr/>
        </p:nvSpPr>
        <p:spPr>
          <a:xfrm xmlns:a="http://schemas.openxmlformats.org/drawingml/2006/main">
            <a:off x="4743450" y="4467225"/>
            <a:ext cx="2705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B6172"/>
                </a:solidFill>
                <a:latin typeface="Malgun Gothic"/>
                <a:ea typeface="Malgun Gothic"/>
                <a:cs typeface="Malgun Gothic"/>
              </a:defRPr>
            </a:defPPr>
            <a:lvl1pPr algn="ctr">
              <a:defRPr sz="1650" b="1">
                <a:solidFill>
                  <a:srgbClr val="0B6172"/>
                </a:solidFill>
                <a:latin typeface="Malgun Gothic"/>
                <a:ea typeface="Malgun Gothic"/>
                <a:cs typeface="Malgun Gothic"/>
              </a:defRPr>
            </a:lvl1pPr>
            <a:lvl2pPr algn="ctr">
              <a:defRPr sz="1650" b="1">
                <a:solidFill>
                  <a:srgbClr val="0B6172"/>
                </a:solidFill>
                <a:latin typeface="Malgun Gothic"/>
                <a:ea typeface="Malgun Gothic"/>
                <a:cs typeface="Malgun Gothic"/>
              </a:defRPr>
            </a:lvl2pPr>
            <a:lvl3pPr algn="ctr">
              <a:defRPr sz="1650" b="1">
                <a:solidFill>
                  <a:srgbClr val="0B6172"/>
                </a:solidFill>
                <a:latin typeface="Malgun Gothic"/>
                <a:ea typeface="Malgun Gothic"/>
                <a:cs typeface="Malgun Gothic"/>
              </a:defRPr>
            </a:lvl3pPr>
            <a:lvl4pPr algn="ctr">
              <a:defRPr sz="1650" b="1">
                <a:solidFill>
                  <a:srgbClr val="0B6172"/>
                </a:solidFill>
                <a:latin typeface="Malgun Gothic"/>
                <a:ea typeface="Malgun Gothic"/>
                <a:cs typeface="Malgun Gothic"/>
              </a:defRPr>
            </a:lvl4pPr>
            <a:lvl5pPr algn="ctr">
              <a:defRPr sz="1650" b="1">
                <a:solidFill>
                  <a:srgbClr val="0B6172"/>
                </a:solidFill>
                <a:latin typeface="Malgun Gothic"/>
                <a:ea typeface="Malgun Gothic"/>
                <a:cs typeface="Malgun Gothic"/>
              </a:defRPr>
            </a:lvl5pPr>
            <a:lvl6pPr algn="ctr">
              <a:defRPr sz="1650" b="1">
                <a:solidFill>
                  <a:srgbClr val="0B6172"/>
                </a:solidFill>
                <a:latin typeface="Malgun Gothic"/>
                <a:ea typeface="Malgun Gothic"/>
                <a:cs typeface="Malgun Gothic"/>
              </a:defRPr>
            </a:lvl6pPr>
            <a:lvl7pPr algn="ctr">
              <a:defRPr sz="1650" b="1">
                <a:solidFill>
                  <a:srgbClr val="0B6172"/>
                </a:solidFill>
                <a:latin typeface="Malgun Gothic"/>
                <a:ea typeface="Malgun Gothic"/>
                <a:cs typeface="Malgun Gothic"/>
              </a:defRPr>
            </a:lvl7pPr>
            <a:lvl8pPr algn="ctr">
              <a:defRPr sz="1650" b="1">
                <a:solidFill>
                  <a:srgbClr val="0B6172"/>
                </a:solidFill>
                <a:latin typeface="Malgun Gothic"/>
                <a:ea typeface="Malgun Gothic"/>
                <a:cs typeface="Malgun Gothic"/>
              </a:defRPr>
            </a:lvl8pPr>
            <a:lvl9pPr algn="ctr">
              <a:defRPr sz="1650" b="1">
                <a:solidFill>
                  <a:srgbClr val="0B6172"/>
                </a:solidFill>
                <a:latin typeface="Malgun Gothic"/>
                <a:ea typeface="Malgun Gothic"/>
                <a:cs typeface="Malgun Gothic"/>
              </a:defRPr>
            </a:lvl9pPr>
          </a:lstStyle>
          <a:p xmlns:a="http://schemas.openxmlformats.org/drawingml/2006/main">
            <a:pPr algn="ctr">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Chatbot</a:t>
            </a:r>
          </a:p>
        </p:txBody>
      </p:sp>
      <p:sp>
        <p:nvSpPr>
          <p:cNvPr id="31" name="붙여넣고 질문">
            <a:extLst xmlns:a="http://schemas.openxmlformats.org/drawingml/2006/main">
              <a:ext uri="{FF2B5EF4-FFF2-40B4-BE49-F238E27FC236}">
                <a16:creationId xmlns:a16="http://schemas.microsoft.com/office/drawing/2014/main" id="{FC1A1A5E-A0CD-4B00-869B-09BCF43FAB60}"/>
              </a:ext>
            </a:extLst>
          </p:cNvPr>
          <p:cNvSpPr>
            <a:spLocks xmlns:a="http://schemas.openxmlformats.org/drawingml/2006/main" noGrp="1"/>
          </p:cNvSpPr>
          <p:nvPr/>
        </p:nvSpPr>
        <p:spPr>
          <a:xfrm xmlns:a="http://schemas.openxmlformats.org/drawingml/2006/main">
            <a:off x="4743450" y="4819650"/>
            <a:ext cx="27051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17212B"/>
                </a:solidFill>
                <a:latin typeface="Malgun Gothic"/>
                <a:ea typeface="Malgun Gothic"/>
                <a:cs typeface="Malgun Gothic"/>
              </a:defRPr>
            </a:defPPr>
            <a:lvl1pPr algn="ctr">
              <a:defRPr sz="2100" b="1">
                <a:solidFill>
                  <a:srgbClr val="17212B"/>
                </a:solidFill>
                <a:latin typeface="Malgun Gothic"/>
                <a:ea typeface="Malgun Gothic"/>
                <a:cs typeface="Malgun Gothic"/>
              </a:defRPr>
            </a:lvl1pPr>
            <a:lvl2pPr algn="ctr">
              <a:defRPr sz="2100" b="1">
                <a:solidFill>
                  <a:srgbClr val="17212B"/>
                </a:solidFill>
                <a:latin typeface="Malgun Gothic"/>
                <a:ea typeface="Malgun Gothic"/>
                <a:cs typeface="Malgun Gothic"/>
              </a:defRPr>
            </a:lvl2pPr>
            <a:lvl3pPr algn="ctr">
              <a:defRPr sz="2100" b="1">
                <a:solidFill>
                  <a:srgbClr val="17212B"/>
                </a:solidFill>
                <a:latin typeface="Malgun Gothic"/>
                <a:ea typeface="Malgun Gothic"/>
                <a:cs typeface="Malgun Gothic"/>
              </a:defRPr>
            </a:lvl3pPr>
            <a:lvl4pPr algn="ctr">
              <a:defRPr sz="2100" b="1">
                <a:solidFill>
                  <a:srgbClr val="17212B"/>
                </a:solidFill>
                <a:latin typeface="Malgun Gothic"/>
                <a:ea typeface="Malgun Gothic"/>
                <a:cs typeface="Malgun Gothic"/>
              </a:defRPr>
            </a:lvl4pPr>
            <a:lvl5pPr algn="ctr">
              <a:defRPr sz="2100" b="1">
                <a:solidFill>
                  <a:srgbClr val="17212B"/>
                </a:solidFill>
                <a:latin typeface="Malgun Gothic"/>
                <a:ea typeface="Malgun Gothic"/>
                <a:cs typeface="Malgun Gothic"/>
              </a:defRPr>
            </a:lvl5pPr>
            <a:lvl6pPr algn="ctr">
              <a:defRPr sz="2100" b="1">
                <a:solidFill>
                  <a:srgbClr val="17212B"/>
                </a:solidFill>
                <a:latin typeface="Malgun Gothic"/>
                <a:ea typeface="Malgun Gothic"/>
                <a:cs typeface="Malgun Gothic"/>
              </a:defRPr>
            </a:lvl6pPr>
            <a:lvl7pPr algn="ctr">
              <a:defRPr sz="2100" b="1">
                <a:solidFill>
                  <a:srgbClr val="17212B"/>
                </a:solidFill>
                <a:latin typeface="Malgun Gothic"/>
                <a:ea typeface="Malgun Gothic"/>
                <a:cs typeface="Malgun Gothic"/>
              </a:defRPr>
            </a:lvl7pPr>
            <a:lvl8pPr algn="ctr">
              <a:defRPr sz="2100" b="1">
                <a:solidFill>
                  <a:srgbClr val="17212B"/>
                </a:solidFill>
                <a:latin typeface="Malgun Gothic"/>
                <a:ea typeface="Malgun Gothic"/>
                <a:cs typeface="Malgun Gothic"/>
              </a:defRPr>
            </a:lvl8pPr>
            <a:lvl9pPr algn="ctr">
              <a:defRPr sz="2100" b="1">
                <a:solidFill>
                  <a:srgbClr val="17212B"/>
                </a:solidFill>
                <a:latin typeface="Malgun Gothic"/>
                <a:ea typeface="Malgun Gothic"/>
                <a:cs typeface="Malgun Gothic"/>
              </a:defRPr>
            </a:lvl9pPr>
          </a:lstStyle>
          <a:p xmlns:a="http://schemas.openxmlformats.org/drawingml/2006/main">
            <a:pPr algn="ctr">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붙여넣고 질문</a:t>
            </a:r>
          </a:p>
        </p:txBody>
      </p:sp>
      <p:sp>
        <p:nvSpPr>
          <p:cNvPr id="32" name="">
            <a:extLst xmlns:a="http://schemas.openxmlformats.org/drawingml/2006/main">
              <a:ext uri="{FF2B5EF4-FFF2-40B4-BE49-F238E27FC236}">
                <a16:creationId xmlns:a16="http://schemas.microsoft.com/office/drawing/2014/main" id="{2D70E575-7085-42DF-8AB3-787FF1C6E64D}"/>
              </a:ext>
            </a:extLst>
          </p:cNvPr>
          <p:cNvSpPr>
            <a:spLocks xmlns:a="http://schemas.openxmlformats.org/drawingml/2006/main" noGrp="1"/>
          </p:cNvSpPr>
          <p:nvPr/>
        </p:nvSpPr>
        <p:spPr>
          <a:xfrm xmlns:a="http://schemas.openxmlformats.org/drawingml/2006/main">
            <a:off x="8572500" y="4352925"/>
            <a:ext cx="3009900" cy="102870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33" name="IDE">
            <a:extLst xmlns:a="http://schemas.openxmlformats.org/drawingml/2006/main">
              <a:ext uri="{FF2B5EF4-FFF2-40B4-BE49-F238E27FC236}">
                <a16:creationId xmlns:a16="http://schemas.microsoft.com/office/drawing/2014/main" id="{8B270E83-CF92-4D9B-8371-286374588913}"/>
              </a:ext>
            </a:extLst>
          </p:cNvPr>
          <p:cNvSpPr>
            <a:spLocks xmlns:a="http://schemas.openxmlformats.org/drawingml/2006/main" noGrp="1"/>
          </p:cNvSpPr>
          <p:nvPr/>
        </p:nvSpPr>
        <p:spPr>
          <a:xfrm xmlns:a="http://schemas.openxmlformats.org/drawingml/2006/main">
            <a:off x="8724900" y="4467225"/>
            <a:ext cx="2705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B6172"/>
                </a:solidFill>
                <a:latin typeface="Malgun Gothic"/>
                <a:ea typeface="Malgun Gothic"/>
                <a:cs typeface="Malgun Gothic"/>
              </a:defRPr>
            </a:defPPr>
            <a:lvl1pPr algn="ctr">
              <a:defRPr sz="1650" b="1">
                <a:solidFill>
                  <a:srgbClr val="0B6172"/>
                </a:solidFill>
                <a:latin typeface="Malgun Gothic"/>
                <a:ea typeface="Malgun Gothic"/>
                <a:cs typeface="Malgun Gothic"/>
              </a:defRPr>
            </a:lvl1pPr>
            <a:lvl2pPr algn="ctr">
              <a:defRPr sz="1650" b="1">
                <a:solidFill>
                  <a:srgbClr val="0B6172"/>
                </a:solidFill>
                <a:latin typeface="Malgun Gothic"/>
                <a:ea typeface="Malgun Gothic"/>
                <a:cs typeface="Malgun Gothic"/>
              </a:defRPr>
            </a:lvl2pPr>
            <a:lvl3pPr algn="ctr">
              <a:defRPr sz="1650" b="1">
                <a:solidFill>
                  <a:srgbClr val="0B6172"/>
                </a:solidFill>
                <a:latin typeface="Malgun Gothic"/>
                <a:ea typeface="Malgun Gothic"/>
                <a:cs typeface="Malgun Gothic"/>
              </a:defRPr>
            </a:lvl3pPr>
            <a:lvl4pPr algn="ctr">
              <a:defRPr sz="1650" b="1">
                <a:solidFill>
                  <a:srgbClr val="0B6172"/>
                </a:solidFill>
                <a:latin typeface="Malgun Gothic"/>
                <a:ea typeface="Malgun Gothic"/>
                <a:cs typeface="Malgun Gothic"/>
              </a:defRPr>
            </a:lvl4pPr>
            <a:lvl5pPr algn="ctr">
              <a:defRPr sz="1650" b="1">
                <a:solidFill>
                  <a:srgbClr val="0B6172"/>
                </a:solidFill>
                <a:latin typeface="Malgun Gothic"/>
                <a:ea typeface="Malgun Gothic"/>
                <a:cs typeface="Malgun Gothic"/>
              </a:defRPr>
            </a:lvl5pPr>
            <a:lvl6pPr algn="ctr">
              <a:defRPr sz="1650" b="1">
                <a:solidFill>
                  <a:srgbClr val="0B6172"/>
                </a:solidFill>
                <a:latin typeface="Malgun Gothic"/>
                <a:ea typeface="Malgun Gothic"/>
                <a:cs typeface="Malgun Gothic"/>
              </a:defRPr>
            </a:lvl6pPr>
            <a:lvl7pPr algn="ctr">
              <a:defRPr sz="1650" b="1">
                <a:solidFill>
                  <a:srgbClr val="0B6172"/>
                </a:solidFill>
                <a:latin typeface="Malgun Gothic"/>
                <a:ea typeface="Malgun Gothic"/>
                <a:cs typeface="Malgun Gothic"/>
              </a:defRPr>
            </a:lvl7pPr>
            <a:lvl8pPr algn="ctr">
              <a:defRPr sz="1650" b="1">
                <a:solidFill>
                  <a:srgbClr val="0B6172"/>
                </a:solidFill>
                <a:latin typeface="Malgun Gothic"/>
                <a:ea typeface="Malgun Gothic"/>
                <a:cs typeface="Malgun Gothic"/>
              </a:defRPr>
            </a:lvl8pPr>
            <a:lvl9pPr algn="ctr">
              <a:defRPr sz="1650" b="1">
                <a:solidFill>
                  <a:srgbClr val="0B6172"/>
                </a:solidFill>
                <a:latin typeface="Malgun Gothic"/>
                <a:ea typeface="Malgun Gothic"/>
                <a:cs typeface="Malgun Gothic"/>
              </a:defRPr>
            </a:lvl9pPr>
          </a:lstStyle>
          <a:p xmlns:a="http://schemas.openxmlformats.org/drawingml/2006/main">
            <a:pPr algn="ctr">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IDE</a:t>
            </a:r>
          </a:p>
        </p:txBody>
      </p:sp>
      <p:sp>
        <p:nvSpPr>
          <p:cNvPr id="34" name="답 확인·적용">
            <a:extLst xmlns:a="http://schemas.openxmlformats.org/drawingml/2006/main">
              <a:ext uri="{FF2B5EF4-FFF2-40B4-BE49-F238E27FC236}">
                <a16:creationId xmlns:a16="http://schemas.microsoft.com/office/drawing/2014/main" id="{1F56FB51-2C39-41C9-BF8A-98EC83C4E761}"/>
              </a:ext>
            </a:extLst>
          </p:cNvPr>
          <p:cNvSpPr>
            <a:spLocks xmlns:a="http://schemas.openxmlformats.org/drawingml/2006/main" noGrp="1"/>
          </p:cNvSpPr>
          <p:nvPr/>
        </p:nvSpPr>
        <p:spPr>
          <a:xfrm xmlns:a="http://schemas.openxmlformats.org/drawingml/2006/main">
            <a:off x="8724900" y="4819650"/>
            <a:ext cx="27051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17212B"/>
                </a:solidFill>
                <a:latin typeface="Malgun Gothic"/>
                <a:ea typeface="Malgun Gothic"/>
                <a:cs typeface="Malgun Gothic"/>
              </a:defRPr>
            </a:defPPr>
            <a:lvl1pPr algn="ctr">
              <a:defRPr sz="2100" b="1">
                <a:solidFill>
                  <a:srgbClr val="17212B"/>
                </a:solidFill>
                <a:latin typeface="Malgun Gothic"/>
                <a:ea typeface="Malgun Gothic"/>
                <a:cs typeface="Malgun Gothic"/>
              </a:defRPr>
            </a:lvl1pPr>
            <a:lvl2pPr algn="ctr">
              <a:defRPr sz="2100" b="1">
                <a:solidFill>
                  <a:srgbClr val="17212B"/>
                </a:solidFill>
                <a:latin typeface="Malgun Gothic"/>
                <a:ea typeface="Malgun Gothic"/>
                <a:cs typeface="Malgun Gothic"/>
              </a:defRPr>
            </a:lvl2pPr>
            <a:lvl3pPr algn="ctr">
              <a:defRPr sz="2100" b="1">
                <a:solidFill>
                  <a:srgbClr val="17212B"/>
                </a:solidFill>
                <a:latin typeface="Malgun Gothic"/>
                <a:ea typeface="Malgun Gothic"/>
                <a:cs typeface="Malgun Gothic"/>
              </a:defRPr>
            </a:lvl3pPr>
            <a:lvl4pPr algn="ctr">
              <a:defRPr sz="2100" b="1">
                <a:solidFill>
                  <a:srgbClr val="17212B"/>
                </a:solidFill>
                <a:latin typeface="Malgun Gothic"/>
                <a:ea typeface="Malgun Gothic"/>
                <a:cs typeface="Malgun Gothic"/>
              </a:defRPr>
            </a:lvl4pPr>
            <a:lvl5pPr algn="ctr">
              <a:defRPr sz="2100" b="1">
                <a:solidFill>
                  <a:srgbClr val="17212B"/>
                </a:solidFill>
                <a:latin typeface="Malgun Gothic"/>
                <a:ea typeface="Malgun Gothic"/>
                <a:cs typeface="Malgun Gothic"/>
              </a:defRPr>
            </a:lvl5pPr>
            <a:lvl6pPr algn="ctr">
              <a:defRPr sz="2100" b="1">
                <a:solidFill>
                  <a:srgbClr val="17212B"/>
                </a:solidFill>
                <a:latin typeface="Malgun Gothic"/>
                <a:ea typeface="Malgun Gothic"/>
                <a:cs typeface="Malgun Gothic"/>
              </a:defRPr>
            </a:lvl6pPr>
            <a:lvl7pPr algn="ctr">
              <a:defRPr sz="2100" b="1">
                <a:solidFill>
                  <a:srgbClr val="17212B"/>
                </a:solidFill>
                <a:latin typeface="Malgun Gothic"/>
                <a:ea typeface="Malgun Gothic"/>
                <a:cs typeface="Malgun Gothic"/>
              </a:defRPr>
            </a:lvl7pPr>
            <a:lvl8pPr algn="ctr">
              <a:defRPr sz="2100" b="1">
                <a:solidFill>
                  <a:srgbClr val="17212B"/>
                </a:solidFill>
                <a:latin typeface="Malgun Gothic"/>
                <a:ea typeface="Malgun Gothic"/>
                <a:cs typeface="Malgun Gothic"/>
              </a:defRPr>
            </a:lvl8pPr>
            <a:lvl9pPr algn="ctr">
              <a:defRPr sz="2100" b="1">
                <a:solidFill>
                  <a:srgbClr val="17212B"/>
                </a:solidFill>
                <a:latin typeface="Malgun Gothic"/>
                <a:ea typeface="Malgun Gothic"/>
                <a:cs typeface="Malgun Gothic"/>
              </a:defRPr>
            </a:lvl9pPr>
          </a:lstStyle>
          <a:p xmlns:a="http://schemas.openxmlformats.org/drawingml/2006/main">
            <a:pPr algn="ctr">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답 확인·적용</a:t>
            </a:r>
          </a:p>
        </p:txBody>
      </p:sp>
      <p:sp>
        <p:nvSpPr>
          <p:cNvPr id="35" name="">
            <a:extLst xmlns:a="http://schemas.openxmlformats.org/drawingml/2006/main">
              <a:ext uri="{FF2B5EF4-FFF2-40B4-BE49-F238E27FC236}">
                <a16:creationId xmlns:a16="http://schemas.microsoft.com/office/drawing/2014/main" id="{5FA2C80D-C079-4B69-A83D-95425F3FBC1D}"/>
              </a:ext>
            </a:extLst>
          </p:cNvPr>
          <p:cNvSpPr>
            <a:spLocks xmlns:a="http://schemas.openxmlformats.org/drawingml/2006/main" noGrp="1"/>
          </p:cNvSpPr>
          <p:nvPr/>
        </p:nvSpPr>
        <p:spPr>
          <a:xfrm xmlns:a="http://schemas.openxmlformats.org/drawingml/2006/main">
            <a:off x="3752850" y="4752975"/>
            <a:ext cx="704850" cy="2571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76C721C-4D0F-45B5-83CA-51CE4E8ADF6C}"/>
              </a:ext>
            </a:extLst>
          </p:cNvPr>
          <p:cNvSpPr>
            <a:spLocks xmlns:a="http://schemas.openxmlformats.org/drawingml/2006/main" noGrp="1"/>
          </p:cNvSpPr>
          <p:nvPr/>
        </p:nvSpPr>
        <p:spPr>
          <a:xfrm xmlns:a="http://schemas.openxmlformats.org/drawingml/2006/main">
            <a:off x="7734300" y="4752975"/>
            <a:ext cx="704850" cy="2571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37" name="필요한 코드와 맥락을 사람이 골라 전달한다.">
            <a:extLst xmlns:a="http://schemas.openxmlformats.org/drawingml/2006/main">
              <a:ext uri="{FF2B5EF4-FFF2-40B4-BE49-F238E27FC236}">
                <a16:creationId xmlns:a16="http://schemas.microsoft.com/office/drawing/2014/main" id="{81445300-A8F6-4272-962D-6C63CAC3E44E}"/>
              </a:ext>
            </a:extLst>
          </p:cNvPr>
          <p:cNvSpPr>
            <a:spLocks xmlns:a="http://schemas.openxmlformats.org/drawingml/2006/main" noGrp="1"/>
          </p:cNvSpPr>
          <p:nvPr/>
        </p:nvSpPr>
        <p:spPr>
          <a:xfrm xmlns:a="http://schemas.openxmlformats.org/drawingml/2006/main">
            <a:off x="609600" y="54673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필요한 코드와 맥락을 사람이 골라 전달한다.</a:t>
            </a:r>
          </a:p>
        </p:txBody>
      </p:sp>
      <p:sp>
        <p:nvSpPr>
          <p:cNvPr id="38" name="Legacy module connection">
            <a:extLst xmlns:a="http://schemas.openxmlformats.org/drawingml/2006/main">
              <a:ext uri="{FF2B5EF4-FFF2-40B4-BE49-F238E27FC236}">
                <a16:creationId xmlns:a16="http://schemas.microsoft.com/office/drawing/2014/main" id="{CF726837-8630-4C92-B3CD-5484E3BAA416}"/>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a:t>
            </a:r>
          </a:p>
        </p:txBody>
      </p:sp>
    </p:spTree>
    <p:extLst>
      <p:ext uri="{BB962C8B-B14F-4D97-AF65-F5344CB8AC3E}">
        <p14:creationId xmlns:p14="http://schemas.microsoft.com/office/powerpoint/2010/main" val="760968223"/>
      </p:ext>
    </p:extLst>
  </p:cSld>
</p:sld>
</file>

<file path=ppt/slides/slide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4" name="ACT 0 · Visual Studio에서 디버깅할 때 살펴보던 정보">
            <a:extLst xmlns:a="http://schemas.openxmlformats.org/drawingml/2006/main">
              <a:ext uri="{FF2B5EF4-FFF2-40B4-BE49-F238E27FC236}">
                <a16:creationId xmlns:a16="http://schemas.microsoft.com/office/drawing/2014/main" id="{5F4D8773-B85E-4119-8147-55C78055C148}"/>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Visual Studio에서 디버깅할 때 살펴보던 정보</a:t>
            </a:r>
          </a:p>
        </p:txBody>
      </p:sp>
      <p:sp>
        <p:nvSpPr>
          <p:cNvPr id="2" name="S03">
            <a:extLst xmlns:a="http://schemas.openxmlformats.org/drawingml/2006/main">
              <a:ext uri="{FF2B5EF4-FFF2-40B4-BE49-F238E27FC236}">
                <a16:creationId xmlns:a16="http://schemas.microsoft.com/office/drawing/2014/main" id="{2E2DB8F8-2DC4-47D9-B4C2-27276CFCF547}"/>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S03</a:t>
            </a:r>
          </a:p>
        </p:txBody>
      </p:sp>
      <p:sp>
        <p:nvSpPr>
          <p:cNvPr id="3" name="질문이 커지면 Context를 모으는 일이 생긴다">
            <a:extLst xmlns:a="http://schemas.openxmlformats.org/drawingml/2006/main">
              <a:ext uri="{FF2B5EF4-FFF2-40B4-BE49-F238E27FC236}">
                <a16:creationId xmlns:a16="http://schemas.microsoft.com/office/drawing/2014/main" id="{AE5FE40F-7EE1-46E2-BCC4-78128971B3C7}"/>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질문이 커지면 Context를 모으는 일이 생긴다</a:t>
            </a:r>
          </a:p>
        </p:txBody>
      </p:sp>
      <p:sp>
        <p:nvSpPr>
          <p:cNvPr id="4" name="">
            <a:extLst xmlns:a="http://schemas.openxmlformats.org/drawingml/2006/main">
              <a:ext uri="{FF2B5EF4-FFF2-40B4-BE49-F238E27FC236}">
                <a16:creationId xmlns:a16="http://schemas.microsoft.com/office/drawing/2014/main" id="{E1FC124B-D2F0-4FF6-BF2A-6C46D0668D79}"/>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Visual Studio 사용자의 디버깅 정보를 설명하는 교육용 병렬 도식">
            <a:extLst xmlns:a="http://schemas.openxmlformats.org/drawingml/2006/main">
              <a:ext uri="{FF2B5EF4-FFF2-40B4-BE49-F238E27FC236}">
                <a16:creationId xmlns:a16="http://schemas.microsoft.com/office/drawing/2014/main" id="{8A908068-6EEB-4142-91FF-E105C912C8B1}"/>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Visual Studio 사용자의 디버깅 정보를 설명하는 교육용 병렬 도식</a:t>
            </a:r>
          </a:p>
        </p:txBody>
      </p:sp>
      <p:sp>
        <p:nvSpPr>
          <p:cNvPr id="6" name="특정 Trial의 실제 화면이 아닙니다. 명세서는 IDE 밖에서도 함께 참고하는 문서입니다.">
            <a:extLst xmlns:a="http://schemas.openxmlformats.org/drawingml/2006/main">
              <a:ext uri="{FF2B5EF4-FFF2-40B4-BE49-F238E27FC236}">
                <a16:creationId xmlns:a16="http://schemas.microsoft.com/office/drawing/2014/main" id="{AF2096C0-E377-4F4A-BE4F-AB5C3E212406}"/>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특정 Trial의 실제 화면이 아닙니다. 명세서는 IDE 밖에서도 함께 참고하는 문서입니다.</a:t>
            </a:r>
          </a:p>
        </p:txBody>
      </p:sp>
      <p:sp>
        <p:nvSpPr>
          <p:cNvPr id="7" name="“결과가 기대와 다르다” — 우리는 어디를 살펴볼까?">
            <a:extLst xmlns:a="http://schemas.openxmlformats.org/drawingml/2006/main">
              <a:ext uri="{FF2B5EF4-FFF2-40B4-BE49-F238E27FC236}">
                <a16:creationId xmlns:a16="http://schemas.microsoft.com/office/drawing/2014/main" id="{F07A8672-54DA-43D4-AED9-D991EB59E4C0}"/>
              </a:ext>
            </a:extLst>
          </p:cNvPr>
          <p:cNvSpPr>
            <a:spLocks xmlns:a="http://schemas.openxmlformats.org/drawingml/2006/main" noGrp="1"/>
          </p:cNvSpPr>
          <p:nvPr/>
        </p:nvSpPr>
        <p:spPr>
          <a:xfrm xmlns:a="http://schemas.openxmlformats.org/drawingml/2006/main">
            <a:off x="609600" y="16573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“결과가 기대와 다르다” — 우리는 어디를 살펴볼까?</a:t>
            </a:r>
          </a:p>
        </p:txBody>
      </p:sp>
      <p:sp>
        <p:nvSpPr>
          <p:cNvPr id="8" name="">
            <a:extLst xmlns:a="http://schemas.openxmlformats.org/drawingml/2006/main">
              <a:ext uri="{FF2B5EF4-FFF2-40B4-BE49-F238E27FC236}">
                <a16:creationId xmlns:a16="http://schemas.microsoft.com/office/drawing/2014/main" id="{5C7D62CA-A766-4D75-9707-61A43F118D8C}"/>
              </a:ext>
            </a:extLst>
          </p:cNvPr>
          <p:cNvSpPr>
            <a:spLocks xmlns:a="http://schemas.openxmlformats.org/drawingml/2006/main" noGrp="1"/>
          </p:cNvSpPr>
          <p:nvPr/>
        </p:nvSpPr>
        <p:spPr>
          <a:xfrm xmlns:a="http://schemas.openxmlformats.org/drawingml/2006/main">
            <a:off x="609600" y="2238375"/>
            <a:ext cx="350520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9" name="테스트 탐색기">
            <a:extLst xmlns:a="http://schemas.openxmlformats.org/drawingml/2006/main">
              <a:ext uri="{FF2B5EF4-FFF2-40B4-BE49-F238E27FC236}">
                <a16:creationId xmlns:a16="http://schemas.microsoft.com/office/drawing/2014/main" id="{1E3802CB-1D40-4509-B67C-0BE3193ACC52}"/>
              </a:ext>
            </a:extLst>
          </p:cNvPr>
          <p:cNvSpPr>
            <a:spLocks xmlns:a="http://schemas.openxmlformats.org/drawingml/2006/main" noGrp="1"/>
          </p:cNvSpPr>
          <p:nvPr/>
        </p:nvSpPr>
        <p:spPr>
          <a:xfrm xmlns:a="http://schemas.openxmlformats.org/drawingml/2006/main">
            <a:off x="800100" y="2333625"/>
            <a:ext cx="312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테스트 탐색기</a:t>
            </a:r>
          </a:p>
        </p:txBody>
      </p:sp>
      <p:sp>
        <p:nvSpPr>
          <p:cNvPr id="10" name="">
            <a:extLst xmlns:a="http://schemas.openxmlformats.org/drawingml/2006/main">
              <a:ext uri="{FF2B5EF4-FFF2-40B4-BE49-F238E27FC236}">
                <a16:creationId xmlns:a16="http://schemas.microsoft.com/office/drawing/2014/main" id="{B10DF6A2-BE76-4809-BB4F-736704772E86}"/>
              </a:ext>
            </a:extLst>
          </p:cNvPr>
          <p:cNvSpPr>
            <a:spLocks xmlns:a="http://schemas.openxmlformats.org/drawingml/2006/main" noGrp="1"/>
          </p:cNvSpPr>
          <p:nvPr/>
        </p:nvSpPr>
        <p:spPr>
          <a:xfrm xmlns:a="http://schemas.openxmlformats.org/drawingml/2006/main">
            <a:off x="800100" y="2714625"/>
            <a:ext cx="3124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1" name="실패한 테스트&#10;기대값과 실제값">
            <a:extLst xmlns:a="http://schemas.openxmlformats.org/drawingml/2006/main">
              <a:ext uri="{FF2B5EF4-FFF2-40B4-BE49-F238E27FC236}">
                <a16:creationId xmlns:a16="http://schemas.microsoft.com/office/drawing/2014/main" id="{A844A045-C777-483C-A4CF-4C75B84CC538}"/>
              </a:ext>
            </a:extLst>
          </p:cNvPr>
          <p:cNvSpPr>
            <a:spLocks xmlns:a="http://schemas.openxmlformats.org/drawingml/2006/main" noGrp="1"/>
          </p:cNvSpPr>
          <p:nvPr/>
        </p:nvSpPr>
        <p:spPr>
          <a:xfrm xmlns:a="http://schemas.openxmlformats.org/drawingml/2006/main">
            <a:off x="800100" y="2800350"/>
            <a:ext cx="312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실패한 테스트</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기대값과 실제값</a:t>
            </a:r>
          </a:p>
        </p:txBody>
      </p:sp>
      <p:sp>
        <p:nvSpPr>
          <p:cNvPr id="12" name="">
            <a:extLst xmlns:a="http://schemas.openxmlformats.org/drawingml/2006/main">
              <a:ext uri="{FF2B5EF4-FFF2-40B4-BE49-F238E27FC236}">
                <a16:creationId xmlns:a16="http://schemas.microsoft.com/office/drawing/2014/main" id="{47379104-CA27-404B-87BA-038FEC7035BA}"/>
              </a:ext>
            </a:extLst>
          </p:cNvPr>
          <p:cNvSpPr>
            <a:spLocks xmlns:a="http://schemas.openxmlformats.org/drawingml/2006/main" noGrp="1"/>
          </p:cNvSpPr>
          <p:nvPr/>
        </p:nvSpPr>
        <p:spPr>
          <a:xfrm xmlns:a="http://schemas.openxmlformats.org/drawingml/2006/main">
            <a:off x="4343400" y="2238375"/>
            <a:ext cx="350520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3" name="호출 스택">
            <a:extLst xmlns:a="http://schemas.openxmlformats.org/drawingml/2006/main">
              <a:ext uri="{FF2B5EF4-FFF2-40B4-BE49-F238E27FC236}">
                <a16:creationId xmlns:a16="http://schemas.microsoft.com/office/drawing/2014/main" id="{9BE96578-8FC6-4383-8B34-B4F2F77CD93C}"/>
              </a:ext>
            </a:extLst>
          </p:cNvPr>
          <p:cNvSpPr>
            <a:spLocks xmlns:a="http://schemas.openxmlformats.org/drawingml/2006/main" noGrp="1"/>
          </p:cNvSpPr>
          <p:nvPr/>
        </p:nvSpPr>
        <p:spPr>
          <a:xfrm xmlns:a="http://schemas.openxmlformats.org/drawingml/2006/main">
            <a:off x="4533900" y="2333625"/>
            <a:ext cx="312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호출 스택</a:t>
            </a:r>
          </a:p>
        </p:txBody>
      </p:sp>
      <p:sp>
        <p:nvSpPr>
          <p:cNvPr id="14" name="">
            <a:extLst xmlns:a="http://schemas.openxmlformats.org/drawingml/2006/main">
              <a:ext uri="{FF2B5EF4-FFF2-40B4-BE49-F238E27FC236}">
                <a16:creationId xmlns:a16="http://schemas.microsoft.com/office/drawing/2014/main" id="{B8ACCDFD-277D-483B-B548-5F750A10F850}"/>
              </a:ext>
            </a:extLst>
          </p:cNvPr>
          <p:cNvSpPr>
            <a:spLocks xmlns:a="http://schemas.openxmlformats.org/drawingml/2006/main" noGrp="1"/>
          </p:cNvSpPr>
          <p:nvPr/>
        </p:nvSpPr>
        <p:spPr>
          <a:xfrm xmlns:a="http://schemas.openxmlformats.org/drawingml/2006/main">
            <a:off x="4533900" y="2714625"/>
            <a:ext cx="3124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5" name="어디서 호출됐나?&#10;함수와 호출 순서">
            <a:extLst xmlns:a="http://schemas.openxmlformats.org/drawingml/2006/main">
              <a:ext uri="{FF2B5EF4-FFF2-40B4-BE49-F238E27FC236}">
                <a16:creationId xmlns:a16="http://schemas.microsoft.com/office/drawing/2014/main" id="{F942C694-3D6B-478C-A1CB-92B6CA811FD1}"/>
              </a:ext>
            </a:extLst>
          </p:cNvPr>
          <p:cNvSpPr>
            <a:spLocks xmlns:a="http://schemas.openxmlformats.org/drawingml/2006/main" noGrp="1"/>
          </p:cNvSpPr>
          <p:nvPr/>
        </p:nvSpPr>
        <p:spPr>
          <a:xfrm xmlns:a="http://schemas.openxmlformats.org/drawingml/2006/main">
            <a:off x="4533900" y="2800350"/>
            <a:ext cx="312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어디서 호출됐나?</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함수와 호출 순서</a:t>
            </a:r>
          </a:p>
        </p:txBody>
      </p:sp>
      <p:sp>
        <p:nvSpPr>
          <p:cNvPr id="16" name="">
            <a:extLst xmlns:a="http://schemas.openxmlformats.org/drawingml/2006/main">
              <a:ext uri="{FF2B5EF4-FFF2-40B4-BE49-F238E27FC236}">
                <a16:creationId xmlns:a16="http://schemas.microsoft.com/office/drawing/2014/main" id="{0834124C-9941-46DA-A07E-7FEA1ACCCF23}"/>
              </a:ext>
            </a:extLst>
          </p:cNvPr>
          <p:cNvSpPr>
            <a:spLocks xmlns:a="http://schemas.openxmlformats.org/drawingml/2006/main" noGrp="1"/>
          </p:cNvSpPr>
          <p:nvPr/>
        </p:nvSpPr>
        <p:spPr>
          <a:xfrm xmlns:a="http://schemas.openxmlformats.org/drawingml/2006/main">
            <a:off x="8077200" y="2238375"/>
            <a:ext cx="350520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7" name="소스·참조">
            <a:extLst xmlns:a="http://schemas.openxmlformats.org/drawingml/2006/main">
              <a:ext uri="{FF2B5EF4-FFF2-40B4-BE49-F238E27FC236}">
                <a16:creationId xmlns:a16="http://schemas.microsoft.com/office/drawing/2014/main" id="{9E445E4F-09A7-45FE-A8F1-EE8B58D9CD46}"/>
              </a:ext>
            </a:extLst>
          </p:cNvPr>
          <p:cNvSpPr>
            <a:spLocks xmlns:a="http://schemas.openxmlformats.org/drawingml/2006/main" noGrp="1"/>
          </p:cNvSpPr>
          <p:nvPr/>
        </p:nvSpPr>
        <p:spPr>
          <a:xfrm xmlns:a="http://schemas.openxmlformats.org/drawingml/2006/main">
            <a:off x="8267700" y="2333625"/>
            <a:ext cx="312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소스·참조</a:t>
            </a:r>
          </a:p>
        </p:txBody>
      </p:sp>
      <p:sp>
        <p:nvSpPr>
          <p:cNvPr id="18" name="">
            <a:extLst xmlns:a="http://schemas.openxmlformats.org/drawingml/2006/main">
              <a:ext uri="{FF2B5EF4-FFF2-40B4-BE49-F238E27FC236}">
                <a16:creationId xmlns:a16="http://schemas.microsoft.com/office/drawing/2014/main" id="{61A71AF8-DB81-4738-942D-948578FC4B40}"/>
              </a:ext>
            </a:extLst>
          </p:cNvPr>
          <p:cNvSpPr>
            <a:spLocks xmlns:a="http://schemas.openxmlformats.org/drawingml/2006/main" noGrp="1"/>
          </p:cNvSpPr>
          <p:nvPr/>
        </p:nvSpPr>
        <p:spPr>
          <a:xfrm xmlns:a="http://schemas.openxmlformats.org/drawingml/2006/main">
            <a:off x="8267700" y="2714625"/>
            <a:ext cx="3124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관련 구현과 호출부&#10;코드의 분기">
            <a:extLst xmlns:a="http://schemas.openxmlformats.org/drawingml/2006/main">
              <a:ext uri="{FF2B5EF4-FFF2-40B4-BE49-F238E27FC236}">
                <a16:creationId xmlns:a16="http://schemas.microsoft.com/office/drawing/2014/main" id="{4FA36602-AE7C-4536-82AF-90C20F608BAA}"/>
              </a:ext>
            </a:extLst>
          </p:cNvPr>
          <p:cNvSpPr>
            <a:spLocks xmlns:a="http://schemas.openxmlformats.org/drawingml/2006/main" noGrp="1"/>
          </p:cNvSpPr>
          <p:nvPr/>
        </p:nvSpPr>
        <p:spPr>
          <a:xfrm xmlns:a="http://schemas.openxmlformats.org/drawingml/2006/main">
            <a:off x="8267700" y="2800350"/>
            <a:ext cx="312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관련 구현과 호출부</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코드의 분기</a:t>
            </a:r>
          </a:p>
        </p:txBody>
      </p:sp>
      <p:sp>
        <p:nvSpPr>
          <p:cNvPr id="20" name="">
            <a:extLst xmlns:a="http://schemas.openxmlformats.org/drawingml/2006/main">
              <a:ext uri="{FF2B5EF4-FFF2-40B4-BE49-F238E27FC236}">
                <a16:creationId xmlns:a16="http://schemas.microsoft.com/office/drawing/2014/main" id="{89549CE2-8AD5-4A4C-BDAA-E95996194BE0}"/>
              </a:ext>
            </a:extLst>
          </p:cNvPr>
          <p:cNvSpPr>
            <a:spLocks xmlns:a="http://schemas.openxmlformats.org/drawingml/2006/main" noGrp="1"/>
          </p:cNvSpPr>
          <p:nvPr/>
        </p:nvSpPr>
        <p:spPr>
          <a:xfrm xmlns:a="http://schemas.openxmlformats.org/drawingml/2006/main">
            <a:off x="609600" y="3762375"/>
            <a:ext cx="350520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1" name="지역 변수·조사식">
            <a:extLst xmlns:a="http://schemas.openxmlformats.org/drawingml/2006/main">
              <a:ext uri="{FF2B5EF4-FFF2-40B4-BE49-F238E27FC236}">
                <a16:creationId xmlns:a16="http://schemas.microsoft.com/office/drawing/2014/main" id="{94F4FDDC-0D37-459B-8248-C798B93CC996}"/>
              </a:ext>
            </a:extLst>
          </p:cNvPr>
          <p:cNvSpPr>
            <a:spLocks xmlns:a="http://schemas.openxmlformats.org/drawingml/2006/main" noGrp="1"/>
          </p:cNvSpPr>
          <p:nvPr/>
        </p:nvSpPr>
        <p:spPr>
          <a:xfrm xmlns:a="http://schemas.openxmlformats.org/drawingml/2006/main">
            <a:off x="800100" y="3857625"/>
            <a:ext cx="312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지역 변수·조사식</a:t>
            </a:r>
          </a:p>
        </p:txBody>
      </p:sp>
      <p:sp>
        <p:nvSpPr>
          <p:cNvPr id="22" name="">
            <a:extLst xmlns:a="http://schemas.openxmlformats.org/drawingml/2006/main">
              <a:ext uri="{FF2B5EF4-FFF2-40B4-BE49-F238E27FC236}">
                <a16:creationId xmlns:a16="http://schemas.microsoft.com/office/drawing/2014/main" id="{FFD77EB4-8577-4210-A290-160AC6BA4F3B}"/>
              </a:ext>
            </a:extLst>
          </p:cNvPr>
          <p:cNvSpPr>
            <a:spLocks xmlns:a="http://schemas.openxmlformats.org/drawingml/2006/main" noGrp="1"/>
          </p:cNvSpPr>
          <p:nvPr/>
        </p:nvSpPr>
        <p:spPr>
          <a:xfrm xmlns:a="http://schemas.openxmlformats.org/drawingml/2006/main">
            <a:off x="800100" y="4238625"/>
            <a:ext cx="3124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3" name="멈춘 지점의 입력&#10;변수의 실제 값">
            <a:extLst xmlns:a="http://schemas.openxmlformats.org/drawingml/2006/main">
              <a:ext uri="{FF2B5EF4-FFF2-40B4-BE49-F238E27FC236}">
                <a16:creationId xmlns:a16="http://schemas.microsoft.com/office/drawing/2014/main" id="{E0957679-804B-47FB-82F8-937900E520B1}"/>
              </a:ext>
            </a:extLst>
          </p:cNvPr>
          <p:cNvSpPr>
            <a:spLocks xmlns:a="http://schemas.openxmlformats.org/drawingml/2006/main" noGrp="1"/>
          </p:cNvSpPr>
          <p:nvPr/>
        </p:nvSpPr>
        <p:spPr>
          <a:xfrm xmlns:a="http://schemas.openxmlformats.org/drawingml/2006/main">
            <a:off x="800100" y="4324350"/>
            <a:ext cx="312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멈춘 지점의 입력</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변수의 실제 값</a:t>
            </a:r>
          </a:p>
        </p:txBody>
      </p:sp>
      <p:sp>
        <p:nvSpPr>
          <p:cNvPr id="24" name="">
            <a:extLst xmlns:a="http://schemas.openxmlformats.org/drawingml/2006/main">
              <a:ext uri="{FF2B5EF4-FFF2-40B4-BE49-F238E27FC236}">
                <a16:creationId xmlns:a16="http://schemas.microsoft.com/office/drawing/2014/main" id="{972DCD7C-0741-448F-9C4B-AB721A54E337}"/>
              </a:ext>
            </a:extLst>
          </p:cNvPr>
          <p:cNvSpPr>
            <a:spLocks xmlns:a="http://schemas.openxmlformats.org/drawingml/2006/main" noGrp="1"/>
          </p:cNvSpPr>
          <p:nvPr/>
        </p:nvSpPr>
        <p:spPr>
          <a:xfrm xmlns:a="http://schemas.openxmlformats.org/drawingml/2006/main">
            <a:off x="4343400" y="3762375"/>
            <a:ext cx="350520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5" name="출력·로그">
            <a:extLst xmlns:a="http://schemas.openxmlformats.org/drawingml/2006/main">
              <a:ext uri="{FF2B5EF4-FFF2-40B4-BE49-F238E27FC236}">
                <a16:creationId xmlns:a16="http://schemas.microsoft.com/office/drawing/2014/main" id="{5D4A7FF5-2A49-45C7-AE19-57B39C2D5608}"/>
              </a:ext>
            </a:extLst>
          </p:cNvPr>
          <p:cNvSpPr>
            <a:spLocks xmlns:a="http://schemas.openxmlformats.org/drawingml/2006/main" noGrp="1"/>
          </p:cNvSpPr>
          <p:nvPr/>
        </p:nvSpPr>
        <p:spPr>
          <a:xfrm xmlns:a="http://schemas.openxmlformats.org/drawingml/2006/main">
            <a:off x="4533900" y="3857625"/>
            <a:ext cx="312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출력·로그</a:t>
            </a:r>
          </a:p>
        </p:txBody>
      </p:sp>
      <p:sp>
        <p:nvSpPr>
          <p:cNvPr id="26" name="">
            <a:extLst xmlns:a="http://schemas.openxmlformats.org/drawingml/2006/main">
              <a:ext uri="{FF2B5EF4-FFF2-40B4-BE49-F238E27FC236}">
                <a16:creationId xmlns:a16="http://schemas.microsoft.com/office/drawing/2014/main" id="{A5B47825-F5AD-4949-B4F2-69EFE32BB9B0}"/>
              </a:ext>
            </a:extLst>
          </p:cNvPr>
          <p:cNvSpPr>
            <a:spLocks xmlns:a="http://schemas.openxmlformats.org/drawingml/2006/main" noGrp="1"/>
          </p:cNvSpPr>
          <p:nvPr/>
        </p:nvSpPr>
        <p:spPr>
          <a:xfrm xmlns:a="http://schemas.openxmlformats.org/drawingml/2006/main">
            <a:off x="4533900" y="4238625"/>
            <a:ext cx="3124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7" name="빌드·실행 메시지&#10;오류가 난 시점">
            <a:extLst xmlns:a="http://schemas.openxmlformats.org/drawingml/2006/main">
              <a:ext uri="{FF2B5EF4-FFF2-40B4-BE49-F238E27FC236}">
                <a16:creationId xmlns:a16="http://schemas.microsoft.com/office/drawing/2014/main" id="{63B228B1-0085-4D5D-AF17-979EBD8635E1}"/>
              </a:ext>
            </a:extLst>
          </p:cNvPr>
          <p:cNvSpPr>
            <a:spLocks xmlns:a="http://schemas.openxmlformats.org/drawingml/2006/main" noGrp="1"/>
          </p:cNvSpPr>
          <p:nvPr/>
        </p:nvSpPr>
        <p:spPr>
          <a:xfrm xmlns:a="http://schemas.openxmlformats.org/drawingml/2006/main">
            <a:off x="4533900" y="4324350"/>
            <a:ext cx="312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빌드·실행 메시지</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오류가 난 시점</a:t>
            </a:r>
          </a:p>
        </p:txBody>
      </p:sp>
      <p:sp>
        <p:nvSpPr>
          <p:cNvPr id="28" name="">
            <a:extLst xmlns:a="http://schemas.openxmlformats.org/drawingml/2006/main">
              <a:ext uri="{FF2B5EF4-FFF2-40B4-BE49-F238E27FC236}">
                <a16:creationId xmlns:a16="http://schemas.microsoft.com/office/drawing/2014/main" id="{72376F0D-752B-4925-BAC2-E528D086C3DB}"/>
              </a:ext>
            </a:extLst>
          </p:cNvPr>
          <p:cNvSpPr>
            <a:spLocks xmlns:a="http://schemas.openxmlformats.org/drawingml/2006/main" noGrp="1"/>
          </p:cNvSpPr>
          <p:nvPr/>
        </p:nvSpPr>
        <p:spPr>
          <a:xfrm xmlns:a="http://schemas.openxmlformats.org/drawingml/2006/main">
            <a:off x="8077200" y="3762375"/>
            <a:ext cx="350520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9" name="명세서 · 외부 문서">
            <a:extLst xmlns:a="http://schemas.openxmlformats.org/drawingml/2006/main">
              <a:ext uri="{FF2B5EF4-FFF2-40B4-BE49-F238E27FC236}">
                <a16:creationId xmlns:a16="http://schemas.microsoft.com/office/drawing/2014/main" id="{3305414F-FF23-4AA7-AA07-09DF0DE6651F}"/>
              </a:ext>
            </a:extLst>
          </p:cNvPr>
          <p:cNvSpPr>
            <a:spLocks xmlns:a="http://schemas.openxmlformats.org/drawingml/2006/main" noGrp="1"/>
          </p:cNvSpPr>
          <p:nvPr/>
        </p:nvSpPr>
        <p:spPr>
          <a:xfrm xmlns:a="http://schemas.openxmlformats.org/drawingml/2006/main">
            <a:off x="8267700" y="3857625"/>
            <a:ext cx="312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명세서 · 외부 문서</a:t>
            </a:r>
          </a:p>
        </p:txBody>
      </p:sp>
      <p:sp>
        <p:nvSpPr>
          <p:cNvPr id="30" name="">
            <a:extLst xmlns:a="http://schemas.openxmlformats.org/drawingml/2006/main">
              <a:ext uri="{FF2B5EF4-FFF2-40B4-BE49-F238E27FC236}">
                <a16:creationId xmlns:a16="http://schemas.microsoft.com/office/drawing/2014/main" id="{8D3D035C-55A4-430C-BC92-3C1DEA81434B}"/>
              </a:ext>
            </a:extLst>
          </p:cNvPr>
          <p:cNvSpPr>
            <a:spLocks xmlns:a="http://schemas.openxmlformats.org/drawingml/2006/main" noGrp="1"/>
          </p:cNvSpPr>
          <p:nvPr/>
        </p:nvSpPr>
        <p:spPr>
          <a:xfrm xmlns:a="http://schemas.openxmlformats.org/drawingml/2006/main">
            <a:off x="8267700" y="4238625"/>
            <a:ext cx="3124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31" name="기대하는 동작&#10;입력 범위·예외 조건">
            <a:extLst xmlns:a="http://schemas.openxmlformats.org/drawingml/2006/main">
              <a:ext uri="{FF2B5EF4-FFF2-40B4-BE49-F238E27FC236}">
                <a16:creationId xmlns:a16="http://schemas.microsoft.com/office/drawing/2014/main" id="{6F20550B-418A-4F7C-A71C-813C73C5B325}"/>
              </a:ext>
            </a:extLst>
          </p:cNvPr>
          <p:cNvSpPr>
            <a:spLocks xmlns:a="http://schemas.openxmlformats.org/drawingml/2006/main" noGrp="1"/>
          </p:cNvSpPr>
          <p:nvPr/>
        </p:nvSpPr>
        <p:spPr>
          <a:xfrm xmlns:a="http://schemas.openxmlformats.org/drawingml/2006/main">
            <a:off x="8267700" y="4324350"/>
            <a:ext cx="312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기대하는 동작</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입력 범위·예외 조건</a:t>
            </a:r>
          </a:p>
        </p:txBody>
      </p:sp>
      <p:sp>
        <p:nvSpPr>
          <p:cNvPr id="32" name="이 정보 하나하나가 Context다.">
            <a:extLst xmlns:a="http://schemas.openxmlformats.org/drawingml/2006/main">
              <a:ext uri="{FF2B5EF4-FFF2-40B4-BE49-F238E27FC236}">
                <a16:creationId xmlns:a16="http://schemas.microsoft.com/office/drawing/2014/main" id="{6893D369-0FE4-45C4-888A-EE880E5E6D1E}"/>
              </a:ext>
            </a:extLst>
          </p:cNvPr>
          <p:cNvSpPr>
            <a:spLocks xmlns:a="http://schemas.openxmlformats.org/drawingml/2006/main" noGrp="1"/>
          </p:cNvSpPr>
          <p:nvPr/>
        </p:nvSpPr>
        <p:spPr>
          <a:xfrm xmlns:a="http://schemas.openxmlformats.org/drawingml/2006/main">
            <a:off x="609600" y="52578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이 정보 하나하나가 Context다.</a:t>
            </a:r>
          </a:p>
        </p:txBody>
      </p:sp>
      <p:sp>
        <p:nvSpPr>
          <p:cNvPr id="33" name="Legacy module connection">
            <a:extLst xmlns:a="http://schemas.openxmlformats.org/drawingml/2006/main">
              <a:ext uri="{FF2B5EF4-FFF2-40B4-BE49-F238E27FC236}">
                <a16:creationId xmlns:a16="http://schemas.microsoft.com/office/drawing/2014/main" id="{4E4A54F8-E115-4C06-A619-10F97D9A4726}"/>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 · M6</a:t>
            </a:r>
          </a:p>
        </p:txBody>
      </p:sp>
    </p:spTree>
    <p:extLst>
      <p:ext uri="{BB962C8B-B14F-4D97-AF65-F5344CB8AC3E}">
        <p14:creationId xmlns:p14="http://schemas.microsoft.com/office/powerpoint/2010/main" val="823928191"/>
      </p:ext>
    </p:extLst>
  </p:cSld>
</p:sld>
</file>

<file path=ppt/slides/slide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0" name="ACT 0 · Repository 조사 관찰">
            <a:extLst xmlns:a="http://schemas.openxmlformats.org/drawingml/2006/main">
              <a:ext uri="{FF2B5EF4-FFF2-40B4-BE49-F238E27FC236}">
                <a16:creationId xmlns:a16="http://schemas.microsoft.com/office/drawing/2014/main" id="{5316B8E4-F708-4639-84F3-17B97B5A2098}"/>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Repository 조사 관찰</a:t>
            </a:r>
          </a:p>
        </p:txBody>
      </p:sp>
      <p:sp>
        <p:nvSpPr>
          <p:cNvPr id="2" name="S04">
            <a:extLst xmlns:a="http://schemas.openxmlformats.org/drawingml/2006/main">
              <a:ext uri="{FF2B5EF4-FFF2-40B4-BE49-F238E27FC236}">
                <a16:creationId xmlns:a16="http://schemas.microsoft.com/office/drawing/2014/main" id="{10E4EA5D-0A5F-4CC5-988C-AA3B50A32A17}"/>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S04</a:t>
            </a:r>
          </a:p>
        </p:txBody>
      </p:sp>
      <p:sp>
        <p:nvSpPr>
          <p:cNvPr id="3" name="파일명을 주지 않으면 Agent는 어디부터 볼까?">
            <a:extLst xmlns:a="http://schemas.openxmlformats.org/drawingml/2006/main">
              <a:ext uri="{FF2B5EF4-FFF2-40B4-BE49-F238E27FC236}">
                <a16:creationId xmlns:a16="http://schemas.microsoft.com/office/drawing/2014/main" id="{DCB761FA-0E50-48D0-8E02-B3EF10CD3E48}"/>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파일명을 주지 않으면 Agent는 어디부터 볼까?</a:t>
            </a:r>
          </a:p>
        </p:txBody>
      </p:sp>
      <p:sp>
        <p:nvSpPr>
          <p:cNvPr id="4" name="">
            <a:extLst xmlns:a="http://schemas.openxmlformats.org/drawingml/2006/main">
              <a:ext uri="{FF2B5EF4-FFF2-40B4-BE49-F238E27FC236}">
                <a16:creationId xmlns:a16="http://schemas.microsoft.com/office/drawing/2014/main" id="{E05D4530-AFB0-43DA-A13A-6B7285BE741B}"/>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실제 요청: TRIAL-001 · Codex CLI 0.154.0 · macOS · 읽기 전용">
            <a:extLst xmlns:a="http://schemas.openxmlformats.org/drawingml/2006/main">
              <a:ext uri="{FF2B5EF4-FFF2-40B4-BE49-F238E27FC236}">
                <a16:creationId xmlns:a16="http://schemas.microsoft.com/office/drawing/2014/main" id="{9DFA305F-0572-4025-8734-9DD9B1A45211}"/>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실제 요청: TRIAL-001 · Codex CLI 0.154.0 · macOS · 읽기 전용</a:t>
            </a:r>
          </a:p>
        </p:txBody>
      </p:sp>
      <p:sp>
        <p:nvSpPr>
          <p:cNvPr id="6" name="우측은 가상 GoogleTest 예시 · 실제 Trial은 Python unittest · 현재 Deskto">
            <a:extLst xmlns:a="http://schemas.openxmlformats.org/drawingml/2006/main">
              <a:ext uri="{FF2B5EF4-FFF2-40B4-BE49-F238E27FC236}">
                <a16:creationId xmlns:a16="http://schemas.microsoft.com/office/drawing/2014/main" id="{8008E0F5-9433-4153-9918-2B0988A265DB}"/>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우측은 가상 GoogleTest 예시 · 실제 Trial은 Python unittest · 현재 Desktop은 미검증</a:t>
            </a:r>
          </a:p>
        </p:txBody>
      </p:sp>
      <p:sp>
        <p:nvSpPr>
          <p:cNvPr id="7" name="TRIAL-001의 실제 조사 요청">
            <a:extLst xmlns:a="http://schemas.openxmlformats.org/drawingml/2006/main">
              <a:ext uri="{FF2B5EF4-FFF2-40B4-BE49-F238E27FC236}">
                <a16:creationId xmlns:a16="http://schemas.microsoft.com/office/drawing/2014/main" id="{5661CE4E-5519-4023-A4AE-5700B0E78B01}"/>
              </a:ext>
            </a:extLst>
          </p:cNvPr>
          <p:cNvSpPr>
            <a:spLocks xmlns:a="http://schemas.openxmlformats.org/drawingml/2006/main" noGrp="1"/>
          </p:cNvSpPr>
          <p:nvPr/>
        </p:nvSpPr>
        <p:spPr>
          <a:xfrm xmlns:a="http://schemas.openxmlformats.org/drawingml/2006/main">
            <a:off x="609600" y="1724025"/>
            <a:ext cx="647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TRIAL-001의 실제 조사 요청</a:t>
            </a:r>
          </a:p>
        </p:txBody>
      </p:sp>
      <p:sp>
        <p:nvSpPr>
          <p:cNvPr id="8" name="실패 하나가 있는 상황">
            <a:extLst xmlns:a="http://schemas.openxmlformats.org/drawingml/2006/main">
              <a:ext uri="{FF2B5EF4-FFF2-40B4-BE49-F238E27FC236}">
                <a16:creationId xmlns:a16="http://schemas.microsoft.com/office/drawing/2014/main" id="{52BD6A46-916D-4864-90BE-E3E8873271F8}"/>
              </a:ext>
            </a:extLst>
          </p:cNvPr>
          <p:cNvSpPr>
            <a:spLocks xmlns:a="http://schemas.openxmlformats.org/drawingml/2006/main" noGrp="1"/>
          </p:cNvSpPr>
          <p:nvPr/>
        </p:nvSpPr>
        <p:spPr>
          <a:xfrm xmlns:a="http://schemas.openxmlformats.org/drawingml/2006/main">
            <a:off x="7581900" y="1724025"/>
            <a:ext cx="4000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실패 하나가 있는 상황</a:t>
            </a:r>
          </a:p>
        </p:txBody>
      </p:sp>
      <p:sp>
        <p:nvSpPr>
          <p:cNvPr id="9" name="C++ 설명용 가상 화면">
            <a:extLst xmlns:a="http://schemas.openxmlformats.org/drawingml/2006/main">
              <a:ext uri="{FF2B5EF4-FFF2-40B4-BE49-F238E27FC236}">
                <a16:creationId xmlns:a16="http://schemas.microsoft.com/office/drawing/2014/main" id="{D905F7B5-13FA-445E-B98E-5C04E9A52940}"/>
              </a:ext>
            </a:extLst>
          </p:cNvPr>
          <p:cNvSpPr>
            <a:spLocks xmlns:a="http://schemas.openxmlformats.org/drawingml/2006/main" noGrp="1"/>
          </p:cNvSpPr>
          <p:nvPr/>
        </p:nvSpPr>
        <p:spPr>
          <a:xfrm xmlns:a="http://schemas.openxmlformats.org/drawingml/2006/main">
            <a:off x="7581900" y="208597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805400"/>
                </a:solidFill>
                <a:latin typeface="Malgun Gothic"/>
                <a:ea typeface="Malgun Gothic"/>
                <a:cs typeface="Malgun Gothic"/>
              </a:defRPr>
            </a:defPPr>
            <a:lvl1pPr algn="l">
              <a:defRPr sz="1650" b="1">
                <a:solidFill>
                  <a:srgbClr val="805400"/>
                </a:solidFill>
                <a:latin typeface="Malgun Gothic"/>
                <a:ea typeface="Malgun Gothic"/>
                <a:cs typeface="Malgun Gothic"/>
              </a:defRPr>
            </a:lvl1pPr>
            <a:lvl2pPr algn="l">
              <a:defRPr sz="1650" b="1">
                <a:solidFill>
                  <a:srgbClr val="805400"/>
                </a:solidFill>
                <a:latin typeface="Malgun Gothic"/>
                <a:ea typeface="Malgun Gothic"/>
                <a:cs typeface="Malgun Gothic"/>
              </a:defRPr>
            </a:lvl2pPr>
            <a:lvl3pPr algn="l">
              <a:defRPr sz="1650" b="1">
                <a:solidFill>
                  <a:srgbClr val="805400"/>
                </a:solidFill>
                <a:latin typeface="Malgun Gothic"/>
                <a:ea typeface="Malgun Gothic"/>
                <a:cs typeface="Malgun Gothic"/>
              </a:defRPr>
            </a:lvl3pPr>
            <a:lvl4pPr algn="l">
              <a:defRPr sz="1650" b="1">
                <a:solidFill>
                  <a:srgbClr val="805400"/>
                </a:solidFill>
                <a:latin typeface="Malgun Gothic"/>
                <a:ea typeface="Malgun Gothic"/>
                <a:cs typeface="Malgun Gothic"/>
              </a:defRPr>
            </a:lvl4pPr>
            <a:lvl5pPr algn="l">
              <a:defRPr sz="1650" b="1">
                <a:solidFill>
                  <a:srgbClr val="805400"/>
                </a:solidFill>
                <a:latin typeface="Malgun Gothic"/>
                <a:ea typeface="Malgun Gothic"/>
                <a:cs typeface="Malgun Gothic"/>
              </a:defRPr>
            </a:lvl5pPr>
            <a:lvl6pPr algn="l">
              <a:defRPr sz="1650" b="1">
                <a:solidFill>
                  <a:srgbClr val="805400"/>
                </a:solidFill>
                <a:latin typeface="Malgun Gothic"/>
                <a:ea typeface="Malgun Gothic"/>
                <a:cs typeface="Malgun Gothic"/>
              </a:defRPr>
            </a:lvl6pPr>
            <a:lvl7pPr algn="l">
              <a:defRPr sz="1650" b="1">
                <a:solidFill>
                  <a:srgbClr val="805400"/>
                </a:solidFill>
                <a:latin typeface="Malgun Gothic"/>
                <a:ea typeface="Malgun Gothic"/>
                <a:cs typeface="Malgun Gothic"/>
              </a:defRPr>
            </a:lvl7pPr>
            <a:lvl8pPr algn="l">
              <a:defRPr sz="1650" b="1">
                <a:solidFill>
                  <a:srgbClr val="805400"/>
                </a:solidFill>
                <a:latin typeface="Malgun Gothic"/>
                <a:ea typeface="Malgun Gothic"/>
                <a:cs typeface="Malgun Gothic"/>
              </a:defRPr>
            </a:lvl8pPr>
            <a:lvl9pPr algn="l">
              <a:defRPr sz="1650" b="1">
                <a:solidFill>
                  <a:srgbClr val="805400"/>
                </a:solidFill>
                <a:latin typeface="Malgun Gothic"/>
                <a:ea typeface="Malgun Gothic"/>
                <a:cs typeface="Malgun Gothic"/>
              </a:defRPr>
            </a:lvl9pPr>
          </a:lstStyle>
          <a:p xmlns:a="http://schemas.openxmlformats.org/drawingml/2006/main">
            <a:pPr algn="l">
              <a:defRPr sz="1650" b="1">
                <a:solidFill>
                  <a:srgbClr val="805400"/>
                </a:solidFill>
                <a:latin typeface="Malgun Gothic"/>
                <a:ea typeface="Malgun Gothic"/>
                <a:cs typeface="Malgun Gothic"/>
              </a:defRPr>
            </a:pPr>
            <a:r>
              <a:rPr sz="1650" b="1">
                <a:solidFill>
                  <a:srgbClr val="805400"/>
                </a:solidFill>
                <a:latin typeface="Malgun Gothic"/>
                <a:ea typeface="Malgun Gothic"/>
                <a:cs typeface="Malgun Gothic"/>
              </a:rPr>
              <a:t>C++ 설명용 가상 화면</a:t>
            </a:r>
          </a:p>
        </p:txBody>
      </p:sp>
      <p:sp>
        <p:nvSpPr>
          <p:cNvPr id="10" name="">
            <a:extLst xmlns:a="http://schemas.openxmlformats.org/drawingml/2006/main">
              <a:ext uri="{FF2B5EF4-FFF2-40B4-BE49-F238E27FC236}">
                <a16:creationId xmlns:a16="http://schemas.microsoft.com/office/drawing/2014/main" id="{E17CE76F-D1AE-4DBB-BDE3-0F5370626DC0}"/>
              </a:ext>
            </a:extLst>
          </p:cNvPr>
          <p:cNvSpPr>
            <a:spLocks xmlns:a="http://schemas.openxmlformats.org/drawingml/2006/main" noGrp="1"/>
          </p:cNvSpPr>
          <p:nvPr/>
        </p:nvSpPr>
        <p:spPr>
          <a:xfrm xmlns:a="http://schemas.openxmlformats.org/drawingml/2006/main">
            <a:off x="609600" y="2238375"/>
            <a:ext cx="6477000" cy="3057525"/>
          </a:xfrm>
          <a:prstGeom xmlns:a="http://schemas.openxmlformats.org/drawingml/2006/main" prst="rect">
            <a:avLst/>
          </a:prstGeom>
          <a:solidFill xmlns:a="http://schemas.openxmlformats.org/drawingml/2006/main">
            <a:srgbClr val="FFFFFF"/>
          </a:solidFill>
          <a:ln xmlns:a="http://schemas.openxmlformats.org/drawingml/2006/main" w="19050">
            <a:solidFill>
              <a:srgbClr val="C7D0DA"/>
            </a:solidFill>
            <a:prstDash val="solid"/>
          </a:ln>
        </p:spPr>
      </p:sp>
      <p:sp>
        <p:nvSpPr>
          <p:cNvPr id="11" name="조사 요청 · 입력창 형태로 재구성">
            <a:extLst xmlns:a="http://schemas.openxmlformats.org/drawingml/2006/main">
              <a:ext uri="{FF2B5EF4-FFF2-40B4-BE49-F238E27FC236}">
                <a16:creationId xmlns:a16="http://schemas.microsoft.com/office/drawing/2014/main" id="{78661F03-E215-4477-806B-11F12B536CDD}"/>
              </a:ext>
            </a:extLst>
          </p:cNvPr>
          <p:cNvSpPr>
            <a:spLocks xmlns:a="http://schemas.openxmlformats.org/drawingml/2006/main" noGrp="1"/>
          </p:cNvSpPr>
          <p:nvPr/>
        </p:nvSpPr>
        <p:spPr>
          <a:xfrm xmlns:a="http://schemas.openxmlformats.org/drawingml/2006/main">
            <a:off x="800100" y="2352675"/>
            <a:ext cx="609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4D5A68"/>
                </a:solidFill>
                <a:latin typeface="Malgun Gothic"/>
                <a:ea typeface="Malgun Gothic"/>
                <a:cs typeface="Malgun Gothic"/>
              </a:defRPr>
            </a:defPPr>
            <a:lvl1pPr algn="l">
              <a:defRPr sz="1575" b="0">
                <a:solidFill>
                  <a:srgbClr val="4D5A68"/>
                </a:solidFill>
                <a:latin typeface="Malgun Gothic"/>
                <a:ea typeface="Malgun Gothic"/>
                <a:cs typeface="Malgun Gothic"/>
              </a:defRPr>
            </a:lvl1pPr>
            <a:lvl2pPr algn="l">
              <a:defRPr sz="1575" b="0">
                <a:solidFill>
                  <a:srgbClr val="4D5A68"/>
                </a:solidFill>
                <a:latin typeface="Malgun Gothic"/>
                <a:ea typeface="Malgun Gothic"/>
                <a:cs typeface="Malgun Gothic"/>
              </a:defRPr>
            </a:lvl2pPr>
            <a:lvl3pPr algn="l">
              <a:defRPr sz="1575" b="0">
                <a:solidFill>
                  <a:srgbClr val="4D5A68"/>
                </a:solidFill>
                <a:latin typeface="Malgun Gothic"/>
                <a:ea typeface="Malgun Gothic"/>
                <a:cs typeface="Malgun Gothic"/>
              </a:defRPr>
            </a:lvl3pPr>
            <a:lvl4pPr algn="l">
              <a:defRPr sz="1575" b="0">
                <a:solidFill>
                  <a:srgbClr val="4D5A68"/>
                </a:solidFill>
                <a:latin typeface="Malgun Gothic"/>
                <a:ea typeface="Malgun Gothic"/>
                <a:cs typeface="Malgun Gothic"/>
              </a:defRPr>
            </a:lvl4pPr>
            <a:lvl5pPr algn="l">
              <a:defRPr sz="1575" b="0">
                <a:solidFill>
                  <a:srgbClr val="4D5A68"/>
                </a:solidFill>
                <a:latin typeface="Malgun Gothic"/>
                <a:ea typeface="Malgun Gothic"/>
                <a:cs typeface="Malgun Gothic"/>
              </a:defRPr>
            </a:lvl5pPr>
            <a:lvl6pPr algn="l">
              <a:defRPr sz="1575" b="0">
                <a:solidFill>
                  <a:srgbClr val="4D5A68"/>
                </a:solidFill>
                <a:latin typeface="Malgun Gothic"/>
                <a:ea typeface="Malgun Gothic"/>
                <a:cs typeface="Malgun Gothic"/>
              </a:defRPr>
            </a:lvl6pPr>
            <a:lvl7pPr algn="l">
              <a:defRPr sz="1575" b="0">
                <a:solidFill>
                  <a:srgbClr val="4D5A68"/>
                </a:solidFill>
                <a:latin typeface="Malgun Gothic"/>
                <a:ea typeface="Malgun Gothic"/>
                <a:cs typeface="Malgun Gothic"/>
              </a:defRPr>
            </a:lvl7pPr>
            <a:lvl8pPr algn="l">
              <a:defRPr sz="1575" b="0">
                <a:solidFill>
                  <a:srgbClr val="4D5A68"/>
                </a:solidFill>
                <a:latin typeface="Malgun Gothic"/>
                <a:ea typeface="Malgun Gothic"/>
                <a:cs typeface="Malgun Gothic"/>
              </a:defRPr>
            </a:lvl8pPr>
            <a:lvl9pPr algn="l">
              <a:defRPr sz="1575" b="0">
                <a:solidFill>
                  <a:srgbClr val="4D5A68"/>
                </a:solidFill>
                <a:latin typeface="Malgun Gothic"/>
                <a:ea typeface="Malgun Gothic"/>
                <a:cs typeface="Malgun Gothic"/>
              </a:defRPr>
            </a:lvl9pPr>
          </a:lstStyle>
          <a:p xmlns:a="http://schemas.openxmlformats.org/drawingml/2006/main">
            <a:pPr algn="l">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조사 요청 · 입력창 형태로 재구성</a:t>
            </a:r>
          </a:p>
        </p:txBody>
      </p:sp>
      <p:sp>
        <p:nvSpPr>
          <p:cNvPr id="12" name="">
            <a:extLst xmlns:a="http://schemas.openxmlformats.org/drawingml/2006/main">
              <a:ext uri="{FF2B5EF4-FFF2-40B4-BE49-F238E27FC236}">
                <a16:creationId xmlns:a16="http://schemas.microsoft.com/office/drawing/2014/main" id="{FA61CF43-D5DF-4566-8598-C91090D4BA42}"/>
              </a:ext>
            </a:extLst>
          </p:cNvPr>
          <p:cNvSpPr>
            <a:spLocks xmlns:a="http://schemas.openxmlformats.org/drawingml/2006/main" noGrp="1"/>
          </p:cNvSpPr>
          <p:nvPr/>
        </p:nvSpPr>
        <p:spPr>
          <a:xfrm xmlns:a="http://schemas.openxmlformats.org/drawingml/2006/main">
            <a:off x="800100" y="2695575"/>
            <a:ext cx="6096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현재 이 저장소에서 테스트 하나가&#10;실패하고 있다. 실패 원인을 조사해줘.&#10;관련 구현과 호출 경로, 실패하는&#10;">
            <a:extLst xmlns:a="http://schemas.openxmlformats.org/drawingml/2006/main">
              <a:ext uri="{FF2B5EF4-FFF2-40B4-BE49-F238E27FC236}">
                <a16:creationId xmlns:a16="http://schemas.microsoft.com/office/drawing/2014/main" id="{F6717BEA-2E10-4B74-A162-F0FC168E233A}"/>
              </a:ext>
            </a:extLst>
          </p:cNvPr>
          <p:cNvSpPr>
            <a:spLocks xmlns:a="http://schemas.openxmlformats.org/drawingml/2006/main" noGrp="1"/>
          </p:cNvSpPr>
          <p:nvPr/>
        </p:nvSpPr>
        <p:spPr>
          <a:xfrm xmlns:a="http://schemas.openxmlformats.org/drawingml/2006/main">
            <a:off x="800100" y="2828925"/>
            <a:ext cx="6096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17212B"/>
                </a:solidFill>
                <a:latin typeface="Malgun Gothic"/>
                <a:ea typeface="Malgun Gothic"/>
                <a:cs typeface="Malgun Gothic"/>
              </a:defRPr>
            </a:defPPr>
            <a:lvl1pPr algn="l">
              <a:defRPr sz="1950" b="0">
                <a:solidFill>
                  <a:srgbClr val="17212B"/>
                </a:solidFill>
                <a:latin typeface="Malgun Gothic"/>
                <a:ea typeface="Malgun Gothic"/>
                <a:cs typeface="Malgun Gothic"/>
              </a:defRPr>
            </a:lvl1pPr>
            <a:lvl2pPr algn="l">
              <a:defRPr sz="1950" b="0">
                <a:solidFill>
                  <a:srgbClr val="17212B"/>
                </a:solidFill>
                <a:latin typeface="Malgun Gothic"/>
                <a:ea typeface="Malgun Gothic"/>
                <a:cs typeface="Malgun Gothic"/>
              </a:defRPr>
            </a:lvl2pPr>
            <a:lvl3pPr algn="l">
              <a:defRPr sz="1950" b="0">
                <a:solidFill>
                  <a:srgbClr val="17212B"/>
                </a:solidFill>
                <a:latin typeface="Malgun Gothic"/>
                <a:ea typeface="Malgun Gothic"/>
                <a:cs typeface="Malgun Gothic"/>
              </a:defRPr>
            </a:lvl3pPr>
            <a:lvl4pPr algn="l">
              <a:defRPr sz="1950" b="0">
                <a:solidFill>
                  <a:srgbClr val="17212B"/>
                </a:solidFill>
                <a:latin typeface="Malgun Gothic"/>
                <a:ea typeface="Malgun Gothic"/>
                <a:cs typeface="Malgun Gothic"/>
              </a:defRPr>
            </a:lvl4pPr>
            <a:lvl5pPr algn="l">
              <a:defRPr sz="1950" b="0">
                <a:solidFill>
                  <a:srgbClr val="17212B"/>
                </a:solidFill>
                <a:latin typeface="Malgun Gothic"/>
                <a:ea typeface="Malgun Gothic"/>
                <a:cs typeface="Malgun Gothic"/>
              </a:defRPr>
            </a:lvl5pPr>
            <a:lvl6pPr algn="l">
              <a:defRPr sz="1950" b="0">
                <a:solidFill>
                  <a:srgbClr val="17212B"/>
                </a:solidFill>
                <a:latin typeface="Malgun Gothic"/>
                <a:ea typeface="Malgun Gothic"/>
                <a:cs typeface="Malgun Gothic"/>
              </a:defRPr>
            </a:lvl6pPr>
            <a:lvl7pPr algn="l">
              <a:defRPr sz="1950" b="0">
                <a:solidFill>
                  <a:srgbClr val="17212B"/>
                </a:solidFill>
                <a:latin typeface="Malgun Gothic"/>
                <a:ea typeface="Malgun Gothic"/>
                <a:cs typeface="Malgun Gothic"/>
              </a:defRPr>
            </a:lvl7pPr>
            <a:lvl8pPr algn="l">
              <a:defRPr sz="1950" b="0">
                <a:solidFill>
                  <a:srgbClr val="17212B"/>
                </a:solidFill>
                <a:latin typeface="Malgun Gothic"/>
                <a:ea typeface="Malgun Gothic"/>
                <a:cs typeface="Malgun Gothic"/>
              </a:defRPr>
            </a:lvl8pPr>
            <a:lvl9pPr algn="l">
              <a:defRPr sz="1950" b="0">
                <a:solidFill>
                  <a:srgbClr val="17212B"/>
                </a:solidFill>
                <a:latin typeface="Malgun Gothic"/>
                <a:ea typeface="Malgun Gothic"/>
                <a:cs typeface="Malgun Gothic"/>
              </a:defRPr>
            </a:lvl9pPr>
          </a:lstStyle>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현재 이 저장소에서 테스트 하나가</a:t>
            </a:r>
          </a:p>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실패하고 있다. 실패 원인을 조사해줘.</a:t>
            </a:r>
          </a:p>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관련 구현과 호출 경로, 실패하는</a:t>
            </a:r>
          </a:p>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테스트를 확인해서 왜 실패하는지</a:t>
            </a:r>
          </a:p>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설명해줘.</a:t>
            </a:r>
          </a:p>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아직 코드는 수정하지 마.</a:t>
            </a:r>
          </a:p>
        </p:txBody>
      </p:sp>
      <p:sp>
        <p:nvSpPr>
          <p:cNvPr id="14" name="＋">
            <a:extLst xmlns:a="http://schemas.openxmlformats.org/drawingml/2006/main">
              <a:ext uri="{FF2B5EF4-FFF2-40B4-BE49-F238E27FC236}">
                <a16:creationId xmlns:a16="http://schemas.microsoft.com/office/drawing/2014/main" id="{29922E08-1027-4F7B-B69F-44D355A58DFE}"/>
              </a:ext>
            </a:extLst>
          </p:cNvPr>
          <p:cNvSpPr>
            <a:spLocks xmlns:a="http://schemas.openxmlformats.org/drawingml/2006/main" noGrp="1"/>
          </p:cNvSpPr>
          <p:nvPr/>
        </p:nvSpPr>
        <p:spPr>
          <a:xfrm xmlns:a="http://schemas.openxmlformats.org/drawingml/2006/main">
            <a:off x="800100" y="48672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4D5A68"/>
                </a:solidFill>
                <a:latin typeface="Malgun Gothic"/>
                <a:ea typeface="Malgun Gothic"/>
                <a:cs typeface="Malgun Gothic"/>
              </a:defRPr>
            </a:defPPr>
            <a:lvl1pPr algn="l">
              <a:defRPr sz="2025" b="0">
                <a:solidFill>
                  <a:srgbClr val="4D5A68"/>
                </a:solidFill>
                <a:latin typeface="Malgun Gothic"/>
                <a:ea typeface="Malgun Gothic"/>
                <a:cs typeface="Malgun Gothic"/>
              </a:defRPr>
            </a:lvl1pPr>
            <a:lvl2pPr algn="l">
              <a:defRPr sz="2025" b="0">
                <a:solidFill>
                  <a:srgbClr val="4D5A68"/>
                </a:solidFill>
                <a:latin typeface="Malgun Gothic"/>
                <a:ea typeface="Malgun Gothic"/>
                <a:cs typeface="Malgun Gothic"/>
              </a:defRPr>
            </a:lvl2pPr>
            <a:lvl3pPr algn="l">
              <a:defRPr sz="2025" b="0">
                <a:solidFill>
                  <a:srgbClr val="4D5A68"/>
                </a:solidFill>
                <a:latin typeface="Malgun Gothic"/>
                <a:ea typeface="Malgun Gothic"/>
                <a:cs typeface="Malgun Gothic"/>
              </a:defRPr>
            </a:lvl3pPr>
            <a:lvl4pPr algn="l">
              <a:defRPr sz="2025" b="0">
                <a:solidFill>
                  <a:srgbClr val="4D5A68"/>
                </a:solidFill>
                <a:latin typeface="Malgun Gothic"/>
                <a:ea typeface="Malgun Gothic"/>
                <a:cs typeface="Malgun Gothic"/>
              </a:defRPr>
            </a:lvl4pPr>
            <a:lvl5pPr algn="l">
              <a:defRPr sz="2025" b="0">
                <a:solidFill>
                  <a:srgbClr val="4D5A68"/>
                </a:solidFill>
                <a:latin typeface="Malgun Gothic"/>
                <a:ea typeface="Malgun Gothic"/>
                <a:cs typeface="Malgun Gothic"/>
              </a:defRPr>
            </a:lvl5pPr>
            <a:lvl6pPr algn="l">
              <a:defRPr sz="2025" b="0">
                <a:solidFill>
                  <a:srgbClr val="4D5A68"/>
                </a:solidFill>
                <a:latin typeface="Malgun Gothic"/>
                <a:ea typeface="Malgun Gothic"/>
                <a:cs typeface="Malgun Gothic"/>
              </a:defRPr>
            </a:lvl6pPr>
            <a:lvl7pPr algn="l">
              <a:defRPr sz="2025" b="0">
                <a:solidFill>
                  <a:srgbClr val="4D5A68"/>
                </a:solidFill>
                <a:latin typeface="Malgun Gothic"/>
                <a:ea typeface="Malgun Gothic"/>
                <a:cs typeface="Malgun Gothic"/>
              </a:defRPr>
            </a:lvl7pPr>
            <a:lvl8pPr algn="l">
              <a:defRPr sz="2025" b="0">
                <a:solidFill>
                  <a:srgbClr val="4D5A68"/>
                </a:solidFill>
                <a:latin typeface="Malgun Gothic"/>
                <a:ea typeface="Malgun Gothic"/>
                <a:cs typeface="Malgun Gothic"/>
              </a:defRPr>
            </a:lvl8pPr>
            <a:lvl9pPr algn="l">
              <a:defRPr sz="2025" b="0">
                <a:solidFill>
                  <a:srgbClr val="4D5A68"/>
                </a:solidFill>
                <a:latin typeface="Malgun Gothic"/>
                <a:ea typeface="Malgun Gothic"/>
                <a:cs typeface="Malgun Gothic"/>
              </a:defRPr>
            </a:lvl9pPr>
          </a:lstStyle>
          <a:p xmlns:a="http://schemas.openxmlformats.org/drawingml/2006/main">
            <a:pPr algn="l">
              <a:defRPr sz="2025" b="0">
                <a:solidFill>
                  <a:srgbClr val="4D5A68"/>
                </a:solidFill>
                <a:latin typeface="Malgun Gothic"/>
                <a:ea typeface="Malgun Gothic"/>
                <a:cs typeface="Malgun Gothic"/>
              </a:defRPr>
            </a:pPr>
            <a:r>
              <a:rPr sz="2025" b="0">
                <a:solidFill>
                  <a:srgbClr val="4D5A68"/>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ED7CD26F-4E91-47AA-823A-A82B9C4ECD9B}"/>
              </a:ext>
            </a:extLst>
          </p:cNvPr>
          <p:cNvSpPr>
            <a:spLocks xmlns:a="http://schemas.openxmlformats.org/drawingml/2006/main" noGrp="1"/>
          </p:cNvSpPr>
          <p:nvPr/>
        </p:nvSpPr>
        <p:spPr>
          <a:xfrm xmlns:a="http://schemas.openxmlformats.org/drawingml/2006/main">
            <a:off x="6553200" y="4857750"/>
            <a:ext cx="295275" cy="295275"/>
          </a:xfrm>
          <a:prstGeom xmlns:a="http://schemas.openxmlformats.org/drawingml/2006/main" prst="ellipse">
            <a:avLst/>
          </a:prstGeom>
          <a:solidFill xmlns:a="http://schemas.openxmlformats.org/drawingml/2006/main">
            <a:srgbClr val="0B617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C914F8D-7C7C-40D2-8314-C9D379714D21}"/>
              </a:ext>
            </a:extLst>
          </p:cNvPr>
          <p:cNvSpPr>
            <a:spLocks xmlns:a="http://schemas.openxmlformats.org/drawingml/2006/main" noGrp="1"/>
          </p:cNvSpPr>
          <p:nvPr/>
        </p:nvSpPr>
        <p:spPr>
          <a:xfrm xmlns:a="http://schemas.openxmlformats.org/drawingml/2006/main">
            <a:off x="6553200" y="4838700"/>
            <a:ext cx="2952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FFFFFF"/>
                </a:solidFill>
                <a:latin typeface="Malgun Gothic"/>
                <a:ea typeface="Malgun Gothic"/>
                <a:cs typeface="Malgun Gothic"/>
              </a:defRPr>
            </a:defPPr>
            <a:lvl1pPr algn="ctr">
              <a:defRPr sz="1875" b="1">
                <a:solidFill>
                  <a:srgbClr val="FFFFFF"/>
                </a:solidFill>
                <a:latin typeface="Malgun Gothic"/>
                <a:ea typeface="Malgun Gothic"/>
                <a:cs typeface="Malgun Gothic"/>
              </a:defRPr>
            </a:lvl1pPr>
            <a:lvl2pPr algn="ctr">
              <a:defRPr sz="1875" b="1">
                <a:solidFill>
                  <a:srgbClr val="FFFFFF"/>
                </a:solidFill>
                <a:latin typeface="Malgun Gothic"/>
                <a:ea typeface="Malgun Gothic"/>
                <a:cs typeface="Malgun Gothic"/>
              </a:defRPr>
            </a:lvl2pPr>
            <a:lvl3pPr algn="ctr">
              <a:defRPr sz="1875" b="1">
                <a:solidFill>
                  <a:srgbClr val="FFFFFF"/>
                </a:solidFill>
                <a:latin typeface="Malgun Gothic"/>
                <a:ea typeface="Malgun Gothic"/>
                <a:cs typeface="Malgun Gothic"/>
              </a:defRPr>
            </a:lvl3pPr>
            <a:lvl4pPr algn="ctr">
              <a:defRPr sz="1875" b="1">
                <a:solidFill>
                  <a:srgbClr val="FFFFFF"/>
                </a:solidFill>
                <a:latin typeface="Malgun Gothic"/>
                <a:ea typeface="Malgun Gothic"/>
                <a:cs typeface="Malgun Gothic"/>
              </a:defRPr>
            </a:lvl4pPr>
            <a:lvl5pPr algn="ctr">
              <a:defRPr sz="1875" b="1">
                <a:solidFill>
                  <a:srgbClr val="FFFFFF"/>
                </a:solidFill>
                <a:latin typeface="Malgun Gothic"/>
                <a:ea typeface="Malgun Gothic"/>
                <a:cs typeface="Malgun Gothic"/>
              </a:defRPr>
            </a:lvl5pPr>
            <a:lvl6pPr algn="ctr">
              <a:defRPr sz="1875" b="1">
                <a:solidFill>
                  <a:srgbClr val="FFFFFF"/>
                </a:solidFill>
                <a:latin typeface="Malgun Gothic"/>
                <a:ea typeface="Malgun Gothic"/>
                <a:cs typeface="Malgun Gothic"/>
              </a:defRPr>
            </a:lvl6pPr>
            <a:lvl7pPr algn="ctr">
              <a:defRPr sz="1875" b="1">
                <a:solidFill>
                  <a:srgbClr val="FFFFFF"/>
                </a:solidFill>
                <a:latin typeface="Malgun Gothic"/>
                <a:ea typeface="Malgun Gothic"/>
                <a:cs typeface="Malgun Gothic"/>
              </a:defRPr>
            </a:lvl7pPr>
            <a:lvl8pPr algn="ctr">
              <a:defRPr sz="1875" b="1">
                <a:solidFill>
                  <a:srgbClr val="FFFFFF"/>
                </a:solidFill>
                <a:latin typeface="Malgun Gothic"/>
                <a:ea typeface="Malgun Gothic"/>
                <a:cs typeface="Malgun Gothic"/>
              </a:defRPr>
            </a:lvl8pPr>
            <a:lvl9pPr algn="ctr">
              <a:defRPr sz="1875" b="1">
                <a:solidFill>
                  <a:srgbClr val="FFFFFF"/>
                </a:solidFill>
                <a:latin typeface="Malgun Gothic"/>
                <a:ea typeface="Malgun Gothic"/>
                <a:cs typeface="Malgun Gothic"/>
              </a:defRPr>
            </a:lvl9pPr>
          </a:lstStyle>
          <a:p xmlns:a="http://schemas.openxmlformats.org/drawingml/2006/main">
            <a:pPr algn="ct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a:t>
            </a:r>
          </a:p>
        </p:txBody>
      </p:sp>
      <p:pic>
        <p:nvPicPr>
          <p:cNvPr id="17" name="">
            <a:extLst xmlns:a="http://schemas.openxmlformats.org/drawingml/2006/main">
              <a:ext uri="{FF2B5EF4-FFF2-40B4-BE49-F238E27FC236}">
                <a16:creationId xmlns:a16="http://schemas.microsoft.com/office/drawing/2014/main" id="{2C9ED975-5E8A-4437-8CF5-3B7621473EA4}"/>
              </a:ext>
            </a:extLst>
          </p:cNvPr>
          <p:cNvPicPr>
            <a:picLocks xmlns:a="http://schemas.openxmlformats.org/drawingml/2006/main" noChangeAspect="1"/>
          </p:cNvPicPr>
          <p:nvPr/>
        </p:nvPicPr>
        <p:blipFill>
          <a:blip xmlns:r="http://schemas.openxmlformats.org/officeDocument/2006/relationships" xmlns:a="http://schemas.openxmlformats.org/drawingml/2006/main" r:embed="Rd41001e994ac4769"/>
          <a:stretch xmlns:a="http://schemas.openxmlformats.org/drawingml/2006/main"/>
        </p:blipFill>
        <p:spPr>
          <a:xfrm xmlns:a="http://schemas.openxmlformats.org/drawingml/2006/main">
            <a:off x="7581900" y="2381250"/>
            <a:ext cx="4000500" cy="3000375"/>
          </a:xfrm>
          <a:prstGeom xmlns:a="http://schemas.openxmlformats.org/drawingml/2006/main" prst="rect">
            <a:avLst/>
          </a:prstGeom>
        </p:spPr>
      </p:pic>
      <p:sp>
        <p:nvSpPr>
          <p:cNvPr id="18" name="관찰할 것    실패 테스트  ·  관련 구현  ·  호출 경로">
            <a:extLst xmlns:a="http://schemas.openxmlformats.org/drawingml/2006/main">
              <a:ext uri="{FF2B5EF4-FFF2-40B4-BE49-F238E27FC236}">
                <a16:creationId xmlns:a16="http://schemas.microsoft.com/office/drawing/2014/main" id="{857C1AE3-BB90-4641-84DD-2AF254FB621F}"/>
              </a:ext>
            </a:extLst>
          </p:cNvPr>
          <p:cNvSpPr>
            <a:spLocks xmlns:a="http://schemas.openxmlformats.org/drawingml/2006/main" noGrp="1"/>
          </p:cNvSpPr>
          <p:nvPr/>
        </p:nvSpPr>
        <p:spPr>
          <a:xfrm xmlns:a="http://schemas.openxmlformats.org/drawingml/2006/main">
            <a:off x="609600" y="54102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관찰할 것    실패 테스트  ·  관련 구현  ·  호출 경로</a:t>
            </a:r>
          </a:p>
        </p:txBody>
      </p:sp>
      <p:sp>
        <p:nvSpPr>
          <p:cNvPr id="19" name="Legacy module connection">
            <a:extLst xmlns:a="http://schemas.openxmlformats.org/drawingml/2006/main">
              <a:ext uri="{FF2B5EF4-FFF2-40B4-BE49-F238E27FC236}">
                <a16:creationId xmlns:a16="http://schemas.microsoft.com/office/drawing/2014/main" id="{FE4BAF27-E997-4E31-98EB-F1CAC7DB0873}"/>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M6</a:t>
            </a:r>
          </a:p>
        </p:txBody>
      </p:sp>
    </p:spTree>
    <p:extLst>
      <p:ext uri="{BB962C8B-B14F-4D97-AF65-F5344CB8AC3E}">
        <p14:creationId xmlns:p14="http://schemas.microsoft.com/office/powerpoint/2010/main" val="598669695"/>
      </p:ext>
    </p:extLst>
  </p:cSld>
</p:sld>
</file>

<file path=ppt/slides/slide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6" name="ACT 0  ·  Repository 탐색">
            <a:extLst xmlns:a="http://schemas.openxmlformats.org/drawingml/2006/main">
              <a:ext uri="{FF2B5EF4-FFF2-40B4-BE49-F238E27FC236}">
                <a16:creationId xmlns:a16="http://schemas.microsoft.com/office/drawing/2014/main" id="{B16DC8B3-B6B2-4601-BAC3-7A940C008F57}"/>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Repository 탐색</a:t>
            </a:r>
          </a:p>
        </p:txBody>
      </p:sp>
      <p:sp>
        <p:nvSpPr>
          <p:cNvPr id="2" name="S05">
            <a:extLst xmlns:a="http://schemas.openxmlformats.org/drawingml/2006/main">
              <a:ext uri="{FF2B5EF4-FFF2-40B4-BE49-F238E27FC236}">
                <a16:creationId xmlns:a16="http://schemas.microsoft.com/office/drawing/2014/main" id="{711D0FE5-6EBE-4E38-BC6F-1875BF91B7A8}"/>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S05</a:t>
            </a:r>
          </a:p>
        </p:txBody>
      </p:sp>
      <p:sp>
        <p:nvSpPr>
          <p:cNvPr id="3" name="Agent가 Test와 호출 경로를 찾았다">
            <a:extLst xmlns:a="http://schemas.openxmlformats.org/drawingml/2006/main">
              <a:ext uri="{FF2B5EF4-FFF2-40B4-BE49-F238E27FC236}">
                <a16:creationId xmlns:a16="http://schemas.microsoft.com/office/drawing/2014/main" id="{497027C3-6425-470B-9413-1C7DC267550D}"/>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Agent가 Test와 호출 경로를 찾았다</a:t>
            </a:r>
          </a:p>
        </p:txBody>
      </p:sp>
      <p:sp>
        <p:nvSpPr>
          <p:cNvPr id="4" name="">
            <a:extLst xmlns:a="http://schemas.openxmlformats.org/drawingml/2006/main">
              <a:ext uri="{FF2B5EF4-FFF2-40B4-BE49-F238E27FC236}">
                <a16:creationId xmlns:a16="http://schemas.microsoft.com/office/drawing/2014/main" id="{9B81C50F-CDFB-4AB0-8BB5-A49C0C1BAF4C}"/>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1 기록·STATE-00 테스트 재구성  |  Codex CLI 0.154.0 · 읽기 전용">
            <a:extLst xmlns:a="http://schemas.openxmlformats.org/drawingml/2006/main">
              <a:ext uri="{FF2B5EF4-FFF2-40B4-BE49-F238E27FC236}">
                <a16:creationId xmlns:a16="http://schemas.microsoft.com/office/drawing/2014/main" id="{D20B5384-0607-4CE6-914A-E33879F2D8B8}"/>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TRIAL-001 기록·STATE-00 테스트 재구성  |  Codex CLI 0.154.0 · 읽기 전용</a:t>
            </a:r>
          </a:p>
        </p:txBody>
      </p:sp>
      <p:sp>
        <p:nvSpPr>
          <p:cNvPr id="6" name="실제 실행 화면이 아님 · 이 조사에서는 코드 수정 없음 · 현재 Desktop 동작 미검증">
            <a:extLst xmlns:a="http://schemas.openxmlformats.org/drawingml/2006/main">
              <a:ext uri="{FF2B5EF4-FFF2-40B4-BE49-F238E27FC236}">
                <a16:creationId xmlns:a16="http://schemas.microsoft.com/office/drawing/2014/main" id="{8DED3261-5386-40EE-B176-06CEECBD4686}"/>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실제 실행 화면이 아님 · 이 조사에서는 코드 수정 없음 · 현재 Desktop 동작 미검증</a:t>
            </a:r>
          </a:p>
        </p:txBody>
      </p:sp>
      <p:sp>
        <p:nvSpPr>
          <p:cNvPr id="7" name="의도한 폭과 실제로 포함된 열 수가 달랐다">
            <a:extLst xmlns:a="http://schemas.openxmlformats.org/drawingml/2006/main">
              <a:ext uri="{FF2B5EF4-FFF2-40B4-BE49-F238E27FC236}">
                <a16:creationId xmlns:a16="http://schemas.microsoft.com/office/drawing/2014/main" id="{BD1B8B83-3EDE-425E-BEFB-30C6214D21C8}"/>
              </a:ext>
            </a:extLst>
          </p:cNvPr>
          <p:cNvSpPr>
            <a:spLocks xmlns:a="http://schemas.openxmlformats.org/drawingml/2006/main" noGrp="1"/>
          </p:cNvSpPr>
          <p:nvPr/>
        </p:nvSpPr>
        <p:spPr>
          <a:xfrm xmlns:a="http://schemas.openxmlformats.org/drawingml/2006/main">
            <a:off x="609600" y="160020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의도한 폭과 실제로 포함된 열 수가 달랐다</a:t>
            </a:r>
          </a:p>
        </p:txBody>
      </p:sp>
      <p:sp>
        <p:nvSpPr>
          <p:cNvPr id="8" name="crop(image, 1, 3)">
            <a:extLst xmlns:a="http://schemas.openxmlformats.org/drawingml/2006/main">
              <a:ext uri="{FF2B5EF4-FFF2-40B4-BE49-F238E27FC236}">
                <a16:creationId xmlns:a16="http://schemas.microsoft.com/office/drawing/2014/main" id="{8865EE5C-3191-49F7-BA88-77CC81BDC468}"/>
              </a:ext>
            </a:extLst>
          </p:cNvPr>
          <p:cNvSpPr>
            <a:spLocks xmlns:a="http://schemas.openxmlformats.org/drawingml/2006/main" noGrp="1"/>
          </p:cNvSpPr>
          <p:nvPr/>
        </p:nvSpPr>
        <p:spPr>
          <a:xfrm xmlns:a="http://schemas.openxmlformats.org/drawingml/2006/main">
            <a:off x="609600" y="2162175"/>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Consolas"/>
                <a:ea typeface="Consolas"/>
                <a:cs typeface="Consolas"/>
              </a:defRPr>
            </a:defPPr>
            <a:lvl1pPr algn="l">
              <a:defRPr sz="2250" b="1">
                <a:solidFill>
                  <a:srgbClr val="17212B"/>
                </a:solidFill>
                <a:latin typeface="Consolas"/>
                <a:ea typeface="Consolas"/>
                <a:cs typeface="Consolas"/>
              </a:defRPr>
            </a:lvl1pPr>
            <a:lvl2pPr algn="l">
              <a:defRPr sz="2250" b="1">
                <a:solidFill>
                  <a:srgbClr val="17212B"/>
                </a:solidFill>
                <a:latin typeface="Consolas"/>
                <a:ea typeface="Consolas"/>
                <a:cs typeface="Consolas"/>
              </a:defRPr>
            </a:lvl2pPr>
            <a:lvl3pPr algn="l">
              <a:defRPr sz="2250" b="1">
                <a:solidFill>
                  <a:srgbClr val="17212B"/>
                </a:solidFill>
                <a:latin typeface="Consolas"/>
                <a:ea typeface="Consolas"/>
                <a:cs typeface="Consolas"/>
              </a:defRPr>
            </a:lvl3pPr>
            <a:lvl4pPr algn="l">
              <a:defRPr sz="2250" b="1">
                <a:solidFill>
                  <a:srgbClr val="17212B"/>
                </a:solidFill>
                <a:latin typeface="Consolas"/>
                <a:ea typeface="Consolas"/>
                <a:cs typeface="Consolas"/>
              </a:defRPr>
            </a:lvl4pPr>
            <a:lvl5pPr algn="l">
              <a:defRPr sz="2250" b="1">
                <a:solidFill>
                  <a:srgbClr val="17212B"/>
                </a:solidFill>
                <a:latin typeface="Consolas"/>
                <a:ea typeface="Consolas"/>
                <a:cs typeface="Consolas"/>
              </a:defRPr>
            </a:lvl5pPr>
            <a:lvl6pPr algn="l">
              <a:defRPr sz="2250" b="1">
                <a:solidFill>
                  <a:srgbClr val="17212B"/>
                </a:solidFill>
                <a:latin typeface="Consolas"/>
                <a:ea typeface="Consolas"/>
                <a:cs typeface="Consolas"/>
              </a:defRPr>
            </a:lvl6pPr>
            <a:lvl7pPr algn="l">
              <a:defRPr sz="2250" b="1">
                <a:solidFill>
                  <a:srgbClr val="17212B"/>
                </a:solidFill>
                <a:latin typeface="Consolas"/>
                <a:ea typeface="Consolas"/>
                <a:cs typeface="Consolas"/>
              </a:defRPr>
            </a:lvl7pPr>
            <a:lvl8pPr algn="l">
              <a:defRPr sz="2250" b="1">
                <a:solidFill>
                  <a:srgbClr val="17212B"/>
                </a:solidFill>
                <a:latin typeface="Consolas"/>
                <a:ea typeface="Consolas"/>
                <a:cs typeface="Consolas"/>
              </a:defRPr>
            </a:lvl8pPr>
            <a:lvl9pPr algn="l">
              <a:defRPr sz="2250" b="1">
                <a:solidFill>
                  <a:srgbClr val="17212B"/>
                </a:solidFill>
                <a:latin typeface="Consolas"/>
                <a:ea typeface="Consolas"/>
                <a:cs typeface="Consolas"/>
              </a:defRPr>
            </a:lvl9pPr>
          </a:lstStyle>
          <a:p xmlns:a="http://schemas.openxmlformats.org/drawingml/2006/main">
            <a:pPr algn="l">
              <a:defRPr sz="2250" b="1">
                <a:solidFill>
                  <a:srgbClr val="17212B"/>
                </a:solidFill>
                <a:latin typeface="Consolas"/>
                <a:ea typeface="Consolas"/>
                <a:cs typeface="Consolas"/>
              </a:defRPr>
            </a:pPr>
            <a:r>
              <a:rPr sz="2250" b="1">
                <a:solidFill>
                  <a:srgbClr val="17212B"/>
                </a:solidFill>
                <a:latin typeface="Consolas"/>
                <a:ea typeface="Consolas"/>
                <a:cs typeface="Consolas"/>
              </a:rPr>
              <a:t>crop(image, 1, 3)</a:t>
            </a:r>
          </a:p>
        </p:txBody>
      </p:sp>
      <p:sp>
        <p:nvSpPr>
          <p:cNvPr id="9" name="명세: 끝 좌표 3은 제외">
            <a:extLst xmlns:a="http://schemas.openxmlformats.org/drawingml/2006/main">
              <a:ext uri="{FF2B5EF4-FFF2-40B4-BE49-F238E27FC236}">
                <a16:creationId xmlns:a16="http://schemas.microsoft.com/office/drawing/2014/main" id="{59C0700F-FCB1-4BDC-8E4B-18A02F59D8F2}"/>
              </a:ext>
            </a:extLst>
          </p:cNvPr>
          <p:cNvSpPr>
            <a:spLocks xmlns:a="http://schemas.openxmlformats.org/drawingml/2006/main" noGrp="1"/>
          </p:cNvSpPr>
          <p:nvPr/>
        </p:nvSpPr>
        <p:spPr>
          <a:xfrm xmlns:a="http://schemas.openxmlformats.org/drawingml/2006/main">
            <a:off x="609600" y="2600325"/>
            <a:ext cx="590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4D5A68"/>
                </a:solidFill>
                <a:latin typeface="Malgun Gothic"/>
                <a:ea typeface="Malgun Gothic"/>
                <a:cs typeface="Malgun Gothic"/>
              </a:defRPr>
            </a:defPPr>
            <a:lvl1pPr algn="l">
              <a:defRPr sz="1875" b="0">
                <a:solidFill>
                  <a:srgbClr val="4D5A68"/>
                </a:solidFill>
                <a:latin typeface="Malgun Gothic"/>
                <a:ea typeface="Malgun Gothic"/>
                <a:cs typeface="Malgun Gothic"/>
              </a:defRPr>
            </a:lvl1pPr>
            <a:lvl2pPr algn="l">
              <a:defRPr sz="1875" b="0">
                <a:solidFill>
                  <a:srgbClr val="4D5A68"/>
                </a:solidFill>
                <a:latin typeface="Malgun Gothic"/>
                <a:ea typeface="Malgun Gothic"/>
                <a:cs typeface="Malgun Gothic"/>
              </a:defRPr>
            </a:lvl2pPr>
            <a:lvl3pPr algn="l">
              <a:defRPr sz="1875" b="0">
                <a:solidFill>
                  <a:srgbClr val="4D5A68"/>
                </a:solidFill>
                <a:latin typeface="Malgun Gothic"/>
                <a:ea typeface="Malgun Gothic"/>
                <a:cs typeface="Malgun Gothic"/>
              </a:defRPr>
            </a:lvl3pPr>
            <a:lvl4pPr algn="l">
              <a:defRPr sz="1875" b="0">
                <a:solidFill>
                  <a:srgbClr val="4D5A68"/>
                </a:solidFill>
                <a:latin typeface="Malgun Gothic"/>
                <a:ea typeface="Malgun Gothic"/>
                <a:cs typeface="Malgun Gothic"/>
              </a:defRPr>
            </a:lvl4pPr>
            <a:lvl5pPr algn="l">
              <a:defRPr sz="1875" b="0">
                <a:solidFill>
                  <a:srgbClr val="4D5A68"/>
                </a:solidFill>
                <a:latin typeface="Malgun Gothic"/>
                <a:ea typeface="Malgun Gothic"/>
                <a:cs typeface="Malgun Gothic"/>
              </a:defRPr>
            </a:lvl5pPr>
            <a:lvl6pPr algn="l">
              <a:defRPr sz="1875" b="0">
                <a:solidFill>
                  <a:srgbClr val="4D5A68"/>
                </a:solidFill>
                <a:latin typeface="Malgun Gothic"/>
                <a:ea typeface="Malgun Gothic"/>
                <a:cs typeface="Malgun Gothic"/>
              </a:defRPr>
            </a:lvl6pPr>
            <a:lvl7pPr algn="l">
              <a:defRPr sz="1875" b="0">
                <a:solidFill>
                  <a:srgbClr val="4D5A68"/>
                </a:solidFill>
                <a:latin typeface="Malgun Gothic"/>
                <a:ea typeface="Malgun Gothic"/>
                <a:cs typeface="Malgun Gothic"/>
              </a:defRPr>
            </a:lvl7pPr>
            <a:lvl8pPr algn="l">
              <a:defRPr sz="1875" b="0">
                <a:solidFill>
                  <a:srgbClr val="4D5A68"/>
                </a:solidFill>
                <a:latin typeface="Malgun Gothic"/>
                <a:ea typeface="Malgun Gothic"/>
                <a:cs typeface="Malgun Gothic"/>
              </a:defRPr>
            </a:lvl8pPr>
            <a:lvl9pPr algn="l">
              <a:defRPr sz="1875" b="0">
                <a:solidFill>
                  <a:srgbClr val="4D5A68"/>
                </a:solidFill>
                <a:latin typeface="Malgun Gothic"/>
                <a:ea typeface="Malgun Gothic"/>
                <a:cs typeface="Malgun Gothic"/>
              </a:defRPr>
            </a:lvl9pPr>
          </a:lstStyle>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명세: 끝 좌표 3은 제외</a:t>
            </a:r>
          </a:p>
        </p:txBody>
      </p:sp>
      <p:sp>
        <p:nvSpPr>
          <p:cNvPr id="10" name="입력">
            <a:extLst xmlns:a="http://schemas.openxmlformats.org/drawingml/2006/main">
              <a:ext uri="{FF2B5EF4-FFF2-40B4-BE49-F238E27FC236}">
                <a16:creationId xmlns:a16="http://schemas.microsoft.com/office/drawing/2014/main" id="{82C06184-F354-4145-A215-F5934C7127EC}"/>
              </a:ext>
            </a:extLst>
          </p:cNvPr>
          <p:cNvSpPr>
            <a:spLocks xmlns:a="http://schemas.openxmlformats.org/drawingml/2006/main" noGrp="1"/>
          </p:cNvSpPr>
          <p:nvPr/>
        </p:nvSpPr>
        <p:spPr>
          <a:xfrm xmlns:a="http://schemas.openxmlformats.org/drawingml/2006/main">
            <a:off x="609600" y="3333750"/>
            <a:ext cx="685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Malgun Gothic"/>
                <a:ea typeface="Malgun Gothic"/>
                <a:cs typeface="Malgun Gothic"/>
              </a:defRPr>
            </a:defPPr>
            <a:lvl1pPr algn="l">
              <a:defRPr sz="1800" b="1">
                <a:solidFill>
                  <a:srgbClr val="4D5A68"/>
                </a:solidFill>
                <a:latin typeface="Malgun Gothic"/>
                <a:ea typeface="Malgun Gothic"/>
                <a:cs typeface="Malgun Gothic"/>
              </a:defRPr>
            </a:lvl1pPr>
            <a:lvl2pPr algn="l">
              <a:defRPr sz="1800" b="1">
                <a:solidFill>
                  <a:srgbClr val="4D5A68"/>
                </a:solidFill>
                <a:latin typeface="Malgun Gothic"/>
                <a:ea typeface="Malgun Gothic"/>
                <a:cs typeface="Malgun Gothic"/>
              </a:defRPr>
            </a:lvl2pPr>
            <a:lvl3pPr algn="l">
              <a:defRPr sz="1800" b="1">
                <a:solidFill>
                  <a:srgbClr val="4D5A68"/>
                </a:solidFill>
                <a:latin typeface="Malgun Gothic"/>
                <a:ea typeface="Malgun Gothic"/>
                <a:cs typeface="Malgun Gothic"/>
              </a:defRPr>
            </a:lvl3pPr>
            <a:lvl4pPr algn="l">
              <a:defRPr sz="1800" b="1">
                <a:solidFill>
                  <a:srgbClr val="4D5A68"/>
                </a:solidFill>
                <a:latin typeface="Malgun Gothic"/>
                <a:ea typeface="Malgun Gothic"/>
                <a:cs typeface="Malgun Gothic"/>
              </a:defRPr>
            </a:lvl4pPr>
            <a:lvl5pPr algn="l">
              <a:defRPr sz="1800" b="1">
                <a:solidFill>
                  <a:srgbClr val="4D5A68"/>
                </a:solidFill>
                <a:latin typeface="Malgun Gothic"/>
                <a:ea typeface="Malgun Gothic"/>
                <a:cs typeface="Malgun Gothic"/>
              </a:defRPr>
            </a:lvl5pPr>
            <a:lvl6pPr algn="l">
              <a:defRPr sz="1800" b="1">
                <a:solidFill>
                  <a:srgbClr val="4D5A68"/>
                </a:solidFill>
                <a:latin typeface="Malgun Gothic"/>
                <a:ea typeface="Malgun Gothic"/>
                <a:cs typeface="Malgun Gothic"/>
              </a:defRPr>
            </a:lvl6pPr>
            <a:lvl7pPr algn="l">
              <a:defRPr sz="1800" b="1">
                <a:solidFill>
                  <a:srgbClr val="4D5A68"/>
                </a:solidFill>
                <a:latin typeface="Malgun Gothic"/>
                <a:ea typeface="Malgun Gothic"/>
                <a:cs typeface="Malgun Gothic"/>
              </a:defRPr>
            </a:lvl7pPr>
            <a:lvl8pPr algn="l">
              <a:defRPr sz="1800" b="1">
                <a:solidFill>
                  <a:srgbClr val="4D5A68"/>
                </a:solidFill>
                <a:latin typeface="Malgun Gothic"/>
                <a:ea typeface="Malgun Gothic"/>
                <a:cs typeface="Malgun Gothic"/>
              </a:defRPr>
            </a:lvl8pPr>
            <a:lvl9pPr algn="l">
              <a:defRPr sz="1800" b="1">
                <a:solidFill>
                  <a:srgbClr val="4D5A68"/>
                </a:solidFill>
                <a:latin typeface="Malgun Gothic"/>
                <a:ea typeface="Malgun Gothic"/>
                <a:cs typeface="Malgun Gothic"/>
              </a:defRPr>
            </a:lvl9pPr>
          </a:lstStyle>
          <a:p xmlns:a="http://schemas.openxmlformats.org/drawingml/2006/main">
            <a:pPr algn="l">
              <a:defRPr sz="1800" b="1">
                <a:solidFill>
                  <a:srgbClr val="4D5A68"/>
                </a:solidFill>
                <a:latin typeface="Malgun Gothic"/>
                <a:ea typeface="Malgun Gothic"/>
                <a:cs typeface="Malgun Gothic"/>
              </a:defRPr>
            </a:pPr>
            <a:r>
              <a:rPr sz="1800" b="1">
                <a:solidFill>
                  <a:srgbClr val="4D5A68"/>
                </a:solidFill>
                <a:latin typeface="Malgun Gothic"/>
                <a:ea typeface="Malgun Gothic"/>
                <a:cs typeface="Malgun Gothic"/>
              </a:rPr>
              <a:t>입력</a:t>
            </a:r>
          </a:p>
        </p:txBody>
      </p:sp>
      <p:sp>
        <p:nvSpPr>
          <p:cNvPr id="11" name="0">
            <a:extLst xmlns:a="http://schemas.openxmlformats.org/drawingml/2006/main">
              <a:ext uri="{FF2B5EF4-FFF2-40B4-BE49-F238E27FC236}">
                <a16:creationId xmlns:a16="http://schemas.microsoft.com/office/drawing/2014/main" id="{DA56EF00-D045-44DC-A7BD-7BC2BF5C1FF3}"/>
              </a:ext>
            </a:extLst>
          </p:cNvPr>
          <p:cNvSpPr>
            <a:spLocks xmlns:a="http://schemas.openxmlformats.org/drawingml/2006/main" noGrp="1"/>
          </p:cNvSpPr>
          <p:nvPr/>
        </p:nvSpPr>
        <p:spPr>
          <a:xfrm xmlns:a="http://schemas.openxmlformats.org/drawingml/2006/main">
            <a:off x="1485900" y="30099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0">
                <a:solidFill>
                  <a:srgbClr val="4D5A68"/>
                </a:solidFill>
                <a:latin typeface="Malgun Gothic"/>
                <a:ea typeface="Malgun Gothic"/>
                <a:cs typeface="Malgun Gothic"/>
              </a:defRPr>
            </a:defPPr>
            <a:lvl1pPr algn="ctr">
              <a:defRPr sz="1575" b="0">
                <a:solidFill>
                  <a:srgbClr val="4D5A68"/>
                </a:solidFill>
                <a:latin typeface="Malgun Gothic"/>
                <a:ea typeface="Malgun Gothic"/>
                <a:cs typeface="Malgun Gothic"/>
              </a:defRPr>
            </a:lvl1pPr>
            <a:lvl2pPr algn="ctr">
              <a:defRPr sz="1575" b="0">
                <a:solidFill>
                  <a:srgbClr val="4D5A68"/>
                </a:solidFill>
                <a:latin typeface="Malgun Gothic"/>
                <a:ea typeface="Malgun Gothic"/>
                <a:cs typeface="Malgun Gothic"/>
              </a:defRPr>
            </a:lvl2pPr>
            <a:lvl3pPr algn="ctr">
              <a:defRPr sz="1575" b="0">
                <a:solidFill>
                  <a:srgbClr val="4D5A68"/>
                </a:solidFill>
                <a:latin typeface="Malgun Gothic"/>
                <a:ea typeface="Malgun Gothic"/>
                <a:cs typeface="Malgun Gothic"/>
              </a:defRPr>
            </a:lvl3pPr>
            <a:lvl4pPr algn="ctr">
              <a:defRPr sz="1575" b="0">
                <a:solidFill>
                  <a:srgbClr val="4D5A68"/>
                </a:solidFill>
                <a:latin typeface="Malgun Gothic"/>
                <a:ea typeface="Malgun Gothic"/>
                <a:cs typeface="Malgun Gothic"/>
              </a:defRPr>
            </a:lvl4pPr>
            <a:lvl5pPr algn="ctr">
              <a:defRPr sz="1575" b="0">
                <a:solidFill>
                  <a:srgbClr val="4D5A68"/>
                </a:solidFill>
                <a:latin typeface="Malgun Gothic"/>
                <a:ea typeface="Malgun Gothic"/>
                <a:cs typeface="Malgun Gothic"/>
              </a:defRPr>
            </a:lvl5pPr>
            <a:lvl6pPr algn="ctr">
              <a:defRPr sz="1575" b="0">
                <a:solidFill>
                  <a:srgbClr val="4D5A68"/>
                </a:solidFill>
                <a:latin typeface="Malgun Gothic"/>
                <a:ea typeface="Malgun Gothic"/>
                <a:cs typeface="Malgun Gothic"/>
              </a:defRPr>
            </a:lvl6pPr>
            <a:lvl7pPr algn="ctr">
              <a:defRPr sz="1575" b="0">
                <a:solidFill>
                  <a:srgbClr val="4D5A68"/>
                </a:solidFill>
                <a:latin typeface="Malgun Gothic"/>
                <a:ea typeface="Malgun Gothic"/>
                <a:cs typeface="Malgun Gothic"/>
              </a:defRPr>
            </a:lvl7pPr>
            <a:lvl8pPr algn="ctr">
              <a:defRPr sz="1575" b="0">
                <a:solidFill>
                  <a:srgbClr val="4D5A68"/>
                </a:solidFill>
                <a:latin typeface="Malgun Gothic"/>
                <a:ea typeface="Malgun Gothic"/>
                <a:cs typeface="Malgun Gothic"/>
              </a:defRPr>
            </a:lvl8pPr>
            <a:lvl9pPr algn="ctr">
              <a:defRPr sz="1575" b="0">
                <a:solidFill>
                  <a:srgbClr val="4D5A68"/>
                </a:solidFill>
                <a:latin typeface="Malgun Gothic"/>
                <a:ea typeface="Malgun Gothic"/>
                <a:cs typeface="Malgun Gothic"/>
              </a:defRPr>
            </a:lvl9pPr>
          </a:lstStyle>
          <a:p xmlns:a="http://schemas.openxmlformats.org/drawingml/2006/main">
            <a:pPr algn="ctr">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0</a:t>
            </a:r>
          </a:p>
        </p:txBody>
      </p:sp>
      <p:sp>
        <p:nvSpPr>
          <p:cNvPr id="12" name="1">
            <a:extLst xmlns:a="http://schemas.openxmlformats.org/drawingml/2006/main">
              <a:ext uri="{FF2B5EF4-FFF2-40B4-BE49-F238E27FC236}">
                <a16:creationId xmlns:a16="http://schemas.microsoft.com/office/drawing/2014/main" id="{90434A38-EF79-461D-A16E-85B3C5E2F6D7}"/>
              </a:ext>
            </a:extLst>
          </p:cNvPr>
          <p:cNvSpPr>
            <a:spLocks xmlns:a="http://schemas.openxmlformats.org/drawingml/2006/main" noGrp="1"/>
          </p:cNvSpPr>
          <p:nvPr/>
        </p:nvSpPr>
        <p:spPr>
          <a:xfrm xmlns:a="http://schemas.openxmlformats.org/drawingml/2006/main">
            <a:off x="2114550" y="30099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0">
                <a:solidFill>
                  <a:srgbClr val="4D5A68"/>
                </a:solidFill>
                <a:latin typeface="Malgun Gothic"/>
                <a:ea typeface="Malgun Gothic"/>
                <a:cs typeface="Malgun Gothic"/>
              </a:defRPr>
            </a:defPPr>
            <a:lvl1pPr algn="ctr">
              <a:defRPr sz="1575" b="0">
                <a:solidFill>
                  <a:srgbClr val="4D5A68"/>
                </a:solidFill>
                <a:latin typeface="Malgun Gothic"/>
                <a:ea typeface="Malgun Gothic"/>
                <a:cs typeface="Malgun Gothic"/>
              </a:defRPr>
            </a:lvl1pPr>
            <a:lvl2pPr algn="ctr">
              <a:defRPr sz="1575" b="0">
                <a:solidFill>
                  <a:srgbClr val="4D5A68"/>
                </a:solidFill>
                <a:latin typeface="Malgun Gothic"/>
                <a:ea typeface="Malgun Gothic"/>
                <a:cs typeface="Malgun Gothic"/>
              </a:defRPr>
            </a:lvl2pPr>
            <a:lvl3pPr algn="ctr">
              <a:defRPr sz="1575" b="0">
                <a:solidFill>
                  <a:srgbClr val="4D5A68"/>
                </a:solidFill>
                <a:latin typeface="Malgun Gothic"/>
                <a:ea typeface="Malgun Gothic"/>
                <a:cs typeface="Malgun Gothic"/>
              </a:defRPr>
            </a:lvl3pPr>
            <a:lvl4pPr algn="ctr">
              <a:defRPr sz="1575" b="0">
                <a:solidFill>
                  <a:srgbClr val="4D5A68"/>
                </a:solidFill>
                <a:latin typeface="Malgun Gothic"/>
                <a:ea typeface="Malgun Gothic"/>
                <a:cs typeface="Malgun Gothic"/>
              </a:defRPr>
            </a:lvl4pPr>
            <a:lvl5pPr algn="ctr">
              <a:defRPr sz="1575" b="0">
                <a:solidFill>
                  <a:srgbClr val="4D5A68"/>
                </a:solidFill>
                <a:latin typeface="Malgun Gothic"/>
                <a:ea typeface="Malgun Gothic"/>
                <a:cs typeface="Malgun Gothic"/>
              </a:defRPr>
            </a:lvl5pPr>
            <a:lvl6pPr algn="ctr">
              <a:defRPr sz="1575" b="0">
                <a:solidFill>
                  <a:srgbClr val="4D5A68"/>
                </a:solidFill>
                <a:latin typeface="Malgun Gothic"/>
                <a:ea typeface="Malgun Gothic"/>
                <a:cs typeface="Malgun Gothic"/>
              </a:defRPr>
            </a:lvl6pPr>
            <a:lvl7pPr algn="ctr">
              <a:defRPr sz="1575" b="0">
                <a:solidFill>
                  <a:srgbClr val="4D5A68"/>
                </a:solidFill>
                <a:latin typeface="Malgun Gothic"/>
                <a:ea typeface="Malgun Gothic"/>
                <a:cs typeface="Malgun Gothic"/>
              </a:defRPr>
            </a:lvl7pPr>
            <a:lvl8pPr algn="ctr">
              <a:defRPr sz="1575" b="0">
                <a:solidFill>
                  <a:srgbClr val="4D5A68"/>
                </a:solidFill>
                <a:latin typeface="Malgun Gothic"/>
                <a:ea typeface="Malgun Gothic"/>
                <a:cs typeface="Malgun Gothic"/>
              </a:defRPr>
            </a:lvl8pPr>
            <a:lvl9pPr algn="ctr">
              <a:defRPr sz="1575" b="0">
                <a:solidFill>
                  <a:srgbClr val="4D5A68"/>
                </a:solidFill>
                <a:latin typeface="Malgun Gothic"/>
                <a:ea typeface="Malgun Gothic"/>
                <a:cs typeface="Malgun Gothic"/>
              </a:defRPr>
            </a:lvl9pPr>
          </a:lstStyle>
          <a:p xmlns:a="http://schemas.openxmlformats.org/drawingml/2006/main">
            <a:pPr algn="ctr">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1</a:t>
            </a:r>
          </a:p>
        </p:txBody>
      </p:sp>
      <p:sp>
        <p:nvSpPr>
          <p:cNvPr id="13" name="2">
            <a:extLst xmlns:a="http://schemas.openxmlformats.org/drawingml/2006/main">
              <a:ext uri="{FF2B5EF4-FFF2-40B4-BE49-F238E27FC236}">
                <a16:creationId xmlns:a16="http://schemas.microsoft.com/office/drawing/2014/main" id="{5335D081-752D-4963-AC71-1CA0C4815C7D}"/>
              </a:ext>
            </a:extLst>
          </p:cNvPr>
          <p:cNvSpPr>
            <a:spLocks xmlns:a="http://schemas.openxmlformats.org/drawingml/2006/main" noGrp="1"/>
          </p:cNvSpPr>
          <p:nvPr/>
        </p:nvSpPr>
        <p:spPr>
          <a:xfrm xmlns:a="http://schemas.openxmlformats.org/drawingml/2006/main">
            <a:off x="2743200" y="30099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0">
                <a:solidFill>
                  <a:srgbClr val="4D5A68"/>
                </a:solidFill>
                <a:latin typeface="Malgun Gothic"/>
                <a:ea typeface="Malgun Gothic"/>
                <a:cs typeface="Malgun Gothic"/>
              </a:defRPr>
            </a:defPPr>
            <a:lvl1pPr algn="ctr">
              <a:defRPr sz="1575" b="0">
                <a:solidFill>
                  <a:srgbClr val="4D5A68"/>
                </a:solidFill>
                <a:latin typeface="Malgun Gothic"/>
                <a:ea typeface="Malgun Gothic"/>
                <a:cs typeface="Malgun Gothic"/>
              </a:defRPr>
            </a:lvl1pPr>
            <a:lvl2pPr algn="ctr">
              <a:defRPr sz="1575" b="0">
                <a:solidFill>
                  <a:srgbClr val="4D5A68"/>
                </a:solidFill>
                <a:latin typeface="Malgun Gothic"/>
                <a:ea typeface="Malgun Gothic"/>
                <a:cs typeface="Malgun Gothic"/>
              </a:defRPr>
            </a:lvl2pPr>
            <a:lvl3pPr algn="ctr">
              <a:defRPr sz="1575" b="0">
                <a:solidFill>
                  <a:srgbClr val="4D5A68"/>
                </a:solidFill>
                <a:latin typeface="Malgun Gothic"/>
                <a:ea typeface="Malgun Gothic"/>
                <a:cs typeface="Malgun Gothic"/>
              </a:defRPr>
            </a:lvl3pPr>
            <a:lvl4pPr algn="ctr">
              <a:defRPr sz="1575" b="0">
                <a:solidFill>
                  <a:srgbClr val="4D5A68"/>
                </a:solidFill>
                <a:latin typeface="Malgun Gothic"/>
                <a:ea typeface="Malgun Gothic"/>
                <a:cs typeface="Malgun Gothic"/>
              </a:defRPr>
            </a:lvl4pPr>
            <a:lvl5pPr algn="ctr">
              <a:defRPr sz="1575" b="0">
                <a:solidFill>
                  <a:srgbClr val="4D5A68"/>
                </a:solidFill>
                <a:latin typeface="Malgun Gothic"/>
                <a:ea typeface="Malgun Gothic"/>
                <a:cs typeface="Malgun Gothic"/>
              </a:defRPr>
            </a:lvl5pPr>
            <a:lvl6pPr algn="ctr">
              <a:defRPr sz="1575" b="0">
                <a:solidFill>
                  <a:srgbClr val="4D5A68"/>
                </a:solidFill>
                <a:latin typeface="Malgun Gothic"/>
                <a:ea typeface="Malgun Gothic"/>
                <a:cs typeface="Malgun Gothic"/>
              </a:defRPr>
            </a:lvl6pPr>
            <a:lvl7pPr algn="ctr">
              <a:defRPr sz="1575" b="0">
                <a:solidFill>
                  <a:srgbClr val="4D5A68"/>
                </a:solidFill>
                <a:latin typeface="Malgun Gothic"/>
                <a:ea typeface="Malgun Gothic"/>
                <a:cs typeface="Malgun Gothic"/>
              </a:defRPr>
            </a:lvl7pPr>
            <a:lvl8pPr algn="ctr">
              <a:defRPr sz="1575" b="0">
                <a:solidFill>
                  <a:srgbClr val="4D5A68"/>
                </a:solidFill>
                <a:latin typeface="Malgun Gothic"/>
                <a:ea typeface="Malgun Gothic"/>
                <a:cs typeface="Malgun Gothic"/>
              </a:defRPr>
            </a:lvl8pPr>
            <a:lvl9pPr algn="ctr">
              <a:defRPr sz="1575" b="0">
                <a:solidFill>
                  <a:srgbClr val="4D5A68"/>
                </a:solidFill>
                <a:latin typeface="Malgun Gothic"/>
                <a:ea typeface="Malgun Gothic"/>
                <a:cs typeface="Malgun Gothic"/>
              </a:defRPr>
            </a:lvl9pPr>
          </a:lstStyle>
          <a:p xmlns:a="http://schemas.openxmlformats.org/drawingml/2006/main">
            <a:pPr algn="ctr">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2</a:t>
            </a:r>
          </a:p>
        </p:txBody>
      </p:sp>
      <p:sp>
        <p:nvSpPr>
          <p:cNvPr id="14" name="3">
            <a:extLst xmlns:a="http://schemas.openxmlformats.org/drawingml/2006/main">
              <a:ext uri="{FF2B5EF4-FFF2-40B4-BE49-F238E27FC236}">
                <a16:creationId xmlns:a16="http://schemas.microsoft.com/office/drawing/2014/main" id="{E8C7D016-E984-4A91-95E8-B9AB5515B09A}"/>
              </a:ext>
            </a:extLst>
          </p:cNvPr>
          <p:cNvSpPr>
            <a:spLocks xmlns:a="http://schemas.openxmlformats.org/drawingml/2006/main" noGrp="1"/>
          </p:cNvSpPr>
          <p:nvPr/>
        </p:nvSpPr>
        <p:spPr>
          <a:xfrm xmlns:a="http://schemas.openxmlformats.org/drawingml/2006/main">
            <a:off x="3371850" y="30099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0">
                <a:solidFill>
                  <a:srgbClr val="4D5A68"/>
                </a:solidFill>
                <a:latin typeface="Malgun Gothic"/>
                <a:ea typeface="Malgun Gothic"/>
                <a:cs typeface="Malgun Gothic"/>
              </a:defRPr>
            </a:defPPr>
            <a:lvl1pPr algn="ctr">
              <a:defRPr sz="1575" b="0">
                <a:solidFill>
                  <a:srgbClr val="4D5A68"/>
                </a:solidFill>
                <a:latin typeface="Malgun Gothic"/>
                <a:ea typeface="Malgun Gothic"/>
                <a:cs typeface="Malgun Gothic"/>
              </a:defRPr>
            </a:lvl1pPr>
            <a:lvl2pPr algn="ctr">
              <a:defRPr sz="1575" b="0">
                <a:solidFill>
                  <a:srgbClr val="4D5A68"/>
                </a:solidFill>
                <a:latin typeface="Malgun Gothic"/>
                <a:ea typeface="Malgun Gothic"/>
                <a:cs typeface="Malgun Gothic"/>
              </a:defRPr>
            </a:lvl2pPr>
            <a:lvl3pPr algn="ctr">
              <a:defRPr sz="1575" b="0">
                <a:solidFill>
                  <a:srgbClr val="4D5A68"/>
                </a:solidFill>
                <a:latin typeface="Malgun Gothic"/>
                <a:ea typeface="Malgun Gothic"/>
                <a:cs typeface="Malgun Gothic"/>
              </a:defRPr>
            </a:lvl3pPr>
            <a:lvl4pPr algn="ctr">
              <a:defRPr sz="1575" b="0">
                <a:solidFill>
                  <a:srgbClr val="4D5A68"/>
                </a:solidFill>
                <a:latin typeface="Malgun Gothic"/>
                <a:ea typeface="Malgun Gothic"/>
                <a:cs typeface="Malgun Gothic"/>
              </a:defRPr>
            </a:lvl4pPr>
            <a:lvl5pPr algn="ctr">
              <a:defRPr sz="1575" b="0">
                <a:solidFill>
                  <a:srgbClr val="4D5A68"/>
                </a:solidFill>
                <a:latin typeface="Malgun Gothic"/>
                <a:ea typeface="Malgun Gothic"/>
                <a:cs typeface="Malgun Gothic"/>
              </a:defRPr>
            </a:lvl5pPr>
            <a:lvl6pPr algn="ctr">
              <a:defRPr sz="1575" b="0">
                <a:solidFill>
                  <a:srgbClr val="4D5A68"/>
                </a:solidFill>
                <a:latin typeface="Malgun Gothic"/>
                <a:ea typeface="Malgun Gothic"/>
                <a:cs typeface="Malgun Gothic"/>
              </a:defRPr>
            </a:lvl6pPr>
            <a:lvl7pPr algn="ctr">
              <a:defRPr sz="1575" b="0">
                <a:solidFill>
                  <a:srgbClr val="4D5A68"/>
                </a:solidFill>
                <a:latin typeface="Malgun Gothic"/>
                <a:ea typeface="Malgun Gothic"/>
                <a:cs typeface="Malgun Gothic"/>
              </a:defRPr>
            </a:lvl7pPr>
            <a:lvl8pPr algn="ctr">
              <a:defRPr sz="1575" b="0">
                <a:solidFill>
                  <a:srgbClr val="4D5A68"/>
                </a:solidFill>
                <a:latin typeface="Malgun Gothic"/>
                <a:ea typeface="Malgun Gothic"/>
                <a:cs typeface="Malgun Gothic"/>
              </a:defRPr>
            </a:lvl8pPr>
            <a:lvl9pPr algn="ctr">
              <a:defRPr sz="1575" b="0">
                <a:solidFill>
                  <a:srgbClr val="4D5A68"/>
                </a:solidFill>
                <a:latin typeface="Malgun Gothic"/>
                <a:ea typeface="Malgun Gothic"/>
                <a:cs typeface="Malgun Gothic"/>
              </a:defRPr>
            </a:lvl9pPr>
          </a:lstStyle>
          <a:p xmlns:a="http://schemas.openxmlformats.org/drawingml/2006/main">
            <a:pPr algn="ctr">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3</a:t>
            </a:r>
          </a:p>
        </p:txBody>
      </p:sp>
      <p:sp>
        <p:nvSpPr>
          <p:cNvPr id="15" name="">
            <a:extLst xmlns:a="http://schemas.openxmlformats.org/drawingml/2006/main">
              <a:ext uri="{FF2B5EF4-FFF2-40B4-BE49-F238E27FC236}">
                <a16:creationId xmlns:a16="http://schemas.microsoft.com/office/drawing/2014/main" id="{7A8FF711-E276-4247-995A-4FFC0A19377D}"/>
              </a:ext>
            </a:extLst>
          </p:cNvPr>
          <p:cNvSpPr>
            <a:spLocks xmlns:a="http://schemas.openxmlformats.org/drawingml/2006/main" noGrp="1"/>
          </p:cNvSpPr>
          <p:nvPr/>
        </p:nvSpPr>
        <p:spPr>
          <a:xfrm xmlns:a="http://schemas.openxmlformats.org/drawingml/2006/main">
            <a:off x="1485900" y="3305175"/>
            <a:ext cx="5905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6" name="1">
            <a:extLst xmlns:a="http://schemas.openxmlformats.org/drawingml/2006/main">
              <a:ext uri="{FF2B5EF4-FFF2-40B4-BE49-F238E27FC236}">
                <a16:creationId xmlns:a16="http://schemas.microsoft.com/office/drawing/2014/main" id="{0731F2BE-0429-4198-A696-110128563D62}"/>
              </a:ext>
            </a:extLst>
          </p:cNvPr>
          <p:cNvSpPr>
            <a:spLocks xmlns:a="http://schemas.openxmlformats.org/drawingml/2006/main" noGrp="1"/>
          </p:cNvSpPr>
          <p:nvPr/>
        </p:nvSpPr>
        <p:spPr>
          <a:xfrm xmlns:a="http://schemas.openxmlformats.org/drawingml/2006/main">
            <a:off x="1485900" y="33051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1</a:t>
            </a:r>
          </a:p>
        </p:txBody>
      </p:sp>
      <p:sp>
        <p:nvSpPr>
          <p:cNvPr id="17" name="">
            <a:extLst xmlns:a="http://schemas.openxmlformats.org/drawingml/2006/main">
              <a:ext uri="{FF2B5EF4-FFF2-40B4-BE49-F238E27FC236}">
                <a16:creationId xmlns:a16="http://schemas.microsoft.com/office/drawing/2014/main" id="{9DA903F7-5D7E-4F1D-B1E4-095A7F31C349}"/>
              </a:ext>
            </a:extLst>
          </p:cNvPr>
          <p:cNvSpPr>
            <a:spLocks xmlns:a="http://schemas.openxmlformats.org/drawingml/2006/main" noGrp="1"/>
          </p:cNvSpPr>
          <p:nvPr/>
        </p:nvSpPr>
        <p:spPr>
          <a:xfrm xmlns:a="http://schemas.openxmlformats.org/drawingml/2006/main">
            <a:off x="2114550" y="3305175"/>
            <a:ext cx="590550" cy="5905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8" name="2">
            <a:extLst xmlns:a="http://schemas.openxmlformats.org/drawingml/2006/main">
              <a:ext uri="{FF2B5EF4-FFF2-40B4-BE49-F238E27FC236}">
                <a16:creationId xmlns:a16="http://schemas.microsoft.com/office/drawing/2014/main" id="{8D488C02-482D-46BF-BA1D-3DC03473F87A}"/>
              </a:ext>
            </a:extLst>
          </p:cNvPr>
          <p:cNvSpPr>
            <a:spLocks xmlns:a="http://schemas.openxmlformats.org/drawingml/2006/main" noGrp="1"/>
          </p:cNvSpPr>
          <p:nvPr/>
        </p:nvSpPr>
        <p:spPr>
          <a:xfrm xmlns:a="http://schemas.openxmlformats.org/drawingml/2006/main">
            <a:off x="2114550" y="33051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2</a:t>
            </a:r>
          </a:p>
        </p:txBody>
      </p:sp>
      <p:sp>
        <p:nvSpPr>
          <p:cNvPr id="19" name="">
            <a:extLst xmlns:a="http://schemas.openxmlformats.org/drawingml/2006/main">
              <a:ext uri="{FF2B5EF4-FFF2-40B4-BE49-F238E27FC236}">
                <a16:creationId xmlns:a16="http://schemas.microsoft.com/office/drawing/2014/main" id="{E05C9945-C4A0-4052-849A-28675AB9F10D}"/>
              </a:ext>
            </a:extLst>
          </p:cNvPr>
          <p:cNvSpPr>
            <a:spLocks xmlns:a="http://schemas.openxmlformats.org/drawingml/2006/main" noGrp="1"/>
          </p:cNvSpPr>
          <p:nvPr/>
        </p:nvSpPr>
        <p:spPr>
          <a:xfrm xmlns:a="http://schemas.openxmlformats.org/drawingml/2006/main">
            <a:off x="2743200" y="3305175"/>
            <a:ext cx="590550" cy="5905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20" name="3">
            <a:extLst xmlns:a="http://schemas.openxmlformats.org/drawingml/2006/main">
              <a:ext uri="{FF2B5EF4-FFF2-40B4-BE49-F238E27FC236}">
                <a16:creationId xmlns:a16="http://schemas.microsoft.com/office/drawing/2014/main" id="{BDDD467F-A4B7-476A-89A4-1C89D881BFDA}"/>
              </a:ext>
            </a:extLst>
          </p:cNvPr>
          <p:cNvSpPr>
            <a:spLocks xmlns:a="http://schemas.openxmlformats.org/drawingml/2006/main" noGrp="1"/>
          </p:cNvSpPr>
          <p:nvPr/>
        </p:nvSpPr>
        <p:spPr>
          <a:xfrm xmlns:a="http://schemas.openxmlformats.org/drawingml/2006/main">
            <a:off x="2743200" y="33051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3</a:t>
            </a:r>
          </a:p>
        </p:txBody>
      </p:sp>
      <p:sp>
        <p:nvSpPr>
          <p:cNvPr id="21" name="">
            <a:extLst xmlns:a="http://schemas.openxmlformats.org/drawingml/2006/main">
              <a:ext uri="{FF2B5EF4-FFF2-40B4-BE49-F238E27FC236}">
                <a16:creationId xmlns:a16="http://schemas.microsoft.com/office/drawing/2014/main" id="{460660C1-2ECF-4BE7-A2A1-DF9164B5F92E}"/>
              </a:ext>
            </a:extLst>
          </p:cNvPr>
          <p:cNvSpPr>
            <a:spLocks xmlns:a="http://schemas.openxmlformats.org/drawingml/2006/main" noGrp="1"/>
          </p:cNvSpPr>
          <p:nvPr/>
        </p:nvSpPr>
        <p:spPr>
          <a:xfrm xmlns:a="http://schemas.openxmlformats.org/drawingml/2006/main">
            <a:off x="3371850" y="3305175"/>
            <a:ext cx="5905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2" name="4">
            <a:extLst xmlns:a="http://schemas.openxmlformats.org/drawingml/2006/main">
              <a:ext uri="{FF2B5EF4-FFF2-40B4-BE49-F238E27FC236}">
                <a16:creationId xmlns:a16="http://schemas.microsoft.com/office/drawing/2014/main" id="{76FF31F2-ECFF-4BD2-8D41-103EFE0878D9}"/>
              </a:ext>
            </a:extLst>
          </p:cNvPr>
          <p:cNvSpPr>
            <a:spLocks xmlns:a="http://schemas.openxmlformats.org/drawingml/2006/main" noGrp="1"/>
          </p:cNvSpPr>
          <p:nvPr/>
        </p:nvSpPr>
        <p:spPr>
          <a:xfrm xmlns:a="http://schemas.openxmlformats.org/drawingml/2006/main">
            <a:off x="3371850" y="33051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4</a:t>
            </a:r>
          </a:p>
        </p:txBody>
      </p:sp>
      <p:sp>
        <p:nvSpPr>
          <p:cNvPr id="23" name="첫 행만 표시">
            <a:extLst xmlns:a="http://schemas.openxmlformats.org/drawingml/2006/main">
              <a:ext uri="{FF2B5EF4-FFF2-40B4-BE49-F238E27FC236}">
                <a16:creationId xmlns:a16="http://schemas.microsoft.com/office/drawing/2014/main" id="{12F68C7E-0B77-481F-B27C-C0F38C6CD21D}"/>
              </a:ext>
            </a:extLst>
          </p:cNvPr>
          <p:cNvSpPr>
            <a:spLocks xmlns:a="http://schemas.openxmlformats.org/drawingml/2006/main" noGrp="1"/>
          </p:cNvSpPr>
          <p:nvPr/>
        </p:nvSpPr>
        <p:spPr>
          <a:xfrm xmlns:a="http://schemas.openxmlformats.org/drawingml/2006/main">
            <a:off x="4267200" y="34290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첫 행만 표시</a:t>
            </a:r>
          </a:p>
        </p:txBody>
      </p:sp>
      <p:sp>
        <p:nvSpPr>
          <p:cNvPr id="24" name="명세 · 폭 2">
            <a:extLst xmlns:a="http://schemas.openxmlformats.org/drawingml/2006/main">
              <a:ext uri="{FF2B5EF4-FFF2-40B4-BE49-F238E27FC236}">
                <a16:creationId xmlns:a16="http://schemas.microsoft.com/office/drawing/2014/main" id="{21A3246A-0548-469D-9AD0-70A61AEF9A47}"/>
              </a:ext>
            </a:extLst>
          </p:cNvPr>
          <p:cNvSpPr>
            <a:spLocks xmlns:a="http://schemas.openxmlformats.org/drawingml/2006/main" noGrp="1"/>
          </p:cNvSpPr>
          <p:nvPr/>
        </p:nvSpPr>
        <p:spPr>
          <a:xfrm xmlns:a="http://schemas.openxmlformats.org/drawingml/2006/main">
            <a:off x="609600" y="4143375"/>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명세 · 폭 2</a:t>
            </a:r>
          </a:p>
        </p:txBody>
      </p:sp>
      <p:sp>
        <p:nvSpPr>
          <p:cNvPr id="25" name="구현 · 폭 3">
            <a:extLst xmlns:a="http://schemas.openxmlformats.org/drawingml/2006/main">
              <a:ext uri="{FF2B5EF4-FFF2-40B4-BE49-F238E27FC236}">
                <a16:creationId xmlns:a16="http://schemas.microsoft.com/office/drawing/2014/main" id="{A144A1A1-D060-45A8-B750-9780C346D4CC}"/>
              </a:ext>
            </a:extLst>
          </p:cNvPr>
          <p:cNvSpPr>
            <a:spLocks xmlns:a="http://schemas.openxmlformats.org/drawingml/2006/main" noGrp="1"/>
          </p:cNvSpPr>
          <p:nvPr/>
        </p:nvSpPr>
        <p:spPr>
          <a:xfrm xmlns:a="http://schemas.openxmlformats.org/drawingml/2006/main">
            <a:off x="3714750" y="4143375"/>
            <a:ext cx="2800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B42318"/>
                </a:solidFill>
                <a:latin typeface="Malgun Gothic"/>
                <a:ea typeface="Malgun Gothic"/>
                <a:cs typeface="Malgun Gothic"/>
              </a:defRPr>
            </a:defPPr>
            <a:lvl1pPr algn="l">
              <a:defRPr sz="2100" b="1">
                <a:solidFill>
                  <a:srgbClr val="B42318"/>
                </a:solidFill>
                <a:latin typeface="Malgun Gothic"/>
                <a:ea typeface="Malgun Gothic"/>
                <a:cs typeface="Malgun Gothic"/>
              </a:defRPr>
            </a:lvl1pPr>
            <a:lvl2pPr algn="l">
              <a:defRPr sz="2100" b="1">
                <a:solidFill>
                  <a:srgbClr val="B42318"/>
                </a:solidFill>
                <a:latin typeface="Malgun Gothic"/>
                <a:ea typeface="Malgun Gothic"/>
                <a:cs typeface="Malgun Gothic"/>
              </a:defRPr>
            </a:lvl2pPr>
            <a:lvl3pPr algn="l">
              <a:defRPr sz="2100" b="1">
                <a:solidFill>
                  <a:srgbClr val="B42318"/>
                </a:solidFill>
                <a:latin typeface="Malgun Gothic"/>
                <a:ea typeface="Malgun Gothic"/>
                <a:cs typeface="Malgun Gothic"/>
              </a:defRPr>
            </a:lvl3pPr>
            <a:lvl4pPr algn="l">
              <a:defRPr sz="2100" b="1">
                <a:solidFill>
                  <a:srgbClr val="B42318"/>
                </a:solidFill>
                <a:latin typeface="Malgun Gothic"/>
                <a:ea typeface="Malgun Gothic"/>
                <a:cs typeface="Malgun Gothic"/>
              </a:defRPr>
            </a:lvl4pPr>
            <a:lvl5pPr algn="l">
              <a:defRPr sz="2100" b="1">
                <a:solidFill>
                  <a:srgbClr val="B42318"/>
                </a:solidFill>
                <a:latin typeface="Malgun Gothic"/>
                <a:ea typeface="Malgun Gothic"/>
                <a:cs typeface="Malgun Gothic"/>
              </a:defRPr>
            </a:lvl5pPr>
            <a:lvl6pPr algn="l">
              <a:defRPr sz="2100" b="1">
                <a:solidFill>
                  <a:srgbClr val="B42318"/>
                </a:solidFill>
                <a:latin typeface="Malgun Gothic"/>
                <a:ea typeface="Malgun Gothic"/>
                <a:cs typeface="Malgun Gothic"/>
              </a:defRPr>
            </a:lvl6pPr>
            <a:lvl7pPr algn="l">
              <a:defRPr sz="2100" b="1">
                <a:solidFill>
                  <a:srgbClr val="B42318"/>
                </a:solidFill>
                <a:latin typeface="Malgun Gothic"/>
                <a:ea typeface="Malgun Gothic"/>
                <a:cs typeface="Malgun Gothic"/>
              </a:defRPr>
            </a:lvl7pPr>
            <a:lvl8pPr algn="l">
              <a:defRPr sz="2100" b="1">
                <a:solidFill>
                  <a:srgbClr val="B42318"/>
                </a:solidFill>
                <a:latin typeface="Malgun Gothic"/>
                <a:ea typeface="Malgun Gothic"/>
                <a:cs typeface="Malgun Gothic"/>
              </a:defRPr>
            </a:lvl8pPr>
            <a:lvl9pPr algn="l">
              <a:defRPr sz="2100" b="1">
                <a:solidFill>
                  <a:srgbClr val="B42318"/>
                </a:solidFill>
                <a:latin typeface="Malgun Gothic"/>
                <a:ea typeface="Malgun Gothic"/>
                <a:cs typeface="Malgun Gothic"/>
              </a:defRPr>
            </a:lvl9pPr>
          </a:lstStyle>
          <a:p xmlns:a="http://schemas.openxmlformats.org/drawingml/2006/main">
            <a:pPr algn="l">
              <a:defRPr sz="2100" b="1">
                <a:solidFill>
                  <a:srgbClr val="B42318"/>
                </a:solidFill>
                <a:latin typeface="Malgun Gothic"/>
                <a:ea typeface="Malgun Gothic"/>
                <a:cs typeface="Malgun Gothic"/>
              </a:defRPr>
            </a:pPr>
            <a:r>
              <a:rPr sz="2100" b="1">
                <a:solidFill>
                  <a:srgbClr val="B42318"/>
                </a:solidFill>
                <a:latin typeface="Malgun Gothic"/>
                <a:ea typeface="Malgun Gothic"/>
                <a:cs typeface="Malgun Gothic"/>
              </a:rPr>
              <a:t>구현 · 폭 3</a:t>
            </a:r>
          </a:p>
        </p:txBody>
      </p:sp>
      <p:sp>
        <p:nvSpPr>
          <p:cNvPr id="26" name="">
            <a:extLst xmlns:a="http://schemas.openxmlformats.org/drawingml/2006/main">
              <a:ext uri="{FF2B5EF4-FFF2-40B4-BE49-F238E27FC236}">
                <a16:creationId xmlns:a16="http://schemas.microsoft.com/office/drawing/2014/main" id="{6FBA7751-F59B-4E45-8AFA-1C19A0C6D2E9}"/>
              </a:ext>
            </a:extLst>
          </p:cNvPr>
          <p:cNvSpPr>
            <a:spLocks xmlns:a="http://schemas.openxmlformats.org/drawingml/2006/main" noGrp="1"/>
          </p:cNvSpPr>
          <p:nvPr/>
        </p:nvSpPr>
        <p:spPr>
          <a:xfrm xmlns:a="http://schemas.openxmlformats.org/drawingml/2006/main">
            <a:off x="609600" y="4591050"/>
            <a:ext cx="571500" cy="57150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27" name="2">
            <a:extLst xmlns:a="http://schemas.openxmlformats.org/drawingml/2006/main">
              <a:ext uri="{FF2B5EF4-FFF2-40B4-BE49-F238E27FC236}">
                <a16:creationId xmlns:a16="http://schemas.microsoft.com/office/drawing/2014/main" id="{D9C65DD7-B62B-4EDA-B4FE-CF2058BD06A4}"/>
              </a:ext>
            </a:extLst>
          </p:cNvPr>
          <p:cNvSpPr>
            <a:spLocks xmlns:a="http://schemas.openxmlformats.org/drawingml/2006/main" noGrp="1"/>
          </p:cNvSpPr>
          <p:nvPr/>
        </p:nvSpPr>
        <p:spPr>
          <a:xfrm xmlns:a="http://schemas.openxmlformats.org/drawingml/2006/main">
            <a:off x="609600" y="45910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2</a:t>
            </a:r>
          </a:p>
        </p:txBody>
      </p:sp>
      <p:sp>
        <p:nvSpPr>
          <p:cNvPr id="28" name="">
            <a:extLst xmlns:a="http://schemas.openxmlformats.org/drawingml/2006/main">
              <a:ext uri="{FF2B5EF4-FFF2-40B4-BE49-F238E27FC236}">
                <a16:creationId xmlns:a16="http://schemas.microsoft.com/office/drawing/2014/main" id="{AAD090DA-A04D-45DA-9AFE-0DC856D389C2}"/>
              </a:ext>
            </a:extLst>
          </p:cNvPr>
          <p:cNvSpPr>
            <a:spLocks xmlns:a="http://schemas.openxmlformats.org/drawingml/2006/main" noGrp="1"/>
          </p:cNvSpPr>
          <p:nvPr/>
        </p:nvSpPr>
        <p:spPr>
          <a:xfrm xmlns:a="http://schemas.openxmlformats.org/drawingml/2006/main">
            <a:off x="1219200" y="4591050"/>
            <a:ext cx="571500" cy="57150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29" name="3">
            <a:extLst xmlns:a="http://schemas.openxmlformats.org/drawingml/2006/main">
              <a:ext uri="{FF2B5EF4-FFF2-40B4-BE49-F238E27FC236}">
                <a16:creationId xmlns:a16="http://schemas.microsoft.com/office/drawing/2014/main" id="{768F3AD6-B751-48E4-8DFD-AEF45CD8929E}"/>
              </a:ext>
            </a:extLst>
          </p:cNvPr>
          <p:cNvSpPr>
            <a:spLocks xmlns:a="http://schemas.openxmlformats.org/drawingml/2006/main" noGrp="1"/>
          </p:cNvSpPr>
          <p:nvPr/>
        </p:nvSpPr>
        <p:spPr>
          <a:xfrm xmlns:a="http://schemas.openxmlformats.org/drawingml/2006/main">
            <a:off x="1219200" y="45910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3</a:t>
            </a:r>
          </a:p>
        </p:txBody>
      </p:sp>
      <p:sp>
        <p:nvSpPr>
          <p:cNvPr id="30" name="">
            <a:extLst xmlns:a="http://schemas.openxmlformats.org/drawingml/2006/main">
              <a:ext uri="{FF2B5EF4-FFF2-40B4-BE49-F238E27FC236}">
                <a16:creationId xmlns:a16="http://schemas.microsoft.com/office/drawing/2014/main" id="{1204E986-E559-429C-A268-74EE82F2A595}"/>
              </a:ext>
            </a:extLst>
          </p:cNvPr>
          <p:cNvSpPr>
            <a:spLocks xmlns:a="http://schemas.openxmlformats.org/drawingml/2006/main" noGrp="1"/>
          </p:cNvSpPr>
          <p:nvPr/>
        </p:nvSpPr>
        <p:spPr>
          <a:xfrm xmlns:a="http://schemas.openxmlformats.org/drawingml/2006/main">
            <a:off x="3714750" y="4591050"/>
            <a:ext cx="571500" cy="57150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31" name="2">
            <a:extLst xmlns:a="http://schemas.openxmlformats.org/drawingml/2006/main">
              <a:ext uri="{FF2B5EF4-FFF2-40B4-BE49-F238E27FC236}">
                <a16:creationId xmlns:a16="http://schemas.microsoft.com/office/drawing/2014/main" id="{C1A9F694-09E0-4BE7-9BA6-14C8579101BA}"/>
              </a:ext>
            </a:extLst>
          </p:cNvPr>
          <p:cNvSpPr>
            <a:spLocks xmlns:a="http://schemas.openxmlformats.org/drawingml/2006/main" noGrp="1"/>
          </p:cNvSpPr>
          <p:nvPr/>
        </p:nvSpPr>
        <p:spPr>
          <a:xfrm xmlns:a="http://schemas.openxmlformats.org/drawingml/2006/main">
            <a:off x="3714750" y="45910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2</a:t>
            </a:r>
          </a:p>
        </p:txBody>
      </p:sp>
      <p:sp>
        <p:nvSpPr>
          <p:cNvPr id="32" name="">
            <a:extLst xmlns:a="http://schemas.openxmlformats.org/drawingml/2006/main">
              <a:ext uri="{FF2B5EF4-FFF2-40B4-BE49-F238E27FC236}">
                <a16:creationId xmlns:a16="http://schemas.microsoft.com/office/drawing/2014/main" id="{BBB5D324-2F78-436A-A098-9E26804349ED}"/>
              </a:ext>
            </a:extLst>
          </p:cNvPr>
          <p:cNvSpPr>
            <a:spLocks xmlns:a="http://schemas.openxmlformats.org/drawingml/2006/main" noGrp="1"/>
          </p:cNvSpPr>
          <p:nvPr/>
        </p:nvSpPr>
        <p:spPr>
          <a:xfrm xmlns:a="http://schemas.openxmlformats.org/drawingml/2006/main">
            <a:off x="4324350" y="4591050"/>
            <a:ext cx="571500" cy="57150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33" name="3">
            <a:extLst xmlns:a="http://schemas.openxmlformats.org/drawingml/2006/main">
              <a:ext uri="{FF2B5EF4-FFF2-40B4-BE49-F238E27FC236}">
                <a16:creationId xmlns:a16="http://schemas.microsoft.com/office/drawing/2014/main" id="{5901B74C-15C7-4CDE-9BDC-97C60800A03C}"/>
              </a:ext>
            </a:extLst>
          </p:cNvPr>
          <p:cNvSpPr>
            <a:spLocks xmlns:a="http://schemas.openxmlformats.org/drawingml/2006/main" noGrp="1"/>
          </p:cNvSpPr>
          <p:nvPr/>
        </p:nvSpPr>
        <p:spPr>
          <a:xfrm xmlns:a="http://schemas.openxmlformats.org/drawingml/2006/main">
            <a:off x="4324350" y="45910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3</a:t>
            </a:r>
          </a:p>
        </p:txBody>
      </p:sp>
      <p:sp>
        <p:nvSpPr>
          <p:cNvPr id="34" name="">
            <a:extLst xmlns:a="http://schemas.openxmlformats.org/drawingml/2006/main">
              <a:ext uri="{FF2B5EF4-FFF2-40B4-BE49-F238E27FC236}">
                <a16:creationId xmlns:a16="http://schemas.microsoft.com/office/drawing/2014/main" id="{AA4AA687-7C90-45AD-86FD-AF03F49516F9}"/>
              </a:ext>
            </a:extLst>
          </p:cNvPr>
          <p:cNvSpPr>
            <a:spLocks xmlns:a="http://schemas.openxmlformats.org/drawingml/2006/main" noGrp="1"/>
          </p:cNvSpPr>
          <p:nvPr/>
        </p:nvSpPr>
        <p:spPr>
          <a:xfrm xmlns:a="http://schemas.openxmlformats.org/drawingml/2006/main">
            <a:off x="4933950" y="4591050"/>
            <a:ext cx="571500" cy="571500"/>
          </a:xfrm>
          <a:prstGeom xmlns:a="http://schemas.openxmlformats.org/drawingml/2006/main" prst="rect">
            <a:avLst/>
          </a:prstGeom>
          <a:solidFill xmlns:a="http://schemas.openxmlformats.org/drawingml/2006/main">
            <a:srgbClr val="FBE4DF"/>
          </a:solidFill>
          <a:ln xmlns:a="http://schemas.openxmlformats.org/drawingml/2006/main" w="9525">
            <a:solidFill>
              <a:srgbClr val="C7D0DA"/>
            </a:solidFill>
            <a:prstDash val="solid"/>
          </a:ln>
        </p:spPr>
      </p:sp>
      <p:sp>
        <p:nvSpPr>
          <p:cNvPr id="35" name="4">
            <a:extLst xmlns:a="http://schemas.openxmlformats.org/drawingml/2006/main">
              <a:ext uri="{FF2B5EF4-FFF2-40B4-BE49-F238E27FC236}">
                <a16:creationId xmlns:a16="http://schemas.microsoft.com/office/drawing/2014/main" id="{5361A30D-2D72-4EB8-B494-FFBEA6964BDC}"/>
              </a:ext>
            </a:extLst>
          </p:cNvPr>
          <p:cNvSpPr>
            <a:spLocks xmlns:a="http://schemas.openxmlformats.org/drawingml/2006/main" noGrp="1"/>
          </p:cNvSpPr>
          <p:nvPr/>
        </p:nvSpPr>
        <p:spPr>
          <a:xfrm xmlns:a="http://schemas.openxmlformats.org/drawingml/2006/main">
            <a:off x="4933950" y="45910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4</a:t>
            </a:r>
          </a:p>
        </p:txBody>
      </p:sp>
      <p:sp>
        <p:nvSpPr>
          <p:cNvPr id="36" name="명세와 구현의 범위 불일치">
            <a:extLst xmlns:a="http://schemas.openxmlformats.org/drawingml/2006/main">
              <a:ext uri="{FF2B5EF4-FFF2-40B4-BE49-F238E27FC236}">
                <a16:creationId xmlns:a16="http://schemas.microsoft.com/office/drawing/2014/main" id="{E107CEA2-FD37-4611-A05A-0AD37A5C39EA}"/>
              </a:ext>
            </a:extLst>
          </p:cNvPr>
          <p:cNvSpPr>
            <a:spLocks xmlns:a="http://schemas.openxmlformats.org/drawingml/2006/main" noGrp="1"/>
          </p:cNvSpPr>
          <p:nvPr/>
        </p:nvSpPr>
        <p:spPr>
          <a:xfrm xmlns:a="http://schemas.openxmlformats.org/drawingml/2006/main">
            <a:off x="609600" y="532447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명세와 구현의 범위 불일치</a:t>
            </a:r>
          </a:p>
        </p:txBody>
      </p:sp>
      <p:sp>
        <p:nvSpPr>
          <p:cNvPr id="37" name="">
            <a:extLst xmlns:a="http://schemas.openxmlformats.org/drawingml/2006/main">
              <a:ext uri="{FF2B5EF4-FFF2-40B4-BE49-F238E27FC236}">
                <a16:creationId xmlns:a16="http://schemas.microsoft.com/office/drawing/2014/main" id="{1C0A0B38-BF8A-48CE-A838-9D57CADAFD7B}"/>
              </a:ext>
            </a:extLst>
          </p:cNvPr>
          <p:cNvSpPr>
            <a:spLocks xmlns:a="http://schemas.openxmlformats.org/drawingml/2006/main" noGrp="1"/>
          </p:cNvSpPr>
          <p:nvPr/>
        </p:nvSpPr>
        <p:spPr>
          <a:xfrm xmlns:a="http://schemas.openxmlformats.org/drawingml/2006/main">
            <a:off x="6743700" y="2152650"/>
            <a:ext cx="19050" cy="3457575"/>
          </a:xfrm>
          <a:prstGeom xmlns:a="http://schemas.openxmlformats.org/drawingml/2006/main" prst="rect">
            <a:avLst/>
          </a:prstGeom>
          <a:solidFill xmlns:a="http://schemas.openxmlformats.org/drawingml/2006/main">
            <a:srgbClr val="C7D0DA"/>
          </a:solidFill>
          <a:ln xmlns:a="http://schemas.openxmlformats.org/drawingml/2006/main" w="0">
            <a:noFill/>
            <a:prstDash val="solid"/>
          </a:ln>
        </p:spPr>
      </p:sp>
      <p:sp>
        <p:nvSpPr>
          <p:cNvPr id="38" name="조사에서 연결한 근거">
            <a:extLst xmlns:a="http://schemas.openxmlformats.org/drawingml/2006/main">
              <a:ext uri="{FF2B5EF4-FFF2-40B4-BE49-F238E27FC236}">
                <a16:creationId xmlns:a16="http://schemas.microsoft.com/office/drawing/2014/main" id="{BB22530A-6A10-4828-A686-23656BA49BB7}"/>
              </a:ext>
            </a:extLst>
          </p:cNvPr>
          <p:cNvSpPr>
            <a:spLocks xmlns:a="http://schemas.openxmlformats.org/drawingml/2006/main" noGrp="1"/>
          </p:cNvSpPr>
          <p:nvPr/>
        </p:nvSpPr>
        <p:spPr>
          <a:xfrm xmlns:a="http://schemas.openxmlformats.org/drawingml/2006/main">
            <a:off x="7162800" y="2152650"/>
            <a:ext cx="441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조사에서 연결한 근거</a:t>
            </a:r>
          </a:p>
        </p:txBody>
      </p:sp>
      <p:sp>
        <p:nvSpPr>
          <p:cNvPr id="39" name="01  실패 테스트">
            <a:extLst xmlns:a="http://schemas.openxmlformats.org/drawingml/2006/main">
              <a:ext uri="{FF2B5EF4-FFF2-40B4-BE49-F238E27FC236}">
                <a16:creationId xmlns:a16="http://schemas.microsoft.com/office/drawing/2014/main" id="{325FCE36-41B2-48DB-90FE-8803F2B59C8D}"/>
              </a:ext>
            </a:extLst>
          </p:cNvPr>
          <p:cNvSpPr>
            <a:spLocks xmlns:a="http://schemas.openxmlformats.org/drawingml/2006/main" noGrp="1"/>
          </p:cNvSpPr>
          <p:nvPr/>
        </p:nvSpPr>
        <p:spPr>
          <a:xfrm xmlns:a="http://schemas.openxmlformats.org/drawingml/2006/main">
            <a:off x="7162800" y="2695575"/>
            <a:ext cx="441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01  실패 테스트</a:t>
            </a:r>
          </a:p>
        </p:txBody>
      </p:sp>
      <p:sp>
        <p:nvSpPr>
          <p:cNvPr id="40" name="test_crop_excludes_&#10;end_coordinate">
            <a:extLst xmlns:a="http://schemas.openxmlformats.org/drawingml/2006/main">
              <a:ext uri="{FF2B5EF4-FFF2-40B4-BE49-F238E27FC236}">
                <a16:creationId xmlns:a16="http://schemas.microsoft.com/office/drawing/2014/main" id="{9E14F907-2D0E-4793-8AA4-0BE81BCF05BB}"/>
              </a:ext>
            </a:extLst>
          </p:cNvPr>
          <p:cNvSpPr>
            <a:spLocks xmlns:a="http://schemas.openxmlformats.org/drawingml/2006/main" noGrp="1"/>
          </p:cNvSpPr>
          <p:nvPr/>
        </p:nvSpPr>
        <p:spPr>
          <a:xfrm xmlns:a="http://schemas.openxmlformats.org/drawingml/2006/main">
            <a:off x="7162800" y="3038475"/>
            <a:ext cx="441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17212B"/>
                </a:solidFill>
                <a:latin typeface="Consolas"/>
                <a:ea typeface="Consolas"/>
                <a:cs typeface="Consolas"/>
              </a:defRPr>
            </a:defPPr>
            <a:lvl1pPr algn="l">
              <a:defRPr sz="1950" b="0">
                <a:solidFill>
                  <a:srgbClr val="17212B"/>
                </a:solidFill>
                <a:latin typeface="Consolas"/>
                <a:ea typeface="Consolas"/>
                <a:cs typeface="Consolas"/>
              </a:defRPr>
            </a:lvl1pPr>
            <a:lvl2pPr algn="l">
              <a:defRPr sz="1950" b="0">
                <a:solidFill>
                  <a:srgbClr val="17212B"/>
                </a:solidFill>
                <a:latin typeface="Consolas"/>
                <a:ea typeface="Consolas"/>
                <a:cs typeface="Consolas"/>
              </a:defRPr>
            </a:lvl2pPr>
            <a:lvl3pPr algn="l">
              <a:defRPr sz="1950" b="0">
                <a:solidFill>
                  <a:srgbClr val="17212B"/>
                </a:solidFill>
                <a:latin typeface="Consolas"/>
                <a:ea typeface="Consolas"/>
                <a:cs typeface="Consolas"/>
              </a:defRPr>
            </a:lvl3pPr>
            <a:lvl4pPr algn="l">
              <a:defRPr sz="1950" b="0">
                <a:solidFill>
                  <a:srgbClr val="17212B"/>
                </a:solidFill>
                <a:latin typeface="Consolas"/>
                <a:ea typeface="Consolas"/>
                <a:cs typeface="Consolas"/>
              </a:defRPr>
            </a:lvl4pPr>
            <a:lvl5pPr algn="l">
              <a:defRPr sz="1950" b="0">
                <a:solidFill>
                  <a:srgbClr val="17212B"/>
                </a:solidFill>
                <a:latin typeface="Consolas"/>
                <a:ea typeface="Consolas"/>
                <a:cs typeface="Consolas"/>
              </a:defRPr>
            </a:lvl5pPr>
            <a:lvl6pPr algn="l">
              <a:defRPr sz="1950" b="0">
                <a:solidFill>
                  <a:srgbClr val="17212B"/>
                </a:solidFill>
                <a:latin typeface="Consolas"/>
                <a:ea typeface="Consolas"/>
                <a:cs typeface="Consolas"/>
              </a:defRPr>
            </a:lvl6pPr>
            <a:lvl7pPr algn="l">
              <a:defRPr sz="1950" b="0">
                <a:solidFill>
                  <a:srgbClr val="17212B"/>
                </a:solidFill>
                <a:latin typeface="Consolas"/>
                <a:ea typeface="Consolas"/>
                <a:cs typeface="Consolas"/>
              </a:defRPr>
            </a:lvl7pPr>
            <a:lvl8pPr algn="l">
              <a:defRPr sz="1950" b="0">
                <a:solidFill>
                  <a:srgbClr val="17212B"/>
                </a:solidFill>
                <a:latin typeface="Consolas"/>
                <a:ea typeface="Consolas"/>
                <a:cs typeface="Consolas"/>
              </a:defRPr>
            </a:lvl8pPr>
            <a:lvl9pPr algn="l">
              <a:defRPr sz="1950" b="0">
                <a:solidFill>
                  <a:srgbClr val="17212B"/>
                </a:solidFill>
                <a:latin typeface="Consolas"/>
                <a:ea typeface="Consolas"/>
                <a:cs typeface="Consolas"/>
              </a:defRPr>
            </a:lvl9pPr>
          </a:lstStyle>
          <a:p xmlns:a="http://schemas.openxmlformats.org/drawingml/2006/main">
            <a:pPr algn="l">
              <a:defRPr sz="1950" b="0">
                <a:solidFill>
                  <a:srgbClr val="17212B"/>
                </a:solidFill>
                <a:latin typeface="Consolas"/>
                <a:ea typeface="Consolas"/>
                <a:cs typeface="Consolas"/>
              </a:defRPr>
            </a:pPr>
            <a:r>
              <a:rPr sz="1950" b="0">
                <a:solidFill>
                  <a:srgbClr val="17212B"/>
                </a:solidFill>
                <a:latin typeface="Consolas"/>
                <a:ea typeface="Consolas"/>
                <a:cs typeface="Consolas"/>
              </a:rPr>
              <a:t>test_crop_excludes_</a:t>
            </a:r>
          </a:p>
          <a:p xmlns:a="http://schemas.openxmlformats.org/drawingml/2006/main">
            <a:pPr algn="l">
              <a:defRPr sz="1950" b="0">
                <a:solidFill>
                  <a:srgbClr val="17212B"/>
                </a:solidFill>
                <a:latin typeface="Consolas"/>
                <a:ea typeface="Consolas"/>
                <a:cs typeface="Consolas"/>
              </a:defRPr>
            </a:pPr>
            <a:r>
              <a:rPr sz="1950" b="0">
                <a:solidFill>
                  <a:srgbClr val="17212B"/>
                </a:solidFill>
                <a:latin typeface="Consolas"/>
                <a:ea typeface="Consolas"/>
                <a:cs typeface="Consolas"/>
              </a:rPr>
              <a:t>end_coordinate</a:t>
            </a:r>
          </a:p>
        </p:txBody>
      </p:sp>
      <p:sp>
        <p:nvSpPr>
          <p:cNvPr id="41" name="02  제품의 호출 경로">
            <a:extLst xmlns:a="http://schemas.openxmlformats.org/drawingml/2006/main">
              <a:ext uri="{FF2B5EF4-FFF2-40B4-BE49-F238E27FC236}">
                <a16:creationId xmlns:a16="http://schemas.microsoft.com/office/drawing/2014/main" id="{C3B96533-1BA1-467B-AC08-76083E9D958B}"/>
              </a:ext>
            </a:extLst>
          </p:cNvPr>
          <p:cNvSpPr>
            <a:spLocks xmlns:a="http://schemas.openxmlformats.org/drawingml/2006/main" noGrp="1"/>
          </p:cNvSpPr>
          <p:nvPr/>
        </p:nvSpPr>
        <p:spPr>
          <a:xfrm xmlns:a="http://schemas.openxmlformats.org/drawingml/2006/main">
            <a:off x="7162800" y="3829050"/>
            <a:ext cx="441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02  제품의 호출 경로</a:t>
            </a:r>
          </a:p>
        </p:txBody>
      </p:sp>
      <p:sp>
        <p:nvSpPr>
          <p:cNvPr id="42" name="cli.main → process_image → crop">
            <a:extLst xmlns:a="http://schemas.openxmlformats.org/drawingml/2006/main">
              <a:ext uri="{FF2B5EF4-FFF2-40B4-BE49-F238E27FC236}">
                <a16:creationId xmlns:a16="http://schemas.microsoft.com/office/drawing/2014/main" id="{BBA41B7F-1405-4D49-9348-6B76B312F83D}"/>
              </a:ext>
            </a:extLst>
          </p:cNvPr>
          <p:cNvSpPr>
            <a:spLocks xmlns:a="http://schemas.openxmlformats.org/drawingml/2006/main" noGrp="1"/>
          </p:cNvSpPr>
          <p:nvPr/>
        </p:nvSpPr>
        <p:spPr>
          <a:xfrm xmlns:a="http://schemas.openxmlformats.org/drawingml/2006/main">
            <a:off x="7162800" y="4191000"/>
            <a:ext cx="4419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Consolas"/>
                <a:ea typeface="Consolas"/>
                <a:cs typeface="Consolas"/>
              </a:defRPr>
            </a:defPPr>
            <a:lvl1pPr algn="l">
              <a:defRPr sz="1800" b="0">
                <a:solidFill>
                  <a:srgbClr val="17212B"/>
                </a:solidFill>
                <a:latin typeface="Consolas"/>
                <a:ea typeface="Consolas"/>
                <a:cs typeface="Consolas"/>
              </a:defRPr>
            </a:lvl1pPr>
            <a:lvl2pPr algn="l">
              <a:defRPr sz="1800" b="0">
                <a:solidFill>
                  <a:srgbClr val="17212B"/>
                </a:solidFill>
                <a:latin typeface="Consolas"/>
                <a:ea typeface="Consolas"/>
                <a:cs typeface="Consolas"/>
              </a:defRPr>
            </a:lvl2pPr>
            <a:lvl3pPr algn="l">
              <a:defRPr sz="1800" b="0">
                <a:solidFill>
                  <a:srgbClr val="17212B"/>
                </a:solidFill>
                <a:latin typeface="Consolas"/>
                <a:ea typeface="Consolas"/>
                <a:cs typeface="Consolas"/>
              </a:defRPr>
            </a:lvl3pPr>
            <a:lvl4pPr algn="l">
              <a:defRPr sz="1800" b="0">
                <a:solidFill>
                  <a:srgbClr val="17212B"/>
                </a:solidFill>
                <a:latin typeface="Consolas"/>
                <a:ea typeface="Consolas"/>
                <a:cs typeface="Consolas"/>
              </a:defRPr>
            </a:lvl4pPr>
            <a:lvl5pPr algn="l">
              <a:defRPr sz="1800" b="0">
                <a:solidFill>
                  <a:srgbClr val="17212B"/>
                </a:solidFill>
                <a:latin typeface="Consolas"/>
                <a:ea typeface="Consolas"/>
                <a:cs typeface="Consolas"/>
              </a:defRPr>
            </a:lvl5pPr>
            <a:lvl6pPr algn="l">
              <a:defRPr sz="1800" b="0">
                <a:solidFill>
                  <a:srgbClr val="17212B"/>
                </a:solidFill>
                <a:latin typeface="Consolas"/>
                <a:ea typeface="Consolas"/>
                <a:cs typeface="Consolas"/>
              </a:defRPr>
            </a:lvl6pPr>
            <a:lvl7pPr algn="l">
              <a:defRPr sz="1800" b="0">
                <a:solidFill>
                  <a:srgbClr val="17212B"/>
                </a:solidFill>
                <a:latin typeface="Consolas"/>
                <a:ea typeface="Consolas"/>
                <a:cs typeface="Consolas"/>
              </a:defRPr>
            </a:lvl7pPr>
            <a:lvl8pPr algn="l">
              <a:defRPr sz="1800" b="0">
                <a:solidFill>
                  <a:srgbClr val="17212B"/>
                </a:solidFill>
                <a:latin typeface="Consolas"/>
                <a:ea typeface="Consolas"/>
                <a:cs typeface="Consolas"/>
              </a:defRPr>
            </a:lvl8pPr>
            <a:lvl9pPr algn="l">
              <a:defRPr sz="1800" b="0">
                <a:solidFill>
                  <a:srgbClr val="17212B"/>
                </a:solidFill>
                <a:latin typeface="Consolas"/>
                <a:ea typeface="Consolas"/>
                <a:cs typeface="Consolas"/>
              </a:defRPr>
            </a:lvl9pPr>
          </a:lstStyle>
          <a:p xmlns:a="http://schemas.openxmlformats.org/drawingml/2006/main">
            <a:pPr algn="l">
              <a:defRPr sz="1800" b="0">
                <a:solidFill>
                  <a:srgbClr val="17212B"/>
                </a:solidFill>
                <a:latin typeface="Consolas"/>
                <a:ea typeface="Consolas"/>
                <a:cs typeface="Consolas"/>
              </a:defRPr>
            </a:pPr>
            <a:r>
              <a:rPr sz="1800" b="0">
                <a:solidFill>
                  <a:srgbClr val="17212B"/>
                </a:solidFill>
                <a:latin typeface="Consolas"/>
                <a:ea typeface="Consolas"/>
                <a:cs typeface="Consolas"/>
              </a:rPr>
              <a:t>cli.main → process_image → crop</a:t>
            </a:r>
          </a:p>
        </p:txBody>
      </p:sp>
      <p:sp>
        <p:nvSpPr>
          <p:cNvPr id="43" name="03  끝 좌표까지 포함한 구현">
            <a:extLst xmlns:a="http://schemas.openxmlformats.org/drawingml/2006/main">
              <a:ext uri="{FF2B5EF4-FFF2-40B4-BE49-F238E27FC236}">
                <a16:creationId xmlns:a16="http://schemas.microsoft.com/office/drawing/2014/main" id="{348F3554-EA2E-45BC-A8B0-93F5D49E8EB6}"/>
              </a:ext>
            </a:extLst>
          </p:cNvPr>
          <p:cNvSpPr>
            <a:spLocks xmlns:a="http://schemas.openxmlformats.org/drawingml/2006/main" noGrp="1"/>
          </p:cNvSpPr>
          <p:nvPr/>
        </p:nvSpPr>
        <p:spPr>
          <a:xfrm xmlns:a="http://schemas.openxmlformats.org/drawingml/2006/main">
            <a:off x="7162800" y="4781550"/>
            <a:ext cx="441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03  끝 좌표까지 포함한 구현</a:t>
            </a:r>
          </a:p>
        </p:txBody>
      </p:sp>
      <p:sp>
        <p:nvSpPr>
          <p:cNvPr id="44" name="row[x_start : x_end + 1]">
            <a:extLst xmlns:a="http://schemas.openxmlformats.org/drawingml/2006/main">
              <a:ext uri="{FF2B5EF4-FFF2-40B4-BE49-F238E27FC236}">
                <a16:creationId xmlns:a16="http://schemas.microsoft.com/office/drawing/2014/main" id="{F404119E-DC02-418E-BE06-F694B599D8C7}"/>
              </a:ext>
            </a:extLst>
          </p:cNvPr>
          <p:cNvSpPr>
            <a:spLocks xmlns:a="http://schemas.openxmlformats.org/drawingml/2006/main" noGrp="1"/>
          </p:cNvSpPr>
          <p:nvPr/>
        </p:nvSpPr>
        <p:spPr>
          <a:xfrm xmlns:a="http://schemas.openxmlformats.org/drawingml/2006/main">
            <a:off x="7162800" y="5200650"/>
            <a:ext cx="441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B42318"/>
                </a:solidFill>
                <a:latin typeface="Consolas"/>
                <a:ea typeface="Consolas"/>
                <a:cs typeface="Consolas"/>
              </a:defRPr>
            </a:defPPr>
            <a:lvl1pPr algn="l">
              <a:defRPr sz="2025" b="1">
                <a:solidFill>
                  <a:srgbClr val="B42318"/>
                </a:solidFill>
                <a:latin typeface="Consolas"/>
                <a:ea typeface="Consolas"/>
                <a:cs typeface="Consolas"/>
              </a:defRPr>
            </a:lvl1pPr>
            <a:lvl2pPr algn="l">
              <a:defRPr sz="2025" b="1">
                <a:solidFill>
                  <a:srgbClr val="B42318"/>
                </a:solidFill>
                <a:latin typeface="Consolas"/>
                <a:ea typeface="Consolas"/>
                <a:cs typeface="Consolas"/>
              </a:defRPr>
            </a:lvl2pPr>
            <a:lvl3pPr algn="l">
              <a:defRPr sz="2025" b="1">
                <a:solidFill>
                  <a:srgbClr val="B42318"/>
                </a:solidFill>
                <a:latin typeface="Consolas"/>
                <a:ea typeface="Consolas"/>
                <a:cs typeface="Consolas"/>
              </a:defRPr>
            </a:lvl3pPr>
            <a:lvl4pPr algn="l">
              <a:defRPr sz="2025" b="1">
                <a:solidFill>
                  <a:srgbClr val="B42318"/>
                </a:solidFill>
                <a:latin typeface="Consolas"/>
                <a:ea typeface="Consolas"/>
                <a:cs typeface="Consolas"/>
              </a:defRPr>
            </a:lvl4pPr>
            <a:lvl5pPr algn="l">
              <a:defRPr sz="2025" b="1">
                <a:solidFill>
                  <a:srgbClr val="B42318"/>
                </a:solidFill>
                <a:latin typeface="Consolas"/>
                <a:ea typeface="Consolas"/>
                <a:cs typeface="Consolas"/>
              </a:defRPr>
            </a:lvl5pPr>
            <a:lvl6pPr algn="l">
              <a:defRPr sz="2025" b="1">
                <a:solidFill>
                  <a:srgbClr val="B42318"/>
                </a:solidFill>
                <a:latin typeface="Consolas"/>
                <a:ea typeface="Consolas"/>
                <a:cs typeface="Consolas"/>
              </a:defRPr>
            </a:lvl6pPr>
            <a:lvl7pPr algn="l">
              <a:defRPr sz="2025" b="1">
                <a:solidFill>
                  <a:srgbClr val="B42318"/>
                </a:solidFill>
                <a:latin typeface="Consolas"/>
                <a:ea typeface="Consolas"/>
                <a:cs typeface="Consolas"/>
              </a:defRPr>
            </a:lvl7pPr>
            <a:lvl8pPr algn="l">
              <a:defRPr sz="2025" b="1">
                <a:solidFill>
                  <a:srgbClr val="B42318"/>
                </a:solidFill>
                <a:latin typeface="Consolas"/>
                <a:ea typeface="Consolas"/>
                <a:cs typeface="Consolas"/>
              </a:defRPr>
            </a:lvl8pPr>
            <a:lvl9pPr algn="l">
              <a:defRPr sz="2025" b="1">
                <a:solidFill>
                  <a:srgbClr val="B42318"/>
                </a:solidFill>
                <a:latin typeface="Consolas"/>
                <a:ea typeface="Consolas"/>
                <a:cs typeface="Consolas"/>
              </a:defRPr>
            </a:lvl9pPr>
          </a:lstStyle>
          <a:p xmlns:a="http://schemas.openxmlformats.org/drawingml/2006/main">
            <a:pPr algn="l">
              <a:defRPr sz="2025" b="1">
                <a:solidFill>
                  <a:srgbClr val="B42318"/>
                </a:solidFill>
                <a:latin typeface="Consolas"/>
                <a:ea typeface="Consolas"/>
                <a:cs typeface="Consolas"/>
              </a:defRPr>
            </a:pPr>
            <a:r>
              <a:rPr sz="2025" b="1">
                <a:solidFill>
                  <a:srgbClr val="B42318"/>
                </a:solidFill>
                <a:latin typeface="Consolas"/>
                <a:ea typeface="Consolas"/>
                <a:cs typeface="Consolas"/>
              </a:rPr>
              <a:t>row[x_start : x_end + 1]</a:t>
            </a:r>
          </a:p>
        </p:txBody>
      </p:sp>
      <p:sp>
        <p:nvSpPr>
          <p:cNvPr id="45" name="Legacy module connection">
            <a:extLst xmlns:a="http://schemas.openxmlformats.org/drawingml/2006/main">
              <a:ext uri="{FF2B5EF4-FFF2-40B4-BE49-F238E27FC236}">
                <a16:creationId xmlns:a16="http://schemas.microsoft.com/office/drawing/2014/main" id="{76017023-B68A-49B2-9D69-27AE630B83FD}"/>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784398456"/>
      </p:ext>
    </p:extLst>
  </p:cSld>
</p:sld>
</file>

<file path=ppt/slides/slide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1" name="ACT 0 · 전달한 Context와 실행 환경">
            <a:extLst xmlns:a="http://schemas.openxmlformats.org/drawingml/2006/main">
              <a:ext uri="{FF2B5EF4-FFF2-40B4-BE49-F238E27FC236}">
                <a16:creationId xmlns:a16="http://schemas.microsoft.com/office/drawing/2014/main" id="{FC491793-384A-4BE2-8303-E99502C848B0}"/>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전달한 Context와 실행 환경</a:t>
            </a:r>
          </a:p>
        </p:txBody>
      </p:sp>
      <p:sp>
        <p:nvSpPr>
          <p:cNvPr id="2" name="S06">
            <a:extLst xmlns:a="http://schemas.openxmlformats.org/drawingml/2006/main">
              <a:ext uri="{FF2B5EF4-FFF2-40B4-BE49-F238E27FC236}">
                <a16:creationId xmlns:a16="http://schemas.microsoft.com/office/drawing/2014/main" id="{E24F1DCD-6C16-4553-9384-BBDB53020FDD}"/>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S06</a:t>
            </a:r>
          </a:p>
        </p:txBody>
      </p:sp>
      <p:sp>
        <p:nvSpPr>
          <p:cNvPr id="3" name="관찰 결과와 실행 제한을 분리한다">
            <a:extLst xmlns:a="http://schemas.openxmlformats.org/drawingml/2006/main">
              <a:ext uri="{FF2B5EF4-FFF2-40B4-BE49-F238E27FC236}">
                <a16:creationId xmlns:a16="http://schemas.microsoft.com/office/drawing/2014/main" id="{F6497B41-1C12-4DD1-AEE3-0F5705365686}"/>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관찰 결과와 실행 제한을 분리한다</a:t>
            </a:r>
          </a:p>
        </p:txBody>
      </p:sp>
      <p:sp>
        <p:nvSpPr>
          <p:cNvPr id="4" name="">
            <a:extLst xmlns:a="http://schemas.openxmlformats.org/drawingml/2006/main">
              <a:ext uri="{FF2B5EF4-FFF2-40B4-BE49-F238E27FC236}">
                <a16:creationId xmlns:a16="http://schemas.microsoft.com/office/drawing/2014/main" id="{588FCFD8-ACDF-4A9F-A7A3-A3028EAD0455}"/>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1 관찰 + Context 범위의 교육용 해석 · Codex CLI 0.154.0 · 읽기 전">
            <a:extLst xmlns:a="http://schemas.openxmlformats.org/drawingml/2006/main">
              <a:ext uri="{FF2B5EF4-FFF2-40B4-BE49-F238E27FC236}">
                <a16:creationId xmlns:a16="http://schemas.microsoft.com/office/drawing/2014/main" id="{C05A5718-A605-492B-BB90-5FA504C344AF}"/>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TRIAL-001 관찰 + Context 범위의 교육용 해석 · Codex CLI 0.154.0 · 읽기 전용</a:t>
            </a:r>
          </a:p>
        </p:txBody>
      </p:sp>
      <p:sp>
        <p:nvSpPr>
          <p:cNvPr id="6" name="Chatbot과의 비교 실험 아님 · 이 Trial에서 코드 수정·읽기 전용 권한 해제 없음">
            <a:extLst xmlns:a="http://schemas.openxmlformats.org/drawingml/2006/main">
              <a:ext uri="{FF2B5EF4-FFF2-40B4-BE49-F238E27FC236}">
                <a16:creationId xmlns:a16="http://schemas.microsoft.com/office/drawing/2014/main" id="{68524FA8-60D2-4AB0-87B8-DA60D6D2F1F6}"/>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Chatbot과의 비교 실험 아님 · 이 Trial에서 코드 수정·읽기 전용 권한 해제 없음</a:t>
            </a:r>
          </a:p>
        </p:txBody>
      </p:sp>
      <p:sp>
        <p:nvSpPr>
          <p:cNvPr id="7" name="Chatbot에 코드·명세만 골라 넣었다면?">
            <a:extLst xmlns:a="http://schemas.openxmlformats.org/drawingml/2006/main">
              <a:ext uri="{FF2B5EF4-FFF2-40B4-BE49-F238E27FC236}">
                <a16:creationId xmlns:a16="http://schemas.microsoft.com/office/drawing/2014/main" id="{20D70340-93BC-407D-AA7E-0C4DC9D73E7D}"/>
              </a:ext>
            </a:extLst>
          </p:cNvPr>
          <p:cNvSpPr>
            <a:spLocks xmlns:a="http://schemas.openxmlformats.org/drawingml/2006/main" noGrp="1"/>
          </p:cNvSpPr>
          <p:nvPr/>
        </p:nvSpPr>
        <p:spPr>
          <a:xfrm xmlns:a="http://schemas.openxmlformats.org/drawingml/2006/main">
            <a:off x="609600" y="1647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Chatbot에 코드·명세만 골라 넣었다면?</a:t>
            </a:r>
          </a:p>
        </p:txBody>
      </p:sp>
      <p:sp>
        <p:nvSpPr>
          <p:cNvPr id="8" name="코드 Context로 논의할 수 있는 부분">
            <a:extLst xmlns:a="http://schemas.openxmlformats.org/drawingml/2006/main">
              <a:ext uri="{FF2B5EF4-FFF2-40B4-BE49-F238E27FC236}">
                <a16:creationId xmlns:a16="http://schemas.microsoft.com/office/drawing/2014/main" id="{BD346406-CF87-4A34-A290-380738602808}"/>
              </a:ext>
            </a:extLst>
          </p:cNvPr>
          <p:cNvSpPr>
            <a:spLocks xmlns:a="http://schemas.openxmlformats.org/drawingml/2006/main" noGrp="1"/>
          </p:cNvSpPr>
          <p:nvPr/>
        </p:nvSpPr>
        <p:spPr>
          <a:xfrm xmlns:a="http://schemas.openxmlformats.org/drawingml/2006/main">
            <a:off x="609600" y="2257425"/>
            <a:ext cx="5162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코드 Context로 논의할 수 있는 부분</a:t>
            </a:r>
          </a:p>
        </p:txBody>
      </p:sp>
      <p:sp>
        <p:nvSpPr>
          <p:cNvPr id="9" name="함께 전달하지 않은 실행 환경">
            <a:extLst xmlns:a="http://schemas.openxmlformats.org/drawingml/2006/main">
              <a:ext uri="{FF2B5EF4-FFF2-40B4-BE49-F238E27FC236}">
                <a16:creationId xmlns:a16="http://schemas.microsoft.com/office/drawing/2014/main" id="{892AE724-197D-4080-8DCC-ED9BEF46996A}"/>
              </a:ext>
            </a:extLst>
          </p:cNvPr>
          <p:cNvSpPr>
            <a:spLocks xmlns:a="http://schemas.openxmlformats.org/drawingml/2006/main" noGrp="1"/>
          </p:cNvSpPr>
          <p:nvPr/>
        </p:nvSpPr>
        <p:spPr>
          <a:xfrm xmlns:a="http://schemas.openxmlformats.org/drawingml/2006/main">
            <a:off x="6667500" y="2257425"/>
            <a:ext cx="49149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05400"/>
                </a:solidFill>
                <a:latin typeface="Malgun Gothic"/>
                <a:ea typeface="Malgun Gothic"/>
                <a:cs typeface="Malgun Gothic"/>
              </a:defRPr>
            </a:defPPr>
            <a:lvl1pPr algn="l">
              <a:defRPr sz="2100" b="1">
                <a:solidFill>
                  <a:srgbClr val="805400"/>
                </a:solidFill>
                <a:latin typeface="Malgun Gothic"/>
                <a:ea typeface="Malgun Gothic"/>
                <a:cs typeface="Malgun Gothic"/>
              </a:defRPr>
            </a:lvl1pPr>
            <a:lvl2pPr algn="l">
              <a:defRPr sz="2100" b="1">
                <a:solidFill>
                  <a:srgbClr val="805400"/>
                </a:solidFill>
                <a:latin typeface="Malgun Gothic"/>
                <a:ea typeface="Malgun Gothic"/>
                <a:cs typeface="Malgun Gothic"/>
              </a:defRPr>
            </a:lvl2pPr>
            <a:lvl3pPr algn="l">
              <a:defRPr sz="2100" b="1">
                <a:solidFill>
                  <a:srgbClr val="805400"/>
                </a:solidFill>
                <a:latin typeface="Malgun Gothic"/>
                <a:ea typeface="Malgun Gothic"/>
                <a:cs typeface="Malgun Gothic"/>
              </a:defRPr>
            </a:lvl3pPr>
            <a:lvl4pPr algn="l">
              <a:defRPr sz="2100" b="1">
                <a:solidFill>
                  <a:srgbClr val="805400"/>
                </a:solidFill>
                <a:latin typeface="Malgun Gothic"/>
                <a:ea typeface="Malgun Gothic"/>
                <a:cs typeface="Malgun Gothic"/>
              </a:defRPr>
            </a:lvl4pPr>
            <a:lvl5pPr algn="l">
              <a:defRPr sz="2100" b="1">
                <a:solidFill>
                  <a:srgbClr val="805400"/>
                </a:solidFill>
                <a:latin typeface="Malgun Gothic"/>
                <a:ea typeface="Malgun Gothic"/>
                <a:cs typeface="Malgun Gothic"/>
              </a:defRPr>
            </a:lvl5pPr>
            <a:lvl6pPr algn="l">
              <a:defRPr sz="2100" b="1">
                <a:solidFill>
                  <a:srgbClr val="805400"/>
                </a:solidFill>
                <a:latin typeface="Malgun Gothic"/>
                <a:ea typeface="Malgun Gothic"/>
                <a:cs typeface="Malgun Gothic"/>
              </a:defRPr>
            </a:lvl6pPr>
            <a:lvl7pPr algn="l">
              <a:defRPr sz="2100" b="1">
                <a:solidFill>
                  <a:srgbClr val="805400"/>
                </a:solidFill>
                <a:latin typeface="Malgun Gothic"/>
                <a:ea typeface="Malgun Gothic"/>
                <a:cs typeface="Malgun Gothic"/>
              </a:defRPr>
            </a:lvl7pPr>
            <a:lvl8pPr algn="l">
              <a:defRPr sz="2100" b="1">
                <a:solidFill>
                  <a:srgbClr val="805400"/>
                </a:solidFill>
                <a:latin typeface="Malgun Gothic"/>
                <a:ea typeface="Malgun Gothic"/>
                <a:cs typeface="Malgun Gothic"/>
              </a:defRPr>
            </a:lvl8pPr>
            <a:lvl9pPr algn="l">
              <a:defRPr sz="2100" b="1">
                <a:solidFill>
                  <a:srgbClr val="805400"/>
                </a:solidFill>
                <a:latin typeface="Malgun Gothic"/>
                <a:ea typeface="Malgun Gothic"/>
                <a:cs typeface="Malgun Gothic"/>
              </a:defRPr>
            </a:lvl9pPr>
          </a:lstStyle>
          <a:p xmlns:a="http://schemas.openxmlformats.org/drawingml/2006/main">
            <a:pPr algn="l">
              <a:defRPr sz="2100" b="1">
                <a:solidFill>
                  <a:srgbClr val="805400"/>
                </a:solidFill>
                <a:latin typeface="Malgun Gothic"/>
                <a:ea typeface="Malgun Gothic"/>
                <a:cs typeface="Malgun Gothic"/>
              </a:defRPr>
            </a:pPr>
            <a:r>
              <a:rPr sz="2100" b="1">
                <a:solidFill>
                  <a:srgbClr val="805400"/>
                </a:solidFill>
                <a:latin typeface="Malgun Gothic"/>
                <a:ea typeface="Malgun Gothic"/>
                <a:cs typeface="Malgun Gothic"/>
              </a:rPr>
              <a:t>함께 전달하지 않은 실행 환경</a:t>
            </a:r>
          </a:p>
        </p:txBody>
      </p:sp>
      <p:sp>
        <p:nvSpPr>
          <p:cNvPr id="10" name="">
            <a:extLst xmlns:a="http://schemas.openxmlformats.org/drawingml/2006/main">
              <a:ext uri="{FF2B5EF4-FFF2-40B4-BE49-F238E27FC236}">
                <a16:creationId xmlns:a16="http://schemas.microsoft.com/office/drawing/2014/main" id="{E60BF61B-16F7-47CE-AA80-B5E204E11B29}"/>
              </a:ext>
            </a:extLst>
          </p:cNvPr>
          <p:cNvSpPr>
            <a:spLocks xmlns:a="http://schemas.openxmlformats.org/drawingml/2006/main" noGrp="1"/>
          </p:cNvSpPr>
          <p:nvPr/>
        </p:nvSpPr>
        <p:spPr>
          <a:xfrm xmlns:a="http://schemas.openxmlformats.org/drawingml/2006/main">
            <a:off x="609600" y="2781300"/>
            <a:ext cx="5162550" cy="208597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
            <a:extLst xmlns:a="http://schemas.openxmlformats.org/drawingml/2006/main">
              <a:ext uri="{FF2B5EF4-FFF2-40B4-BE49-F238E27FC236}">
                <a16:creationId xmlns:a16="http://schemas.microsoft.com/office/drawing/2014/main" id="{787B3E79-1B50-40E3-BD52-465F069AC2AE}"/>
              </a:ext>
            </a:extLst>
          </p:cNvPr>
          <p:cNvSpPr>
            <a:spLocks xmlns:a="http://schemas.openxmlformats.org/drawingml/2006/main" noGrp="1"/>
          </p:cNvSpPr>
          <p:nvPr/>
        </p:nvSpPr>
        <p:spPr>
          <a:xfrm xmlns:a="http://schemas.openxmlformats.org/drawingml/2006/main">
            <a:off x="6667500" y="2781300"/>
            <a:ext cx="4914900" cy="2085975"/>
          </a:xfrm>
          <a:prstGeom xmlns:a="http://schemas.openxmlformats.org/drawingml/2006/main" prst="rect">
            <a:avLst/>
          </a:prstGeom>
          <a:solidFill xmlns:a="http://schemas.openxmlformats.org/drawingml/2006/main">
            <a:srgbClr val="FAEAC9"/>
          </a:solidFill>
          <a:ln xmlns:a="http://schemas.openxmlformats.org/drawingml/2006/main" w="0">
            <a:noFill/>
            <a:prstDash val="solid"/>
          </a:ln>
        </p:spPr>
      </p:sp>
      <p:sp>
        <p:nvSpPr>
          <p:cNvPr id="12" name="기대 폭 2 ↔ 포함 폭 3">
            <a:extLst xmlns:a="http://schemas.openxmlformats.org/drawingml/2006/main">
              <a:ext uri="{FF2B5EF4-FFF2-40B4-BE49-F238E27FC236}">
                <a16:creationId xmlns:a16="http://schemas.microsoft.com/office/drawing/2014/main" id="{982474B8-08DA-4F16-8274-F4478EE91B6E}"/>
              </a:ext>
            </a:extLst>
          </p:cNvPr>
          <p:cNvSpPr>
            <a:spLocks xmlns:a="http://schemas.openxmlformats.org/drawingml/2006/main" noGrp="1"/>
          </p:cNvSpPr>
          <p:nvPr/>
        </p:nvSpPr>
        <p:spPr>
          <a:xfrm xmlns:a="http://schemas.openxmlformats.org/drawingml/2006/main">
            <a:off x="838200" y="2952750"/>
            <a:ext cx="4705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Malgun Gothic"/>
                <a:ea typeface="Malgun Gothic"/>
                <a:cs typeface="Malgun Gothic"/>
              </a:defRPr>
            </a:defPPr>
            <a:lvl1pPr algn="l">
              <a:defRPr sz="2400" b="1">
                <a:solidFill>
                  <a:srgbClr val="17212B"/>
                </a:solidFill>
                <a:latin typeface="Malgun Gothic"/>
                <a:ea typeface="Malgun Gothic"/>
                <a:cs typeface="Malgun Gothic"/>
              </a:defRPr>
            </a:lvl1pPr>
            <a:lvl2pPr algn="l">
              <a:defRPr sz="2400" b="1">
                <a:solidFill>
                  <a:srgbClr val="17212B"/>
                </a:solidFill>
                <a:latin typeface="Malgun Gothic"/>
                <a:ea typeface="Malgun Gothic"/>
                <a:cs typeface="Malgun Gothic"/>
              </a:defRPr>
            </a:lvl2pPr>
            <a:lvl3pPr algn="l">
              <a:defRPr sz="2400" b="1">
                <a:solidFill>
                  <a:srgbClr val="17212B"/>
                </a:solidFill>
                <a:latin typeface="Malgun Gothic"/>
                <a:ea typeface="Malgun Gothic"/>
                <a:cs typeface="Malgun Gothic"/>
              </a:defRPr>
            </a:lvl3pPr>
            <a:lvl4pPr algn="l">
              <a:defRPr sz="2400" b="1">
                <a:solidFill>
                  <a:srgbClr val="17212B"/>
                </a:solidFill>
                <a:latin typeface="Malgun Gothic"/>
                <a:ea typeface="Malgun Gothic"/>
                <a:cs typeface="Malgun Gothic"/>
              </a:defRPr>
            </a:lvl4pPr>
            <a:lvl5pPr algn="l">
              <a:defRPr sz="2400" b="1">
                <a:solidFill>
                  <a:srgbClr val="17212B"/>
                </a:solidFill>
                <a:latin typeface="Malgun Gothic"/>
                <a:ea typeface="Malgun Gothic"/>
                <a:cs typeface="Malgun Gothic"/>
              </a:defRPr>
            </a:lvl5pPr>
            <a:lvl6pPr algn="l">
              <a:defRPr sz="2400" b="1">
                <a:solidFill>
                  <a:srgbClr val="17212B"/>
                </a:solidFill>
                <a:latin typeface="Malgun Gothic"/>
                <a:ea typeface="Malgun Gothic"/>
                <a:cs typeface="Malgun Gothic"/>
              </a:defRPr>
            </a:lvl6pPr>
            <a:lvl7pPr algn="l">
              <a:defRPr sz="2400" b="1">
                <a:solidFill>
                  <a:srgbClr val="17212B"/>
                </a:solidFill>
                <a:latin typeface="Malgun Gothic"/>
                <a:ea typeface="Malgun Gothic"/>
                <a:cs typeface="Malgun Gothic"/>
              </a:defRPr>
            </a:lvl7pPr>
            <a:lvl8pPr algn="l">
              <a:defRPr sz="2400" b="1">
                <a:solidFill>
                  <a:srgbClr val="17212B"/>
                </a:solidFill>
                <a:latin typeface="Malgun Gothic"/>
                <a:ea typeface="Malgun Gothic"/>
                <a:cs typeface="Malgun Gothic"/>
              </a:defRPr>
            </a:lvl8pPr>
            <a:lvl9pPr algn="l">
              <a:defRPr sz="2400" b="1">
                <a:solidFill>
                  <a:srgbClr val="17212B"/>
                </a:solidFill>
                <a:latin typeface="Malgun Gothic"/>
                <a:ea typeface="Malgun Gothic"/>
                <a:cs typeface="Malgun Gothic"/>
              </a:defRPr>
            </a:lvl9pPr>
          </a:lstStyle>
          <a:p xmlns:a="http://schemas.openxmlformats.org/drawingml/2006/main">
            <a:pPr algn="l">
              <a:defRPr sz="2400" b="1">
                <a:solidFill>
                  <a:srgbClr val="17212B"/>
                </a:solidFill>
                <a:latin typeface="Malgun Gothic"/>
                <a:ea typeface="Malgun Gothic"/>
                <a:cs typeface="Malgun Gothic"/>
              </a:defRPr>
            </a:pPr>
            <a:r>
              <a:rPr sz="2400" b="1">
                <a:solidFill>
                  <a:srgbClr val="17212B"/>
                </a:solidFill>
                <a:latin typeface="Malgun Gothic"/>
                <a:ea typeface="Malgun Gothic"/>
                <a:cs typeface="Malgun Gothic"/>
              </a:rPr>
              <a:t>기대 폭 2 ↔ 포함 폭 3</a:t>
            </a:r>
          </a:p>
        </p:txBody>
      </p:sp>
      <p:sp>
        <p:nvSpPr>
          <p:cNvPr id="13" name="명세·테스트·구현을 비교&#10;추가된 열의 원인을 추론">
            <a:extLst xmlns:a="http://schemas.openxmlformats.org/drawingml/2006/main">
              <a:ext uri="{FF2B5EF4-FFF2-40B4-BE49-F238E27FC236}">
                <a16:creationId xmlns:a16="http://schemas.microsoft.com/office/drawing/2014/main" id="{F06D875F-1336-473D-B7D2-FD950F6D0C2E}"/>
              </a:ext>
            </a:extLst>
          </p:cNvPr>
          <p:cNvSpPr>
            <a:spLocks xmlns:a="http://schemas.openxmlformats.org/drawingml/2006/main" noGrp="1"/>
          </p:cNvSpPr>
          <p:nvPr/>
        </p:nvSpPr>
        <p:spPr>
          <a:xfrm xmlns:a="http://schemas.openxmlformats.org/drawingml/2006/main">
            <a:off x="838200" y="3552825"/>
            <a:ext cx="4705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4D5A68"/>
                </a:solidFill>
                <a:latin typeface="Malgun Gothic"/>
                <a:ea typeface="Malgun Gothic"/>
                <a:cs typeface="Malgun Gothic"/>
              </a:defRPr>
            </a:defPPr>
            <a:lvl1pPr algn="l">
              <a:defRPr sz="2100" b="0">
                <a:solidFill>
                  <a:srgbClr val="4D5A68"/>
                </a:solidFill>
                <a:latin typeface="Malgun Gothic"/>
                <a:ea typeface="Malgun Gothic"/>
                <a:cs typeface="Malgun Gothic"/>
              </a:defRPr>
            </a:lvl1pPr>
            <a:lvl2pPr algn="l">
              <a:defRPr sz="2100" b="0">
                <a:solidFill>
                  <a:srgbClr val="4D5A68"/>
                </a:solidFill>
                <a:latin typeface="Malgun Gothic"/>
                <a:ea typeface="Malgun Gothic"/>
                <a:cs typeface="Malgun Gothic"/>
              </a:defRPr>
            </a:lvl2pPr>
            <a:lvl3pPr algn="l">
              <a:defRPr sz="2100" b="0">
                <a:solidFill>
                  <a:srgbClr val="4D5A68"/>
                </a:solidFill>
                <a:latin typeface="Malgun Gothic"/>
                <a:ea typeface="Malgun Gothic"/>
                <a:cs typeface="Malgun Gothic"/>
              </a:defRPr>
            </a:lvl3pPr>
            <a:lvl4pPr algn="l">
              <a:defRPr sz="2100" b="0">
                <a:solidFill>
                  <a:srgbClr val="4D5A68"/>
                </a:solidFill>
                <a:latin typeface="Malgun Gothic"/>
                <a:ea typeface="Malgun Gothic"/>
                <a:cs typeface="Malgun Gothic"/>
              </a:defRPr>
            </a:lvl4pPr>
            <a:lvl5pPr algn="l">
              <a:defRPr sz="2100" b="0">
                <a:solidFill>
                  <a:srgbClr val="4D5A68"/>
                </a:solidFill>
                <a:latin typeface="Malgun Gothic"/>
                <a:ea typeface="Malgun Gothic"/>
                <a:cs typeface="Malgun Gothic"/>
              </a:defRPr>
            </a:lvl5pPr>
            <a:lvl6pPr algn="l">
              <a:defRPr sz="2100" b="0">
                <a:solidFill>
                  <a:srgbClr val="4D5A68"/>
                </a:solidFill>
                <a:latin typeface="Malgun Gothic"/>
                <a:ea typeface="Malgun Gothic"/>
                <a:cs typeface="Malgun Gothic"/>
              </a:defRPr>
            </a:lvl6pPr>
            <a:lvl7pPr algn="l">
              <a:defRPr sz="2100" b="0">
                <a:solidFill>
                  <a:srgbClr val="4D5A68"/>
                </a:solidFill>
                <a:latin typeface="Malgun Gothic"/>
                <a:ea typeface="Malgun Gothic"/>
                <a:cs typeface="Malgun Gothic"/>
              </a:defRPr>
            </a:lvl7pPr>
            <a:lvl8pPr algn="l">
              <a:defRPr sz="2100" b="0">
                <a:solidFill>
                  <a:srgbClr val="4D5A68"/>
                </a:solidFill>
                <a:latin typeface="Malgun Gothic"/>
                <a:ea typeface="Malgun Gothic"/>
                <a:cs typeface="Malgun Gothic"/>
              </a:defRPr>
            </a:lvl8pPr>
            <a:lvl9pPr algn="l">
              <a:defRPr sz="2100" b="0">
                <a:solidFill>
                  <a:srgbClr val="4D5A68"/>
                </a:solidFill>
                <a:latin typeface="Malgun Gothic"/>
                <a:ea typeface="Malgun Gothic"/>
                <a:cs typeface="Malgun Gothic"/>
              </a:defRPr>
            </a:lvl9pPr>
          </a:lstStyle>
          <a:p xmlns:a="http://schemas.openxmlformats.org/drawingml/2006/main">
            <a:pPr algn="l">
              <a:defRPr sz="2100" b="0">
                <a:solidFill>
                  <a:srgbClr val="4D5A68"/>
                </a:solidFill>
                <a:latin typeface="Malgun Gothic"/>
                <a:ea typeface="Malgun Gothic"/>
                <a:cs typeface="Malgun Gothic"/>
              </a:defRPr>
            </a:pPr>
            <a:r>
              <a:rPr sz="2100" b="0">
                <a:solidFill>
                  <a:srgbClr val="4D5A68"/>
                </a:solidFill>
                <a:latin typeface="Malgun Gothic"/>
                <a:ea typeface="Malgun Gothic"/>
                <a:cs typeface="Malgun Gothic"/>
              </a:rPr>
              <a:t>명세·테스트·구현을 비교</a:t>
            </a:r>
          </a:p>
          <a:p xmlns:a="http://schemas.openxmlformats.org/drawingml/2006/main">
            <a:pPr algn="l">
              <a:defRPr sz="2100" b="0">
                <a:solidFill>
                  <a:srgbClr val="4D5A68"/>
                </a:solidFill>
                <a:latin typeface="Malgun Gothic"/>
                <a:ea typeface="Malgun Gothic"/>
                <a:cs typeface="Malgun Gothic"/>
              </a:defRPr>
            </a:pPr>
            <a:r>
              <a:rPr sz="2100" b="0">
                <a:solidFill>
                  <a:srgbClr val="4D5A68"/>
                </a:solidFill>
                <a:latin typeface="Malgun Gothic"/>
                <a:ea typeface="Malgun Gothic"/>
                <a:cs typeface="Malgun Gothic"/>
              </a:rPr>
              <a:t>추가된 열의 원인을 추론</a:t>
            </a:r>
          </a:p>
        </p:txBody>
      </p:sp>
      <p:sp>
        <p:nvSpPr>
          <p:cNvPr id="14" name="TRIAL-001: 원인 설명·코드 미수정">
            <a:extLst xmlns:a="http://schemas.openxmlformats.org/drawingml/2006/main">
              <a:ext uri="{FF2B5EF4-FFF2-40B4-BE49-F238E27FC236}">
                <a16:creationId xmlns:a16="http://schemas.microsoft.com/office/drawing/2014/main" id="{AFF7CAD3-1073-41D5-925D-67E1B749EA13}"/>
              </a:ext>
            </a:extLst>
          </p:cNvPr>
          <p:cNvSpPr>
            <a:spLocks xmlns:a="http://schemas.openxmlformats.org/drawingml/2006/main" noGrp="1"/>
          </p:cNvSpPr>
          <p:nvPr/>
        </p:nvSpPr>
        <p:spPr>
          <a:xfrm xmlns:a="http://schemas.openxmlformats.org/drawingml/2006/main">
            <a:off x="838200" y="4391025"/>
            <a:ext cx="4705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TRIAL-001: 원인 설명·코드 미수정</a:t>
            </a:r>
          </a:p>
        </p:txBody>
      </p:sp>
      <p:sp>
        <p:nvSpPr>
          <p:cNvPr id="15" name="읽기 전용 · 임시 디렉터리 제한">
            <a:extLst xmlns:a="http://schemas.openxmlformats.org/drawingml/2006/main">
              <a:ext uri="{FF2B5EF4-FFF2-40B4-BE49-F238E27FC236}">
                <a16:creationId xmlns:a16="http://schemas.microsoft.com/office/drawing/2014/main" id="{C200FC68-AC2A-40B5-9D24-E3BE303B477D}"/>
              </a:ext>
            </a:extLst>
          </p:cNvPr>
          <p:cNvSpPr>
            <a:spLocks xmlns:a="http://schemas.openxmlformats.org/drawingml/2006/main" noGrp="1"/>
          </p:cNvSpPr>
          <p:nvPr/>
        </p:nvSpPr>
        <p:spPr>
          <a:xfrm xmlns:a="http://schemas.openxmlformats.org/drawingml/2006/main">
            <a:off x="6896100" y="2952750"/>
            <a:ext cx="445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05400"/>
                </a:solidFill>
                <a:latin typeface="Malgun Gothic"/>
                <a:ea typeface="Malgun Gothic"/>
                <a:cs typeface="Malgun Gothic"/>
              </a:defRPr>
            </a:defPPr>
            <a:lvl1pPr algn="l">
              <a:defRPr sz="2100" b="1">
                <a:solidFill>
                  <a:srgbClr val="805400"/>
                </a:solidFill>
                <a:latin typeface="Malgun Gothic"/>
                <a:ea typeface="Malgun Gothic"/>
                <a:cs typeface="Malgun Gothic"/>
              </a:defRPr>
            </a:lvl1pPr>
            <a:lvl2pPr algn="l">
              <a:defRPr sz="2100" b="1">
                <a:solidFill>
                  <a:srgbClr val="805400"/>
                </a:solidFill>
                <a:latin typeface="Malgun Gothic"/>
                <a:ea typeface="Malgun Gothic"/>
                <a:cs typeface="Malgun Gothic"/>
              </a:defRPr>
            </a:lvl2pPr>
            <a:lvl3pPr algn="l">
              <a:defRPr sz="2100" b="1">
                <a:solidFill>
                  <a:srgbClr val="805400"/>
                </a:solidFill>
                <a:latin typeface="Malgun Gothic"/>
                <a:ea typeface="Malgun Gothic"/>
                <a:cs typeface="Malgun Gothic"/>
              </a:defRPr>
            </a:lvl3pPr>
            <a:lvl4pPr algn="l">
              <a:defRPr sz="2100" b="1">
                <a:solidFill>
                  <a:srgbClr val="805400"/>
                </a:solidFill>
                <a:latin typeface="Malgun Gothic"/>
                <a:ea typeface="Malgun Gothic"/>
                <a:cs typeface="Malgun Gothic"/>
              </a:defRPr>
            </a:lvl4pPr>
            <a:lvl5pPr algn="l">
              <a:defRPr sz="2100" b="1">
                <a:solidFill>
                  <a:srgbClr val="805400"/>
                </a:solidFill>
                <a:latin typeface="Malgun Gothic"/>
                <a:ea typeface="Malgun Gothic"/>
                <a:cs typeface="Malgun Gothic"/>
              </a:defRPr>
            </a:lvl5pPr>
            <a:lvl6pPr algn="l">
              <a:defRPr sz="2100" b="1">
                <a:solidFill>
                  <a:srgbClr val="805400"/>
                </a:solidFill>
                <a:latin typeface="Malgun Gothic"/>
                <a:ea typeface="Malgun Gothic"/>
                <a:cs typeface="Malgun Gothic"/>
              </a:defRPr>
            </a:lvl6pPr>
            <a:lvl7pPr algn="l">
              <a:defRPr sz="2100" b="1">
                <a:solidFill>
                  <a:srgbClr val="805400"/>
                </a:solidFill>
                <a:latin typeface="Malgun Gothic"/>
                <a:ea typeface="Malgun Gothic"/>
                <a:cs typeface="Malgun Gothic"/>
              </a:defRPr>
            </a:lvl7pPr>
            <a:lvl8pPr algn="l">
              <a:defRPr sz="2100" b="1">
                <a:solidFill>
                  <a:srgbClr val="805400"/>
                </a:solidFill>
                <a:latin typeface="Malgun Gothic"/>
                <a:ea typeface="Malgun Gothic"/>
                <a:cs typeface="Malgun Gothic"/>
              </a:defRPr>
            </a:lvl8pPr>
            <a:lvl9pPr algn="l">
              <a:defRPr sz="2100" b="1">
                <a:solidFill>
                  <a:srgbClr val="805400"/>
                </a:solidFill>
                <a:latin typeface="Malgun Gothic"/>
                <a:ea typeface="Malgun Gothic"/>
                <a:cs typeface="Malgun Gothic"/>
              </a:defRPr>
            </a:lvl9pPr>
          </a:lstStyle>
          <a:p xmlns:a="http://schemas.openxmlformats.org/drawingml/2006/main">
            <a:pPr algn="l">
              <a:defRPr sz="2100" b="1">
                <a:solidFill>
                  <a:srgbClr val="805400"/>
                </a:solidFill>
                <a:latin typeface="Malgun Gothic"/>
                <a:ea typeface="Malgun Gothic"/>
                <a:cs typeface="Malgun Gothic"/>
              </a:defRPr>
            </a:pPr>
            <a:r>
              <a:rPr sz="2100" b="1">
                <a:solidFill>
                  <a:srgbClr val="805400"/>
                </a:solidFill>
                <a:latin typeface="Malgun Gothic"/>
                <a:ea typeface="Malgun Gothic"/>
                <a:cs typeface="Malgun Gothic"/>
              </a:rPr>
              <a:t>읽기 전용 · 임시 디렉터리 제한</a:t>
            </a:r>
          </a:p>
        </p:txBody>
      </p:sp>
      <p:sp>
        <p:nvSpPr>
          <p:cNvPr id="16" name="코드만으로는 부족&#10;실행 로그·권한 정보도 필요">
            <a:extLst xmlns:a="http://schemas.openxmlformats.org/drawingml/2006/main">
              <a:ext uri="{FF2B5EF4-FFF2-40B4-BE49-F238E27FC236}">
                <a16:creationId xmlns:a16="http://schemas.microsoft.com/office/drawing/2014/main" id="{66D44EA4-1C25-4159-85B2-C40E0790C3D2}"/>
              </a:ext>
            </a:extLst>
          </p:cNvPr>
          <p:cNvSpPr>
            <a:spLocks xmlns:a="http://schemas.openxmlformats.org/drawingml/2006/main" noGrp="1"/>
          </p:cNvSpPr>
          <p:nvPr/>
        </p:nvSpPr>
        <p:spPr>
          <a:xfrm xmlns:a="http://schemas.openxmlformats.org/drawingml/2006/main">
            <a:off x="6896100" y="3552825"/>
            <a:ext cx="4457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코드만으로는 부족</a:t>
            </a:r>
          </a:p>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실행 로그·권한 정보도 필요</a:t>
            </a:r>
          </a:p>
        </p:txBody>
      </p:sp>
      <p:sp>
        <p:nvSpPr>
          <p:cNvPr id="17" name="TRIAL-001도 환경 오류 3건">
            <a:extLst xmlns:a="http://schemas.openxmlformats.org/drawingml/2006/main">
              <a:ext uri="{FF2B5EF4-FFF2-40B4-BE49-F238E27FC236}">
                <a16:creationId xmlns:a16="http://schemas.microsoft.com/office/drawing/2014/main" id="{A7F3CB2A-7DAA-4442-AB91-CAE11CEB3071}"/>
              </a:ext>
            </a:extLst>
          </p:cNvPr>
          <p:cNvSpPr>
            <a:spLocks xmlns:a="http://schemas.openxmlformats.org/drawingml/2006/main" noGrp="1"/>
          </p:cNvSpPr>
          <p:nvPr/>
        </p:nvSpPr>
        <p:spPr>
          <a:xfrm xmlns:a="http://schemas.openxmlformats.org/drawingml/2006/main">
            <a:off x="6896100" y="4391025"/>
            <a:ext cx="445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805400"/>
                </a:solidFill>
                <a:latin typeface="Malgun Gothic"/>
                <a:ea typeface="Malgun Gothic"/>
                <a:cs typeface="Malgun Gothic"/>
              </a:defRPr>
            </a:defPPr>
            <a:lvl1pPr algn="l">
              <a:defRPr sz="1875" b="1">
                <a:solidFill>
                  <a:srgbClr val="805400"/>
                </a:solidFill>
                <a:latin typeface="Malgun Gothic"/>
                <a:ea typeface="Malgun Gothic"/>
                <a:cs typeface="Malgun Gothic"/>
              </a:defRPr>
            </a:lvl1pPr>
            <a:lvl2pPr algn="l">
              <a:defRPr sz="1875" b="1">
                <a:solidFill>
                  <a:srgbClr val="805400"/>
                </a:solidFill>
                <a:latin typeface="Malgun Gothic"/>
                <a:ea typeface="Malgun Gothic"/>
                <a:cs typeface="Malgun Gothic"/>
              </a:defRPr>
            </a:lvl2pPr>
            <a:lvl3pPr algn="l">
              <a:defRPr sz="1875" b="1">
                <a:solidFill>
                  <a:srgbClr val="805400"/>
                </a:solidFill>
                <a:latin typeface="Malgun Gothic"/>
                <a:ea typeface="Malgun Gothic"/>
                <a:cs typeface="Malgun Gothic"/>
              </a:defRPr>
            </a:lvl3pPr>
            <a:lvl4pPr algn="l">
              <a:defRPr sz="1875" b="1">
                <a:solidFill>
                  <a:srgbClr val="805400"/>
                </a:solidFill>
                <a:latin typeface="Malgun Gothic"/>
                <a:ea typeface="Malgun Gothic"/>
                <a:cs typeface="Malgun Gothic"/>
              </a:defRPr>
            </a:lvl4pPr>
            <a:lvl5pPr algn="l">
              <a:defRPr sz="1875" b="1">
                <a:solidFill>
                  <a:srgbClr val="805400"/>
                </a:solidFill>
                <a:latin typeface="Malgun Gothic"/>
                <a:ea typeface="Malgun Gothic"/>
                <a:cs typeface="Malgun Gothic"/>
              </a:defRPr>
            </a:lvl5pPr>
            <a:lvl6pPr algn="l">
              <a:defRPr sz="1875" b="1">
                <a:solidFill>
                  <a:srgbClr val="805400"/>
                </a:solidFill>
                <a:latin typeface="Malgun Gothic"/>
                <a:ea typeface="Malgun Gothic"/>
                <a:cs typeface="Malgun Gothic"/>
              </a:defRPr>
            </a:lvl6pPr>
            <a:lvl7pPr algn="l">
              <a:defRPr sz="1875" b="1">
                <a:solidFill>
                  <a:srgbClr val="805400"/>
                </a:solidFill>
                <a:latin typeface="Malgun Gothic"/>
                <a:ea typeface="Malgun Gothic"/>
                <a:cs typeface="Malgun Gothic"/>
              </a:defRPr>
            </a:lvl7pPr>
            <a:lvl8pPr algn="l">
              <a:defRPr sz="1875" b="1">
                <a:solidFill>
                  <a:srgbClr val="805400"/>
                </a:solidFill>
                <a:latin typeface="Malgun Gothic"/>
                <a:ea typeface="Malgun Gothic"/>
                <a:cs typeface="Malgun Gothic"/>
              </a:defRPr>
            </a:lvl8pPr>
            <a:lvl9pPr algn="l">
              <a:defRPr sz="1875" b="1">
                <a:solidFill>
                  <a:srgbClr val="805400"/>
                </a:solidFill>
                <a:latin typeface="Malgun Gothic"/>
                <a:ea typeface="Malgun Gothic"/>
                <a:cs typeface="Malgun Gothic"/>
              </a:defRPr>
            </a:lvl9pPr>
          </a:lstStyle>
          <a:p xmlns:a="http://schemas.openxmlformats.org/drawingml/2006/main">
            <a:pPr algn="l">
              <a:defRPr sz="1875" b="1">
                <a:solidFill>
                  <a:srgbClr val="805400"/>
                </a:solidFill>
                <a:latin typeface="Malgun Gothic"/>
                <a:ea typeface="Malgun Gothic"/>
                <a:cs typeface="Malgun Gothic"/>
              </a:defRPr>
            </a:pPr>
            <a:r>
              <a:rPr sz="1875" b="1">
                <a:solidFill>
                  <a:srgbClr val="805400"/>
                </a:solidFill>
                <a:latin typeface="Malgun Gothic"/>
                <a:ea typeface="Malgun Gothic"/>
                <a:cs typeface="Malgun Gothic"/>
              </a:rPr>
              <a:t>TRIAL-001도 환경 오류 3건</a:t>
            </a:r>
          </a:p>
        </p:txBody>
      </p:sp>
      <p:sp>
        <p:nvSpPr>
          <p:cNvPr id="18" name="코드만 옮기면, 실행 환경의 단서는 빠진다.">
            <a:extLst xmlns:a="http://schemas.openxmlformats.org/drawingml/2006/main">
              <a:ext uri="{FF2B5EF4-FFF2-40B4-BE49-F238E27FC236}">
                <a16:creationId xmlns:a16="http://schemas.microsoft.com/office/drawing/2014/main" id="{DB7736AC-F305-4E6C-9DEF-2A96AA6A3400}"/>
              </a:ext>
            </a:extLst>
          </p:cNvPr>
          <p:cNvSpPr>
            <a:spLocks xmlns:a="http://schemas.openxmlformats.org/drawingml/2006/main" noGrp="1"/>
          </p:cNvSpPr>
          <p:nvPr/>
        </p:nvSpPr>
        <p:spPr>
          <a:xfrm xmlns:a="http://schemas.openxmlformats.org/drawingml/2006/main">
            <a:off x="609600" y="50482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코드만 옮기면, 실행 환경의 단서는 빠진다.</a:t>
            </a:r>
          </a:p>
        </p:txBody>
      </p:sp>
      <p:sp>
        <p:nvSpPr>
          <p:cNvPr id="19" name="실제 전체 기록: 7개 통과 · crop 실패 1건 · 환경 오류 3건">
            <a:extLst xmlns:a="http://schemas.openxmlformats.org/drawingml/2006/main">
              <a:ext uri="{FF2B5EF4-FFF2-40B4-BE49-F238E27FC236}">
                <a16:creationId xmlns:a16="http://schemas.microsoft.com/office/drawing/2014/main" id="{63BBC620-1C2B-4200-BA81-705D8375AC0B}"/>
              </a:ext>
            </a:extLst>
          </p:cNvPr>
          <p:cNvSpPr>
            <a:spLocks xmlns:a="http://schemas.openxmlformats.org/drawingml/2006/main" noGrp="1"/>
          </p:cNvSpPr>
          <p:nvPr/>
        </p:nvSpPr>
        <p:spPr>
          <a:xfrm xmlns:a="http://schemas.openxmlformats.org/drawingml/2006/main">
            <a:off x="609600" y="54768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실제 전체 기록: 7개 통과 · crop 실패 1건 · 환경 오류 3건</a:t>
            </a:r>
          </a:p>
        </p:txBody>
      </p:sp>
      <p:sp>
        <p:nvSpPr>
          <p:cNvPr id="20" name="Legacy module connection">
            <a:extLst xmlns:a="http://schemas.openxmlformats.org/drawingml/2006/main">
              <a:ext uri="{FF2B5EF4-FFF2-40B4-BE49-F238E27FC236}">
                <a16:creationId xmlns:a16="http://schemas.microsoft.com/office/drawing/2014/main" id="{FF9788E5-9BAD-4427-A506-4E38FEE9FB7E}"/>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M6</a:t>
            </a:r>
          </a:p>
        </p:txBody>
      </p:sp>
    </p:spTree>
    <p:extLst>
      <p:ext uri="{BB962C8B-B14F-4D97-AF65-F5344CB8AC3E}">
        <p14:creationId xmlns:p14="http://schemas.microsoft.com/office/powerpoint/2010/main" val="888765810"/>
      </p:ext>
    </p:extLst>
  </p:cSld>
</p:sld>
</file>

<file path=ppt/slides/slide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ACT 0 · Context를 찾는 주체">
            <a:extLst xmlns:a="http://schemas.openxmlformats.org/drawingml/2006/main">
              <a:ext uri="{FF2B5EF4-FFF2-40B4-BE49-F238E27FC236}">
                <a16:creationId xmlns:a16="http://schemas.microsoft.com/office/drawing/2014/main" id="{673CB9ED-BDDD-4682-AE24-EAD797749A9F}"/>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Context를 찾는 주체</a:t>
            </a:r>
          </a:p>
        </p:txBody>
      </p:sp>
      <p:sp>
        <p:nvSpPr>
          <p:cNvPr id="2" name="S07">
            <a:extLst xmlns:a="http://schemas.openxmlformats.org/drawingml/2006/main">
              <a:ext uri="{FF2B5EF4-FFF2-40B4-BE49-F238E27FC236}">
                <a16:creationId xmlns:a16="http://schemas.microsoft.com/office/drawing/2014/main" id="{0640FD3B-B0DF-4A06-8B48-45174EA58E31}"/>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S07</a:t>
            </a:r>
          </a:p>
        </p:txBody>
      </p:sp>
      <p:sp>
        <p:nvSpPr>
          <p:cNvPr id="3" name="코드를 AI에게 가져가는 대신&#10;AI를 Repository로 데려간다">
            <a:extLst xmlns:a="http://schemas.openxmlformats.org/drawingml/2006/main">
              <a:ext uri="{FF2B5EF4-FFF2-40B4-BE49-F238E27FC236}">
                <a16:creationId xmlns:a16="http://schemas.microsoft.com/office/drawing/2014/main" id="{F5D99FFE-6F25-4153-BDAD-EEBA0119CDC1}"/>
              </a:ext>
            </a:extLst>
          </p:cNvPr>
          <p:cNvSpPr>
            <a:spLocks xmlns:a="http://schemas.openxmlformats.org/drawingml/2006/main" noGrp="1"/>
          </p:cNvSpPr>
          <p:nvPr/>
        </p:nvSpPr>
        <p:spPr>
          <a:xfrm xmlns:a="http://schemas.openxmlformats.org/drawingml/2006/main">
            <a:off x="609600" y="800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17212B"/>
                </a:solidFill>
                <a:latin typeface="Malgun Gothic"/>
                <a:ea typeface="Malgun Gothic"/>
                <a:cs typeface="Malgun Gothic"/>
              </a:defRPr>
            </a:defPPr>
            <a:lvl1pPr algn="l">
              <a:defRPr sz="3450" b="1">
                <a:solidFill>
                  <a:srgbClr val="17212B"/>
                </a:solidFill>
                <a:latin typeface="Malgun Gothic"/>
                <a:ea typeface="Malgun Gothic"/>
                <a:cs typeface="Malgun Gothic"/>
              </a:defRPr>
            </a:lvl1pPr>
            <a:lvl2pPr algn="l">
              <a:defRPr sz="3450" b="1">
                <a:solidFill>
                  <a:srgbClr val="17212B"/>
                </a:solidFill>
                <a:latin typeface="Malgun Gothic"/>
                <a:ea typeface="Malgun Gothic"/>
                <a:cs typeface="Malgun Gothic"/>
              </a:defRPr>
            </a:lvl2pPr>
            <a:lvl3pPr algn="l">
              <a:defRPr sz="3450" b="1">
                <a:solidFill>
                  <a:srgbClr val="17212B"/>
                </a:solidFill>
                <a:latin typeface="Malgun Gothic"/>
                <a:ea typeface="Malgun Gothic"/>
                <a:cs typeface="Malgun Gothic"/>
              </a:defRPr>
            </a:lvl3pPr>
            <a:lvl4pPr algn="l">
              <a:defRPr sz="3450" b="1">
                <a:solidFill>
                  <a:srgbClr val="17212B"/>
                </a:solidFill>
                <a:latin typeface="Malgun Gothic"/>
                <a:ea typeface="Malgun Gothic"/>
                <a:cs typeface="Malgun Gothic"/>
              </a:defRPr>
            </a:lvl4pPr>
            <a:lvl5pPr algn="l">
              <a:defRPr sz="3450" b="1">
                <a:solidFill>
                  <a:srgbClr val="17212B"/>
                </a:solidFill>
                <a:latin typeface="Malgun Gothic"/>
                <a:ea typeface="Malgun Gothic"/>
                <a:cs typeface="Malgun Gothic"/>
              </a:defRPr>
            </a:lvl5pPr>
            <a:lvl6pPr algn="l">
              <a:defRPr sz="3450" b="1">
                <a:solidFill>
                  <a:srgbClr val="17212B"/>
                </a:solidFill>
                <a:latin typeface="Malgun Gothic"/>
                <a:ea typeface="Malgun Gothic"/>
                <a:cs typeface="Malgun Gothic"/>
              </a:defRPr>
            </a:lvl6pPr>
            <a:lvl7pPr algn="l">
              <a:defRPr sz="3450" b="1">
                <a:solidFill>
                  <a:srgbClr val="17212B"/>
                </a:solidFill>
                <a:latin typeface="Malgun Gothic"/>
                <a:ea typeface="Malgun Gothic"/>
                <a:cs typeface="Malgun Gothic"/>
              </a:defRPr>
            </a:lvl7pPr>
            <a:lvl8pPr algn="l">
              <a:defRPr sz="3450" b="1">
                <a:solidFill>
                  <a:srgbClr val="17212B"/>
                </a:solidFill>
                <a:latin typeface="Malgun Gothic"/>
                <a:ea typeface="Malgun Gothic"/>
                <a:cs typeface="Malgun Gothic"/>
              </a:defRPr>
            </a:lvl8pPr>
            <a:lvl9pPr algn="l">
              <a:defRPr sz="3450" b="1">
                <a:solidFill>
                  <a:srgbClr val="17212B"/>
                </a:solidFill>
                <a:latin typeface="Malgun Gothic"/>
                <a:ea typeface="Malgun Gothic"/>
                <a:cs typeface="Malgun Gothic"/>
              </a:defRPr>
            </a:lvl9pPr>
          </a:lstStyle>
          <a:p xmlns:a="http://schemas.openxmlformats.org/drawingml/2006/main">
            <a:pPr algn="l">
              <a:defRPr sz="3450" b="1">
                <a:solidFill>
                  <a:srgbClr val="17212B"/>
                </a:solidFill>
                <a:latin typeface="Malgun Gothic"/>
                <a:ea typeface="Malgun Gothic"/>
                <a:cs typeface="Malgun Gothic"/>
              </a:defRPr>
            </a:pPr>
            <a:r>
              <a:rPr sz="3450" b="1">
                <a:solidFill>
                  <a:srgbClr val="17212B"/>
                </a:solidFill>
                <a:latin typeface="Malgun Gothic"/>
                <a:ea typeface="Malgun Gothic"/>
                <a:cs typeface="Malgun Gothic"/>
              </a:rPr>
              <a:t>코드를 AI에게 가져가는 대신</a:t>
            </a:r>
          </a:p>
          <a:p xmlns:a="http://schemas.openxmlformats.org/drawingml/2006/main">
            <a:pPr algn="l">
              <a:defRPr sz="3450" b="1">
                <a:solidFill>
                  <a:srgbClr val="17212B"/>
                </a:solidFill>
                <a:latin typeface="Malgun Gothic"/>
                <a:ea typeface="Malgun Gothic"/>
                <a:cs typeface="Malgun Gothic"/>
              </a:defRPr>
            </a:pPr>
            <a:r>
              <a:rPr sz="3450" b="1">
                <a:solidFill>
                  <a:srgbClr val="17212B"/>
                </a:solidFill>
                <a:latin typeface="Malgun Gothic"/>
                <a:ea typeface="Malgun Gothic"/>
                <a:cs typeface="Malgun Gothic"/>
              </a:rPr>
              <a:t>AI를 Repository로 데려간다</a:t>
            </a:r>
          </a:p>
        </p:txBody>
      </p:sp>
      <p:sp>
        <p:nvSpPr>
          <p:cNvPr id="4" name="">
            <a:extLst xmlns:a="http://schemas.openxmlformats.org/drawingml/2006/main">
              <a:ext uri="{FF2B5EF4-FFF2-40B4-BE49-F238E27FC236}">
                <a16:creationId xmlns:a16="http://schemas.microsoft.com/office/drawing/2014/main" id="{722EE0D7-4AB2-43FA-8C1D-0DDB68111DC0}"/>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 모델 · TRIAL-001 단일 CLI 관찰과 연결 · AI 생성 설명용 삽화">
            <a:extLst xmlns:a="http://schemas.openxmlformats.org/drawingml/2006/main">
              <a:ext uri="{FF2B5EF4-FFF2-40B4-BE49-F238E27FC236}">
                <a16:creationId xmlns:a16="http://schemas.microsoft.com/office/drawing/2014/main" id="{A4CBE27C-FFEE-48B3-AEEC-FB4376E75993}"/>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 모델 · TRIAL-001 단일 CLI 관찰과 연결 · AI 생성 설명용 삽화</a:t>
            </a:r>
          </a:p>
        </p:txBody>
      </p:sp>
      <p:sp>
        <p:nvSpPr>
          <p:cNvPr id="6" name="목표 설정과 근거 검토는 개발자에게 남습니다. Repository 접근이 Task 의도를 정하지는 않습니다.">
            <a:extLst xmlns:a="http://schemas.openxmlformats.org/drawingml/2006/main">
              <a:ext uri="{FF2B5EF4-FFF2-40B4-BE49-F238E27FC236}">
                <a16:creationId xmlns:a16="http://schemas.microsoft.com/office/drawing/2014/main" id="{F0BF3B32-6CE2-48B7-8EF2-30E925F965F4}"/>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목표 설정과 근거 검토는 개발자에게 남습니다. Repository 접근이 Task 의도를 정하지는 않습니다.</a:t>
            </a:r>
          </a:p>
        </p:txBody>
      </p:sp>
      <p:sp>
        <p:nvSpPr>
          <p:cNvPr id="7" name="내가 골라 전달하는 Context">
            <a:extLst xmlns:a="http://schemas.openxmlformats.org/drawingml/2006/main">
              <a:ext uri="{FF2B5EF4-FFF2-40B4-BE49-F238E27FC236}">
                <a16:creationId xmlns:a16="http://schemas.microsoft.com/office/drawing/2014/main" id="{87AC79E0-BA83-4FE4-B581-FCBCC977EB7A}"/>
              </a:ext>
            </a:extLst>
          </p:cNvPr>
          <p:cNvSpPr>
            <a:spLocks xmlns:a="http://schemas.openxmlformats.org/drawingml/2006/main" noGrp="1"/>
          </p:cNvSpPr>
          <p:nvPr/>
        </p:nvSpPr>
        <p:spPr>
          <a:xfrm xmlns:a="http://schemas.openxmlformats.org/drawingml/2006/main">
            <a:off x="609600" y="20383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4D5A68"/>
                </a:solidFill>
                <a:latin typeface="Malgun Gothic"/>
                <a:ea typeface="Malgun Gothic"/>
                <a:cs typeface="Malgun Gothic"/>
              </a:defRPr>
            </a:defPPr>
            <a:lvl1pPr algn="l">
              <a:defRPr sz="2100" b="1">
                <a:solidFill>
                  <a:srgbClr val="4D5A68"/>
                </a:solidFill>
                <a:latin typeface="Malgun Gothic"/>
                <a:ea typeface="Malgun Gothic"/>
                <a:cs typeface="Malgun Gothic"/>
              </a:defRPr>
            </a:lvl1pPr>
            <a:lvl2pPr algn="l">
              <a:defRPr sz="2100" b="1">
                <a:solidFill>
                  <a:srgbClr val="4D5A68"/>
                </a:solidFill>
                <a:latin typeface="Malgun Gothic"/>
                <a:ea typeface="Malgun Gothic"/>
                <a:cs typeface="Malgun Gothic"/>
              </a:defRPr>
            </a:lvl2pPr>
            <a:lvl3pPr algn="l">
              <a:defRPr sz="2100" b="1">
                <a:solidFill>
                  <a:srgbClr val="4D5A68"/>
                </a:solidFill>
                <a:latin typeface="Malgun Gothic"/>
                <a:ea typeface="Malgun Gothic"/>
                <a:cs typeface="Malgun Gothic"/>
              </a:defRPr>
            </a:lvl3pPr>
            <a:lvl4pPr algn="l">
              <a:defRPr sz="2100" b="1">
                <a:solidFill>
                  <a:srgbClr val="4D5A68"/>
                </a:solidFill>
                <a:latin typeface="Malgun Gothic"/>
                <a:ea typeface="Malgun Gothic"/>
                <a:cs typeface="Malgun Gothic"/>
              </a:defRPr>
            </a:lvl4pPr>
            <a:lvl5pPr algn="l">
              <a:defRPr sz="2100" b="1">
                <a:solidFill>
                  <a:srgbClr val="4D5A68"/>
                </a:solidFill>
                <a:latin typeface="Malgun Gothic"/>
                <a:ea typeface="Malgun Gothic"/>
                <a:cs typeface="Malgun Gothic"/>
              </a:defRPr>
            </a:lvl5pPr>
            <a:lvl6pPr algn="l">
              <a:defRPr sz="2100" b="1">
                <a:solidFill>
                  <a:srgbClr val="4D5A68"/>
                </a:solidFill>
                <a:latin typeface="Malgun Gothic"/>
                <a:ea typeface="Malgun Gothic"/>
                <a:cs typeface="Malgun Gothic"/>
              </a:defRPr>
            </a:lvl6pPr>
            <a:lvl7pPr algn="l">
              <a:defRPr sz="2100" b="1">
                <a:solidFill>
                  <a:srgbClr val="4D5A68"/>
                </a:solidFill>
                <a:latin typeface="Malgun Gothic"/>
                <a:ea typeface="Malgun Gothic"/>
                <a:cs typeface="Malgun Gothic"/>
              </a:defRPr>
            </a:lvl7pPr>
            <a:lvl8pPr algn="l">
              <a:defRPr sz="2100" b="1">
                <a:solidFill>
                  <a:srgbClr val="4D5A68"/>
                </a:solidFill>
                <a:latin typeface="Malgun Gothic"/>
                <a:ea typeface="Malgun Gothic"/>
                <a:cs typeface="Malgun Gothic"/>
              </a:defRPr>
            </a:lvl8pPr>
            <a:lvl9pPr algn="l">
              <a:defRPr sz="2100" b="1">
                <a:solidFill>
                  <a:srgbClr val="4D5A68"/>
                </a:solidFill>
                <a:latin typeface="Malgun Gothic"/>
                <a:ea typeface="Malgun Gothic"/>
                <a:cs typeface="Malgun Gothic"/>
              </a:defRPr>
            </a:lvl9pPr>
          </a:lstStyle>
          <a:p xmlns:a="http://schemas.openxmlformats.org/drawingml/2006/main">
            <a:pPr algn="l">
              <a:defRPr sz="2100" b="1">
                <a:solidFill>
                  <a:srgbClr val="4D5A68"/>
                </a:solidFill>
                <a:latin typeface="Malgun Gothic"/>
                <a:ea typeface="Malgun Gothic"/>
                <a:cs typeface="Malgun Gothic"/>
              </a:defRPr>
            </a:pPr>
            <a:r>
              <a:rPr sz="2100" b="1">
                <a:solidFill>
                  <a:srgbClr val="4D5A68"/>
                </a:solidFill>
                <a:latin typeface="Malgun Gothic"/>
                <a:ea typeface="Malgun Gothic"/>
                <a:cs typeface="Malgun Gothic"/>
              </a:rPr>
              <a:t>내가 골라 전달하는 Context</a:t>
            </a:r>
          </a:p>
        </p:txBody>
      </p:sp>
      <p:sp>
        <p:nvSpPr>
          <p:cNvPr id="8" name="조사를 맡기고 근거를 확인">
            <a:extLst xmlns:a="http://schemas.openxmlformats.org/drawingml/2006/main">
              <a:ext uri="{FF2B5EF4-FFF2-40B4-BE49-F238E27FC236}">
                <a16:creationId xmlns:a16="http://schemas.microsoft.com/office/drawing/2014/main" id="{6B20D080-3C93-4794-A307-69A27A7483B1}"/>
              </a:ext>
            </a:extLst>
          </p:cNvPr>
          <p:cNvSpPr>
            <a:spLocks xmlns:a="http://schemas.openxmlformats.org/drawingml/2006/main" noGrp="1"/>
          </p:cNvSpPr>
          <p:nvPr/>
        </p:nvSpPr>
        <p:spPr>
          <a:xfrm xmlns:a="http://schemas.openxmlformats.org/drawingml/2006/main">
            <a:off x="6381750" y="2038350"/>
            <a:ext cx="5200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조사를 맡기고 근거를 확인</a:t>
            </a:r>
          </a:p>
        </p:txBody>
      </p:sp>
      <p:pic>
        <p:nvPicPr>
          <p:cNvPr id="9" name="">
            <a:extLst xmlns:a="http://schemas.openxmlformats.org/drawingml/2006/main">
              <a:ext uri="{FF2B5EF4-FFF2-40B4-BE49-F238E27FC236}">
                <a16:creationId xmlns:a16="http://schemas.microsoft.com/office/drawing/2014/main" id="{4F4214DA-624F-444E-85B9-C2A538D3E978}"/>
              </a:ext>
            </a:extLst>
          </p:cNvPr>
          <p:cNvPicPr>
            <a:picLocks xmlns:a="http://schemas.openxmlformats.org/drawingml/2006/main" noChangeAspect="1"/>
          </p:cNvPicPr>
          <p:nvPr/>
        </p:nvPicPr>
        <p:blipFill>
          <a:blip xmlns:r="http://schemas.openxmlformats.org/officeDocument/2006/relationships" xmlns:a="http://schemas.openxmlformats.org/drawingml/2006/main" r:embed="Rc2d630c657ce4507"/>
          <a:srcRect xmlns:a="http://schemas.openxmlformats.org/drawingml/2006/main" l="0" t="18000" r="0" b="15000"/>
          <a:stretch xmlns:a="http://schemas.openxmlformats.org/drawingml/2006/main"/>
        </p:blipFill>
        <p:spPr>
          <a:xfrm xmlns:a="http://schemas.openxmlformats.org/drawingml/2006/main">
            <a:off x="2371725" y="2343150"/>
            <a:ext cx="7448550" cy="2495550"/>
          </a:xfrm>
          <a:prstGeom xmlns:a="http://schemas.openxmlformats.org/drawingml/2006/main" prst="rect">
            <a:avLst/>
          </a:prstGeom>
        </p:spPr>
      </p:pic>
      <p:sp>
        <p:nvSpPr>
          <p:cNvPr id="10" name="코드 조각을 선택·복사">
            <a:extLst xmlns:a="http://schemas.openxmlformats.org/drawingml/2006/main">
              <a:ext uri="{FF2B5EF4-FFF2-40B4-BE49-F238E27FC236}">
                <a16:creationId xmlns:a16="http://schemas.microsoft.com/office/drawing/2014/main" id="{0DB2E361-9411-405C-97A7-8C4E72DBF67A}"/>
              </a:ext>
            </a:extLst>
          </p:cNvPr>
          <p:cNvSpPr>
            <a:spLocks xmlns:a="http://schemas.openxmlformats.org/drawingml/2006/main" noGrp="1"/>
          </p:cNvSpPr>
          <p:nvPr/>
        </p:nvSpPr>
        <p:spPr>
          <a:xfrm xmlns:a="http://schemas.openxmlformats.org/drawingml/2006/main">
            <a:off x="609600" y="488632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코드 조각을 선택·복사</a:t>
            </a:r>
          </a:p>
        </p:txBody>
      </p:sp>
      <p:sp>
        <p:nvSpPr>
          <p:cNvPr id="11" name="목표는 사람이, 탐색은 Agent와">
            <a:extLst xmlns:a="http://schemas.openxmlformats.org/drawingml/2006/main">
              <a:ext uri="{FF2B5EF4-FFF2-40B4-BE49-F238E27FC236}">
                <a16:creationId xmlns:a16="http://schemas.microsoft.com/office/drawing/2014/main" id="{7BB1D175-8D6F-42A4-8818-51A4B576DD3A}"/>
              </a:ext>
            </a:extLst>
          </p:cNvPr>
          <p:cNvSpPr>
            <a:spLocks xmlns:a="http://schemas.openxmlformats.org/drawingml/2006/main" noGrp="1"/>
          </p:cNvSpPr>
          <p:nvPr/>
        </p:nvSpPr>
        <p:spPr>
          <a:xfrm xmlns:a="http://schemas.openxmlformats.org/drawingml/2006/main">
            <a:off x="6381750" y="4886325"/>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목표는 사람이, 탐색은 Agent와</a:t>
            </a:r>
          </a:p>
        </p:txBody>
      </p:sp>
      <p:sp>
        <p:nvSpPr>
          <p:cNvPr id="12" name="접근 전: 승인된 도구·계정·자료·권한 범위를 확인한다.">
            <a:extLst xmlns:a="http://schemas.openxmlformats.org/drawingml/2006/main">
              <a:ext uri="{FF2B5EF4-FFF2-40B4-BE49-F238E27FC236}">
                <a16:creationId xmlns:a16="http://schemas.microsoft.com/office/drawing/2014/main" id="{213EE04B-D726-4CDA-9EF2-6D71E35EAE84}"/>
              </a:ext>
            </a:extLst>
          </p:cNvPr>
          <p:cNvSpPr>
            <a:spLocks xmlns:a="http://schemas.openxmlformats.org/drawingml/2006/main" noGrp="1"/>
          </p:cNvSpPr>
          <p:nvPr/>
        </p:nvSpPr>
        <p:spPr>
          <a:xfrm xmlns:a="http://schemas.openxmlformats.org/drawingml/2006/main">
            <a:off x="609600" y="534352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4D5A68"/>
                </a:solidFill>
                <a:latin typeface="Malgun Gothic"/>
                <a:ea typeface="Malgun Gothic"/>
                <a:cs typeface="Malgun Gothic"/>
              </a:defRPr>
            </a:defPPr>
            <a:lvl1pPr algn="l">
              <a:defRPr sz="1875" b="0">
                <a:solidFill>
                  <a:srgbClr val="4D5A68"/>
                </a:solidFill>
                <a:latin typeface="Malgun Gothic"/>
                <a:ea typeface="Malgun Gothic"/>
                <a:cs typeface="Malgun Gothic"/>
              </a:defRPr>
            </a:lvl1pPr>
            <a:lvl2pPr algn="l">
              <a:defRPr sz="1875" b="0">
                <a:solidFill>
                  <a:srgbClr val="4D5A68"/>
                </a:solidFill>
                <a:latin typeface="Malgun Gothic"/>
                <a:ea typeface="Malgun Gothic"/>
                <a:cs typeface="Malgun Gothic"/>
              </a:defRPr>
            </a:lvl2pPr>
            <a:lvl3pPr algn="l">
              <a:defRPr sz="1875" b="0">
                <a:solidFill>
                  <a:srgbClr val="4D5A68"/>
                </a:solidFill>
                <a:latin typeface="Malgun Gothic"/>
                <a:ea typeface="Malgun Gothic"/>
                <a:cs typeface="Malgun Gothic"/>
              </a:defRPr>
            </a:lvl3pPr>
            <a:lvl4pPr algn="l">
              <a:defRPr sz="1875" b="0">
                <a:solidFill>
                  <a:srgbClr val="4D5A68"/>
                </a:solidFill>
                <a:latin typeface="Malgun Gothic"/>
                <a:ea typeface="Malgun Gothic"/>
                <a:cs typeface="Malgun Gothic"/>
              </a:defRPr>
            </a:lvl4pPr>
            <a:lvl5pPr algn="l">
              <a:defRPr sz="1875" b="0">
                <a:solidFill>
                  <a:srgbClr val="4D5A68"/>
                </a:solidFill>
                <a:latin typeface="Malgun Gothic"/>
                <a:ea typeface="Malgun Gothic"/>
                <a:cs typeface="Malgun Gothic"/>
              </a:defRPr>
            </a:lvl5pPr>
            <a:lvl6pPr algn="l">
              <a:defRPr sz="1875" b="0">
                <a:solidFill>
                  <a:srgbClr val="4D5A68"/>
                </a:solidFill>
                <a:latin typeface="Malgun Gothic"/>
                <a:ea typeface="Malgun Gothic"/>
                <a:cs typeface="Malgun Gothic"/>
              </a:defRPr>
            </a:lvl6pPr>
            <a:lvl7pPr algn="l">
              <a:defRPr sz="1875" b="0">
                <a:solidFill>
                  <a:srgbClr val="4D5A68"/>
                </a:solidFill>
                <a:latin typeface="Malgun Gothic"/>
                <a:ea typeface="Malgun Gothic"/>
                <a:cs typeface="Malgun Gothic"/>
              </a:defRPr>
            </a:lvl7pPr>
            <a:lvl8pPr algn="l">
              <a:defRPr sz="1875" b="0">
                <a:solidFill>
                  <a:srgbClr val="4D5A68"/>
                </a:solidFill>
                <a:latin typeface="Malgun Gothic"/>
                <a:ea typeface="Malgun Gothic"/>
                <a:cs typeface="Malgun Gothic"/>
              </a:defRPr>
            </a:lvl8pPr>
            <a:lvl9pPr algn="l">
              <a:defRPr sz="1875" b="0">
                <a:solidFill>
                  <a:srgbClr val="4D5A68"/>
                </a:solidFill>
                <a:latin typeface="Malgun Gothic"/>
                <a:ea typeface="Malgun Gothic"/>
                <a:cs typeface="Malgun Gothic"/>
              </a:defRPr>
            </a:lvl9pPr>
          </a:lstStyle>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접근 전: 승인된 도구·계정·자료·권한 범위를 확인한다.</a:t>
            </a:r>
          </a:p>
        </p:txBody>
      </p:sp>
      <p:sp>
        <p:nvSpPr>
          <p:cNvPr id="13" name="Legacy module connection">
            <a:extLst xmlns:a="http://schemas.openxmlformats.org/drawingml/2006/main">
              <a:ext uri="{FF2B5EF4-FFF2-40B4-BE49-F238E27FC236}">
                <a16:creationId xmlns:a16="http://schemas.microsoft.com/office/drawing/2014/main" id="{C7B6A802-5DEE-4845-8FFE-E73FF62FEB49}"/>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a:t>
            </a:r>
          </a:p>
        </p:txBody>
      </p:sp>
    </p:spTree>
    <p:extLst>
      <p:ext uri="{BB962C8B-B14F-4D97-AF65-F5344CB8AC3E}">
        <p14:creationId xmlns:p14="http://schemas.microsoft.com/office/powerpoint/2010/main" val="1994413784"/>
      </p:ext>
    </p:extLst>
  </p:cSld>
</p:sld>
</file>

<file path=ppt/slides/slide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9" name="ACT 0 · ChatGPT 데스크톱 앱의 진입 경로">
            <a:extLst xmlns:a="http://schemas.openxmlformats.org/drawingml/2006/main">
              <a:ext uri="{FF2B5EF4-FFF2-40B4-BE49-F238E27FC236}">
                <a16:creationId xmlns:a16="http://schemas.microsoft.com/office/drawing/2014/main" id="{4A4FEA6F-8AEF-4C0F-A7CE-829799B6D663}"/>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ChatGPT 데스크톱 앱의 진입 경로</a:t>
            </a:r>
          </a:p>
        </p:txBody>
      </p:sp>
      <p:sp>
        <p:nvSpPr>
          <p:cNvPr id="2" name="S08">
            <a:extLst xmlns:a="http://schemas.openxmlformats.org/drawingml/2006/main">
              <a:ext uri="{FF2B5EF4-FFF2-40B4-BE49-F238E27FC236}">
                <a16:creationId xmlns:a16="http://schemas.microsoft.com/office/drawing/2014/main" id="{64F58A59-9497-42F0-A204-BAB4A3446411}"/>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S08</a:t>
            </a:r>
          </a:p>
        </p:txBody>
      </p:sp>
      <p:sp>
        <p:nvSpPr>
          <p:cNvPr id="3" name="Repository 작업은 Codex에서 시작한다">
            <a:extLst xmlns:a="http://schemas.openxmlformats.org/drawingml/2006/main">
              <a:ext uri="{FF2B5EF4-FFF2-40B4-BE49-F238E27FC236}">
                <a16:creationId xmlns:a16="http://schemas.microsoft.com/office/drawing/2014/main" id="{E8176B23-E983-4F7B-A9D5-1D302D17C64E}"/>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Repository 작업은 Codex에서 시작한다</a:t>
            </a:r>
          </a:p>
        </p:txBody>
      </p:sp>
      <p:sp>
        <p:nvSpPr>
          <p:cNvPr id="4" name="">
            <a:extLst xmlns:a="http://schemas.openxmlformats.org/drawingml/2006/main">
              <a:ext uri="{FF2B5EF4-FFF2-40B4-BE49-F238E27FC236}">
                <a16:creationId xmlns:a16="http://schemas.microsoft.com/office/drawing/2014/main" id="{EB850D9D-DC81-4F4D-8926-C662804BD55C}"/>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OpenAI Quickstart · 공식 문서 2026-10-21 확인 · 앱 전환 메뉴 재구성">
            <a:extLst xmlns:a="http://schemas.openxmlformats.org/drawingml/2006/main">
              <a:ext uri="{FF2B5EF4-FFF2-40B4-BE49-F238E27FC236}">
                <a16:creationId xmlns:a16="http://schemas.microsoft.com/office/drawing/2014/main" id="{E0B0B7B2-2614-4094-8DEB-8639BB45D61C}"/>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OpenAI Quickstart · 공식 문서 2026-10-21 확인 · 앱 전환 메뉴 재구성</a:t>
            </a:r>
          </a:p>
        </p:txBody>
      </p:sp>
      <p:sp>
        <p:nvSpPr>
          <p:cNvPr id="6" name="교육용 도식입니다. 앱 버전·계정별 표시와 접근 권한은 발표 환경에서 확인합니다.">
            <a:extLst xmlns:a="http://schemas.openxmlformats.org/drawingml/2006/main">
              <a:ext uri="{FF2B5EF4-FFF2-40B4-BE49-F238E27FC236}">
                <a16:creationId xmlns:a16="http://schemas.microsoft.com/office/drawing/2014/main" id="{206C4775-3DF8-46B9-9164-BEBC79375395}"/>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교육용 도식입니다. 앱 버전·계정별 표시와 접근 권한은 발표 환경에서 확인합니다.</a:t>
            </a:r>
          </a:p>
        </p:txBody>
      </p:sp>
      <p:sp>
        <p:nvSpPr>
          <p:cNvPr id="7" name="앱 좌측 상단에서 ChatGPT → Codex 선택">
            <a:extLst xmlns:a="http://schemas.openxmlformats.org/drawingml/2006/main">
              <a:ext uri="{FF2B5EF4-FFF2-40B4-BE49-F238E27FC236}">
                <a16:creationId xmlns:a16="http://schemas.microsoft.com/office/drawing/2014/main" id="{46F449C3-13E7-4491-A7CF-BC854320E894}"/>
              </a:ext>
            </a:extLst>
          </p:cNvPr>
          <p:cNvSpPr>
            <a:spLocks xmlns:a="http://schemas.openxmlformats.org/drawingml/2006/main" noGrp="1"/>
          </p:cNvSpPr>
          <p:nvPr/>
        </p:nvSpPr>
        <p:spPr>
          <a:xfrm xmlns:a="http://schemas.openxmlformats.org/drawingml/2006/main">
            <a:off x="609600" y="1647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앱 좌측 상단에서 ChatGPT → Codex 선택</a:t>
            </a:r>
          </a:p>
        </p:txBody>
      </p:sp>
      <p:sp>
        <p:nvSpPr>
          <p:cNvPr id="8" name="">
            <a:extLst xmlns:a="http://schemas.openxmlformats.org/drawingml/2006/main">
              <a:ext uri="{FF2B5EF4-FFF2-40B4-BE49-F238E27FC236}">
                <a16:creationId xmlns:a16="http://schemas.microsoft.com/office/drawing/2014/main" id="{8A743339-23B0-48DC-B557-5992A8F5B1B3}"/>
              </a:ext>
            </a:extLst>
          </p:cNvPr>
          <p:cNvSpPr>
            <a:spLocks xmlns:a="http://schemas.openxmlformats.org/drawingml/2006/main" noGrp="1"/>
          </p:cNvSpPr>
          <p:nvPr/>
        </p:nvSpPr>
        <p:spPr>
          <a:xfrm xmlns:a="http://schemas.openxmlformats.org/drawingml/2006/main">
            <a:off x="609600" y="2343150"/>
            <a:ext cx="4343400" cy="581025"/>
          </a:xfrm>
          <a:prstGeom xmlns:a="http://schemas.openxmlformats.org/drawingml/2006/main" prst="rect">
            <a:avLst/>
          </a:prstGeom>
          <a:solidFill xmlns:a="http://schemas.openxmlformats.org/drawingml/2006/main">
            <a:srgbClr val="FFFFFF"/>
          </a:solidFill>
          <a:ln xmlns:a="http://schemas.openxmlformats.org/drawingml/2006/main" w="19050">
            <a:solidFill>
              <a:srgbClr val="C7D0DA"/>
            </a:solidFill>
            <a:prstDash val="solid"/>
          </a:ln>
        </p:spPr>
      </p:sp>
      <p:sp>
        <p:nvSpPr>
          <p:cNvPr id="9" name="ChatGPT">
            <a:extLst xmlns:a="http://schemas.openxmlformats.org/drawingml/2006/main">
              <a:ext uri="{FF2B5EF4-FFF2-40B4-BE49-F238E27FC236}">
                <a16:creationId xmlns:a16="http://schemas.microsoft.com/office/drawing/2014/main" id="{9F3B93A0-FA8C-413D-B758-A17B776072CA}"/>
              </a:ext>
            </a:extLst>
          </p:cNvPr>
          <p:cNvSpPr>
            <a:spLocks xmlns:a="http://schemas.openxmlformats.org/drawingml/2006/main" noGrp="1"/>
          </p:cNvSpPr>
          <p:nvPr/>
        </p:nvSpPr>
        <p:spPr>
          <a:xfrm xmlns:a="http://schemas.openxmlformats.org/drawingml/2006/main">
            <a:off x="838200" y="2457450"/>
            <a:ext cx="323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ChatGPT</a:t>
            </a:r>
          </a:p>
        </p:txBody>
      </p:sp>
      <p:sp>
        <p:nvSpPr>
          <p:cNvPr id="10" name="▾">
            <a:extLst xmlns:a="http://schemas.openxmlformats.org/drawingml/2006/main">
              <a:ext uri="{FF2B5EF4-FFF2-40B4-BE49-F238E27FC236}">
                <a16:creationId xmlns:a16="http://schemas.microsoft.com/office/drawing/2014/main" id="{8D798E85-85AA-43F7-B696-30D5E5CC62F3}"/>
              </a:ext>
            </a:extLst>
          </p:cNvPr>
          <p:cNvSpPr>
            <a:spLocks xmlns:a="http://schemas.openxmlformats.org/drawingml/2006/main" noGrp="1"/>
          </p:cNvSpPr>
          <p:nvPr/>
        </p:nvSpPr>
        <p:spPr>
          <a:xfrm xmlns:a="http://schemas.openxmlformats.org/drawingml/2006/main">
            <a:off x="4267200" y="245745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4D5A68"/>
                </a:solidFill>
                <a:latin typeface="Malgun Gothic"/>
                <a:ea typeface="Malgun Gothic"/>
                <a:cs typeface="Malgun Gothic"/>
              </a:defRPr>
            </a:defPPr>
            <a:lvl1pPr algn="ctr">
              <a:defRPr sz="2175" b="0">
                <a:solidFill>
                  <a:srgbClr val="4D5A68"/>
                </a:solidFill>
                <a:latin typeface="Malgun Gothic"/>
                <a:ea typeface="Malgun Gothic"/>
                <a:cs typeface="Malgun Gothic"/>
              </a:defRPr>
            </a:lvl1pPr>
            <a:lvl2pPr algn="ctr">
              <a:defRPr sz="2175" b="0">
                <a:solidFill>
                  <a:srgbClr val="4D5A68"/>
                </a:solidFill>
                <a:latin typeface="Malgun Gothic"/>
                <a:ea typeface="Malgun Gothic"/>
                <a:cs typeface="Malgun Gothic"/>
              </a:defRPr>
            </a:lvl2pPr>
            <a:lvl3pPr algn="ctr">
              <a:defRPr sz="2175" b="0">
                <a:solidFill>
                  <a:srgbClr val="4D5A68"/>
                </a:solidFill>
                <a:latin typeface="Malgun Gothic"/>
                <a:ea typeface="Malgun Gothic"/>
                <a:cs typeface="Malgun Gothic"/>
              </a:defRPr>
            </a:lvl3pPr>
            <a:lvl4pPr algn="ctr">
              <a:defRPr sz="2175" b="0">
                <a:solidFill>
                  <a:srgbClr val="4D5A68"/>
                </a:solidFill>
                <a:latin typeface="Malgun Gothic"/>
                <a:ea typeface="Malgun Gothic"/>
                <a:cs typeface="Malgun Gothic"/>
              </a:defRPr>
            </a:lvl4pPr>
            <a:lvl5pPr algn="ctr">
              <a:defRPr sz="2175" b="0">
                <a:solidFill>
                  <a:srgbClr val="4D5A68"/>
                </a:solidFill>
                <a:latin typeface="Malgun Gothic"/>
                <a:ea typeface="Malgun Gothic"/>
                <a:cs typeface="Malgun Gothic"/>
              </a:defRPr>
            </a:lvl5pPr>
            <a:lvl6pPr algn="ctr">
              <a:defRPr sz="2175" b="0">
                <a:solidFill>
                  <a:srgbClr val="4D5A68"/>
                </a:solidFill>
                <a:latin typeface="Malgun Gothic"/>
                <a:ea typeface="Malgun Gothic"/>
                <a:cs typeface="Malgun Gothic"/>
              </a:defRPr>
            </a:lvl6pPr>
            <a:lvl7pPr algn="ctr">
              <a:defRPr sz="2175" b="0">
                <a:solidFill>
                  <a:srgbClr val="4D5A68"/>
                </a:solidFill>
                <a:latin typeface="Malgun Gothic"/>
                <a:ea typeface="Malgun Gothic"/>
                <a:cs typeface="Malgun Gothic"/>
              </a:defRPr>
            </a:lvl7pPr>
            <a:lvl8pPr algn="ctr">
              <a:defRPr sz="2175" b="0">
                <a:solidFill>
                  <a:srgbClr val="4D5A68"/>
                </a:solidFill>
                <a:latin typeface="Malgun Gothic"/>
                <a:ea typeface="Malgun Gothic"/>
                <a:cs typeface="Malgun Gothic"/>
              </a:defRPr>
            </a:lvl8pPr>
            <a:lvl9pPr algn="ctr">
              <a:defRPr sz="2175" b="0">
                <a:solidFill>
                  <a:srgbClr val="4D5A68"/>
                </a:solidFill>
                <a:latin typeface="Malgun Gothic"/>
                <a:ea typeface="Malgun Gothic"/>
                <a:cs typeface="Malgun Gothic"/>
              </a:defRPr>
            </a:lvl9pPr>
          </a:lstStyle>
          <a:p xmlns:a="http://schemas.openxmlformats.org/drawingml/2006/main">
            <a:pPr algn="ctr">
              <a:defRPr sz="2175" b="0">
                <a:solidFill>
                  <a:srgbClr val="4D5A68"/>
                </a:solidFill>
                <a:latin typeface="Malgun Gothic"/>
                <a:ea typeface="Malgun Gothic"/>
                <a:cs typeface="Malgun Gothic"/>
              </a:defRPr>
            </a:pPr>
            <a:r>
              <a:rPr sz="2175" b="0">
                <a:solidFill>
                  <a:srgbClr val="4D5A68"/>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8E1C5B2B-B816-4FDA-BBF5-7EFC3A1732D0}"/>
              </a:ext>
            </a:extLst>
          </p:cNvPr>
          <p:cNvSpPr>
            <a:spLocks xmlns:a="http://schemas.openxmlformats.org/drawingml/2006/main" noGrp="1"/>
          </p:cNvSpPr>
          <p:nvPr/>
        </p:nvSpPr>
        <p:spPr>
          <a:xfrm xmlns:a="http://schemas.openxmlformats.org/drawingml/2006/main">
            <a:off x="609600" y="3000375"/>
            <a:ext cx="4343400" cy="1428750"/>
          </a:xfrm>
          <a:prstGeom xmlns:a="http://schemas.openxmlformats.org/drawingml/2006/main" prst="rect">
            <a:avLst/>
          </a:prstGeom>
          <a:solidFill xmlns:a="http://schemas.openxmlformats.org/drawingml/2006/main">
            <a:srgbClr val="FFFFFF"/>
          </a:solidFill>
          <a:ln xmlns:a="http://schemas.openxmlformats.org/drawingml/2006/main" w="19050">
            <a:solidFill>
              <a:srgbClr val="C7D0DA"/>
            </a:solidFill>
            <a:prstDash val="solid"/>
          </a:ln>
        </p:spPr>
      </p:sp>
      <p:sp>
        <p:nvSpPr>
          <p:cNvPr id="12" name="ChatGPT">
            <a:extLst xmlns:a="http://schemas.openxmlformats.org/drawingml/2006/main">
              <a:ext uri="{FF2B5EF4-FFF2-40B4-BE49-F238E27FC236}">
                <a16:creationId xmlns:a16="http://schemas.microsoft.com/office/drawing/2014/main" id="{6A043283-55FD-4E4D-9745-D9FF1EE8CAF4}"/>
              </a:ext>
            </a:extLst>
          </p:cNvPr>
          <p:cNvSpPr>
            <a:spLocks xmlns:a="http://schemas.openxmlformats.org/drawingml/2006/main" noGrp="1"/>
          </p:cNvSpPr>
          <p:nvPr/>
        </p:nvSpPr>
        <p:spPr>
          <a:xfrm xmlns:a="http://schemas.openxmlformats.org/drawingml/2006/main">
            <a:off x="838200" y="3124200"/>
            <a:ext cx="3657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4D5A68"/>
                </a:solidFill>
                <a:latin typeface="Malgun Gothic"/>
                <a:ea typeface="Malgun Gothic"/>
                <a:cs typeface="Malgun Gothic"/>
              </a:defRPr>
            </a:defPPr>
            <a:lvl1pPr algn="l">
              <a:defRPr sz="2175" b="0">
                <a:solidFill>
                  <a:srgbClr val="4D5A68"/>
                </a:solidFill>
                <a:latin typeface="Malgun Gothic"/>
                <a:ea typeface="Malgun Gothic"/>
                <a:cs typeface="Malgun Gothic"/>
              </a:defRPr>
            </a:lvl1pPr>
            <a:lvl2pPr algn="l">
              <a:defRPr sz="2175" b="0">
                <a:solidFill>
                  <a:srgbClr val="4D5A68"/>
                </a:solidFill>
                <a:latin typeface="Malgun Gothic"/>
                <a:ea typeface="Malgun Gothic"/>
                <a:cs typeface="Malgun Gothic"/>
              </a:defRPr>
            </a:lvl2pPr>
            <a:lvl3pPr algn="l">
              <a:defRPr sz="2175" b="0">
                <a:solidFill>
                  <a:srgbClr val="4D5A68"/>
                </a:solidFill>
                <a:latin typeface="Malgun Gothic"/>
                <a:ea typeface="Malgun Gothic"/>
                <a:cs typeface="Malgun Gothic"/>
              </a:defRPr>
            </a:lvl3pPr>
            <a:lvl4pPr algn="l">
              <a:defRPr sz="2175" b="0">
                <a:solidFill>
                  <a:srgbClr val="4D5A68"/>
                </a:solidFill>
                <a:latin typeface="Malgun Gothic"/>
                <a:ea typeface="Malgun Gothic"/>
                <a:cs typeface="Malgun Gothic"/>
              </a:defRPr>
            </a:lvl4pPr>
            <a:lvl5pPr algn="l">
              <a:defRPr sz="2175" b="0">
                <a:solidFill>
                  <a:srgbClr val="4D5A68"/>
                </a:solidFill>
                <a:latin typeface="Malgun Gothic"/>
                <a:ea typeface="Malgun Gothic"/>
                <a:cs typeface="Malgun Gothic"/>
              </a:defRPr>
            </a:lvl5pPr>
            <a:lvl6pPr algn="l">
              <a:defRPr sz="2175" b="0">
                <a:solidFill>
                  <a:srgbClr val="4D5A68"/>
                </a:solidFill>
                <a:latin typeface="Malgun Gothic"/>
                <a:ea typeface="Malgun Gothic"/>
                <a:cs typeface="Malgun Gothic"/>
              </a:defRPr>
            </a:lvl6pPr>
            <a:lvl7pPr algn="l">
              <a:defRPr sz="2175" b="0">
                <a:solidFill>
                  <a:srgbClr val="4D5A68"/>
                </a:solidFill>
                <a:latin typeface="Malgun Gothic"/>
                <a:ea typeface="Malgun Gothic"/>
                <a:cs typeface="Malgun Gothic"/>
              </a:defRPr>
            </a:lvl7pPr>
            <a:lvl8pPr algn="l">
              <a:defRPr sz="2175" b="0">
                <a:solidFill>
                  <a:srgbClr val="4D5A68"/>
                </a:solidFill>
                <a:latin typeface="Malgun Gothic"/>
                <a:ea typeface="Malgun Gothic"/>
                <a:cs typeface="Malgun Gothic"/>
              </a:defRPr>
            </a:lvl8pPr>
            <a:lvl9pPr algn="l">
              <a:defRPr sz="2175" b="0">
                <a:solidFill>
                  <a:srgbClr val="4D5A68"/>
                </a:solidFill>
                <a:latin typeface="Malgun Gothic"/>
                <a:ea typeface="Malgun Gothic"/>
                <a:cs typeface="Malgun Gothic"/>
              </a:defRPr>
            </a:lvl9pPr>
          </a:lstStyle>
          <a:p xmlns:a="http://schemas.openxmlformats.org/drawingml/2006/main">
            <a:pPr algn="l">
              <a:defRPr sz="2175" b="0">
                <a:solidFill>
                  <a:srgbClr val="4D5A68"/>
                </a:solidFill>
                <a:latin typeface="Malgun Gothic"/>
                <a:ea typeface="Malgun Gothic"/>
                <a:cs typeface="Malgun Gothic"/>
              </a:defRPr>
            </a:pPr>
            <a:r>
              <a:rPr sz="2175" b="0">
                <a:solidFill>
                  <a:srgbClr val="4D5A68"/>
                </a:solidFill>
                <a:latin typeface="Malgun Gothic"/>
                <a:ea typeface="Malgun Gothic"/>
                <a:cs typeface="Malgun Gothic"/>
              </a:rPr>
              <a:t>ChatGPT</a:t>
            </a:r>
          </a:p>
        </p:txBody>
      </p:sp>
      <p:sp>
        <p:nvSpPr>
          <p:cNvPr id="13" name="">
            <a:extLst xmlns:a="http://schemas.openxmlformats.org/drawingml/2006/main">
              <a:ext uri="{FF2B5EF4-FFF2-40B4-BE49-F238E27FC236}">
                <a16:creationId xmlns:a16="http://schemas.microsoft.com/office/drawing/2014/main" id="{512FF94B-FD46-4F04-9CAE-CA94AC85BDDD}"/>
              </a:ext>
            </a:extLst>
          </p:cNvPr>
          <p:cNvSpPr>
            <a:spLocks xmlns:a="http://schemas.openxmlformats.org/drawingml/2006/main" noGrp="1"/>
          </p:cNvSpPr>
          <p:nvPr/>
        </p:nvSpPr>
        <p:spPr>
          <a:xfrm xmlns:a="http://schemas.openxmlformats.org/drawingml/2006/main">
            <a:off x="704850" y="3667125"/>
            <a:ext cx="4152900" cy="6096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4" name="Codex">
            <a:extLst xmlns:a="http://schemas.openxmlformats.org/drawingml/2006/main">
              <a:ext uri="{FF2B5EF4-FFF2-40B4-BE49-F238E27FC236}">
                <a16:creationId xmlns:a16="http://schemas.microsoft.com/office/drawing/2014/main" id="{FFA0D843-8941-4626-A427-1AE4D7EDB434}"/>
              </a:ext>
            </a:extLst>
          </p:cNvPr>
          <p:cNvSpPr>
            <a:spLocks xmlns:a="http://schemas.openxmlformats.org/drawingml/2006/main" noGrp="1"/>
          </p:cNvSpPr>
          <p:nvPr/>
        </p:nvSpPr>
        <p:spPr>
          <a:xfrm xmlns:a="http://schemas.openxmlformats.org/drawingml/2006/main">
            <a:off x="838200" y="3752850"/>
            <a:ext cx="335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Codex</a:t>
            </a:r>
          </a:p>
        </p:txBody>
      </p:sp>
      <p:sp>
        <p:nvSpPr>
          <p:cNvPr id="15" name="✓">
            <a:extLst xmlns:a="http://schemas.openxmlformats.org/drawingml/2006/main">
              <a:ext uri="{FF2B5EF4-FFF2-40B4-BE49-F238E27FC236}">
                <a16:creationId xmlns:a16="http://schemas.microsoft.com/office/drawing/2014/main" id="{2678BD38-27B0-4AAF-993A-44D4BCB75480}"/>
              </a:ext>
            </a:extLst>
          </p:cNvPr>
          <p:cNvSpPr>
            <a:spLocks xmlns:a="http://schemas.openxmlformats.org/drawingml/2006/main" noGrp="1"/>
          </p:cNvSpPr>
          <p:nvPr/>
        </p:nvSpPr>
        <p:spPr>
          <a:xfrm xmlns:a="http://schemas.openxmlformats.org/drawingml/2006/main">
            <a:off x="4324350" y="37623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0B6172"/>
                </a:solidFill>
                <a:latin typeface="Malgun Gothic"/>
                <a:ea typeface="Malgun Gothic"/>
                <a:cs typeface="Malgun Gothic"/>
              </a:defRPr>
            </a:defPPr>
            <a:lvl1pPr algn="ctr">
              <a:defRPr sz="2250" b="1">
                <a:solidFill>
                  <a:srgbClr val="0B6172"/>
                </a:solidFill>
                <a:latin typeface="Malgun Gothic"/>
                <a:ea typeface="Malgun Gothic"/>
                <a:cs typeface="Malgun Gothic"/>
              </a:defRPr>
            </a:lvl1pPr>
            <a:lvl2pPr algn="ctr">
              <a:defRPr sz="2250" b="1">
                <a:solidFill>
                  <a:srgbClr val="0B6172"/>
                </a:solidFill>
                <a:latin typeface="Malgun Gothic"/>
                <a:ea typeface="Malgun Gothic"/>
                <a:cs typeface="Malgun Gothic"/>
              </a:defRPr>
            </a:lvl2pPr>
            <a:lvl3pPr algn="ctr">
              <a:defRPr sz="2250" b="1">
                <a:solidFill>
                  <a:srgbClr val="0B6172"/>
                </a:solidFill>
                <a:latin typeface="Malgun Gothic"/>
                <a:ea typeface="Malgun Gothic"/>
                <a:cs typeface="Malgun Gothic"/>
              </a:defRPr>
            </a:lvl3pPr>
            <a:lvl4pPr algn="ctr">
              <a:defRPr sz="2250" b="1">
                <a:solidFill>
                  <a:srgbClr val="0B6172"/>
                </a:solidFill>
                <a:latin typeface="Malgun Gothic"/>
                <a:ea typeface="Malgun Gothic"/>
                <a:cs typeface="Malgun Gothic"/>
              </a:defRPr>
            </a:lvl4pPr>
            <a:lvl5pPr algn="ctr">
              <a:defRPr sz="2250" b="1">
                <a:solidFill>
                  <a:srgbClr val="0B6172"/>
                </a:solidFill>
                <a:latin typeface="Malgun Gothic"/>
                <a:ea typeface="Malgun Gothic"/>
                <a:cs typeface="Malgun Gothic"/>
              </a:defRPr>
            </a:lvl5pPr>
            <a:lvl6pPr algn="ctr">
              <a:defRPr sz="2250" b="1">
                <a:solidFill>
                  <a:srgbClr val="0B6172"/>
                </a:solidFill>
                <a:latin typeface="Malgun Gothic"/>
                <a:ea typeface="Malgun Gothic"/>
                <a:cs typeface="Malgun Gothic"/>
              </a:defRPr>
            </a:lvl6pPr>
            <a:lvl7pPr algn="ctr">
              <a:defRPr sz="2250" b="1">
                <a:solidFill>
                  <a:srgbClr val="0B6172"/>
                </a:solidFill>
                <a:latin typeface="Malgun Gothic"/>
                <a:ea typeface="Malgun Gothic"/>
                <a:cs typeface="Malgun Gothic"/>
              </a:defRPr>
            </a:lvl7pPr>
            <a:lvl8pPr algn="ctr">
              <a:defRPr sz="2250" b="1">
                <a:solidFill>
                  <a:srgbClr val="0B6172"/>
                </a:solidFill>
                <a:latin typeface="Malgun Gothic"/>
                <a:ea typeface="Malgun Gothic"/>
                <a:cs typeface="Malgun Gothic"/>
              </a:defRPr>
            </a:lvl8pPr>
            <a:lvl9pPr algn="ctr">
              <a:defRPr sz="2250" b="1">
                <a:solidFill>
                  <a:srgbClr val="0B6172"/>
                </a:solidFill>
                <a:latin typeface="Malgun Gothic"/>
                <a:ea typeface="Malgun Gothic"/>
                <a:cs typeface="Malgun Gothic"/>
              </a:defRPr>
            </a:lvl9pPr>
          </a:lstStyle>
          <a:p xmlns:a="http://schemas.openxmlformats.org/drawingml/2006/main">
            <a:pPr algn="ctr">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a:t>
            </a:r>
          </a:p>
        </p:txBody>
      </p:sp>
      <p:sp>
        <p:nvSpPr>
          <p:cNvPr id="16" name="전환 메뉴 재구성">
            <a:extLst xmlns:a="http://schemas.openxmlformats.org/drawingml/2006/main">
              <a:ext uri="{FF2B5EF4-FFF2-40B4-BE49-F238E27FC236}">
                <a16:creationId xmlns:a16="http://schemas.microsoft.com/office/drawing/2014/main" id="{23CD9B29-3D0F-402B-A247-670918993677}"/>
              </a:ext>
            </a:extLst>
          </p:cNvPr>
          <p:cNvSpPr>
            <a:spLocks xmlns:a="http://schemas.openxmlformats.org/drawingml/2006/main" noGrp="1"/>
          </p:cNvSpPr>
          <p:nvPr/>
        </p:nvSpPr>
        <p:spPr>
          <a:xfrm xmlns:a="http://schemas.openxmlformats.org/drawingml/2006/main">
            <a:off x="609600" y="4619625"/>
            <a:ext cx="434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전환 메뉴 재구성</a:t>
            </a:r>
          </a:p>
        </p:txBody>
      </p:sp>
      <p:sp>
        <p:nvSpPr>
          <p:cNvPr id="17" name="">
            <a:extLst xmlns:a="http://schemas.openxmlformats.org/drawingml/2006/main">
              <a:ext uri="{FF2B5EF4-FFF2-40B4-BE49-F238E27FC236}">
                <a16:creationId xmlns:a16="http://schemas.microsoft.com/office/drawing/2014/main" id="{7517AE46-A52F-410A-ACDA-0029BB8BE522}"/>
              </a:ext>
            </a:extLst>
          </p:cNvPr>
          <p:cNvSpPr>
            <a:spLocks xmlns:a="http://schemas.openxmlformats.org/drawingml/2006/main" noGrp="1"/>
          </p:cNvSpPr>
          <p:nvPr/>
        </p:nvSpPr>
        <p:spPr>
          <a:xfrm xmlns:a="http://schemas.openxmlformats.org/drawingml/2006/main">
            <a:off x="5248275" y="3362325"/>
            <a:ext cx="581025" cy="27622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8" name="01">
            <a:extLst xmlns:a="http://schemas.openxmlformats.org/drawingml/2006/main">
              <a:ext uri="{FF2B5EF4-FFF2-40B4-BE49-F238E27FC236}">
                <a16:creationId xmlns:a16="http://schemas.microsoft.com/office/drawing/2014/main" id="{65EED54A-5F26-4FBE-AB67-177487319F99}"/>
              </a:ext>
            </a:extLst>
          </p:cNvPr>
          <p:cNvSpPr>
            <a:spLocks xmlns:a="http://schemas.openxmlformats.org/drawingml/2006/main" noGrp="1"/>
          </p:cNvSpPr>
          <p:nvPr/>
        </p:nvSpPr>
        <p:spPr>
          <a:xfrm xmlns:a="http://schemas.openxmlformats.org/drawingml/2006/main">
            <a:off x="6229350" y="229552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01</a:t>
            </a:r>
          </a:p>
        </p:txBody>
      </p:sp>
      <p:sp>
        <p:nvSpPr>
          <p:cNvPr id="19" name="Codex 선택">
            <a:extLst xmlns:a="http://schemas.openxmlformats.org/drawingml/2006/main">
              <a:ext uri="{FF2B5EF4-FFF2-40B4-BE49-F238E27FC236}">
                <a16:creationId xmlns:a16="http://schemas.microsoft.com/office/drawing/2014/main" id="{3AB835B3-5A86-427F-A67E-896F4021E22A}"/>
              </a:ext>
            </a:extLst>
          </p:cNvPr>
          <p:cNvSpPr>
            <a:spLocks xmlns:a="http://schemas.openxmlformats.org/drawingml/2006/main" noGrp="1"/>
          </p:cNvSpPr>
          <p:nvPr/>
        </p:nvSpPr>
        <p:spPr>
          <a:xfrm xmlns:a="http://schemas.openxmlformats.org/drawingml/2006/main">
            <a:off x="6934200" y="2276475"/>
            <a:ext cx="4648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Codex 선택</a:t>
            </a:r>
          </a:p>
        </p:txBody>
      </p:sp>
      <p:sp>
        <p:nvSpPr>
          <p:cNvPr id="20" name="개발 작업으로 전환">
            <a:extLst xmlns:a="http://schemas.openxmlformats.org/drawingml/2006/main">
              <a:ext uri="{FF2B5EF4-FFF2-40B4-BE49-F238E27FC236}">
                <a16:creationId xmlns:a16="http://schemas.microsoft.com/office/drawing/2014/main" id="{C120B774-6DBD-408E-B839-57275605D000}"/>
              </a:ext>
            </a:extLst>
          </p:cNvPr>
          <p:cNvSpPr>
            <a:spLocks xmlns:a="http://schemas.openxmlformats.org/drawingml/2006/main" noGrp="1"/>
          </p:cNvSpPr>
          <p:nvPr/>
        </p:nvSpPr>
        <p:spPr>
          <a:xfrm xmlns:a="http://schemas.openxmlformats.org/drawingml/2006/main">
            <a:off x="6934200" y="2686050"/>
            <a:ext cx="464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개발 작업으로 전환</a:t>
            </a:r>
          </a:p>
        </p:txBody>
      </p:sp>
      <p:sp>
        <p:nvSpPr>
          <p:cNvPr id="21" name="02">
            <a:extLst xmlns:a="http://schemas.openxmlformats.org/drawingml/2006/main">
              <a:ext uri="{FF2B5EF4-FFF2-40B4-BE49-F238E27FC236}">
                <a16:creationId xmlns:a16="http://schemas.microsoft.com/office/drawing/2014/main" id="{1587256A-6BC9-497F-8F9E-ADC2B8A6EA30}"/>
              </a:ext>
            </a:extLst>
          </p:cNvPr>
          <p:cNvSpPr>
            <a:spLocks xmlns:a="http://schemas.openxmlformats.org/drawingml/2006/main" noGrp="1"/>
          </p:cNvSpPr>
          <p:nvPr/>
        </p:nvSpPr>
        <p:spPr>
          <a:xfrm xmlns:a="http://schemas.openxmlformats.org/drawingml/2006/main">
            <a:off x="6229350" y="318135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02</a:t>
            </a:r>
          </a:p>
        </p:txBody>
      </p:sp>
      <p:sp>
        <p:nvSpPr>
          <p:cNvPr id="22" name="Repository 폴더 열기">
            <a:extLst xmlns:a="http://schemas.openxmlformats.org/drawingml/2006/main">
              <a:ext uri="{FF2B5EF4-FFF2-40B4-BE49-F238E27FC236}">
                <a16:creationId xmlns:a16="http://schemas.microsoft.com/office/drawing/2014/main" id="{AEDED95B-8974-4A78-8F4C-98F237227809}"/>
              </a:ext>
            </a:extLst>
          </p:cNvPr>
          <p:cNvSpPr>
            <a:spLocks xmlns:a="http://schemas.openxmlformats.org/drawingml/2006/main" noGrp="1"/>
          </p:cNvSpPr>
          <p:nvPr/>
        </p:nvSpPr>
        <p:spPr>
          <a:xfrm xmlns:a="http://schemas.openxmlformats.org/drawingml/2006/main">
            <a:off x="6934200" y="3162300"/>
            <a:ext cx="4648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Repository 폴더 열기</a:t>
            </a:r>
          </a:p>
        </p:txBody>
      </p:sp>
      <p:sp>
        <p:nvSpPr>
          <p:cNvPr id="23" name="코드가 있는 폴더를 작업 위치로">
            <a:extLst xmlns:a="http://schemas.openxmlformats.org/drawingml/2006/main">
              <a:ext uri="{FF2B5EF4-FFF2-40B4-BE49-F238E27FC236}">
                <a16:creationId xmlns:a16="http://schemas.microsoft.com/office/drawing/2014/main" id="{918F5211-8BA0-443C-9D52-E785A3602DB2}"/>
              </a:ext>
            </a:extLst>
          </p:cNvPr>
          <p:cNvSpPr>
            <a:spLocks xmlns:a="http://schemas.openxmlformats.org/drawingml/2006/main" noGrp="1"/>
          </p:cNvSpPr>
          <p:nvPr/>
        </p:nvSpPr>
        <p:spPr>
          <a:xfrm xmlns:a="http://schemas.openxmlformats.org/drawingml/2006/main">
            <a:off x="6934200" y="3571875"/>
            <a:ext cx="464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코드가 있는 폴더를 작업 위치로</a:t>
            </a:r>
          </a:p>
        </p:txBody>
      </p:sp>
      <p:sp>
        <p:nvSpPr>
          <p:cNvPr id="24" name="03">
            <a:extLst xmlns:a="http://schemas.openxmlformats.org/drawingml/2006/main">
              <a:ext uri="{FF2B5EF4-FFF2-40B4-BE49-F238E27FC236}">
                <a16:creationId xmlns:a16="http://schemas.microsoft.com/office/drawing/2014/main" id="{335D3908-A11F-4F87-845D-DEF393A714BA}"/>
              </a:ext>
            </a:extLst>
          </p:cNvPr>
          <p:cNvSpPr>
            <a:spLocks xmlns:a="http://schemas.openxmlformats.org/drawingml/2006/main" noGrp="1"/>
          </p:cNvSpPr>
          <p:nvPr/>
        </p:nvSpPr>
        <p:spPr>
          <a:xfrm xmlns:a="http://schemas.openxmlformats.org/drawingml/2006/main">
            <a:off x="6229350" y="406717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03</a:t>
            </a:r>
          </a:p>
        </p:txBody>
      </p:sp>
      <p:sp>
        <p:nvSpPr>
          <p:cNvPr id="25" name="수정 전에 조사부터 요청">
            <a:extLst xmlns:a="http://schemas.openxmlformats.org/drawingml/2006/main">
              <a:ext uri="{FF2B5EF4-FFF2-40B4-BE49-F238E27FC236}">
                <a16:creationId xmlns:a16="http://schemas.microsoft.com/office/drawing/2014/main" id="{F1AA8066-E38D-434E-A15D-F59BA74EB165}"/>
              </a:ext>
            </a:extLst>
          </p:cNvPr>
          <p:cNvSpPr>
            <a:spLocks xmlns:a="http://schemas.openxmlformats.org/drawingml/2006/main" noGrp="1"/>
          </p:cNvSpPr>
          <p:nvPr/>
        </p:nvSpPr>
        <p:spPr>
          <a:xfrm xmlns:a="http://schemas.openxmlformats.org/drawingml/2006/main">
            <a:off x="6934200" y="4048125"/>
            <a:ext cx="4648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수정 전에 조사부터 요청</a:t>
            </a:r>
          </a:p>
        </p:txBody>
      </p:sp>
      <p:sp>
        <p:nvSpPr>
          <p:cNvPr id="26" name="찾은 파일과 근거를 함께 확인">
            <a:extLst xmlns:a="http://schemas.openxmlformats.org/drawingml/2006/main">
              <a:ext uri="{FF2B5EF4-FFF2-40B4-BE49-F238E27FC236}">
                <a16:creationId xmlns:a16="http://schemas.microsoft.com/office/drawing/2014/main" id="{E1A9FDF6-25AE-4213-AF24-57BEA1ED4E15}"/>
              </a:ext>
            </a:extLst>
          </p:cNvPr>
          <p:cNvSpPr>
            <a:spLocks xmlns:a="http://schemas.openxmlformats.org/drawingml/2006/main" noGrp="1"/>
          </p:cNvSpPr>
          <p:nvPr/>
        </p:nvSpPr>
        <p:spPr>
          <a:xfrm xmlns:a="http://schemas.openxmlformats.org/drawingml/2006/main">
            <a:off x="6934200" y="4457700"/>
            <a:ext cx="464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찾은 파일과 근거를 함께 확인</a:t>
            </a:r>
          </a:p>
        </p:txBody>
      </p:sp>
      <p:sp>
        <p:nvSpPr>
          <p:cNvPr id="27" name="이 교육의 Repository 조사는 Codex로 진행한다.">
            <a:extLst xmlns:a="http://schemas.openxmlformats.org/drawingml/2006/main">
              <a:ext uri="{FF2B5EF4-FFF2-40B4-BE49-F238E27FC236}">
                <a16:creationId xmlns:a16="http://schemas.microsoft.com/office/drawing/2014/main" id="{FE89B94A-A4FA-424C-8B9F-D0297E4C2E5E}"/>
              </a:ext>
            </a:extLst>
          </p:cNvPr>
          <p:cNvSpPr>
            <a:spLocks xmlns:a="http://schemas.openxmlformats.org/drawingml/2006/main" noGrp="1"/>
          </p:cNvSpPr>
          <p:nvPr/>
        </p:nvSpPr>
        <p:spPr>
          <a:xfrm xmlns:a="http://schemas.openxmlformats.org/drawingml/2006/main">
            <a:off x="609600" y="52768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이 교육의 Repository 조사는 Codex로 진행한다.</a:t>
            </a:r>
          </a:p>
        </p:txBody>
      </p:sp>
      <p:sp>
        <p:nvSpPr>
          <p:cNvPr id="28" name="Legacy module connection">
            <a:extLst xmlns:a="http://schemas.openxmlformats.org/drawingml/2006/main">
              <a:ext uri="{FF2B5EF4-FFF2-40B4-BE49-F238E27FC236}">
                <a16:creationId xmlns:a16="http://schemas.microsoft.com/office/drawing/2014/main" id="{624ED183-74C6-4465-8504-9D830CE9731F}"/>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a:t>
            </a:r>
          </a:p>
        </p:txBody>
      </p:sp>
    </p:spTree>
    <p:extLst>
      <p:ext uri="{BB962C8B-B14F-4D97-AF65-F5344CB8AC3E}">
        <p14:creationId xmlns:p14="http://schemas.microsoft.com/office/powerpoint/2010/main" val="63343235"/>
      </p:ext>
    </p:extLst>
  </p:cSld>
</p:sld>
</file>

<file path=ppt/slides/slide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3" name="ACT 0 · 누가 볼 수 있고, 누가 정하는가">
            <a:extLst xmlns:a="http://schemas.openxmlformats.org/drawingml/2006/main">
              <a:ext uri="{FF2B5EF4-FFF2-40B4-BE49-F238E27FC236}">
                <a16:creationId xmlns:a16="http://schemas.microsoft.com/office/drawing/2014/main" id="{40BFC3DF-68C8-487E-BE98-9F01D84CA640}"/>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누가 볼 수 있고, 누가 정하는가</a:t>
            </a:r>
          </a:p>
        </p:txBody>
      </p:sp>
      <p:sp>
        <p:nvSpPr>
          <p:cNvPr id="2" name="S09">
            <a:extLst xmlns:a="http://schemas.openxmlformats.org/drawingml/2006/main">
              <a:ext uri="{FF2B5EF4-FFF2-40B4-BE49-F238E27FC236}">
                <a16:creationId xmlns:a16="http://schemas.microsoft.com/office/drawing/2014/main" id="{84EEB484-AF1B-4663-878A-37B8FEAE0C64}"/>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S09</a:t>
            </a:r>
          </a:p>
        </p:txBody>
      </p:sp>
      <p:sp>
        <p:nvSpPr>
          <p:cNvPr id="3" name="Repository 접근과 Task 의도는 별개다">
            <a:extLst xmlns:a="http://schemas.openxmlformats.org/drawingml/2006/main">
              <a:ext uri="{FF2B5EF4-FFF2-40B4-BE49-F238E27FC236}">
                <a16:creationId xmlns:a16="http://schemas.microsoft.com/office/drawing/2014/main" id="{46F02E4C-1DE2-44AE-B872-5A9B0869FF9E}"/>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Repository 접근과 Task 의도는 별개다</a:t>
            </a:r>
          </a:p>
        </p:txBody>
      </p:sp>
      <p:sp>
        <p:nvSpPr>
          <p:cNvPr id="4" name="">
            <a:extLst xmlns:a="http://schemas.openxmlformats.org/drawingml/2006/main">
              <a:ext uri="{FF2B5EF4-FFF2-40B4-BE49-F238E27FC236}">
                <a16:creationId xmlns:a16="http://schemas.microsoft.com/office/drawing/2014/main" id="{A03E5A1B-1C0B-407B-B47F-256D74296507}"/>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이 과정의 교육 모델 · 정보 접근과 최종 결정 책임의 구분 · AI 생성 역할 아이콘">
            <a:extLst xmlns:a="http://schemas.openxmlformats.org/drawingml/2006/main">
              <a:ext uri="{FF2B5EF4-FFF2-40B4-BE49-F238E27FC236}">
                <a16:creationId xmlns:a16="http://schemas.microsoft.com/office/drawing/2014/main" id="{7AE8910E-15B9-4F18-9EEF-70C376BAE404}"/>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이 과정의 교육 모델 · 정보 접근과 최종 결정 책임의 구분 · AI 생성 역할 아이콘</a:t>
            </a:r>
          </a:p>
        </p:txBody>
      </p:sp>
      <p:sp>
        <p:nvSpPr>
          <p:cNvPr id="6" name="Agent는 조사·제안을 할 수 있습니다. 목표·허용 범위·완료 수용의 최종 결정과 책임은 사람에게 있습니다">
            <a:extLst xmlns:a="http://schemas.openxmlformats.org/drawingml/2006/main">
              <a:ext uri="{FF2B5EF4-FFF2-40B4-BE49-F238E27FC236}">
                <a16:creationId xmlns:a16="http://schemas.microsoft.com/office/drawing/2014/main" id="{61F7BAF7-C109-4BF5-9436-F3F6CDCAFA61}"/>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Agent는 조사·제안을 할 수 있습니다. 목표·허용 범위·완료 수용의 최종 결정과 책임은 사람에게 있습니다.</a:t>
            </a:r>
          </a:p>
        </p:txBody>
      </p:sp>
      <p:sp>
        <p:nvSpPr>
          <p:cNvPr id="7" name="볼 수 있는 것">
            <a:extLst xmlns:a="http://schemas.openxmlformats.org/drawingml/2006/main">
              <a:ext uri="{FF2B5EF4-FFF2-40B4-BE49-F238E27FC236}">
                <a16:creationId xmlns:a16="http://schemas.microsoft.com/office/drawing/2014/main" id="{6F84CC0A-A3C8-475C-AC2D-B0172EFFD394}"/>
              </a:ext>
            </a:extLst>
          </p:cNvPr>
          <p:cNvSpPr>
            <a:spLocks xmlns:a="http://schemas.openxmlformats.org/drawingml/2006/main" noGrp="1"/>
          </p:cNvSpPr>
          <p:nvPr/>
        </p:nvSpPr>
        <p:spPr>
          <a:xfrm xmlns:a="http://schemas.openxmlformats.org/drawingml/2006/main">
            <a:off x="609600" y="18859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볼 수 있는 것</a:t>
            </a:r>
          </a:p>
        </p:txBody>
      </p:sp>
      <p:sp>
        <p:nvSpPr>
          <p:cNvPr id="8" name="정해야 하는 것">
            <a:extLst xmlns:a="http://schemas.openxmlformats.org/drawingml/2006/main">
              <a:ext uri="{FF2B5EF4-FFF2-40B4-BE49-F238E27FC236}">
                <a16:creationId xmlns:a16="http://schemas.microsoft.com/office/drawing/2014/main" id="{C3CCA317-ACA5-4200-AEBE-71F7882F3210}"/>
              </a:ext>
            </a:extLst>
          </p:cNvPr>
          <p:cNvSpPr>
            <a:spLocks xmlns:a="http://schemas.openxmlformats.org/drawingml/2006/main" noGrp="1"/>
          </p:cNvSpPr>
          <p:nvPr/>
        </p:nvSpPr>
        <p:spPr>
          <a:xfrm xmlns:a="http://schemas.openxmlformats.org/drawingml/2006/main">
            <a:off x="7181850" y="1885950"/>
            <a:ext cx="440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정해야 하는 것</a:t>
            </a:r>
          </a:p>
        </p:txBody>
      </p:sp>
      <p:pic>
        <p:nvPicPr>
          <p:cNvPr id="9" name="">
            <a:extLst xmlns:a="http://schemas.openxmlformats.org/drawingml/2006/main">
              <a:ext uri="{FF2B5EF4-FFF2-40B4-BE49-F238E27FC236}">
                <a16:creationId xmlns:a16="http://schemas.microsoft.com/office/drawing/2014/main" id="{8E342A6D-6BF0-4114-93E0-3D9DAAAE1041}"/>
              </a:ext>
            </a:extLst>
          </p:cNvPr>
          <p:cNvPicPr>
            <a:picLocks xmlns:a="http://schemas.openxmlformats.org/drawingml/2006/main" noChangeAspect="1"/>
          </p:cNvPicPr>
          <p:nvPr/>
        </p:nvPicPr>
        <p:blipFill>
          <a:blip xmlns:r="http://schemas.openxmlformats.org/officeDocument/2006/relationships" xmlns:a="http://schemas.openxmlformats.org/drawingml/2006/main" r:embed="R3b8bc4ca91c640ba"/>
          <a:srcRect xmlns:a="http://schemas.openxmlformats.org/drawingml/2006/main" l="0" t="0" r="50000" b="0"/>
          <a:stretch xmlns:a="http://schemas.openxmlformats.org/drawingml/2006/main"/>
        </p:blipFill>
        <p:spPr>
          <a:xfrm xmlns:a="http://schemas.openxmlformats.org/drawingml/2006/main">
            <a:off x="609600" y="2505075"/>
            <a:ext cx="838200" cy="838200"/>
          </a:xfrm>
          <a:prstGeom xmlns:a="http://schemas.openxmlformats.org/drawingml/2006/main" prst="rect">
            <a:avLst/>
          </a:prstGeom>
        </p:spPr>
      </p:pic>
      <p:sp>
        <p:nvSpPr>
          <p:cNvPr id="10" name="사람">
            <a:extLst xmlns:a="http://schemas.openxmlformats.org/drawingml/2006/main">
              <a:ext uri="{FF2B5EF4-FFF2-40B4-BE49-F238E27FC236}">
                <a16:creationId xmlns:a16="http://schemas.microsoft.com/office/drawing/2014/main" id="{4D805863-3114-45E6-B9B6-6A90145E2DFD}"/>
              </a:ext>
            </a:extLst>
          </p:cNvPr>
          <p:cNvSpPr>
            <a:spLocks xmlns:a="http://schemas.openxmlformats.org/drawingml/2006/main" noGrp="1"/>
          </p:cNvSpPr>
          <p:nvPr/>
        </p:nvSpPr>
        <p:spPr>
          <a:xfrm xmlns:a="http://schemas.openxmlformats.org/drawingml/2006/main">
            <a:off x="1504950" y="27146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사람</a:t>
            </a:r>
          </a:p>
        </p:txBody>
      </p:sp>
      <p:sp>
        <p:nvSpPr>
          <p:cNvPr id="11" name="+">
            <a:extLst xmlns:a="http://schemas.openxmlformats.org/drawingml/2006/main">
              <a:ext uri="{FF2B5EF4-FFF2-40B4-BE49-F238E27FC236}">
                <a16:creationId xmlns:a16="http://schemas.microsoft.com/office/drawing/2014/main" id="{814E20EE-E816-411D-B234-C93E4CDB073C}"/>
              </a:ext>
            </a:extLst>
          </p:cNvPr>
          <p:cNvSpPr>
            <a:spLocks xmlns:a="http://schemas.openxmlformats.org/drawingml/2006/main" noGrp="1"/>
          </p:cNvSpPr>
          <p:nvPr/>
        </p:nvSpPr>
        <p:spPr>
          <a:xfrm xmlns:a="http://schemas.openxmlformats.org/drawingml/2006/main">
            <a:off x="2371725" y="2686050"/>
            <a:ext cx="36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4D5A68"/>
                </a:solidFill>
                <a:latin typeface="Malgun Gothic"/>
                <a:ea typeface="Malgun Gothic"/>
                <a:cs typeface="Malgun Gothic"/>
              </a:defRPr>
            </a:defPPr>
            <a:lvl1pPr algn="ctr">
              <a:defRPr sz="2475" b="0">
                <a:solidFill>
                  <a:srgbClr val="4D5A68"/>
                </a:solidFill>
                <a:latin typeface="Malgun Gothic"/>
                <a:ea typeface="Malgun Gothic"/>
                <a:cs typeface="Malgun Gothic"/>
              </a:defRPr>
            </a:lvl1pPr>
            <a:lvl2pPr algn="ctr">
              <a:defRPr sz="2475" b="0">
                <a:solidFill>
                  <a:srgbClr val="4D5A68"/>
                </a:solidFill>
                <a:latin typeface="Malgun Gothic"/>
                <a:ea typeface="Malgun Gothic"/>
                <a:cs typeface="Malgun Gothic"/>
              </a:defRPr>
            </a:lvl2pPr>
            <a:lvl3pPr algn="ctr">
              <a:defRPr sz="2475" b="0">
                <a:solidFill>
                  <a:srgbClr val="4D5A68"/>
                </a:solidFill>
                <a:latin typeface="Malgun Gothic"/>
                <a:ea typeface="Malgun Gothic"/>
                <a:cs typeface="Malgun Gothic"/>
              </a:defRPr>
            </a:lvl3pPr>
            <a:lvl4pPr algn="ctr">
              <a:defRPr sz="2475" b="0">
                <a:solidFill>
                  <a:srgbClr val="4D5A68"/>
                </a:solidFill>
                <a:latin typeface="Malgun Gothic"/>
                <a:ea typeface="Malgun Gothic"/>
                <a:cs typeface="Malgun Gothic"/>
              </a:defRPr>
            </a:lvl4pPr>
            <a:lvl5pPr algn="ctr">
              <a:defRPr sz="2475" b="0">
                <a:solidFill>
                  <a:srgbClr val="4D5A68"/>
                </a:solidFill>
                <a:latin typeface="Malgun Gothic"/>
                <a:ea typeface="Malgun Gothic"/>
                <a:cs typeface="Malgun Gothic"/>
              </a:defRPr>
            </a:lvl5pPr>
            <a:lvl6pPr algn="ctr">
              <a:defRPr sz="2475" b="0">
                <a:solidFill>
                  <a:srgbClr val="4D5A68"/>
                </a:solidFill>
                <a:latin typeface="Malgun Gothic"/>
                <a:ea typeface="Malgun Gothic"/>
                <a:cs typeface="Malgun Gothic"/>
              </a:defRPr>
            </a:lvl6pPr>
            <a:lvl7pPr algn="ctr">
              <a:defRPr sz="2475" b="0">
                <a:solidFill>
                  <a:srgbClr val="4D5A68"/>
                </a:solidFill>
                <a:latin typeface="Malgun Gothic"/>
                <a:ea typeface="Malgun Gothic"/>
                <a:cs typeface="Malgun Gothic"/>
              </a:defRPr>
            </a:lvl7pPr>
            <a:lvl8pPr algn="ctr">
              <a:defRPr sz="2475" b="0">
                <a:solidFill>
                  <a:srgbClr val="4D5A68"/>
                </a:solidFill>
                <a:latin typeface="Malgun Gothic"/>
                <a:ea typeface="Malgun Gothic"/>
                <a:cs typeface="Malgun Gothic"/>
              </a:defRPr>
            </a:lvl8pPr>
            <a:lvl9pPr algn="ctr">
              <a:defRPr sz="2475" b="0">
                <a:solidFill>
                  <a:srgbClr val="4D5A68"/>
                </a:solidFill>
                <a:latin typeface="Malgun Gothic"/>
                <a:ea typeface="Malgun Gothic"/>
                <a:cs typeface="Malgun Gothic"/>
              </a:defRPr>
            </a:lvl9pPr>
          </a:lstStyle>
          <a:p xmlns:a="http://schemas.openxmlformats.org/drawingml/2006/main">
            <a:pPr algn="ctr">
              <a:defRPr sz="2475" b="0">
                <a:solidFill>
                  <a:srgbClr val="4D5A68"/>
                </a:solidFill>
                <a:latin typeface="Malgun Gothic"/>
                <a:ea typeface="Malgun Gothic"/>
                <a:cs typeface="Malgun Gothic"/>
              </a:defRPr>
            </a:pPr>
            <a:r>
              <a:rPr sz="2475" b="0">
                <a:solidFill>
                  <a:srgbClr val="4D5A68"/>
                </a:solidFill>
                <a:latin typeface="Malgun Gothic"/>
                <a:ea typeface="Malgun Gothic"/>
                <a:cs typeface="Malgun Gothic"/>
              </a:rPr>
              <a:t>+</a:t>
            </a:r>
          </a:p>
        </p:txBody>
      </p:sp>
      <p:pic>
        <p:nvPicPr>
          <p:cNvPr id="12" name="">
            <a:extLst xmlns:a="http://schemas.openxmlformats.org/drawingml/2006/main">
              <a:ext uri="{FF2B5EF4-FFF2-40B4-BE49-F238E27FC236}">
                <a16:creationId xmlns:a16="http://schemas.microsoft.com/office/drawing/2014/main" id="{4C4591EB-B179-4FE0-AEA1-1E10989F0BAB}"/>
              </a:ext>
            </a:extLst>
          </p:cNvPr>
          <p:cNvPicPr>
            <a:picLocks xmlns:a="http://schemas.openxmlformats.org/drawingml/2006/main" noChangeAspect="1"/>
          </p:cNvPicPr>
          <p:nvPr/>
        </p:nvPicPr>
        <p:blipFill>
          <a:blip xmlns:r="http://schemas.openxmlformats.org/officeDocument/2006/relationships" xmlns:a="http://schemas.openxmlformats.org/drawingml/2006/main" r:embed="R818f0053edf840bb"/>
          <a:srcRect xmlns:a="http://schemas.openxmlformats.org/drawingml/2006/main" l="50000" t="0" r="0" b="0"/>
          <a:stretch xmlns:a="http://schemas.openxmlformats.org/drawingml/2006/main"/>
        </p:blipFill>
        <p:spPr>
          <a:xfrm xmlns:a="http://schemas.openxmlformats.org/drawingml/2006/main">
            <a:off x="2762250" y="2505075"/>
            <a:ext cx="838200" cy="838200"/>
          </a:xfrm>
          <a:prstGeom xmlns:a="http://schemas.openxmlformats.org/drawingml/2006/main" prst="rect">
            <a:avLst/>
          </a:prstGeom>
        </p:spPr>
      </p:pic>
      <p:sp>
        <p:nvSpPr>
          <p:cNvPr id="13" name="AI Agent">
            <a:extLst xmlns:a="http://schemas.openxmlformats.org/drawingml/2006/main">
              <a:ext uri="{FF2B5EF4-FFF2-40B4-BE49-F238E27FC236}">
                <a16:creationId xmlns:a16="http://schemas.microsoft.com/office/drawing/2014/main" id="{8A4981B6-77C9-4B8D-8777-ADBF8DB80FB1}"/>
              </a:ext>
            </a:extLst>
          </p:cNvPr>
          <p:cNvSpPr>
            <a:spLocks xmlns:a="http://schemas.openxmlformats.org/drawingml/2006/main" noGrp="1"/>
          </p:cNvSpPr>
          <p:nvPr/>
        </p:nvSpPr>
        <p:spPr>
          <a:xfrm xmlns:a="http://schemas.openxmlformats.org/drawingml/2006/main">
            <a:off x="3705225" y="2714625"/>
            <a:ext cx="1857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AI Agent</a:t>
            </a:r>
          </a:p>
        </p:txBody>
      </p:sp>
      <p:pic>
        <p:nvPicPr>
          <p:cNvPr id="14" name="">
            <a:extLst xmlns:a="http://schemas.openxmlformats.org/drawingml/2006/main">
              <a:ext uri="{FF2B5EF4-FFF2-40B4-BE49-F238E27FC236}">
                <a16:creationId xmlns:a16="http://schemas.microsoft.com/office/drawing/2014/main" id="{A3542627-FAB6-4CBF-B5C9-09834E6B9BE2}"/>
              </a:ext>
            </a:extLst>
          </p:cNvPr>
          <p:cNvPicPr>
            <a:picLocks xmlns:a="http://schemas.openxmlformats.org/drawingml/2006/main" noChangeAspect="1"/>
          </p:cNvPicPr>
          <p:nvPr/>
        </p:nvPicPr>
        <p:blipFill>
          <a:blip xmlns:r="http://schemas.openxmlformats.org/officeDocument/2006/relationships" xmlns:a="http://schemas.openxmlformats.org/drawingml/2006/main" r:embed="R56bbc436615d492b"/>
          <a:srcRect xmlns:a="http://schemas.openxmlformats.org/drawingml/2006/main" l="0" t="0" r="50000" b="0"/>
          <a:stretch xmlns:a="http://schemas.openxmlformats.org/drawingml/2006/main"/>
        </p:blipFill>
        <p:spPr>
          <a:xfrm xmlns:a="http://schemas.openxmlformats.org/drawingml/2006/main">
            <a:off x="7181850" y="2505075"/>
            <a:ext cx="838200" cy="838200"/>
          </a:xfrm>
          <a:prstGeom xmlns:a="http://schemas.openxmlformats.org/drawingml/2006/main" prst="rect">
            <a:avLst/>
          </a:prstGeom>
        </p:spPr>
      </p:pic>
      <p:sp>
        <p:nvSpPr>
          <p:cNvPr id="15" name="사람이 최종 결정">
            <a:extLst xmlns:a="http://schemas.openxmlformats.org/drawingml/2006/main">
              <a:ext uri="{FF2B5EF4-FFF2-40B4-BE49-F238E27FC236}">
                <a16:creationId xmlns:a16="http://schemas.microsoft.com/office/drawing/2014/main" id="{6D89ABB4-8EE0-4337-BEE7-95568B373F64}"/>
              </a:ext>
            </a:extLst>
          </p:cNvPr>
          <p:cNvSpPr>
            <a:spLocks xmlns:a="http://schemas.openxmlformats.org/drawingml/2006/main" noGrp="1"/>
          </p:cNvSpPr>
          <p:nvPr/>
        </p:nvSpPr>
        <p:spPr>
          <a:xfrm xmlns:a="http://schemas.openxmlformats.org/drawingml/2006/main">
            <a:off x="8172450" y="2714625"/>
            <a:ext cx="3409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사람이 최종 결정</a:t>
            </a:r>
          </a:p>
        </p:txBody>
      </p:sp>
      <p:sp>
        <p:nvSpPr>
          <p:cNvPr id="16" name="">
            <a:extLst xmlns:a="http://schemas.openxmlformats.org/drawingml/2006/main">
              <a:ext uri="{FF2B5EF4-FFF2-40B4-BE49-F238E27FC236}">
                <a16:creationId xmlns:a16="http://schemas.microsoft.com/office/drawing/2014/main" id="{ED749E07-219B-4E39-9915-C573A74B6C22}"/>
              </a:ext>
            </a:extLst>
          </p:cNvPr>
          <p:cNvSpPr>
            <a:spLocks xmlns:a="http://schemas.openxmlformats.org/drawingml/2006/main" noGrp="1"/>
          </p:cNvSpPr>
          <p:nvPr/>
        </p:nvSpPr>
        <p:spPr>
          <a:xfrm xmlns:a="http://schemas.openxmlformats.org/drawingml/2006/main">
            <a:off x="609600" y="3495675"/>
            <a:ext cx="4953000" cy="0"/>
          </a:xfrm>
          <a:prstGeom xmlns:a="http://schemas.openxmlformats.org/drawingml/2006/main" prst="line">
            <a:avLst/>
          </a:prstGeom>
          <a:noFill xmlns:a="http://schemas.openxmlformats.org/drawingml/2006/main"/>
          <a:ln xmlns:a="http://schemas.openxmlformats.org/drawingml/2006/main" w="19050">
            <a:solidFill>
              <a:srgbClr val="C7D0DA"/>
            </a:solidFill>
            <a:prstDash val="solid"/>
          </a:ln>
        </p:spPr>
      </p:sp>
      <p:sp>
        <p:nvSpPr>
          <p:cNvPr id="17" name="">
            <a:extLst xmlns:a="http://schemas.openxmlformats.org/drawingml/2006/main">
              <a:ext uri="{FF2B5EF4-FFF2-40B4-BE49-F238E27FC236}">
                <a16:creationId xmlns:a16="http://schemas.microsoft.com/office/drawing/2014/main" id="{9D948C5E-E111-42B9-B842-2806CF481196}"/>
              </a:ext>
            </a:extLst>
          </p:cNvPr>
          <p:cNvSpPr>
            <a:spLocks xmlns:a="http://schemas.openxmlformats.org/drawingml/2006/main" noGrp="1"/>
          </p:cNvSpPr>
          <p:nvPr/>
        </p:nvSpPr>
        <p:spPr>
          <a:xfrm xmlns:a="http://schemas.openxmlformats.org/drawingml/2006/main">
            <a:off x="7181850" y="3495675"/>
            <a:ext cx="4400550" cy="0"/>
          </a:xfrm>
          <a:prstGeom xmlns:a="http://schemas.openxmlformats.org/drawingml/2006/main" prst="line">
            <a:avLst/>
          </a:prstGeom>
          <a:noFill xmlns:a="http://schemas.openxmlformats.org/drawingml/2006/main"/>
          <a:ln xmlns:a="http://schemas.openxmlformats.org/drawingml/2006/main" w="19050">
            <a:solidFill>
              <a:srgbClr val="C7D0DA"/>
            </a:solidFill>
            <a:prstDash val="solid"/>
          </a:ln>
        </p:spPr>
      </p:sp>
      <p:sp>
        <p:nvSpPr>
          <p:cNvPr id="18" name="파일&#10;구현&#10;테스트">
            <a:extLst xmlns:a="http://schemas.openxmlformats.org/drawingml/2006/main">
              <a:ext uri="{FF2B5EF4-FFF2-40B4-BE49-F238E27FC236}">
                <a16:creationId xmlns:a16="http://schemas.microsoft.com/office/drawing/2014/main" id="{E5F224BF-1277-4BA2-BB3C-CA791FA24502}"/>
              </a:ext>
            </a:extLst>
          </p:cNvPr>
          <p:cNvSpPr>
            <a:spLocks xmlns:a="http://schemas.openxmlformats.org/drawingml/2006/main" noGrp="1"/>
          </p:cNvSpPr>
          <p:nvPr/>
        </p:nvSpPr>
        <p:spPr>
          <a:xfrm xmlns:a="http://schemas.openxmlformats.org/drawingml/2006/main">
            <a:off x="609600" y="379095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0">
                <a:solidFill>
                  <a:srgbClr val="17212B"/>
                </a:solidFill>
                <a:latin typeface="Malgun Gothic"/>
                <a:ea typeface="Malgun Gothic"/>
                <a:cs typeface="Malgun Gothic"/>
              </a:defRPr>
            </a:defPPr>
            <a:lvl1pPr algn="l">
              <a:defRPr sz="2625" b="0">
                <a:solidFill>
                  <a:srgbClr val="17212B"/>
                </a:solidFill>
                <a:latin typeface="Malgun Gothic"/>
                <a:ea typeface="Malgun Gothic"/>
                <a:cs typeface="Malgun Gothic"/>
              </a:defRPr>
            </a:lvl1pPr>
            <a:lvl2pPr algn="l">
              <a:defRPr sz="2625" b="0">
                <a:solidFill>
                  <a:srgbClr val="17212B"/>
                </a:solidFill>
                <a:latin typeface="Malgun Gothic"/>
                <a:ea typeface="Malgun Gothic"/>
                <a:cs typeface="Malgun Gothic"/>
              </a:defRPr>
            </a:lvl2pPr>
            <a:lvl3pPr algn="l">
              <a:defRPr sz="2625" b="0">
                <a:solidFill>
                  <a:srgbClr val="17212B"/>
                </a:solidFill>
                <a:latin typeface="Malgun Gothic"/>
                <a:ea typeface="Malgun Gothic"/>
                <a:cs typeface="Malgun Gothic"/>
              </a:defRPr>
            </a:lvl3pPr>
            <a:lvl4pPr algn="l">
              <a:defRPr sz="2625" b="0">
                <a:solidFill>
                  <a:srgbClr val="17212B"/>
                </a:solidFill>
                <a:latin typeface="Malgun Gothic"/>
                <a:ea typeface="Malgun Gothic"/>
                <a:cs typeface="Malgun Gothic"/>
              </a:defRPr>
            </a:lvl4pPr>
            <a:lvl5pPr algn="l">
              <a:defRPr sz="2625" b="0">
                <a:solidFill>
                  <a:srgbClr val="17212B"/>
                </a:solidFill>
                <a:latin typeface="Malgun Gothic"/>
                <a:ea typeface="Malgun Gothic"/>
                <a:cs typeface="Malgun Gothic"/>
              </a:defRPr>
            </a:lvl5pPr>
            <a:lvl6pPr algn="l">
              <a:defRPr sz="2625" b="0">
                <a:solidFill>
                  <a:srgbClr val="17212B"/>
                </a:solidFill>
                <a:latin typeface="Malgun Gothic"/>
                <a:ea typeface="Malgun Gothic"/>
                <a:cs typeface="Malgun Gothic"/>
              </a:defRPr>
            </a:lvl6pPr>
            <a:lvl7pPr algn="l">
              <a:defRPr sz="2625" b="0">
                <a:solidFill>
                  <a:srgbClr val="17212B"/>
                </a:solidFill>
                <a:latin typeface="Malgun Gothic"/>
                <a:ea typeface="Malgun Gothic"/>
                <a:cs typeface="Malgun Gothic"/>
              </a:defRPr>
            </a:lvl7pPr>
            <a:lvl8pPr algn="l">
              <a:defRPr sz="2625" b="0">
                <a:solidFill>
                  <a:srgbClr val="17212B"/>
                </a:solidFill>
                <a:latin typeface="Malgun Gothic"/>
                <a:ea typeface="Malgun Gothic"/>
                <a:cs typeface="Malgun Gothic"/>
              </a:defRPr>
            </a:lvl8pPr>
            <a:lvl9pPr algn="l">
              <a:defRPr sz="2625" b="0">
                <a:solidFill>
                  <a:srgbClr val="17212B"/>
                </a:solidFill>
                <a:latin typeface="Malgun Gothic"/>
                <a:ea typeface="Malgun Gothic"/>
                <a:cs typeface="Malgun Gothic"/>
              </a:defRPr>
            </a:lvl9pPr>
          </a:lstStyle>
          <a:p xmlns:a="http://schemas.openxmlformats.org/drawingml/2006/main">
            <a:pPr algn="l">
              <a:defRPr sz="2625" b="0">
                <a:solidFill>
                  <a:srgbClr val="17212B"/>
                </a:solidFill>
                <a:latin typeface="Malgun Gothic"/>
                <a:ea typeface="Malgun Gothic"/>
                <a:cs typeface="Malgun Gothic"/>
              </a:defRPr>
            </a:pPr>
            <a:r>
              <a:rPr sz="2625" b="0">
                <a:solidFill>
                  <a:srgbClr val="17212B"/>
                </a:solidFill>
                <a:latin typeface="Malgun Gothic"/>
                <a:ea typeface="Malgun Gothic"/>
                <a:cs typeface="Malgun Gothic"/>
              </a:rPr>
              <a:t>파일</a:t>
            </a:r>
          </a:p>
          <a:p xmlns:a="http://schemas.openxmlformats.org/drawingml/2006/main">
            <a:pPr algn="l">
              <a:defRPr sz="2625" b="0">
                <a:solidFill>
                  <a:srgbClr val="17212B"/>
                </a:solidFill>
                <a:latin typeface="Malgun Gothic"/>
                <a:ea typeface="Malgun Gothic"/>
                <a:cs typeface="Malgun Gothic"/>
              </a:defRPr>
            </a:pPr>
            <a:r>
              <a:rPr sz="2625" b="0">
                <a:solidFill>
                  <a:srgbClr val="17212B"/>
                </a:solidFill>
                <a:latin typeface="Malgun Gothic"/>
                <a:ea typeface="Malgun Gothic"/>
                <a:cs typeface="Malgun Gothic"/>
              </a:rPr>
              <a:t>구현</a:t>
            </a:r>
          </a:p>
          <a:p xmlns:a="http://schemas.openxmlformats.org/drawingml/2006/main">
            <a:pPr algn="l">
              <a:defRPr sz="2625" b="0">
                <a:solidFill>
                  <a:srgbClr val="17212B"/>
                </a:solidFill>
                <a:latin typeface="Malgun Gothic"/>
                <a:ea typeface="Malgun Gothic"/>
                <a:cs typeface="Malgun Gothic"/>
              </a:defRPr>
            </a:pPr>
            <a:r>
              <a:rPr sz="2625" b="0">
                <a:solidFill>
                  <a:srgbClr val="17212B"/>
                </a:solidFill>
                <a:latin typeface="Malgun Gothic"/>
                <a:ea typeface="Malgun Gothic"/>
                <a:cs typeface="Malgun Gothic"/>
              </a:rPr>
              <a:t>테스트</a:t>
            </a:r>
          </a:p>
        </p:txBody>
      </p:sp>
      <p:sp>
        <p:nvSpPr>
          <p:cNvPr id="19" name="원하는 결과&#10;허용할 범위&#10;완료 수용">
            <a:extLst xmlns:a="http://schemas.openxmlformats.org/drawingml/2006/main">
              <a:ext uri="{FF2B5EF4-FFF2-40B4-BE49-F238E27FC236}">
                <a16:creationId xmlns:a16="http://schemas.microsoft.com/office/drawing/2014/main" id="{B8C2585B-586B-4AA7-9546-308FC842DF44}"/>
              </a:ext>
            </a:extLst>
          </p:cNvPr>
          <p:cNvSpPr>
            <a:spLocks xmlns:a="http://schemas.openxmlformats.org/drawingml/2006/main" noGrp="1"/>
          </p:cNvSpPr>
          <p:nvPr/>
        </p:nvSpPr>
        <p:spPr>
          <a:xfrm xmlns:a="http://schemas.openxmlformats.org/drawingml/2006/main">
            <a:off x="7181850" y="3790950"/>
            <a:ext cx="44005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0">
                <a:solidFill>
                  <a:srgbClr val="17212B"/>
                </a:solidFill>
                <a:latin typeface="Malgun Gothic"/>
                <a:ea typeface="Malgun Gothic"/>
                <a:cs typeface="Malgun Gothic"/>
              </a:defRPr>
            </a:defPPr>
            <a:lvl1pPr algn="l">
              <a:defRPr sz="2625" b="0">
                <a:solidFill>
                  <a:srgbClr val="17212B"/>
                </a:solidFill>
                <a:latin typeface="Malgun Gothic"/>
                <a:ea typeface="Malgun Gothic"/>
                <a:cs typeface="Malgun Gothic"/>
              </a:defRPr>
            </a:lvl1pPr>
            <a:lvl2pPr algn="l">
              <a:defRPr sz="2625" b="0">
                <a:solidFill>
                  <a:srgbClr val="17212B"/>
                </a:solidFill>
                <a:latin typeface="Malgun Gothic"/>
                <a:ea typeface="Malgun Gothic"/>
                <a:cs typeface="Malgun Gothic"/>
              </a:defRPr>
            </a:lvl2pPr>
            <a:lvl3pPr algn="l">
              <a:defRPr sz="2625" b="0">
                <a:solidFill>
                  <a:srgbClr val="17212B"/>
                </a:solidFill>
                <a:latin typeface="Malgun Gothic"/>
                <a:ea typeface="Malgun Gothic"/>
                <a:cs typeface="Malgun Gothic"/>
              </a:defRPr>
            </a:lvl3pPr>
            <a:lvl4pPr algn="l">
              <a:defRPr sz="2625" b="0">
                <a:solidFill>
                  <a:srgbClr val="17212B"/>
                </a:solidFill>
                <a:latin typeface="Malgun Gothic"/>
                <a:ea typeface="Malgun Gothic"/>
                <a:cs typeface="Malgun Gothic"/>
              </a:defRPr>
            </a:lvl4pPr>
            <a:lvl5pPr algn="l">
              <a:defRPr sz="2625" b="0">
                <a:solidFill>
                  <a:srgbClr val="17212B"/>
                </a:solidFill>
                <a:latin typeface="Malgun Gothic"/>
                <a:ea typeface="Malgun Gothic"/>
                <a:cs typeface="Malgun Gothic"/>
              </a:defRPr>
            </a:lvl5pPr>
            <a:lvl6pPr algn="l">
              <a:defRPr sz="2625" b="0">
                <a:solidFill>
                  <a:srgbClr val="17212B"/>
                </a:solidFill>
                <a:latin typeface="Malgun Gothic"/>
                <a:ea typeface="Malgun Gothic"/>
                <a:cs typeface="Malgun Gothic"/>
              </a:defRPr>
            </a:lvl6pPr>
            <a:lvl7pPr algn="l">
              <a:defRPr sz="2625" b="0">
                <a:solidFill>
                  <a:srgbClr val="17212B"/>
                </a:solidFill>
                <a:latin typeface="Malgun Gothic"/>
                <a:ea typeface="Malgun Gothic"/>
                <a:cs typeface="Malgun Gothic"/>
              </a:defRPr>
            </a:lvl7pPr>
            <a:lvl8pPr algn="l">
              <a:defRPr sz="2625" b="0">
                <a:solidFill>
                  <a:srgbClr val="17212B"/>
                </a:solidFill>
                <a:latin typeface="Malgun Gothic"/>
                <a:ea typeface="Malgun Gothic"/>
                <a:cs typeface="Malgun Gothic"/>
              </a:defRPr>
            </a:lvl8pPr>
            <a:lvl9pPr algn="l">
              <a:defRPr sz="2625" b="0">
                <a:solidFill>
                  <a:srgbClr val="17212B"/>
                </a:solidFill>
                <a:latin typeface="Malgun Gothic"/>
                <a:ea typeface="Malgun Gothic"/>
                <a:cs typeface="Malgun Gothic"/>
              </a:defRPr>
            </a:lvl9pPr>
          </a:lstStyle>
          <a:p xmlns:a="http://schemas.openxmlformats.org/drawingml/2006/main">
            <a:pPr algn="l">
              <a:defRPr sz="2625" b="0">
                <a:solidFill>
                  <a:srgbClr val="17212B"/>
                </a:solidFill>
                <a:latin typeface="Malgun Gothic"/>
                <a:ea typeface="Malgun Gothic"/>
                <a:cs typeface="Malgun Gothic"/>
              </a:defRPr>
            </a:pPr>
            <a:r>
              <a:rPr sz="2625" b="0">
                <a:solidFill>
                  <a:srgbClr val="17212B"/>
                </a:solidFill>
                <a:latin typeface="Malgun Gothic"/>
                <a:ea typeface="Malgun Gothic"/>
                <a:cs typeface="Malgun Gothic"/>
              </a:rPr>
              <a:t>원하는 결과</a:t>
            </a:r>
          </a:p>
          <a:p xmlns:a="http://schemas.openxmlformats.org/drawingml/2006/main">
            <a:pPr algn="l">
              <a:defRPr sz="2625" b="0">
                <a:solidFill>
                  <a:srgbClr val="17212B"/>
                </a:solidFill>
                <a:latin typeface="Malgun Gothic"/>
                <a:ea typeface="Malgun Gothic"/>
                <a:cs typeface="Malgun Gothic"/>
              </a:defRPr>
            </a:pPr>
            <a:r>
              <a:rPr sz="2625" b="0">
                <a:solidFill>
                  <a:srgbClr val="17212B"/>
                </a:solidFill>
                <a:latin typeface="Malgun Gothic"/>
                <a:ea typeface="Malgun Gothic"/>
                <a:cs typeface="Malgun Gothic"/>
              </a:rPr>
              <a:t>허용할 범위</a:t>
            </a:r>
          </a:p>
          <a:p xmlns:a="http://schemas.openxmlformats.org/drawingml/2006/main">
            <a:pPr algn="l">
              <a:defRPr sz="2625" b="0">
                <a:solidFill>
                  <a:srgbClr val="17212B"/>
                </a:solidFill>
                <a:latin typeface="Malgun Gothic"/>
                <a:ea typeface="Malgun Gothic"/>
                <a:cs typeface="Malgun Gothic"/>
              </a:defRPr>
            </a:pPr>
            <a:r>
              <a:rPr sz="2625" b="0">
                <a:solidFill>
                  <a:srgbClr val="17212B"/>
                </a:solidFill>
                <a:latin typeface="Malgun Gothic"/>
                <a:ea typeface="Malgun Gothic"/>
                <a:cs typeface="Malgun Gothic"/>
              </a:rPr>
              <a:t>완료 수용</a:t>
            </a:r>
          </a:p>
        </p:txBody>
      </p:sp>
      <p:sp>
        <p:nvSpPr>
          <p:cNvPr id="20" name="≠">
            <a:extLst xmlns:a="http://schemas.openxmlformats.org/drawingml/2006/main">
              <a:ext uri="{FF2B5EF4-FFF2-40B4-BE49-F238E27FC236}">
                <a16:creationId xmlns:a16="http://schemas.microsoft.com/office/drawing/2014/main" id="{2C3E5E6D-F917-42CD-BD4B-DEE72C07B277}"/>
              </a:ext>
            </a:extLst>
          </p:cNvPr>
          <p:cNvSpPr>
            <a:spLocks xmlns:a="http://schemas.openxmlformats.org/drawingml/2006/main" noGrp="1"/>
          </p:cNvSpPr>
          <p:nvPr/>
        </p:nvSpPr>
        <p:spPr>
          <a:xfrm xmlns:a="http://schemas.openxmlformats.org/drawingml/2006/main">
            <a:off x="5810250" y="3905250"/>
            <a:ext cx="971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0B6172"/>
                </a:solidFill>
                <a:latin typeface="Malgun Gothic"/>
                <a:ea typeface="Malgun Gothic"/>
                <a:cs typeface="Malgun Gothic"/>
              </a:defRPr>
            </a:defPPr>
            <a:lvl1pPr algn="ctr">
              <a:defRPr sz="4800" b="1">
                <a:solidFill>
                  <a:srgbClr val="0B6172"/>
                </a:solidFill>
                <a:latin typeface="Malgun Gothic"/>
                <a:ea typeface="Malgun Gothic"/>
                <a:cs typeface="Malgun Gothic"/>
              </a:defRPr>
            </a:lvl1pPr>
            <a:lvl2pPr algn="ctr">
              <a:defRPr sz="4800" b="1">
                <a:solidFill>
                  <a:srgbClr val="0B6172"/>
                </a:solidFill>
                <a:latin typeface="Malgun Gothic"/>
                <a:ea typeface="Malgun Gothic"/>
                <a:cs typeface="Malgun Gothic"/>
              </a:defRPr>
            </a:lvl2pPr>
            <a:lvl3pPr algn="ctr">
              <a:defRPr sz="4800" b="1">
                <a:solidFill>
                  <a:srgbClr val="0B6172"/>
                </a:solidFill>
                <a:latin typeface="Malgun Gothic"/>
                <a:ea typeface="Malgun Gothic"/>
                <a:cs typeface="Malgun Gothic"/>
              </a:defRPr>
            </a:lvl3pPr>
            <a:lvl4pPr algn="ctr">
              <a:defRPr sz="4800" b="1">
                <a:solidFill>
                  <a:srgbClr val="0B6172"/>
                </a:solidFill>
                <a:latin typeface="Malgun Gothic"/>
                <a:ea typeface="Malgun Gothic"/>
                <a:cs typeface="Malgun Gothic"/>
              </a:defRPr>
            </a:lvl4pPr>
            <a:lvl5pPr algn="ctr">
              <a:defRPr sz="4800" b="1">
                <a:solidFill>
                  <a:srgbClr val="0B6172"/>
                </a:solidFill>
                <a:latin typeface="Malgun Gothic"/>
                <a:ea typeface="Malgun Gothic"/>
                <a:cs typeface="Malgun Gothic"/>
              </a:defRPr>
            </a:lvl5pPr>
            <a:lvl6pPr algn="ctr">
              <a:defRPr sz="4800" b="1">
                <a:solidFill>
                  <a:srgbClr val="0B6172"/>
                </a:solidFill>
                <a:latin typeface="Malgun Gothic"/>
                <a:ea typeface="Malgun Gothic"/>
                <a:cs typeface="Malgun Gothic"/>
              </a:defRPr>
            </a:lvl6pPr>
            <a:lvl7pPr algn="ctr">
              <a:defRPr sz="4800" b="1">
                <a:solidFill>
                  <a:srgbClr val="0B6172"/>
                </a:solidFill>
                <a:latin typeface="Malgun Gothic"/>
                <a:ea typeface="Malgun Gothic"/>
                <a:cs typeface="Malgun Gothic"/>
              </a:defRPr>
            </a:lvl7pPr>
            <a:lvl8pPr algn="ctr">
              <a:defRPr sz="4800" b="1">
                <a:solidFill>
                  <a:srgbClr val="0B6172"/>
                </a:solidFill>
                <a:latin typeface="Malgun Gothic"/>
                <a:ea typeface="Malgun Gothic"/>
                <a:cs typeface="Malgun Gothic"/>
              </a:defRPr>
            </a:lvl8pPr>
            <a:lvl9pPr algn="ctr">
              <a:defRPr sz="4800" b="1">
                <a:solidFill>
                  <a:srgbClr val="0B6172"/>
                </a:solidFill>
                <a:latin typeface="Malgun Gothic"/>
                <a:ea typeface="Malgun Gothic"/>
                <a:cs typeface="Malgun Gothic"/>
              </a:defRPr>
            </a:lvl9pPr>
          </a:lstStyle>
          <a:p xmlns:a="http://schemas.openxmlformats.org/drawingml/2006/main">
            <a:pPr algn="ctr">
              <a:defRPr sz="4800" b="1">
                <a:solidFill>
                  <a:srgbClr val="0B6172"/>
                </a:solidFill>
                <a:latin typeface="Malgun Gothic"/>
                <a:ea typeface="Malgun Gothic"/>
                <a:cs typeface="Malgun Gothic"/>
              </a:defRPr>
            </a:pPr>
            <a:r>
              <a:rPr sz="4800" b="1">
                <a:solidFill>
                  <a:srgbClr val="0B6172"/>
                </a:solidFill>
                <a:latin typeface="Malgun Gothic"/>
                <a:ea typeface="Malgun Gothic"/>
                <a:cs typeface="Malgun Gothic"/>
              </a:rPr>
              <a:t>≠</a:t>
            </a:r>
          </a:p>
        </p:txBody>
      </p:sp>
      <p:sp>
        <p:nvSpPr>
          <p:cNvPr id="21" name="Agent는 제안하고, 사람은 최종 선택·승인한다.">
            <a:extLst xmlns:a="http://schemas.openxmlformats.org/drawingml/2006/main">
              <a:ext uri="{FF2B5EF4-FFF2-40B4-BE49-F238E27FC236}">
                <a16:creationId xmlns:a16="http://schemas.microsoft.com/office/drawing/2014/main" id="{DA596D0D-3FCF-4503-A1BA-377846678BEB}"/>
              </a:ext>
            </a:extLst>
          </p:cNvPr>
          <p:cNvSpPr>
            <a:spLocks xmlns:a="http://schemas.openxmlformats.org/drawingml/2006/main" noGrp="1"/>
          </p:cNvSpPr>
          <p:nvPr/>
        </p:nvSpPr>
        <p:spPr>
          <a:xfrm xmlns:a="http://schemas.openxmlformats.org/drawingml/2006/main">
            <a:off x="609600" y="53625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Agent는 제안하고, 사람은 최종 선택·승인한다.</a:t>
            </a:r>
          </a:p>
        </p:txBody>
      </p:sp>
      <p:sp>
        <p:nvSpPr>
          <p:cNvPr id="22" name="Legacy module connection">
            <a:extLst xmlns:a="http://schemas.openxmlformats.org/drawingml/2006/main">
              <a:ext uri="{FF2B5EF4-FFF2-40B4-BE49-F238E27FC236}">
                <a16:creationId xmlns:a16="http://schemas.microsoft.com/office/drawing/2014/main" id="{40AF5765-D608-436D-9E0E-7405FDF12E93}"/>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 · M2</a:t>
            </a:r>
          </a:p>
        </p:txBody>
      </p:sp>
    </p:spTree>
    <p:extLst>
      <p:ext uri="{BB962C8B-B14F-4D97-AF65-F5344CB8AC3E}">
        <p14:creationId xmlns:p14="http://schemas.microsoft.com/office/powerpoint/2010/main" val="1977318145"/>
      </p:ext>
    </p:extLst>
  </p:cSld>
</p:sld>
</file>

<file path=ppt/slides/slide1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2" name="ACT 0 · 제조 라인 검사 Task로 이어지는 질문">
            <a:extLst xmlns:a="http://schemas.openxmlformats.org/drawingml/2006/main">
              <a:ext uri="{FF2B5EF4-FFF2-40B4-BE49-F238E27FC236}">
                <a16:creationId xmlns:a16="http://schemas.microsoft.com/office/drawing/2014/main" id="{D91B6091-1C13-4FD2-85D3-0931742B4184}"/>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제조 라인 검사 Task로 이어지는 질문</a:t>
            </a:r>
          </a:p>
        </p:txBody>
      </p:sp>
      <p:sp>
        <p:nvSpPr>
          <p:cNvPr id="2" name="S10">
            <a:extLst xmlns:a="http://schemas.openxmlformats.org/drawingml/2006/main">
              <a:ext uri="{FF2B5EF4-FFF2-40B4-BE49-F238E27FC236}">
                <a16:creationId xmlns:a16="http://schemas.microsoft.com/office/drawing/2014/main" id="{FCFBB3AB-15BB-44BF-B125-9B59E53E6DC4}"/>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S10</a:t>
            </a:r>
          </a:p>
        </p:txBody>
      </p:sp>
      <p:sp>
        <p:nvSpPr>
          <p:cNvPr id="3" name="Repository를 보면 내가 원하는 것까지 알까?">
            <a:extLst xmlns:a="http://schemas.openxmlformats.org/drawingml/2006/main">
              <a:ext uri="{FF2B5EF4-FFF2-40B4-BE49-F238E27FC236}">
                <a16:creationId xmlns:a16="http://schemas.microsoft.com/office/drawing/2014/main" id="{9E42BBC6-E8CA-463A-962C-58622B7DF6F5}"/>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Repository를 보면 내가 원하는 것까지 알까?</a:t>
            </a:r>
          </a:p>
        </p:txBody>
      </p:sp>
      <p:sp>
        <p:nvSpPr>
          <p:cNvPr id="4" name="">
            <a:extLst xmlns:a="http://schemas.openxmlformats.org/drawingml/2006/main">
              <a:ext uri="{FF2B5EF4-FFF2-40B4-BE49-F238E27FC236}">
                <a16:creationId xmlns:a16="http://schemas.microsoft.com/office/drawing/2014/main" id="{C6144F52-3129-4EB2-8C94-6B34D2C626A3}"/>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검사 Task 가정 · 점선은 추가 정의·연결 범위 · 실제 실행 결과 아님">
            <a:extLst xmlns:a="http://schemas.openxmlformats.org/drawingml/2006/main">
              <a:ext uri="{FF2B5EF4-FFF2-40B4-BE49-F238E27FC236}">
                <a16:creationId xmlns:a16="http://schemas.microsoft.com/office/drawing/2014/main" id="{10756819-4D78-429F-AA48-75C001E95A21}"/>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검사 Task 가정 · 점선은 추가 정의·연결 범위 · 실제 실행 결과 아님</a:t>
            </a:r>
          </a:p>
        </p:txBody>
      </p:sp>
      <p:sp>
        <p:nvSpPr>
          <p:cNvPr id="6" name="실제 저장소에는 후속 함수도 있습니다. 도식은 실제 실행 순서나 함수의 미구현 상태를 재현하지 않습니다.">
            <a:extLst xmlns:a="http://schemas.openxmlformats.org/drawingml/2006/main">
              <a:ext uri="{FF2B5EF4-FFF2-40B4-BE49-F238E27FC236}">
                <a16:creationId xmlns:a16="http://schemas.microsoft.com/office/drawing/2014/main" id="{51D949D5-F73F-4621-BEA0-E81A8084D339}"/>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실제 저장소에는 후속 함수도 있습니다. 도식은 실제 실행 순서나 함수의 미구현 상태를 재현하지 않습니다.</a:t>
            </a:r>
          </a:p>
        </p:txBody>
      </p:sp>
      <p:sp>
        <p:nvSpPr>
          <p:cNvPr id="7" name="제조 라인 검사장비로 확장한다면?">
            <a:extLst xmlns:a="http://schemas.openxmlformats.org/drawingml/2006/main">
              <a:ext uri="{FF2B5EF4-FFF2-40B4-BE49-F238E27FC236}">
                <a16:creationId xmlns:a16="http://schemas.microsoft.com/office/drawing/2014/main" id="{082CD30B-9BA5-47C6-BF22-EF4B49076AD7}"/>
              </a:ext>
            </a:extLst>
          </p:cNvPr>
          <p:cNvSpPr>
            <a:spLocks xmlns:a="http://schemas.openxmlformats.org/drawingml/2006/main" noGrp="1"/>
          </p:cNvSpPr>
          <p:nvPr/>
        </p:nvSpPr>
        <p:spPr>
          <a:xfrm xmlns:a="http://schemas.openxmlformats.org/drawingml/2006/main">
            <a:off x="609600" y="16192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제조 라인 검사장비로 확장한다면?</a:t>
            </a:r>
          </a:p>
        </p:txBody>
      </p:sp>
      <p:sp>
        <p:nvSpPr>
          <p:cNvPr id="8" name="앞서 살펴본 기존 구현">
            <a:extLst xmlns:a="http://schemas.openxmlformats.org/drawingml/2006/main">
              <a:ext uri="{FF2B5EF4-FFF2-40B4-BE49-F238E27FC236}">
                <a16:creationId xmlns:a16="http://schemas.microsoft.com/office/drawing/2014/main" id="{7642CFD1-158B-4140-B4DE-A9038058FD47}"/>
              </a:ext>
            </a:extLst>
          </p:cNvPr>
          <p:cNvSpPr>
            <a:spLocks xmlns:a="http://schemas.openxmlformats.org/drawingml/2006/main" noGrp="1"/>
          </p:cNvSpPr>
          <p:nvPr/>
        </p:nvSpPr>
        <p:spPr>
          <a:xfrm xmlns:a="http://schemas.openxmlformats.org/drawingml/2006/main">
            <a:off x="609600" y="2047875"/>
            <a:ext cx="350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앞서 살펴본 기존 구현</a:t>
            </a:r>
          </a:p>
        </p:txBody>
      </p:sp>
      <p:sp>
        <p:nvSpPr>
          <p:cNvPr id="9" name="검사 흐름으로 추가 정의·연결할 범위">
            <a:extLst xmlns:a="http://schemas.openxmlformats.org/drawingml/2006/main">
              <a:ext uri="{FF2B5EF4-FFF2-40B4-BE49-F238E27FC236}">
                <a16:creationId xmlns:a16="http://schemas.microsoft.com/office/drawing/2014/main" id="{1ACD24A1-570B-44A0-8F48-38E9C68D564D}"/>
              </a:ext>
            </a:extLst>
          </p:cNvPr>
          <p:cNvSpPr>
            <a:spLocks xmlns:a="http://schemas.openxmlformats.org/drawingml/2006/main" noGrp="1"/>
          </p:cNvSpPr>
          <p:nvPr/>
        </p:nvSpPr>
        <p:spPr>
          <a:xfrm xmlns:a="http://schemas.openxmlformats.org/drawingml/2006/main">
            <a:off x="4343400" y="2047875"/>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805400"/>
                </a:solidFill>
                <a:latin typeface="Malgun Gothic"/>
                <a:ea typeface="Malgun Gothic"/>
                <a:cs typeface="Malgun Gothic"/>
              </a:defRPr>
            </a:defPPr>
            <a:lvl1pPr algn="l">
              <a:defRPr sz="1725" b="1">
                <a:solidFill>
                  <a:srgbClr val="805400"/>
                </a:solidFill>
                <a:latin typeface="Malgun Gothic"/>
                <a:ea typeface="Malgun Gothic"/>
                <a:cs typeface="Malgun Gothic"/>
              </a:defRPr>
            </a:lvl1pPr>
            <a:lvl2pPr algn="l">
              <a:defRPr sz="1725" b="1">
                <a:solidFill>
                  <a:srgbClr val="805400"/>
                </a:solidFill>
                <a:latin typeface="Malgun Gothic"/>
                <a:ea typeface="Malgun Gothic"/>
                <a:cs typeface="Malgun Gothic"/>
              </a:defRPr>
            </a:lvl2pPr>
            <a:lvl3pPr algn="l">
              <a:defRPr sz="1725" b="1">
                <a:solidFill>
                  <a:srgbClr val="805400"/>
                </a:solidFill>
                <a:latin typeface="Malgun Gothic"/>
                <a:ea typeface="Malgun Gothic"/>
                <a:cs typeface="Malgun Gothic"/>
              </a:defRPr>
            </a:lvl3pPr>
            <a:lvl4pPr algn="l">
              <a:defRPr sz="1725" b="1">
                <a:solidFill>
                  <a:srgbClr val="805400"/>
                </a:solidFill>
                <a:latin typeface="Malgun Gothic"/>
                <a:ea typeface="Malgun Gothic"/>
                <a:cs typeface="Malgun Gothic"/>
              </a:defRPr>
            </a:lvl4pPr>
            <a:lvl5pPr algn="l">
              <a:defRPr sz="1725" b="1">
                <a:solidFill>
                  <a:srgbClr val="805400"/>
                </a:solidFill>
                <a:latin typeface="Malgun Gothic"/>
                <a:ea typeface="Malgun Gothic"/>
                <a:cs typeface="Malgun Gothic"/>
              </a:defRPr>
            </a:lvl5pPr>
            <a:lvl6pPr algn="l">
              <a:defRPr sz="1725" b="1">
                <a:solidFill>
                  <a:srgbClr val="805400"/>
                </a:solidFill>
                <a:latin typeface="Malgun Gothic"/>
                <a:ea typeface="Malgun Gothic"/>
                <a:cs typeface="Malgun Gothic"/>
              </a:defRPr>
            </a:lvl6pPr>
            <a:lvl7pPr algn="l">
              <a:defRPr sz="1725" b="1">
                <a:solidFill>
                  <a:srgbClr val="805400"/>
                </a:solidFill>
                <a:latin typeface="Malgun Gothic"/>
                <a:ea typeface="Malgun Gothic"/>
                <a:cs typeface="Malgun Gothic"/>
              </a:defRPr>
            </a:lvl7pPr>
            <a:lvl8pPr algn="l">
              <a:defRPr sz="1725" b="1">
                <a:solidFill>
                  <a:srgbClr val="805400"/>
                </a:solidFill>
                <a:latin typeface="Malgun Gothic"/>
                <a:ea typeface="Malgun Gothic"/>
                <a:cs typeface="Malgun Gothic"/>
              </a:defRPr>
            </a:lvl8pPr>
            <a:lvl9pPr algn="l">
              <a:defRPr sz="1725" b="1">
                <a:solidFill>
                  <a:srgbClr val="805400"/>
                </a:solidFill>
                <a:latin typeface="Malgun Gothic"/>
                <a:ea typeface="Malgun Gothic"/>
                <a:cs typeface="Malgun Gothic"/>
              </a:defRPr>
            </a:lvl9pPr>
          </a:lstStyle>
          <a:p xmlns:a="http://schemas.openxmlformats.org/drawingml/2006/main">
            <a:pPr algn="l">
              <a:defRPr sz="1725" b="1">
                <a:solidFill>
                  <a:srgbClr val="805400"/>
                </a:solidFill>
                <a:latin typeface="Malgun Gothic"/>
                <a:ea typeface="Malgun Gothic"/>
                <a:cs typeface="Malgun Gothic"/>
              </a:defRPr>
            </a:pPr>
            <a:r>
              <a:rPr sz="1725" b="1">
                <a:solidFill>
                  <a:srgbClr val="805400"/>
                </a:solidFill>
                <a:latin typeface="Malgun Gothic"/>
                <a:ea typeface="Malgun Gothic"/>
                <a:cs typeface="Malgun Gothic"/>
              </a:rPr>
              <a:t>검사 흐름으로 추가 정의·연결할 범위</a:t>
            </a:r>
          </a:p>
        </p:txBody>
      </p:sp>
      <p:sp>
        <p:nvSpPr>
          <p:cNvPr id="10" name="">
            <a:extLst xmlns:a="http://schemas.openxmlformats.org/drawingml/2006/main">
              <a:ext uri="{FF2B5EF4-FFF2-40B4-BE49-F238E27FC236}">
                <a16:creationId xmlns:a16="http://schemas.microsoft.com/office/drawing/2014/main" id="{2DA7787A-F3C9-4FE0-9EA5-EDAA6F00B9FF}"/>
              </a:ext>
            </a:extLst>
          </p:cNvPr>
          <p:cNvSpPr>
            <a:spLocks xmlns:a="http://schemas.openxmlformats.org/drawingml/2006/main" noGrp="1"/>
          </p:cNvSpPr>
          <p:nvPr/>
        </p:nvSpPr>
        <p:spPr>
          <a:xfrm xmlns:a="http://schemas.openxmlformats.org/drawingml/2006/main">
            <a:off x="609600" y="2457450"/>
            <a:ext cx="1638300" cy="1790700"/>
          </a:xfrm>
          <a:prstGeom xmlns:a="http://schemas.openxmlformats.org/drawingml/2006/main" prst="rect">
            <a:avLst/>
          </a:prstGeom>
          <a:solidFill xmlns:a="http://schemas.openxmlformats.org/drawingml/2006/main">
            <a:srgbClr val="F4F6F8"/>
          </a:solidFill>
          <a:ln xmlns:a="http://schemas.openxmlformats.org/drawingml/2006/main" w="14288">
            <a:solidFill>
              <a:srgbClr val="C7D0DA"/>
            </a:solidFill>
            <a:prstDash val="solid"/>
          </a:ln>
        </p:spPr>
      </p:sp>
      <p:sp>
        <p:nvSpPr>
          <p:cNvPr id="11" name="촬영 이미지">
            <a:extLst xmlns:a="http://schemas.openxmlformats.org/drawingml/2006/main">
              <a:ext uri="{FF2B5EF4-FFF2-40B4-BE49-F238E27FC236}">
                <a16:creationId xmlns:a16="http://schemas.microsoft.com/office/drawing/2014/main" id="{508C7CD0-C5CD-4817-A6DD-54211B9A9D8A}"/>
              </a:ext>
            </a:extLst>
          </p:cNvPr>
          <p:cNvSpPr>
            <a:spLocks xmlns:a="http://schemas.openxmlformats.org/drawingml/2006/main" noGrp="1"/>
          </p:cNvSpPr>
          <p:nvPr/>
        </p:nvSpPr>
        <p:spPr>
          <a:xfrm xmlns:a="http://schemas.openxmlformats.org/drawingml/2006/main">
            <a:off x="685800" y="3648075"/>
            <a:ext cx="148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1">
                <a:solidFill>
                  <a:srgbClr val="17212B"/>
                </a:solidFill>
                <a:latin typeface="Malgun Gothic"/>
                <a:ea typeface="Malgun Gothic"/>
                <a:cs typeface="Malgun Gothic"/>
              </a:defRPr>
            </a:defPPr>
            <a:lvl1pPr algn="ctr">
              <a:defRPr sz="1950" b="1">
                <a:solidFill>
                  <a:srgbClr val="17212B"/>
                </a:solidFill>
                <a:latin typeface="Malgun Gothic"/>
                <a:ea typeface="Malgun Gothic"/>
                <a:cs typeface="Malgun Gothic"/>
              </a:defRPr>
            </a:lvl1pPr>
            <a:lvl2pPr algn="ctr">
              <a:defRPr sz="1950" b="1">
                <a:solidFill>
                  <a:srgbClr val="17212B"/>
                </a:solidFill>
                <a:latin typeface="Malgun Gothic"/>
                <a:ea typeface="Malgun Gothic"/>
                <a:cs typeface="Malgun Gothic"/>
              </a:defRPr>
            </a:lvl2pPr>
            <a:lvl3pPr algn="ctr">
              <a:defRPr sz="1950" b="1">
                <a:solidFill>
                  <a:srgbClr val="17212B"/>
                </a:solidFill>
                <a:latin typeface="Malgun Gothic"/>
                <a:ea typeface="Malgun Gothic"/>
                <a:cs typeface="Malgun Gothic"/>
              </a:defRPr>
            </a:lvl3pPr>
            <a:lvl4pPr algn="ctr">
              <a:defRPr sz="1950" b="1">
                <a:solidFill>
                  <a:srgbClr val="17212B"/>
                </a:solidFill>
                <a:latin typeface="Malgun Gothic"/>
                <a:ea typeface="Malgun Gothic"/>
                <a:cs typeface="Malgun Gothic"/>
              </a:defRPr>
            </a:lvl4pPr>
            <a:lvl5pPr algn="ctr">
              <a:defRPr sz="1950" b="1">
                <a:solidFill>
                  <a:srgbClr val="17212B"/>
                </a:solidFill>
                <a:latin typeface="Malgun Gothic"/>
                <a:ea typeface="Malgun Gothic"/>
                <a:cs typeface="Malgun Gothic"/>
              </a:defRPr>
            </a:lvl5pPr>
            <a:lvl6pPr algn="ctr">
              <a:defRPr sz="1950" b="1">
                <a:solidFill>
                  <a:srgbClr val="17212B"/>
                </a:solidFill>
                <a:latin typeface="Malgun Gothic"/>
                <a:ea typeface="Malgun Gothic"/>
                <a:cs typeface="Malgun Gothic"/>
              </a:defRPr>
            </a:lvl6pPr>
            <a:lvl7pPr algn="ctr">
              <a:defRPr sz="1950" b="1">
                <a:solidFill>
                  <a:srgbClr val="17212B"/>
                </a:solidFill>
                <a:latin typeface="Malgun Gothic"/>
                <a:ea typeface="Malgun Gothic"/>
                <a:cs typeface="Malgun Gothic"/>
              </a:defRPr>
            </a:lvl7pPr>
            <a:lvl8pPr algn="ctr">
              <a:defRPr sz="1950" b="1">
                <a:solidFill>
                  <a:srgbClr val="17212B"/>
                </a:solidFill>
                <a:latin typeface="Malgun Gothic"/>
                <a:ea typeface="Malgun Gothic"/>
                <a:cs typeface="Malgun Gothic"/>
              </a:defRPr>
            </a:lvl8pPr>
            <a:lvl9pPr algn="ctr">
              <a:defRPr sz="1950" b="1">
                <a:solidFill>
                  <a:srgbClr val="17212B"/>
                </a:solidFill>
                <a:latin typeface="Malgun Gothic"/>
                <a:ea typeface="Malgun Gothic"/>
                <a:cs typeface="Malgun Gothic"/>
              </a:defRPr>
            </a:lvl9pPr>
          </a:lstStyle>
          <a:p xmlns:a="http://schemas.openxmlformats.org/drawingml/2006/main">
            <a:pPr algn="ctr">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촬영 이미지</a:t>
            </a:r>
          </a:p>
        </p:txBody>
      </p:sp>
      <p:sp>
        <p:nvSpPr>
          <p:cNvPr id="12" name="Input">
            <a:extLst xmlns:a="http://schemas.openxmlformats.org/drawingml/2006/main">
              <a:ext uri="{FF2B5EF4-FFF2-40B4-BE49-F238E27FC236}">
                <a16:creationId xmlns:a16="http://schemas.microsoft.com/office/drawing/2014/main" id="{74457B63-0C0D-4B45-9F45-A69769BA0EFE}"/>
              </a:ext>
            </a:extLst>
          </p:cNvPr>
          <p:cNvSpPr>
            <a:spLocks xmlns:a="http://schemas.openxmlformats.org/drawingml/2006/main" noGrp="1"/>
          </p:cNvSpPr>
          <p:nvPr/>
        </p:nvSpPr>
        <p:spPr>
          <a:xfrm xmlns:a="http://schemas.openxmlformats.org/drawingml/2006/main">
            <a:off x="657225" y="3990975"/>
            <a:ext cx="1543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0B6172"/>
                </a:solidFill>
                <a:latin typeface="Malgun Gothic"/>
                <a:ea typeface="Malgun Gothic"/>
                <a:cs typeface="Malgun Gothic"/>
              </a:defRPr>
            </a:defPPr>
            <a:lvl1pPr algn="ctr">
              <a:defRPr sz="1500" b="0">
                <a:solidFill>
                  <a:srgbClr val="0B6172"/>
                </a:solidFill>
                <a:latin typeface="Malgun Gothic"/>
                <a:ea typeface="Malgun Gothic"/>
                <a:cs typeface="Malgun Gothic"/>
              </a:defRPr>
            </a:lvl1pPr>
            <a:lvl2pPr algn="ctr">
              <a:defRPr sz="1500" b="0">
                <a:solidFill>
                  <a:srgbClr val="0B6172"/>
                </a:solidFill>
                <a:latin typeface="Malgun Gothic"/>
                <a:ea typeface="Malgun Gothic"/>
                <a:cs typeface="Malgun Gothic"/>
              </a:defRPr>
            </a:lvl2pPr>
            <a:lvl3pPr algn="ctr">
              <a:defRPr sz="1500" b="0">
                <a:solidFill>
                  <a:srgbClr val="0B6172"/>
                </a:solidFill>
                <a:latin typeface="Malgun Gothic"/>
                <a:ea typeface="Malgun Gothic"/>
                <a:cs typeface="Malgun Gothic"/>
              </a:defRPr>
            </a:lvl3pPr>
            <a:lvl4pPr algn="ctr">
              <a:defRPr sz="1500" b="0">
                <a:solidFill>
                  <a:srgbClr val="0B6172"/>
                </a:solidFill>
                <a:latin typeface="Malgun Gothic"/>
                <a:ea typeface="Malgun Gothic"/>
                <a:cs typeface="Malgun Gothic"/>
              </a:defRPr>
            </a:lvl4pPr>
            <a:lvl5pPr algn="ctr">
              <a:defRPr sz="1500" b="0">
                <a:solidFill>
                  <a:srgbClr val="0B6172"/>
                </a:solidFill>
                <a:latin typeface="Malgun Gothic"/>
                <a:ea typeface="Malgun Gothic"/>
                <a:cs typeface="Malgun Gothic"/>
              </a:defRPr>
            </a:lvl5pPr>
            <a:lvl6pPr algn="ctr">
              <a:defRPr sz="1500" b="0">
                <a:solidFill>
                  <a:srgbClr val="0B6172"/>
                </a:solidFill>
                <a:latin typeface="Malgun Gothic"/>
                <a:ea typeface="Malgun Gothic"/>
                <a:cs typeface="Malgun Gothic"/>
              </a:defRPr>
            </a:lvl6pPr>
            <a:lvl7pPr algn="ctr">
              <a:defRPr sz="1500" b="0">
                <a:solidFill>
                  <a:srgbClr val="0B6172"/>
                </a:solidFill>
                <a:latin typeface="Malgun Gothic"/>
                <a:ea typeface="Malgun Gothic"/>
                <a:cs typeface="Malgun Gothic"/>
              </a:defRPr>
            </a:lvl7pPr>
            <a:lvl8pPr algn="ctr">
              <a:defRPr sz="1500" b="0">
                <a:solidFill>
                  <a:srgbClr val="0B6172"/>
                </a:solidFill>
                <a:latin typeface="Malgun Gothic"/>
                <a:ea typeface="Malgun Gothic"/>
                <a:cs typeface="Malgun Gothic"/>
              </a:defRPr>
            </a:lvl8pPr>
            <a:lvl9pPr algn="ctr">
              <a:defRPr sz="1500" b="0">
                <a:solidFill>
                  <a:srgbClr val="0B6172"/>
                </a:solidFill>
                <a:latin typeface="Malgun Gothic"/>
                <a:ea typeface="Malgun Gothic"/>
                <a:cs typeface="Malgun Gothic"/>
              </a:defRPr>
            </a:lvl9pPr>
          </a:lstStyle>
          <a:p xmlns:a="http://schemas.openxmlformats.org/drawingml/2006/main">
            <a:pPr algn="ctr">
              <a:defRPr sz="1500" b="0">
                <a:solidFill>
                  <a:srgbClr val="0B6172"/>
                </a:solidFill>
                <a:latin typeface="Malgun Gothic"/>
                <a:ea typeface="Malgun Gothic"/>
                <a:cs typeface="Malgun Gothic"/>
              </a:defRPr>
            </a:pPr>
            <a:r>
              <a:rPr sz="1500" b="0">
                <a:solidFill>
                  <a:srgbClr val="0B6172"/>
                </a:solidFill>
                <a:latin typeface="Malgun Gothic"/>
                <a:ea typeface="Malgun Gothic"/>
                <a:cs typeface="Malgun Gothic"/>
              </a:rPr>
              <a:t>Input</a:t>
            </a:r>
          </a:p>
        </p:txBody>
      </p:sp>
      <p:sp>
        <p:nvSpPr>
          <p:cNvPr id="13" name="">
            <a:extLst xmlns:a="http://schemas.openxmlformats.org/drawingml/2006/main">
              <a:ext uri="{FF2B5EF4-FFF2-40B4-BE49-F238E27FC236}">
                <a16:creationId xmlns:a16="http://schemas.microsoft.com/office/drawing/2014/main" id="{402BA7DA-95B4-479E-911F-B876545E8143}"/>
              </a:ext>
            </a:extLst>
          </p:cNvPr>
          <p:cNvSpPr>
            <a:spLocks xmlns:a="http://schemas.openxmlformats.org/drawingml/2006/main" noGrp="1"/>
          </p:cNvSpPr>
          <p:nvPr/>
        </p:nvSpPr>
        <p:spPr>
          <a:xfrm xmlns:a="http://schemas.openxmlformats.org/drawingml/2006/main">
            <a:off x="2286000" y="3124200"/>
            <a:ext cx="152400" cy="12382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1A3C413-DD29-47F7-B553-4BEC84E3762C}"/>
              </a:ext>
            </a:extLst>
          </p:cNvPr>
          <p:cNvSpPr>
            <a:spLocks xmlns:a="http://schemas.openxmlformats.org/drawingml/2006/main" noGrp="1"/>
          </p:cNvSpPr>
          <p:nvPr/>
        </p:nvSpPr>
        <p:spPr>
          <a:xfrm xmlns:a="http://schemas.openxmlformats.org/drawingml/2006/main">
            <a:off x="2476500" y="2457450"/>
            <a:ext cx="1638300" cy="1790700"/>
          </a:xfrm>
          <a:prstGeom xmlns:a="http://schemas.openxmlformats.org/drawingml/2006/main" prst="rect">
            <a:avLst/>
          </a:prstGeom>
          <a:solidFill xmlns:a="http://schemas.openxmlformats.org/drawingml/2006/main">
            <a:srgbClr val="E0EFF0"/>
          </a:solidFill>
          <a:ln xmlns:a="http://schemas.openxmlformats.org/drawingml/2006/main" w="14288">
            <a:solidFill>
              <a:srgbClr val="0B6172"/>
            </a:solidFill>
            <a:prstDash val="solid"/>
          </a:ln>
        </p:spPr>
      </p:sp>
      <p:sp>
        <p:nvSpPr>
          <p:cNvPr id="15" name="ROI crop">
            <a:extLst xmlns:a="http://schemas.openxmlformats.org/drawingml/2006/main">
              <a:ext uri="{FF2B5EF4-FFF2-40B4-BE49-F238E27FC236}">
                <a16:creationId xmlns:a16="http://schemas.microsoft.com/office/drawing/2014/main" id="{26AB01E1-09A9-40F8-9759-EC1827316679}"/>
              </a:ext>
            </a:extLst>
          </p:cNvPr>
          <p:cNvSpPr>
            <a:spLocks xmlns:a="http://schemas.openxmlformats.org/drawingml/2006/main" noGrp="1"/>
          </p:cNvSpPr>
          <p:nvPr/>
        </p:nvSpPr>
        <p:spPr>
          <a:xfrm xmlns:a="http://schemas.openxmlformats.org/drawingml/2006/main">
            <a:off x="2552700" y="3648075"/>
            <a:ext cx="148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1">
                <a:solidFill>
                  <a:srgbClr val="17212B"/>
                </a:solidFill>
                <a:latin typeface="Malgun Gothic"/>
                <a:ea typeface="Malgun Gothic"/>
                <a:cs typeface="Malgun Gothic"/>
              </a:defRPr>
            </a:defPPr>
            <a:lvl1pPr algn="ctr">
              <a:defRPr sz="1950" b="1">
                <a:solidFill>
                  <a:srgbClr val="17212B"/>
                </a:solidFill>
                <a:latin typeface="Malgun Gothic"/>
                <a:ea typeface="Malgun Gothic"/>
                <a:cs typeface="Malgun Gothic"/>
              </a:defRPr>
            </a:lvl1pPr>
            <a:lvl2pPr algn="ctr">
              <a:defRPr sz="1950" b="1">
                <a:solidFill>
                  <a:srgbClr val="17212B"/>
                </a:solidFill>
                <a:latin typeface="Malgun Gothic"/>
                <a:ea typeface="Malgun Gothic"/>
                <a:cs typeface="Malgun Gothic"/>
              </a:defRPr>
            </a:lvl2pPr>
            <a:lvl3pPr algn="ctr">
              <a:defRPr sz="1950" b="1">
                <a:solidFill>
                  <a:srgbClr val="17212B"/>
                </a:solidFill>
                <a:latin typeface="Malgun Gothic"/>
                <a:ea typeface="Malgun Gothic"/>
                <a:cs typeface="Malgun Gothic"/>
              </a:defRPr>
            </a:lvl3pPr>
            <a:lvl4pPr algn="ctr">
              <a:defRPr sz="1950" b="1">
                <a:solidFill>
                  <a:srgbClr val="17212B"/>
                </a:solidFill>
                <a:latin typeface="Malgun Gothic"/>
                <a:ea typeface="Malgun Gothic"/>
                <a:cs typeface="Malgun Gothic"/>
              </a:defRPr>
            </a:lvl4pPr>
            <a:lvl5pPr algn="ctr">
              <a:defRPr sz="1950" b="1">
                <a:solidFill>
                  <a:srgbClr val="17212B"/>
                </a:solidFill>
                <a:latin typeface="Malgun Gothic"/>
                <a:ea typeface="Malgun Gothic"/>
                <a:cs typeface="Malgun Gothic"/>
              </a:defRPr>
            </a:lvl5pPr>
            <a:lvl6pPr algn="ctr">
              <a:defRPr sz="1950" b="1">
                <a:solidFill>
                  <a:srgbClr val="17212B"/>
                </a:solidFill>
                <a:latin typeface="Malgun Gothic"/>
                <a:ea typeface="Malgun Gothic"/>
                <a:cs typeface="Malgun Gothic"/>
              </a:defRPr>
            </a:lvl6pPr>
            <a:lvl7pPr algn="ctr">
              <a:defRPr sz="1950" b="1">
                <a:solidFill>
                  <a:srgbClr val="17212B"/>
                </a:solidFill>
                <a:latin typeface="Malgun Gothic"/>
                <a:ea typeface="Malgun Gothic"/>
                <a:cs typeface="Malgun Gothic"/>
              </a:defRPr>
            </a:lvl7pPr>
            <a:lvl8pPr algn="ctr">
              <a:defRPr sz="1950" b="1">
                <a:solidFill>
                  <a:srgbClr val="17212B"/>
                </a:solidFill>
                <a:latin typeface="Malgun Gothic"/>
                <a:ea typeface="Malgun Gothic"/>
                <a:cs typeface="Malgun Gothic"/>
              </a:defRPr>
            </a:lvl8pPr>
            <a:lvl9pPr algn="ctr">
              <a:defRPr sz="1950" b="1">
                <a:solidFill>
                  <a:srgbClr val="17212B"/>
                </a:solidFill>
                <a:latin typeface="Malgun Gothic"/>
                <a:ea typeface="Malgun Gothic"/>
                <a:cs typeface="Malgun Gothic"/>
              </a:defRPr>
            </a:lvl9pPr>
          </a:lstStyle>
          <a:p xmlns:a="http://schemas.openxmlformats.org/drawingml/2006/main">
            <a:pPr algn="ctr">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ROI crop</a:t>
            </a:r>
          </a:p>
        </p:txBody>
      </p:sp>
      <p:sp>
        <p:nvSpPr>
          <p:cNvPr id="16" name="기존 구현 · 조사한 범위">
            <a:extLst xmlns:a="http://schemas.openxmlformats.org/drawingml/2006/main">
              <a:ext uri="{FF2B5EF4-FFF2-40B4-BE49-F238E27FC236}">
                <a16:creationId xmlns:a16="http://schemas.microsoft.com/office/drawing/2014/main" id="{6A7C4CD8-C9CF-49D5-BD74-0265CFA1F21B}"/>
              </a:ext>
            </a:extLst>
          </p:cNvPr>
          <p:cNvSpPr>
            <a:spLocks xmlns:a="http://schemas.openxmlformats.org/drawingml/2006/main" noGrp="1"/>
          </p:cNvSpPr>
          <p:nvPr/>
        </p:nvSpPr>
        <p:spPr>
          <a:xfrm xmlns:a="http://schemas.openxmlformats.org/drawingml/2006/main">
            <a:off x="2524125" y="3990975"/>
            <a:ext cx="1543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0B6172"/>
                </a:solidFill>
                <a:latin typeface="Malgun Gothic"/>
                <a:ea typeface="Malgun Gothic"/>
                <a:cs typeface="Malgun Gothic"/>
              </a:defRPr>
            </a:defPPr>
            <a:lvl1pPr algn="ctr">
              <a:defRPr sz="1350" b="0">
                <a:solidFill>
                  <a:srgbClr val="0B6172"/>
                </a:solidFill>
                <a:latin typeface="Malgun Gothic"/>
                <a:ea typeface="Malgun Gothic"/>
                <a:cs typeface="Malgun Gothic"/>
              </a:defRPr>
            </a:lvl1pPr>
            <a:lvl2pPr algn="ctr">
              <a:defRPr sz="1350" b="0">
                <a:solidFill>
                  <a:srgbClr val="0B6172"/>
                </a:solidFill>
                <a:latin typeface="Malgun Gothic"/>
                <a:ea typeface="Malgun Gothic"/>
                <a:cs typeface="Malgun Gothic"/>
              </a:defRPr>
            </a:lvl2pPr>
            <a:lvl3pPr algn="ctr">
              <a:defRPr sz="1350" b="0">
                <a:solidFill>
                  <a:srgbClr val="0B6172"/>
                </a:solidFill>
                <a:latin typeface="Malgun Gothic"/>
                <a:ea typeface="Malgun Gothic"/>
                <a:cs typeface="Malgun Gothic"/>
              </a:defRPr>
            </a:lvl3pPr>
            <a:lvl4pPr algn="ctr">
              <a:defRPr sz="1350" b="0">
                <a:solidFill>
                  <a:srgbClr val="0B6172"/>
                </a:solidFill>
                <a:latin typeface="Malgun Gothic"/>
                <a:ea typeface="Malgun Gothic"/>
                <a:cs typeface="Malgun Gothic"/>
              </a:defRPr>
            </a:lvl4pPr>
            <a:lvl5pPr algn="ctr">
              <a:defRPr sz="1350" b="0">
                <a:solidFill>
                  <a:srgbClr val="0B6172"/>
                </a:solidFill>
                <a:latin typeface="Malgun Gothic"/>
                <a:ea typeface="Malgun Gothic"/>
                <a:cs typeface="Malgun Gothic"/>
              </a:defRPr>
            </a:lvl5pPr>
            <a:lvl6pPr algn="ctr">
              <a:defRPr sz="1350" b="0">
                <a:solidFill>
                  <a:srgbClr val="0B6172"/>
                </a:solidFill>
                <a:latin typeface="Malgun Gothic"/>
                <a:ea typeface="Malgun Gothic"/>
                <a:cs typeface="Malgun Gothic"/>
              </a:defRPr>
            </a:lvl6pPr>
            <a:lvl7pPr algn="ctr">
              <a:defRPr sz="1350" b="0">
                <a:solidFill>
                  <a:srgbClr val="0B6172"/>
                </a:solidFill>
                <a:latin typeface="Malgun Gothic"/>
                <a:ea typeface="Malgun Gothic"/>
                <a:cs typeface="Malgun Gothic"/>
              </a:defRPr>
            </a:lvl7pPr>
            <a:lvl8pPr algn="ctr">
              <a:defRPr sz="1350" b="0">
                <a:solidFill>
                  <a:srgbClr val="0B6172"/>
                </a:solidFill>
                <a:latin typeface="Malgun Gothic"/>
                <a:ea typeface="Malgun Gothic"/>
                <a:cs typeface="Malgun Gothic"/>
              </a:defRPr>
            </a:lvl8pPr>
            <a:lvl9pPr algn="ctr">
              <a:defRPr sz="1350" b="0">
                <a:solidFill>
                  <a:srgbClr val="0B6172"/>
                </a:solidFill>
                <a:latin typeface="Malgun Gothic"/>
                <a:ea typeface="Malgun Gothic"/>
                <a:cs typeface="Malgun Gothic"/>
              </a:defRPr>
            </a:lvl9pPr>
          </a:lstStyle>
          <a:p xmlns:a="http://schemas.openxmlformats.org/drawingml/2006/main">
            <a:pPr algn="ctr">
              <a:defRPr sz="1350" b="0">
                <a:solidFill>
                  <a:srgbClr val="0B6172"/>
                </a:solidFill>
                <a:latin typeface="Malgun Gothic"/>
                <a:ea typeface="Malgun Gothic"/>
                <a:cs typeface="Malgun Gothic"/>
              </a:defRPr>
            </a:pPr>
            <a:r>
              <a:rPr sz="1350" b="0">
                <a:solidFill>
                  <a:srgbClr val="0B6172"/>
                </a:solidFill>
                <a:latin typeface="Malgun Gothic"/>
                <a:ea typeface="Malgun Gothic"/>
                <a:cs typeface="Malgun Gothic"/>
              </a:rPr>
              <a:t>기존 구현 · 조사한 범위</a:t>
            </a:r>
          </a:p>
        </p:txBody>
      </p:sp>
      <p:sp>
        <p:nvSpPr>
          <p:cNvPr id="17" name="">
            <a:extLst xmlns:a="http://schemas.openxmlformats.org/drawingml/2006/main">
              <a:ext uri="{FF2B5EF4-FFF2-40B4-BE49-F238E27FC236}">
                <a16:creationId xmlns:a16="http://schemas.microsoft.com/office/drawing/2014/main" id="{F025A5F6-AE06-4037-9B42-EFD952E214FA}"/>
              </a:ext>
            </a:extLst>
          </p:cNvPr>
          <p:cNvSpPr>
            <a:spLocks xmlns:a="http://schemas.openxmlformats.org/drawingml/2006/main" noGrp="1"/>
          </p:cNvSpPr>
          <p:nvPr/>
        </p:nvSpPr>
        <p:spPr>
          <a:xfrm xmlns:a="http://schemas.openxmlformats.org/drawingml/2006/main">
            <a:off x="4143375" y="3181350"/>
            <a:ext cx="123825"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18" name="">
            <a:extLst xmlns:a="http://schemas.openxmlformats.org/drawingml/2006/main">
              <a:ext uri="{FF2B5EF4-FFF2-40B4-BE49-F238E27FC236}">
                <a16:creationId xmlns:a16="http://schemas.microsoft.com/office/drawing/2014/main" id="{49F0531F-F374-47FD-A08A-A29087A54386}"/>
              </a:ext>
            </a:extLst>
          </p:cNvPr>
          <p:cNvSpPr>
            <a:spLocks xmlns:a="http://schemas.openxmlformats.org/drawingml/2006/main" noGrp="1"/>
          </p:cNvSpPr>
          <p:nvPr/>
        </p:nvSpPr>
        <p:spPr>
          <a:xfrm xmlns:a="http://schemas.openxmlformats.org/drawingml/2006/main">
            <a:off x="4257675" y="3133725"/>
            <a:ext cx="66675" cy="95250"/>
          </a:xfrm>
          <a:prstGeom xmlns:a="http://schemas.openxmlformats.org/drawingml/2006/main" prst="rightArrow">
            <a:avLst/>
          </a:prstGeom>
          <a:solidFill xmlns:a="http://schemas.openxmlformats.org/drawingml/2006/main">
            <a:srgbClr val="80540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F538445-1769-4074-B930-A325C46D3B59}"/>
              </a:ext>
            </a:extLst>
          </p:cNvPr>
          <p:cNvSpPr>
            <a:spLocks xmlns:a="http://schemas.openxmlformats.org/drawingml/2006/main" noGrp="1"/>
          </p:cNvSpPr>
          <p:nvPr/>
        </p:nvSpPr>
        <p:spPr>
          <a:xfrm xmlns:a="http://schemas.openxmlformats.org/drawingml/2006/main">
            <a:off x="4343400" y="2457450"/>
            <a:ext cx="1638300" cy="1790700"/>
          </a:xfrm>
          <a:prstGeom xmlns:a="http://schemas.openxmlformats.org/drawingml/2006/main" prst="rect">
            <a:avLst/>
          </a:prstGeom>
          <a:solidFill xmlns:a="http://schemas.openxmlformats.org/drawingml/2006/main">
            <a:srgbClr val="F4F6F8"/>
          </a:solidFill>
          <a:ln xmlns:a="http://schemas.openxmlformats.org/drawingml/2006/main" w="19050">
            <a:solidFill>
              <a:srgbClr val="805400"/>
            </a:solidFill>
            <a:prstDash val="dash"/>
          </a:ln>
        </p:spPr>
      </p:sp>
      <p:sp>
        <p:nvSpPr>
          <p:cNvPr id="20" name="밝기 정규화">
            <a:extLst xmlns:a="http://schemas.openxmlformats.org/drawingml/2006/main">
              <a:ext uri="{FF2B5EF4-FFF2-40B4-BE49-F238E27FC236}">
                <a16:creationId xmlns:a16="http://schemas.microsoft.com/office/drawing/2014/main" id="{ABA3C03C-C3A9-45FD-8CE1-E2631DCC9B4D}"/>
              </a:ext>
            </a:extLst>
          </p:cNvPr>
          <p:cNvSpPr>
            <a:spLocks xmlns:a="http://schemas.openxmlformats.org/drawingml/2006/main" noGrp="1"/>
          </p:cNvSpPr>
          <p:nvPr/>
        </p:nvSpPr>
        <p:spPr>
          <a:xfrm xmlns:a="http://schemas.openxmlformats.org/drawingml/2006/main">
            <a:off x="4419600" y="3648075"/>
            <a:ext cx="148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1">
                <a:solidFill>
                  <a:srgbClr val="17212B"/>
                </a:solidFill>
                <a:latin typeface="Malgun Gothic"/>
                <a:ea typeface="Malgun Gothic"/>
                <a:cs typeface="Malgun Gothic"/>
              </a:defRPr>
            </a:defPPr>
            <a:lvl1pPr algn="ctr">
              <a:defRPr sz="1950" b="1">
                <a:solidFill>
                  <a:srgbClr val="17212B"/>
                </a:solidFill>
                <a:latin typeface="Malgun Gothic"/>
                <a:ea typeface="Malgun Gothic"/>
                <a:cs typeface="Malgun Gothic"/>
              </a:defRPr>
            </a:lvl1pPr>
            <a:lvl2pPr algn="ctr">
              <a:defRPr sz="1950" b="1">
                <a:solidFill>
                  <a:srgbClr val="17212B"/>
                </a:solidFill>
                <a:latin typeface="Malgun Gothic"/>
                <a:ea typeface="Malgun Gothic"/>
                <a:cs typeface="Malgun Gothic"/>
              </a:defRPr>
            </a:lvl2pPr>
            <a:lvl3pPr algn="ctr">
              <a:defRPr sz="1950" b="1">
                <a:solidFill>
                  <a:srgbClr val="17212B"/>
                </a:solidFill>
                <a:latin typeface="Malgun Gothic"/>
                <a:ea typeface="Malgun Gothic"/>
                <a:cs typeface="Malgun Gothic"/>
              </a:defRPr>
            </a:lvl3pPr>
            <a:lvl4pPr algn="ctr">
              <a:defRPr sz="1950" b="1">
                <a:solidFill>
                  <a:srgbClr val="17212B"/>
                </a:solidFill>
                <a:latin typeface="Malgun Gothic"/>
                <a:ea typeface="Malgun Gothic"/>
                <a:cs typeface="Malgun Gothic"/>
              </a:defRPr>
            </a:lvl4pPr>
            <a:lvl5pPr algn="ctr">
              <a:defRPr sz="1950" b="1">
                <a:solidFill>
                  <a:srgbClr val="17212B"/>
                </a:solidFill>
                <a:latin typeface="Malgun Gothic"/>
                <a:ea typeface="Malgun Gothic"/>
                <a:cs typeface="Malgun Gothic"/>
              </a:defRPr>
            </a:lvl5pPr>
            <a:lvl6pPr algn="ctr">
              <a:defRPr sz="1950" b="1">
                <a:solidFill>
                  <a:srgbClr val="17212B"/>
                </a:solidFill>
                <a:latin typeface="Malgun Gothic"/>
                <a:ea typeface="Malgun Gothic"/>
                <a:cs typeface="Malgun Gothic"/>
              </a:defRPr>
            </a:lvl6pPr>
            <a:lvl7pPr algn="ctr">
              <a:defRPr sz="1950" b="1">
                <a:solidFill>
                  <a:srgbClr val="17212B"/>
                </a:solidFill>
                <a:latin typeface="Malgun Gothic"/>
                <a:ea typeface="Malgun Gothic"/>
                <a:cs typeface="Malgun Gothic"/>
              </a:defRPr>
            </a:lvl7pPr>
            <a:lvl8pPr algn="ctr">
              <a:defRPr sz="1950" b="1">
                <a:solidFill>
                  <a:srgbClr val="17212B"/>
                </a:solidFill>
                <a:latin typeface="Malgun Gothic"/>
                <a:ea typeface="Malgun Gothic"/>
                <a:cs typeface="Malgun Gothic"/>
              </a:defRPr>
            </a:lvl8pPr>
            <a:lvl9pPr algn="ctr">
              <a:defRPr sz="1950" b="1">
                <a:solidFill>
                  <a:srgbClr val="17212B"/>
                </a:solidFill>
                <a:latin typeface="Malgun Gothic"/>
                <a:ea typeface="Malgun Gothic"/>
                <a:cs typeface="Malgun Gothic"/>
              </a:defRPr>
            </a:lvl9pPr>
          </a:lstStyle>
          <a:p xmlns:a="http://schemas.openxmlformats.org/drawingml/2006/main">
            <a:pPr algn="ctr">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밝기 정규화</a:t>
            </a:r>
          </a:p>
        </p:txBody>
      </p:sp>
      <p:sp>
        <p:nvSpPr>
          <p:cNvPr id="21" name="Normalize">
            <a:extLst xmlns:a="http://schemas.openxmlformats.org/drawingml/2006/main">
              <a:ext uri="{FF2B5EF4-FFF2-40B4-BE49-F238E27FC236}">
                <a16:creationId xmlns:a16="http://schemas.microsoft.com/office/drawing/2014/main" id="{B06F5818-2C00-4772-BAF6-9655965B0447}"/>
              </a:ext>
            </a:extLst>
          </p:cNvPr>
          <p:cNvSpPr>
            <a:spLocks xmlns:a="http://schemas.openxmlformats.org/drawingml/2006/main" noGrp="1"/>
          </p:cNvSpPr>
          <p:nvPr/>
        </p:nvSpPr>
        <p:spPr>
          <a:xfrm xmlns:a="http://schemas.openxmlformats.org/drawingml/2006/main">
            <a:off x="4391025" y="3990975"/>
            <a:ext cx="1543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4D5A68"/>
                </a:solidFill>
                <a:latin typeface="Malgun Gothic"/>
                <a:ea typeface="Malgun Gothic"/>
                <a:cs typeface="Malgun Gothic"/>
              </a:defRPr>
            </a:defPPr>
            <a:lvl1pPr algn="ctr">
              <a:defRPr sz="1500" b="0">
                <a:solidFill>
                  <a:srgbClr val="4D5A68"/>
                </a:solidFill>
                <a:latin typeface="Malgun Gothic"/>
                <a:ea typeface="Malgun Gothic"/>
                <a:cs typeface="Malgun Gothic"/>
              </a:defRPr>
            </a:lvl1pPr>
            <a:lvl2pPr algn="ctr">
              <a:defRPr sz="1500" b="0">
                <a:solidFill>
                  <a:srgbClr val="4D5A68"/>
                </a:solidFill>
                <a:latin typeface="Malgun Gothic"/>
                <a:ea typeface="Malgun Gothic"/>
                <a:cs typeface="Malgun Gothic"/>
              </a:defRPr>
            </a:lvl2pPr>
            <a:lvl3pPr algn="ctr">
              <a:defRPr sz="1500" b="0">
                <a:solidFill>
                  <a:srgbClr val="4D5A68"/>
                </a:solidFill>
                <a:latin typeface="Malgun Gothic"/>
                <a:ea typeface="Malgun Gothic"/>
                <a:cs typeface="Malgun Gothic"/>
              </a:defRPr>
            </a:lvl3pPr>
            <a:lvl4pPr algn="ctr">
              <a:defRPr sz="1500" b="0">
                <a:solidFill>
                  <a:srgbClr val="4D5A68"/>
                </a:solidFill>
                <a:latin typeface="Malgun Gothic"/>
                <a:ea typeface="Malgun Gothic"/>
                <a:cs typeface="Malgun Gothic"/>
              </a:defRPr>
            </a:lvl4pPr>
            <a:lvl5pPr algn="ctr">
              <a:defRPr sz="1500" b="0">
                <a:solidFill>
                  <a:srgbClr val="4D5A68"/>
                </a:solidFill>
                <a:latin typeface="Malgun Gothic"/>
                <a:ea typeface="Malgun Gothic"/>
                <a:cs typeface="Malgun Gothic"/>
              </a:defRPr>
            </a:lvl5pPr>
            <a:lvl6pPr algn="ctr">
              <a:defRPr sz="1500" b="0">
                <a:solidFill>
                  <a:srgbClr val="4D5A68"/>
                </a:solidFill>
                <a:latin typeface="Malgun Gothic"/>
                <a:ea typeface="Malgun Gothic"/>
                <a:cs typeface="Malgun Gothic"/>
              </a:defRPr>
            </a:lvl6pPr>
            <a:lvl7pPr algn="ctr">
              <a:defRPr sz="1500" b="0">
                <a:solidFill>
                  <a:srgbClr val="4D5A68"/>
                </a:solidFill>
                <a:latin typeface="Malgun Gothic"/>
                <a:ea typeface="Malgun Gothic"/>
                <a:cs typeface="Malgun Gothic"/>
              </a:defRPr>
            </a:lvl7pPr>
            <a:lvl8pPr algn="ctr">
              <a:defRPr sz="1500" b="0">
                <a:solidFill>
                  <a:srgbClr val="4D5A68"/>
                </a:solidFill>
                <a:latin typeface="Malgun Gothic"/>
                <a:ea typeface="Malgun Gothic"/>
                <a:cs typeface="Malgun Gothic"/>
              </a:defRPr>
            </a:lvl8pPr>
            <a:lvl9pPr algn="ctr">
              <a:defRPr sz="1500" b="0">
                <a:solidFill>
                  <a:srgbClr val="4D5A68"/>
                </a:solidFill>
                <a:latin typeface="Malgun Gothic"/>
                <a:ea typeface="Malgun Gothic"/>
                <a:cs typeface="Malgun Gothic"/>
              </a:defRPr>
            </a:lvl9pPr>
          </a:lstStyle>
          <a:p xmlns:a="http://schemas.openxmlformats.org/drawingml/2006/main">
            <a:pPr algn="ctr">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Normalize</a:t>
            </a:r>
          </a:p>
        </p:txBody>
      </p:sp>
      <p:sp>
        <p:nvSpPr>
          <p:cNvPr id="22" name="">
            <a:extLst xmlns:a="http://schemas.openxmlformats.org/drawingml/2006/main">
              <a:ext uri="{FF2B5EF4-FFF2-40B4-BE49-F238E27FC236}">
                <a16:creationId xmlns:a16="http://schemas.microsoft.com/office/drawing/2014/main" id="{605CA422-7DE3-4983-BFBB-A0131191B13B}"/>
              </a:ext>
            </a:extLst>
          </p:cNvPr>
          <p:cNvSpPr>
            <a:spLocks xmlns:a="http://schemas.openxmlformats.org/drawingml/2006/main" noGrp="1"/>
          </p:cNvSpPr>
          <p:nvPr/>
        </p:nvSpPr>
        <p:spPr>
          <a:xfrm xmlns:a="http://schemas.openxmlformats.org/drawingml/2006/main">
            <a:off x="6010275" y="3181350"/>
            <a:ext cx="123825"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23" name="">
            <a:extLst xmlns:a="http://schemas.openxmlformats.org/drawingml/2006/main">
              <a:ext uri="{FF2B5EF4-FFF2-40B4-BE49-F238E27FC236}">
                <a16:creationId xmlns:a16="http://schemas.microsoft.com/office/drawing/2014/main" id="{243BAB2E-0441-4D0D-8798-99FF04D0B61D}"/>
              </a:ext>
            </a:extLst>
          </p:cNvPr>
          <p:cNvSpPr>
            <a:spLocks xmlns:a="http://schemas.openxmlformats.org/drawingml/2006/main" noGrp="1"/>
          </p:cNvSpPr>
          <p:nvPr/>
        </p:nvSpPr>
        <p:spPr>
          <a:xfrm xmlns:a="http://schemas.openxmlformats.org/drawingml/2006/main">
            <a:off x="6124575" y="3133725"/>
            <a:ext cx="66675" cy="95250"/>
          </a:xfrm>
          <a:prstGeom xmlns:a="http://schemas.openxmlformats.org/drawingml/2006/main" prst="rightArrow">
            <a:avLst/>
          </a:prstGeom>
          <a:solidFill xmlns:a="http://schemas.openxmlformats.org/drawingml/2006/main">
            <a:srgbClr val="80540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11393C7-956C-46B9-B96F-7799DF0F70D8}"/>
              </a:ext>
            </a:extLst>
          </p:cNvPr>
          <p:cNvSpPr>
            <a:spLocks xmlns:a="http://schemas.openxmlformats.org/drawingml/2006/main" noGrp="1"/>
          </p:cNvSpPr>
          <p:nvPr/>
        </p:nvSpPr>
        <p:spPr>
          <a:xfrm xmlns:a="http://schemas.openxmlformats.org/drawingml/2006/main">
            <a:off x="6210300" y="2457450"/>
            <a:ext cx="1638300" cy="1790700"/>
          </a:xfrm>
          <a:prstGeom xmlns:a="http://schemas.openxmlformats.org/drawingml/2006/main" prst="rect">
            <a:avLst/>
          </a:prstGeom>
          <a:solidFill xmlns:a="http://schemas.openxmlformats.org/drawingml/2006/main">
            <a:srgbClr val="F4F6F8"/>
          </a:solidFill>
          <a:ln xmlns:a="http://schemas.openxmlformats.org/drawingml/2006/main" w="19050">
            <a:solidFill>
              <a:srgbClr val="805400"/>
            </a:solidFill>
            <a:prstDash val="dash"/>
          </a:ln>
        </p:spPr>
      </p:sp>
      <p:sp>
        <p:nvSpPr>
          <p:cNvPr id="25" name="크기 맞춤">
            <a:extLst xmlns:a="http://schemas.openxmlformats.org/drawingml/2006/main">
              <a:ext uri="{FF2B5EF4-FFF2-40B4-BE49-F238E27FC236}">
                <a16:creationId xmlns:a16="http://schemas.microsoft.com/office/drawing/2014/main" id="{80FC007B-C14A-45CA-917C-5646EC92E16A}"/>
              </a:ext>
            </a:extLst>
          </p:cNvPr>
          <p:cNvSpPr>
            <a:spLocks xmlns:a="http://schemas.openxmlformats.org/drawingml/2006/main" noGrp="1"/>
          </p:cNvSpPr>
          <p:nvPr/>
        </p:nvSpPr>
        <p:spPr>
          <a:xfrm xmlns:a="http://schemas.openxmlformats.org/drawingml/2006/main">
            <a:off x="6286500" y="3648075"/>
            <a:ext cx="148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1">
                <a:solidFill>
                  <a:srgbClr val="17212B"/>
                </a:solidFill>
                <a:latin typeface="Malgun Gothic"/>
                <a:ea typeface="Malgun Gothic"/>
                <a:cs typeface="Malgun Gothic"/>
              </a:defRPr>
            </a:defPPr>
            <a:lvl1pPr algn="ctr">
              <a:defRPr sz="1950" b="1">
                <a:solidFill>
                  <a:srgbClr val="17212B"/>
                </a:solidFill>
                <a:latin typeface="Malgun Gothic"/>
                <a:ea typeface="Malgun Gothic"/>
                <a:cs typeface="Malgun Gothic"/>
              </a:defRPr>
            </a:lvl1pPr>
            <a:lvl2pPr algn="ctr">
              <a:defRPr sz="1950" b="1">
                <a:solidFill>
                  <a:srgbClr val="17212B"/>
                </a:solidFill>
                <a:latin typeface="Malgun Gothic"/>
                <a:ea typeface="Malgun Gothic"/>
                <a:cs typeface="Malgun Gothic"/>
              </a:defRPr>
            </a:lvl2pPr>
            <a:lvl3pPr algn="ctr">
              <a:defRPr sz="1950" b="1">
                <a:solidFill>
                  <a:srgbClr val="17212B"/>
                </a:solidFill>
                <a:latin typeface="Malgun Gothic"/>
                <a:ea typeface="Malgun Gothic"/>
                <a:cs typeface="Malgun Gothic"/>
              </a:defRPr>
            </a:lvl3pPr>
            <a:lvl4pPr algn="ctr">
              <a:defRPr sz="1950" b="1">
                <a:solidFill>
                  <a:srgbClr val="17212B"/>
                </a:solidFill>
                <a:latin typeface="Malgun Gothic"/>
                <a:ea typeface="Malgun Gothic"/>
                <a:cs typeface="Malgun Gothic"/>
              </a:defRPr>
            </a:lvl4pPr>
            <a:lvl5pPr algn="ctr">
              <a:defRPr sz="1950" b="1">
                <a:solidFill>
                  <a:srgbClr val="17212B"/>
                </a:solidFill>
                <a:latin typeface="Malgun Gothic"/>
                <a:ea typeface="Malgun Gothic"/>
                <a:cs typeface="Malgun Gothic"/>
              </a:defRPr>
            </a:lvl5pPr>
            <a:lvl6pPr algn="ctr">
              <a:defRPr sz="1950" b="1">
                <a:solidFill>
                  <a:srgbClr val="17212B"/>
                </a:solidFill>
                <a:latin typeface="Malgun Gothic"/>
                <a:ea typeface="Malgun Gothic"/>
                <a:cs typeface="Malgun Gothic"/>
              </a:defRPr>
            </a:lvl6pPr>
            <a:lvl7pPr algn="ctr">
              <a:defRPr sz="1950" b="1">
                <a:solidFill>
                  <a:srgbClr val="17212B"/>
                </a:solidFill>
                <a:latin typeface="Malgun Gothic"/>
                <a:ea typeface="Malgun Gothic"/>
                <a:cs typeface="Malgun Gothic"/>
              </a:defRPr>
            </a:lvl7pPr>
            <a:lvl8pPr algn="ctr">
              <a:defRPr sz="1950" b="1">
                <a:solidFill>
                  <a:srgbClr val="17212B"/>
                </a:solidFill>
                <a:latin typeface="Malgun Gothic"/>
                <a:ea typeface="Malgun Gothic"/>
                <a:cs typeface="Malgun Gothic"/>
              </a:defRPr>
            </a:lvl8pPr>
            <a:lvl9pPr algn="ctr">
              <a:defRPr sz="1950" b="1">
                <a:solidFill>
                  <a:srgbClr val="17212B"/>
                </a:solidFill>
                <a:latin typeface="Malgun Gothic"/>
                <a:ea typeface="Malgun Gothic"/>
                <a:cs typeface="Malgun Gothic"/>
              </a:defRPr>
            </a:lvl9pPr>
          </a:lstStyle>
          <a:p xmlns:a="http://schemas.openxmlformats.org/drawingml/2006/main">
            <a:pPr algn="ctr">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크기 맞춤</a:t>
            </a:r>
          </a:p>
        </p:txBody>
      </p:sp>
      <p:sp>
        <p:nvSpPr>
          <p:cNvPr id="26" name="Resize">
            <a:extLst xmlns:a="http://schemas.openxmlformats.org/drawingml/2006/main">
              <a:ext uri="{FF2B5EF4-FFF2-40B4-BE49-F238E27FC236}">
                <a16:creationId xmlns:a16="http://schemas.microsoft.com/office/drawing/2014/main" id="{117BC689-DFD6-46FA-9C6A-83C1EC0033DD}"/>
              </a:ext>
            </a:extLst>
          </p:cNvPr>
          <p:cNvSpPr>
            <a:spLocks xmlns:a="http://schemas.openxmlformats.org/drawingml/2006/main" noGrp="1"/>
          </p:cNvSpPr>
          <p:nvPr/>
        </p:nvSpPr>
        <p:spPr>
          <a:xfrm xmlns:a="http://schemas.openxmlformats.org/drawingml/2006/main">
            <a:off x="6257925" y="3990975"/>
            <a:ext cx="1543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4D5A68"/>
                </a:solidFill>
                <a:latin typeface="Malgun Gothic"/>
                <a:ea typeface="Malgun Gothic"/>
                <a:cs typeface="Malgun Gothic"/>
              </a:defRPr>
            </a:defPPr>
            <a:lvl1pPr algn="ctr">
              <a:defRPr sz="1500" b="0">
                <a:solidFill>
                  <a:srgbClr val="4D5A68"/>
                </a:solidFill>
                <a:latin typeface="Malgun Gothic"/>
                <a:ea typeface="Malgun Gothic"/>
                <a:cs typeface="Malgun Gothic"/>
              </a:defRPr>
            </a:lvl1pPr>
            <a:lvl2pPr algn="ctr">
              <a:defRPr sz="1500" b="0">
                <a:solidFill>
                  <a:srgbClr val="4D5A68"/>
                </a:solidFill>
                <a:latin typeface="Malgun Gothic"/>
                <a:ea typeface="Malgun Gothic"/>
                <a:cs typeface="Malgun Gothic"/>
              </a:defRPr>
            </a:lvl2pPr>
            <a:lvl3pPr algn="ctr">
              <a:defRPr sz="1500" b="0">
                <a:solidFill>
                  <a:srgbClr val="4D5A68"/>
                </a:solidFill>
                <a:latin typeface="Malgun Gothic"/>
                <a:ea typeface="Malgun Gothic"/>
                <a:cs typeface="Malgun Gothic"/>
              </a:defRPr>
            </a:lvl3pPr>
            <a:lvl4pPr algn="ctr">
              <a:defRPr sz="1500" b="0">
                <a:solidFill>
                  <a:srgbClr val="4D5A68"/>
                </a:solidFill>
                <a:latin typeface="Malgun Gothic"/>
                <a:ea typeface="Malgun Gothic"/>
                <a:cs typeface="Malgun Gothic"/>
              </a:defRPr>
            </a:lvl4pPr>
            <a:lvl5pPr algn="ctr">
              <a:defRPr sz="1500" b="0">
                <a:solidFill>
                  <a:srgbClr val="4D5A68"/>
                </a:solidFill>
                <a:latin typeface="Malgun Gothic"/>
                <a:ea typeface="Malgun Gothic"/>
                <a:cs typeface="Malgun Gothic"/>
              </a:defRPr>
            </a:lvl5pPr>
            <a:lvl6pPr algn="ctr">
              <a:defRPr sz="1500" b="0">
                <a:solidFill>
                  <a:srgbClr val="4D5A68"/>
                </a:solidFill>
                <a:latin typeface="Malgun Gothic"/>
                <a:ea typeface="Malgun Gothic"/>
                <a:cs typeface="Malgun Gothic"/>
              </a:defRPr>
            </a:lvl6pPr>
            <a:lvl7pPr algn="ctr">
              <a:defRPr sz="1500" b="0">
                <a:solidFill>
                  <a:srgbClr val="4D5A68"/>
                </a:solidFill>
                <a:latin typeface="Malgun Gothic"/>
                <a:ea typeface="Malgun Gothic"/>
                <a:cs typeface="Malgun Gothic"/>
              </a:defRPr>
            </a:lvl7pPr>
            <a:lvl8pPr algn="ctr">
              <a:defRPr sz="1500" b="0">
                <a:solidFill>
                  <a:srgbClr val="4D5A68"/>
                </a:solidFill>
                <a:latin typeface="Malgun Gothic"/>
                <a:ea typeface="Malgun Gothic"/>
                <a:cs typeface="Malgun Gothic"/>
              </a:defRPr>
            </a:lvl8pPr>
            <a:lvl9pPr algn="ctr">
              <a:defRPr sz="1500" b="0">
                <a:solidFill>
                  <a:srgbClr val="4D5A68"/>
                </a:solidFill>
                <a:latin typeface="Malgun Gothic"/>
                <a:ea typeface="Malgun Gothic"/>
                <a:cs typeface="Malgun Gothic"/>
              </a:defRPr>
            </a:lvl9pPr>
          </a:lstStyle>
          <a:p xmlns:a="http://schemas.openxmlformats.org/drawingml/2006/main">
            <a:pPr algn="ctr">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Resize</a:t>
            </a:r>
          </a:p>
        </p:txBody>
      </p:sp>
      <p:sp>
        <p:nvSpPr>
          <p:cNvPr id="27" name="">
            <a:extLst xmlns:a="http://schemas.openxmlformats.org/drawingml/2006/main">
              <a:ext uri="{FF2B5EF4-FFF2-40B4-BE49-F238E27FC236}">
                <a16:creationId xmlns:a16="http://schemas.microsoft.com/office/drawing/2014/main" id="{6E6A5E0B-0B3E-4835-B3DB-4785DA89A78E}"/>
              </a:ext>
            </a:extLst>
          </p:cNvPr>
          <p:cNvSpPr>
            <a:spLocks xmlns:a="http://schemas.openxmlformats.org/drawingml/2006/main" noGrp="1"/>
          </p:cNvSpPr>
          <p:nvPr/>
        </p:nvSpPr>
        <p:spPr>
          <a:xfrm xmlns:a="http://schemas.openxmlformats.org/drawingml/2006/main">
            <a:off x="7877175" y="3181350"/>
            <a:ext cx="123825"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28" name="">
            <a:extLst xmlns:a="http://schemas.openxmlformats.org/drawingml/2006/main">
              <a:ext uri="{FF2B5EF4-FFF2-40B4-BE49-F238E27FC236}">
                <a16:creationId xmlns:a16="http://schemas.microsoft.com/office/drawing/2014/main" id="{F9C65F1F-6B24-4C2B-A0A6-81FC545899D8}"/>
              </a:ext>
            </a:extLst>
          </p:cNvPr>
          <p:cNvSpPr>
            <a:spLocks xmlns:a="http://schemas.openxmlformats.org/drawingml/2006/main" noGrp="1"/>
          </p:cNvSpPr>
          <p:nvPr/>
        </p:nvSpPr>
        <p:spPr>
          <a:xfrm xmlns:a="http://schemas.openxmlformats.org/drawingml/2006/main">
            <a:off x="7991475" y="3133725"/>
            <a:ext cx="66675" cy="95250"/>
          </a:xfrm>
          <a:prstGeom xmlns:a="http://schemas.openxmlformats.org/drawingml/2006/main" prst="rightArrow">
            <a:avLst/>
          </a:prstGeom>
          <a:solidFill xmlns:a="http://schemas.openxmlformats.org/drawingml/2006/main">
            <a:srgbClr val="805400"/>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25038EF-2DA4-42AB-A296-BF2F5F12F7EC}"/>
              </a:ext>
            </a:extLst>
          </p:cNvPr>
          <p:cNvSpPr>
            <a:spLocks xmlns:a="http://schemas.openxmlformats.org/drawingml/2006/main" noGrp="1"/>
          </p:cNvSpPr>
          <p:nvPr/>
        </p:nvSpPr>
        <p:spPr>
          <a:xfrm xmlns:a="http://schemas.openxmlformats.org/drawingml/2006/main">
            <a:off x="8077200" y="2457450"/>
            <a:ext cx="1638300" cy="1790700"/>
          </a:xfrm>
          <a:prstGeom xmlns:a="http://schemas.openxmlformats.org/drawingml/2006/main" prst="rect">
            <a:avLst/>
          </a:prstGeom>
          <a:solidFill xmlns:a="http://schemas.openxmlformats.org/drawingml/2006/main">
            <a:srgbClr val="F4F6F8"/>
          </a:solidFill>
          <a:ln xmlns:a="http://schemas.openxmlformats.org/drawingml/2006/main" w="19050">
            <a:solidFill>
              <a:srgbClr val="805400"/>
            </a:solidFill>
            <a:prstDash val="dash"/>
          </a:ln>
        </p:spPr>
      </p:sp>
      <p:sp>
        <p:nvSpPr>
          <p:cNvPr id="30" name="통계·특징">
            <a:extLst xmlns:a="http://schemas.openxmlformats.org/drawingml/2006/main">
              <a:ext uri="{FF2B5EF4-FFF2-40B4-BE49-F238E27FC236}">
                <a16:creationId xmlns:a16="http://schemas.microsoft.com/office/drawing/2014/main" id="{129E0138-E554-4DB7-8223-FC4EDDA380AB}"/>
              </a:ext>
            </a:extLst>
          </p:cNvPr>
          <p:cNvSpPr>
            <a:spLocks xmlns:a="http://schemas.openxmlformats.org/drawingml/2006/main" noGrp="1"/>
          </p:cNvSpPr>
          <p:nvPr/>
        </p:nvSpPr>
        <p:spPr>
          <a:xfrm xmlns:a="http://schemas.openxmlformats.org/drawingml/2006/main">
            <a:off x="8153400" y="3648075"/>
            <a:ext cx="148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1">
                <a:solidFill>
                  <a:srgbClr val="17212B"/>
                </a:solidFill>
                <a:latin typeface="Malgun Gothic"/>
                <a:ea typeface="Malgun Gothic"/>
                <a:cs typeface="Malgun Gothic"/>
              </a:defRPr>
            </a:defPPr>
            <a:lvl1pPr algn="ctr">
              <a:defRPr sz="1950" b="1">
                <a:solidFill>
                  <a:srgbClr val="17212B"/>
                </a:solidFill>
                <a:latin typeface="Malgun Gothic"/>
                <a:ea typeface="Malgun Gothic"/>
                <a:cs typeface="Malgun Gothic"/>
              </a:defRPr>
            </a:lvl1pPr>
            <a:lvl2pPr algn="ctr">
              <a:defRPr sz="1950" b="1">
                <a:solidFill>
                  <a:srgbClr val="17212B"/>
                </a:solidFill>
                <a:latin typeface="Malgun Gothic"/>
                <a:ea typeface="Malgun Gothic"/>
                <a:cs typeface="Malgun Gothic"/>
              </a:defRPr>
            </a:lvl2pPr>
            <a:lvl3pPr algn="ctr">
              <a:defRPr sz="1950" b="1">
                <a:solidFill>
                  <a:srgbClr val="17212B"/>
                </a:solidFill>
                <a:latin typeface="Malgun Gothic"/>
                <a:ea typeface="Malgun Gothic"/>
                <a:cs typeface="Malgun Gothic"/>
              </a:defRPr>
            </a:lvl3pPr>
            <a:lvl4pPr algn="ctr">
              <a:defRPr sz="1950" b="1">
                <a:solidFill>
                  <a:srgbClr val="17212B"/>
                </a:solidFill>
                <a:latin typeface="Malgun Gothic"/>
                <a:ea typeface="Malgun Gothic"/>
                <a:cs typeface="Malgun Gothic"/>
              </a:defRPr>
            </a:lvl4pPr>
            <a:lvl5pPr algn="ctr">
              <a:defRPr sz="1950" b="1">
                <a:solidFill>
                  <a:srgbClr val="17212B"/>
                </a:solidFill>
                <a:latin typeface="Malgun Gothic"/>
                <a:ea typeface="Malgun Gothic"/>
                <a:cs typeface="Malgun Gothic"/>
              </a:defRPr>
            </a:lvl5pPr>
            <a:lvl6pPr algn="ctr">
              <a:defRPr sz="1950" b="1">
                <a:solidFill>
                  <a:srgbClr val="17212B"/>
                </a:solidFill>
                <a:latin typeface="Malgun Gothic"/>
                <a:ea typeface="Malgun Gothic"/>
                <a:cs typeface="Malgun Gothic"/>
              </a:defRPr>
            </a:lvl6pPr>
            <a:lvl7pPr algn="ctr">
              <a:defRPr sz="1950" b="1">
                <a:solidFill>
                  <a:srgbClr val="17212B"/>
                </a:solidFill>
                <a:latin typeface="Malgun Gothic"/>
                <a:ea typeface="Malgun Gothic"/>
                <a:cs typeface="Malgun Gothic"/>
              </a:defRPr>
            </a:lvl7pPr>
            <a:lvl8pPr algn="ctr">
              <a:defRPr sz="1950" b="1">
                <a:solidFill>
                  <a:srgbClr val="17212B"/>
                </a:solidFill>
                <a:latin typeface="Malgun Gothic"/>
                <a:ea typeface="Malgun Gothic"/>
                <a:cs typeface="Malgun Gothic"/>
              </a:defRPr>
            </a:lvl8pPr>
            <a:lvl9pPr algn="ctr">
              <a:defRPr sz="1950" b="1">
                <a:solidFill>
                  <a:srgbClr val="17212B"/>
                </a:solidFill>
                <a:latin typeface="Malgun Gothic"/>
                <a:ea typeface="Malgun Gothic"/>
                <a:cs typeface="Malgun Gothic"/>
              </a:defRPr>
            </a:lvl9pPr>
          </a:lstStyle>
          <a:p xmlns:a="http://schemas.openxmlformats.org/drawingml/2006/main">
            <a:pPr algn="ctr">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통계·특징</a:t>
            </a:r>
          </a:p>
        </p:txBody>
      </p:sp>
      <p:sp>
        <p:nvSpPr>
          <p:cNvPr id="31" name="Statistics">
            <a:extLst xmlns:a="http://schemas.openxmlformats.org/drawingml/2006/main">
              <a:ext uri="{FF2B5EF4-FFF2-40B4-BE49-F238E27FC236}">
                <a16:creationId xmlns:a16="http://schemas.microsoft.com/office/drawing/2014/main" id="{0AE78B6C-D539-48BF-AB9D-1ED01F60F6E1}"/>
              </a:ext>
            </a:extLst>
          </p:cNvPr>
          <p:cNvSpPr>
            <a:spLocks xmlns:a="http://schemas.openxmlformats.org/drawingml/2006/main" noGrp="1"/>
          </p:cNvSpPr>
          <p:nvPr/>
        </p:nvSpPr>
        <p:spPr>
          <a:xfrm xmlns:a="http://schemas.openxmlformats.org/drawingml/2006/main">
            <a:off x="8124825" y="3990975"/>
            <a:ext cx="1543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4D5A68"/>
                </a:solidFill>
                <a:latin typeface="Malgun Gothic"/>
                <a:ea typeface="Malgun Gothic"/>
                <a:cs typeface="Malgun Gothic"/>
              </a:defRPr>
            </a:defPPr>
            <a:lvl1pPr algn="ctr">
              <a:defRPr sz="1500" b="0">
                <a:solidFill>
                  <a:srgbClr val="4D5A68"/>
                </a:solidFill>
                <a:latin typeface="Malgun Gothic"/>
                <a:ea typeface="Malgun Gothic"/>
                <a:cs typeface="Malgun Gothic"/>
              </a:defRPr>
            </a:lvl1pPr>
            <a:lvl2pPr algn="ctr">
              <a:defRPr sz="1500" b="0">
                <a:solidFill>
                  <a:srgbClr val="4D5A68"/>
                </a:solidFill>
                <a:latin typeface="Malgun Gothic"/>
                <a:ea typeface="Malgun Gothic"/>
                <a:cs typeface="Malgun Gothic"/>
              </a:defRPr>
            </a:lvl2pPr>
            <a:lvl3pPr algn="ctr">
              <a:defRPr sz="1500" b="0">
                <a:solidFill>
                  <a:srgbClr val="4D5A68"/>
                </a:solidFill>
                <a:latin typeface="Malgun Gothic"/>
                <a:ea typeface="Malgun Gothic"/>
                <a:cs typeface="Malgun Gothic"/>
              </a:defRPr>
            </a:lvl3pPr>
            <a:lvl4pPr algn="ctr">
              <a:defRPr sz="1500" b="0">
                <a:solidFill>
                  <a:srgbClr val="4D5A68"/>
                </a:solidFill>
                <a:latin typeface="Malgun Gothic"/>
                <a:ea typeface="Malgun Gothic"/>
                <a:cs typeface="Malgun Gothic"/>
              </a:defRPr>
            </a:lvl4pPr>
            <a:lvl5pPr algn="ctr">
              <a:defRPr sz="1500" b="0">
                <a:solidFill>
                  <a:srgbClr val="4D5A68"/>
                </a:solidFill>
                <a:latin typeface="Malgun Gothic"/>
                <a:ea typeface="Malgun Gothic"/>
                <a:cs typeface="Malgun Gothic"/>
              </a:defRPr>
            </a:lvl5pPr>
            <a:lvl6pPr algn="ctr">
              <a:defRPr sz="1500" b="0">
                <a:solidFill>
                  <a:srgbClr val="4D5A68"/>
                </a:solidFill>
                <a:latin typeface="Malgun Gothic"/>
                <a:ea typeface="Malgun Gothic"/>
                <a:cs typeface="Malgun Gothic"/>
              </a:defRPr>
            </a:lvl6pPr>
            <a:lvl7pPr algn="ctr">
              <a:defRPr sz="1500" b="0">
                <a:solidFill>
                  <a:srgbClr val="4D5A68"/>
                </a:solidFill>
                <a:latin typeface="Malgun Gothic"/>
                <a:ea typeface="Malgun Gothic"/>
                <a:cs typeface="Malgun Gothic"/>
              </a:defRPr>
            </a:lvl7pPr>
            <a:lvl8pPr algn="ctr">
              <a:defRPr sz="1500" b="0">
                <a:solidFill>
                  <a:srgbClr val="4D5A68"/>
                </a:solidFill>
                <a:latin typeface="Malgun Gothic"/>
                <a:ea typeface="Malgun Gothic"/>
                <a:cs typeface="Malgun Gothic"/>
              </a:defRPr>
            </a:lvl8pPr>
            <a:lvl9pPr algn="ctr">
              <a:defRPr sz="1500" b="0">
                <a:solidFill>
                  <a:srgbClr val="4D5A68"/>
                </a:solidFill>
                <a:latin typeface="Malgun Gothic"/>
                <a:ea typeface="Malgun Gothic"/>
                <a:cs typeface="Malgun Gothic"/>
              </a:defRPr>
            </a:lvl9pPr>
          </a:lstStyle>
          <a:p xmlns:a="http://schemas.openxmlformats.org/drawingml/2006/main">
            <a:pPr algn="ctr">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Statistics</a:t>
            </a:r>
          </a:p>
        </p:txBody>
      </p:sp>
      <p:sp>
        <p:nvSpPr>
          <p:cNvPr id="32" name="">
            <a:extLst xmlns:a="http://schemas.openxmlformats.org/drawingml/2006/main">
              <a:ext uri="{FF2B5EF4-FFF2-40B4-BE49-F238E27FC236}">
                <a16:creationId xmlns:a16="http://schemas.microsoft.com/office/drawing/2014/main" id="{7F143961-75D2-4E1F-A09B-5FECC5F5AC8D}"/>
              </a:ext>
            </a:extLst>
          </p:cNvPr>
          <p:cNvSpPr>
            <a:spLocks xmlns:a="http://schemas.openxmlformats.org/drawingml/2006/main" noGrp="1"/>
          </p:cNvSpPr>
          <p:nvPr/>
        </p:nvSpPr>
        <p:spPr>
          <a:xfrm xmlns:a="http://schemas.openxmlformats.org/drawingml/2006/main">
            <a:off x="9744075" y="3181350"/>
            <a:ext cx="123825"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33" name="">
            <a:extLst xmlns:a="http://schemas.openxmlformats.org/drawingml/2006/main">
              <a:ext uri="{FF2B5EF4-FFF2-40B4-BE49-F238E27FC236}">
                <a16:creationId xmlns:a16="http://schemas.microsoft.com/office/drawing/2014/main" id="{BEBE5D28-13CF-49BE-BAB5-2125552FEC85}"/>
              </a:ext>
            </a:extLst>
          </p:cNvPr>
          <p:cNvSpPr>
            <a:spLocks xmlns:a="http://schemas.openxmlformats.org/drawingml/2006/main" noGrp="1"/>
          </p:cNvSpPr>
          <p:nvPr/>
        </p:nvSpPr>
        <p:spPr>
          <a:xfrm xmlns:a="http://schemas.openxmlformats.org/drawingml/2006/main">
            <a:off x="9858375" y="3133725"/>
            <a:ext cx="66675" cy="95250"/>
          </a:xfrm>
          <a:prstGeom xmlns:a="http://schemas.openxmlformats.org/drawingml/2006/main" prst="rightArrow">
            <a:avLst/>
          </a:prstGeom>
          <a:solidFill xmlns:a="http://schemas.openxmlformats.org/drawingml/2006/main">
            <a:srgbClr val="805400"/>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FBD92BCE-9B37-484C-8933-7B648984EBC3}"/>
              </a:ext>
            </a:extLst>
          </p:cNvPr>
          <p:cNvSpPr>
            <a:spLocks xmlns:a="http://schemas.openxmlformats.org/drawingml/2006/main" noGrp="1"/>
          </p:cNvSpPr>
          <p:nvPr/>
        </p:nvSpPr>
        <p:spPr>
          <a:xfrm xmlns:a="http://schemas.openxmlformats.org/drawingml/2006/main">
            <a:off x="9944100" y="2457450"/>
            <a:ext cx="1638300" cy="1790700"/>
          </a:xfrm>
          <a:prstGeom xmlns:a="http://schemas.openxmlformats.org/drawingml/2006/main" prst="rect">
            <a:avLst/>
          </a:prstGeom>
          <a:solidFill xmlns:a="http://schemas.openxmlformats.org/drawingml/2006/main">
            <a:srgbClr val="F4F6F8"/>
          </a:solidFill>
          <a:ln xmlns:a="http://schemas.openxmlformats.org/drawingml/2006/main" w="19050">
            <a:solidFill>
              <a:srgbClr val="805400"/>
            </a:solidFill>
            <a:prstDash val="dash"/>
          </a:ln>
        </p:spPr>
      </p:sp>
      <p:sp>
        <p:nvSpPr>
          <p:cNvPr id="35" name="양불 판정">
            <a:extLst xmlns:a="http://schemas.openxmlformats.org/drawingml/2006/main">
              <a:ext uri="{FF2B5EF4-FFF2-40B4-BE49-F238E27FC236}">
                <a16:creationId xmlns:a16="http://schemas.microsoft.com/office/drawing/2014/main" id="{DB09ED63-6C9E-4AAD-A8B3-C85C7588C88C}"/>
              </a:ext>
            </a:extLst>
          </p:cNvPr>
          <p:cNvSpPr>
            <a:spLocks xmlns:a="http://schemas.openxmlformats.org/drawingml/2006/main" noGrp="1"/>
          </p:cNvSpPr>
          <p:nvPr/>
        </p:nvSpPr>
        <p:spPr>
          <a:xfrm xmlns:a="http://schemas.openxmlformats.org/drawingml/2006/main">
            <a:off x="10020300" y="3648075"/>
            <a:ext cx="148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1">
                <a:solidFill>
                  <a:srgbClr val="17212B"/>
                </a:solidFill>
                <a:latin typeface="Malgun Gothic"/>
                <a:ea typeface="Malgun Gothic"/>
                <a:cs typeface="Malgun Gothic"/>
              </a:defRPr>
            </a:defPPr>
            <a:lvl1pPr algn="ctr">
              <a:defRPr sz="1950" b="1">
                <a:solidFill>
                  <a:srgbClr val="17212B"/>
                </a:solidFill>
                <a:latin typeface="Malgun Gothic"/>
                <a:ea typeface="Malgun Gothic"/>
                <a:cs typeface="Malgun Gothic"/>
              </a:defRPr>
            </a:lvl1pPr>
            <a:lvl2pPr algn="ctr">
              <a:defRPr sz="1950" b="1">
                <a:solidFill>
                  <a:srgbClr val="17212B"/>
                </a:solidFill>
                <a:latin typeface="Malgun Gothic"/>
                <a:ea typeface="Malgun Gothic"/>
                <a:cs typeface="Malgun Gothic"/>
              </a:defRPr>
            </a:lvl2pPr>
            <a:lvl3pPr algn="ctr">
              <a:defRPr sz="1950" b="1">
                <a:solidFill>
                  <a:srgbClr val="17212B"/>
                </a:solidFill>
                <a:latin typeface="Malgun Gothic"/>
                <a:ea typeface="Malgun Gothic"/>
                <a:cs typeface="Malgun Gothic"/>
              </a:defRPr>
            </a:lvl3pPr>
            <a:lvl4pPr algn="ctr">
              <a:defRPr sz="1950" b="1">
                <a:solidFill>
                  <a:srgbClr val="17212B"/>
                </a:solidFill>
                <a:latin typeface="Malgun Gothic"/>
                <a:ea typeface="Malgun Gothic"/>
                <a:cs typeface="Malgun Gothic"/>
              </a:defRPr>
            </a:lvl4pPr>
            <a:lvl5pPr algn="ctr">
              <a:defRPr sz="1950" b="1">
                <a:solidFill>
                  <a:srgbClr val="17212B"/>
                </a:solidFill>
                <a:latin typeface="Malgun Gothic"/>
                <a:ea typeface="Malgun Gothic"/>
                <a:cs typeface="Malgun Gothic"/>
              </a:defRPr>
            </a:lvl5pPr>
            <a:lvl6pPr algn="ctr">
              <a:defRPr sz="1950" b="1">
                <a:solidFill>
                  <a:srgbClr val="17212B"/>
                </a:solidFill>
                <a:latin typeface="Malgun Gothic"/>
                <a:ea typeface="Malgun Gothic"/>
                <a:cs typeface="Malgun Gothic"/>
              </a:defRPr>
            </a:lvl6pPr>
            <a:lvl7pPr algn="ctr">
              <a:defRPr sz="1950" b="1">
                <a:solidFill>
                  <a:srgbClr val="17212B"/>
                </a:solidFill>
                <a:latin typeface="Malgun Gothic"/>
                <a:ea typeface="Malgun Gothic"/>
                <a:cs typeface="Malgun Gothic"/>
              </a:defRPr>
            </a:lvl7pPr>
            <a:lvl8pPr algn="ctr">
              <a:defRPr sz="1950" b="1">
                <a:solidFill>
                  <a:srgbClr val="17212B"/>
                </a:solidFill>
                <a:latin typeface="Malgun Gothic"/>
                <a:ea typeface="Malgun Gothic"/>
                <a:cs typeface="Malgun Gothic"/>
              </a:defRPr>
            </a:lvl8pPr>
            <a:lvl9pPr algn="ctr">
              <a:defRPr sz="1950" b="1">
                <a:solidFill>
                  <a:srgbClr val="17212B"/>
                </a:solidFill>
                <a:latin typeface="Malgun Gothic"/>
                <a:ea typeface="Malgun Gothic"/>
                <a:cs typeface="Malgun Gothic"/>
              </a:defRPr>
            </a:lvl9pPr>
          </a:lstStyle>
          <a:p xmlns:a="http://schemas.openxmlformats.org/drawingml/2006/main">
            <a:pPr algn="ctr">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양불 판정</a:t>
            </a:r>
          </a:p>
        </p:txBody>
      </p:sp>
      <p:sp>
        <p:nvSpPr>
          <p:cNvPr id="36" name="기준 미정">
            <a:extLst xmlns:a="http://schemas.openxmlformats.org/drawingml/2006/main">
              <a:ext uri="{FF2B5EF4-FFF2-40B4-BE49-F238E27FC236}">
                <a16:creationId xmlns:a16="http://schemas.microsoft.com/office/drawing/2014/main" id="{6A38F493-6748-41EF-8D07-17532E7A538F}"/>
              </a:ext>
            </a:extLst>
          </p:cNvPr>
          <p:cNvSpPr>
            <a:spLocks xmlns:a="http://schemas.openxmlformats.org/drawingml/2006/main" noGrp="1"/>
          </p:cNvSpPr>
          <p:nvPr/>
        </p:nvSpPr>
        <p:spPr>
          <a:xfrm xmlns:a="http://schemas.openxmlformats.org/drawingml/2006/main">
            <a:off x="9991725" y="3990975"/>
            <a:ext cx="1543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4D5A68"/>
                </a:solidFill>
                <a:latin typeface="Malgun Gothic"/>
                <a:ea typeface="Malgun Gothic"/>
                <a:cs typeface="Malgun Gothic"/>
              </a:defRPr>
            </a:defPPr>
            <a:lvl1pPr algn="ctr">
              <a:defRPr sz="1500" b="0">
                <a:solidFill>
                  <a:srgbClr val="4D5A68"/>
                </a:solidFill>
                <a:latin typeface="Malgun Gothic"/>
                <a:ea typeface="Malgun Gothic"/>
                <a:cs typeface="Malgun Gothic"/>
              </a:defRPr>
            </a:lvl1pPr>
            <a:lvl2pPr algn="ctr">
              <a:defRPr sz="1500" b="0">
                <a:solidFill>
                  <a:srgbClr val="4D5A68"/>
                </a:solidFill>
                <a:latin typeface="Malgun Gothic"/>
                <a:ea typeface="Malgun Gothic"/>
                <a:cs typeface="Malgun Gothic"/>
              </a:defRPr>
            </a:lvl2pPr>
            <a:lvl3pPr algn="ctr">
              <a:defRPr sz="1500" b="0">
                <a:solidFill>
                  <a:srgbClr val="4D5A68"/>
                </a:solidFill>
                <a:latin typeface="Malgun Gothic"/>
                <a:ea typeface="Malgun Gothic"/>
                <a:cs typeface="Malgun Gothic"/>
              </a:defRPr>
            </a:lvl3pPr>
            <a:lvl4pPr algn="ctr">
              <a:defRPr sz="1500" b="0">
                <a:solidFill>
                  <a:srgbClr val="4D5A68"/>
                </a:solidFill>
                <a:latin typeface="Malgun Gothic"/>
                <a:ea typeface="Malgun Gothic"/>
                <a:cs typeface="Malgun Gothic"/>
              </a:defRPr>
            </a:lvl4pPr>
            <a:lvl5pPr algn="ctr">
              <a:defRPr sz="1500" b="0">
                <a:solidFill>
                  <a:srgbClr val="4D5A68"/>
                </a:solidFill>
                <a:latin typeface="Malgun Gothic"/>
                <a:ea typeface="Malgun Gothic"/>
                <a:cs typeface="Malgun Gothic"/>
              </a:defRPr>
            </a:lvl5pPr>
            <a:lvl6pPr algn="ctr">
              <a:defRPr sz="1500" b="0">
                <a:solidFill>
                  <a:srgbClr val="4D5A68"/>
                </a:solidFill>
                <a:latin typeface="Malgun Gothic"/>
                <a:ea typeface="Malgun Gothic"/>
                <a:cs typeface="Malgun Gothic"/>
              </a:defRPr>
            </a:lvl6pPr>
            <a:lvl7pPr algn="ctr">
              <a:defRPr sz="1500" b="0">
                <a:solidFill>
                  <a:srgbClr val="4D5A68"/>
                </a:solidFill>
                <a:latin typeface="Malgun Gothic"/>
                <a:ea typeface="Malgun Gothic"/>
                <a:cs typeface="Malgun Gothic"/>
              </a:defRPr>
            </a:lvl7pPr>
            <a:lvl8pPr algn="ctr">
              <a:defRPr sz="1500" b="0">
                <a:solidFill>
                  <a:srgbClr val="4D5A68"/>
                </a:solidFill>
                <a:latin typeface="Malgun Gothic"/>
                <a:ea typeface="Malgun Gothic"/>
                <a:cs typeface="Malgun Gothic"/>
              </a:defRPr>
            </a:lvl8pPr>
            <a:lvl9pPr algn="ctr">
              <a:defRPr sz="1500" b="0">
                <a:solidFill>
                  <a:srgbClr val="4D5A68"/>
                </a:solidFill>
                <a:latin typeface="Malgun Gothic"/>
                <a:ea typeface="Malgun Gothic"/>
                <a:cs typeface="Malgun Gothic"/>
              </a:defRPr>
            </a:lvl9pPr>
          </a:lstStyle>
          <a:p xmlns:a="http://schemas.openxmlformats.org/drawingml/2006/main">
            <a:pPr algn="ctr">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기준 미정</a:t>
            </a:r>
          </a:p>
        </p:txBody>
      </p:sp>
      <p:sp>
        <p:nvSpPr>
          <p:cNvPr id="37" name="">
            <a:extLst xmlns:a="http://schemas.openxmlformats.org/drawingml/2006/main">
              <a:ext uri="{FF2B5EF4-FFF2-40B4-BE49-F238E27FC236}">
                <a16:creationId xmlns:a16="http://schemas.microsoft.com/office/drawing/2014/main" id="{4C528D12-A217-4491-BA7F-1F827FFA430E}"/>
              </a:ext>
            </a:extLst>
          </p:cNvPr>
          <p:cNvSpPr>
            <a:spLocks xmlns:a="http://schemas.openxmlformats.org/drawingml/2006/main" noGrp="1"/>
          </p:cNvSpPr>
          <p:nvPr/>
        </p:nvSpPr>
        <p:spPr>
          <a:xfrm xmlns:a="http://schemas.openxmlformats.org/drawingml/2006/main">
            <a:off x="838200" y="2705100"/>
            <a:ext cx="1181100" cy="819150"/>
          </a:xfrm>
          <a:prstGeom xmlns:a="http://schemas.openxmlformats.org/drawingml/2006/main" prst="rect">
            <a:avLst/>
          </a:prstGeom>
          <a:solidFill xmlns:a="http://schemas.openxmlformats.org/drawingml/2006/main">
            <a:srgbClr val="E2E7EB"/>
          </a:solidFill>
          <a:ln xmlns:a="http://schemas.openxmlformats.org/drawingml/2006/main" w="14288">
            <a:solidFill>
              <a:srgbClr val="4D5A68"/>
            </a:solidFill>
            <a:prstDash val="solid"/>
          </a:ln>
        </p:spPr>
      </p:sp>
      <p:sp>
        <p:nvSpPr>
          <p:cNvPr id="38" name="">
            <a:extLst xmlns:a="http://schemas.openxmlformats.org/drawingml/2006/main">
              <a:ext uri="{FF2B5EF4-FFF2-40B4-BE49-F238E27FC236}">
                <a16:creationId xmlns:a16="http://schemas.microsoft.com/office/drawing/2014/main" id="{D44FA047-2B09-4843-9F32-79175D9D03DA}"/>
              </a:ext>
            </a:extLst>
          </p:cNvPr>
          <p:cNvSpPr>
            <a:spLocks xmlns:a="http://schemas.openxmlformats.org/drawingml/2006/main" noGrp="1"/>
          </p:cNvSpPr>
          <p:nvPr/>
        </p:nvSpPr>
        <p:spPr>
          <a:xfrm xmlns:a="http://schemas.openxmlformats.org/drawingml/2006/main">
            <a:off x="971550" y="2819400"/>
            <a:ext cx="142875" cy="142875"/>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DFBFEF2E-1B13-4DE7-B154-F906CD5FABAE}"/>
              </a:ext>
            </a:extLst>
          </p:cNvPr>
          <p:cNvSpPr>
            <a:spLocks xmlns:a="http://schemas.openxmlformats.org/drawingml/2006/main" noGrp="1"/>
          </p:cNvSpPr>
          <p:nvPr/>
        </p:nvSpPr>
        <p:spPr>
          <a:xfrm xmlns:a="http://schemas.openxmlformats.org/drawingml/2006/main">
            <a:off x="1685925" y="2819400"/>
            <a:ext cx="142875" cy="142875"/>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8E5F0822-A329-4EED-96BA-37FFC68AC07F}"/>
              </a:ext>
            </a:extLst>
          </p:cNvPr>
          <p:cNvSpPr>
            <a:spLocks xmlns:a="http://schemas.openxmlformats.org/drawingml/2006/main" noGrp="1"/>
          </p:cNvSpPr>
          <p:nvPr/>
        </p:nvSpPr>
        <p:spPr>
          <a:xfrm xmlns:a="http://schemas.openxmlformats.org/drawingml/2006/main">
            <a:off x="971550" y="3257550"/>
            <a:ext cx="142875" cy="142875"/>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65D50DC3-8898-4CF3-83AD-B2E1364DA7CE}"/>
              </a:ext>
            </a:extLst>
          </p:cNvPr>
          <p:cNvSpPr>
            <a:spLocks xmlns:a="http://schemas.openxmlformats.org/drawingml/2006/main" noGrp="1"/>
          </p:cNvSpPr>
          <p:nvPr/>
        </p:nvSpPr>
        <p:spPr>
          <a:xfrm xmlns:a="http://schemas.openxmlformats.org/drawingml/2006/main">
            <a:off x="1685925" y="3257550"/>
            <a:ext cx="142875" cy="142875"/>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74A867D-646A-4814-BEB7-245B1E3A28B6}"/>
              </a:ext>
            </a:extLst>
          </p:cNvPr>
          <p:cNvSpPr>
            <a:spLocks xmlns:a="http://schemas.openxmlformats.org/drawingml/2006/main" noGrp="1"/>
          </p:cNvSpPr>
          <p:nvPr/>
        </p:nvSpPr>
        <p:spPr>
          <a:xfrm xmlns:a="http://schemas.openxmlformats.org/drawingml/2006/main">
            <a:off x="1390650" y="2752725"/>
            <a:ext cx="533400" cy="628650"/>
          </a:xfrm>
          <a:prstGeom xmlns:a="http://schemas.openxmlformats.org/drawingml/2006/main" prst="rect">
            <a:avLst/>
          </a:prstGeom>
          <a:noFill xmlns:a="http://schemas.openxmlformats.org/drawingml/2006/main"/>
          <a:ln xmlns:a="http://schemas.openxmlformats.org/drawingml/2006/main" w="28575">
            <a:solidFill>
              <a:srgbClr val="0B6172"/>
            </a:solidFill>
            <a:prstDash val="solid"/>
          </a:ln>
        </p:spPr>
      </p:sp>
      <p:sp>
        <p:nvSpPr>
          <p:cNvPr id="43" name="">
            <a:extLst xmlns:a="http://schemas.openxmlformats.org/drawingml/2006/main">
              <a:ext uri="{FF2B5EF4-FFF2-40B4-BE49-F238E27FC236}">
                <a16:creationId xmlns:a16="http://schemas.microsoft.com/office/drawing/2014/main" id="{23ACE6BD-C911-4FB0-B2E5-4A9F0698A369}"/>
              </a:ext>
            </a:extLst>
          </p:cNvPr>
          <p:cNvSpPr>
            <a:spLocks xmlns:a="http://schemas.openxmlformats.org/drawingml/2006/main" noGrp="1"/>
          </p:cNvSpPr>
          <p:nvPr/>
        </p:nvSpPr>
        <p:spPr>
          <a:xfrm xmlns:a="http://schemas.openxmlformats.org/drawingml/2006/main">
            <a:off x="2743200" y="2676525"/>
            <a:ext cx="1104900" cy="857250"/>
          </a:xfrm>
          <a:prstGeom xmlns:a="http://schemas.openxmlformats.org/drawingml/2006/main" prst="rect">
            <a:avLst/>
          </a:prstGeom>
          <a:solidFill xmlns:a="http://schemas.openxmlformats.org/drawingml/2006/main">
            <a:srgbClr val="E2E7EB"/>
          </a:solidFill>
          <a:ln xmlns:a="http://schemas.openxmlformats.org/drawingml/2006/main" w="19050">
            <a:solidFill>
              <a:srgbClr val="0B6172"/>
            </a:solidFill>
            <a:prstDash val="solid"/>
          </a:ln>
        </p:spPr>
      </p:sp>
      <p:sp>
        <p:nvSpPr>
          <p:cNvPr id="44" name="">
            <a:extLst xmlns:a="http://schemas.openxmlformats.org/drawingml/2006/main">
              <a:ext uri="{FF2B5EF4-FFF2-40B4-BE49-F238E27FC236}">
                <a16:creationId xmlns:a16="http://schemas.microsoft.com/office/drawing/2014/main" id="{1D42E3DA-7C5F-454B-B3F1-8FAA4652F606}"/>
              </a:ext>
            </a:extLst>
          </p:cNvPr>
          <p:cNvSpPr>
            <a:spLocks xmlns:a="http://schemas.openxmlformats.org/drawingml/2006/main" noGrp="1"/>
          </p:cNvSpPr>
          <p:nvPr/>
        </p:nvSpPr>
        <p:spPr>
          <a:xfrm xmlns:a="http://schemas.openxmlformats.org/drawingml/2006/main">
            <a:off x="3267075" y="2828925"/>
            <a:ext cx="257175" cy="257175"/>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F6948C9F-16B4-462B-A151-856B91FE5E07}"/>
              </a:ext>
            </a:extLst>
          </p:cNvPr>
          <p:cNvSpPr>
            <a:spLocks xmlns:a="http://schemas.openxmlformats.org/drawingml/2006/main" noGrp="1"/>
          </p:cNvSpPr>
          <p:nvPr/>
        </p:nvSpPr>
        <p:spPr>
          <a:xfrm xmlns:a="http://schemas.openxmlformats.org/drawingml/2006/main">
            <a:off x="3267075" y="3219450"/>
            <a:ext cx="257175" cy="257175"/>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73C69385-78D4-4CBF-9C80-26A6B67E9CCF}"/>
              </a:ext>
            </a:extLst>
          </p:cNvPr>
          <p:cNvSpPr>
            <a:spLocks xmlns:a="http://schemas.openxmlformats.org/drawingml/2006/main" noGrp="1"/>
          </p:cNvSpPr>
          <p:nvPr/>
        </p:nvSpPr>
        <p:spPr>
          <a:xfrm xmlns:a="http://schemas.openxmlformats.org/drawingml/2006/main">
            <a:off x="4619625" y="2762250"/>
            <a:ext cx="238125" cy="714375"/>
          </a:xfrm>
          <a:prstGeom xmlns:a="http://schemas.openxmlformats.org/drawingml/2006/main" prst="rect">
            <a:avLst/>
          </a:prstGeom>
          <a:solidFill xmlns:a="http://schemas.openxmlformats.org/drawingml/2006/main">
            <a:srgbClr val="3F4B56"/>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09351FC6-CA78-44A2-8157-4A96D22705C6}"/>
              </a:ext>
            </a:extLst>
          </p:cNvPr>
          <p:cNvSpPr>
            <a:spLocks xmlns:a="http://schemas.openxmlformats.org/drawingml/2006/main" noGrp="1"/>
          </p:cNvSpPr>
          <p:nvPr/>
        </p:nvSpPr>
        <p:spPr>
          <a:xfrm xmlns:a="http://schemas.openxmlformats.org/drawingml/2006/main">
            <a:off x="4886325" y="2762250"/>
            <a:ext cx="238125" cy="714375"/>
          </a:xfrm>
          <a:prstGeom xmlns:a="http://schemas.openxmlformats.org/drawingml/2006/main" prst="rect">
            <a:avLst/>
          </a:prstGeom>
          <a:solidFill xmlns:a="http://schemas.openxmlformats.org/drawingml/2006/main">
            <a:srgbClr val="66727D"/>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46452915-4CDE-4612-8A15-1DE0BCF6A167}"/>
              </a:ext>
            </a:extLst>
          </p:cNvPr>
          <p:cNvSpPr>
            <a:spLocks xmlns:a="http://schemas.openxmlformats.org/drawingml/2006/main" noGrp="1"/>
          </p:cNvSpPr>
          <p:nvPr/>
        </p:nvSpPr>
        <p:spPr>
          <a:xfrm xmlns:a="http://schemas.openxmlformats.org/drawingml/2006/main">
            <a:off x="5153025" y="2762250"/>
            <a:ext cx="238125" cy="714375"/>
          </a:xfrm>
          <a:prstGeom xmlns:a="http://schemas.openxmlformats.org/drawingml/2006/main" prst="rect">
            <a:avLst/>
          </a:prstGeom>
          <a:solidFill xmlns:a="http://schemas.openxmlformats.org/drawingml/2006/main">
            <a:srgbClr val="9DA7B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964D7875-8125-4C60-BA52-28EDCACE54EA}"/>
              </a:ext>
            </a:extLst>
          </p:cNvPr>
          <p:cNvSpPr>
            <a:spLocks xmlns:a="http://schemas.openxmlformats.org/drawingml/2006/main" noGrp="1"/>
          </p:cNvSpPr>
          <p:nvPr/>
        </p:nvSpPr>
        <p:spPr>
          <a:xfrm xmlns:a="http://schemas.openxmlformats.org/drawingml/2006/main">
            <a:off x="5419725" y="2762250"/>
            <a:ext cx="238125" cy="714375"/>
          </a:xfrm>
          <a:prstGeom xmlns:a="http://schemas.openxmlformats.org/drawingml/2006/main" prst="rect">
            <a:avLst/>
          </a:prstGeom>
          <a:solidFill xmlns:a="http://schemas.openxmlformats.org/drawingml/2006/main">
            <a:srgbClr val="D5DCE2"/>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2A4CEC67-9326-4447-83DB-73B8090AC6D9}"/>
              </a:ext>
            </a:extLst>
          </p:cNvPr>
          <p:cNvSpPr>
            <a:spLocks xmlns:a="http://schemas.openxmlformats.org/drawingml/2006/main" noGrp="1"/>
          </p:cNvSpPr>
          <p:nvPr/>
        </p:nvSpPr>
        <p:spPr>
          <a:xfrm xmlns:a="http://schemas.openxmlformats.org/drawingml/2006/main">
            <a:off x="6467475" y="2838450"/>
            <a:ext cx="428625" cy="428625"/>
          </a:xfrm>
          <a:prstGeom xmlns:a="http://schemas.openxmlformats.org/drawingml/2006/main" prst="rect">
            <a:avLst/>
          </a:prstGeom>
          <a:noFill xmlns:a="http://schemas.openxmlformats.org/drawingml/2006/main"/>
          <a:ln xmlns:a="http://schemas.openxmlformats.org/drawingml/2006/main" w="19050">
            <a:solidFill>
              <a:srgbClr val="4D5A68"/>
            </a:solidFill>
            <a:prstDash val="solid"/>
          </a:ln>
        </p:spPr>
      </p:sp>
      <p:sp>
        <p:nvSpPr>
          <p:cNvPr id="51" name="">
            <a:extLst xmlns:a="http://schemas.openxmlformats.org/drawingml/2006/main">
              <a:ext uri="{FF2B5EF4-FFF2-40B4-BE49-F238E27FC236}">
                <a16:creationId xmlns:a16="http://schemas.microsoft.com/office/drawing/2014/main" id="{57A4251C-9555-46D3-BA62-20B315FF6109}"/>
              </a:ext>
            </a:extLst>
          </p:cNvPr>
          <p:cNvSpPr>
            <a:spLocks xmlns:a="http://schemas.openxmlformats.org/drawingml/2006/main" noGrp="1"/>
          </p:cNvSpPr>
          <p:nvPr/>
        </p:nvSpPr>
        <p:spPr>
          <a:xfrm xmlns:a="http://schemas.openxmlformats.org/drawingml/2006/main">
            <a:off x="6981825" y="3009900"/>
            <a:ext cx="171450" cy="114300"/>
          </a:xfrm>
          <a:prstGeom xmlns:a="http://schemas.openxmlformats.org/drawingml/2006/main" prst="rightArrow">
            <a:avLst/>
          </a:prstGeom>
          <a:solidFill xmlns:a="http://schemas.openxmlformats.org/drawingml/2006/main">
            <a:srgbClr val="4D5A6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1DA4B7A6-B8D5-4487-BF1A-704BB4B6FE4B}"/>
              </a:ext>
            </a:extLst>
          </p:cNvPr>
          <p:cNvSpPr>
            <a:spLocks xmlns:a="http://schemas.openxmlformats.org/drawingml/2006/main" noGrp="1"/>
          </p:cNvSpPr>
          <p:nvPr/>
        </p:nvSpPr>
        <p:spPr>
          <a:xfrm xmlns:a="http://schemas.openxmlformats.org/drawingml/2006/main">
            <a:off x="7239000" y="2657475"/>
            <a:ext cx="400050" cy="771525"/>
          </a:xfrm>
          <a:prstGeom xmlns:a="http://schemas.openxmlformats.org/drawingml/2006/main" prst="rect">
            <a:avLst/>
          </a:prstGeom>
          <a:noFill xmlns:a="http://schemas.openxmlformats.org/drawingml/2006/main"/>
          <a:ln xmlns:a="http://schemas.openxmlformats.org/drawingml/2006/main" w="19050">
            <a:solidFill>
              <a:srgbClr val="4D5A68"/>
            </a:solidFill>
            <a:prstDash val="solid"/>
          </a:ln>
        </p:spPr>
      </p:sp>
      <p:sp>
        <p:nvSpPr>
          <p:cNvPr id="53" name="">
            <a:extLst xmlns:a="http://schemas.openxmlformats.org/drawingml/2006/main">
              <a:ext uri="{FF2B5EF4-FFF2-40B4-BE49-F238E27FC236}">
                <a16:creationId xmlns:a16="http://schemas.microsoft.com/office/drawing/2014/main" id="{8F317238-1F8C-4264-AADA-994455FA9DC2}"/>
              </a:ext>
            </a:extLst>
          </p:cNvPr>
          <p:cNvSpPr>
            <a:spLocks xmlns:a="http://schemas.openxmlformats.org/drawingml/2006/main" noGrp="1"/>
          </p:cNvSpPr>
          <p:nvPr/>
        </p:nvSpPr>
        <p:spPr>
          <a:xfrm xmlns:a="http://schemas.openxmlformats.org/drawingml/2006/main">
            <a:off x="8334375" y="3248025"/>
            <a:ext cx="142875" cy="238125"/>
          </a:xfrm>
          <a:prstGeom xmlns:a="http://schemas.openxmlformats.org/drawingml/2006/main" prst="rect">
            <a:avLst/>
          </a:prstGeom>
          <a:solidFill xmlns:a="http://schemas.openxmlformats.org/drawingml/2006/main">
            <a:srgbClr val="82929E"/>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7AEE6D89-6C0D-40DE-BA45-81851C555F20}"/>
              </a:ext>
            </a:extLst>
          </p:cNvPr>
          <p:cNvSpPr>
            <a:spLocks xmlns:a="http://schemas.openxmlformats.org/drawingml/2006/main" noGrp="1"/>
          </p:cNvSpPr>
          <p:nvPr/>
        </p:nvSpPr>
        <p:spPr>
          <a:xfrm xmlns:a="http://schemas.openxmlformats.org/drawingml/2006/main">
            <a:off x="8562975" y="2981325"/>
            <a:ext cx="142875" cy="504825"/>
          </a:xfrm>
          <a:prstGeom xmlns:a="http://schemas.openxmlformats.org/drawingml/2006/main" prst="rect">
            <a:avLst/>
          </a:prstGeom>
          <a:solidFill xmlns:a="http://schemas.openxmlformats.org/drawingml/2006/main">
            <a:srgbClr val="82929E"/>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E34576E2-812A-4480-B5EE-2187FD964962}"/>
              </a:ext>
            </a:extLst>
          </p:cNvPr>
          <p:cNvSpPr>
            <a:spLocks xmlns:a="http://schemas.openxmlformats.org/drawingml/2006/main" noGrp="1"/>
          </p:cNvSpPr>
          <p:nvPr/>
        </p:nvSpPr>
        <p:spPr>
          <a:xfrm xmlns:a="http://schemas.openxmlformats.org/drawingml/2006/main">
            <a:off x="8791575" y="2752725"/>
            <a:ext cx="142875" cy="733425"/>
          </a:xfrm>
          <a:prstGeom xmlns:a="http://schemas.openxmlformats.org/drawingml/2006/main" prst="rect">
            <a:avLst/>
          </a:prstGeom>
          <a:solidFill xmlns:a="http://schemas.openxmlformats.org/drawingml/2006/main">
            <a:srgbClr val="82929E"/>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DD3B96B5-5213-423C-8CA0-A184B5EC89DA}"/>
              </a:ext>
            </a:extLst>
          </p:cNvPr>
          <p:cNvSpPr>
            <a:spLocks xmlns:a="http://schemas.openxmlformats.org/drawingml/2006/main" noGrp="1"/>
          </p:cNvSpPr>
          <p:nvPr/>
        </p:nvSpPr>
        <p:spPr>
          <a:xfrm xmlns:a="http://schemas.openxmlformats.org/drawingml/2006/main">
            <a:off x="9020175" y="3057525"/>
            <a:ext cx="142875" cy="428625"/>
          </a:xfrm>
          <a:prstGeom xmlns:a="http://schemas.openxmlformats.org/drawingml/2006/main" prst="rect">
            <a:avLst/>
          </a:prstGeom>
          <a:solidFill xmlns:a="http://schemas.openxmlformats.org/drawingml/2006/main">
            <a:srgbClr val="82929E"/>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A0293085-D824-430B-BE8F-3DC12D31475F}"/>
              </a:ext>
            </a:extLst>
          </p:cNvPr>
          <p:cNvSpPr>
            <a:spLocks xmlns:a="http://schemas.openxmlformats.org/drawingml/2006/main" noGrp="1"/>
          </p:cNvSpPr>
          <p:nvPr/>
        </p:nvSpPr>
        <p:spPr>
          <a:xfrm xmlns:a="http://schemas.openxmlformats.org/drawingml/2006/main">
            <a:off x="9248775" y="3295650"/>
            <a:ext cx="142875" cy="190500"/>
          </a:xfrm>
          <a:prstGeom xmlns:a="http://schemas.openxmlformats.org/drawingml/2006/main" prst="rect">
            <a:avLst/>
          </a:prstGeom>
          <a:solidFill xmlns:a="http://schemas.openxmlformats.org/drawingml/2006/main">
            <a:srgbClr val="82929E"/>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1A7F9638-97B8-47E7-8C71-59E62A65DE75}"/>
              </a:ext>
            </a:extLst>
          </p:cNvPr>
          <p:cNvSpPr>
            <a:spLocks xmlns:a="http://schemas.openxmlformats.org/drawingml/2006/main" noGrp="1"/>
          </p:cNvSpPr>
          <p:nvPr/>
        </p:nvSpPr>
        <p:spPr>
          <a:xfrm xmlns:a="http://schemas.openxmlformats.org/drawingml/2006/main">
            <a:off x="10258425" y="2609850"/>
            <a:ext cx="1009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625" b="1">
                <a:solidFill>
                  <a:srgbClr val="805400"/>
                </a:solidFill>
                <a:latin typeface="Malgun Gothic"/>
                <a:ea typeface="Malgun Gothic"/>
                <a:cs typeface="Malgun Gothic"/>
              </a:defRPr>
            </a:defPPr>
            <a:lvl1pPr algn="ctr">
              <a:defRPr sz="5625" b="1">
                <a:solidFill>
                  <a:srgbClr val="805400"/>
                </a:solidFill>
                <a:latin typeface="Malgun Gothic"/>
                <a:ea typeface="Malgun Gothic"/>
                <a:cs typeface="Malgun Gothic"/>
              </a:defRPr>
            </a:lvl1pPr>
            <a:lvl2pPr algn="ctr">
              <a:defRPr sz="5625" b="1">
                <a:solidFill>
                  <a:srgbClr val="805400"/>
                </a:solidFill>
                <a:latin typeface="Malgun Gothic"/>
                <a:ea typeface="Malgun Gothic"/>
                <a:cs typeface="Malgun Gothic"/>
              </a:defRPr>
            </a:lvl2pPr>
            <a:lvl3pPr algn="ctr">
              <a:defRPr sz="5625" b="1">
                <a:solidFill>
                  <a:srgbClr val="805400"/>
                </a:solidFill>
                <a:latin typeface="Malgun Gothic"/>
                <a:ea typeface="Malgun Gothic"/>
                <a:cs typeface="Malgun Gothic"/>
              </a:defRPr>
            </a:lvl3pPr>
            <a:lvl4pPr algn="ctr">
              <a:defRPr sz="5625" b="1">
                <a:solidFill>
                  <a:srgbClr val="805400"/>
                </a:solidFill>
                <a:latin typeface="Malgun Gothic"/>
                <a:ea typeface="Malgun Gothic"/>
                <a:cs typeface="Malgun Gothic"/>
              </a:defRPr>
            </a:lvl4pPr>
            <a:lvl5pPr algn="ctr">
              <a:defRPr sz="5625" b="1">
                <a:solidFill>
                  <a:srgbClr val="805400"/>
                </a:solidFill>
                <a:latin typeface="Malgun Gothic"/>
                <a:ea typeface="Malgun Gothic"/>
                <a:cs typeface="Malgun Gothic"/>
              </a:defRPr>
            </a:lvl5pPr>
            <a:lvl6pPr algn="ctr">
              <a:defRPr sz="5625" b="1">
                <a:solidFill>
                  <a:srgbClr val="805400"/>
                </a:solidFill>
                <a:latin typeface="Malgun Gothic"/>
                <a:ea typeface="Malgun Gothic"/>
                <a:cs typeface="Malgun Gothic"/>
              </a:defRPr>
            </a:lvl6pPr>
            <a:lvl7pPr algn="ctr">
              <a:defRPr sz="5625" b="1">
                <a:solidFill>
                  <a:srgbClr val="805400"/>
                </a:solidFill>
                <a:latin typeface="Malgun Gothic"/>
                <a:ea typeface="Malgun Gothic"/>
                <a:cs typeface="Malgun Gothic"/>
              </a:defRPr>
            </a:lvl7pPr>
            <a:lvl8pPr algn="ctr">
              <a:defRPr sz="5625" b="1">
                <a:solidFill>
                  <a:srgbClr val="805400"/>
                </a:solidFill>
                <a:latin typeface="Malgun Gothic"/>
                <a:ea typeface="Malgun Gothic"/>
                <a:cs typeface="Malgun Gothic"/>
              </a:defRPr>
            </a:lvl8pPr>
            <a:lvl9pPr algn="ctr">
              <a:defRPr sz="5625" b="1">
                <a:solidFill>
                  <a:srgbClr val="805400"/>
                </a:solidFill>
                <a:latin typeface="Malgun Gothic"/>
                <a:ea typeface="Malgun Gothic"/>
                <a:cs typeface="Malgun Gothic"/>
              </a:defRPr>
            </a:lvl9pPr>
          </a:lstStyle>
          <a:p xmlns:a="http://schemas.openxmlformats.org/drawingml/2006/main">
            <a:pPr algn="ctr">
              <a:defRPr sz="5625" b="1">
                <a:solidFill>
                  <a:srgbClr val="805400"/>
                </a:solidFill>
                <a:latin typeface="Malgun Gothic"/>
                <a:ea typeface="Malgun Gothic"/>
                <a:cs typeface="Malgun Gothic"/>
              </a:defRPr>
            </a:pPr>
            <a:r>
              <a:rPr sz="5625" b="1">
                <a:solidFill>
                  <a:srgbClr val="805400"/>
                </a:solidFill>
                <a:latin typeface="Malgun Gothic"/>
                <a:ea typeface="Malgun Gothic"/>
                <a:cs typeface="Malgun Gothic"/>
              </a:rPr>
              <a:t>?</a:t>
            </a:r>
          </a:p>
        </p:txBody>
      </p:sp>
      <p:sp>
        <p:nvSpPr>
          <p:cNvPr id="59" name="지금 이 저장소에 어떤 일을 맡기고 싶으신가요?">
            <a:extLst xmlns:a="http://schemas.openxmlformats.org/drawingml/2006/main">
              <a:ext uri="{FF2B5EF4-FFF2-40B4-BE49-F238E27FC236}">
                <a16:creationId xmlns:a16="http://schemas.microsoft.com/office/drawing/2014/main" id="{E7AECBEB-00EF-4D88-ACAE-0CB84B161ED2}"/>
              </a:ext>
            </a:extLst>
          </p:cNvPr>
          <p:cNvSpPr>
            <a:spLocks xmlns:a="http://schemas.openxmlformats.org/drawingml/2006/main" noGrp="1"/>
          </p:cNvSpPr>
          <p:nvPr/>
        </p:nvSpPr>
        <p:spPr>
          <a:xfrm xmlns:a="http://schemas.openxmlformats.org/drawingml/2006/main">
            <a:off x="609600" y="45624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17212B"/>
                </a:solidFill>
                <a:latin typeface="Malgun Gothic"/>
                <a:ea typeface="Malgun Gothic"/>
                <a:cs typeface="Malgun Gothic"/>
              </a:defRPr>
            </a:defPPr>
            <a:lvl1pPr algn="l">
              <a:defRPr sz="2625" b="1">
                <a:solidFill>
                  <a:srgbClr val="17212B"/>
                </a:solidFill>
                <a:latin typeface="Malgun Gothic"/>
                <a:ea typeface="Malgun Gothic"/>
                <a:cs typeface="Malgun Gothic"/>
              </a:defRPr>
            </a:lvl1pPr>
            <a:lvl2pPr algn="l">
              <a:defRPr sz="2625" b="1">
                <a:solidFill>
                  <a:srgbClr val="17212B"/>
                </a:solidFill>
                <a:latin typeface="Malgun Gothic"/>
                <a:ea typeface="Malgun Gothic"/>
                <a:cs typeface="Malgun Gothic"/>
              </a:defRPr>
            </a:lvl2pPr>
            <a:lvl3pPr algn="l">
              <a:defRPr sz="2625" b="1">
                <a:solidFill>
                  <a:srgbClr val="17212B"/>
                </a:solidFill>
                <a:latin typeface="Malgun Gothic"/>
                <a:ea typeface="Malgun Gothic"/>
                <a:cs typeface="Malgun Gothic"/>
              </a:defRPr>
            </a:lvl3pPr>
            <a:lvl4pPr algn="l">
              <a:defRPr sz="2625" b="1">
                <a:solidFill>
                  <a:srgbClr val="17212B"/>
                </a:solidFill>
                <a:latin typeface="Malgun Gothic"/>
                <a:ea typeface="Malgun Gothic"/>
                <a:cs typeface="Malgun Gothic"/>
              </a:defRPr>
            </a:lvl4pPr>
            <a:lvl5pPr algn="l">
              <a:defRPr sz="2625" b="1">
                <a:solidFill>
                  <a:srgbClr val="17212B"/>
                </a:solidFill>
                <a:latin typeface="Malgun Gothic"/>
                <a:ea typeface="Malgun Gothic"/>
                <a:cs typeface="Malgun Gothic"/>
              </a:defRPr>
            </a:lvl5pPr>
            <a:lvl6pPr algn="l">
              <a:defRPr sz="2625" b="1">
                <a:solidFill>
                  <a:srgbClr val="17212B"/>
                </a:solidFill>
                <a:latin typeface="Malgun Gothic"/>
                <a:ea typeface="Malgun Gothic"/>
                <a:cs typeface="Malgun Gothic"/>
              </a:defRPr>
            </a:lvl6pPr>
            <a:lvl7pPr algn="l">
              <a:defRPr sz="2625" b="1">
                <a:solidFill>
                  <a:srgbClr val="17212B"/>
                </a:solidFill>
                <a:latin typeface="Malgun Gothic"/>
                <a:ea typeface="Malgun Gothic"/>
                <a:cs typeface="Malgun Gothic"/>
              </a:defRPr>
            </a:lvl7pPr>
            <a:lvl8pPr algn="l">
              <a:defRPr sz="2625" b="1">
                <a:solidFill>
                  <a:srgbClr val="17212B"/>
                </a:solidFill>
                <a:latin typeface="Malgun Gothic"/>
                <a:ea typeface="Malgun Gothic"/>
                <a:cs typeface="Malgun Gothic"/>
              </a:defRPr>
            </a:lvl8pPr>
            <a:lvl9pPr algn="l">
              <a:defRPr sz="2625" b="1">
                <a:solidFill>
                  <a:srgbClr val="17212B"/>
                </a:solidFill>
                <a:latin typeface="Malgun Gothic"/>
                <a:ea typeface="Malgun Gothic"/>
                <a:cs typeface="Malgun Gothic"/>
              </a:defRPr>
            </a:lvl9pPr>
          </a:lstStyle>
          <a:p xmlns:a="http://schemas.openxmlformats.org/drawingml/2006/main">
            <a:pPr algn="l">
              <a:defRPr sz="2625" b="1">
                <a:solidFill>
                  <a:srgbClr val="17212B"/>
                </a:solidFill>
                <a:latin typeface="Malgun Gothic"/>
                <a:ea typeface="Malgun Gothic"/>
                <a:cs typeface="Malgun Gothic"/>
              </a:defRPr>
            </a:pPr>
            <a:r>
              <a:rPr sz="2625" b="1">
                <a:solidFill>
                  <a:srgbClr val="17212B"/>
                </a:solidFill>
                <a:latin typeface="Malgun Gothic"/>
                <a:ea typeface="Malgun Gothic"/>
                <a:cs typeface="Malgun Gothic"/>
              </a:rPr>
              <a:t>지금 이 저장소에 어떤 일을 맡기고 싶으신가요?</a:t>
            </a:r>
          </a:p>
        </p:txBody>
      </p:sp>
      <p:sp>
        <p:nvSpPr>
          <p:cNvPr id="60" name="그 원하는 결과까지 코드에 적혀 있을까요?">
            <a:extLst xmlns:a="http://schemas.openxmlformats.org/drawingml/2006/main">
              <a:ext uri="{FF2B5EF4-FFF2-40B4-BE49-F238E27FC236}">
                <a16:creationId xmlns:a16="http://schemas.microsoft.com/office/drawing/2014/main" id="{ABB57EFD-B243-4F81-8E6D-E50D9F3208C8}"/>
              </a:ext>
            </a:extLst>
          </p:cNvPr>
          <p:cNvSpPr>
            <a:spLocks xmlns:a="http://schemas.openxmlformats.org/drawingml/2006/main" noGrp="1"/>
          </p:cNvSpPr>
          <p:nvPr/>
        </p:nvSpPr>
        <p:spPr>
          <a:xfrm xmlns:a="http://schemas.openxmlformats.org/drawingml/2006/main">
            <a:off x="609600" y="51435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그 원하는 결과까지 코드에 적혀 있을까요?</a:t>
            </a:r>
          </a:p>
        </p:txBody>
      </p:sp>
      <p:sp>
        <p:nvSpPr>
          <p:cNvPr id="61" name="Legacy module connection">
            <a:extLst xmlns:a="http://schemas.openxmlformats.org/drawingml/2006/main">
              <a:ext uri="{FF2B5EF4-FFF2-40B4-BE49-F238E27FC236}">
                <a16:creationId xmlns:a16="http://schemas.microsoft.com/office/drawing/2014/main" id="{944198AC-898B-478C-979D-57F6ADBF1E44}"/>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 · M2</a:t>
            </a:r>
          </a:p>
        </p:txBody>
      </p:sp>
    </p:spTree>
    <p:extLst>
      <p:ext uri="{BB962C8B-B14F-4D97-AF65-F5344CB8AC3E}">
        <p14:creationId xmlns:p14="http://schemas.microsoft.com/office/powerpoint/2010/main" val="1277770867"/>
      </p:ext>
    </p:extLst>
  </p:cSld>
</p:sld>
</file>

<file path=ppt/slides/slide1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5" name="ACT 1 · 요청에 남은 목표·조건·완료 근거">
            <a:extLst xmlns:a="http://schemas.openxmlformats.org/drawingml/2006/main">
              <a:ext uri="{FF2B5EF4-FFF2-40B4-BE49-F238E27FC236}">
                <a16:creationId xmlns:a16="http://schemas.microsoft.com/office/drawing/2014/main" id="{0AB3E10D-8890-4DCB-A0AC-3016E37169EC}"/>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요청에 남은 목표·조건·완료 근거</a:t>
            </a:r>
          </a:p>
        </p:txBody>
      </p:sp>
      <p:sp>
        <p:nvSpPr>
          <p:cNvPr id="2" name="S11">
            <a:extLst xmlns:a="http://schemas.openxmlformats.org/drawingml/2006/main">
              <a:ext uri="{FF2B5EF4-FFF2-40B4-BE49-F238E27FC236}">
                <a16:creationId xmlns:a16="http://schemas.microsoft.com/office/drawing/2014/main" id="{6CD9DA00-6A60-4832-A90C-07DA02A62B4B}"/>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S11</a:t>
            </a:r>
          </a:p>
        </p:txBody>
      </p:sp>
      <p:sp>
        <p:nvSpPr>
          <p:cNvPr id="3" name="Task에는 무엇이 아직 정해지지 않았을까?">
            <a:extLst xmlns:a="http://schemas.openxmlformats.org/drawingml/2006/main">
              <a:ext uri="{FF2B5EF4-FFF2-40B4-BE49-F238E27FC236}">
                <a16:creationId xmlns:a16="http://schemas.microsoft.com/office/drawing/2014/main" id="{2D5A8B45-15B6-4F00-8FCA-8B0C4C0F816D}"/>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Task에는 무엇이 아직 정해지지 않았을까?</a:t>
            </a:r>
          </a:p>
        </p:txBody>
      </p:sp>
      <p:sp>
        <p:nvSpPr>
          <p:cNvPr id="4" name="">
            <a:extLst xmlns:a="http://schemas.openxmlformats.org/drawingml/2006/main">
              <a:ext uri="{FF2B5EF4-FFF2-40B4-BE49-F238E27FC236}">
                <a16:creationId xmlns:a16="http://schemas.microsoft.com/office/drawing/2014/main" id="{758F51F5-9411-4ACD-A55A-E6594F9636D5}"/>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교육용 구성 사례 · AI 생성 삽화 · 토큰/시간 곡선은 수치 없는 개념도">
            <a:extLst xmlns:a="http://schemas.openxmlformats.org/drawingml/2006/main">
              <a:ext uri="{FF2B5EF4-FFF2-40B4-BE49-F238E27FC236}">
                <a16:creationId xmlns:a16="http://schemas.microsoft.com/office/drawing/2014/main" id="{298C14C3-5E27-4768-89FF-D74B089625A4}"/>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교육용 구성 사례 · AI 생성 삽화 · 토큰/시간 곡선은 수치 없는 개념도</a:t>
            </a:r>
          </a:p>
        </p:txBody>
      </p:sp>
      <p:sp>
        <p:nvSpPr>
          <p:cNvPr id="6" name="실제 Agent 실패·측정 결과·기하급수 증가 법칙이 아닙니다. 필요한 정보를 되묻는 선택도 가능합니다.">
            <a:extLst xmlns:a="http://schemas.openxmlformats.org/drawingml/2006/main">
              <a:ext uri="{FF2B5EF4-FFF2-40B4-BE49-F238E27FC236}">
                <a16:creationId xmlns:a16="http://schemas.microsoft.com/office/drawing/2014/main" id="{548DCB24-442D-4D33-8D95-54B40FEF318F}"/>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실제 Agent 실패·측정 결과·기하급수 증가 법칙이 아닙니다. 필요한 정보를 되묻는 선택도 가능합니다.</a:t>
            </a:r>
          </a:p>
        </p:txBody>
      </p:sp>
      <p:sp>
        <p:nvSpPr>
          <p:cNvPr id="7" name="같은 Repository를 보고 있습니다.">
            <a:extLst xmlns:a="http://schemas.openxmlformats.org/drawingml/2006/main">
              <a:ext uri="{FF2B5EF4-FFF2-40B4-BE49-F238E27FC236}">
                <a16:creationId xmlns:a16="http://schemas.microsoft.com/office/drawing/2014/main" id="{52FD8C7D-5FAE-4E85-AD3C-F9D6C3018BC9}"/>
              </a:ext>
            </a:extLst>
          </p:cNvPr>
          <p:cNvSpPr>
            <a:spLocks xmlns:a="http://schemas.openxmlformats.org/drawingml/2006/main" noGrp="1"/>
          </p:cNvSpPr>
          <p:nvPr/>
        </p:nvSpPr>
        <p:spPr>
          <a:xfrm xmlns:a="http://schemas.openxmlformats.org/drawingml/2006/main">
            <a:off x="609600" y="17907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4D5A68"/>
                </a:solidFill>
                <a:latin typeface="Malgun Gothic"/>
                <a:ea typeface="Malgun Gothic"/>
                <a:cs typeface="Malgun Gothic"/>
              </a:defRPr>
            </a:defPPr>
            <a:lvl1pPr algn="l">
              <a:defRPr sz="2100" b="0">
                <a:solidFill>
                  <a:srgbClr val="4D5A68"/>
                </a:solidFill>
                <a:latin typeface="Malgun Gothic"/>
                <a:ea typeface="Malgun Gothic"/>
                <a:cs typeface="Malgun Gothic"/>
              </a:defRPr>
            </a:lvl1pPr>
            <a:lvl2pPr algn="l">
              <a:defRPr sz="2100" b="0">
                <a:solidFill>
                  <a:srgbClr val="4D5A68"/>
                </a:solidFill>
                <a:latin typeface="Malgun Gothic"/>
                <a:ea typeface="Malgun Gothic"/>
                <a:cs typeface="Malgun Gothic"/>
              </a:defRPr>
            </a:lvl2pPr>
            <a:lvl3pPr algn="l">
              <a:defRPr sz="2100" b="0">
                <a:solidFill>
                  <a:srgbClr val="4D5A68"/>
                </a:solidFill>
                <a:latin typeface="Malgun Gothic"/>
                <a:ea typeface="Malgun Gothic"/>
                <a:cs typeface="Malgun Gothic"/>
              </a:defRPr>
            </a:lvl3pPr>
            <a:lvl4pPr algn="l">
              <a:defRPr sz="2100" b="0">
                <a:solidFill>
                  <a:srgbClr val="4D5A68"/>
                </a:solidFill>
                <a:latin typeface="Malgun Gothic"/>
                <a:ea typeface="Malgun Gothic"/>
                <a:cs typeface="Malgun Gothic"/>
              </a:defRPr>
            </a:lvl4pPr>
            <a:lvl5pPr algn="l">
              <a:defRPr sz="2100" b="0">
                <a:solidFill>
                  <a:srgbClr val="4D5A68"/>
                </a:solidFill>
                <a:latin typeface="Malgun Gothic"/>
                <a:ea typeface="Malgun Gothic"/>
                <a:cs typeface="Malgun Gothic"/>
              </a:defRPr>
            </a:lvl5pPr>
            <a:lvl6pPr algn="l">
              <a:defRPr sz="2100" b="0">
                <a:solidFill>
                  <a:srgbClr val="4D5A68"/>
                </a:solidFill>
                <a:latin typeface="Malgun Gothic"/>
                <a:ea typeface="Malgun Gothic"/>
                <a:cs typeface="Malgun Gothic"/>
              </a:defRPr>
            </a:lvl6pPr>
            <a:lvl7pPr algn="l">
              <a:defRPr sz="2100" b="0">
                <a:solidFill>
                  <a:srgbClr val="4D5A68"/>
                </a:solidFill>
                <a:latin typeface="Malgun Gothic"/>
                <a:ea typeface="Malgun Gothic"/>
                <a:cs typeface="Malgun Gothic"/>
              </a:defRPr>
            </a:lvl7pPr>
            <a:lvl8pPr algn="l">
              <a:defRPr sz="2100" b="0">
                <a:solidFill>
                  <a:srgbClr val="4D5A68"/>
                </a:solidFill>
                <a:latin typeface="Malgun Gothic"/>
                <a:ea typeface="Malgun Gothic"/>
                <a:cs typeface="Malgun Gothic"/>
              </a:defRPr>
            </a:lvl8pPr>
            <a:lvl9pPr algn="l">
              <a:defRPr sz="2100" b="0">
                <a:solidFill>
                  <a:srgbClr val="4D5A68"/>
                </a:solidFill>
                <a:latin typeface="Malgun Gothic"/>
                <a:ea typeface="Malgun Gothic"/>
                <a:cs typeface="Malgun Gothic"/>
              </a:defRPr>
            </a:lvl9pPr>
          </a:lstStyle>
          <a:p xmlns:a="http://schemas.openxmlformats.org/drawingml/2006/main">
            <a:pPr algn="l">
              <a:defRPr sz="2100" b="0">
                <a:solidFill>
                  <a:srgbClr val="4D5A68"/>
                </a:solidFill>
                <a:latin typeface="Malgun Gothic"/>
                <a:ea typeface="Malgun Gothic"/>
                <a:cs typeface="Malgun Gothic"/>
              </a:defRPr>
            </a:pPr>
            <a:r>
              <a:rPr sz="2100" b="0">
                <a:solidFill>
                  <a:srgbClr val="4D5A68"/>
                </a:solidFill>
                <a:latin typeface="Malgun Gothic"/>
                <a:ea typeface="Malgun Gothic"/>
                <a:cs typeface="Malgun Gothic"/>
              </a:rPr>
              <a:t>같은 Repository를 보고 있습니다.</a:t>
            </a:r>
          </a:p>
        </p:txBody>
      </p:sp>
      <p:sp>
        <p:nvSpPr>
          <p:cNvPr id="8" name="">
            <a:extLst xmlns:a="http://schemas.openxmlformats.org/drawingml/2006/main">
              <a:ext uri="{FF2B5EF4-FFF2-40B4-BE49-F238E27FC236}">
                <a16:creationId xmlns:a16="http://schemas.microsoft.com/office/drawing/2014/main" id="{EB1A5AD9-57E1-4716-83F6-3E8CA76997A6}"/>
              </a:ext>
            </a:extLst>
          </p:cNvPr>
          <p:cNvSpPr>
            <a:spLocks xmlns:a="http://schemas.openxmlformats.org/drawingml/2006/main" noGrp="1"/>
          </p:cNvSpPr>
          <p:nvPr/>
        </p:nvSpPr>
        <p:spPr>
          <a:xfrm xmlns:a="http://schemas.openxmlformats.org/drawingml/2006/main">
            <a:off x="609600" y="2400300"/>
            <a:ext cx="3638550" cy="1638300"/>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14288">
            <a:solidFill>
              <a:srgbClr val="C7D0DA"/>
            </a:solidFill>
            <a:prstDash val="solid"/>
          </a:ln>
        </p:spPr>
      </p:sp>
      <p:sp>
        <p:nvSpPr>
          <p:cNvPr id="9" name="요청 입력 · 교육용 재구성">
            <a:extLst xmlns:a="http://schemas.openxmlformats.org/drawingml/2006/main">
              <a:ext uri="{FF2B5EF4-FFF2-40B4-BE49-F238E27FC236}">
                <a16:creationId xmlns:a16="http://schemas.microsoft.com/office/drawing/2014/main" id="{DBE6CDB1-0D7A-4228-8283-02C4EA4B8A90}"/>
              </a:ext>
            </a:extLst>
          </p:cNvPr>
          <p:cNvSpPr>
            <a:spLocks xmlns:a="http://schemas.openxmlformats.org/drawingml/2006/main" noGrp="1"/>
          </p:cNvSpPr>
          <p:nvPr/>
        </p:nvSpPr>
        <p:spPr>
          <a:xfrm xmlns:a="http://schemas.openxmlformats.org/drawingml/2006/main">
            <a:off x="781050" y="2495550"/>
            <a:ext cx="3295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4D5A68"/>
                </a:solidFill>
                <a:latin typeface="Malgun Gothic"/>
                <a:ea typeface="Malgun Gothic"/>
                <a:cs typeface="Malgun Gothic"/>
              </a:defRPr>
            </a:defPPr>
            <a:lvl1pPr algn="l">
              <a:defRPr sz="1500" b="0">
                <a:solidFill>
                  <a:srgbClr val="4D5A68"/>
                </a:solidFill>
                <a:latin typeface="Malgun Gothic"/>
                <a:ea typeface="Malgun Gothic"/>
                <a:cs typeface="Malgun Gothic"/>
              </a:defRPr>
            </a:lvl1pPr>
            <a:lvl2pPr algn="l">
              <a:defRPr sz="1500" b="0">
                <a:solidFill>
                  <a:srgbClr val="4D5A68"/>
                </a:solidFill>
                <a:latin typeface="Malgun Gothic"/>
                <a:ea typeface="Malgun Gothic"/>
                <a:cs typeface="Malgun Gothic"/>
              </a:defRPr>
            </a:lvl2pPr>
            <a:lvl3pPr algn="l">
              <a:defRPr sz="1500" b="0">
                <a:solidFill>
                  <a:srgbClr val="4D5A68"/>
                </a:solidFill>
                <a:latin typeface="Malgun Gothic"/>
                <a:ea typeface="Malgun Gothic"/>
                <a:cs typeface="Malgun Gothic"/>
              </a:defRPr>
            </a:lvl3pPr>
            <a:lvl4pPr algn="l">
              <a:defRPr sz="1500" b="0">
                <a:solidFill>
                  <a:srgbClr val="4D5A68"/>
                </a:solidFill>
                <a:latin typeface="Malgun Gothic"/>
                <a:ea typeface="Malgun Gothic"/>
                <a:cs typeface="Malgun Gothic"/>
              </a:defRPr>
            </a:lvl4pPr>
            <a:lvl5pPr algn="l">
              <a:defRPr sz="1500" b="0">
                <a:solidFill>
                  <a:srgbClr val="4D5A68"/>
                </a:solidFill>
                <a:latin typeface="Malgun Gothic"/>
                <a:ea typeface="Malgun Gothic"/>
                <a:cs typeface="Malgun Gothic"/>
              </a:defRPr>
            </a:lvl5pPr>
            <a:lvl6pPr algn="l">
              <a:defRPr sz="1500" b="0">
                <a:solidFill>
                  <a:srgbClr val="4D5A68"/>
                </a:solidFill>
                <a:latin typeface="Malgun Gothic"/>
                <a:ea typeface="Malgun Gothic"/>
                <a:cs typeface="Malgun Gothic"/>
              </a:defRPr>
            </a:lvl6pPr>
            <a:lvl7pPr algn="l">
              <a:defRPr sz="1500" b="0">
                <a:solidFill>
                  <a:srgbClr val="4D5A68"/>
                </a:solidFill>
                <a:latin typeface="Malgun Gothic"/>
                <a:ea typeface="Malgun Gothic"/>
                <a:cs typeface="Malgun Gothic"/>
              </a:defRPr>
            </a:lvl7pPr>
            <a:lvl8pPr algn="l">
              <a:defRPr sz="1500" b="0">
                <a:solidFill>
                  <a:srgbClr val="4D5A68"/>
                </a:solidFill>
                <a:latin typeface="Malgun Gothic"/>
                <a:ea typeface="Malgun Gothic"/>
                <a:cs typeface="Malgun Gothic"/>
              </a:defRPr>
            </a:lvl8pPr>
            <a:lvl9pPr algn="l">
              <a:defRPr sz="1500" b="0">
                <a:solidFill>
                  <a:srgbClr val="4D5A68"/>
                </a:solidFill>
                <a:latin typeface="Malgun Gothic"/>
                <a:ea typeface="Malgun Gothic"/>
                <a:cs typeface="Malgun Gothic"/>
              </a:defRPr>
            </a:lvl9pPr>
          </a:lstStyle>
          <a:p xmlns:a="http://schemas.openxmlformats.org/drawingml/2006/main">
            <a:pPr algn="l">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요청 입력 · 교육용 재구성</a:t>
            </a:r>
          </a:p>
        </p:txBody>
      </p:sp>
      <p:sp>
        <p:nvSpPr>
          <p:cNvPr id="10" name="">
            <a:extLst xmlns:a="http://schemas.openxmlformats.org/drawingml/2006/main">
              <a:ext uri="{FF2B5EF4-FFF2-40B4-BE49-F238E27FC236}">
                <a16:creationId xmlns:a16="http://schemas.microsoft.com/office/drawing/2014/main" id="{D0CD7E20-E804-4E85-9C14-A142E9D0709D}"/>
              </a:ext>
            </a:extLst>
          </p:cNvPr>
          <p:cNvSpPr>
            <a:spLocks xmlns:a="http://schemas.openxmlformats.org/drawingml/2006/main" noGrp="1"/>
          </p:cNvSpPr>
          <p:nvPr/>
        </p:nvSpPr>
        <p:spPr>
          <a:xfrm xmlns:a="http://schemas.openxmlformats.org/drawingml/2006/main">
            <a:off x="781050" y="2847975"/>
            <a:ext cx="32956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1" name="filter 성능 개선해줘">
            <a:extLst xmlns:a="http://schemas.openxmlformats.org/drawingml/2006/main">
              <a:ext uri="{FF2B5EF4-FFF2-40B4-BE49-F238E27FC236}">
                <a16:creationId xmlns:a16="http://schemas.microsoft.com/office/drawing/2014/main" id="{DEEA3ACA-A480-4EF0-B18F-50594518DB46}"/>
              </a:ext>
            </a:extLst>
          </p:cNvPr>
          <p:cNvSpPr>
            <a:spLocks xmlns:a="http://schemas.openxmlformats.org/drawingml/2006/main" noGrp="1"/>
          </p:cNvSpPr>
          <p:nvPr/>
        </p:nvSpPr>
        <p:spPr>
          <a:xfrm xmlns:a="http://schemas.openxmlformats.org/drawingml/2006/main">
            <a:off x="800100" y="3009900"/>
            <a:ext cx="3257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filter 성능 개선해줘</a:t>
            </a:r>
          </a:p>
        </p:txBody>
      </p:sp>
      <p:sp>
        <p:nvSpPr>
          <p:cNvPr id="12" name="+">
            <a:extLst xmlns:a="http://schemas.openxmlformats.org/drawingml/2006/main">
              <a:ext uri="{FF2B5EF4-FFF2-40B4-BE49-F238E27FC236}">
                <a16:creationId xmlns:a16="http://schemas.microsoft.com/office/drawing/2014/main" id="{67EACAAC-ED94-42A7-95B4-53FA738B5D97}"/>
              </a:ext>
            </a:extLst>
          </p:cNvPr>
          <p:cNvSpPr>
            <a:spLocks xmlns:a="http://schemas.openxmlformats.org/drawingml/2006/main" noGrp="1"/>
          </p:cNvSpPr>
          <p:nvPr/>
        </p:nvSpPr>
        <p:spPr>
          <a:xfrm xmlns:a="http://schemas.openxmlformats.org/drawingml/2006/main">
            <a:off x="781050" y="37147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a:t>
            </a:r>
          </a:p>
        </p:txBody>
      </p:sp>
      <p:sp>
        <p:nvSpPr>
          <p:cNvPr id="13" name="">
            <a:extLst xmlns:a="http://schemas.openxmlformats.org/drawingml/2006/main">
              <a:ext uri="{FF2B5EF4-FFF2-40B4-BE49-F238E27FC236}">
                <a16:creationId xmlns:a16="http://schemas.microsoft.com/office/drawing/2014/main" id="{30D56594-0383-4A9F-BD04-4D56C296BFB6}"/>
              </a:ext>
            </a:extLst>
          </p:cNvPr>
          <p:cNvSpPr>
            <a:spLocks xmlns:a="http://schemas.openxmlformats.org/drawingml/2006/main" noGrp="1"/>
          </p:cNvSpPr>
          <p:nvPr/>
        </p:nvSpPr>
        <p:spPr>
          <a:xfrm xmlns:a="http://schemas.openxmlformats.org/drawingml/2006/main">
            <a:off x="3838575" y="3695700"/>
            <a:ext cx="238125" cy="238125"/>
          </a:xfrm>
          <a:prstGeom xmlns:a="http://schemas.openxmlformats.org/drawingml/2006/main" prst="ellipse">
            <a:avLst/>
          </a:prstGeom>
          <a:solidFill xmlns:a="http://schemas.openxmlformats.org/drawingml/2006/main">
            <a:srgbClr val="0B61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6E55EF7-140E-40D9-A72B-DED072BFFCB0}"/>
              </a:ext>
            </a:extLst>
          </p:cNvPr>
          <p:cNvSpPr>
            <a:spLocks xmlns:a="http://schemas.openxmlformats.org/drawingml/2006/main" noGrp="1"/>
          </p:cNvSpPr>
          <p:nvPr/>
        </p:nvSpPr>
        <p:spPr>
          <a:xfrm xmlns:a="http://schemas.openxmlformats.org/drawingml/2006/main">
            <a:off x="3838575" y="368617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FFFFFF"/>
                </a:solidFill>
                <a:latin typeface="Malgun Gothic"/>
                <a:ea typeface="Malgun Gothic"/>
                <a:cs typeface="Malgun Gothic"/>
              </a:defRPr>
            </a:defPPr>
            <a:lvl1pPr algn="ctr">
              <a:defRPr sz="1650" b="1">
                <a:solidFill>
                  <a:srgbClr val="FFFFFF"/>
                </a:solidFill>
                <a:latin typeface="Malgun Gothic"/>
                <a:ea typeface="Malgun Gothic"/>
                <a:cs typeface="Malgun Gothic"/>
              </a:defRPr>
            </a:lvl1pPr>
            <a:lvl2pPr algn="ctr">
              <a:defRPr sz="1650" b="1">
                <a:solidFill>
                  <a:srgbClr val="FFFFFF"/>
                </a:solidFill>
                <a:latin typeface="Malgun Gothic"/>
                <a:ea typeface="Malgun Gothic"/>
                <a:cs typeface="Malgun Gothic"/>
              </a:defRPr>
            </a:lvl2pPr>
            <a:lvl3pPr algn="ctr">
              <a:defRPr sz="1650" b="1">
                <a:solidFill>
                  <a:srgbClr val="FFFFFF"/>
                </a:solidFill>
                <a:latin typeface="Malgun Gothic"/>
                <a:ea typeface="Malgun Gothic"/>
                <a:cs typeface="Malgun Gothic"/>
              </a:defRPr>
            </a:lvl3pPr>
            <a:lvl4pPr algn="ctr">
              <a:defRPr sz="1650" b="1">
                <a:solidFill>
                  <a:srgbClr val="FFFFFF"/>
                </a:solidFill>
                <a:latin typeface="Malgun Gothic"/>
                <a:ea typeface="Malgun Gothic"/>
                <a:cs typeface="Malgun Gothic"/>
              </a:defRPr>
            </a:lvl4pPr>
            <a:lvl5pPr algn="ctr">
              <a:defRPr sz="1650" b="1">
                <a:solidFill>
                  <a:srgbClr val="FFFFFF"/>
                </a:solidFill>
                <a:latin typeface="Malgun Gothic"/>
                <a:ea typeface="Malgun Gothic"/>
                <a:cs typeface="Malgun Gothic"/>
              </a:defRPr>
            </a:lvl5pPr>
            <a:lvl6pPr algn="ctr">
              <a:defRPr sz="1650" b="1">
                <a:solidFill>
                  <a:srgbClr val="FFFFFF"/>
                </a:solidFill>
                <a:latin typeface="Malgun Gothic"/>
                <a:ea typeface="Malgun Gothic"/>
                <a:cs typeface="Malgun Gothic"/>
              </a:defRPr>
            </a:lvl6pPr>
            <a:lvl7pPr algn="ctr">
              <a:defRPr sz="1650" b="1">
                <a:solidFill>
                  <a:srgbClr val="FFFFFF"/>
                </a:solidFill>
                <a:latin typeface="Malgun Gothic"/>
                <a:ea typeface="Malgun Gothic"/>
                <a:cs typeface="Malgun Gothic"/>
              </a:defRPr>
            </a:lvl7pPr>
            <a:lvl8pPr algn="ctr">
              <a:defRPr sz="1650" b="1">
                <a:solidFill>
                  <a:srgbClr val="FFFFFF"/>
                </a:solidFill>
                <a:latin typeface="Malgun Gothic"/>
                <a:ea typeface="Malgun Gothic"/>
                <a:cs typeface="Malgun Gothic"/>
              </a:defRPr>
            </a:lvl8pPr>
            <a:lvl9pPr algn="ctr">
              <a:defRPr sz="1650" b="1">
                <a:solidFill>
                  <a:srgbClr val="FFFFFF"/>
                </a:solidFill>
                <a:latin typeface="Malgun Gothic"/>
                <a:ea typeface="Malgun Gothic"/>
                <a:cs typeface="Malgun Gothic"/>
              </a:defRPr>
            </a:lvl9pPr>
          </a:lstStyle>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a:t>
            </a:r>
          </a:p>
        </p:txBody>
      </p:sp>
      <p:pic>
        <p:nvPicPr>
          <p:cNvPr id="15" name="">
            <a:extLst xmlns:a="http://schemas.openxmlformats.org/drawingml/2006/main">
              <a:ext uri="{FF2B5EF4-FFF2-40B4-BE49-F238E27FC236}">
                <a16:creationId xmlns:a16="http://schemas.microsoft.com/office/drawing/2014/main" id="{BBDE071D-83D7-4FCF-A595-DBE946B7FCF3}"/>
              </a:ext>
            </a:extLst>
          </p:cNvPr>
          <p:cNvPicPr>
            <a:picLocks xmlns:a="http://schemas.openxmlformats.org/drawingml/2006/main" noChangeAspect="1"/>
          </p:cNvPicPr>
          <p:nvPr/>
        </p:nvPicPr>
        <p:blipFill>
          <a:blip xmlns:r="http://schemas.openxmlformats.org/officeDocument/2006/relationships" xmlns:a="http://schemas.openxmlformats.org/drawingml/2006/main" r:embed="R9d852dc6ed8849cb"/>
          <a:stretch xmlns:a="http://schemas.openxmlformats.org/drawingml/2006/main"/>
        </p:blipFill>
        <p:spPr>
          <a:xfrm xmlns:a="http://schemas.openxmlformats.org/drawingml/2006/main">
            <a:off x="4400550" y="2340769"/>
            <a:ext cx="2800350" cy="2100263"/>
          </a:xfrm>
          <a:prstGeom xmlns:a="http://schemas.openxmlformats.org/drawingml/2006/main" prst="rect">
            <a:avLst/>
          </a:prstGeom>
        </p:spPr>
      </p:pic>
      <p:sp>
        <p:nvSpPr>
          <p:cNvPr id="16" name="어느 선택이 의도일까?">
            <a:extLst xmlns:a="http://schemas.openxmlformats.org/drawingml/2006/main">
              <a:ext uri="{FF2B5EF4-FFF2-40B4-BE49-F238E27FC236}">
                <a16:creationId xmlns:a16="http://schemas.microsoft.com/office/drawing/2014/main" id="{2D3F9074-5D89-4CF4-8B36-1CDB243821BB}"/>
              </a:ext>
            </a:extLst>
          </p:cNvPr>
          <p:cNvSpPr>
            <a:spLocks xmlns:a="http://schemas.openxmlformats.org/drawingml/2006/main" noGrp="1"/>
          </p:cNvSpPr>
          <p:nvPr/>
        </p:nvSpPr>
        <p:spPr>
          <a:xfrm xmlns:a="http://schemas.openxmlformats.org/drawingml/2006/main">
            <a:off x="4333875" y="44005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0B6172"/>
                </a:solidFill>
                <a:latin typeface="Malgun Gothic"/>
                <a:ea typeface="Malgun Gothic"/>
                <a:cs typeface="Malgun Gothic"/>
              </a:defRPr>
            </a:defPPr>
            <a:lvl1pPr algn="ctr">
              <a:defRPr sz="1875" b="1">
                <a:solidFill>
                  <a:srgbClr val="0B6172"/>
                </a:solidFill>
                <a:latin typeface="Malgun Gothic"/>
                <a:ea typeface="Malgun Gothic"/>
                <a:cs typeface="Malgun Gothic"/>
              </a:defRPr>
            </a:lvl1pPr>
            <a:lvl2pPr algn="ctr">
              <a:defRPr sz="1875" b="1">
                <a:solidFill>
                  <a:srgbClr val="0B6172"/>
                </a:solidFill>
                <a:latin typeface="Malgun Gothic"/>
                <a:ea typeface="Malgun Gothic"/>
                <a:cs typeface="Malgun Gothic"/>
              </a:defRPr>
            </a:lvl2pPr>
            <a:lvl3pPr algn="ctr">
              <a:defRPr sz="1875" b="1">
                <a:solidFill>
                  <a:srgbClr val="0B6172"/>
                </a:solidFill>
                <a:latin typeface="Malgun Gothic"/>
                <a:ea typeface="Malgun Gothic"/>
                <a:cs typeface="Malgun Gothic"/>
              </a:defRPr>
            </a:lvl3pPr>
            <a:lvl4pPr algn="ctr">
              <a:defRPr sz="1875" b="1">
                <a:solidFill>
                  <a:srgbClr val="0B6172"/>
                </a:solidFill>
                <a:latin typeface="Malgun Gothic"/>
                <a:ea typeface="Malgun Gothic"/>
                <a:cs typeface="Malgun Gothic"/>
              </a:defRPr>
            </a:lvl4pPr>
            <a:lvl5pPr algn="ctr">
              <a:defRPr sz="1875" b="1">
                <a:solidFill>
                  <a:srgbClr val="0B6172"/>
                </a:solidFill>
                <a:latin typeface="Malgun Gothic"/>
                <a:ea typeface="Malgun Gothic"/>
                <a:cs typeface="Malgun Gothic"/>
              </a:defRPr>
            </a:lvl5pPr>
            <a:lvl6pPr algn="ctr">
              <a:defRPr sz="1875" b="1">
                <a:solidFill>
                  <a:srgbClr val="0B6172"/>
                </a:solidFill>
                <a:latin typeface="Malgun Gothic"/>
                <a:ea typeface="Malgun Gothic"/>
                <a:cs typeface="Malgun Gothic"/>
              </a:defRPr>
            </a:lvl6pPr>
            <a:lvl7pPr algn="ctr">
              <a:defRPr sz="1875" b="1">
                <a:solidFill>
                  <a:srgbClr val="0B6172"/>
                </a:solidFill>
                <a:latin typeface="Malgun Gothic"/>
                <a:ea typeface="Malgun Gothic"/>
                <a:cs typeface="Malgun Gothic"/>
              </a:defRPr>
            </a:lvl7pPr>
            <a:lvl8pPr algn="ctr">
              <a:defRPr sz="1875" b="1">
                <a:solidFill>
                  <a:srgbClr val="0B6172"/>
                </a:solidFill>
                <a:latin typeface="Malgun Gothic"/>
                <a:ea typeface="Malgun Gothic"/>
                <a:cs typeface="Malgun Gothic"/>
              </a:defRPr>
            </a:lvl8pPr>
            <a:lvl9pPr algn="ctr">
              <a:defRPr sz="1875" b="1">
                <a:solidFill>
                  <a:srgbClr val="0B6172"/>
                </a:solidFill>
                <a:latin typeface="Malgun Gothic"/>
                <a:ea typeface="Malgun Gothic"/>
                <a:cs typeface="Malgun Gothic"/>
              </a:defRPr>
            </a:lvl9pPr>
          </a:lstStyle>
          <a:p xmlns:a="http://schemas.openxmlformats.org/drawingml/2006/main">
            <a:pPr algn="ctr">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어느 선택이 의도일까?</a:t>
            </a:r>
          </a:p>
        </p:txBody>
      </p:sp>
      <p:sp>
        <p:nvSpPr>
          <p:cNvPr id="17" name="바꿀 것">
            <a:extLst xmlns:a="http://schemas.openxmlformats.org/drawingml/2006/main">
              <a:ext uri="{FF2B5EF4-FFF2-40B4-BE49-F238E27FC236}">
                <a16:creationId xmlns:a16="http://schemas.microsoft.com/office/drawing/2014/main" id="{46A94B59-C131-4C06-BA52-9D75E34F89EA}"/>
              </a:ext>
            </a:extLst>
          </p:cNvPr>
          <p:cNvSpPr>
            <a:spLocks xmlns:a="http://schemas.openxmlformats.org/drawingml/2006/main" noGrp="1"/>
          </p:cNvSpPr>
          <p:nvPr/>
        </p:nvSpPr>
        <p:spPr>
          <a:xfrm xmlns:a="http://schemas.openxmlformats.org/drawingml/2006/main">
            <a:off x="7581900" y="22574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바꿀 것</a:t>
            </a:r>
          </a:p>
        </p:txBody>
      </p:sp>
      <p:sp>
        <p:nvSpPr>
          <p:cNvPr id="18" name="무엇을 바꿀까?">
            <a:extLst xmlns:a="http://schemas.openxmlformats.org/drawingml/2006/main">
              <a:ext uri="{FF2B5EF4-FFF2-40B4-BE49-F238E27FC236}">
                <a16:creationId xmlns:a16="http://schemas.microsoft.com/office/drawing/2014/main" id="{3592FCE4-E12D-464B-9F14-2E4CBAC45B69}"/>
              </a:ext>
            </a:extLst>
          </p:cNvPr>
          <p:cNvSpPr>
            <a:spLocks xmlns:a="http://schemas.openxmlformats.org/drawingml/2006/main" noGrp="1"/>
          </p:cNvSpPr>
          <p:nvPr/>
        </p:nvSpPr>
        <p:spPr>
          <a:xfrm xmlns:a="http://schemas.openxmlformats.org/drawingml/2006/main">
            <a:off x="7581900" y="2552700"/>
            <a:ext cx="37719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무엇을 바꿀까?</a:t>
            </a:r>
          </a:p>
        </p:txBody>
      </p:sp>
      <p:sp>
        <p:nvSpPr>
          <p:cNvPr id="19" name="?">
            <a:extLst xmlns:a="http://schemas.openxmlformats.org/drawingml/2006/main">
              <a:ext uri="{FF2B5EF4-FFF2-40B4-BE49-F238E27FC236}">
                <a16:creationId xmlns:a16="http://schemas.microsoft.com/office/drawing/2014/main" id="{673BD3C4-B468-478D-A8FF-B8B406DB61B7}"/>
              </a:ext>
            </a:extLst>
          </p:cNvPr>
          <p:cNvSpPr>
            <a:spLocks xmlns:a="http://schemas.openxmlformats.org/drawingml/2006/main" noGrp="1"/>
          </p:cNvSpPr>
          <p:nvPr/>
        </p:nvSpPr>
        <p:spPr>
          <a:xfrm xmlns:a="http://schemas.openxmlformats.org/drawingml/2006/main">
            <a:off x="11315700" y="2552700"/>
            <a:ext cx="26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1">
                <a:solidFill>
                  <a:srgbClr val="0B6172"/>
                </a:solidFill>
                <a:latin typeface="Malgun Gothic"/>
                <a:ea typeface="Malgun Gothic"/>
                <a:cs typeface="Malgun Gothic"/>
              </a:defRPr>
            </a:defPPr>
            <a:lvl1pPr algn="r">
              <a:defRPr sz="2100" b="1">
                <a:solidFill>
                  <a:srgbClr val="0B6172"/>
                </a:solidFill>
                <a:latin typeface="Malgun Gothic"/>
                <a:ea typeface="Malgun Gothic"/>
                <a:cs typeface="Malgun Gothic"/>
              </a:defRPr>
            </a:lvl1pPr>
            <a:lvl2pPr algn="r">
              <a:defRPr sz="2100" b="1">
                <a:solidFill>
                  <a:srgbClr val="0B6172"/>
                </a:solidFill>
                <a:latin typeface="Malgun Gothic"/>
                <a:ea typeface="Malgun Gothic"/>
                <a:cs typeface="Malgun Gothic"/>
              </a:defRPr>
            </a:lvl2pPr>
            <a:lvl3pPr algn="r">
              <a:defRPr sz="2100" b="1">
                <a:solidFill>
                  <a:srgbClr val="0B6172"/>
                </a:solidFill>
                <a:latin typeface="Malgun Gothic"/>
                <a:ea typeface="Malgun Gothic"/>
                <a:cs typeface="Malgun Gothic"/>
              </a:defRPr>
            </a:lvl3pPr>
            <a:lvl4pPr algn="r">
              <a:defRPr sz="2100" b="1">
                <a:solidFill>
                  <a:srgbClr val="0B6172"/>
                </a:solidFill>
                <a:latin typeface="Malgun Gothic"/>
                <a:ea typeface="Malgun Gothic"/>
                <a:cs typeface="Malgun Gothic"/>
              </a:defRPr>
            </a:lvl4pPr>
            <a:lvl5pPr algn="r">
              <a:defRPr sz="2100" b="1">
                <a:solidFill>
                  <a:srgbClr val="0B6172"/>
                </a:solidFill>
                <a:latin typeface="Malgun Gothic"/>
                <a:ea typeface="Malgun Gothic"/>
                <a:cs typeface="Malgun Gothic"/>
              </a:defRPr>
            </a:lvl5pPr>
            <a:lvl6pPr algn="r">
              <a:defRPr sz="2100" b="1">
                <a:solidFill>
                  <a:srgbClr val="0B6172"/>
                </a:solidFill>
                <a:latin typeface="Malgun Gothic"/>
                <a:ea typeface="Malgun Gothic"/>
                <a:cs typeface="Malgun Gothic"/>
              </a:defRPr>
            </a:lvl6pPr>
            <a:lvl7pPr algn="r">
              <a:defRPr sz="2100" b="1">
                <a:solidFill>
                  <a:srgbClr val="0B6172"/>
                </a:solidFill>
                <a:latin typeface="Malgun Gothic"/>
                <a:ea typeface="Malgun Gothic"/>
                <a:cs typeface="Malgun Gothic"/>
              </a:defRPr>
            </a:lvl7pPr>
            <a:lvl8pPr algn="r">
              <a:defRPr sz="2100" b="1">
                <a:solidFill>
                  <a:srgbClr val="0B6172"/>
                </a:solidFill>
                <a:latin typeface="Malgun Gothic"/>
                <a:ea typeface="Malgun Gothic"/>
                <a:cs typeface="Malgun Gothic"/>
              </a:defRPr>
            </a:lvl8pPr>
            <a:lvl9pPr algn="r">
              <a:defRPr sz="2100" b="1">
                <a:solidFill>
                  <a:srgbClr val="0B6172"/>
                </a:solidFill>
                <a:latin typeface="Malgun Gothic"/>
                <a:ea typeface="Malgun Gothic"/>
                <a:cs typeface="Malgun Gothic"/>
              </a:defRPr>
            </a:lvl9pPr>
          </a:lstStyle>
          <a:p xmlns:a="http://schemas.openxmlformats.org/drawingml/2006/main">
            <a:pPr algn="r">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a:t>
            </a:r>
          </a:p>
        </p:txBody>
      </p:sp>
      <p:sp>
        <p:nvSpPr>
          <p:cNvPr id="20" name="">
            <a:extLst xmlns:a="http://schemas.openxmlformats.org/drawingml/2006/main">
              <a:ext uri="{FF2B5EF4-FFF2-40B4-BE49-F238E27FC236}">
                <a16:creationId xmlns:a16="http://schemas.microsoft.com/office/drawing/2014/main" id="{3DDD2AAD-7A7C-479E-AB27-042D3CDF6910}"/>
              </a:ext>
            </a:extLst>
          </p:cNvPr>
          <p:cNvSpPr>
            <a:spLocks xmlns:a="http://schemas.openxmlformats.org/drawingml/2006/main" noGrp="1"/>
          </p:cNvSpPr>
          <p:nvPr/>
        </p:nvSpPr>
        <p:spPr>
          <a:xfrm xmlns:a="http://schemas.openxmlformats.org/drawingml/2006/main">
            <a:off x="7581900" y="3000375"/>
            <a:ext cx="4000500" cy="0"/>
          </a:xfrm>
          <a:prstGeom xmlns:a="http://schemas.openxmlformats.org/drawingml/2006/main" prst="line">
            <a:avLst/>
          </a:prstGeom>
          <a:noFill xmlns:a="http://schemas.openxmlformats.org/drawingml/2006/main"/>
          <a:ln xmlns:a="http://schemas.openxmlformats.org/drawingml/2006/main" w="14288">
            <a:solidFill>
              <a:srgbClr val="C7D0DA"/>
            </a:solidFill>
            <a:prstDash val="solid"/>
          </a:ln>
        </p:spPr>
      </p:sp>
      <p:sp>
        <p:nvSpPr>
          <p:cNvPr id="21" name="보존할 것">
            <a:extLst xmlns:a="http://schemas.openxmlformats.org/drawingml/2006/main">
              <a:ext uri="{FF2B5EF4-FFF2-40B4-BE49-F238E27FC236}">
                <a16:creationId xmlns:a16="http://schemas.microsoft.com/office/drawing/2014/main" id="{D7A704FC-E03F-4380-B025-B9E6F80A6B5B}"/>
              </a:ext>
            </a:extLst>
          </p:cNvPr>
          <p:cNvSpPr>
            <a:spLocks xmlns:a="http://schemas.openxmlformats.org/drawingml/2006/main" noGrp="1"/>
          </p:cNvSpPr>
          <p:nvPr/>
        </p:nvSpPr>
        <p:spPr>
          <a:xfrm xmlns:a="http://schemas.openxmlformats.org/drawingml/2006/main">
            <a:off x="7581900" y="32385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보존할 것</a:t>
            </a:r>
          </a:p>
        </p:txBody>
      </p:sp>
      <p:sp>
        <p:nvSpPr>
          <p:cNvPr id="22" name="무엇을 그대로 지킬까?">
            <a:extLst xmlns:a="http://schemas.openxmlformats.org/drawingml/2006/main">
              <a:ext uri="{FF2B5EF4-FFF2-40B4-BE49-F238E27FC236}">
                <a16:creationId xmlns:a16="http://schemas.microsoft.com/office/drawing/2014/main" id="{AF91F52D-945F-4526-B323-8F3397C128F8}"/>
              </a:ext>
            </a:extLst>
          </p:cNvPr>
          <p:cNvSpPr>
            <a:spLocks xmlns:a="http://schemas.openxmlformats.org/drawingml/2006/main" noGrp="1"/>
          </p:cNvSpPr>
          <p:nvPr/>
        </p:nvSpPr>
        <p:spPr>
          <a:xfrm xmlns:a="http://schemas.openxmlformats.org/drawingml/2006/main">
            <a:off x="7581900" y="3533775"/>
            <a:ext cx="37719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무엇을 그대로 지킬까?</a:t>
            </a:r>
          </a:p>
        </p:txBody>
      </p:sp>
      <p:sp>
        <p:nvSpPr>
          <p:cNvPr id="23" name="?">
            <a:extLst xmlns:a="http://schemas.openxmlformats.org/drawingml/2006/main">
              <a:ext uri="{FF2B5EF4-FFF2-40B4-BE49-F238E27FC236}">
                <a16:creationId xmlns:a16="http://schemas.microsoft.com/office/drawing/2014/main" id="{BD15E4A7-A9C0-439E-A0F2-E04D41EA35E7}"/>
              </a:ext>
            </a:extLst>
          </p:cNvPr>
          <p:cNvSpPr>
            <a:spLocks xmlns:a="http://schemas.openxmlformats.org/drawingml/2006/main" noGrp="1"/>
          </p:cNvSpPr>
          <p:nvPr/>
        </p:nvSpPr>
        <p:spPr>
          <a:xfrm xmlns:a="http://schemas.openxmlformats.org/drawingml/2006/main">
            <a:off x="11315700" y="3533775"/>
            <a:ext cx="26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1">
                <a:solidFill>
                  <a:srgbClr val="0B6172"/>
                </a:solidFill>
                <a:latin typeface="Malgun Gothic"/>
                <a:ea typeface="Malgun Gothic"/>
                <a:cs typeface="Malgun Gothic"/>
              </a:defRPr>
            </a:defPPr>
            <a:lvl1pPr algn="r">
              <a:defRPr sz="2100" b="1">
                <a:solidFill>
                  <a:srgbClr val="0B6172"/>
                </a:solidFill>
                <a:latin typeface="Malgun Gothic"/>
                <a:ea typeface="Malgun Gothic"/>
                <a:cs typeface="Malgun Gothic"/>
              </a:defRPr>
            </a:lvl1pPr>
            <a:lvl2pPr algn="r">
              <a:defRPr sz="2100" b="1">
                <a:solidFill>
                  <a:srgbClr val="0B6172"/>
                </a:solidFill>
                <a:latin typeface="Malgun Gothic"/>
                <a:ea typeface="Malgun Gothic"/>
                <a:cs typeface="Malgun Gothic"/>
              </a:defRPr>
            </a:lvl2pPr>
            <a:lvl3pPr algn="r">
              <a:defRPr sz="2100" b="1">
                <a:solidFill>
                  <a:srgbClr val="0B6172"/>
                </a:solidFill>
                <a:latin typeface="Malgun Gothic"/>
                <a:ea typeface="Malgun Gothic"/>
                <a:cs typeface="Malgun Gothic"/>
              </a:defRPr>
            </a:lvl3pPr>
            <a:lvl4pPr algn="r">
              <a:defRPr sz="2100" b="1">
                <a:solidFill>
                  <a:srgbClr val="0B6172"/>
                </a:solidFill>
                <a:latin typeface="Malgun Gothic"/>
                <a:ea typeface="Malgun Gothic"/>
                <a:cs typeface="Malgun Gothic"/>
              </a:defRPr>
            </a:lvl4pPr>
            <a:lvl5pPr algn="r">
              <a:defRPr sz="2100" b="1">
                <a:solidFill>
                  <a:srgbClr val="0B6172"/>
                </a:solidFill>
                <a:latin typeface="Malgun Gothic"/>
                <a:ea typeface="Malgun Gothic"/>
                <a:cs typeface="Malgun Gothic"/>
              </a:defRPr>
            </a:lvl5pPr>
            <a:lvl6pPr algn="r">
              <a:defRPr sz="2100" b="1">
                <a:solidFill>
                  <a:srgbClr val="0B6172"/>
                </a:solidFill>
                <a:latin typeface="Malgun Gothic"/>
                <a:ea typeface="Malgun Gothic"/>
                <a:cs typeface="Malgun Gothic"/>
              </a:defRPr>
            </a:lvl6pPr>
            <a:lvl7pPr algn="r">
              <a:defRPr sz="2100" b="1">
                <a:solidFill>
                  <a:srgbClr val="0B6172"/>
                </a:solidFill>
                <a:latin typeface="Malgun Gothic"/>
                <a:ea typeface="Malgun Gothic"/>
                <a:cs typeface="Malgun Gothic"/>
              </a:defRPr>
            </a:lvl7pPr>
            <a:lvl8pPr algn="r">
              <a:defRPr sz="2100" b="1">
                <a:solidFill>
                  <a:srgbClr val="0B6172"/>
                </a:solidFill>
                <a:latin typeface="Malgun Gothic"/>
                <a:ea typeface="Malgun Gothic"/>
                <a:cs typeface="Malgun Gothic"/>
              </a:defRPr>
            </a:lvl8pPr>
            <a:lvl9pPr algn="r">
              <a:defRPr sz="2100" b="1">
                <a:solidFill>
                  <a:srgbClr val="0B6172"/>
                </a:solidFill>
                <a:latin typeface="Malgun Gothic"/>
                <a:ea typeface="Malgun Gothic"/>
                <a:cs typeface="Malgun Gothic"/>
              </a:defRPr>
            </a:lvl9pPr>
          </a:lstStyle>
          <a:p xmlns:a="http://schemas.openxmlformats.org/drawingml/2006/main">
            <a:pPr algn="r">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a:t>
            </a:r>
          </a:p>
        </p:txBody>
      </p:sp>
      <p:sp>
        <p:nvSpPr>
          <p:cNvPr id="24" name="">
            <a:extLst xmlns:a="http://schemas.openxmlformats.org/drawingml/2006/main">
              <a:ext uri="{FF2B5EF4-FFF2-40B4-BE49-F238E27FC236}">
                <a16:creationId xmlns:a16="http://schemas.microsoft.com/office/drawing/2014/main" id="{79DAFC45-C207-43CF-A858-54CE1EBBF6BB}"/>
              </a:ext>
            </a:extLst>
          </p:cNvPr>
          <p:cNvSpPr>
            <a:spLocks xmlns:a="http://schemas.openxmlformats.org/drawingml/2006/main" noGrp="1"/>
          </p:cNvSpPr>
          <p:nvPr/>
        </p:nvSpPr>
        <p:spPr>
          <a:xfrm xmlns:a="http://schemas.openxmlformats.org/drawingml/2006/main">
            <a:off x="7581900" y="3981450"/>
            <a:ext cx="4000500" cy="0"/>
          </a:xfrm>
          <a:prstGeom xmlns:a="http://schemas.openxmlformats.org/drawingml/2006/main" prst="line">
            <a:avLst/>
          </a:prstGeom>
          <a:noFill xmlns:a="http://schemas.openxmlformats.org/drawingml/2006/main"/>
          <a:ln xmlns:a="http://schemas.openxmlformats.org/drawingml/2006/main" w="14288">
            <a:solidFill>
              <a:srgbClr val="C7D0DA"/>
            </a:solidFill>
            <a:prstDash val="solid"/>
          </a:ln>
        </p:spPr>
      </p:sp>
      <p:sp>
        <p:nvSpPr>
          <p:cNvPr id="25" name="완료 근거">
            <a:extLst xmlns:a="http://schemas.openxmlformats.org/drawingml/2006/main">
              <a:ext uri="{FF2B5EF4-FFF2-40B4-BE49-F238E27FC236}">
                <a16:creationId xmlns:a16="http://schemas.microsoft.com/office/drawing/2014/main" id="{2D39F5E4-5B1D-4CF5-84C1-62F7A13922C7}"/>
              </a:ext>
            </a:extLst>
          </p:cNvPr>
          <p:cNvSpPr>
            <a:spLocks xmlns:a="http://schemas.openxmlformats.org/drawingml/2006/main" noGrp="1"/>
          </p:cNvSpPr>
          <p:nvPr/>
        </p:nvSpPr>
        <p:spPr>
          <a:xfrm xmlns:a="http://schemas.openxmlformats.org/drawingml/2006/main">
            <a:off x="7581900" y="42195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완료 근거</a:t>
            </a:r>
          </a:p>
        </p:txBody>
      </p:sp>
      <p:sp>
        <p:nvSpPr>
          <p:cNvPr id="26" name="무엇을 보면 끝났다고 할까?">
            <a:extLst xmlns:a="http://schemas.openxmlformats.org/drawingml/2006/main">
              <a:ext uri="{FF2B5EF4-FFF2-40B4-BE49-F238E27FC236}">
                <a16:creationId xmlns:a16="http://schemas.microsoft.com/office/drawing/2014/main" id="{94BE4B23-76E7-42BE-91ED-29248803E787}"/>
              </a:ext>
            </a:extLst>
          </p:cNvPr>
          <p:cNvSpPr>
            <a:spLocks xmlns:a="http://schemas.openxmlformats.org/drawingml/2006/main" noGrp="1"/>
          </p:cNvSpPr>
          <p:nvPr/>
        </p:nvSpPr>
        <p:spPr>
          <a:xfrm xmlns:a="http://schemas.openxmlformats.org/drawingml/2006/main">
            <a:off x="7581900" y="4514850"/>
            <a:ext cx="37719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무엇을 보면 끝났다고 할까?</a:t>
            </a:r>
          </a:p>
        </p:txBody>
      </p:sp>
      <p:sp>
        <p:nvSpPr>
          <p:cNvPr id="27" name="?">
            <a:extLst xmlns:a="http://schemas.openxmlformats.org/drawingml/2006/main">
              <a:ext uri="{FF2B5EF4-FFF2-40B4-BE49-F238E27FC236}">
                <a16:creationId xmlns:a16="http://schemas.microsoft.com/office/drawing/2014/main" id="{85931314-271D-4479-A39B-40B103B8B352}"/>
              </a:ext>
            </a:extLst>
          </p:cNvPr>
          <p:cNvSpPr>
            <a:spLocks xmlns:a="http://schemas.openxmlformats.org/drawingml/2006/main" noGrp="1"/>
          </p:cNvSpPr>
          <p:nvPr/>
        </p:nvSpPr>
        <p:spPr>
          <a:xfrm xmlns:a="http://schemas.openxmlformats.org/drawingml/2006/main">
            <a:off x="11315700" y="4514850"/>
            <a:ext cx="26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1">
                <a:solidFill>
                  <a:srgbClr val="0B6172"/>
                </a:solidFill>
                <a:latin typeface="Malgun Gothic"/>
                <a:ea typeface="Malgun Gothic"/>
                <a:cs typeface="Malgun Gothic"/>
              </a:defRPr>
            </a:defPPr>
            <a:lvl1pPr algn="r">
              <a:defRPr sz="2100" b="1">
                <a:solidFill>
                  <a:srgbClr val="0B6172"/>
                </a:solidFill>
                <a:latin typeface="Malgun Gothic"/>
                <a:ea typeface="Malgun Gothic"/>
                <a:cs typeface="Malgun Gothic"/>
              </a:defRPr>
            </a:lvl1pPr>
            <a:lvl2pPr algn="r">
              <a:defRPr sz="2100" b="1">
                <a:solidFill>
                  <a:srgbClr val="0B6172"/>
                </a:solidFill>
                <a:latin typeface="Malgun Gothic"/>
                <a:ea typeface="Malgun Gothic"/>
                <a:cs typeface="Malgun Gothic"/>
              </a:defRPr>
            </a:lvl2pPr>
            <a:lvl3pPr algn="r">
              <a:defRPr sz="2100" b="1">
                <a:solidFill>
                  <a:srgbClr val="0B6172"/>
                </a:solidFill>
                <a:latin typeface="Malgun Gothic"/>
                <a:ea typeface="Malgun Gothic"/>
                <a:cs typeface="Malgun Gothic"/>
              </a:defRPr>
            </a:lvl3pPr>
            <a:lvl4pPr algn="r">
              <a:defRPr sz="2100" b="1">
                <a:solidFill>
                  <a:srgbClr val="0B6172"/>
                </a:solidFill>
                <a:latin typeface="Malgun Gothic"/>
                <a:ea typeface="Malgun Gothic"/>
                <a:cs typeface="Malgun Gothic"/>
              </a:defRPr>
            </a:lvl4pPr>
            <a:lvl5pPr algn="r">
              <a:defRPr sz="2100" b="1">
                <a:solidFill>
                  <a:srgbClr val="0B6172"/>
                </a:solidFill>
                <a:latin typeface="Malgun Gothic"/>
                <a:ea typeface="Malgun Gothic"/>
                <a:cs typeface="Malgun Gothic"/>
              </a:defRPr>
            </a:lvl5pPr>
            <a:lvl6pPr algn="r">
              <a:defRPr sz="2100" b="1">
                <a:solidFill>
                  <a:srgbClr val="0B6172"/>
                </a:solidFill>
                <a:latin typeface="Malgun Gothic"/>
                <a:ea typeface="Malgun Gothic"/>
                <a:cs typeface="Malgun Gothic"/>
              </a:defRPr>
            </a:lvl6pPr>
            <a:lvl7pPr algn="r">
              <a:defRPr sz="2100" b="1">
                <a:solidFill>
                  <a:srgbClr val="0B6172"/>
                </a:solidFill>
                <a:latin typeface="Malgun Gothic"/>
                <a:ea typeface="Malgun Gothic"/>
                <a:cs typeface="Malgun Gothic"/>
              </a:defRPr>
            </a:lvl7pPr>
            <a:lvl8pPr algn="r">
              <a:defRPr sz="2100" b="1">
                <a:solidFill>
                  <a:srgbClr val="0B6172"/>
                </a:solidFill>
                <a:latin typeface="Malgun Gothic"/>
                <a:ea typeface="Malgun Gothic"/>
                <a:cs typeface="Malgun Gothic"/>
              </a:defRPr>
            </a:lvl8pPr>
            <a:lvl9pPr algn="r">
              <a:defRPr sz="2100" b="1">
                <a:solidFill>
                  <a:srgbClr val="0B6172"/>
                </a:solidFill>
                <a:latin typeface="Malgun Gothic"/>
                <a:ea typeface="Malgun Gothic"/>
                <a:cs typeface="Malgun Gothic"/>
              </a:defRPr>
            </a:lvl9pPr>
          </a:lstStyle>
          <a:p xmlns:a="http://schemas.openxmlformats.org/drawingml/2006/main">
            <a:pPr algn="r">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a:t>
            </a:r>
          </a:p>
        </p:txBody>
      </p:sp>
      <p:sp>
        <p:nvSpPr>
          <p:cNvPr id="28" name="">
            <a:extLst xmlns:a="http://schemas.openxmlformats.org/drawingml/2006/main">
              <a:ext uri="{FF2B5EF4-FFF2-40B4-BE49-F238E27FC236}">
                <a16:creationId xmlns:a16="http://schemas.microsoft.com/office/drawing/2014/main" id="{C65828BA-A9EA-4F8F-B882-244BD68981ED}"/>
              </a:ext>
            </a:extLst>
          </p:cNvPr>
          <p:cNvSpPr>
            <a:spLocks xmlns:a="http://schemas.openxmlformats.org/drawingml/2006/main" noGrp="1"/>
          </p:cNvSpPr>
          <p:nvPr/>
        </p:nvSpPr>
        <p:spPr>
          <a:xfrm xmlns:a="http://schemas.openxmlformats.org/drawingml/2006/main">
            <a:off x="7581900" y="4962525"/>
            <a:ext cx="4000500" cy="0"/>
          </a:xfrm>
          <a:prstGeom xmlns:a="http://schemas.openxmlformats.org/drawingml/2006/main" prst="line">
            <a:avLst/>
          </a:prstGeom>
          <a:noFill xmlns:a="http://schemas.openxmlformats.org/drawingml/2006/main"/>
          <a:ln xmlns:a="http://schemas.openxmlformats.org/drawingml/2006/main" w="14288">
            <a:solidFill>
              <a:srgbClr val="C7D0DA"/>
            </a:solidFill>
            <a:prstDash val="solid"/>
          </a:ln>
        </p:spPr>
      </p:sp>
      <p:sp>
        <p:nvSpPr>
          <p:cNvPr id="29" name="재탐색·재시도가 길어질 수 있다">
            <a:extLst xmlns:a="http://schemas.openxmlformats.org/drawingml/2006/main">
              <a:ext uri="{FF2B5EF4-FFF2-40B4-BE49-F238E27FC236}">
                <a16:creationId xmlns:a16="http://schemas.microsoft.com/office/drawing/2014/main" id="{EA2A125D-A82D-4A98-B034-952A7A2807BD}"/>
              </a:ext>
            </a:extLst>
          </p:cNvPr>
          <p:cNvSpPr>
            <a:spLocks xmlns:a="http://schemas.openxmlformats.org/drawingml/2006/main" noGrp="1"/>
          </p:cNvSpPr>
          <p:nvPr/>
        </p:nvSpPr>
        <p:spPr>
          <a:xfrm xmlns:a="http://schemas.openxmlformats.org/drawingml/2006/main">
            <a:off x="609600" y="4648200"/>
            <a:ext cx="657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805400"/>
                </a:solidFill>
                <a:latin typeface="Malgun Gothic"/>
                <a:ea typeface="Malgun Gothic"/>
                <a:cs typeface="Malgun Gothic"/>
              </a:defRPr>
            </a:defPPr>
            <a:lvl1pPr algn="l">
              <a:defRPr sz="1950" b="1">
                <a:solidFill>
                  <a:srgbClr val="805400"/>
                </a:solidFill>
                <a:latin typeface="Malgun Gothic"/>
                <a:ea typeface="Malgun Gothic"/>
                <a:cs typeface="Malgun Gothic"/>
              </a:defRPr>
            </a:lvl1pPr>
            <a:lvl2pPr algn="l">
              <a:defRPr sz="1950" b="1">
                <a:solidFill>
                  <a:srgbClr val="805400"/>
                </a:solidFill>
                <a:latin typeface="Malgun Gothic"/>
                <a:ea typeface="Malgun Gothic"/>
                <a:cs typeface="Malgun Gothic"/>
              </a:defRPr>
            </a:lvl2pPr>
            <a:lvl3pPr algn="l">
              <a:defRPr sz="1950" b="1">
                <a:solidFill>
                  <a:srgbClr val="805400"/>
                </a:solidFill>
                <a:latin typeface="Malgun Gothic"/>
                <a:ea typeface="Malgun Gothic"/>
                <a:cs typeface="Malgun Gothic"/>
              </a:defRPr>
            </a:lvl3pPr>
            <a:lvl4pPr algn="l">
              <a:defRPr sz="1950" b="1">
                <a:solidFill>
                  <a:srgbClr val="805400"/>
                </a:solidFill>
                <a:latin typeface="Malgun Gothic"/>
                <a:ea typeface="Malgun Gothic"/>
                <a:cs typeface="Malgun Gothic"/>
              </a:defRPr>
            </a:lvl4pPr>
            <a:lvl5pPr algn="l">
              <a:defRPr sz="1950" b="1">
                <a:solidFill>
                  <a:srgbClr val="805400"/>
                </a:solidFill>
                <a:latin typeface="Malgun Gothic"/>
                <a:ea typeface="Malgun Gothic"/>
                <a:cs typeface="Malgun Gothic"/>
              </a:defRPr>
            </a:lvl5pPr>
            <a:lvl6pPr algn="l">
              <a:defRPr sz="1950" b="1">
                <a:solidFill>
                  <a:srgbClr val="805400"/>
                </a:solidFill>
                <a:latin typeface="Malgun Gothic"/>
                <a:ea typeface="Malgun Gothic"/>
                <a:cs typeface="Malgun Gothic"/>
              </a:defRPr>
            </a:lvl6pPr>
            <a:lvl7pPr algn="l">
              <a:defRPr sz="1950" b="1">
                <a:solidFill>
                  <a:srgbClr val="805400"/>
                </a:solidFill>
                <a:latin typeface="Malgun Gothic"/>
                <a:ea typeface="Malgun Gothic"/>
                <a:cs typeface="Malgun Gothic"/>
              </a:defRPr>
            </a:lvl7pPr>
            <a:lvl8pPr algn="l">
              <a:defRPr sz="1950" b="1">
                <a:solidFill>
                  <a:srgbClr val="805400"/>
                </a:solidFill>
                <a:latin typeface="Malgun Gothic"/>
                <a:ea typeface="Malgun Gothic"/>
                <a:cs typeface="Malgun Gothic"/>
              </a:defRPr>
            </a:lvl8pPr>
            <a:lvl9pPr algn="l">
              <a:defRPr sz="1950" b="1">
                <a:solidFill>
                  <a:srgbClr val="805400"/>
                </a:solidFill>
                <a:latin typeface="Malgun Gothic"/>
                <a:ea typeface="Malgun Gothic"/>
                <a:cs typeface="Malgun Gothic"/>
              </a:defRPr>
            </a:lvl9pPr>
          </a:lstStyle>
          <a:p xmlns:a="http://schemas.openxmlformats.org/drawingml/2006/main">
            <a:pPr algn="l">
              <a:defRPr sz="1950" b="1">
                <a:solidFill>
                  <a:srgbClr val="805400"/>
                </a:solidFill>
                <a:latin typeface="Malgun Gothic"/>
                <a:ea typeface="Malgun Gothic"/>
                <a:cs typeface="Malgun Gothic"/>
              </a:defRPr>
            </a:pPr>
            <a:r>
              <a:rPr sz="1950" b="1">
                <a:solidFill>
                  <a:srgbClr val="805400"/>
                </a:solidFill>
                <a:latin typeface="Malgun Gothic"/>
                <a:ea typeface="Malgun Gothic"/>
                <a:cs typeface="Malgun Gothic"/>
              </a:rPr>
              <a:t>재탐색·재시도가 길어질 수 있다</a:t>
            </a:r>
          </a:p>
        </p:txBody>
      </p:sp>
      <p:sp>
        <p:nvSpPr>
          <p:cNvPr id="30" name="토큰 소모">
            <a:extLst xmlns:a="http://schemas.openxmlformats.org/drawingml/2006/main">
              <a:ext uri="{FF2B5EF4-FFF2-40B4-BE49-F238E27FC236}">
                <a16:creationId xmlns:a16="http://schemas.microsoft.com/office/drawing/2014/main" id="{4F8B9B46-C97A-4B01-AB85-BA72289655CC}"/>
              </a:ext>
            </a:extLst>
          </p:cNvPr>
          <p:cNvSpPr>
            <a:spLocks xmlns:a="http://schemas.openxmlformats.org/drawingml/2006/main" noGrp="1"/>
          </p:cNvSpPr>
          <p:nvPr/>
        </p:nvSpPr>
        <p:spPr>
          <a:xfrm xmlns:a="http://schemas.openxmlformats.org/drawingml/2006/main">
            <a:off x="609600" y="5162550"/>
            <a:ext cx="1219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805400"/>
                </a:solidFill>
                <a:latin typeface="Malgun Gothic"/>
                <a:ea typeface="Malgun Gothic"/>
                <a:cs typeface="Malgun Gothic"/>
              </a:defRPr>
            </a:defPPr>
            <a:lvl1pPr algn="l">
              <a:defRPr sz="1875" b="1">
                <a:solidFill>
                  <a:srgbClr val="805400"/>
                </a:solidFill>
                <a:latin typeface="Malgun Gothic"/>
                <a:ea typeface="Malgun Gothic"/>
                <a:cs typeface="Malgun Gothic"/>
              </a:defRPr>
            </a:lvl1pPr>
            <a:lvl2pPr algn="l">
              <a:defRPr sz="1875" b="1">
                <a:solidFill>
                  <a:srgbClr val="805400"/>
                </a:solidFill>
                <a:latin typeface="Malgun Gothic"/>
                <a:ea typeface="Malgun Gothic"/>
                <a:cs typeface="Malgun Gothic"/>
              </a:defRPr>
            </a:lvl2pPr>
            <a:lvl3pPr algn="l">
              <a:defRPr sz="1875" b="1">
                <a:solidFill>
                  <a:srgbClr val="805400"/>
                </a:solidFill>
                <a:latin typeface="Malgun Gothic"/>
                <a:ea typeface="Malgun Gothic"/>
                <a:cs typeface="Malgun Gothic"/>
              </a:defRPr>
            </a:lvl3pPr>
            <a:lvl4pPr algn="l">
              <a:defRPr sz="1875" b="1">
                <a:solidFill>
                  <a:srgbClr val="805400"/>
                </a:solidFill>
                <a:latin typeface="Malgun Gothic"/>
                <a:ea typeface="Malgun Gothic"/>
                <a:cs typeface="Malgun Gothic"/>
              </a:defRPr>
            </a:lvl4pPr>
            <a:lvl5pPr algn="l">
              <a:defRPr sz="1875" b="1">
                <a:solidFill>
                  <a:srgbClr val="805400"/>
                </a:solidFill>
                <a:latin typeface="Malgun Gothic"/>
                <a:ea typeface="Malgun Gothic"/>
                <a:cs typeface="Malgun Gothic"/>
              </a:defRPr>
            </a:lvl5pPr>
            <a:lvl6pPr algn="l">
              <a:defRPr sz="1875" b="1">
                <a:solidFill>
                  <a:srgbClr val="805400"/>
                </a:solidFill>
                <a:latin typeface="Malgun Gothic"/>
                <a:ea typeface="Malgun Gothic"/>
                <a:cs typeface="Malgun Gothic"/>
              </a:defRPr>
            </a:lvl6pPr>
            <a:lvl7pPr algn="l">
              <a:defRPr sz="1875" b="1">
                <a:solidFill>
                  <a:srgbClr val="805400"/>
                </a:solidFill>
                <a:latin typeface="Malgun Gothic"/>
                <a:ea typeface="Malgun Gothic"/>
                <a:cs typeface="Malgun Gothic"/>
              </a:defRPr>
            </a:lvl7pPr>
            <a:lvl8pPr algn="l">
              <a:defRPr sz="1875" b="1">
                <a:solidFill>
                  <a:srgbClr val="805400"/>
                </a:solidFill>
                <a:latin typeface="Malgun Gothic"/>
                <a:ea typeface="Malgun Gothic"/>
                <a:cs typeface="Malgun Gothic"/>
              </a:defRPr>
            </a:lvl8pPr>
            <a:lvl9pPr algn="l">
              <a:defRPr sz="1875" b="1">
                <a:solidFill>
                  <a:srgbClr val="805400"/>
                </a:solidFill>
                <a:latin typeface="Malgun Gothic"/>
                <a:ea typeface="Malgun Gothic"/>
                <a:cs typeface="Malgun Gothic"/>
              </a:defRPr>
            </a:lvl9pPr>
          </a:lstStyle>
          <a:p xmlns:a="http://schemas.openxmlformats.org/drawingml/2006/main">
            <a:pPr algn="l">
              <a:defRPr sz="1875" b="1">
                <a:solidFill>
                  <a:srgbClr val="805400"/>
                </a:solidFill>
                <a:latin typeface="Malgun Gothic"/>
                <a:ea typeface="Malgun Gothic"/>
                <a:cs typeface="Malgun Gothic"/>
              </a:defRPr>
            </a:pPr>
            <a:r>
              <a:rPr sz="1875" b="1">
                <a:solidFill>
                  <a:srgbClr val="805400"/>
                </a:solidFill>
                <a:latin typeface="Malgun Gothic"/>
                <a:ea typeface="Malgun Gothic"/>
                <a:cs typeface="Malgun Gothic"/>
              </a:rPr>
              <a:t>토큰 소모</a:t>
            </a:r>
          </a:p>
        </p:txBody>
      </p:sp>
      <p:pic>
        <p:nvPicPr>
          <p:cNvPr id="31" name="">
            <a:extLst xmlns:a="http://schemas.openxmlformats.org/drawingml/2006/main">
              <a:ext uri="{FF2B5EF4-FFF2-40B4-BE49-F238E27FC236}">
                <a16:creationId xmlns:a16="http://schemas.microsoft.com/office/drawing/2014/main" id="{5FDE0368-9A6C-474F-8933-3473115E232D}"/>
              </a:ext>
            </a:extLst>
          </p:cNvPr>
          <p:cNvPicPr>
            <a:picLocks xmlns:a="http://schemas.openxmlformats.org/drawingml/2006/main" noChangeAspect="1"/>
          </p:cNvPicPr>
          <p:nvPr/>
        </p:nvPicPr>
        <p:blipFill>
          <a:blip xmlns:r="http://schemas.openxmlformats.org/officeDocument/2006/relationships" xmlns:a="http://schemas.openxmlformats.org/drawingml/2006/main" r:embed="Rde29c5f92504492f"/>
          <a:stretch xmlns:a="http://schemas.openxmlformats.org/drawingml/2006/main"/>
        </p:blipFill>
        <p:spPr>
          <a:xfrm xmlns:a="http://schemas.openxmlformats.org/drawingml/2006/main">
            <a:off x="1809750" y="5064090"/>
            <a:ext cx="1543050" cy="501719"/>
          </a:xfrm>
          <a:prstGeom xmlns:a="http://schemas.openxmlformats.org/drawingml/2006/main" prst="rect">
            <a:avLst/>
          </a:prstGeom>
        </p:spPr>
      </p:pic>
      <p:sp>
        <p:nvSpPr>
          <p:cNvPr id="32" name="작업 시간">
            <a:extLst xmlns:a="http://schemas.openxmlformats.org/drawingml/2006/main">
              <a:ext uri="{FF2B5EF4-FFF2-40B4-BE49-F238E27FC236}">
                <a16:creationId xmlns:a16="http://schemas.microsoft.com/office/drawing/2014/main" id="{C15AA71C-8A78-41AF-ADDE-16F307E0ABD3}"/>
              </a:ext>
            </a:extLst>
          </p:cNvPr>
          <p:cNvSpPr>
            <a:spLocks xmlns:a="http://schemas.openxmlformats.org/drawingml/2006/main" noGrp="1"/>
          </p:cNvSpPr>
          <p:nvPr/>
        </p:nvSpPr>
        <p:spPr>
          <a:xfrm xmlns:a="http://schemas.openxmlformats.org/drawingml/2006/main">
            <a:off x="3886200" y="5162550"/>
            <a:ext cx="1219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805400"/>
                </a:solidFill>
                <a:latin typeface="Malgun Gothic"/>
                <a:ea typeface="Malgun Gothic"/>
                <a:cs typeface="Malgun Gothic"/>
              </a:defRPr>
            </a:defPPr>
            <a:lvl1pPr algn="l">
              <a:defRPr sz="1875" b="1">
                <a:solidFill>
                  <a:srgbClr val="805400"/>
                </a:solidFill>
                <a:latin typeface="Malgun Gothic"/>
                <a:ea typeface="Malgun Gothic"/>
                <a:cs typeface="Malgun Gothic"/>
              </a:defRPr>
            </a:lvl1pPr>
            <a:lvl2pPr algn="l">
              <a:defRPr sz="1875" b="1">
                <a:solidFill>
                  <a:srgbClr val="805400"/>
                </a:solidFill>
                <a:latin typeface="Malgun Gothic"/>
                <a:ea typeface="Malgun Gothic"/>
                <a:cs typeface="Malgun Gothic"/>
              </a:defRPr>
            </a:lvl2pPr>
            <a:lvl3pPr algn="l">
              <a:defRPr sz="1875" b="1">
                <a:solidFill>
                  <a:srgbClr val="805400"/>
                </a:solidFill>
                <a:latin typeface="Malgun Gothic"/>
                <a:ea typeface="Malgun Gothic"/>
                <a:cs typeface="Malgun Gothic"/>
              </a:defRPr>
            </a:lvl3pPr>
            <a:lvl4pPr algn="l">
              <a:defRPr sz="1875" b="1">
                <a:solidFill>
                  <a:srgbClr val="805400"/>
                </a:solidFill>
                <a:latin typeface="Malgun Gothic"/>
                <a:ea typeface="Malgun Gothic"/>
                <a:cs typeface="Malgun Gothic"/>
              </a:defRPr>
            </a:lvl4pPr>
            <a:lvl5pPr algn="l">
              <a:defRPr sz="1875" b="1">
                <a:solidFill>
                  <a:srgbClr val="805400"/>
                </a:solidFill>
                <a:latin typeface="Malgun Gothic"/>
                <a:ea typeface="Malgun Gothic"/>
                <a:cs typeface="Malgun Gothic"/>
              </a:defRPr>
            </a:lvl5pPr>
            <a:lvl6pPr algn="l">
              <a:defRPr sz="1875" b="1">
                <a:solidFill>
                  <a:srgbClr val="805400"/>
                </a:solidFill>
                <a:latin typeface="Malgun Gothic"/>
                <a:ea typeface="Malgun Gothic"/>
                <a:cs typeface="Malgun Gothic"/>
              </a:defRPr>
            </a:lvl6pPr>
            <a:lvl7pPr algn="l">
              <a:defRPr sz="1875" b="1">
                <a:solidFill>
                  <a:srgbClr val="805400"/>
                </a:solidFill>
                <a:latin typeface="Malgun Gothic"/>
                <a:ea typeface="Malgun Gothic"/>
                <a:cs typeface="Malgun Gothic"/>
              </a:defRPr>
            </a:lvl7pPr>
            <a:lvl8pPr algn="l">
              <a:defRPr sz="1875" b="1">
                <a:solidFill>
                  <a:srgbClr val="805400"/>
                </a:solidFill>
                <a:latin typeface="Malgun Gothic"/>
                <a:ea typeface="Malgun Gothic"/>
                <a:cs typeface="Malgun Gothic"/>
              </a:defRPr>
            </a:lvl8pPr>
            <a:lvl9pPr algn="l">
              <a:defRPr sz="1875" b="1">
                <a:solidFill>
                  <a:srgbClr val="805400"/>
                </a:solidFill>
                <a:latin typeface="Malgun Gothic"/>
                <a:ea typeface="Malgun Gothic"/>
                <a:cs typeface="Malgun Gothic"/>
              </a:defRPr>
            </a:lvl9pPr>
          </a:lstStyle>
          <a:p xmlns:a="http://schemas.openxmlformats.org/drawingml/2006/main">
            <a:pPr algn="l">
              <a:defRPr sz="1875" b="1">
                <a:solidFill>
                  <a:srgbClr val="805400"/>
                </a:solidFill>
                <a:latin typeface="Malgun Gothic"/>
                <a:ea typeface="Malgun Gothic"/>
                <a:cs typeface="Malgun Gothic"/>
              </a:defRPr>
            </a:pPr>
            <a:r>
              <a:rPr sz="1875" b="1">
                <a:solidFill>
                  <a:srgbClr val="805400"/>
                </a:solidFill>
                <a:latin typeface="Malgun Gothic"/>
                <a:ea typeface="Malgun Gothic"/>
                <a:cs typeface="Malgun Gothic"/>
              </a:rPr>
              <a:t>작업 시간</a:t>
            </a:r>
          </a:p>
        </p:txBody>
      </p:sp>
      <p:pic>
        <p:nvPicPr>
          <p:cNvPr id="33" name="">
            <a:extLst xmlns:a="http://schemas.openxmlformats.org/drawingml/2006/main">
              <a:ext uri="{FF2B5EF4-FFF2-40B4-BE49-F238E27FC236}">
                <a16:creationId xmlns:a16="http://schemas.microsoft.com/office/drawing/2014/main" id="{6482220B-5356-4C2A-BCD0-8F76A34D95E7}"/>
              </a:ext>
            </a:extLst>
          </p:cNvPr>
          <p:cNvPicPr>
            <a:picLocks xmlns:a="http://schemas.openxmlformats.org/drawingml/2006/main" noChangeAspect="1"/>
          </p:cNvPicPr>
          <p:nvPr/>
        </p:nvPicPr>
        <p:blipFill>
          <a:blip xmlns:r="http://schemas.openxmlformats.org/officeDocument/2006/relationships" xmlns:a="http://schemas.openxmlformats.org/drawingml/2006/main" r:embed="Rff01280ad33e4631"/>
          <a:stretch xmlns:a="http://schemas.openxmlformats.org/drawingml/2006/main"/>
        </p:blipFill>
        <p:spPr>
          <a:xfrm xmlns:a="http://schemas.openxmlformats.org/drawingml/2006/main">
            <a:off x="5127724" y="5038725"/>
            <a:ext cx="1460302" cy="552450"/>
          </a:xfrm>
          <a:prstGeom xmlns:a="http://schemas.openxmlformats.org/drawingml/2006/main" prst="rect">
            <a:avLst/>
          </a:prstGeom>
        </p:spPr>
      </p:pic>
      <p:sp>
        <p:nvSpPr>
          <p:cNvPr id="34" name="Legacy module connection">
            <a:extLst xmlns:a="http://schemas.openxmlformats.org/drawingml/2006/main">
              <a:ext uri="{FF2B5EF4-FFF2-40B4-BE49-F238E27FC236}">
                <a16:creationId xmlns:a16="http://schemas.microsoft.com/office/drawing/2014/main" id="{ECDA1BB9-3DCD-4B20-96E2-9ABAAF3982CE}"/>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361129681"/>
      </p:ext>
    </p:extLst>
  </p:cSld>
</p:sld>
</file>

<file path=ppt/slides/slide1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2" name="ACT 1 · 같은 Agent, 같은 요청, 가능한 해석">
            <a:extLst xmlns:a="http://schemas.openxmlformats.org/drawingml/2006/main">
              <a:ext uri="{FF2B5EF4-FFF2-40B4-BE49-F238E27FC236}">
                <a16:creationId xmlns:a16="http://schemas.microsoft.com/office/drawing/2014/main" id="{13DA4E6D-42D8-4009-845E-90A7D87EE65C}"/>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같은 Agent, 같은 요청, 가능한 해석</a:t>
            </a:r>
          </a:p>
        </p:txBody>
      </p:sp>
      <p:sp>
        <p:nvSpPr>
          <p:cNvPr id="2" name="S12">
            <a:extLst xmlns:a="http://schemas.openxmlformats.org/drawingml/2006/main">
              <a:ext uri="{FF2B5EF4-FFF2-40B4-BE49-F238E27FC236}">
                <a16:creationId xmlns:a16="http://schemas.microsoft.com/office/drawing/2014/main" id="{28111496-DD89-4EB3-A0EC-175F3C04C6BF}"/>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S12</a:t>
            </a:r>
          </a:p>
        </p:txBody>
      </p:sp>
      <p:sp>
        <p:nvSpPr>
          <p:cNvPr id="3" name="요청만으로는 의도가 보이지 않는다">
            <a:extLst xmlns:a="http://schemas.openxmlformats.org/drawingml/2006/main">
              <a:ext uri="{FF2B5EF4-FFF2-40B4-BE49-F238E27FC236}">
                <a16:creationId xmlns:a16="http://schemas.microsoft.com/office/drawing/2014/main" id="{C7DBA8EC-6CFC-4B20-BE12-0E9A9835B627}"/>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요청만으로는 의도가 보이지 않는다</a:t>
            </a:r>
          </a:p>
        </p:txBody>
      </p:sp>
      <p:sp>
        <p:nvSpPr>
          <p:cNvPr id="4" name="">
            <a:extLst xmlns:a="http://schemas.openxmlformats.org/drawingml/2006/main">
              <a:ext uri="{FF2B5EF4-FFF2-40B4-BE49-F238E27FC236}">
                <a16:creationId xmlns:a16="http://schemas.microsoft.com/office/drawing/2014/main" id="{E78116CA-715E-4541-9BF1-808B2974509F}"/>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교육용 병렬 시간선 · 실제 반복 실행·동시 Subagent·분기 확률을 관찰한 결과가 아님">
            <a:extLst xmlns:a="http://schemas.openxmlformats.org/drawingml/2006/main">
              <a:ext uri="{FF2B5EF4-FFF2-40B4-BE49-F238E27FC236}">
                <a16:creationId xmlns:a16="http://schemas.microsoft.com/office/drawing/2014/main" id="{269C5D44-12E6-42CC-9284-CDD0837C6200}"/>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교육용 병렬 시간선 · 실제 반복 실행·동시 Subagent·분기 확률을 관찰한 결과가 아님</a:t>
            </a:r>
          </a:p>
        </p:txBody>
      </p:sp>
      <p:sp>
        <p:nvSpPr>
          <p:cNvPr id="6" name="짧은 요청의 가능한 해석을 그렸습니다. 실제 TRIAL-002 Prompt나 특정 실패의 재현이 아닙니다.">
            <a:extLst xmlns:a="http://schemas.openxmlformats.org/drawingml/2006/main">
              <a:ext uri="{FF2B5EF4-FFF2-40B4-BE49-F238E27FC236}">
                <a16:creationId xmlns:a16="http://schemas.microsoft.com/office/drawing/2014/main" id="{B51A7527-3785-45FB-BB56-716CF4802985}"/>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짧은 요청의 가능한 해석을 그렸습니다. 실제 TRIAL-002 Prompt나 특정 실패의 재현이 아닙니다.</a:t>
            </a:r>
          </a:p>
        </p:txBody>
      </p:sp>
      <p:sp>
        <p:nvSpPr>
          <p:cNvPr id="7" name="같은 모호함을, 앞서 본 crop 사례로 좁혀 보자.">
            <a:extLst xmlns:a="http://schemas.openxmlformats.org/drawingml/2006/main">
              <a:ext uri="{FF2B5EF4-FFF2-40B4-BE49-F238E27FC236}">
                <a16:creationId xmlns:a16="http://schemas.microsoft.com/office/drawing/2014/main" id="{107CCE5D-5998-4C96-B791-41618FF5FD79}"/>
              </a:ext>
            </a:extLst>
          </p:cNvPr>
          <p:cNvSpPr>
            <a:spLocks xmlns:a="http://schemas.openxmlformats.org/drawingml/2006/main" noGrp="1"/>
          </p:cNvSpPr>
          <p:nvPr/>
        </p:nvSpPr>
        <p:spPr>
          <a:xfrm xmlns:a="http://schemas.openxmlformats.org/drawingml/2006/main">
            <a:off x="609600" y="15525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같은 모호함을, 앞서 본 crop 사례로 좁혀 보자.</a:t>
            </a:r>
          </a:p>
        </p:txBody>
      </p:sp>
      <p:sp>
        <p:nvSpPr>
          <p:cNvPr id="8" name="">
            <a:extLst xmlns:a="http://schemas.openxmlformats.org/drawingml/2006/main">
              <a:ext uri="{FF2B5EF4-FFF2-40B4-BE49-F238E27FC236}">
                <a16:creationId xmlns:a16="http://schemas.microsoft.com/office/drawing/2014/main" id="{D0654641-9B30-4DB8-A74E-49227F0B0C74}"/>
              </a:ext>
            </a:extLst>
          </p:cNvPr>
          <p:cNvSpPr>
            <a:spLocks xmlns:a="http://schemas.openxmlformats.org/drawingml/2006/main" noGrp="1"/>
          </p:cNvSpPr>
          <p:nvPr/>
        </p:nvSpPr>
        <p:spPr>
          <a:xfrm xmlns:a="http://schemas.openxmlformats.org/drawingml/2006/main">
            <a:off x="609600" y="2000250"/>
            <a:ext cx="4191000" cy="1562100"/>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4288">
            <a:solidFill>
              <a:srgbClr val="C7D0DA"/>
            </a:solidFill>
            <a:prstDash val="solid"/>
          </a:ln>
        </p:spPr>
      </p:sp>
      <p:sp>
        <p:nvSpPr>
          <p:cNvPr id="9" name="요청 입력 · 교육용 재구성">
            <a:extLst xmlns:a="http://schemas.openxmlformats.org/drawingml/2006/main">
              <a:ext uri="{FF2B5EF4-FFF2-40B4-BE49-F238E27FC236}">
                <a16:creationId xmlns:a16="http://schemas.microsoft.com/office/drawing/2014/main" id="{B7BADBE2-9665-4091-938D-C0252E1C42AF}"/>
              </a:ext>
            </a:extLst>
          </p:cNvPr>
          <p:cNvSpPr>
            <a:spLocks xmlns:a="http://schemas.openxmlformats.org/drawingml/2006/main" noGrp="1"/>
          </p:cNvSpPr>
          <p:nvPr/>
        </p:nvSpPr>
        <p:spPr>
          <a:xfrm xmlns:a="http://schemas.openxmlformats.org/drawingml/2006/main">
            <a:off x="781050" y="2095500"/>
            <a:ext cx="3848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4D5A68"/>
                </a:solidFill>
                <a:latin typeface="Malgun Gothic"/>
                <a:ea typeface="Malgun Gothic"/>
                <a:cs typeface="Malgun Gothic"/>
              </a:defRPr>
            </a:defPPr>
            <a:lvl1pPr algn="l">
              <a:defRPr sz="1500" b="0">
                <a:solidFill>
                  <a:srgbClr val="4D5A68"/>
                </a:solidFill>
                <a:latin typeface="Malgun Gothic"/>
                <a:ea typeface="Malgun Gothic"/>
                <a:cs typeface="Malgun Gothic"/>
              </a:defRPr>
            </a:lvl1pPr>
            <a:lvl2pPr algn="l">
              <a:defRPr sz="1500" b="0">
                <a:solidFill>
                  <a:srgbClr val="4D5A68"/>
                </a:solidFill>
                <a:latin typeface="Malgun Gothic"/>
                <a:ea typeface="Malgun Gothic"/>
                <a:cs typeface="Malgun Gothic"/>
              </a:defRPr>
            </a:lvl2pPr>
            <a:lvl3pPr algn="l">
              <a:defRPr sz="1500" b="0">
                <a:solidFill>
                  <a:srgbClr val="4D5A68"/>
                </a:solidFill>
                <a:latin typeface="Malgun Gothic"/>
                <a:ea typeface="Malgun Gothic"/>
                <a:cs typeface="Malgun Gothic"/>
              </a:defRPr>
            </a:lvl3pPr>
            <a:lvl4pPr algn="l">
              <a:defRPr sz="1500" b="0">
                <a:solidFill>
                  <a:srgbClr val="4D5A68"/>
                </a:solidFill>
                <a:latin typeface="Malgun Gothic"/>
                <a:ea typeface="Malgun Gothic"/>
                <a:cs typeface="Malgun Gothic"/>
              </a:defRPr>
            </a:lvl4pPr>
            <a:lvl5pPr algn="l">
              <a:defRPr sz="1500" b="0">
                <a:solidFill>
                  <a:srgbClr val="4D5A68"/>
                </a:solidFill>
                <a:latin typeface="Malgun Gothic"/>
                <a:ea typeface="Malgun Gothic"/>
                <a:cs typeface="Malgun Gothic"/>
              </a:defRPr>
            </a:lvl5pPr>
            <a:lvl6pPr algn="l">
              <a:defRPr sz="1500" b="0">
                <a:solidFill>
                  <a:srgbClr val="4D5A68"/>
                </a:solidFill>
                <a:latin typeface="Malgun Gothic"/>
                <a:ea typeface="Malgun Gothic"/>
                <a:cs typeface="Malgun Gothic"/>
              </a:defRPr>
            </a:lvl6pPr>
            <a:lvl7pPr algn="l">
              <a:defRPr sz="1500" b="0">
                <a:solidFill>
                  <a:srgbClr val="4D5A68"/>
                </a:solidFill>
                <a:latin typeface="Malgun Gothic"/>
                <a:ea typeface="Malgun Gothic"/>
                <a:cs typeface="Malgun Gothic"/>
              </a:defRPr>
            </a:lvl7pPr>
            <a:lvl8pPr algn="l">
              <a:defRPr sz="1500" b="0">
                <a:solidFill>
                  <a:srgbClr val="4D5A68"/>
                </a:solidFill>
                <a:latin typeface="Malgun Gothic"/>
                <a:ea typeface="Malgun Gothic"/>
                <a:cs typeface="Malgun Gothic"/>
              </a:defRPr>
            </a:lvl8pPr>
            <a:lvl9pPr algn="l">
              <a:defRPr sz="1500" b="0">
                <a:solidFill>
                  <a:srgbClr val="4D5A68"/>
                </a:solidFill>
                <a:latin typeface="Malgun Gothic"/>
                <a:ea typeface="Malgun Gothic"/>
                <a:cs typeface="Malgun Gothic"/>
              </a:defRPr>
            </a:lvl9pPr>
          </a:lstStyle>
          <a:p xmlns:a="http://schemas.openxmlformats.org/drawingml/2006/main">
            <a:pPr algn="l">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요청 입력 · 교육용 재구성</a:t>
            </a:r>
          </a:p>
        </p:txBody>
      </p:sp>
      <p:sp>
        <p:nvSpPr>
          <p:cNvPr id="10" name="">
            <a:extLst xmlns:a="http://schemas.openxmlformats.org/drawingml/2006/main">
              <a:ext uri="{FF2B5EF4-FFF2-40B4-BE49-F238E27FC236}">
                <a16:creationId xmlns:a16="http://schemas.microsoft.com/office/drawing/2014/main" id="{A7B1D0DC-17ED-4C3E-BCF8-258C80F6E1C8}"/>
              </a:ext>
            </a:extLst>
          </p:cNvPr>
          <p:cNvSpPr>
            <a:spLocks xmlns:a="http://schemas.openxmlformats.org/drawingml/2006/main" noGrp="1"/>
          </p:cNvSpPr>
          <p:nvPr/>
        </p:nvSpPr>
        <p:spPr>
          <a:xfrm xmlns:a="http://schemas.openxmlformats.org/drawingml/2006/main">
            <a:off x="781050" y="2447925"/>
            <a:ext cx="38481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1" name="crop test 고쳐줘">
            <a:extLst xmlns:a="http://schemas.openxmlformats.org/drawingml/2006/main">
              <a:ext uri="{FF2B5EF4-FFF2-40B4-BE49-F238E27FC236}">
                <a16:creationId xmlns:a16="http://schemas.microsoft.com/office/drawing/2014/main" id="{6D15FB66-F077-4CFC-A983-6AE2D58B87C8}"/>
              </a:ext>
            </a:extLst>
          </p:cNvPr>
          <p:cNvSpPr>
            <a:spLocks xmlns:a="http://schemas.openxmlformats.org/drawingml/2006/main" noGrp="1"/>
          </p:cNvSpPr>
          <p:nvPr/>
        </p:nvSpPr>
        <p:spPr>
          <a:xfrm xmlns:a="http://schemas.openxmlformats.org/drawingml/2006/main">
            <a:off x="800100" y="2609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Malgun Gothic"/>
                <a:ea typeface="Malgun Gothic"/>
                <a:cs typeface="Malgun Gothic"/>
              </a:defRPr>
            </a:defPPr>
            <a:lvl1pPr algn="l">
              <a:defRPr sz="2475" b="1">
                <a:solidFill>
                  <a:srgbClr val="17212B"/>
                </a:solidFill>
                <a:latin typeface="Malgun Gothic"/>
                <a:ea typeface="Malgun Gothic"/>
                <a:cs typeface="Malgun Gothic"/>
              </a:defRPr>
            </a:lvl1pPr>
            <a:lvl2pPr algn="l">
              <a:defRPr sz="2475" b="1">
                <a:solidFill>
                  <a:srgbClr val="17212B"/>
                </a:solidFill>
                <a:latin typeface="Malgun Gothic"/>
                <a:ea typeface="Malgun Gothic"/>
                <a:cs typeface="Malgun Gothic"/>
              </a:defRPr>
            </a:lvl2pPr>
            <a:lvl3pPr algn="l">
              <a:defRPr sz="2475" b="1">
                <a:solidFill>
                  <a:srgbClr val="17212B"/>
                </a:solidFill>
                <a:latin typeface="Malgun Gothic"/>
                <a:ea typeface="Malgun Gothic"/>
                <a:cs typeface="Malgun Gothic"/>
              </a:defRPr>
            </a:lvl3pPr>
            <a:lvl4pPr algn="l">
              <a:defRPr sz="2475" b="1">
                <a:solidFill>
                  <a:srgbClr val="17212B"/>
                </a:solidFill>
                <a:latin typeface="Malgun Gothic"/>
                <a:ea typeface="Malgun Gothic"/>
                <a:cs typeface="Malgun Gothic"/>
              </a:defRPr>
            </a:lvl4pPr>
            <a:lvl5pPr algn="l">
              <a:defRPr sz="2475" b="1">
                <a:solidFill>
                  <a:srgbClr val="17212B"/>
                </a:solidFill>
                <a:latin typeface="Malgun Gothic"/>
                <a:ea typeface="Malgun Gothic"/>
                <a:cs typeface="Malgun Gothic"/>
              </a:defRPr>
            </a:lvl5pPr>
            <a:lvl6pPr algn="l">
              <a:defRPr sz="2475" b="1">
                <a:solidFill>
                  <a:srgbClr val="17212B"/>
                </a:solidFill>
                <a:latin typeface="Malgun Gothic"/>
                <a:ea typeface="Malgun Gothic"/>
                <a:cs typeface="Malgun Gothic"/>
              </a:defRPr>
            </a:lvl6pPr>
            <a:lvl7pPr algn="l">
              <a:defRPr sz="2475" b="1">
                <a:solidFill>
                  <a:srgbClr val="17212B"/>
                </a:solidFill>
                <a:latin typeface="Malgun Gothic"/>
                <a:ea typeface="Malgun Gothic"/>
                <a:cs typeface="Malgun Gothic"/>
              </a:defRPr>
            </a:lvl7pPr>
            <a:lvl8pPr algn="l">
              <a:defRPr sz="2475" b="1">
                <a:solidFill>
                  <a:srgbClr val="17212B"/>
                </a:solidFill>
                <a:latin typeface="Malgun Gothic"/>
                <a:ea typeface="Malgun Gothic"/>
                <a:cs typeface="Malgun Gothic"/>
              </a:defRPr>
            </a:lvl8pPr>
            <a:lvl9pPr algn="l">
              <a:defRPr sz="2475" b="1">
                <a:solidFill>
                  <a:srgbClr val="17212B"/>
                </a:solidFill>
                <a:latin typeface="Malgun Gothic"/>
                <a:ea typeface="Malgun Gothic"/>
                <a:cs typeface="Malgun Gothic"/>
              </a:defRPr>
            </a:lvl9pPr>
          </a:lstStyle>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crop test 고쳐줘</a:t>
            </a:r>
          </a:p>
        </p:txBody>
      </p:sp>
      <p:sp>
        <p:nvSpPr>
          <p:cNvPr id="12" name="+">
            <a:extLst xmlns:a="http://schemas.openxmlformats.org/drawingml/2006/main">
              <a:ext uri="{FF2B5EF4-FFF2-40B4-BE49-F238E27FC236}">
                <a16:creationId xmlns:a16="http://schemas.microsoft.com/office/drawing/2014/main" id="{79C41C38-0AA2-434E-B96E-3C91EDD4ED76}"/>
              </a:ext>
            </a:extLst>
          </p:cNvPr>
          <p:cNvSpPr>
            <a:spLocks xmlns:a="http://schemas.openxmlformats.org/drawingml/2006/main" noGrp="1"/>
          </p:cNvSpPr>
          <p:nvPr/>
        </p:nvSpPr>
        <p:spPr>
          <a:xfrm xmlns:a="http://schemas.openxmlformats.org/drawingml/2006/main">
            <a:off x="781050" y="32385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a:t>
            </a:r>
          </a:p>
        </p:txBody>
      </p:sp>
      <p:sp>
        <p:nvSpPr>
          <p:cNvPr id="13" name="">
            <a:extLst xmlns:a="http://schemas.openxmlformats.org/drawingml/2006/main">
              <a:ext uri="{FF2B5EF4-FFF2-40B4-BE49-F238E27FC236}">
                <a16:creationId xmlns:a16="http://schemas.microsoft.com/office/drawing/2014/main" id="{FEC2FB7A-FC2A-4876-A325-A93B23127A93}"/>
              </a:ext>
            </a:extLst>
          </p:cNvPr>
          <p:cNvSpPr>
            <a:spLocks xmlns:a="http://schemas.openxmlformats.org/drawingml/2006/main" noGrp="1"/>
          </p:cNvSpPr>
          <p:nvPr/>
        </p:nvSpPr>
        <p:spPr>
          <a:xfrm xmlns:a="http://schemas.openxmlformats.org/drawingml/2006/main">
            <a:off x="4391025" y="3219450"/>
            <a:ext cx="238125" cy="238125"/>
          </a:xfrm>
          <a:prstGeom xmlns:a="http://schemas.openxmlformats.org/drawingml/2006/main" prst="ellipse">
            <a:avLst/>
          </a:prstGeom>
          <a:solidFill xmlns:a="http://schemas.openxmlformats.org/drawingml/2006/main">
            <a:srgbClr val="0B61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912F787-E050-4FFC-AFAE-0A3ABA92A3D2}"/>
              </a:ext>
            </a:extLst>
          </p:cNvPr>
          <p:cNvSpPr>
            <a:spLocks xmlns:a="http://schemas.openxmlformats.org/drawingml/2006/main" noGrp="1"/>
          </p:cNvSpPr>
          <p:nvPr/>
        </p:nvSpPr>
        <p:spPr>
          <a:xfrm xmlns:a="http://schemas.openxmlformats.org/drawingml/2006/main">
            <a:off x="4391025" y="320992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FFFFFF"/>
                </a:solidFill>
                <a:latin typeface="Malgun Gothic"/>
                <a:ea typeface="Malgun Gothic"/>
                <a:cs typeface="Malgun Gothic"/>
              </a:defRPr>
            </a:defPPr>
            <a:lvl1pPr algn="ctr">
              <a:defRPr sz="1650" b="1">
                <a:solidFill>
                  <a:srgbClr val="FFFFFF"/>
                </a:solidFill>
                <a:latin typeface="Malgun Gothic"/>
                <a:ea typeface="Malgun Gothic"/>
                <a:cs typeface="Malgun Gothic"/>
              </a:defRPr>
            </a:lvl1pPr>
            <a:lvl2pPr algn="ctr">
              <a:defRPr sz="1650" b="1">
                <a:solidFill>
                  <a:srgbClr val="FFFFFF"/>
                </a:solidFill>
                <a:latin typeface="Malgun Gothic"/>
                <a:ea typeface="Malgun Gothic"/>
                <a:cs typeface="Malgun Gothic"/>
              </a:defRPr>
            </a:lvl2pPr>
            <a:lvl3pPr algn="ctr">
              <a:defRPr sz="1650" b="1">
                <a:solidFill>
                  <a:srgbClr val="FFFFFF"/>
                </a:solidFill>
                <a:latin typeface="Malgun Gothic"/>
                <a:ea typeface="Malgun Gothic"/>
                <a:cs typeface="Malgun Gothic"/>
              </a:defRPr>
            </a:lvl3pPr>
            <a:lvl4pPr algn="ctr">
              <a:defRPr sz="1650" b="1">
                <a:solidFill>
                  <a:srgbClr val="FFFFFF"/>
                </a:solidFill>
                <a:latin typeface="Malgun Gothic"/>
                <a:ea typeface="Malgun Gothic"/>
                <a:cs typeface="Malgun Gothic"/>
              </a:defRPr>
            </a:lvl4pPr>
            <a:lvl5pPr algn="ctr">
              <a:defRPr sz="1650" b="1">
                <a:solidFill>
                  <a:srgbClr val="FFFFFF"/>
                </a:solidFill>
                <a:latin typeface="Malgun Gothic"/>
                <a:ea typeface="Malgun Gothic"/>
                <a:cs typeface="Malgun Gothic"/>
              </a:defRPr>
            </a:lvl5pPr>
            <a:lvl6pPr algn="ctr">
              <a:defRPr sz="1650" b="1">
                <a:solidFill>
                  <a:srgbClr val="FFFFFF"/>
                </a:solidFill>
                <a:latin typeface="Malgun Gothic"/>
                <a:ea typeface="Malgun Gothic"/>
                <a:cs typeface="Malgun Gothic"/>
              </a:defRPr>
            </a:lvl6pPr>
            <a:lvl7pPr algn="ctr">
              <a:defRPr sz="1650" b="1">
                <a:solidFill>
                  <a:srgbClr val="FFFFFF"/>
                </a:solidFill>
                <a:latin typeface="Malgun Gothic"/>
                <a:ea typeface="Malgun Gothic"/>
                <a:cs typeface="Malgun Gothic"/>
              </a:defRPr>
            </a:lvl7pPr>
            <a:lvl8pPr algn="ctr">
              <a:defRPr sz="1650" b="1">
                <a:solidFill>
                  <a:srgbClr val="FFFFFF"/>
                </a:solidFill>
                <a:latin typeface="Malgun Gothic"/>
                <a:ea typeface="Malgun Gothic"/>
                <a:cs typeface="Malgun Gothic"/>
              </a:defRPr>
            </a:lvl8pPr>
            <a:lvl9pPr algn="ctr">
              <a:defRPr sz="1650" b="1">
                <a:solidFill>
                  <a:srgbClr val="FFFFFF"/>
                </a:solidFill>
                <a:latin typeface="Malgun Gothic"/>
                <a:ea typeface="Malgun Gothic"/>
                <a:cs typeface="Malgun Gothic"/>
              </a:defRPr>
            </a:lvl9pPr>
          </a:lstStyle>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a:t>
            </a:r>
          </a:p>
        </p:txBody>
      </p:sp>
      <p:pic>
        <p:nvPicPr>
          <p:cNvPr id="15" name="">
            <a:extLst xmlns:a="http://schemas.openxmlformats.org/drawingml/2006/main">
              <a:ext uri="{FF2B5EF4-FFF2-40B4-BE49-F238E27FC236}">
                <a16:creationId xmlns:a16="http://schemas.microsoft.com/office/drawing/2014/main" id="{2D589F1C-AB4B-496E-AC55-CC2C87A81DEE}"/>
              </a:ext>
            </a:extLst>
          </p:cNvPr>
          <p:cNvPicPr>
            <a:picLocks xmlns:a="http://schemas.openxmlformats.org/drawingml/2006/main" noChangeAspect="1"/>
          </p:cNvPicPr>
          <p:nvPr/>
        </p:nvPicPr>
        <p:blipFill>
          <a:blip xmlns:r="http://schemas.openxmlformats.org/officeDocument/2006/relationships" xmlns:a="http://schemas.openxmlformats.org/drawingml/2006/main" r:embed="R8f0258199dd44bdd"/>
          <a:stretch xmlns:a="http://schemas.openxmlformats.org/drawingml/2006/main"/>
        </p:blipFill>
        <p:spPr>
          <a:xfrm xmlns:a="http://schemas.openxmlformats.org/drawingml/2006/main">
            <a:off x="1587500" y="3609975"/>
            <a:ext cx="1778000" cy="1333500"/>
          </a:xfrm>
          <a:prstGeom xmlns:a="http://schemas.openxmlformats.org/drawingml/2006/main" prst="rect">
            <a:avLst/>
          </a:prstGeom>
        </p:spPr>
      </p:pic>
      <p:sp>
        <p:nvSpPr>
          <p:cNvPr id="16" name="같은 AI Agent · 같은 요청">
            <a:extLst xmlns:a="http://schemas.openxmlformats.org/drawingml/2006/main">
              <a:ext uri="{FF2B5EF4-FFF2-40B4-BE49-F238E27FC236}">
                <a16:creationId xmlns:a16="http://schemas.microsoft.com/office/drawing/2014/main" id="{AA9F2A37-58ED-43FF-B668-575AA80DB864}"/>
              </a:ext>
            </a:extLst>
          </p:cNvPr>
          <p:cNvSpPr>
            <a:spLocks xmlns:a="http://schemas.openxmlformats.org/drawingml/2006/main" noGrp="1"/>
          </p:cNvSpPr>
          <p:nvPr/>
        </p:nvSpPr>
        <p:spPr>
          <a:xfrm xmlns:a="http://schemas.openxmlformats.org/drawingml/2006/main">
            <a:off x="609600" y="491490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0B6172"/>
                </a:solidFill>
                <a:latin typeface="Malgun Gothic"/>
                <a:ea typeface="Malgun Gothic"/>
                <a:cs typeface="Malgun Gothic"/>
              </a:defRPr>
            </a:defPPr>
            <a:lvl1pPr algn="ctr">
              <a:defRPr sz="1875" b="1">
                <a:solidFill>
                  <a:srgbClr val="0B6172"/>
                </a:solidFill>
                <a:latin typeface="Malgun Gothic"/>
                <a:ea typeface="Malgun Gothic"/>
                <a:cs typeface="Malgun Gothic"/>
              </a:defRPr>
            </a:lvl1pPr>
            <a:lvl2pPr algn="ctr">
              <a:defRPr sz="1875" b="1">
                <a:solidFill>
                  <a:srgbClr val="0B6172"/>
                </a:solidFill>
                <a:latin typeface="Malgun Gothic"/>
                <a:ea typeface="Malgun Gothic"/>
                <a:cs typeface="Malgun Gothic"/>
              </a:defRPr>
            </a:lvl2pPr>
            <a:lvl3pPr algn="ctr">
              <a:defRPr sz="1875" b="1">
                <a:solidFill>
                  <a:srgbClr val="0B6172"/>
                </a:solidFill>
                <a:latin typeface="Malgun Gothic"/>
                <a:ea typeface="Malgun Gothic"/>
                <a:cs typeface="Malgun Gothic"/>
              </a:defRPr>
            </a:lvl3pPr>
            <a:lvl4pPr algn="ctr">
              <a:defRPr sz="1875" b="1">
                <a:solidFill>
                  <a:srgbClr val="0B6172"/>
                </a:solidFill>
                <a:latin typeface="Malgun Gothic"/>
                <a:ea typeface="Malgun Gothic"/>
                <a:cs typeface="Malgun Gothic"/>
              </a:defRPr>
            </a:lvl4pPr>
            <a:lvl5pPr algn="ctr">
              <a:defRPr sz="1875" b="1">
                <a:solidFill>
                  <a:srgbClr val="0B6172"/>
                </a:solidFill>
                <a:latin typeface="Malgun Gothic"/>
                <a:ea typeface="Malgun Gothic"/>
                <a:cs typeface="Malgun Gothic"/>
              </a:defRPr>
            </a:lvl5pPr>
            <a:lvl6pPr algn="ctr">
              <a:defRPr sz="1875" b="1">
                <a:solidFill>
                  <a:srgbClr val="0B6172"/>
                </a:solidFill>
                <a:latin typeface="Malgun Gothic"/>
                <a:ea typeface="Malgun Gothic"/>
                <a:cs typeface="Malgun Gothic"/>
              </a:defRPr>
            </a:lvl6pPr>
            <a:lvl7pPr algn="ctr">
              <a:defRPr sz="1875" b="1">
                <a:solidFill>
                  <a:srgbClr val="0B6172"/>
                </a:solidFill>
                <a:latin typeface="Malgun Gothic"/>
                <a:ea typeface="Malgun Gothic"/>
                <a:cs typeface="Malgun Gothic"/>
              </a:defRPr>
            </a:lvl7pPr>
            <a:lvl8pPr algn="ctr">
              <a:defRPr sz="1875" b="1">
                <a:solidFill>
                  <a:srgbClr val="0B6172"/>
                </a:solidFill>
                <a:latin typeface="Malgun Gothic"/>
                <a:ea typeface="Malgun Gothic"/>
                <a:cs typeface="Malgun Gothic"/>
              </a:defRPr>
            </a:lvl8pPr>
            <a:lvl9pPr algn="ctr">
              <a:defRPr sz="1875" b="1">
                <a:solidFill>
                  <a:srgbClr val="0B6172"/>
                </a:solidFill>
                <a:latin typeface="Malgun Gothic"/>
                <a:ea typeface="Malgun Gothic"/>
                <a:cs typeface="Malgun Gothic"/>
              </a:defRPr>
            </a:lvl9pPr>
          </a:lstStyle>
          <a:p xmlns:a="http://schemas.openxmlformats.org/drawingml/2006/main">
            <a:pPr algn="ctr">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같은 AI Agent · 같은 요청</a:t>
            </a:r>
          </a:p>
        </p:txBody>
      </p:sp>
      <p:sp>
        <p:nvSpPr>
          <p:cNvPr id="17" name="">
            <a:extLst xmlns:a="http://schemas.openxmlformats.org/drawingml/2006/main">
              <a:ext uri="{FF2B5EF4-FFF2-40B4-BE49-F238E27FC236}">
                <a16:creationId xmlns:a16="http://schemas.microsoft.com/office/drawing/2014/main" id="{D3BD39F2-F0EE-402B-9C72-137E92DDFC0F}"/>
              </a:ext>
            </a:extLst>
          </p:cNvPr>
          <p:cNvSpPr>
            <a:spLocks xmlns:a="http://schemas.openxmlformats.org/drawingml/2006/main" noGrp="1"/>
          </p:cNvSpPr>
          <p:nvPr/>
        </p:nvSpPr>
        <p:spPr>
          <a:xfrm xmlns:a="http://schemas.openxmlformats.org/drawingml/2006/main">
            <a:off x="4029075" y="4000500"/>
            <a:ext cx="838200" cy="2095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8" name="어느 경로를 원하는가?">
            <a:extLst xmlns:a="http://schemas.openxmlformats.org/drawingml/2006/main">
              <a:ext uri="{FF2B5EF4-FFF2-40B4-BE49-F238E27FC236}">
                <a16:creationId xmlns:a16="http://schemas.microsoft.com/office/drawing/2014/main" id="{F295F712-B578-458F-8A54-8B38A0B37D84}"/>
              </a:ext>
            </a:extLst>
          </p:cNvPr>
          <p:cNvSpPr>
            <a:spLocks xmlns:a="http://schemas.openxmlformats.org/drawingml/2006/main" noGrp="1"/>
          </p:cNvSpPr>
          <p:nvPr/>
        </p:nvSpPr>
        <p:spPr>
          <a:xfrm xmlns:a="http://schemas.openxmlformats.org/drawingml/2006/main">
            <a:off x="5410200" y="1895475"/>
            <a:ext cx="6172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4D5A68"/>
                </a:solidFill>
                <a:latin typeface="Malgun Gothic"/>
                <a:ea typeface="Malgun Gothic"/>
                <a:cs typeface="Malgun Gothic"/>
              </a:defRPr>
            </a:defPPr>
            <a:lvl1pPr algn="l">
              <a:defRPr sz="2025" b="1">
                <a:solidFill>
                  <a:srgbClr val="4D5A68"/>
                </a:solidFill>
                <a:latin typeface="Malgun Gothic"/>
                <a:ea typeface="Malgun Gothic"/>
                <a:cs typeface="Malgun Gothic"/>
              </a:defRPr>
            </a:lvl1pPr>
            <a:lvl2pPr algn="l">
              <a:defRPr sz="2025" b="1">
                <a:solidFill>
                  <a:srgbClr val="4D5A68"/>
                </a:solidFill>
                <a:latin typeface="Malgun Gothic"/>
                <a:ea typeface="Malgun Gothic"/>
                <a:cs typeface="Malgun Gothic"/>
              </a:defRPr>
            </a:lvl2pPr>
            <a:lvl3pPr algn="l">
              <a:defRPr sz="2025" b="1">
                <a:solidFill>
                  <a:srgbClr val="4D5A68"/>
                </a:solidFill>
                <a:latin typeface="Malgun Gothic"/>
                <a:ea typeface="Malgun Gothic"/>
                <a:cs typeface="Malgun Gothic"/>
              </a:defRPr>
            </a:lvl3pPr>
            <a:lvl4pPr algn="l">
              <a:defRPr sz="2025" b="1">
                <a:solidFill>
                  <a:srgbClr val="4D5A68"/>
                </a:solidFill>
                <a:latin typeface="Malgun Gothic"/>
                <a:ea typeface="Malgun Gothic"/>
                <a:cs typeface="Malgun Gothic"/>
              </a:defRPr>
            </a:lvl4pPr>
            <a:lvl5pPr algn="l">
              <a:defRPr sz="2025" b="1">
                <a:solidFill>
                  <a:srgbClr val="4D5A68"/>
                </a:solidFill>
                <a:latin typeface="Malgun Gothic"/>
                <a:ea typeface="Malgun Gothic"/>
                <a:cs typeface="Malgun Gothic"/>
              </a:defRPr>
            </a:lvl5pPr>
            <a:lvl6pPr algn="l">
              <a:defRPr sz="2025" b="1">
                <a:solidFill>
                  <a:srgbClr val="4D5A68"/>
                </a:solidFill>
                <a:latin typeface="Malgun Gothic"/>
                <a:ea typeface="Malgun Gothic"/>
                <a:cs typeface="Malgun Gothic"/>
              </a:defRPr>
            </a:lvl6pPr>
            <a:lvl7pPr algn="l">
              <a:defRPr sz="2025" b="1">
                <a:solidFill>
                  <a:srgbClr val="4D5A68"/>
                </a:solidFill>
                <a:latin typeface="Malgun Gothic"/>
                <a:ea typeface="Malgun Gothic"/>
                <a:cs typeface="Malgun Gothic"/>
              </a:defRPr>
            </a:lvl7pPr>
            <a:lvl8pPr algn="l">
              <a:defRPr sz="2025" b="1">
                <a:solidFill>
                  <a:srgbClr val="4D5A68"/>
                </a:solidFill>
                <a:latin typeface="Malgun Gothic"/>
                <a:ea typeface="Malgun Gothic"/>
                <a:cs typeface="Malgun Gothic"/>
              </a:defRPr>
            </a:lvl8pPr>
            <a:lvl9pPr algn="l">
              <a:defRPr sz="2025" b="1">
                <a:solidFill>
                  <a:srgbClr val="4D5A68"/>
                </a:solidFill>
                <a:latin typeface="Malgun Gothic"/>
                <a:ea typeface="Malgun Gothic"/>
                <a:cs typeface="Malgun Gothic"/>
              </a:defRPr>
            </a:lvl9pPr>
          </a:lstStyle>
          <a:p xmlns:a="http://schemas.openxmlformats.org/drawingml/2006/main">
            <a:pPr algn="l">
              <a:defRPr sz="2025" b="1">
                <a:solidFill>
                  <a:srgbClr val="4D5A68"/>
                </a:solidFill>
                <a:latin typeface="Malgun Gothic"/>
                <a:ea typeface="Malgun Gothic"/>
                <a:cs typeface="Malgun Gothic"/>
              </a:defRPr>
            </a:pPr>
            <a:r>
              <a:rPr sz="2025" b="1">
                <a:solidFill>
                  <a:srgbClr val="4D5A68"/>
                </a:solidFill>
                <a:latin typeface="Malgun Gothic"/>
                <a:ea typeface="Malgun Gothic"/>
                <a:cs typeface="Malgun Gothic"/>
              </a:rPr>
              <a:t>어느 경로를 원하는가?</a:t>
            </a:r>
          </a:p>
        </p:txBody>
      </p:sp>
      <p:sp>
        <p:nvSpPr>
          <p:cNvPr id="19" name="">
            <a:extLst xmlns:a="http://schemas.openxmlformats.org/drawingml/2006/main">
              <a:ext uri="{FF2B5EF4-FFF2-40B4-BE49-F238E27FC236}">
                <a16:creationId xmlns:a16="http://schemas.microsoft.com/office/drawing/2014/main" id="{48C2D869-B75C-43C4-BD58-BEEC08909D0E}"/>
              </a:ext>
            </a:extLst>
          </p:cNvPr>
          <p:cNvSpPr>
            <a:spLocks xmlns:a="http://schemas.openxmlformats.org/drawingml/2006/main" noGrp="1"/>
          </p:cNvSpPr>
          <p:nvPr/>
        </p:nvSpPr>
        <p:spPr>
          <a:xfrm xmlns:a="http://schemas.openxmlformats.org/drawingml/2006/main">
            <a:off x="5343525" y="4019550"/>
            <a:ext cx="133350" cy="133350"/>
          </a:xfrm>
          <a:prstGeom xmlns:a="http://schemas.openxmlformats.org/drawingml/2006/main" prst="ellipse">
            <a:avLst/>
          </a:prstGeom>
          <a:solidFill xmlns:a="http://schemas.openxmlformats.org/drawingml/2006/main">
            <a:srgbClr val="0B6172"/>
          </a:solidFill>
          <a:ln xmlns:a="http://schemas.openxmlformats.org/drawingml/2006/main" w="0">
            <a:noFill/>
          </a:ln>
        </p:spPr>
      </p:sp>
      <p:sp>
        <p:nvSpPr>
          <p:cNvPr id="20" name="Possible interpretation A">
            <a:extLst xmlns:a="http://schemas.openxmlformats.org/drawingml/2006/main">
              <a:ext uri="{FF2B5EF4-FFF2-40B4-BE49-F238E27FC236}">
                <a16:creationId xmlns:a16="http://schemas.microsoft.com/office/drawing/2014/main" id="{A782C183-A555-4031-A8FE-06039FAB41C5}"/>
              </a:ext>
            </a:extLst>
          </p:cNvPr>
          <p:cNvSpPr>
            <a:spLocks xmlns:a="http://schemas.openxmlformats.org/drawingml/2006/main" noGrp="1"/>
          </p:cNvSpPr>
          <p:nvPr/>
        </p:nvSpPr>
        <p:spPr>
          <a:xfrm xmlns:a="http://schemas.openxmlformats.org/drawingml/2006/main">
            <a:off x="5410200" y="3171825"/>
            <a:ext cx="6172200" cy="1828800"/>
          </a:xfrm>
          <a:custGeom xmlns:a="http://schemas.openxmlformats.org/drawingml/2006/main">
            <a:pathLst>
              <a:path w="6172200" h="1828800">
                <a:moveTo>
                  <a:pt x="0" y="914400"/>
                </a:moveTo>
                <a:cubicBezTo>
                  <a:pt x="495300" y="914400"/>
                  <a:pt x="428625" y="0"/>
                  <a:pt x="1047750" y="0"/>
                </a:cubicBezTo>
                <a:lnTo>
                  <a:pt x="6057900" y="0"/>
                </a:lnTo>
              </a:path>
            </a:pathLst>
          </a:custGeom>
          <a:noFill xmlns:a="http://schemas.openxmlformats.org/drawingml/2006/main"/>
          <a:ln xmlns:a="http://schemas.openxmlformats.org/drawingml/2006/main" w="19050">
            <a:solidFill>
              <a:srgbClr val="4D5A68"/>
            </a:solidFill>
            <a:prstDash val="solid"/>
          </a:ln>
        </p:spPr>
      </p:sp>
      <p:sp>
        <p:nvSpPr>
          <p:cNvPr id="21" name="">
            <a:extLst xmlns:a="http://schemas.openxmlformats.org/drawingml/2006/main">
              <a:ext uri="{FF2B5EF4-FFF2-40B4-BE49-F238E27FC236}">
                <a16:creationId xmlns:a16="http://schemas.microsoft.com/office/drawing/2014/main" id="{46CD1331-61BB-427F-8E07-97792D8D48C6}"/>
              </a:ext>
            </a:extLst>
          </p:cNvPr>
          <p:cNvSpPr>
            <a:spLocks xmlns:a="http://schemas.openxmlformats.org/drawingml/2006/main" noGrp="1"/>
          </p:cNvSpPr>
          <p:nvPr/>
        </p:nvSpPr>
        <p:spPr>
          <a:xfrm xmlns:a="http://schemas.openxmlformats.org/drawingml/2006/main">
            <a:off x="11439525" y="3133725"/>
            <a:ext cx="76200" cy="76200"/>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22" name="A">
            <a:extLst xmlns:a="http://schemas.openxmlformats.org/drawingml/2006/main">
              <a:ext uri="{FF2B5EF4-FFF2-40B4-BE49-F238E27FC236}">
                <a16:creationId xmlns:a16="http://schemas.microsoft.com/office/drawing/2014/main" id="{F6ED4959-E671-46F3-93BA-D71B7D2982EA}"/>
              </a:ext>
            </a:extLst>
          </p:cNvPr>
          <p:cNvSpPr>
            <a:spLocks xmlns:a="http://schemas.openxmlformats.org/drawingml/2006/main" noGrp="1"/>
          </p:cNvSpPr>
          <p:nvPr/>
        </p:nvSpPr>
        <p:spPr>
          <a:xfrm xmlns:a="http://schemas.openxmlformats.org/drawingml/2006/main">
            <a:off x="6543675" y="25336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4D5A68"/>
                </a:solidFill>
                <a:latin typeface="Malgun Gothic"/>
                <a:ea typeface="Malgun Gothic"/>
                <a:cs typeface="Malgun Gothic"/>
              </a:defRPr>
            </a:defPPr>
            <a:lvl1pPr algn="l">
              <a:defRPr sz="1575" b="1">
                <a:solidFill>
                  <a:srgbClr val="4D5A68"/>
                </a:solidFill>
                <a:latin typeface="Malgun Gothic"/>
                <a:ea typeface="Malgun Gothic"/>
                <a:cs typeface="Malgun Gothic"/>
              </a:defRPr>
            </a:lvl1pPr>
            <a:lvl2pPr algn="l">
              <a:defRPr sz="1575" b="1">
                <a:solidFill>
                  <a:srgbClr val="4D5A68"/>
                </a:solidFill>
                <a:latin typeface="Malgun Gothic"/>
                <a:ea typeface="Malgun Gothic"/>
                <a:cs typeface="Malgun Gothic"/>
              </a:defRPr>
            </a:lvl2pPr>
            <a:lvl3pPr algn="l">
              <a:defRPr sz="1575" b="1">
                <a:solidFill>
                  <a:srgbClr val="4D5A68"/>
                </a:solidFill>
                <a:latin typeface="Malgun Gothic"/>
                <a:ea typeface="Malgun Gothic"/>
                <a:cs typeface="Malgun Gothic"/>
              </a:defRPr>
            </a:lvl3pPr>
            <a:lvl4pPr algn="l">
              <a:defRPr sz="1575" b="1">
                <a:solidFill>
                  <a:srgbClr val="4D5A68"/>
                </a:solidFill>
                <a:latin typeface="Malgun Gothic"/>
                <a:ea typeface="Malgun Gothic"/>
                <a:cs typeface="Malgun Gothic"/>
              </a:defRPr>
            </a:lvl4pPr>
            <a:lvl5pPr algn="l">
              <a:defRPr sz="1575" b="1">
                <a:solidFill>
                  <a:srgbClr val="4D5A68"/>
                </a:solidFill>
                <a:latin typeface="Malgun Gothic"/>
                <a:ea typeface="Malgun Gothic"/>
                <a:cs typeface="Malgun Gothic"/>
              </a:defRPr>
            </a:lvl5pPr>
            <a:lvl6pPr algn="l">
              <a:defRPr sz="1575" b="1">
                <a:solidFill>
                  <a:srgbClr val="4D5A68"/>
                </a:solidFill>
                <a:latin typeface="Malgun Gothic"/>
                <a:ea typeface="Malgun Gothic"/>
                <a:cs typeface="Malgun Gothic"/>
              </a:defRPr>
            </a:lvl6pPr>
            <a:lvl7pPr algn="l">
              <a:defRPr sz="1575" b="1">
                <a:solidFill>
                  <a:srgbClr val="4D5A68"/>
                </a:solidFill>
                <a:latin typeface="Malgun Gothic"/>
                <a:ea typeface="Malgun Gothic"/>
                <a:cs typeface="Malgun Gothic"/>
              </a:defRPr>
            </a:lvl7pPr>
            <a:lvl8pPr algn="l">
              <a:defRPr sz="1575" b="1">
                <a:solidFill>
                  <a:srgbClr val="4D5A68"/>
                </a:solidFill>
                <a:latin typeface="Malgun Gothic"/>
                <a:ea typeface="Malgun Gothic"/>
                <a:cs typeface="Malgun Gothic"/>
              </a:defRPr>
            </a:lvl8pPr>
            <a:lvl9pPr algn="l">
              <a:defRPr sz="1575" b="1">
                <a:solidFill>
                  <a:srgbClr val="4D5A68"/>
                </a:solidFill>
                <a:latin typeface="Malgun Gothic"/>
                <a:ea typeface="Malgun Gothic"/>
                <a:cs typeface="Malgun Gothic"/>
              </a:defRPr>
            </a:lvl9pPr>
          </a:lstStyle>
          <a:p xmlns:a="http://schemas.openxmlformats.org/drawingml/2006/main">
            <a:pPr algn="l">
              <a:defRPr sz="1575" b="1">
                <a:solidFill>
                  <a:srgbClr val="4D5A68"/>
                </a:solidFill>
                <a:latin typeface="Malgun Gothic"/>
                <a:ea typeface="Malgun Gothic"/>
                <a:cs typeface="Malgun Gothic"/>
              </a:defRPr>
            </a:pPr>
            <a:r>
              <a:rPr sz="1575" b="1">
                <a:solidFill>
                  <a:srgbClr val="4D5A68"/>
                </a:solidFill>
                <a:latin typeface="Malgun Gothic"/>
                <a:ea typeface="Malgun Gothic"/>
                <a:cs typeface="Malgun Gothic"/>
              </a:rPr>
              <a:t>A</a:t>
            </a:r>
          </a:p>
        </p:txBody>
      </p:sp>
      <p:sp>
        <p:nvSpPr>
          <p:cNvPr id="23" name="테스트를 바꿀까?">
            <a:extLst xmlns:a="http://schemas.openxmlformats.org/drawingml/2006/main">
              <a:ext uri="{FF2B5EF4-FFF2-40B4-BE49-F238E27FC236}">
                <a16:creationId xmlns:a16="http://schemas.microsoft.com/office/drawing/2014/main" id="{2283354B-3ABE-4250-90DA-1EA9A963A9A8}"/>
              </a:ext>
            </a:extLst>
          </p:cNvPr>
          <p:cNvSpPr>
            <a:spLocks xmlns:a="http://schemas.openxmlformats.org/drawingml/2006/main" noGrp="1"/>
          </p:cNvSpPr>
          <p:nvPr/>
        </p:nvSpPr>
        <p:spPr>
          <a:xfrm xmlns:a="http://schemas.openxmlformats.org/drawingml/2006/main">
            <a:off x="6915150" y="2466975"/>
            <a:ext cx="4667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4D5A68"/>
                </a:solidFill>
                <a:latin typeface="Malgun Gothic"/>
                <a:ea typeface="Malgun Gothic"/>
                <a:cs typeface="Malgun Gothic"/>
              </a:defRPr>
            </a:defPPr>
            <a:lvl1pPr algn="l">
              <a:defRPr sz="2175" b="1">
                <a:solidFill>
                  <a:srgbClr val="4D5A68"/>
                </a:solidFill>
                <a:latin typeface="Malgun Gothic"/>
                <a:ea typeface="Malgun Gothic"/>
                <a:cs typeface="Malgun Gothic"/>
              </a:defRPr>
            </a:lvl1pPr>
            <a:lvl2pPr algn="l">
              <a:defRPr sz="2175" b="1">
                <a:solidFill>
                  <a:srgbClr val="4D5A68"/>
                </a:solidFill>
                <a:latin typeface="Malgun Gothic"/>
                <a:ea typeface="Malgun Gothic"/>
                <a:cs typeface="Malgun Gothic"/>
              </a:defRPr>
            </a:lvl2pPr>
            <a:lvl3pPr algn="l">
              <a:defRPr sz="2175" b="1">
                <a:solidFill>
                  <a:srgbClr val="4D5A68"/>
                </a:solidFill>
                <a:latin typeface="Malgun Gothic"/>
                <a:ea typeface="Malgun Gothic"/>
                <a:cs typeface="Malgun Gothic"/>
              </a:defRPr>
            </a:lvl3pPr>
            <a:lvl4pPr algn="l">
              <a:defRPr sz="2175" b="1">
                <a:solidFill>
                  <a:srgbClr val="4D5A68"/>
                </a:solidFill>
                <a:latin typeface="Malgun Gothic"/>
                <a:ea typeface="Malgun Gothic"/>
                <a:cs typeface="Malgun Gothic"/>
              </a:defRPr>
            </a:lvl4pPr>
            <a:lvl5pPr algn="l">
              <a:defRPr sz="2175" b="1">
                <a:solidFill>
                  <a:srgbClr val="4D5A68"/>
                </a:solidFill>
                <a:latin typeface="Malgun Gothic"/>
                <a:ea typeface="Malgun Gothic"/>
                <a:cs typeface="Malgun Gothic"/>
              </a:defRPr>
            </a:lvl5pPr>
            <a:lvl6pPr algn="l">
              <a:defRPr sz="2175" b="1">
                <a:solidFill>
                  <a:srgbClr val="4D5A68"/>
                </a:solidFill>
                <a:latin typeface="Malgun Gothic"/>
                <a:ea typeface="Malgun Gothic"/>
                <a:cs typeface="Malgun Gothic"/>
              </a:defRPr>
            </a:lvl6pPr>
            <a:lvl7pPr algn="l">
              <a:defRPr sz="2175" b="1">
                <a:solidFill>
                  <a:srgbClr val="4D5A68"/>
                </a:solidFill>
                <a:latin typeface="Malgun Gothic"/>
                <a:ea typeface="Malgun Gothic"/>
                <a:cs typeface="Malgun Gothic"/>
              </a:defRPr>
            </a:lvl7pPr>
            <a:lvl8pPr algn="l">
              <a:defRPr sz="2175" b="1">
                <a:solidFill>
                  <a:srgbClr val="4D5A68"/>
                </a:solidFill>
                <a:latin typeface="Malgun Gothic"/>
                <a:ea typeface="Malgun Gothic"/>
                <a:cs typeface="Malgun Gothic"/>
              </a:defRPr>
            </a:lvl8pPr>
            <a:lvl9pPr algn="l">
              <a:defRPr sz="2175" b="1">
                <a:solidFill>
                  <a:srgbClr val="4D5A68"/>
                </a:solidFill>
                <a:latin typeface="Malgun Gothic"/>
                <a:ea typeface="Malgun Gothic"/>
                <a:cs typeface="Malgun Gothic"/>
              </a:defRPr>
            </a:lvl9pPr>
          </a:lstStyle>
          <a:p xmlns:a="http://schemas.openxmlformats.org/drawingml/2006/main">
            <a:pPr algn="l">
              <a:defRPr sz="2175" b="1">
                <a:solidFill>
                  <a:srgbClr val="4D5A68"/>
                </a:solidFill>
                <a:latin typeface="Malgun Gothic"/>
                <a:ea typeface="Malgun Gothic"/>
                <a:cs typeface="Malgun Gothic"/>
              </a:defRPr>
            </a:pPr>
            <a:r>
              <a:rPr sz="2175" b="1">
                <a:solidFill>
                  <a:srgbClr val="4D5A68"/>
                </a:solidFill>
                <a:latin typeface="Malgun Gothic"/>
                <a:ea typeface="Malgun Gothic"/>
                <a:cs typeface="Malgun Gothic"/>
              </a:rPr>
              <a:t>테스트를 바꿀까?</a:t>
            </a:r>
          </a:p>
        </p:txBody>
      </p:sp>
      <p:sp>
        <p:nvSpPr>
          <p:cNvPr id="24" name="기대값을 수정하는 해석">
            <a:extLst xmlns:a="http://schemas.openxmlformats.org/drawingml/2006/main">
              <a:ext uri="{FF2B5EF4-FFF2-40B4-BE49-F238E27FC236}">
                <a16:creationId xmlns:a16="http://schemas.microsoft.com/office/drawing/2014/main" id="{904210B5-E240-497B-BFC5-F5A94BAB3BCC}"/>
              </a:ext>
            </a:extLst>
          </p:cNvPr>
          <p:cNvSpPr>
            <a:spLocks xmlns:a="http://schemas.openxmlformats.org/drawingml/2006/main" noGrp="1"/>
          </p:cNvSpPr>
          <p:nvPr/>
        </p:nvSpPr>
        <p:spPr>
          <a:xfrm xmlns:a="http://schemas.openxmlformats.org/drawingml/2006/main">
            <a:off x="6915150" y="28384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기대값을 수정하는 해석</a:t>
            </a:r>
          </a:p>
        </p:txBody>
      </p:sp>
      <p:sp>
        <p:nvSpPr>
          <p:cNvPr id="25" name="Possible interpretation B">
            <a:extLst xmlns:a="http://schemas.openxmlformats.org/drawingml/2006/main">
              <a:ext uri="{FF2B5EF4-FFF2-40B4-BE49-F238E27FC236}">
                <a16:creationId xmlns:a16="http://schemas.microsoft.com/office/drawing/2014/main" id="{27EB964F-F55B-4E00-A7D5-FCC7F3E4B771}"/>
              </a:ext>
            </a:extLst>
          </p:cNvPr>
          <p:cNvSpPr>
            <a:spLocks xmlns:a="http://schemas.openxmlformats.org/drawingml/2006/main" noGrp="1"/>
          </p:cNvSpPr>
          <p:nvPr/>
        </p:nvSpPr>
        <p:spPr>
          <a:xfrm xmlns:a="http://schemas.openxmlformats.org/drawingml/2006/main">
            <a:off x="5410200" y="3171825"/>
            <a:ext cx="6172200" cy="1828800"/>
          </a:xfrm>
          <a:custGeom xmlns:a="http://schemas.openxmlformats.org/drawingml/2006/main">
            <a:pathLst>
              <a:path w="6172200" h="1828800">
                <a:moveTo>
                  <a:pt x="0" y="914400"/>
                </a:moveTo>
                <a:cubicBezTo>
                  <a:pt x="495300" y="914400"/>
                  <a:pt x="428625" y="914400"/>
                  <a:pt x="1047750" y="914400"/>
                </a:cubicBezTo>
                <a:lnTo>
                  <a:pt x="6057900" y="914400"/>
                </a:lnTo>
              </a:path>
            </a:pathLst>
          </a:custGeom>
          <a:noFill xmlns:a="http://schemas.openxmlformats.org/drawingml/2006/main"/>
          <a:ln xmlns:a="http://schemas.openxmlformats.org/drawingml/2006/main" w="19050">
            <a:solidFill>
              <a:srgbClr val="4D5A68"/>
            </a:solidFill>
            <a:prstDash val="solid"/>
          </a:ln>
        </p:spPr>
      </p:sp>
      <p:sp>
        <p:nvSpPr>
          <p:cNvPr id="26" name="">
            <a:extLst xmlns:a="http://schemas.openxmlformats.org/drawingml/2006/main">
              <a:ext uri="{FF2B5EF4-FFF2-40B4-BE49-F238E27FC236}">
                <a16:creationId xmlns:a16="http://schemas.microsoft.com/office/drawing/2014/main" id="{CAD65288-A53B-4922-BEE5-24E9F8F77EEF}"/>
              </a:ext>
            </a:extLst>
          </p:cNvPr>
          <p:cNvSpPr>
            <a:spLocks xmlns:a="http://schemas.openxmlformats.org/drawingml/2006/main" noGrp="1"/>
          </p:cNvSpPr>
          <p:nvPr/>
        </p:nvSpPr>
        <p:spPr>
          <a:xfrm xmlns:a="http://schemas.openxmlformats.org/drawingml/2006/main">
            <a:off x="11439525" y="4048125"/>
            <a:ext cx="76200" cy="76200"/>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27" name="B">
            <a:extLst xmlns:a="http://schemas.openxmlformats.org/drawingml/2006/main">
              <a:ext uri="{FF2B5EF4-FFF2-40B4-BE49-F238E27FC236}">
                <a16:creationId xmlns:a16="http://schemas.microsoft.com/office/drawing/2014/main" id="{753A0FC2-CA21-4011-96A5-AC4C43FB6AE1}"/>
              </a:ext>
            </a:extLst>
          </p:cNvPr>
          <p:cNvSpPr>
            <a:spLocks xmlns:a="http://schemas.openxmlformats.org/drawingml/2006/main" noGrp="1"/>
          </p:cNvSpPr>
          <p:nvPr/>
        </p:nvSpPr>
        <p:spPr>
          <a:xfrm xmlns:a="http://schemas.openxmlformats.org/drawingml/2006/main">
            <a:off x="6543675" y="34480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4D5A68"/>
                </a:solidFill>
                <a:latin typeface="Malgun Gothic"/>
                <a:ea typeface="Malgun Gothic"/>
                <a:cs typeface="Malgun Gothic"/>
              </a:defRPr>
            </a:defPPr>
            <a:lvl1pPr algn="l">
              <a:defRPr sz="1575" b="1">
                <a:solidFill>
                  <a:srgbClr val="4D5A68"/>
                </a:solidFill>
                <a:latin typeface="Malgun Gothic"/>
                <a:ea typeface="Malgun Gothic"/>
                <a:cs typeface="Malgun Gothic"/>
              </a:defRPr>
            </a:lvl1pPr>
            <a:lvl2pPr algn="l">
              <a:defRPr sz="1575" b="1">
                <a:solidFill>
                  <a:srgbClr val="4D5A68"/>
                </a:solidFill>
                <a:latin typeface="Malgun Gothic"/>
                <a:ea typeface="Malgun Gothic"/>
                <a:cs typeface="Malgun Gothic"/>
              </a:defRPr>
            </a:lvl2pPr>
            <a:lvl3pPr algn="l">
              <a:defRPr sz="1575" b="1">
                <a:solidFill>
                  <a:srgbClr val="4D5A68"/>
                </a:solidFill>
                <a:latin typeface="Malgun Gothic"/>
                <a:ea typeface="Malgun Gothic"/>
                <a:cs typeface="Malgun Gothic"/>
              </a:defRPr>
            </a:lvl3pPr>
            <a:lvl4pPr algn="l">
              <a:defRPr sz="1575" b="1">
                <a:solidFill>
                  <a:srgbClr val="4D5A68"/>
                </a:solidFill>
                <a:latin typeface="Malgun Gothic"/>
                <a:ea typeface="Malgun Gothic"/>
                <a:cs typeface="Malgun Gothic"/>
              </a:defRPr>
            </a:lvl4pPr>
            <a:lvl5pPr algn="l">
              <a:defRPr sz="1575" b="1">
                <a:solidFill>
                  <a:srgbClr val="4D5A68"/>
                </a:solidFill>
                <a:latin typeface="Malgun Gothic"/>
                <a:ea typeface="Malgun Gothic"/>
                <a:cs typeface="Malgun Gothic"/>
              </a:defRPr>
            </a:lvl5pPr>
            <a:lvl6pPr algn="l">
              <a:defRPr sz="1575" b="1">
                <a:solidFill>
                  <a:srgbClr val="4D5A68"/>
                </a:solidFill>
                <a:latin typeface="Malgun Gothic"/>
                <a:ea typeface="Malgun Gothic"/>
                <a:cs typeface="Malgun Gothic"/>
              </a:defRPr>
            </a:lvl6pPr>
            <a:lvl7pPr algn="l">
              <a:defRPr sz="1575" b="1">
                <a:solidFill>
                  <a:srgbClr val="4D5A68"/>
                </a:solidFill>
                <a:latin typeface="Malgun Gothic"/>
                <a:ea typeface="Malgun Gothic"/>
                <a:cs typeface="Malgun Gothic"/>
              </a:defRPr>
            </a:lvl7pPr>
            <a:lvl8pPr algn="l">
              <a:defRPr sz="1575" b="1">
                <a:solidFill>
                  <a:srgbClr val="4D5A68"/>
                </a:solidFill>
                <a:latin typeface="Malgun Gothic"/>
                <a:ea typeface="Malgun Gothic"/>
                <a:cs typeface="Malgun Gothic"/>
              </a:defRPr>
            </a:lvl8pPr>
            <a:lvl9pPr algn="l">
              <a:defRPr sz="1575" b="1">
                <a:solidFill>
                  <a:srgbClr val="4D5A68"/>
                </a:solidFill>
                <a:latin typeface="Malgun Gothic"/>
                <a:ea typeface="Malgun Gothic"/>
                <a:cs typeface="Malgun Gothic"/>
              </a:defRPr>
            </a:lvl9pPr>
          </a:lstStyle>
          <a:p xmlns:a="http://schemas.openxmlformats.org/drawingml/2006/main">
            <a:pPr algn="l">
              <a:defRPr sz="1575" b="1">
                <a:solidFill>
                  <a:srgbClr val="4D5A68"/>
                </a:solidFill>
                <a:latin typeface="Malgun Gothic"/>
                <a:ea typeface="Malgun Gothic"/>
                <a:cs typeface="Malgun Gothic"/>
              </a:defRPr>
            </a:pPr>
            <a:r>
              <a:rPr sz="1575" b="1">
                <a:solidFill>
                  <a:srgbClr val="4D5A68"/>
                </a:solidFill>
                <a:latin typeface="Malgun Gothic"/>
                <a:ea typeface="Malgun Gothic"/>
                <a:cs typeface="Malgun Gothic"/>
              </a:rPr>
              <a:t>B</a:t>
            </a:r>
          </a:p>
        </p:txBody>
      </p:sp>
      <p:sp>
        <p:nvSpPr>
          <p:cNvPr id="28" name="구현을 바꿀까?">
            <a:extLst xmlns:a="http://schemas.openxmlformats.org/drawingml/2006/main">
              <a:ext uri="{FF2B5EF4-FFF2-40B4-BE49-F238E27FC236}">
                <a16:creationId xmlns:a16="http://schemas.microsoft.com/office/drawing/2014/main" id="{04723777-018F-4687-8338-4EBBB8DD526A}"/>
              </a:ext>
            </a:extLst>
          </p:cNvPr>
          <p:cNvSpPr>
            <a:spLocks xmlns:a="http://schemas.openxmlformats.org/drawingml/2006/main" noGrp="1"/>
          </p:cNvSpPr>
          <p:nvPr/>
        </p:nvSpPr>
        <p:spPr>
          <a:xfrm xmlns:a="http://schemas.openxmlformats.org/drawingml/2006/main">
            <a:off x="6915150" y="3381375"/>
            <a:ext cx="4667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4D5A68"/>
                </a:solidFill>
                <a:latin typeface="Malgun Gothic"/>
                <a:ea typeface="Malgun Gothic"/>
                <a:cs typeface="Malgun Gothic"/>
              </a:defRPr>
            </a:defPPr>
            <a:lvl1pPr algn="l">
              <a:defRPr sz="2175" b="1">
                <a:solidFill>
                  <a:srgbClr val="4D5A68"/>
                </a:solidFill>
                <a:latin typeface="Malgun Gothic"/>
                <a:ea typeface="Malgun Gothic"/>
                <a:cs typeface="Malgun Gothic"/>
              </a:defRPr>
            </a:lvl1pPr>
            <a:lvl2pPr algn="l">
              <a:defRPr sz="2175" b="1">
                <a:solidFill>
                  <a:srgbClr val="4D5A68"/>
                </a:solidFill>
                <a:latin typeface="Malgun Gothic"/>
                <a:ea typeface="Malgun Gothic"/>
                <a:cs typeface="Malgun Gothic"/>
              </a:defRPr>
            </a:lvl2pPr>
            <a:lvl3pPr algn="l">
              <a:defRPr sz="2175" b="1">
                <a:solidFill>
                  <a:srgbClr val="4D5A68"/>
                </a:solidFill>
                <a:latin typeface="Malgun Gothic"/>
                <a:ea typeface="Malgun Gothic"/>
                <a:cs typeface="Malgun Gothic"/>
              </a:defRPr>
            </a:lvl3pPr>
            <a:lvl4pPr algn="l">
              <a:defRPr sz="2175" b="1">
                <a:solidFill>
                  <a:srgbClr val="4D5A68"/>
                </a:solidFill>
                <a:latin typeface="Malgun Gothic"/>
                <a:ea typeface="Malgun Gothic"/>
                <a:cs typeface="Malgun Gothic"/>
              </a:defRPr>
            </a:lvl4pPr>
            <a:lvl5pPr algn="l">
              <a:defRPr sz="2175" b="1">
                <a:solidFill>
                  <a:srgbClr val="4D5A68"/>
                </a:solidFill>
                <a:latin typeface="Malgun Gothic"/>
                <a:ea typeface="Malgun Gothic"/>
                <a:cs typeface="Malgun Gothic"/>
              </a:defRPr>
            </a:lvl5pPr>
            <a:lvl6pPr algn="l">
              <a:defRPr sz="2175" b="1">
                <a:solidFill>
                  <a:srgbClr val="4D5A68"/>
                </a:solidFill>
                <a:latin typeface="Malgun Gothic"/>
                <a:ea typeface="Malgun Gothic"/>
                <a:cs typeface="Malgun Gothic"/>
              </a:defRPr>
            </a:lvl6pPr>
            <a:lvl7pPr algn="l">
              <a:defRPr sz="2175" b="1">
                <a:solidFill>
                  <a:srgbClr val="4D5A68"/>
                </a:solidFill>
                <a:latin typeface="Malgun Gothic"/>
                <a:ea typeface="Malgun Gothic"/>
                <a:cs typeface="Malgun Gothic"/>
              </a:defRPr>
            </a:lvl7pPr>
            <a:lvl8pPr algn="l">
              <a:defRPr sz="2175" b="1">
                <a:solidFill>
                  <a:srgbClr val="4D5A68"/>
                </a:solidFill>
                <a:latin typeface="Malgun Gothic"/>
                <a:ea typeface="Malgun Gothic"/>
                <a:cs typeface="Malgun Gothic"/>
              </a:defRPr>
            </a:lvl8pPr>
            <a:lvl9pPr algn="l">
              <a:defRPr sz="2175" b="1">
                <a:solidFill>
                  <a:srgbClr val="4D5A68"/>
                </a:solidFill>
                <a:latin typeface="Malgun Gothic"/>
                <a:ea typeface="Malgun Gothic"/>
                <a:cs typeface="Malgun Gothic"/>
              </a:defRPr>
            </a:lvl9pPr>
          </a:lstStyle>
          <a:p xmlns:a="http://schemas.openxmlformats.org/drawingml/2006/main">
            <a:pPr algn="l">
              <a:defRPr sz="2175" b="1">
                <a:solidFill>
                  <a:srgbClr val="4D5A68"/>
                </a:solidFill>
                <a:latin typeface="Malgun Gothic"/>
                <a:ea typeface="Malgun Gothic"/>
                <a:cs typeface="Malgun Gothic"/>
              </a:defRPr>
            </a:pPr>
            <a:r>
              <a:rPr sz="2175" b="1">
                <a:solidFill>
                  <a:srgbClr val="4D5A68"/>
                </a:solidFill>
                <a:latin typeface="Malgun Gothic"/>
                <a:ea typeface="Malgun Gothic"/>
                <a:cs typeface="Malgun Gothic"/>
              </a:rPr>
              <a:t>구현을 바꿀까?</a:t>
            </a:r>
          </a:p>
        </p:txBody>
      </p:sp>
      <p:sp>
        <p:nvSpPr>
          <p:cNvPr id="29" name="동작을 명세에 맞추는 해석">
            <a:extLst xmlns:a="http://schemas.openxmlformats.org/drawingml/2006/main">
              <a:ext uri="{FF2B5EF4-FFF2-40B4-BE49-F238E27FC236}">
                <a16:creationId xmlns:a16="http://schemas.microsoft.com/office/drawing/2014/main" id="{47215FBC-FED8-4248-ABC3-3DD4412CF1EF}"/>
              </a:ext>
            </a:extLst>
          </p:cNvPr>
          <p:cNvSpPr>
            <a:spLocks xmlns:a="http://schemas.openxmlformats.org/drawingml/2006/main" noGrp="1"/>
          </p:cNvSpPr>
          <p:nvPr/>
        </p:nvSpPr>
        <p:spPr>
          <a:xfrm xmlns:a="http://schemas.openxmlformats.org/drawingml/2006/main">
            <a:off x="6915150" y="37528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동작을 명세에 맞추는 해석</a:t>
            </a:r>
          </a:p>
        </p:txBody>
      </p:sp>
      <p:sp>
        <p:nvSpPr>
          <p:cNvPr id="30" name="Possible interpretation C">
            <a:extLst xmlns:a="http://schemas.openxmlformats.org/drawingml/2006/main">
              <a:ext uri="{FF2B5EF4-FFF2-40B4-BE49-F238E27FC236}">
                <a16:creationId xmlns:a16="http://schemas.microsoft.com/office/drawing/2014/main" id="{F058B20A-375C-46AF-8B65-023296E24BEE}"/>
              </a:ext>
            </a:extLst>
          </p:cNvPr>
          <p:cNvSpPr>
            <a:spLocks xmlns:a="http://schemas.openxmlformats.org/drawingml/2006/main" noGrp="1"/>
          </p:cNvSpPr>
          <p:nvPr/>
        </p:nvSpPr>
        <p:spPr>
          <a:xfrm xmlns:a="http://schemas.openxmlformats.org/drawingml/2006/main">
            <a:off x="5410200" y="3171825"/>
            <a:ext cx="6172200" cy="1828800"/>
          </a:xfrm>
          <a:custGeom xmlns:a="http://schemas.openxmlformats.org/drawingml/2006/main">
            <a:pathLst>
              <a:path w="6172200" h="1828800">
                <a:moveTo>
                  <a:pt x="0" y="914400"/>
                </a:moveTo>
                <a:cubicBezTo>
                  <a:pt x="495300" y="914400"/>
                  <a:pt x="428625" y="1828800"/>
                  <a:pt x="1047750" y="1828800"/>
                </a:cubicBezTo>
                <a:lnTo>
                  <a:pt x="6057900" y="1828800"/>
                </a:lnTo>
              </a:path>
            </a:pathLst>
          </a:custGeom>
          <a:noFill xmlns:a="http://schemas.openxmlformats.org/drawingml/2006/main"/>
          <a:ln xmlns:a="http://schemas.openxmlformats.org/drawingml/2006/main" w="19050">
            <a:solidFill>
              <a:srgbClr val="4D5A68"/>
            </a:solidFill>
            <a:prstDash val="solid"/>
          </a:ln>
        </p:spPr>
      </p:sp>
      <p:sp>
        <p:nvSpPr>
          <p:cNvPr id="31" name="">
            <a:extLst xmlns:a="http://schemas.openxmlformats.org/drawingml/2006/main">
              <a:ext uri="{FF2B5EF4-FFF2-40B4-BE49-F238E27FC236}">
                <a16:creationId xmlns:a16="http://schemas.microsoft.com/office/drawing/2014/main" id="{CD6FE013-597C-4206-81B3-85E6B4C3EAF6}"/>
              </a:ext>
            </a:extLst>
          </p:cNvPr>
          <p:cNvSpPr>
            <a:spLocks xmlns:a="http://schemas.openxmlformats.org/drawingml/2006/main" noGrp="1"/>
          </p:cNvSpPr>
          <p:nvPr/>
        </p:nvSpPr>
        <p:spPr>
          <a:xfrm xmlns:a="http://schemas.openxmlformats.org/drawingml/2006/main">
            <a:off x="11439525" y="4962525"/>
            <a:ext cx="76200" cy="76200"/>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32" name="C">
            <a:extLst xmlns:a="http://schemas.openxmlformats.org/drawingml/2006/main">
              <a:ext uri="{FF2B5EF4-FFF2-40B4-BE49-F238E27FC236}">
                <a16:creationId xmlns:a16="http://schemas.microsoft.com/office/drawing/2014/main" id="{218E221B-1420-475A-B309-3E40C4E33175}"/>
              </a:ext>
            </a:extLst>
          </p:cNvPr>
          <p:cNvSpPr>
            <a:spLocks xmlns:a="http://schemas.openxmlformats.org/drawingml/2006/main" noGrp="1"/>
          </p:cNvSpPr>
          <p:nvPr/>
        </p:nvSpPr>
        <p:spPr>
          <a:xfrm xmlns:a="http://schemas.openxmlformats.org/drawingml/2006/main">
            <a:off x="6543675" y="43624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4D5A68"/>
                </a:solidFill>
                <a:latin typeface="Malgun Gothic"/>
                <a:ea typeface="Malgun Gothic"/>
                <a:cs typeface="Malgun Gothic"/>
              </a:defRPr>
            </a:defPPr>
            <a:lvl1pPr algn="l">
              <a:defRPr sz="1575" b="1">
                <a:solidFill>
                  <a:srgbClr val="4D5A68"/>
                </a:solidFill>
                <a:latin typeface="Malgun Gothic"/>
                <a:ea typeface="Malgun Gothic"/>
                <a:cs typeface="Malgun Gothic"/>
              </a:defRPr>
            </a:lvl1pPr>
            <a:lvl2pPr algn="l">
              <a:defRPr sz="1575" b="1">
                <a:solidFill>
                  <a:srgbClr val="4D5A68"/>
                </a:solidFill>
                <a:latin typeface="Malgun Gothic"/>
                <a:ea typeface="Malgun Gothic"/>
                <a:cs typeface="Malgun Gothic"/>
              </a:defRPr>
            </a:lvl2pPr>
            <a:lvl3pPr algn="l">
              <a:defRPr sz="1575" b="1">
                <a:solidFill>
                  <a:srgbClr val="4D5A68"/>
                </a:solidFill>
                <a:latin typeface="Malgun Gothic"/>
                <a:ea typeface="Malgun Gothic"/>
                <a:cs typeface="Malgun Gothic"/>
              </a:defRPr>
            </a:lvl3pPr>
            <a:lvl4pPr algn="l">
              <a:defRPr sz="1575" b="1">
                <a:solidFill>
                  <a:srgbClr val="4D5A68"/>
                </a:solidFill>
                <a:latin typeface="Malgun Gothic"/>
                <a:ea typeface="Malgun Gothic"/>
                <a:cs typeface="Malgun Gothic"/>
              </a:defRPr>
            </a:lvl4pPr>
            <a:lvl5pPr algn="l">
              <a:defRPr sz="1575" b="1">
                <a:solidFill>
                  <a:srgbClr val="4D5A68"/>
                </a:solidFill>
                <a:latin typeface="Malgun Gothic"/>
                <a:ea typeface="Malgun Gothic"/>
                <a:cs typeface="Malgun Gothic"/>
              </a:defRPr>
            </a:lvl5pPr>
            <a:lvl6pPr algn="l">
              <a:defRPr sz="1575" b="1">
                <a:solidFill>
                  <a:srgbClr val="4D5A68"/>
                </a:solidFill>
                <a:latin typeface="Malgun Gothic"/>
                <a:ea typeface="Malgun Gothic"/>
                <a:cs typeface="Malgun Gothic"/>
              </a:defRPr>
            </a:lvl6pPr>
            <a:lvl7pPr algn="l">
              <a:defRPr sz="1575" b="1">
                <a:solidFill>
                  <a:srgbClr val="4D5A68"/>
                </a:solidFill>
                <a:latin typeface="Malgun Gothic"/>
                <a:ea typeface="Malgun Gothic"/>
                <a:cs typeface="Malgun Gothic"/>
              </a:defRPr>
            </a:lvl7pPr>
            <a:lvl8pPr algn="l">
              <a:defRPr sz="1575" b="1">
                <a:solidFill>
                  <a:srgbClr val="4D5A68"/>
                </a:solidFill>
                <a:latin typeface="Malgun Gothic"/>
                <a:ea typeface="Malgun Gothic"/>
                <a:cs typeface="Malgun Gothic"/>
              </a:defRPr>
            </a:lvl8pPr>
            <a:lvl9pPr algn="l">
              <a:defRPr sz="1575" b="1">
                <a:solidFill>
                  <a:srgbClr val="4D5A68"/>
                </a:solidFill>
                <a:latin typeface="Malgun Gothic"/>
                <a:ea typeface="Malgun Gothic"/>
                <a:cs typeface="Malgun Gothic"/>
              </a:defRPr>
            </a:lvl9pPr>
          </a:lstStyle>
          <a:p xmlns:a="http://schemas.openxmlformats.org/drawingml/2006/main">
            <a:pPr algn="l">
              <a:defRPr sz="1575" b="1">
                <a:solidFill>
                  <a:srgbClr val="4D5A68"/>
                </a:solidFill>
                <a:latin typeface="Malgun Gothic"/>
                <a:ea typeface="Malgun Gothic"/>
                <a:cs typeface="Malgun Gothic"/>
              </a:defRPr>
            </a:pPr>
            <a:r>
              <a:rPr sz="1575" b="1">
                <a:solidFill>
                  <a:srgbClr val="4D5A68"/>
                </a:solidFill>
                <a:latin typeface="Malgun Gothic"/>
                <a:ea typeface="Malgun Gothic"/>
                <a:cs typeface="Malgun Gothic"/>
              </a:rPr>
              <a:t>C</a:t>
            </a:r>
          </a:p>
        </p:txBody>
      </p:sp>
      <p:sp>
        <p:nvSpPr>
          <p:cNvPr id="33" name="먼저 물어볼까?">
            <a:extLst xmlns:a="http://schemas.openxmlformats.org/drawingml/2006/main">
              <a:ext uri="{FF2B5EF4-FFF2-40B4-BE49-F238E27FC236}">
                <a16:creationId xmlns:a16="http://schemas.microsoft.com/office/drawing/2014/main" id="{4E69740E-C224-4FBD-932E-E4203F48ADA2}"/>
              </a:ext>
            </a:extLst>
          </p:cNvPr>
          <p:cNvSpPr>
            <a:spLocks xmlns:a="http://schemas.openxmlformats.org/drawingml/2006/main" noGrp="1"/>
          </p:cNvSpPr>
          <p:nvPr/>
        </p:nvSpPr>
        <p:spPr>
          <a:xfrm xmlns:a="http://schemas.openxmlformats.org/drawingml/2006/main">
            <a:off x="6915150" y="4295775"/>
            <a:ext cx="4667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4D5A68"/>
                </a:solidFill>
                <a:latin typeface="Malgun Gothic"/>
                <a:ea typeface="Malgun Gothic"/>
                <a:cs typeface="Malgun Gothic"/>
              </a:defRPr>
            </a:defPPr>
            <a:lvl1pPr algn="l">
              <a:defRPr sz="2175" b="1">
                <a:solidFill>
                  <a:srgbClr val="4D5A68"/>
                </a:solidFill>
                <a:latin typeface="Malgun Gothic"/>
                <a:ea typeface="Malgun Gothic"/>
                <a:cs typeface="Malgun Gothic"/>
              </a:defRPr>
            </a:lvl1pPr>
            <a:lvl2pPr algn="l">
              <a:defRPr sz="2175" b="1">
                <a:solidFill>
                  <a:srgbClr val="4D5A68"/>
                </a:solidFill>
                <a:latin typeface="Malgun Gothic"/>
                <a:ea typeface="Malgun Gothic"/>
                <a:cs typeface="Malgun Gothic"/>
              </a:defRPr>
            </a:lvl2pPr>
            <a:lvl3pPr algn="l">
              <a:defRPr sz="2175" b="1">
                <a:solidFill>
                  <a:srgbClr val="4D5A68"/>
                </a:solidFill>
                <a:latin typeface="Malgun Gothic"/>
                <a:ea typeface="Malgun Gothic"/>
                <a:cs typeface="Malgun Gothic"/>
              </a:defRPr>
            </a:lvl3pPr>
            <a:lvl4pPr algn="l">
              <a:defRPr sz="2175" b="1">
                <a:solidFill>
                  <a:srgbClr val="4D5A68"/>
                </a:solidFill>
                <a:latin typeface="Malgun Gothic"/>
                <a:ea typeface="Malgun Gothic"/>
                <a:cs typeface="Malgun Gothic"/>
              </a:defRPr>
            </a:lvl4pPr>
            <a:lvl5pPr algn="l">
              <a:defRPr sz="2175" b="1">
                <a:solidFill>
                  <a:srgbClr val="4D5A68"/>
                </a:solidFill>
                <a:latin typeface="Malgun Gothic"/>
                <a:ea typeface="Malgun Gothic"/>
                <a:cs typeface="Malgun Gothic"/>
              </a:defRPr>
            </a:lvl5pPr>
            <a:lvl6pPr algn="l">
              <a:defRPr sz="2175" b="1">
                <a:solidFill>
                  <a:srgbClr val="4D5A68"/>
                </a:solidFill>
                <a:latin typeface="Malgun Gothic"/>
                <a:ea typeface="Malgun Gothic"/>
                <a:cs typeface="Malgun Gothic"/>
              </a:defRPr>
            </a:lvl6pPr>
            <a:lvl7pPr algn="l">
              <a:defRPr sz="2175" b="1">
                <a:solidFill>
                  <a:srgbClr val="4D5A68"/>
                </a:solidFill>
                <a:latin typeface="Malgun Gothic"/>
                <a:ea typeface="Malgun Gothic"/>
                <a:cs typeface="Malgun Gothic"/>
              </a:defRPr>
            </a:lvl7pPr>
            <a:lvl8pPr algn="l">
              <a:defRPr sz="2175" b="1">
                <a:solidFill>
                  <a:srgbClr val="4D5A68"/>
                </a:solidFill>
                <a:latin typeface="Malgun Gothic"/>
                <a:ea typeface="Malgun Gothic"/>
                <a:cs typeface="Malgun Gothic"/>
              </a:defRPr>
            </a:lvl8pPr>
            <a:lvl9pPr algn="l">
              <a:defRPr sz="2175" b="1">
                <a:solidFill>
                  <a:srgbClr val="4D5A68"/>
                </a:solidFill>
                <a:latin typeface="Malgun Gothic"/>
                <a:ea typeface="Malgun Gothic"/>
                <a:cs typeface="Malgun Gothic"/>
              </a:defRPr>
            </a:lvl9pPr>
          </a:lstStyle>
          <a:p xmlns:a="http://schemas.openxmlformats.org/drawingml/2006/main">
            <a:pPr algn="l">
              <a:defRPr sz="2175" b="1">
                <a:solidFill>
                  <a:srgbClr val="4D5A68"/>
                </a:solidFill>
                <a:latin typeface="Malgun Gothic"/>
                <a:ea typeface="Malgun Gothic"/>
                <a:cs typeface="Malgun Gothic"/>
              </a:defRPr>
            </a:pPr>
            <a:r>
              <a:rPr sz="2175" b="1">
                <a:solidFill>
                  <a:srgbClr val="4D5A68"/>
                </a:solidFill>
                <a:latin typeface="Malgun Gothic"/>
                <a:ea typeface="Malgun Gothic"/>
                <a:cs typeface="Malgun Gothic"/>
              </a:rPr>
              <a:t>먼저 물어볼까?</a:t>
            </a:r>
          </a:p>
        </p:txBody>
      </p:sp>
      <p:sp>
        <p:nvSpPr>
          <p:cNvPr id="34" name="의도를 확인한 뒤 진행">
            <a:extLst xmlns:a="http://schemas.openxmlformats.org/drawingml/2006/main">
              <a:ext uri="{FF2B5EF4-FFF2-40B4-BE49-F238E27FC236}">
                <a16:creationId xmlns:a16="http://schemas.microsoft.com/office/drawing/2014/main" id="{C74E35FE-BD9F-43B7-B26F-828CB325B91C}"/>
              </a:ext>
            </a:extLst>
          </p:cNvPr>
          <p:cNvSpPr>
            <a:spLocks xmlns:a="http://schemas.openxmlformats.org/drawingml/2006/main" noGrp="1"/>
          </p:cNvSpPr>
          <p:nvPr/>
        </p:nvSpPr>
        <p:spPr>
          <a:xfrm xmlns:a="http://schemas.openxmlformats.org/drawingml/2006/main">
            <a:off x="6915150" y="46672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의도를 확인한 뒤 진행</a:t>
            </a:r>
          </a:p>
        </p:txBody>
      </p:sp>
      <p:sp>
        <p:nvSpPr>
          <p:cNvPr id="35" name="아직 정해지지 않은 정보">
            <a:extLst xmlns:a="http://schemas.openxmlformats.org/drawingml/2006/main">
              <a:ext uri="{FF2B5EF4-FFF2-40B4-BE49-F238E27FC236}">
                <a16:creationId xmlns:a16="http://schemas.microsoft.com/office/drawing/2014/main" id="{F562F9A3-901C-478F-8C54-233935A4A94A}"/>
              </a:ext>
            </a:extLst>
          </p:cNvPr>
          <p:cNvSpPr>
            <a:spLocks xmlns:a="http://schemas.openxmlformats.org/drawingml/2006/main" noGrp="1"/>
          </p:cNvSpPr>
          <p:nvPr/>
        </p:nvSpPr>
        <p:spPr>
          <a:xfrm xmlns:a="http://schemas.openxmlformats.org/drawingml/2006/main">
            <a:off x="609600" y="521970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아직 정해지지 않은 정보</a:t>
            </a:r>
          </a:p>
        </p:txBody>
      </p:sp>
      <p:sp>
        <p:nvSpPr>
          <p:cNvPr id="36" name="목표의 세부 ?">
            <a:extLst xmlns:a="http://schemas.openxmlformats.org/drawingml/2006/main">
              <a:ext uri="{FF2B5EF4-FFF2-40B4-BE49-F238E27FC236}">
                <a16:creationId xmlns:a16="http://schemas.microsoft.com/office/drawing/2014/main" id="{2A97894C-EE74-4DFF-9EBF-2493581444BA}"/>
              </a:ext>
            </a:extLst>
          </p:cNvPr>
          <p:cNvSpPr>
            <a:spLocks xmlns:a="http://schemas.openxmlformats.org/drawingml/2006/main" noGrp="1"/>
          </p:cNvSpPr>
          <p:nvPr/>
        </p:nvSpPr>
        <p:spPr>
          <a:xfrm xmlns:a="http://schemas.openxmlformats.org/drawingml/2006/main">
            <a:off x="609600" y="5495925"/>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목표의 세부 ?</a:t>
            </a:r>
          </a:p>
        </p:txBody>
      </p:sp>
      <p:sp>
        <p:nvSpPr>
          <p:cNvPr id="37" name="보존 조건 ?">
            <a:extLst xmlns:a="http://schemas.openxmlformats.org/drawingml/2006/main">
              <a:ext uri="{FF2B5EF4-FFF2-40B4-BE49-F238E27FC236}">
                <a16:creationId xmlns:a16="http://schemas.microsoft.com/office/drawing/2014/main" id="{AA6A674B-1231-4865-A846-5EB4799D79A6}"/>
              </a:ext>
            </a:extLst>
          </p:cNvPr>
          <p:cNvSpPr>
            <a:spLocks xmlns:a="http://schemas.openxmlformats.org/drawingml/2006/main" noGrp="1"/>
          </p:cNvSpPr>
          <p:nvPr/>
        </p:nvSpPr>
        <p:spPr>
          <a:xfrm xmlns:a="http://schemas.openxmlformats.org/drawingml/2006/main">
            <a:off x="2838450" y="5495925"/>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보존 조건 ?</a:t>
            </a:r>
          </a:p>
        </p:txBody>
      </p:sp>
      <p:sp>
        <p:nvSpPr>
          <p:cNvPr id="38" name="수정 범위 ?">
            <a:extLst xmlns:a="http://schemas.openxmlformats.org/drawingml/2006/main">
              <a:ext uri="{FF2B5EF4-FFF2-40B4-BE49-F238E27FC236}">
                <a16:creationId xmlns:a16="http://schemas.microsoft.com/office/drawing/2014/main" id="{FA02BEBA-A6D2-4B9C-8A3F-6725D1FA73C1}"/>
              </a:ext>
            </a:extLst>
          </p:cNvPr>
          <p:cNvSpPr>
            <a:spLocks xmlns:a="http://schemas.openxmlformats.org/drawingml/2006/main" noGrp="1"/>
          </p:cNvSpPr>
          <p:nvPr/>
        </p:nvSpPr>
        <p:spPr>
          <a:xfrm xmlns:a="http://schemas.openxmlformats.org/drawingml/2006/main">
            <a:off x="5067300" y="5495925"/>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수정 범위 ?</a:t>
            </a:r>
          </a:p>
        </p:txBody>
      </p:sp>
      <p:sp>
        <p:nvSpPr>
          <p:cNvPr id="39" name="확인 근거 ?">
            <a:extLst xmlns:a="http://schemas.openxmlformats.org/drawingml/2006/main">
              <a:ext uri="{FF2B5EF4-FFF2-40B4-BE49-F238E27FC236}">
                <a16:creationId xmlns:a16="http://schemas.microsoft.com/office/drawing/2014/main" id="{DC1F2AC0-4394-484D-AE2F-6ED04BB1E822}"/>
              </a:ext>
            </a:extLst>
          </p:cNvPr>
          <p:cNvSpPr>
            <a:spLocks xmlns:a="http://schemas.openxmlformats.org/drawingml/2006/main" noGrp="1"/>
          </p:cNvSpPr>
          <p:nvPr/>
        </p:nvSpPr>
        <p:spPr>
          <a:xfrm xmlns:a="http://schemas.openxmlformats.org/drawingml/2006/main">
            <a:off x="7296150" y="5495925"/>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확인 근거 ?</a:t>
            </a:r>
          </a:p>
        </p:txBody>
      </p:sp>
      <p:sp>
        <p:nvSpPr>
          <p:cNvPr id="40" name="완료 조건 ?">
            <a:extLst xmlns:a="http://schemas.openxmlformats.org/drawingml/2006/main">
              <a:ext uri="{FF2B5EF4-FFF2-40B4-BE49-F238E27FC236}">
                <a16:creationId xmlns:a16="http://schemas.microsoft.com/office/drawing/2014/main" id="{DBB2A9A6-C017-4CE1-A6B5-D35E4908FDEC}"/>
              </a:ext>
            </a:extLst>
          </p:cNvPr>
          <p:cNvSpPr>
            <a:spLocks xmlns:a="http://schemas.openxmlformats.org/drawingml/2006/main" noGrp="1"/>
          </p:cNvSpPr>
          <p:nvPr/>
        </p:nvSpPr>
        <p:spPr>
          <a:xfrm xmlns:a="http://schemas.openxmlformats.org/drawingml/2006/main">
            <a:off x="9525000" y="5495925"/>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완료 조건 ?</a:t>
            </a:r>
          </a:p>
        </p:txBody>
      </p:sp>
      <p:sp>
        <p:nvSpPr>
          <p:cNvPr id="41" name="Legacy module connection">
            <a:extLst xmlns:a="http://schemas.openxmlformats.org/drawingml/2006/main">
              <a:ext uri="{FF2B5EF4-FFF2-40B4-BE49-F238E27FC236}">
                <a16:creationId xmlns:a16="http://schemas.microsoft.com/office/drawing/2014/main" id="{833B340D-B809-4971-9C7C-3D8635FCA835}"/>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875514596"/>
      </p:ext>
    </p:extLst>
  </p:cSld>
</p:sld>
</file>

<file path=ppt/slides/slide1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6" name="ACT 1 · 빠진 정보를 채운 같은 요청">
            <a:extLst xmlns:a="http://schemas.openxmlformats.org/drawingml/2006/main">
              <a:ext uri="{FF2B5EF4-FFF2-40B4-BE49-F238E27FC236}">
                <a16:creationId xmlns:a16="http://schemas.microsoft.com/office/drawing/2014/main" id="{1A376255-8E66-4FF3-A841-27DFF01FB73F}"/>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빠진 정보를 채운 같은 요청</a:t>
            </a:r>
          </a:p>
        </p:txBody>
      </p:sp>
      <p:sp>
        <p:nvSpPr>
          <p:cNvPr id="2" name="S13">
            <a:extLst xmlns:a="http://schemas.openxmlformats.org/drawingml/2006/main">
              <a:ext uri="{FF2B5EF4-FFF2-40B4-BE49-F238E27FC236}">
                <a16:creationId xmlns:a16="http://schemas.microsoft.com/office/drawing/2014/main" id="{CD197963-B8C5-4580-A35D-18ED22E9561A}"/>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S13</a:t>
            </a:r>
          </a:p>
        </p:txBody>
      </p:sp>
      <p:sp>
        <p:nvSpPr>
          <p:cNvPr id="3" name="원하는 작업 경로를 Prompt에 담는다">
            <a:extLst xmlns:a="http://schemas.openxmlformats.org/drawingml/2006/main">
              <a:ext uri="{FF2B5EF4-FFF2-40B4-BE49-F238E27FC236}">
                <a16:creationId xmlns:a16="http://schemas.microsoft.com/office/drawing/2014/main" id="{59C6C0F9-60CE-4FA4-8B3F-0FD8723D0E7C}"/>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원하는 작업 경로를 Prompt에 담는다</a:t>
            </a:r>
          </a:p>
        </p:txBody>
      </p:sp>
      <p:sp>
        <p:nvSpPr>
          <p:cNvPr id="4" name="">
            <a:extLst xmlns:a="http://schemas.openxmlformats.org/drawingml/2006/main">
              <a:ext uri="{FF2B5EF4-FFF2-40B4-BE49-F238E27FC236}">
                <a16:creationId xmlns:a16="http://schemas.microsoft.com/office/drawing/2014/main" id="{F2C46748-62E2-44AA-9F32-F6249B4830D7}"/>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교육용 Prompt와 목표 경로 · TRIAL-002의 실제 요청·실행 결과가 아님">
            <a:extLst xmlns:a="http://schemas.openxmlformats.org/drawingml/2006/main">
              <a:ext uri="{FF2B5EF4-FFF2-40B4-BE49-F238E27FC236}">
                <a16:creationId xmlns:a16="http://schemas.microsoft.com/office/drawing/2014/main" id="{464F5DB2-F905-4475-B10B-C6D81D75064B}"/>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교육용 Prompt와 목표 경로 · TRIAL-002의 실제 요청·실행 결과가 아님</a:t>
            </a:r>
          </a:p>
        </p:txBody>
      </p:sp>
      <p:sp>
        <p:nvSpPr>
          <p:cNvPr id="6" name="의도한 경로 표시는 실제 선택·정확성·성공을 보장하지 않습니다. 변경 뒤 검증은 계속 필요합니다.">
            <a:extLst xmlns:a="http://schemas.openxmlformats.org/drawingml/2006/main">
              <a:ext uri="{FF2B5EF4-FFF2-40B4-BE49-F238E27FC236}">
                <a16:creationId xmlns:a16="http://schemas.microsoft.com/office/drawing/2014/main" id="{141F7716-31C5-416B-9E30-C0841A7B1232}"/>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의도한 경로 표시는 실제 선택·정확성·성공을 보장하지 않습니다. 변경 뒤 검증은 계속 필요합니다.</a:t>
            </a:r>
          </a:p>
        </p:txBody>
      </p:sp>
      <p:sp>
        <p:nvSpPr>
          <p:cNvPr id="7" name="">
            <a:extLst xmlns:a="http://schemas.openxmlformats.org/drawingml/2006/main">
              <a:ext uri="{FF2B5EF4-FFF2-40B4-BE49-F238E27FC236}">
                <a16:creationId xmlns:a16="http://schemas.microsoft.com/office/drawing/2014/main" id="{E3A224EF-C213-4A87-B7E5-A114728160E9}"/>
              </a:ext>
            </a:extLst>
          </p:cNvPr>
          <p:cNvSpPr>
            <a:spLocks xmlns:a="http://schemas.openxmlformats.org/drawingml/2006/main" noGrp="1"/>
          </p:cNvSpPr>
          <p:nvPr/>
        </p:nvSpPr>
        <p:spPr>
          <a:xfrm xmlns:a="http://schemas.openxmlformats.org/drawingml/2006/main">
            <a:off x="609600" y="1962150"/>
            <a:ext cx="5238750" cy="3162300"/>
          </a:xfrm>
          <a:prstGeom xmlns:a="http://schemas.openxmlformats.org/drawingml/2006/main" prst="roundRect">
            <a:avLst>
              <a:gd name="adj" fmla="val 3614"/>
            </a:avLst>
          </a:prstGeom>
          <a:solidFill xmlns:a="http://schemas.openxmlformats.org/drawingml/2006/main">
            <a:srgbClr val="FFFFFF"/>
          </a:solidFill>
          <a:ln xmlns:a="http://schemas.openxmlformats.org/drawingml/2006/main" w="14288">
            <a:solidFill>
              <a:srgbClr val="C7D0DA"/>
            </a:solidFill>
            <a:prstDash val="solid"/>
          </a:ln>
        </p:spPr>
      </p:sp>
      <p:sp>
        <p:nvSpPr>
          <p:cNvPr id="8" name="요청 입력 · 교육용 재구성">
            <a:extLst xmlns:a="http://schemas.openxmlformats.org/drawingml/2006/main">
              <a:ext uri="{FF2B5EF4-FFF2-40B4-BE49-F238E27FC236}">
                <a16:creationId xmlns:a16="http://schemas.microsoft.com/office/drawing/2014/main" id="{AFBF019C-2D12-4D75-A00A-291332E14F0B}"/>
              </a:ext>
            </a:extLst>
          </p:cNvPr>
          <p:cNvSpPr>
            <a:spLocks xmlns:a="http://schemas.openxmlformats.org/drawingml/2006/main" noGrp="1"/>
          </p:cNvSpPr>
          <p:nvPr/>
        </p:nvSpPr>
        <p:spPr>
          <a:xfrm xmlns:a="http://schemas.openxmlformats.org/drawingml/2006/main">
            <a:off x="781050" y="2057400"/>
            <a:ext cx="4895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4D5A68"/>
                </a:solidFill>
                <a:latin typeface="Malgun Gothic"/>
                <a:ea typeface="Malgun Gothic"/>
                <a:cs typeface="Malgun Gothic"/>
              </a:defRPr>
            </a:defPPr>
            <a:lvl1pPr algn="l">
              <a:defRPr sz="1500" b="0">
                <a:solidFill>
                  <a:srgbClr val="4D5A68"/>
                </a:solidFill>
                <a:latin typeface="Malgun Gothic"/>
                <a:ea typeface="Malgun Gothic"/>
                <a:cs typeface="Malgun Gothic"/>
              </a:defRPr>
            </a:lvl1pPr>
            <a:lvl2pPr algn="l">
              <a:defRPr sz="1500" b="0">
                <a:solidFill>
                  <a:srgbClr val="4D5A68"/>
                </a:solidFill>
                <a:latin typeface="Malgun Gothic"/>
                <a:ea typeface="Malgun Gothic"/>
                <a:cs typeface="Malgun Gothic"/>
              </a:defRPr>
            </a:lvl2pPr>
            <a:lvl3pPr algn="l">
              <a:defRPr sz="1500" b="0">
                <a:solidFill>
                  <a:srgbClr val="4D5A68"/>
                </a:solidFill>
                <a:latin typeface="Malgun Gothic"/>
                <a:ea typeface="Malgun Gothic"/>
                <a:cs typeface="Malgun Gothic"/>
              </a:defRPr>
            </a:lvl3pPr>
            <a:lvl4pPr algn="l">
              <a:defRPr sz="1500" b="0">
                <a:solidFill>
                  <a:srgbClr val="4D5A68"/>
                </a:solidFill>
                <a:latin typeface="Malgun Gothic"/>
                <a:ea typeface="Malgun Gothic"/>
                <a:cs typeface="Malgun Gothic"/>
              </a:defRPr>
            </a:lvl4pPr>
            <a:lvl5pPr algn="l">
              <a:defRPr sz="1500" b="0">
                <a:solidFill>
                  <a:srgbClr val="4D5A68"/>
                </a:solidFill>
                <a:latin typeface="Malgun Gothic"/>
                <a:ea typeface="Malgun Gothic"/>
                <a:cs typeface="Malgun Gothic"/>
              </a:defRPr>
            </a:lvl5pPr>
            <a:lvl6pPr algn="l">
              <a:defRPr sz="1500" b="0">
                <a:solidFill>
                  <a:srgbClr val="4D5A68"/>
                </a:solidFill>
                <a:latin typeface="Malgun Gothic"/>
                <a:ea typeface="Malgun Gothic"/>
                <a:cs typeface="Malgun Gothic"/>
              </a:defRPr>
            </a:lvl6pPr>
            <a:lvl7pPr algn="l">
              <a:defRPr sz="1500" b="0">
                <a:solidFill>
                  <a:srgbClr val="4D5A68"/>
                </a:solidFill>
                <a:latin typeface="Malgun Gothic"/>
                <a:ea typeface="Malgun Gothic"/>
                <a:cs typeface="Malgun Gothic"/>
              </a:defRPr>
            </a:lvl7pPr>
            <a:lvl8pPr algn="l">
              <a:defRPr sz="1500" b="0">
                <a:solidFill>
                  <a:srgbClr val="4D5A68"/>
                </a:solidFill>
                <a:latin typeface="Malgun Gothic"/>
                <a:ea typeface="Malgun Gothic"/>
                <a:cs typeface="Malgun Gothic"/>
              </a:defRPr>
            </a:lvl8pPr>
            <a:lvl9pPr algn="l">
              <a:defRPr sz="1500" b="0">
                <a:solidFill>
                  <a:srgbClr val="4D5A68"/>
                </a:solidFill>
                <a:latin typeface="Malgun Gothic"/>
                <a:ea typeface="Malgun Gothic"/>
                <a:cs typeface="Malgun Gothic"/>
              </a:defRPr>
            </a:lvl9pPr>
          </a:lstStyle>
          <a:p xmlns:a="http://schemas.openxmlformats.org/drawingml/2006/main">
            <a:pPr algn="l">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요청 입력 · 교육용 재구성</a:t>
            </a:r>
          </a:p>
        </p:txBody>
      </p:sp>
      <p:sp>
        <p:nvSpPr>
          <p:cNvPr id="9" name="">
            <a:extLst xmlns:a="http://schemas.openxmlformats.org/drawingml/2006/main">
              <a:ext uri="{FF2B5EF4-FFF2-40B4-BE49-F238E27FC236}">
                <a16:creationId xmlns:a16="http://schemas.microsoft.com/office/drawing/2014/main" id="{FD5D0FA7-84C5-4D70-AB97-F7FDD48429F7}"/>
              </a:ext>
            </a:extLst>
          </p:cNvPr>
          <p:cNvSpPr>
            <a:spLocks xmlns:a="http://schemas.openxmlformats.org/drawingml/2006/main" noGrp="1"/>
          </p:cNvSpPr>
          <p:nvPr/>
        </p:nvSpPr>
        <p:spPr>
          <a:xfrm xmlns:a="http://schemas.openxmlformats.org/drawingml/2006/main">
            <a:off x="781050" y="2409825"/>
            <a:ext cx="4895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0" name="crop test 고쳐줘">
            <a:extLst xmlns:a="http://schemas.openxmlformats.org/drawingml/2006/main">
              <a:ext uri="{FF2B5EF4-FFF2-40B4-BE49-F238E27FC236}">
                <a16:creationId xmlns:a16="http://schemas.microsoft.com/office/drawing/2014/main" id="{A6778674-D082-42D3-8E87-75F18E9B2034}"/>
              </a:ext>
            </a:extLst>
          </p:cNvPr>
          <p:cNvSpPr>
            <a:spLocks xmlns:a="http://schemas.openxmlformats.org/drawingml/2006/main" noGrp="1"/>
          </p:cNvSpPr>
          <p:nvPr/>
        </p:nvSpPr>
        <p:spPr>
          <a:xfrm xmlns:a="http://schemas.openxmlformats.org/drawingml/2006/main">
            <a:off x="800100" y="2505075"/>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crop test 고쳐줘</a:t>
            </a:r>
          </a:p>
        </p:txBody>
      </p:sp>
      <p:sp>
        <p:nvSpPr>
          <p:cNvPr id="11" name="목표">
            <a:extLst xmlns:a="http://schemas.openxmlformats.org/drawingml/2006/main">
              <a:ext uri="{FF2B5EF4-FFF2-40B4-BE49-F238E27FC236}">
                <a16:creationId xmlns:a16="http://schemas.microsoft.com/office/drawing/2014/main" id="{A72C48AA-9940-450F-9219-C94572CC73BA}"/>
              </a:ext>
            </a:extLst>
          </p:cNvPr>
          <p:cNvSpPr>
            <a:spLocks xmlns:a="http://schemas.openxmlformats.org/drawingml/2006/main" noGrp="1"/>
          </p:cNvSpPr>
          <p:nvPr/>
        </p:nvSpPr>
        <p:spPr>
          <a:xfrm xmlns:a="http://schemas.openxmlformats.org/drawingml/2006/main">
            <a:off x="800100" y="2876550"/>
            <a:ext cx="628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목표</a:t>
            </a:r>
          </a:p>
        </p:txBody>
      </p:sp>
      <p:sp>
        <p:nvSpPr>
          <p:cNvPr id="12" name="crop(1, 3) → 열 1·2, 폭 2">
            <a:extLst xmlns:a="http://schemas.openxmlformats.org/drawingml/2006/main">
              <a:ext uri="{FF2B5EF4-FFF2-40B4-BE49-F238E27FC236}">
                <a16:creationId xmlns:a16="http://schemas.microsoft.com/office/drawing/2014/main" id="{F84AEA59-F49E-406D-B3B5-8F4E20D5F5DF}"/>
              </a:ext>
            </a:extLst>
          </p:cNvPr>
          <p:cNvSpPr>
            <a:spLocks xmlns:a="http://schemas.openxmlformats.org/drawingml/2006/main" noGrp="1"/>
          </p:cNvSpPr>
          <p:nvPr/>
        </p:nvSpPr>
        <p:spPr>
          <a:xfrm xmlns:a="http://schemas.openxmlformats.org/drawingml/2006/main">
            <a:off x="1504950" y="2876550"/>
            <a:ext cx="4152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17212B"/>
                </a:solidFill>
                <a:latin typeface="Malgun Gothic"/>
                <a:ea typeface="Malgun Gothic"/>
                <a:cs typeface="Malgun Gothic"/>
              </a:defRPr>
            </a:defPPr>
            <a:lvl1pPr algn="l">
              <a:defRPr sz="1725" b="0">
                <a:solidFill>
                  <a:srgbClr val="17212B"/>
                </a:solidFill>
                <a:latin typeface="Malgun Gothic"/>
                <a:ea typeface="Malgun Gothic"/>
                <a:cs typeface="Malgun Gothic"/>
              </a:defRPr>
            </a:lvl1pPr>
            <a:lvl2pPr algn="l">
              <a:defRPr sz="1725" b="0">
                <a:solidFill>
                  <a:srgbClr val="17212B"/>
                </a:solidFill>
                <a:latin typeface="Malgun Gothic"/>
                <a:ea typeface="Malgun Gothic"/>
                <a:cs typeface="Malgun Gothic"/>
              </a:defRPr>
            </a:lvl2pPr>
            <a:lvl3pPr algn="l">
              <a:defRPr sz="1725" b="0">
                <a:solidFill>
                  <a:srgbClr val="17212B"/>
                </a:solidFill>
                <a:latin typeface="Malgun Gothic"/>
                <a:ea typeface="Malgun Gothic"/>
                <a:cs typeface="Malgun Gothic"/>
              </a:defRPr>
            </a:lvl3pPr>
            <a:lvl4pPr algn="l">
              <a:defRPr sz="1725" b="0">
                <a:solidFill>
                  <a:srgbClr val="17212B"/>
                </a:solidFill>
                <a:latin typeface="Malgun Gothic"/>
                <a:ea typeface="Malgun Gothic"/>
                <a:cs typeface="Malgun Gothic"/>
              </a:defRPr>
            </a:lvl4pPr>
            <a:lvl5pPr algn="l">
              <a:defRPr sz="1725" b="0">
                <a:solidFill>
                  <a:srgbClr val="17212B"/>
                </a:solidFill>
                <a:latin typeface="Malgun Gothic"/>
                <a:ea typeface="Malgun Gothic"/>
                <a:cs typeface="Malgun Gothic"/>
              </a:defRPr>
            </a:lvl5pPr>
            <a:lvl6pPr algn="l">
              <a:defRPr sz="1725" b="0">
                <a:solidFill>
                  <a:srgbClr val="17212B"/>
                </a:solidFill>
                <a:latin typeface="Malgun Gothic"/>
                <a:ea typeface="Malgun Gothic"/>
                <a:cs typeface="Malgun Gothic"/>
              </a:defRPr>
            </a:lvl6pPr>
            <a:lvl7pPr algn="l">
              <a:defRPr sz="1725" b="0">
                <a:solidFill>
                  <a:srgbClr val="17212B"/>
                </a:solidFill>
                <a:latin typeface="Malgun Gothic"/>
                <a:ea typeface="Malgun Gothic"/>
                <a:cs typeface="Malgun Gothic"/>
              </a:defRPr>
            </a:lvl7pPr>
            <a:lvl8pPr algn="l">
              <a:defRPr sz="1725" b="0">
                <a:solidFill>
                  <a:srgbClr val="17212B"/>
                </a:solidFill>
                <a:latin typeface="Malgun Gothic"/>
                <a:ea typeface="Malgun Gothic"/>
                <a:cs typeface="Malgun Gothic"/>
              </a:defRPr>
            </a:lvl8pPr>
            <a:lvl9pPr algn="l">
              <a:defRPr sz="1725" b="0">
                <a:solidFill>
                  <a:srgbClr val="17212B"/>
                </a:solidFill>
                <a:latin typeface="Malgun Gothic"/>
                <a:ea typeface="Malgun Gothic"/>
                <a:cs typeface="Malgun Gothic"/>
              </a:defRPr>
            </a:lvl9pPr>
          </a:lstStyle>
          <a:p xmlns:a="http://schemas.openxmlformats.org/drawingml/2006/main">
            <a:pPr algn="l">
              <a:defRPr sz="1725" b="0">
                <a:solidFill>
                  <a:srgbClr val="17212B"/>
                </a:solidFill>
                <a:latin typeface="Malgun Gothic"/>
                <a:ea typeface="Malgun Gothic"/>
                <a:cs typeface="Malgun Gothic"/>
              </a:defRPr>
            </a:pPr>
            <a:r>
              <a:rPr sz="1725" b="0">
                <a:solidFill>
                  <a:srgbClr val="17212B"/>
                </a:solidFill>
                <a:latin typeface="Malgun Gothic"/>
                <a:ea typeface="Malgun Gothic"/>
                <a:cs typeface="Malgun Gothic"/>
              </a:rPr>
              <a:t>crop(1, 3) → 열 1·2, 폭 2</a:t>
            </a:r>
          </a:p>
        </p:txBody>
      </p:sp>
      <p:sp>
        <p:nvSpPr>
          <p:cNvPr id="13" name="보존">
            <a:extLst xmlns:a="http://schemas.openxmlformats.org/drawingml/2006/main">
              <a:ext uri="{FF2B5EF4-FFF2-40B4-BE49-F238E27FC236}">
                <a16:creationId xmlns:a16="http://schemas.microsoft.com/office/drawing/2014/main" id="{C7037853-1F97-4CEF-9EE5-64CD6E73B840}"/>
              </a:ext>
            </a:extLst>
          </p:cNvPr>
          <p:cNvSpPr>
            <a:spLocks xmlns:a="http://schemas.openxmlformats.org/drawingml/2006/main" noGrp="1"/>
          </p:cNvSpPr>
          <p:nvPr/>
        </p:nvSpPr>
        <p:spPr>
          <a:xfrm xmlns:a="http://schemas.openxmlformats.org/drawingml/2006/main">
            <a:off x="800100" y="3200400"/>
            <a:ext cx="628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보존</a:t>
            </a:r>
          </a:p>
        </p:txBody>
      </p:sp>
      <p:sp>
        <p:nvSpPr>
          <p:cNvPr id="14" name="끝 좌표 제외 명세·테스트 기대값">
            <a:extLst xmlns:a="http://schemas.openxmlformats.org/drawingml/2006/main">
              <a:ext uri="{FF2B5EF4-FFF2-40B4-BE49-F238E27FC236}">
                <a16:creationId xmlns:a16="http://schemas.microsoft.com/office/drawing/2014/main" id="{06FECCE3-4BD0-493F-B3BD-842FABDFF161}"/>
              </a:ext>
            </a:extLst>
          </p:cNvPr>
          <p:cNvSpPr>
            <a:spLocks xmlns:a="http://schemas.openxmlformats.org/drawingml/2006/main" noGrp="1"/>
          </p:cNvSpPr>
          <p:nvPr/>
        </p:nvSpPr>
        <p:spPr>
          <a:xfrm xmlns:a="http://schemas.openxmlformats.org/drawingml/2006/main">
            <a:off x="1504950" y="3200400"/>
            <a:ext cx="4152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17212B"/>
                </a:solidFill>
                <a:latin typeface="Malgun Gothic"/>
                <a:ea typeface="Malgun Gothic"/>
                <a:cs typeface="Malgun Gothic"/>
              </a:defRPr>
            </a:defPPr>
            <a:lvl1pPr algn="l">
              <a:defRPr sz="1725" b="0">
                <a:solidFill>
                  <a:srgbClr val="17212B"/>
                </a:solidFill>
                <a:latin typeface="Malgun Gothic"/>
                <a:ea typeface="Malgun Gothic"/>
                <a:cs typeface="Malgun Gothic"/>
              </a:defRPr>
            </a:lvl1pPr>
            <a:lvl2pPr algn="l">
              <a:defRPr sz="1725" b="0">
                <a:solidFill>
                  <a:srgbClr val="17212B"/>
                </a:solidFill>
                <a:latin typeface="Malgun Gothic"/>
                <a:ea typeface="Malgun Gothic"/>
                <a:cs typeface="Malgun Gothic"/>
              </a:defRPr>
            </a:lvl2pPr>
            <a:lvl3pPr algn="l">
              <a:defRPr sz="1725" b="0">
                <a:solidFill>
                  <a:srgbClr val="17212B"/>
                </a:solidFill>
                <a:latin typeface="Malgun Gothic"/>
                <a:ea typeface="Malgun Gothic"/>
                <a:cs typeface="Malgun Gothic"/>
              </a:defRPr>
            </a:lvl3pPr>
            <a:lvl4pPr algn="l">
              <a:defRPr sz="1725" b="0">
                <a:solidFill>
                  <a:srgbClr val="17212B"/>
                </a:solidFill>
                <a:latin typeface="Malgun Gothic"/>
                <a:ea typeface="Malgun Gothic"/>
                <a:cs typeface="Malgun Gothic"/>
              </a:defRPr>
            </a:lvl4pPr>
            <a:lvl5pPr algn="l">
              <a:defRPr sz="1725" b="0">
                <a:solidFill>
                  <a:srgbClr val="17212B"/>
                </a:solidFill>
                <a:latin typeface="Malgun Gothic"/>
                <a:ea typeface="Malgun Gothic"/>
                <a:cs typeface="Malgun Gothic"/>
              </a:defRPr>
            </a:lvl5pPr>
            <a:lvl6pPr algn="l">
              <a:defRPr sz="1725" b="0">
                <a:solidFill>
                  <a:srgbClr val="17212B"/>
                </a:solidFill>
                <a:latin typeface="Malgun Gothic"/>
                <a:ea typeface="Malgun Gothic"/>
                <a:cs typeface="Malgun Gothic"/>
              </a:defRPr>
            </a:lvl6pPr>
            <a:lvl7pPr algn="l">
              <a:defRPr sz="1725" b="0">
                <a:solidFill>
                  <a:srgbClr val="17212B"/>
                </a:solidFill>
                <a:latin typeface="Malgun Gothic"/>
                <a:ea typeface="Malgun Gothic"/>
                <a:cs typeface="Malgun Gothic"/>
              </a:defRPr>
            </a:lvl7pPr>
            <a:lvl8pPr algn="l">
              <a:defRPr sz="1725" b="0">
                <a:solidFill>
                  <a:srgbClr val="17212B"/>
                </a:solidFill>
                <a:latin typeface="Malgun Gothic"/>
                <a:ea typeface="Malgun Gothic"/>
                <a:cs typeface="Malgun Gothic"/>
              </a:defRPr>
            </a:lvl8pPr>
            <a:lvl9pPr algn="l">
              <a:defRPr sz="1725" b="0">
                <a:solidFill>
                  <a:srgbClr val="17212B"/>
                </a:solidFill>
                <a:latin typeface="Malgun Gothic"/>
                <a:ea typeface="Malgun Gothic"/>
                <a:cs typeface="Malgun Gothic"/>
              </a:defRPr>
            </a:lvl9pPr>
          </a:lstStyle>
          <a:p xmlns:a="http://schemas.openxmlformats.org/drawingml/2006/main">
            <a:pPr algn="l">
              <a:defRPr sz="1725" b="0">
                <a:solidFill>
                  <a:srgbClr val="17212B"/>
                </a:solidFill>
                <a:latin typeface="Malgun Gothic"/>
                <a:ea typeface="Malgun Gothic"/>
                <a:cs typeface="Malgun Gothic"/>
              </a:defRPr>
            </a:pPr>
            <a:r>
              <a:rPr sz="1725" b="0">
                <a:solidFill>
                  <a:srgbClr val="17212B"/>
                </a:solidFill>
                <a:latin typeface="Malgun Gothic"/>
                <a:ea typeface="Malgun Gothic"/>
                <a:cs typeface="Malgun Gothic"/>
              </a:rPr>
              <a:t>끝 좌표 제외 명세·테스트 기대값</a:t>
            </a:r>
          </a:p>
        </p:txBody>
      </p:sp>
      <p:sp>
        <p:nvSpPr>
          <p:cNvPr id="15" name="범위">
            <a:extLst xmlns:a="http://schemas.openxmlformats.org/drawingml/2006/main">
              <a:ext uri="{FF2B5EF4-FFF2-40B4-BE49-F238E27FC236}">
                <a16:creationId xmlns:a16="http://schemas.microsoft.com/office/drawing/2014/main" id="{33EC6DC9-D41A-4429-A89D-E2CB99EB52A7}"/>
              </a:ext>
            </a:extLst>
          </p:cNvPr>
          <p:cNvSpPr>
            <a:spLocks xmlns:a="http://schemas.openxmlformats.org/drawingml/2006/main" noGrp="1"/>
          </p:cNvSpPr>
          <p:nvPr/>
        </p:nvSpPr>
        <p:spPr>
          <a:xfrm xmlns:a="http://schemas.openxmlformats.org/drawingml/2006/main">
            <a:off x="800100" y="3524250"/>
            <a:ext cx="628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범위</a:t>
            </a:r>
          </a:p>
        </p:txBody>
      </p:sp>
      <p:sp>
        <p:nvSpPr>
          <p:cNvPr id="16" name="crop 구현만 최소 수정">
            <a:extLst xmlns:a="http://schemas.openxmlformats.org/drawingml/2006/main">
              <a:ext uri="{FF2B5EF4-FFF2-40B4-BE49-F238E27FC236}">
                <a16:creationId xmlns:a16="http://schemas.microsoft.com/office/drawing/2014/main" id="{91C87E2F-28FA-45FE-974E-5838DA35E146}"/>
              </a:ext>
            </a:extLst>
          </p:cNvPr>
          <p:cNvSpPr>
            <a:spLocks xmlns:a="http://schemas.openxmlformats.org/drawingml/2006/main" noGrp="1"/>
          </p:cNvSpPr>
          <p:nvPr/>
        </p:nvSpPr>
        <p:spPr>
          <a:xfrm xmlns:a="http://schemas.openxmlformats.org/drawingml/2006/main">
            <a:off x="1504950" y="3524250"/>
            <a:ext cx="4152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17212B"/>
                </a:solidFill>
                <a:latin typeface="Malgun Gothic"/>
                <a:ea typeface="Malgun Gothic"/>
                <a:cs typeface="Malgun Gothic"/>
              </a:defRPr>
            </a:defPPr>
            <a:lvl1pPr algn="l">
              <a:defRPr sz="1725" b="0">
                <a:solidFill>
                  <a:srgbClr val="17212B"/>
                </a:solidFill>
                <a:latin typeface="Malgun Gothic"/>
                <a:ea typeface="Malgun Gothic"/>
                <a:cs typeface="Malgun Gothic"/>
              </a:defRPr>
            </a:lvl1pPr>
            <a:lvl2pPr algn="l">
              <a:defRPr sz="1725" b="0">
                <a:solidFill>
                  <a:srgbClr val="17212B"/>
                </a:solidFill>
                <a:latin typeface="Malgun Gothic"/>
                <a:ea typeface="Malgun Gothic"/>
                <a:cs typeface="Malgun Gothic"/>
              </a:defRPr>
            </a:lvl2pPr>
            <a:lvl3pPr algn="l">
              <a:defRPr sz="1725" b="0">
                <a:solidFill>
                  <a:srgbClr val="17212B"/>
                </a:solidFill>
                <a:latin typeface="Malgun Gothic"/>
                <a:ea typeface="Malgun Gothic"/>
                <a:cs typeface="Malgun Gothic"/>
              </a:defRPr>
            </a:lvl3pPr>
            <a:lvl4pPr algn="l">
              <a:defRPr sz="1725" b="0">
                <a:solidFill>
                  <a:srgbClr val="17212B"/>
                </a:solidFill>
                <a:latin typeface="Malgun Gothic"/>
                <a:ea typeface="Malgun Gothic"/>
                <a:cs typeface="Malgun Gothic"/>
              </a:defRPr>
            </a:lvl4pPr>
            <a:lvl5pPr algn="l">
              <a:defRPr sz="1725" b="0">
                <a:solidFill>
                  <a:srgbClr val="17212B"/>
                </a:solidFill>
                <a:latin typeface="Malgun Gothic"/>
                <a:ea typeface="Malgun Gothic"/>
                <a:cs typeface="Malgun Gothic"/>
              </a:defRPr>
            </a:lvl5pPr>
            <a:lvl6pPr algn="l">
              <a:defRPr sz="1725" b="0">
                <a:solidFill>
                  <a:srgbClr val="17212B"/>
                </a:solidFill>
                <a:latin typeface="Malgun Gothic"/>
                <a:ea typeface="Malgun Gothic"/>
                <a:cs typeface="Malgun Gothic"/>
              </a:defRPr>
            </a:lvl6pPr>
            <a:lvl7pPr algn="l">
              <a:defRPr sz="1725" b="0">
                <a:solidFill>
                  <a:srgbClr val="17212B"/>
                </a:solidFill>
                <a:latin typeface="Malgun Gothic"/>
                <a:ea typeface="Malgun Gothic"/>
                <a:cs typeface="Malgun Gothic"/>
              </a:defRPr>
            </a:lvl7pPr>
            <a:lvl8pPr algn="l">
              <a:defRPr sz="1725" b="0">
                <a:solidFill>
                  <a:srgbClr val="17212B"/>
                </a:solidFill>
                <a:latin typeface="Malgun Gothic"/>
                <a:ea typeface="Malgun Gothic"/>
                <a:cs typeface="Malgun Gothic"/>
              </a:defRPr>
            </a:lvl8pPr>
            <a:lvl9pPr algn="l">
              <a:defRPr sz="1725" b="0">
                <a:solidFill>
                  <a:srgbClr val="17212B"/>
                </a:solidFill>
                <a:latin typeface="Malgun Gothic"/>
                <a:ea typeface="Malgun Gothic"/>
                <a:cs typeface="Malgun Gothic"/>
              </a:defRPr>
            </a:lvl9pPr>
          </a:lstStyle>
          <a:p xmlns:a="http://schemas.openxmlformats.org/drawingml/2006/main">
            <a:pPr algn="l">
              <a:defRPr sz="1725" b="0">
                <a:solidFill>
                  <a:srgbClr val="17212B"/>
                </a:solidFill>
                <a:latin typeface="Malgun Gothic"/>
                <a:ea typeface="Malgun Gothic"/>
                <a:cs typeface="Malgun Gothic"/>
              </a:defRPr>
            </a:pPr>
            <a:r>
              <a:rPr sz="1725" b="0">
                <a:solidFill>
                  <a:srgbClr val="17212B"/>
                </a:solidFill>
                <a:latin typeface="Malgun Gothic"/>
                <a:ea typeface="Malgun Gothic"/>
                <a:cs typeface="Malgun Gothic"/>
              </a:rPr>
              <a:t>crop 구현만 최소 수정</a:t>
            </a:r>
          </a:p>
        </p:txBody>
      </p:sp>
      <p:sp>
        <p:nvSpPr>
          <p:cNvPr id="17" name="확인">
            <a:extLst xmlns:a="http://schemas.openxmlformats.org/drawingml/2006/main">
              <a:ext uri="{FF2B5EF4-FFF2-40B4-BE49-F238E27FC236}">
                <a16:creationId xmlns:a16="http://schemas.microsoft.com/office/drawing/2014/main" id="{80C7A114-98C3-4ADE-86D1-033CD37DD6E4}"/>
              </a:ext>
            </a:extLst>
          </p:cNvPr>
          <p:cNvSpPr>
            <a:spLocks xmlns:a="http://schemas.openxmlformats.org/drawingml/2006/main" noGrp="1"/>
          </p:cNvSpPr>
          <p:nvPr/>
        </p:nvSpPr>
        <p:spPr>
          <a:xfrm xmlns:a="http://schemas.openxmlformats.org/drawingml/2006/main">
            <a:off x="800100" y="3848100"/>
            <a:ext cx="628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확인</a:t>
            </a:r>
          </a:p>
        </p:txBody>
      </p:sp>
      <p:sp>
        <p:nvSpPr>
          <p:cNvPr id="18" name="crop 관련 테스트만·프로젝트 전체 테스트&#10;CLI 샘플 실행·변경 내용 확인">
            <a:extLst xmlns:a="http://schemas.openxmlformats.org/drawingml/2006/main">
              <a:ext uri="{FF2B5EF4-FFF2-40B4-BE49-F238E27FC236}">
                <a16:creationId xmlns:a16="http://schemas.microsoft.com/office/drawing/2014/main" id="{7AF25811-EB8A-4F8A-860A-2E3E9790331F}"/>
              </a:ext>
            </a:extLst>
          </p:cNvPr>
          <p:cNvSpPr>
            <a:spLocks xmlns:a="http://schemas.openxmlformats.org/drawingml/2006/main" noGrp="1"/>
          </p:cNvSpPr>
          <p:nvPr/>
        </p:nvSpPr>
        <p:spPr>
          <a:xfrm xmlns:a="http://schemas.openxmlformats.org/drawingml/2006/main">
            <a:off x="1504950" y="3848100"/>
            <a:ext cx="4152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17212B"/>
                </a:solidFill>
                <a:latin typeface="Malgun Gothic"/>
                <a:ea typeface="Malgun Gothic"/>
                <a:cs typeface="Malgun Gothic"/>
              </a:defRPr>
            </a:defPPr>
            <a:lvl1pPr algn="l">
              <a:defRPr sz="1725" b="0">
                <a:solidFill>
                  <a:srgbClr val="17212B"/>
                </a:solidFill>
                <a:latin typeface="Malgun Gothic"/>
                <a:ea typeface="Malgun Gothic"/>
                <a:cs typeface="Malgun Gothic"/>
              </a:defRPr>
            </a:lvl1pPr>
            <a:lvl2pPr algn="l">
              <a:defRPr sz="1725" b="0">
                <a:solidFill>
                  <a:srgbClr val="17212B"/>
                </a:solidFill>
                <a:latin typeface="Malgun Gothic"/>
                <a:ea typeface="Malgun Gothic"/>
                <a:cs typeface="Malgun Gothic"/>
              </a:defRPr>
            </a:lvl2pPr>
            <a:lvl3pPr algn="l">
              <a:defRPr sz="1725" b="0">
                <a:solidFill>
                  <a:srgbClr val="17212B"/>
                </a:solidFill>
                <a:latin typeface="Malgun Gothic"/>
                <a:ea typeface="Malgun Gothic"/>
                <a:cs typeface="Malgun Gothic"/>
              </a:defRPr>
            </a:lvl3pPr>
            <a:lvl4pPr algn="l">
              <a:defRPr sz="1725" b="0">
                <a:solidFill>
                  <a:srgbClr val="17212B"/>
                </a:solidFill>
                <a:latin typeface="Malgun Gothic"/>
                <a:ea typeface="Malgun Gothic"/>
                <a:cs typeface="Malgun Gothic"/>
              </a:defRPr>
            </a:lvl4pPr>
            <a:lvl5pPr algn="l">
              <a:defRPr sz="1725" b="0">
                <a:solidFill>
                  <a:srgbClr val="17212B"/>
                </a:solidFill>
                <a:latin typeface="Malgun Gothic"/>
                <a:ea typeface="Malgun Gothic"/>
                <a:cs typeface="Malgun Gothic"/>
              </a:defRPr>
            </a:lvl5pPr>
            <a:lvl6pPr algn="l">
              <a:defRPr sz="1725" b="0">
                <a:solidFill>
                  <a:srgbClr val="17212B"/>
                </a:solidFill>
                <a:latin typeface="Malgun Gothic"/>
                <a:ea typeface="Malgun Gothic"/>
                <a:cs typeface="Malgun Gothic"/>
              </a:defRPr>
            </a:lvl6pPr>
            <a:lvl7pPr algn="l">
              <a:defRPr sz="1725" b="0">
                <a:solidFill>
                  <a:srgbClr val="17212B"/>
                </a:solidFill>
                <a:latin typeface="Malgun Gothic"/>
                <a:ea typeface="Malgun Gothic"/>
                <a:cs typeface="Malgun Gothic"/>
              </a:defRPr>
            </a:lvl7pPr>
            <a:lvl8pPr algn="l">
              <a:defRPr sz="1725" b="0">
                <a:solidFill>
                  <a:srgbClr val="17212B"/>
                </a:solidFill>
                <a:latin typeface="Malgun Gothic"/>
                <a:ea typeface="Malgun Gothic"/>
                <a:cs typeface="Malgun Gothic"/>
              </a:defRPr>
            </a:lvl8pPr>
            <a:lvl9pPr algn="l">
              <a:defRPr sz="1725" b="0">
                <a:solidFill>
                  <a:srgbClr val="17212B"/>
                </a:solidFill>
                <a:latin typeface="Malgun Gothic"/>
                <a:ea typeface="Malgun Gothic"/>
                <a:cs typeface="Malgun Gothic"/>
              </a:defRPr>
            </a:lvl9pPr>
          </a:lstStyle>
          <a:p xmlns:a="http://schemas.openxmlformats.org/drawingml/2006/main">
            <a:pPr algn="l">
              <a:defRPr sz="1725" b="0">
                <a:solidFill>
                  <a:srgbClr val="17212B"/>
                </a:solidFill>
                <a:latin typeface="Malgun Gothic"/>
                <a:ea typeface="Malgun Gothic"/>
                <a:cs typeface="Malgun Gothic"/>
              </a:defRPr>
            </a:pPr>
            <a:r>
              <a:rPr sz="1725" b="0">
                <a:solidFill>
                  <a:srgbClr val="17212B"/>
                </a:solidFill>
                <a:latin typeface="Malgun Gothic"/>
                <a:ea typeface="Malgun Gothic"/>
                <a:cs typeface="Malgun Gothic"/>
              </a:rPr>
              <a:t>crop 관련 테스트만·프로젝트 전체 테스트</a:t>
            </a:r>
          </a:p>
          <a:p xmlns:a="http://schemas.openxmlformats.org/drawingml/2006/main">
            <a:pPr algn="l">
              <a:defRPr sz="1725" b="0">
                <a:solidFill>
                  <a:srgbClr val="17212B"/>
                </a:solidFill>
                <a:latin typeface="Malgun Gothic"/>
                <a:ea typeface="Malgun Gothic"/>
                <a:cs typeface="Malgun Gothic"/>
              </a:defRPr>
            </a:pPr>
            <a:r>
              <a:rPr sz="1725" b="0">
                <a:solidFill>
                  <a:srgbClr val="17212B"/>
                </a:solidFill>
                <a:latin typeface="Malgun Gothic"/>
                <a:ea typeface="Malgun Gothic"/>
                <a:cs typeface="Malgun Gothic"/>
              </a:rPr>
              <a:t>CLI 샘플 실행·변경 내용 확인</a:t>
            </a:r>
          </a:p>
        </p:txBody>
      </p:sp>
      <p:sp>
        <p:nvSpPr>
          <p:cNvPr id="19" name="완료">
            <a:extLst xmlns:a="http://schemas.openxmlformats.org/drawingml/2006/main">
              <a:ext uri="{FF2B5EF4-FFF2-40B4-BE49-F238E27FC236}">
                <a16:creationId xmlns:a16="http://schemas.microsoft.com/office/drawing/2014/main" id="{67100691-0705-46DB-9E9D-9A489655E14E}"/>
              </a:ext>
            </a:extLst>
          </p:cNvPr>
          <p:cNvSpPr>
            <a:spLocks xmlns:a="http://schemas.openxmlformats.org/drawingml/2006/main" noGrp="1"/>
          </p:cNvSpPr>
          <p:nvPr/>
        </p:nvSpPr>
        <p:spPr>
          <a:xfrm xmlns:a="http://schemas.openxmlformats.org/drawingml/2006/main">
            <a:off x="800100" y="4419600"/>
            <a:ext cx="628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완료</a:t>
            </a:r>
          </a:p>
        </p:txBody>
      </p:sp>
      <p:sp>
        <p:nvSpPr>
          <p:cNvPr id="20" name="결과·검증·미확인 사항 보고">
            <a:extLst xmlns:a="http://schemas.openxmlformats.org/drawingml/2006/main">
              <a:ext uri="{FF2B5EF4-FFF2-40B4-BE49-F238E27FC236}">
                <a16:creationId xmlns:a16="http://schemas.microsoft.com/office/drawing/2014/main" id="{6A66A205-53AB-43FC-9AF6-69F8684C15D2}"/>
              </a:ext>
            </a:extLst>
          </p:cNvPr>
          <p:cNvSpPr>
            <a:spLocks xmlns:a="http://schemas.openxmlformats.org/drawingml/2006/main" noGrp="1"/>
          </p:cNvSpPr>
          <p:nvPr/>
        </p:nvSpPr>
        <p:spPr>
          <a:xfrm xmlns:a="http://schemas.openxmlformats.org/drawingml/2006/main">
            <a:off x="1504950" y="4419600"/>
            <a:ext cx="4152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17212B"/>
                </a:solidFill>
                <a:latin typeface="Malgun Gothic"/>
                <a:ea typeface="Malgun Gothic"/>
                <a:cs typeface="Malgun Gothic"/>
              </a:defRPr>
            </a:defPPr>
            <a:lvl1pPr algn="l">
              <a:defRPr sz="1725" b="0">
                <a:solidFill>
                  <a:srgbClr val="17212B"/>
                </a:solidFill>
                <a:latin typeface="Malgun Gothic"/>
                <a:ea typeface="Malgun Gothic"/>
                <a:cs typeface="Malgun Gothic"/>
              </a:defRPr>
            </a:lvl1pPr>
            <a:lvl2pPr algn="l">
              <a:defRPr sz="1725" b="0">
                <a:solidFill>
                  <a:srgbClr val="17212B"/>
                </a:solidFill>
                <a:latin typeface="Malgun Gothic"/>
                <a:ea typeface="Malgun Gothic"/>
                <a:cs typeface="Malgun Gothic"/>
              </a:defRPr>
            </a:lvl2pPr>
            <a:lvl3pPr algn="l">
              <a:defRPr sz="1725" b="0">
                <a:solidFill>
                  <a:srgbClr val="17212B"/>
                </a:solidFill>
                <a:latin typeface="Malgun Gothic"/>
                <a:ea typeface="Malgun Gothic"/>
                <a:cs typeface="Malgun Gothic"/>
              </a:defRPr>
            </a:lvl3pPr>
            <a:lvl4pPr algn="l">
              <a:defRPr sz="1725" b="0">
                <a:solidFill>
                  <a:srgbClr val="17212B"/>
                </a:solidFill>
                <a:latin typeface="Malgun Gothic"/>
                <a:ea typeface="Malgun Gothic"/>
                <a:cs typeface="Malgun Gothic"/>
              </a:defRPr>
            </a:lvl4pPr>
            <a:lvl5pPr algn="l">
              <a:defRPr sz="1725" b="0">
                <a:solidFill>
                  <a:srgbClr val="17212B"/>
                </a:solidFill>
                <a:latin typeface="Malgun Gothic"/>
                <a:ea typeface="Malgun Gothic"/>
                <a:cs typeface="Malgun Gothic"/>
              </a:defRPr>
            </a:lvl5pPr>
            <a:lvl6pPr algn="l">
              <a:defRPr sz="1725" b="0">
                <a:solidFill>
                  <a:srgbClr val="17212B"/>
                </a:solidFill>
                <a:latin typeface="Malgun Gothic"/>
                <a:ea typeface="Malgun Gothic"/>
                <a:cs typeface="Malgun Gothic"/>
              </a:defRPr>
            </a:lvl6pPr>
            <a:lvl7pPr algn="l">
              <a:defRPr sz="1725" b="0">
                <a:solidFill>
                  <a:srgbClr val="17212B"/>
                </a:solidFill>
                <a:latin typeface="Malgun Gothic"/>
                <a:ea typeface="Malgun Gothic"/>
                <a:cs typeface="Malgun Gothic"/>
              </a:defRPr>
            </a:lvl7pPr>
            <a:lvl8pPr algn="l">
              <a:defRPr sz="1725" b="0">
                <a:solidFill>
                  <a:srgbClr val="17212B"/>
                </a:solidFill>
                <a:latin typeface="Malgun Gothic"/>
                <a:ea typeface="Malgun Gothic"/>
                <a:cs typeface="Malgun Gothic"/>
              </a:defRPr>
            </a:lvl8pPr>
            <a:lvl9pPr algn="l">
              <a:defRPr sz="1725" b="0">
                <a:solidFill>
                  <a:srgbClr val="17212B"/>
                </a:solidFill>
                <a:latin typeface="Malgun Gothic"/>
                <a:ea typeface="Malgun Gothic"/>
                <a:cs typeface="Malgun Gothic"/>
              </a:defRPr>
            </a:lvl9pPr>
          </a:lstStyle>
          <a:p xmlns:a="http://schemas.openxmlformats.org/drawingml/2006/main">
            <a:pPr algn="l">
              <a:defRPr sz="1725" b="0">
                <a:solidFill>
                  <a:srgbClr val="17212B"/>
                </a:solidFill>
                <a:latin typeface="Malgun Gothic"/>
                <a:ea typeface="Malgun Gothic"/>
                <a:cs typeface="Malgun Gothic"/>
              </a:defRPr>
            </a:pPr>
            <a:r>
              <a:rPr sz="1725" b="0">
                <a:solidFill>
                  <a:srgbClr val="17212B"/>
                </a:solidFill>
                <a:latin typeface="Malgun Gothic"/>
                <a:ea typeface="Malgun Gothic"/>
                <a:cs typeface="Malgun Gothic"/>
              </a:rPr>
              <a:t>결과·검증·미확인 사항 보고</a:t>
            </a:r>
          </a:p>
        </p:txBody>
      </p:sp>
      <p:sp>
        <p:nvSpPr>
          <p:cNvPr id="21" name="+">
            <a:extLst xmlns:a="http://schemas.openxmlformats.org/drawingml/2006/main">
              <a:ext uri="{FF2B5EF4-FFF2-40B4-BE49-F238E27FC236}">
                <a16:creationId xmlns:a16="http://schemas.microsoft.com/office/drawing/2014/main" id="{16DB6E3F-2AC1-4A94-9CD4-0308CB56F29B}"/>
              </a:ext>
            </a:extLst>
          </p:cNvPr>
          <p:cNvSpPr>
            <a:spLocks xmlns:a="http://schemas.openxmlformats.org/drawingml/2006/main" noGrp="1"/>
          </p:cNvSpPr>
          <p:nvPr/>
        </p:nvSpPr>
        <p:spPr>
          <a:xfrm xmlns:a="http://schemas.openxmlformats.org/drawingml/2006/main">
            <a:off x="781050" y="48006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a:t>
            </a:r>
          </a:p>
        </p:txBody>
      </p:sp>
      <p:sp>
        <p:nvSpPr>
          <p:cNvPr id="22" name="">
            <a:extLst xmlns:a="http://schemas.openxmlformats.org/drawingml/2006/main">
              <a:ext uri="{FF2B5EF4-FFF2-40B4-BE49-F238E27FC236}">
                <a16:creationId xmlns:a16="http://schemas.microsoft.com/office/drawing/2014/main" id="{E3ED5186-EEC1-4DE2-98EF-850091941398}"/>
              </a:ext>
            </a:extLst>
          </p:cNvPr>
          <p:cNvSpPr>
            <a:spLocks xmlns:a="http://schemas.openxmlformats.org/drawingml/2006/main" noGrp="1"/>
          </p:cNvSpPr>
          <p:nvPr/>
        </p:nvSpPr>
        <p:spPr>
          <a:xfrm xmlns:a="http://schemas.openxmlformats.org/drawingml/2006/main">
            <a:off x="5438775" y="4781550"/>
            <a:ext cx="238125" cy="238125"/>
          </a:xfrm>
          <a:prstGeom xmlns:a="http://schemas.openxmlformats.org/drawingml/2006/main" prst="ellipse">
            <a:avLst/>
          </a:prstGeom>
          <a:solidFill xmlns:a="http://schemas.openxmlformats.org/drawingml/2006/main">
            <a:srgbClr val="0B617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B0545F4-8B75-4F11-B5F5-2421B973D3F9}"/>
              </a:ext>
            </a:extLst>
          </p:cNvPr>
          <p:cNvSpPr>
            <a:spLocks xmlns:a="http://schemas.openxmlformats.org/drawingml/2006/main" noGrp="1"/>
          </p:cNvSpPr>
          <p:nvPr/>
        </p:nvSpPr>
        <p:spPr>
          <a:xfrm xmlns:a="http://schemas.openxmlformats.org/drawingml/2006/main">
            <a:off x="5438775" y="477202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FFFFFF"/>
                </a:solidFill>
                <a:latin typeface="Malgun Gothic"/>
                <a:ea typeface="Malgun Gothic"/>
                <a:cs typeface="Malgun Gothic"/>
              </a:defRPr>
            </a:defPPr>
            <a:lvl1pPr algn="ctr">
              <a:defRPr sz="1650" b="1">
                <a:solidFill>
                  <a:srgbClr val="FFFFFF"/>
                </a:solidFill>
                <a:latin typeface="Malgun Gothic"/>
                <a:ea typeface="Malgun Gothic"/>
                <a:cs typeface="Malgun Gothic"/>
              </a:defRPr>
            </a:lvl1pPr>
            <a:lvl2pPr algn="ctr">
              <a:defRPr sz="1650" b="1">
                <a:solidFill>
                  <a:srgbClr val="FFFFFF"/>
                </a:solidFill>
                <a:latin typeface="Malgun Gothic"/>
                <a:ea typeface="Malgun Gothic"/>
                <a:cs typeface="Malgun Gothic"/>
              </a:defRPr>
            </a:lvl2pPr>
            <a:lvl3pPr algn="ctr">
              <a:defRPr sz="1650" b="1">
                <a:solidFill>
                  <a:srgbClr val="FFFFFF"/>
                </a:solidFill>
                <a:latin typeface="Malgun Gothic"/>
                <a:ea typeface="Malgun Gothic"/>
                <a:cs typeface="Malgun Gothic"/>
              </a:defRPr>
            </a:lvl3pPr>
            <a:lvl4pPr algn="ctr">
              <a:defRPr sz="1650" b="1">
                <a:solidFill>
                  <a:srgbClr val="FFFFFF"/>
                </a:solidFill>
                <a:latin typeface="Malgun Gothic"/>
                <a:ea typeface="Malgun Gothic"/>
                <a:cs typeface="Malgun Gothic"/>
              </a:defRPr>
            </a:lvl4pPr>
            <a:lvl5pPr algn="ctr">
              <a:defRPr sz="1650" b="1">
                <a:solidFill>
                  <a:srgbClr val="FFFFFF"/>
                </a:solidFill>
                <a:latin typeface="Malgun Gothic"/>
                <a:ea typeface="Malgun Gothic"/>
                <a:cs typeface="Malgun Gothic"/>
              </a:defRPr>
            </a:lvl5pPr>
            <a:lvl6pPr algn="ctr">
              <a:defRPr sz="1650" b="1">
                <a:solidFill>
                  <a:srgbClr val="FFFFFF"/>
                </a:solidFill>
                <a:latin typeface="Malgun Gothic"/>
                <a:ea typeface="Malgun Gothic"/>
                <a:cs typeface="Malgun Gothic"/>
              </a:defRPr>
            </a:lvl6pPr>
            <a:lvl7pPr algn="ctr">
              <a:defRPr sz="1650" b="1">
                <a:solidFill>
                  <a:srgbClr val="FFFFFF"/>
                </a:solidFill>
                <a:latin typeface="Malgun Gothic"/>
                <a:ea typeface="Malgun Gothic"/>
                <a:cs typeface="Malgun Gothic"/>
              </a:defRPr>
            </a:lvl7pPr>
            <a:lvl8pPr algn="ctr">
              <a:defRPr sz="1650" b="1">
                <a:solidFill>
                  <a:srgbClr val="FFFFFF"/>
                </a:solidFill>
                <a:latin typeface="Malgun Gothic"/>
                <a:ea typeface="Malgun Gothic"/>
                <a:cs typeface="Malgun Gothic"/>
              </a:defRPr>
            </a:lvl8pPr>
            <a:lvl9pPr algn="ctr">
              <a:defRPr sz="1650" b="1">
                <a:solidFill>
                  <a:srgbClr val="FFFFFF"/>
                </a:solidFill>
                <a:latin typeface="Malgun Gothic"/>
                <a:ea typeface="Malgun Gothic"/>
                <a:cs typeface="Malgun Gothic"/>
              </a:defRPr>
            </a:lvl9pPr>
          </a:lstStyle>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a:t>
            </a:r>
          </a:p>
        </p:txBody>
      </p:sp>
      <p:sp>
        <p:nvSpPr>
          <p:cNvPr id="24" name="사람이 원하는 경로를 명시">
            <a:extLst xmlns:a="http://schemas.openxmlformats.org/drawingml/2006/main">
              <a:ext uri="{FF2B5EF4-FFF2-40B4-BE49-F238E27FC236}">
                <a16:creationId xmlns:a16="http://schemas.microsoft.com/office/drawing/2014/main" id="{5A50E2D9-0807-443B-B4EF-EC3E8CB54112}"/>
              </a:ext>
            </a:extLst>
          </p:cNvPr>
          <p:cNvSpPr>
            <a:spLocks xmlns:a="http://schemas.openxmlformats.org/drawingml/2006/main" noGrp="1"/>
          </p:cNvSpPr>
          <p:nvPr/>
        </p:nvSpPr>
        <p:spPr>
          <a:xfrm xmlns:a="http://schemas.openxmlformats.org/drawingml/2006/main">
            <a:off x="6210300" y="1666875"/>
            <a:ext cx="53721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사람이 원하는 경로를 명시</a:t>
            </a:r>
          </a:p>
        </p:txBody>
      </p:sp>
      <p:pic>
        <p:nvPicPr>
          <p:cNvPr id="25" name="">
            <a:extLst xmlns:a="http://schemas.openxmlformats.org/drawingml/2006/main">
              <a:ext uri="{FF2B5EF4-FFF2-40B4-BE49-F238E27FC236}">
                <a16:creationId xmlns:a16="http://schemas.microsoft.com/office/drawing/2014/main" id="{374A0F0D-D565-4F50-8571-87EA9A88DF4A}"/>
              </a:ext>
            </a:extLst>
          </p:cNvPr>
          <p:cNvPicPr>
            <a:picLocks xmlns:a="http://schemas.openxmlformats.org/drawingml/2006/main" noChangeAspect="1"/>
          </p:cNvPicPr>
          <p:nvPr/>
        </p:nvPicPr>
        <p:blipFill>
          <a:blip xmlns:r="http://schemas.openxmlformats.org/officeDocument/2006/relationships" xmlns:a="http://schemas.openxmlformats.org/drawingml/2006/main" r:embed="Rd29841204aba4024"/>
          <a:stretch xmlns:a="http://schemas.openxmlformats.org/drawingml/2006/main"/>
        </p:blipFill>
        <p:spPr>
          <a:xfrm xmlns:a="http://schemas.openxmlformats.org/drawingml/2006/main">
            <a:off x="6067425" y="2038350"/>
            <a:ext cx="1447800" cy="108585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8A2A3868-5F71-4979-B7CE-B0E4BD0F0A28}"/>
              </a:ext>
            </a:extLst>
          </p:cNvPr>
          <p:cNvSpPr>
            <a:spLocks xmlns:a="http://schemas.openxmlformats.org/drawingml/2006/main" noGrp="1"/>
          </p:cNvSpPr>
          <p:nvPr/>
        </p:nvSpPr>
        <p:spPr>
          <a:xfrm xmlns:a="http://schemas.openxmlformats.org/drawingml/2006/main">
            <a:off x="5934075" y="3857625"/>
            <a:ext cx="323850" cy="20002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6195A2D-D39B-46A7-869E-4C035276FED4}"/>
              </a:ext>
            </a:extLst>
          </p:cNvPr>
          <p:cNvSpPr>
            <a:spLocks xmlns:a="http://schemas.openxmlformats.org/drawingml/2006/main" noGrp="1"/>
          </p:cNvSpPr>
          <p:nvPr/>
        </p:nvSpPr>
        <p:spPr>
          <a:xfrm xmlns:a="http://schemas.openxmlformats.org/drawingml/2006/main">
            <a:off x="6400800" y="4010025"/>
            <a:ext cx="133350" cy="133350"/>
          </a:xfrm>
          <a:prstGeom xmlns:a="http://schemas.openxmlformats.org/drawingml/2006/main" prst="ellipse">
            <a:avLst/>
          </a:prstGeom>
          <a:solidFill xmlns:a="http://schemas.openxmlformats.org/drawingml/2006/main">
            <a:srgbClr val="0B6172"/>
          </a:solidFill>
          <a:ln xmlns:a="http://schemas.openxmlformats.org/drawingml/2006/main" w="0">
            <a:noFill/>
          </a:ln>
        </p:spPr>
      </p:sp>
      <p:sp>
        <p:nvSpPr>
          <p:cNvPr id="28" name="Possible interpretation A">
            <a:extLst xmlns:a="http://schemas.openxmlformats.org/drawingml/2006/main">
              <a:ext uri="{FF2B5EF4-FFF2-40B4-BE49-F238E27FC236}">
                <a16:creationId xmlns:a16="http://schemas.microsoft.com/office/drawing/2014/main" id="{6ACCF13F-44DA-4A75-A426-9166E4D038C3}"/>
              </a:ext>
            </a:extLst>
          </p:cNvPr>
          <p:cNvSpPr>
            <a:spLocks xmlns:a="http://schemas.openxmlformats.org/drawingml/2006/main" noGrp="1"/>
          </p:cNvSpPr>
          <p:nvPr/>
        </p:nvSpPr>
        <p:spPr>
          <a:xfrm xmlns:a="http://schemas.openxmlformats.org/drawingml/2006/main">
            <a:off x="6467475" y="3257550"/>
            <a:ext cx="5114925" cy="1638300"/>
          </a:xfrm>
          <a:custGeom xmlns:a="http://schemas.openxmlformats.org/drawingml/2006/main">
            <a:pathLst>
              <a:path w="5114925" h="1638300">
                <a:moveTo>
                  <a:pt x="0" y="819150"/>
                </a:moveTo>
                <a:cubicBezTo>
                  <a:pt x="495300" y="819150"/>
                  <a:pt x="428625" y="0"/>
                  <a:pt x="1047750" y="0"/>
                </a:cubicBezTo>
                <a:lnTo>
                  <a:pt x="5000625" y="0"/>
                </a:lnTo>
              </a:path>
            </a:pathLst>
          </a:custGeom>
          <a:noFill xmlns:a="http://schemas.openxmlformats.org/drawingml/2006/main"/>
          <a:ln xmlns:a="http://schemas.openxmlformats.org/drawingml/2006/main" w="19050">
            <a:solidFill>
              <a:srgbClr val="78848F"/>
            </a:solidFill>
            <a:prstDash val="dash"/>
          </a:ln>
        </p:spPr>
      </p:sp>
      <p:sp>
        <p:nvSpPr>
          <p:cNvPr id="29" name="">
            <a:extLst xmlns:a="http://schemas.openxmlformats.org/drawingml/2006/main">
              <a:ext uri="{FF2B5EF4-FFF2-40B4-BE49-F238E27FC236}">
                <a16:creationId xmlns:a16="http://schemas.microsoft.com/office/drawing/2014/main" id="{22AB0414-B752-44F7-AA3B-B1A2E8B4F58B}"/>
              </a:ext>
            </a:extLst>
          </p:cNvPr>
          <p:cNvSpPr>
            <a:spLocks xmlns:a="http://schemas.openxmlformats.org/drawingml/2006/main" noGrp="1"/>
          </p:cNvSpPr>
          <p:nvPr/>
        </p:nvSpPr>
        <p:spPr>
          <a:xfrm xmlns:a="http://schemas.openxmlformats.org/drawingml/2006/main">
            <a:off x="11439525" y="3219450"/>
            <a:ext cx="76200" cy="76200"/>
          </a:xfrm>
          <a:prstGeom xmlns:a="http://schemas.openxmlformats.org/drawingml/2006/main" prst="ellipse">
            <a:avLst/>
          </a:prstGeom>
          <a:solidFill xmlns:a="http://schemas.openxmlformats.org/drawingml/2006/main">
            <a:srgbClr val="78848F"/>
          </a:solidFill>
          <a:ln xmlns:a="http://schemas.openxmlformats.org/drawingml/2006/main" w="0">
            <a:noFill/>
          </a:ln>
        </p:spPr>
      </p:sp>
      <p:sp>
        <p:nvSpPr>
          <p:cNvPr id="30" name="A">
            <a:extLst xmlns:a="http://schemas.openxmlformats.org/drawingml/2006/main">
              <a:ext uri="{FF2B5EF4-FFF2-40B4-BE49-F238E27FC236}">
                <a16:creationId xmlns:a16="http://schemas.microsoft.com/office/drawing/2014/main" id="{5EB5ED70-47D3-40F6-861A-CF50E29EEDD3}"/>
              </a:ext>
            </a:extLst>
          </p:cNvPr>
          <p:cNvSpPr>
            <a:spLocks xmlns:a="http://schemas.openxmlformats.org/drawingml/2006/main" noGrp="1"/>
          </p:cNvSpPr>
          <p:nvPr/>
        </p:nvSpPr>
        <p:spPr>
          <a:xfrm xmlns:a="http://schemas.openxmlformats.org/drawingml/2006/main">
            <a:off x="7600950" y="261937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78848F"/>
                </a:solidFill>
                <a:latin typeface="Malgun Gothic"/>
                <a:ea typeface="Malgun Gothic"/>
                <a:cs typeface="Malgun Gothic"/>
              </a:defRPr>
            </a:defPPr>
            <a:lvl1pPr algn="l">
              <a:defRPr sz="1575" b="1">
                <a:solidFill>
                  <a:srgbClr val="78848F"/>
                </a:solidFill>
                <a:latin typeface="Malgun Gothic"/>
                <a:ea typeface="Malgun Gothic"/>
                <a:cs typeface="Malgun Gothic"/>
              </a:defRPr>
            </a:lvl1pPr>
            <a:lvl2pPr algn="l">
              <a:defRPr sz="1575" b="1">
                <a:solidFill>
                  <a:srgbClr val="78848F"/>
                </a:solidFill>
                <a:latin typeface="Malgun Gothic"/>
                <a:ea typeface="Malgun Gothic"/>
                <a:cs typeface="Malgun Gothic"/>
              </a:defRPr>
            </a:lvl2pPr>
            <a:lvl3pPr algn="l">
              <a:defRPr sz="1575" b="1">
                <a:solidFill>
                  <a:srgbClr val="78848F"/>
                </a:solidFill>
                <a:latin typeface="Malgun Gothic"/>
                <a:ea typeface="Malgun Gothic"/>
                <a:cs typeface="Malgun Gothic"/>
              </a:defRPr>
            </a:lvl3pPr>
            <a:lvl4pPr algn="l">
              <a:defRPr sz="1575" b="1">
                <a:solidFill>
                  <a:srgbClr val="78848F"/>
                </a:solidFill>
                <a:latin typeface="Malgun Gothic"/>
                <a:ea typeface="Malgun Gothic"/>
                <a:cs typeface="Malgun Gothic"/>
              </a:defRPr>
            </a:lvl4pPr>
            <a:lvl5pPr algn="l">
              <a:defRPr sz="1575" b="1">
                <a:solidFill>
                  <a:srgbClr val="78848F"/>
                </a:solidFill>
                <a:latin typeface="Malgun Gothic"/>
                <a:ea typeface="Malgun Gothic"/>
                <a:cs typeface="Malgun Gothic"/>
              </a:defRPr>
            </a:lvl5pPr>
            <a:lvl6pPr algn="l">
              <a:defRPr sz="1575" b="1">
                <a:solidFill>
                  <a:srgbClr val="78848F"/>
                </a:solidFill>
                <a:latin typeface="Malgun Gothic"/>
                <a:ea typeface="Malgun Gothic"/>
                <a:cs typeface="Malgun Gothic"/>
              </a:defRPr>
            </a:lvl6pPr>
            <a:lvl7pPr algn="l">
              <a:defRPr sz="1575" b="1">
                <a:solidFill>
                  <a:srgbClr val="78848F"/>
                </a:solidFill>
                <a:latin typeface="Malgun Gothic"/>
                <a:ea typeface="Malgun Gothic"/>
                <a:cs typeface="Malgun Gothic"/>
              </a:defRPr>
            </a:lvl7pPr>
            <a:lvl8pPr algn="l">
              <a:defRPr sz="1575" b="1">
                <a:solidFill>
                  <a:srgbClr val="78848F"/>
                </a:solidFill>
                <a:latin typeface="Malgun Gothic"/>
                <a:ea typeface="Malgun Gothic"/>
                <a:cs typeface="Malgun Gothic"/>
              </a:defRPr>
            </a:lvl8pPr>
            <a:lvl9pPr algn="l">
              <a:defRPr sz="1575" b="1">
                <a:solidFill>
                  <a:srgbClr val="78848F"/>
                </a:solidFill>
                <a:latin typeface="Malgun Gothic"/>
                <a:ea typeface="Malgun Gothic"/>
                <a:cs typeface="Malgun Gothic"/>
              </a:defRPr>
            </a:lvl9pPr>
          </a:lstStyle>
          <a:p xmlns:a="http://schemas.openxmlformats.org/drawingml/2006/main">
            <a:pPr algn="l">
              <a:defRPr sz="1575" b="1">
                <a:solidFill>
                  <a:srgbClr val="78848F"/>
                </a:solidFill>
                <a:latin typeface="Malgun Gothic"/>
                <a:ea typeface="Malgun Gothic"/>
                <a:cs typeface="Malgun Gothic"/>
              </a:defRPr>
            </a:pPr>
            <a:r>
              <a:rPr sz="1575" b="1">
                <a:solidFill>
                  <a:srgbClr val="78848F"/>
                </a:solidFill>
                <a:latin typeface="Malgun Gothic"/>
                <a:ea typeface="Malgun Gothic"/>
                <a:cs typeface="Malgun Gothic"/>
              </a:rPr>
              <a:t>A</a:t>
            </a:r>
          </a:p>
        </p:txBody>
      </p:sp>
      <p:sp>
        <p:nvSpPr>
          <p:cNvPr id="31" name="테스트 기대값 변경">
            <a:extLst xmlns:a="http://schemas.openxmlformats.org/drawingml/2006/main">
              <a:ext uri="{FF2B5EF4-FFF2-40B4-BE49-F238E27FC236}">
                <a16:creationId xmlns:a16="http://schemas.microsoft.com/office/drawing/2014/main" id="{4A678313-3ED7-45CF-9699-12578DDEA27B}"/>
              </a:ext>
            </a:extLst>
          </p:cNvPr>
          <p:cNvSpPr>
            <a:spLocks xmlns:a="http://schemas.openxmlformats.org/drawingml/2006/main" noGrp="1"/>
          </p:cNvSpPr>
          <p:nvPr/>
        </p:nvSpPr>
        <p:spPr>
          <a:xfrm xmlns:a="http://schemas.openxmlformats.org/drawingml/2006/main">
            <a:off x="7972425" y="2552700"/>
            <a:ext cx="36099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78848F"/>
                </a:solidFill>
                <a:latin typeface="Malgun Gothic"/>
                <a:ea typeface="Malgun Gothic"/>
                <a:cs typeface="Malgun Gothic"/>
              </a:defRPr>
            </a:defPPr>
            <a:lvl1pPr algn="l">
              <a:defRPr sz="2175" b="1">
                <a:solidFill>
                  <a:srgbClr val="78848F"/>
                </a:solidFill>
                <a:latin typeface="Malgun Gothic"/>
                <a:ea typeface="Malgun Gothic"/>
                <a:cs typeface="Malgun Gothic"/>
              </a:defRPr>
            </a:lvl1pPr>
            <a:lvl2pPr algn="l">
              <a:defRPr sz="2175" b="1">
                <a:solidFill>
                  <a:srgbClr val="78848F"/>
                </a:solidFill>
                <a:latin typeface="Malgun Gothic"/>
                <a:ea typeface="Malgun Gothic"/>
                <a:cs typeface="Malgun Gothic"/>
              </a:defRPr>
            </a:lvl2pPr>
            <a:lvl3pPr algn="l">
              <a:defRPr sz="2175" b="1">
                <a:solidFill>
                  <a:srgbClr val="78848F"/>
                </a:solidFill>
                <a:latin typeface="Malgun Gothic"/>
                <a:ea typeface="Malgun Gothic"/>
                <a:cs typeface="Malgun Gothic"/>
              </a:defRPr>
            </a:lvl3pPr>
            <a:lvl4pPr algn="l">
              <a:defRPr sz="2175" b="1">
                <a:solidFill>
                  <a:srgbClr val="78848F"/>
                </a:solidFill>
                <a:latin typeface="Malgun Gothic"/>
                <a:ea typeface="Malgun Gothic"/>
                <a:cs typeface="Malgun Gothic"/>
              </a:defRPr>
            </a:lvl4pPr>
            <a:lvl5pPr algn="l">
              <a:defRPr sz="2175" b="1">
                <a:solidFill>
                  <a:srgbClr val="78848F"/>
                </a:solidFill>
                <a:latin typeface="Malgun Gothic"/>
                <a:ea typeface="Malgun Gothic"/>
                <a:cs typeface="Malgun Gothic"/>
              </a:defRPr>
            </a:lvl5pPr>
            <a:lvl6pPr algn="l">
              <a:defRPr sz="2175" b="1">
                <a:solidFill>
                  <a:srgbClr val="78848F"/>
                </a:solidFill>
                <a:latin typeface="Malgun Gothic"/>
                <a:ea typeface="Malgun Gothic"/>
                <a:cs typeface="Malgun Gothic"/>
              </a:defRPr>
            </a:lvl6pPr>
            <a:lvl7pPr algn="l">
              <a:defRPr sz="2175" b="1">
                <a:solidFill>
                  <a:srgbClr val="78848F"/>
                </a:solidFill>
                <a:latin typeface="Malgun Gothic"/>
                <a:ea typeface="Malgun Gothic"/>
                <a:cs typeface="Malgun Gothic"/>
              </a:defRPr>
            </a:lvl7pPr>
            <a:lvl8pPr algn="l">
              <a:defRPr sz="2175" b="1">
                <a:solidFill>
                  <a:srgbClr val="78848F"/>
                </a:solidFill>
                <a:latin typeface="Malgun Gothic"/>
                <a:ea typeface="Malgun Gothic"/>
                <a:cs typeface="Malgun Gothic"/>
              </a:defRPr>
            </a:lvl8pPr>
            <a:lvl9pPr algn="l">
              <a:defRPr sz="2175" b="1">
                <a:solidFill>
                  <a:srgbClr val="78848F"/>
                </a:solidFill>
                <a:latin typeface="Malgun Gothic"/>
                <a:ea typeface="Malgun Gothic"/>
                <a:cs typeface="Malgun Gothic"/>
              </a:defRPr>
            </a:lvl9pPr>
          </a:lstStyle>
          <a:p xmlns:a="http://schemas.openxmlformats.org/drawingml/2006/main">
            <a:pPr algn="l">
              <a:defRPr sz="2175" b="1">
                <a:solidFill>
                  <a:srgbClr val="78848F"/>
                </a:solidFill>
                <a:latin typeface="Malgun Gothic"/>
                <a:ea typeface="Malgun Gothic"/>
                <a:cs typeface="Malgun Gothic"/>
              </a:defRPr>
            </a:pPr>
            <a:r>
              <a:rPr sz="2175" b="1">
                <a:solidFill>
                  <a:srgbClr val="78848F"/>
                </a:solidFill>
                <a:latin typeface="Malgun Gothic"/>
                <a:ea typeface="Malgun Gothic"/>
                <a:cs typeface="Malgun Gothic"/>
              </a:rPr>
              <a:t>테스트 기대값 변경</a:t>
            </a:r>
          </a:p>
        </p:txBody>
      </p:sp>
      <p:sp>
        <p:nvSpPr>
          <p:cNvPr id="32" name="보존 조건과 맞지 않음">
            <a:extLst xmlns:a="http://schemas.openxmlformats.org/drawingml/2006/main">
              <a:ext uri="{FF2B5EF4-FFF2-40B4-BE49-F238E27FC236}">
                <a16:creationId xmlns:a16="http://schemas.microsoft.com/office/drawing/2014/main" id="{CCC00F2E-0DEA-4C1A-BA08-820262210A4A}"/>
              </a:ext>
            </a:extLst>
          </p:cNvPr>
          <p:cNvSpPr>
            <a:spLocks xmlns:a="http://schemas.openxmlformats.org/drawingml/2006/main" noGrp="1"/>
          </p:cNvSpPr>
          <p:nvPr/>
        </p:nvSpPr>
        <p:spPr>
          <a:xfrm xmlns:a="http://schemas.openxmlformats.org/drawingml/2006/main">
            <a:off x="7972425" y="2924175"/>
            <a:ext cx="3609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78848F"/>
                </a:solidFill>
                <a:latin typeface="Malgun Gothic"/>
                <a:ea typeface="Malgun Gothic"/>
                <a:cs typeface="Malgun Gothic"/>
              </a:defRPr>
            </a:defPPr>
            <a:lvl1pPr algn="l">
              <a:defRPr sz="1650" b="0">
                <a:solidFill>
                  <a:srgbClr val="78848F"/>
                </a:solidFill>
                <a:latin typeface="Malgun Gothic"/>
                <a:ea typeface="Malgun Gothic"/>
                <a:cs typeface="Malgun Gothic"/>
              </a:defRPr>
            </a:lvl1pPr>
            <a:lvl2pPr algn="l">
              <a:defRPr sz="1650" b="0">
                <a:solidFill>
                  <a:srgbClr val="78848F"/>
                </a:solidFill>
                <a:latin typeface="Malgun Gothic"/>
                <a:ea typeface="Malgun Gothic"/>
                <a:cs typeface="Malgun Gothic"/>
              </a:defRPr>
            </a:lvl2pPr>
            <a:lvl3pPr algn="l">
              <a:defRPr sz="1650" b="0">
                <a:solidFill>
                  <a:srgbClr val="78848F"/>
                </a:solidFill>
                <a:latin typeface="Malgun Gothic"/>
                <a:ea typeface="Malgun Gothic"/>
                <a:cs typeface="Malgun Gothic"/>
              </a:defRPr>
            </a:lvl3pPr>
            <a:lvl4pPr algn="l">
              <a:defRPr sz="1650" b="0">
                <a:solidFill>
                  <a:srgbClr val="78848F"/>
                </a:solidFill>
                <a:latin typeface="Malgun Gothic"/>
                <a:ea typeface="Malgun Gothic"/>
                <a:cs typeface="Malgun Gothic"/>
              </a:defRPr>
            </a:lvl4pPr>
            <a:lvl5pPr algn="l">
              <a:defRPr sz="1650" b="0">
                <a:solidFill>
                  <a:srgbClr val="78848F"/>
                </a:solidFill>
                <a:latin typeface="Malgun Gothic"/>
                <a:ea typeface="Malgun Gothic"/>
                <a:cs typeface="Malgun Gothic"/>
              </a:defRPr>
            </a:lvl5pPr>
            <a:lvl6pPr algn="l">
              <a:defRPr sz="1650" b="0">
                <a:solidFill>
                  <a:srgbClr val="78848F"/>
                </a:solidFill>
                <a:latin typeface="Malgun Gothic"/>
                <a:ea typeface="Malgun Gothic"/>
                <a:cs typeface="Malgun Gothic"/>
              </a:defRPr>
            </a:lvl6pPr>
            <a:lvl7pPr algn="l">
              <a:defRPr sz="1650" b="0">
                <a:solidFill>
                  <a:srgbClr val="78848F"/>
                </a:solidFill>
                <a:latin typeface="Malgun Gothic"/>
                <a:ea typeface="Malgun Gothic"/>
                <a:cs typeface="Malgun Gothic"/>
              </a:defRPr>
            </a:lvl7pPr>
            <a:lvl8pPr algn="l">
              <a:defRPr sz="1650" b="0">
                <a:solidFill>
                  <a:srgbClr val="78848F"/>
                </a:solidFill>
                <a:latin typeface="Malgun Gothic"/>
                <a:ea typeface="Malgun Gothic"/>
                <a:cs typeface="Malgun Gothic"/>
              </a:defRPr>
            </a:lvl8pPr>
            <a:lvl9pPr algn="l">
              <a:defRPr sz="1650" b="0">
                <a:solidFill>
                  <a:srgbClr val="78848F"/>
                </a:solidFill>
                <a:latin typeface="Malgun Gothic"/>
                <a:ea typeface="Malgun Gothic"/>
                <a:cs typeface="Malgun Gothic"/>
              </a:defRPr>
            </a:lvl9pPr>
          </a:lstStyle>
          <a:p xmlns:a="http://schemas.openxmlformats.org/drawingml/2006/main">
            <a:pPr algn="l">
              <a:defRPr sz="1650" b="0">
                <a:solidFill>
                  <a:srgbClr val="78848F"/>
                </a:solidFill>
                <a:latin typeface="Malgun Gothic"/>
                <a:ea typeface="Malgun Gothic"/>
                <a:cs typeface="Malgun Gothic"/>
              </a:defRPr>
            </a:pPr>
            <a:r>
              <a:rPr sz="1650" b="0">
                <a:solidFill>
                  <a:srgbClr val="78848F"/>
                </a:solidFill>
                <a:latin typeface="Malgun Gothic"/>
                <a:ea typeface="Malgun Gothic"/>
                <a:cs typeface="Malgun Gothic"/>
              </a:rPr>
              <a:t>보존 조건과 맞지 않음</a:t>
            </a:r>
          </a:p>
        </p:txBody>
      </p:sp>
      <p:sp>
        <p:nvSpPr>
          <p:cNvPr id="33" name="Possible interpretation B">
            <a:extLst xmlns:a="http://schemas.openxmlformats.org/drawingml/2006/main">
              <a:ext uri="{FF2B5EF4-FFF2-40B4-BE49-F238E27FC236}">
                <a16:creationId xmlns:a16="http://schemas.microsoft.com/office/drawing/2014/main" id="{E83E6A46-7077-4150-B4C3-F6AE78004E44}"/>
              </a:ext>
            </a:extLst>
          </p:cNvPr>
          <p:cNvSpPr>
            <a:spLocks xmlns:a="http://schemas.openxmlformats.org/drawingml/2006/main" noGrp="1"/>
          </p:cNvSpPr>
          <p:nvPr/>
        </p:nvSpPr>
        <p:spPr>
          <a:xfrm xmlns:a="http://schemas.openxmlformats.org/drawingml/2006/main">
            <a:off x="6467475" y="3257550"/>
            <a:ext cx="5114925" cy="1638300"/>
          </a:xfrm>
          <a:custGeom xmlns:a="http://schemas.openxmlformats.org/drawingml/2006/main">
            <a:pathLst>
              <a:path w="5114925" h="1638300">
                <a:moveTo>
                  <a:pt x="0" y="819150"/>
                </a:moveTo>
                <a:cubicBezTo>
                  <a:pt x="495300" y="819150"/>
                  <a:pt x="428625" y="819150"/>
                  <a:pt x="1047750" y="819150"/>
                </a:cubicBezTo>
                <a:lnTo>
                  <a:pt x="5000625" y="819150"/>
                </a:lnTo>
              </a:path>
            </a:pathLst>
          </a:custGeom>
          <a:noFill xmlns:a="http://schemas.openxmlformats.org/drawingml/2006/main"/>
          <a:ln xmlns:a="http://schemas.openxmlformats.org/drawingml/2006/main" w="38100">
            <a:solidFill>
              <a:srgbClr val="0B6172"/>
            </a:solidFill>
            <a:prstDash val="solid"/>
          </a:ln>
        </p:spPr>
      </p:sp>
      <p:sp>
        <p:nvSpPr>
          <p:cNvPr id="34" name="">
            <a:extLst xmlns:a="http://schemas.openxmlformats.org/drawingml/2006/main">
              <a:ext uri="{FF2B5EF4-FFF2-40B4-BE49-F238E27FC236}">
                <a16:creationId xmlns:a16="http://schemas.microsoft.com/office/drawing/2014/main" id="{AC2F91A1-78E2-4EFF-B917-B83682F24498}"/>
              </a:ext>
            </a:extLst>
          </p:cNvPr>
          <p:cNvSpPr>
            <a:spLocks xmlns:a="http://schemas.openxmlformats.org/drawingml/2006/main" noGrp="1"/>
          </p:cNvSpPr>
          <p:nvPr/>
        </p:nvSpPr>
        <p:spPr>
          <a:xfrm xmlns:a="http://schemas.openxmlformats.org/drawingml/2006/main">
            <a:off x="11439525" y="4038600"/>
            <a:ext cx="76200" cy="76200"/>
          </a:xfrm>
          <a:prstGeom xmlns:a="http://schemas.openxmlformats.org/drawingml/2006/main" prst="ellipse">
            <a:avLst/>
          </a:prstGeom>
          <a:solidFill xmlns:a="http://schemas.openxmlformats.org/drawingml/2006/main">
            <a:srgbClr val="0B6172"/>
          </a:solidFill>
          <a:ln xmlns:a="http://schemas.openxmlformats.org/drawingml/2006/main" w="0">
            <a:noFill/>
          </a:ln>
        </p:spPr>
      </p:sp>
      <p:sp>
        <p:nvSpPr>
          <p:cNvPr id="35" name="B">
            <a:extLst xmlns:a="http://schemas.openxmlformats.org/drawingml/2006/main">
              <a:ext uri="{FF2B5EF4-FFF2-40B4-BE49-F238E27FC236}">
                <a16:creationId xmlns:a16="http://schemas.microsoft.com/office/drawing/2014/main" id="{88103EBF-FBEE-450D-8550-375F9D9C5713}"/>
              </a:ext>
            </a:extLst>
          </p:cNvPr>
          <p:cNvSpPr>
            <a:spLocks xmlns:a="http://schemas.openxmlformats.org/drawingml/2006/main" noGrp="1"/>
          </p:cNvSpPr>
          <p:nvPr/>
        </p:nvSpPr>
        <p:spPr>
          <a:xfrm xmlns:a="http://schemas.openxmlformats.org/drawingml/2006/main">
            <a:off x="7600950" y="343852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0B6172"/>
                </a:solidFill>
                <a:latin typeface="Malgun Gothic"/>
                <a:ea typeface="Malgun Gothic"/>
                <a:cs typeface="Malgun Gothic"/>
              </a:defRPr>
            </a:defPPr>
            <a:lvl1pPr algn="l">
              <a:defRPr sz="1575" b="1">
                <a:solidFill>
                  <a:srgbClr val="0B6172"/>
                </a:solidFill>
                <a:latin typeface="Malgun Gothic"/>
                <a:ea typeface="Malgun Gothic"/>
                <a:cs typeface="Malgun Gothic"/>
              </a:defRPr>
            </a:lvl1pPr>
            <a:lvl2pPr algn="l">
              <a:defRPr sz="1575" b="1">
                <a:solidFill>
                  <a:srgbClr val="0B6172"/>
                </a:solidFill>
                <a:latin typeface="Malgun Gothic"/>
                <a:ea typeface="Malgun Gothic"/>
                <a:cs typeface="Malgun Gothic"/>
              </a:defRPr>
            </a:lvl2pPr>
            <a:lvl3pPr algn="l">
              <a:defRPr sz="1575" b="1">
                <a:solidFill>
                  <a:srgbClr val="0B6172"/>
                </a:solidFill>
                <a:latin typeface="Malgun Gothic"/>
                <a:ea typeface="Malgun Gothic"/>
                <a:cs typeface="Malgun Gothic"/>
              </a:defRPr>
            </a:lvl3pPr>
            <a:lvl4pPr algn="l">
              <a:defRPr sz="1575" b="1">
                <a:solidFill>
                  <a:srgbClr val="0B6172"/>
                </a:solidFill>
                <a:latin typeface="Malgun Gothic"/>
                <a:ea typeface="Malgun Gothic"/>
                <a:cs typeface="Malgun Gothic"/>
              </a:defRPr>
            </a:lvl4pPr>
            <a:lvl5pPr algn="l">
              <a:defRPr sz="1575" b="1">
                <a:solidFill>
                  <a:srgbClr val="0B6172"/>
                </a:solidFill>
                <a:latin typeface="Malgun Gothic"/>
                <a:ea typeface="Malgun Gothic"/>
                <a:cs typeface="Malgun Gothic"/>
              </a:defRPr>
            </a:lvl5pPr>
            <a:lvl6pPr algn="l">
              <a:defRPr sz="1575" b="1">
                <a:solidFill>
                  <a:srgbClr val="0B6172"/>
                </a:solidFill>
                <a:latin typeface="Malgun Gothic"/>
                <a:ea typeface="Malgun Gothic"/>
                <a:cs typeface="Malgun Gothic"/>
              </a:defRPr>
            </a:lvl6pPr>
            <a:lvl7pPr algn="l">
              <a:defRPr sz="1575" b="1">
                <a:solidFill>
                  <a:srgbClr val="0B6172"/>
                </a:solidFill>
                <a:latin typeface="Malgun Gothic"/>
                <a:ea typeface="Malgun Gothic"/>
                <a:cs typeface="Malgun Gothic"/>
              </a:defRPr>
            </a:lvl7pPr>
            <a:lvl8pPr algn="l">
              <a:defRPr sz="1575" b="1">
                <a:solidFill>
                  <a:srgbClr val="0B6172"/>
                </a:solidFill>
                <a:latin typeface="Malgun Gothic"/>
                <a:ea typeface="Malgun Gothic"/>
                <a:cs typeface="Malgun Gothic"/>
              </a:defRPr>
            </a:lvl8pPr>
            <a:lvl9pPr algn="l">
              <a:defRPr sz="1575" b="1">
                <a:solidFill>
                  <a:srgbClr val="0B6172"/>
                </a:solidFill>
                <a:latin typeface="Malgun Gothic"/>
                <a:ea typeface="Malgun Gothic"/>
                <a:cs typeface="Malgun Gothic"/>
              </a:defRPr>
            </a:lvl9pPr>
          </a:lstStyle>
          <a:p xmlns:a="http://schemas.openxmlformats.org/drawingml/2006/main">
            <a:pPr algn="l">
              <a:defRPr sz="1575" b="1">
                <a:solidFill>
                  <a:srgbClr val="0B6172"/>
                </a:solidFill>
                <a:latin typeface="Malgun Gothic"/>
                <a:ea typeface="Malgun Gothic"/>
                <a:cs typeface="Malgun Gothic"/>
              </a:defRPr>
            </a:pPr>
            <a:r>
              <a:rPr sz="1575" b="1">
                <a:solidFill>
                  <a:srgbClr val="0B6172"/>
                </a:solidFill>
                <a:latin typeface="Malgun Gothic"/>
                <a:ea typeface="Malgun Gothic"/>
                <a:cs typeface="Malgun Gothic"/>
              </a:rPr>
              <a:t>B</a:t>
            </a:r>
          </a:p>
        </p:txBody>
      </p:sp>
      <p:sp>
        <p:nvSpPr>
          <p:cNvPr id="36" name="crop 구현 최소 수정">
            <a:extLst xmlns:a="http://schemas.openxmlformats.org/drawingml/2006/main">
              <a:ext uri="{FF2B5EF4-FFF2-40B4-BE49-F238E27FC236}">
                <a16:creationId xmlns:a16="http://schemas.microsoft.com/office/drawing/2014/main" id="{A1EEE100-976E-4980-89D3-5CBC8A55259C}"/>
              </a:ext>
            </a:extLst>
          </p:cNvPr>
          <p:cNvSpPr>
            <a:spLocks xmlns:a="http://schemas.openxmlformats.org/drawingml/2006/main" noGrp="1"/>
          </p:cNvSpPr>
          <p:nvPr/>
        </p:nvSpPr>
        <p:spPr>
          <a:xfrm xmlns:a="http://schemas.openxmlformats.org/drawingml/2006/main">
            <a:off x="7972425" y="3371850"/>
            <a:ext cx="36099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crop 구현 최소 수정</a:t>
            </a:r>
          </a:p>
        </p:txBody>
      </p:sp>
      <p:sp>
        <p:nvSpPr>
          <p:cNvPr id="37" name="사람이 명시한 목표 경로">
            <a:extLst xmlns:a="http://schemas.openxmlformats.org/drawingml/2006/main">
              <a:ext uri="{FF2B5EF4-FFF2-40B4-BE49-F238E27FC236}">
                <a16:creationId xmlns:a16="http://schemas.microsoft.com/office/drawing/2014/main" id="{40613471-5261-49DB-BA0F-829895144B9D}"/>
              </a:ext>
            </a:extLst>
          </p:cNvPr>
          <p:cNvSpPr>
            <a:spLocks xmlns:a="http://schemas.openxmlformats.org/drawingml/2006/main" noGrp="1"/>
          </p:cNvSpPr>
          <p:nvPr/>
        </p:nvSpPr>
        <p:spPr>
          <a:xfrm xmlns:a="http://schemas.openxmlformats.org/drawingml/2006/main">
            <a:off x="7972425" y="3743325"/>
            <a:ext cx="3609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0B6172"/>
                </a:solidFill>
                <a:latin typeface="Malgun Gothic"/>
                <a:ea typeface="Malgun Gothic"/>
                <a:cs typeface="Malgun Gothic"/>
              </a:defRPr>
            </a:defPPr>
            <a:lvl1pPr algn="l">
              <a:defRPr sz="1650" b="0">
                <a:solidFill>
                  <a:srgbClr val="0B6172"/>
                </a:solidFill>
                <a:latin typeface="Malgun Gothic"/>
                <a:ea typeface="Malgun Gothic"/>
                <a:cs typeface="Malgun Gothic"/>
              </a:defRPr>
            </a:lvl1pPr>
            <a:lvl2pPr algn="l">
              <a:defRPr sz="1650" b="0">
                <a:solidFill>
                  <a:srgbClr val="0B6172"/>
                </a:solidFill>
                <a:latin typeface="Malgun Gothic"/>
                <a:ea typeface="Malgun Gothic"/>
                <a:cs typeface="Malgun Gothic"/>
              </a:defRPr>
            </a:lvl2pPr>
            <a:lvl3pPr algn="l">
              <a:defRPr sz="1650" b="0">
                <a:solidFill>
                  <a:srgbClr val="0B6172"/>
                </a:solidFill>
                <a:latin typeface="Malgun Gothic"/>
                <a:ea typeface="Malgun Gothic"/>
                <a:cs typeface="Malgun Gothic"/>
              </a:defRPr>
            </a:lvl3pPr>
            <a:lvl4pPr algn="l">
              <a:defRPr sz="1650" b="0">
                <a:solidFill>
                  <a:srgbClr val="0B6172"/>
                </a:solidFill>
                <a:latin typeface="Malgun Gothic"/>
                <a:ea typeface="Malgun Gothic"/>
                <a:cs typeface="Malgun Gothic"/>
              </a:defRPr>
            </a:lvl4pPr>
            <a:lvl5pPr algn="l">
              <a:defRPr sz="1650" b="0">
                <a:solidFill>
                  <a:srgbClr val="0B6172"/>
                </a:solidFill>
                <a:latin typeface="Malgun Gothic"/>
                <a:ea typeface="Malgun Gothic"/>
                <a:cs typeface="Malgun Gothic"/>
              </a:defRPr>
            </a:lvl5pPr>
            <a:lvl6pPr algn="l">
              <a:defRPr sz="1650" b="0">
                <a:solidFill>
                  <a:srgbClr val="0B6172"/>
                </a:solidFill>
                <a:latin typeface="Malgun Gothic"/>
                <a:ea typeface="Malgun Gothic"/>
                <a:cs typeface="Malgun Gothic"/>
              </a:defRPr>
            </a:lvl6pPr>
            <a:lvl7pPr algn="l">
              <a:defRPr sz="1650" b="0">
                <a:solidFill>
                  <a:srgbClr val="0B6172"/>
                </a:solidFill>
                <a:latin typeface="Malgun Gothic"/>
                <a:ea typeface="Malgun Gothic"/>
                <a:cs typeface="Malgun Gothic"/>
              </a:defRPr>
            </a:lvl7pPr>
            <a:lvl8pPr algn="l">
              <a:defRPr sz="1650" b="0">
                <a:solidFill>
                  <a:srgbClr val="0B6172"/>
                </a:solidFill>
                <a:latin typeface="Malgun Gothic"/>
                <a:ea typeface="Malgun Gothic"/>
                <a:cs typeface="Malgun Gothic"/>
              </a:defRPr>
            </a:lvl8pPr>
            <a:lvl9pPr algn="l">
              <a:defRPr sz="1650" b="0">
                <a:solidFill>
                  <a:srgbClr val="0B6172"/>
                </a:solidFill>
                <a:latin typeface="Malgun Gothic"/>
                <a:ea typeface="Malgun Gothic"/>
                <a:cs typeface="Malgun Gothic"/>
              </a:defRPr>
            </a:lvl9pPr>
          </a:lstStyle>
          <a:p xmlns:a="http://schemas.openxmlformats.org/drawingml/2006/main">
            <a:pPr algn="l">
              <a:defRPr sz="1650" b="0">
                <a:solidFill>
                  <a:srgbClr val="0B6172"/>
                </a:solidFill>
                <a:latin typeface="Malgun Gothic"/>
                <a:ea typeface="Malgun Gothic"/>
                <a:cs typeface="Malgun Gothic"/>
              </a:defRPr>
            </a:pPr>
            <a:r>
              <a:rPr sz="1650" b="0">
                <a:solidFill>
                  <a:srgbClr val="0B6172"/>
                </a:solidFill>
                <a:latin typeface="Malgun Gothic"/>
                <a:ea typeface="Malgun Gothic"/>
                <a:cs typeface="Malgun Gothic"/>
              </a:rPr>
              <a:t>사람이 명시한 목표 경로</a:t>
            </a:r>
          </a:p>
        </p:txBody>
      </p:sp>
      <p:sp>
        <p:nvSpPr>
          <p:cNvPr id="38" name="Possible interpretation C">
            <a:extLst xmlns:a="http://schemas.openxmlformats.org/drawingml/2006/main">
              <a:ext uri="{FF2B5EF4-FFF2-40B4-BE49-F238E27FC236}">
                <a16:creationId xmlns:a16="http://schemas.microsoft.com/office/drawing/2014/main" id="{DACA4223-372E-47F7-8210-A87D2CE8E70E}"/>
              </a:ext>
            </a:extLst>
          </p:cNvPr>
          <p:cNvSpPr>
            <a:spLocks xmlns:a="http://schemas.openxmlformats.org/drawingml/2006/main" noGrp="1"/>
          </p:cNvSpPr>
          <p:nvPr/>
        </p:nvSpPr>
        <p:spPr>
          <a:xfrm xmlns:a="http://schemas.openxmlformats.org/drawingml/2006/main">
            <a:off x="6467475" y="3257550"/>
            <a:ext cx="5114925" cy="1638300"/>
          </a:xfrm>
          <a:custGeom xmlns:a="http://schemas.openxmlformats.org/drawingml/2006/main">
            <a:pathLst>
              <a:path w="5114925" h="1638300">
                <a:moveTo>
                  <a:pt x="0" y="819150"/>
                </a:moveTo>
                <a:cubicBezTo>
                  <a:pt x="495300" y="819150"/>
                  <a:pt x="428625" y="1638300"/>
                  <a:pt x="1047750" y="1638300"/>
                </a:cubicBezTo>
                <a:lnTo>
                  <a:pt x="5000625" y="1638300"/>
                </a:lnTo>
              </a:path>
            </a:pathLst>
          </a:custGeom>
          <a:noFill xmlns:a="http://schemas.openxmlformats.org/drawingml/2006/main"/>
          <a:ln xmlns:a="http://schemas.openxmlformats.org/drawingml/2006/main" w="19050">
            <a:solidFill>
              <a:srgbClr val="78848F"/>
            </a:solidFill>
            <a:prstDash val="dash"/>
          </a:ln>
        </p:spPr>
      </p:sp>
      <p:sp>
        <p:nvSpPr>
          <p:cNvPr id="39" name="">
            <a:extLst xmlns:a="http://schemas.openxmlformats.org/drawingml/2006/main">
              <a:ext uri="{FF2B5EF4-FFF2-40B4-BE49-F238E27FC236}">
                <a16:creationId xmlns:a16="http://schemas.microsoft.com/office/drawing/2014/main" id="{6B6A2B2E-B628-456A-B231-0E3EA905371D}"/>
              </a:ext>
            </a:extLst>
          </p:cNvPr>
          <p:cNvSpPr>
            <a:spLocks xmlns:a="http://schemas.openxmlformats.org/drawingml/2006/main" noGrp="1"/>
          </p:cNvSpPr>
          <p:nvPr/>
        </p:nvSpPr>
        <p:spPr>
          <a:xfrm xmlns:a="http://schemas.openxmlformats.org/drawingml/2006/main">
            <a:off x="11439525" y="4857750"/>
            <a:ext cx="76200" cy="76200"/>
          </a:xfrm>
          <a:prstGeom xmlns:a="http://schemas.openxmlformats.org/drawingml/2006/main" prst="ellipse">
            <a:avLst/>
          </a:prstGeom>
          <a:solidFill xmlns:a="http://schemas.openxmlformats.org/drawingml/2006/main">
            <a:srgbClr val="78848F"/>
          </a:solidFill>
          <a:ln xmlns:a="http://schemas.openxmlformats.org/drawingml/2006/main" w="0">
            <a:noFill/>
          </a:ln>
        </p:spPr>
      </p:sp>
      <p:sp>
        <p:nvSpPr>
          <p:cNvPr id="40" name="C">
            <a:extLst xmlns:a="http://schemas.openxmlformats.org/drawingml/2006/main">
              <a:ext uri="{FF2B5EF4-FFF2-40B4-BE49-F238E27FC236}">
                <a16:creationId xmlns:a16="http://schemas.microsoft.com/office/drawing/2014/main" id="{50FCA079-D15D-4755-B857-CACF6E30CC28}"/>
              </a:ext>
            </a:extLst>
          </p:cNvPr>
          <p:cNvSpPr>
            <a:spLocks xmlns:a="http://schemas.openxmlformats.org/drawingml/2006/main" noGrp="1"/>
          </p:cNvSpPr>
          <p:nvPr/>
        </p:nvSpPr>
        <p:spPr>
          <a:xfrm xmlns:a="http://schemas.openxmlformats.org/drawingml/2006/main">
            <a:off x="7600950" y="425767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78848F"/>
                </a:solidFill>
                <a:latin typeface="Malgun Gothic"/>
                <a:ea typeface="Malgun Gothic"/>
                <a:cs typeface="Malgun Gothic"/>
              </a:defRPr>
            </a:defPPr>
            <a:lvl1pPr algn="l">
              <a:defRPr sz="1575" b="1">
                <a:solidFill>
                  <a:srgbClr val="78848F"/>
                </a:solidFill>
                <a:latin typeface="Malgun Gothic"/>
                <a:ea typeface="Malgun Gothic"/>
                <a:cs typeface="Malgun Gothic"/>
              </a:defRPr>
            </a:lvl1pPr>
            <a:lvl2pPr algn="l">
              <a:defRPr sz="1575" b="1">
                <a:solidFill>
                  <a:srgbClr val="78848F"/>
                </a:solidFill>
                <a:latin typeface="Malgun Gothic"/>
                <a:ea typeface="Malgun Gothic"/>
                <a:cs typeface="Malgun Gothic"/>
              </a:defRPr>
            </a:lvl2pPr>
            <a:lvl3pPr algn="l">
              <a:defRPr sz="1575" b="1">
                <a:solidFill>
                  <a:srgbClr val="78848F"/>
                </a:solidFill>
                <a:latin typeface="Malgun Gothic"/>
                <a:ea typeface="Malgun Gothic"/>
                <a:cs typeface="Malgun Gothic"/>
              </a:defRPr>
            </a:lvl3pPr>
            <a:lvl4pPr algn="l">
              <a:defRPr sz="1575" b="1">
                <a:solidFill>
                  <a:srgbClr val="78848F"/>
                </a:solidFill>
                <a:latin typeface="Malgun Gothic"/>
                <a:ea typeface="Malgun Gothic"/>
                <a:cs typeface="Malgun Gothic"/>
              </a:defRPr>
            </a:lvl4pPr>
            <a:lvl5pPr algn="l">
              <a:defRPr sz="1575" b="1">
                <a:solidFill>
                  <a:srgbClr val="78848F"/>
                </a:solidFill>
                <a:latin typeface="Malgun Gothic"/>
                <a:ea typeface="Malgun Gothic"/>
                <a:cs typeface="Malgun Gothic"/>
              </a:defRPr>
            </a:lvl5pPr>
            <a:lvl6pPr algn="l">
              <a:defRPr sz="1575" b="1">
                <a:solidFill>
                  <a:srgbClr val="78848F"/>
                </a:solidFill>
                <a:latin typeface="Malgun Gothic"/>
                <a:ea typeface="Malgun Gothic"/>
                <a:cs typeface="Malgun Gothic"/>
              </a:defRPr>
            </a:lvl6pPr>
            <a:lvl7pPr algn="l">
              <a:defRPr sz="1575" b="1">
                <a:solidFill>
                  <a:srgbClr val="78848F"/>
                </a:solidFill>
                <a:latin typeface="Malgun Gothic"/>
                <a:ea typeface="Malgun Gothic"/>
                <a:cs typeface="Malgun Gothic"/>
              </a:defRPr>
            </a:lvl7pPr>
            <a:lvl8pPr algn="l">
              <a:defRPr sz="1575" b="1">
                <a:solidFill>
                  <a:srgbClr val="78848F"/>
                </a:solidFill>
                <a:latin typeface="Malgun Gothic"/>
                <a:ea typeface="Malgun Gothic"/>
                <a:cs typeface="Malgun Gothic"/>
              </a:defRPr>
            </a:lvl8pPr>
            <a:lvl9pPr algn="l">
              <a:defRPr sz="1575" b="1">
                <a:solidFill>
                  <a:srgbClr val="78848F"/>
                </a:solidFill>
                <a:latin typeface="Malgun Gothic"/>
                <a:ea typeface="Malgun Gothic"/>
                <a:cs typeface="Malgun Gothic"/>
              </a:defRPr>
            </a:lvl9pPr>
          </a:lstStyle>
          <a:p xmlns:a="http://schemas.openxmlformats.org/drawingml/2006/main">
            <a:pPr algn="l">
              <a:defRPr sz="1575" b="1">
                <a:solidFill>
                  <a:srgbClr val="78848F"/>
                </a:solidFill>
                <a:latin typeface="Malgun Gothic"/>
                <a:ea typeface="Malgun Gothic"/>
                <a:cs typeface="Malgun Gothic"/>
              </a:defRPr>
            </a:pPr>
            <a:r>
              <a:rPr sz="1575" b="1">
                <a:solidFill>
                  <a:srgbClr val="78848F"/>
                </a:solidFill>
                <a:latin typeface="Malgun Gothic"/>
                <a:ea typeface="Malgun Gothic"/>
                <a:cs typeface="Malgun Gothic"/>
              </a:rPr>
              <a:t>C</a:t>
            </a:r>
          </a:p>
        </p:txBody>
      </p:sp>
      <p:sp>
        <p:nvSpPr>
          <p:cNvPr id="41" name="추가 질문 후 진행">
            <a:extLst xmlns:a="http://schemas.openxmlformats.org/drawingml/2006/main">
              <a:ext uri="{FF2B5EF4-FFF2-40B4-BE49-F238E27FC236}">
                <a16:creationId xmlns:a16="http://schemas.microsoft.com/office/drawing/2014/main" id="{32AA24AF-FDC3-46D4-8DFC-6991AE2B75E1}"/>
              </a:ext>
            </a:extLst>
          </p:cNvPr>
          <p:cNvSpPr>
            <a:spLocks xmlns:a="http://schemas.openxmlformats.org/drawingml/2006/main" noGrp="1"/>
          </p:cNvSpPr>
          <p:nvPr/>
        </p:nvSpPr>
        <p:spPr>
          <a:xfrm xmlns:a="http://schemas.openxmlformats.org/drawingml/2006/main">
            <a:off x="7972425" y="4191000"/>
            <a:ext cx="36099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78848F"/>
                </a:solidFill>
                <a:latin typeface="Malgun Gothic"/>
                <a:ea typeface="Malgun Gothic"/>
                <a:cs typeface="Malgun Gothic"/>
              </a:defRPr>
            </a:defPPr>
            <a:lvl1pPr algn="l">
              <a:defRPr sz="2175" b="1">
                <a:solidFill>
                  <a:srgbClr val="78848F"/>
                </a:solidFill>
                <a:latin typeface="Malgun Gothic"/>
                <a:ea typeface="Malgun Gothic"/>
                <a:cs typeface="Malgun Gothic"/>
              </a:defRPr>
            </a:lvl1pPr>
            <a:lvl2pPr algn="l">
              <a:defRPr sz="2175" b="1">
                <a:solidFill>
                  <a:srgbClr val="78848F"/>
                </a:solidFill>
                <a:latin typeface="Malgun Gothic"/>
                <a:ea typeface="Malgun Gothic"/>
                <a:cs typeface="Malgun Gothic"/>
              </a:defRPr>
            </a:lvl2pPr>
            <a:lvl3pPr algn="l">
              <a:defRPr sz="2175" b="1">
                <a:solidFill>
                  <a:srgbClr val="78848F"/>
                </a:solidFill>
                <a:latin typeface="Malgun Gothic"/>
                <a:ea typeface="Malgun Gothic"/>
                <a:cs typeface="Malgun Gothic"/>
              </a:defRPr>
            </a:lvl3pPr>
            <a:lvl4pPr algn="l">
              <a:defRPr sz="2175" b="1">
                <a:solidFill>
                  <a:srgbClr val="78848F"/>
                </a:solidFill>
                <a:latin typeface="Malgun Gothic"/>
                <a:ea typeface="Malgun Gothic"/>
                <a:cs typeface="Malgun Gothic"/>
              </a:defRPr>
            </a:lvl4pPr>
            <a:lvl5pPr algn="l">
              <a:defRPr sz="2175" b="1">
                <a:solidFill>
                  <a:srgbClr val="78848F"/>
                </a:solidFill>
                <a:latin typeface="Malgun Gothic"/>
                <a:ea typeface="Malgun Gothic"/>
                <a:cs typeface="Malgun Gothic"/>
              </a:defRPr>
            </a:lvl5pPr>
            <a:lvl6pPr algn="l">
              <a:defRPr sz="2175" b="1">
                <a:solidFill>
                  <a:srgbClr val="78848F"/>
                </a:solidFill>
                <a:latin typeface="Malgun Gothic"/>
                <a:ea typeface="Malgun Gothic"/>
                <a:cs typeface="Malgun Gothic"/>
              </a:defRPr>
            </a:lvl6pPr>
            <a:lvl7pPr algn="l">
              <a:defRPr sz="2175" b="1">
                <a:solidFill>
                  <a:srgbClr val="78848F"/>
                </a:solidFill>
                <a:latin typeface="Malgun Gothic"/>
                <a:ea typeface="Malgun Gothic"/>
                <a:cs typeface="Malgun Gothic"/>
              </a:defRPr>
            </a:lvl7pPr>
            <a:lvl8pPr algn="l">
              <a:defRPr sz="2175" b="1">
                <a:solidFill>
                  <a:srgbClr val="78848F"/>
                </a:solidFill>
                <a:latin typeface="Malgun Gothic"/>
                <a:ea typeface="Malgun Gothic"/>
                <a:cs typeface="Malgun Gothic"/>
              </a:defRPr>
            </a:lvl8pPr>
            <a:lvl9pPr algn="l">
              <a:defRPr sz="2175" b="1">
                <a:solidFill>
                  <a:srgbClr val="78848F"/>
                </a:solidFill>
                <a:latin typeface="Malgun Gothic"/>
                <a:ea typeface="Malgun Gothic"/>
                <a:cs typeface="Malgun Gothic"/>
              </a:defRPr>
            </a:lvl9pPr>
          </a:lstStyle>
          <a:p xmlns:a="http://schemas.openxmlformats.org/drawingml/2006/main">
            <a:pPr algn="l">
              <a:defRPr sz="2175" b="1">
                <a:solidFill>
                  <a:srgbClr val="78848F"/>
                </a:solidFill>
                <a:latin typeface="Malgun Gothic"/>
                <a:ea typeface="Malgun Gothic"/>
                <a:cs typeface="Malgun Gothic"/>
              </a:defRPr>
            </a:pPr>
            <a:r>
              <a:rPr sz="2175" b="1">
                <a:solidFill>
                  <a:srgbClr val="78848F"/>
                </a:solidFill>
                <a:latin typeface="Malgun Gothic"/>
                <a:ea typeface="Malgun Gothic"/>
                <a:cs typeface="Malgun Gothic"/>
              </a:rPr>
              <a:t>추가 질문 후 진행</a:t>
            </a:r>
          </a:p>
        </p:txBody>
      </p:sp>
      <p:sp>
        <p:nvSpPr>
          <p:cNvPr id="42" name="필요한 정보가 남으면 확인">
            <a:extLst xmlns:a="http://schemas.openxmlformats.org/drawingml/2006/main">
              <a:ext uri="{FF2B5EF4-FFF2-40B4-BE49-F238E27FC236}">
                <a16:creationId xmlns:a16="http://schemas.microsoft.com/office/drawing/2014/main" id="{F801BCC7-6F44-4A89-9693-540DDA35333A}"/>
              </a:ext>
            </a:extLst>
          </p:cNvPr>
          <p:cNvSpPr>
            <a:spLocks xmlns:a="http://schemas.openxmlformats.org/drawingml/2006/main" noGrp="1"/>
          </p:cNvSpPr>
          <p:nvPr/>
        </p:nvSpPr>
        <p:spPr>
          <a:xfrm xmlns:a="http://schemas.openxmlformats.org/drawingml/2006/main">
            <a:off x="7972425" y="4562475"/>
            <a:ext cx="3609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78848F"/>
                </a:solidFill>
                <a:latin typeface="Malgun Gothic"/>
                <a:ea typeface="Malgun Gothic"/>
                <a:cs typeface="Malgun Gothic"/>
              </a:defRPr>
            </a:defPPr>
            <a:lvl1pPr algn="l">
              <a:defRPr sz="1650" b="0">
                <a:solidFill>
                  <a:srgbClr val="78848F"/>
                </a:solidFill>
                <a:latin typeface="Malgun Gothic"/>
                <a:ea typeface="Malgun Gothic"/>
                <a:cs typeface="Malgun Gothic"/>
              </a:defRPr>
            </a:lvl1pPr>
            <a:lvl2pPr algn="l">
              <a:defRPr sz="1650" b="0">
                <a:solidFill>
                  <a:srgbClr val="78848F"/>
                </a:solidFill>
                <a:latin typeface="Malgun Gothic"/>
                <a:ea typeface="Malgun Gothic"/>
                <a:cs typeface="Malgun Gothic"/>
              </a:defRPr>
            </a:lvl2pPr>
            <a:lvl3pPr algn="l">
              <a:defRPr sz="1650" b="0">
                <a:solidFill>
                  <a:srgbClr val="78848F"/>
                </a:solidFill>
                <a:latin typeface="Malgun Gothic"/>
                <a:ea typeface="Malgun Gothic"/>
                <a:cs typeface="Malgun Gothic"/>
              </a:defRPr>
            </a:lvl3pPr>
            <a:lvl4pPr algn="l">
              <a:defRPr sz="1650" b="0">
                <a:solidFill>
                  <a:srgbClr val="78848F"/>
                </a:solidFill>
                <a:latin typeface="Malgun Gothic"/>
                <a:ea typeface="Malgun Gothic"/>
                <a:cs typeface="Malgun Gothic"/>
              </a:defRPr>
            </a:lvl4pPr>
            <a:lvl5pPr algn="l">
              <a:defRPr sz="1650" b="0">
                <a:solidFill>
                  <a:srgbClr val="78848F"/>
                </a:solidFill>
                <a:latin typeface="Malgun Gothic"/>
                <a:ea typeface="Malgun Gothic"/>
                <a:cs typeface="Malgun Gothic"/>
              </a:defRPr>
            </a:lvl5pPr>
            <a:lvl6pPr algn="l">
              <a:defRPr sz="1650" b="0">
                <a:solidFill>
                  <a:srgbClr val="78848F"/>
                </a:solidFill>
                <a:latin typeface="Malgun Gothic"/>
                <a:ea typeface="Malgun Gothic"/>
                <a:cs typeface="Malgun Gothic"/>
              </a:defRPr>
            </a:lvl6pPr>
            <a:lvl7pPr algn="l">
              <a:defRPr sz="1650" b="0">
                <a:solidFill>
                  <a:srgbClr val="78848F"/>
                </a:solidFill>
                <a:latin typeface="Malgun Gothic"/>
                <a:ea typeface="Malgun Gothic"/>
                <a:cs typeface="Malgun Gothic"/>
              </a:defRPr>
            </a:lvl7pPr>
            <a:lvl8pPr algn="l">
              <a:defRPr sz="1650" b="0">
                <a:solidFill>
                  <a:srgbClr val="78848F"/>
                </a:solidFill>
                <a:latin typeface="Malgun Gothic"/>
                <a:ea typeface="Malgun Gothic"/>
                <a:cs typeface="Malgun Gothic"/>
              </a:defRPr>
            </a:lvl8pPr>
            <a:lvl9pPr algn="l">
              <a:defRPr sz="1650" b="0">
                <a:solidFill>
                  <a:srgbClr val="78848F"/>
                </a:solidFill>
                <a:latin typeface="Malgun Gothic"/>
                <a:ea typeface="Malgun Gothic"/>
                <a:cs typeface="Malgun Gothic"/>
              </a:defRPr>
            </a:lvl9pPr>
          </a:lstStyle>
          <a:p xmlns:a="http://schemas.openxmlformats.org/drawingml/2006/main">
            <a:pPr algn="l">
              <a:defRPr sz="1650" b="0">
                <a:solidFill>
                  <a:srgbClr val="78848F"/>
                </a:solidFill>
                <a:latin typeface="Malgun Gothic"/>
                <a:ea typeface="Malgun Gothic"/>
                <a:cs typeface="Malgun Gothic"/>
              </a:defRPr>
            </a:pPr>
            <a:r>
              <a:rPr sz="1650" b="0">
                <a:solidFill>
                  <a:srgbClr val="78848F"/>
                </a:solidFill>
                <a:latin typeface="Malgun Gothic"/>
                <a:ea typeface="Malgun Gothic"/>
                <a:cs typeface="Malgun Gothic"/>
              </a:rPr>
              <a:t>필요한 정보가 남으면 확인</a:t>
            </a:r>
          </a:p>
        </p:txBody>
      </p:sp>
      <p:sp>
        <p:nvSpPr>
          <p:cNvPr id="43" name="">
            <a:extLst xmlns:a="http://schemas.openxmlformats.org/drawingml/2006/main">
              <a:ext uri="{FF2B5EF4-FFF2-40B4-BE49-F238E27FC236}">
                <a16:creationId xmlns:a16="http://schemas.microsoft.com/office/drawing/2014/main" id="{E6340134-4217-465F-AAFB-082551586B94}"/>
              </a:ext>
            </a:extLst>
          </p:cNvPr>
          <p:cNvSpPr>
            <a:spLocks xmlns:a="http://schemas.openxmlformats.org/drawingml/2006/main" noGrp="1"/>
          </p:cNvSpPr>
          <p:nvPr/>
        </p:nvSpPr>
        <p:spPr>
          <a:xfrm xmlns:a="http://schemas.openxmlformats.org/drawingml/2006/main">
            <a:off x="609600" y="5238750"/>
            <a:ext cx="10972800" cy="40957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44" name="원하는 변화·조건·완료 근거를 요청에 담는다.">
            <a:extLst xmlns:a="http://schemas.openxmlformats.org/drawingml/2006/main">
              <a:ext uri="{FF2B5EF4-FFF2-40B4-BE49-F238E27FC236}">
                <a16:creationId xmlns:a16="http://schemas.microsoft.com/office/drawing/2014/main" id="{565B5481-C09D-4D5C-BFE0-8E7B49FCC3F2}"/>
              </a:ext>
            </a:extLst>
          </p:cNvPr>
          <p:cNvSpPr>
            <a:spLocks xmlns:a="http://schemas.openxmlformats.org/drawingml/2006/main" noGrp="1"/>
          </p:cNvSpPr>
          <p:nvPr/>
        </p:nvSpPr>
        <p:spPr>
          <a:xfrm xmlns:a="http://schemas.openxmlformats.org/drawingml/2006/main">
            <a:off x="762000" y="526732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원하는 변화·조건·완료 근거를 요청에 담는다.</a:t>
            </a:r>
          </a:p>
        </p:txBody>
      </p:sp>
      <p:sp>
        <p:nvSpPr>
          <p:cNvPr id="45" name="Legacy module connection">
            <a:extLst xmlns:a="http://schemas.openxmlformats.org/drawingml/2006/main">
              <a:ext uri="{FF2B5EF4-FFF2-40B4-BE49-F238E27FC236}">
                <a16:creationId xmlns:a16="http://schemas.microsoft.com/office/drawing/2014/main" id="{08C8E8D4-F955-459F-819F-F1B43765B07D}"/>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529287370"/>
      </p:ext>
    </p:extLst>
  </p:cSld>
</p:sld>
</file>

<file path=ppt/slides/slide1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1 · 요청을 보내기 전의 질문">
            <a:extLst xmlns:a="http://schemas.openxmlformats.org/drawingml/2006/main">
              <a:ext uri="{FF2B5EF4-FFF2-40B4-BE49-F238E27FC236}">
                <a16:creationId xmlns:a16="http://schemas.microsoft.com/office/drawing/2014/main" id="{742F6F36-DDD4-4F76-AA56-B5E6B87041D9}"/>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요청을 보내기 전의 질문</a:t>
            </a:r>
          </a:p>
        </p:txBody>
      </p:sp>
      <p:sp>
        <p:nvSpPr>
          <p:cNvPr id="2" name="S14">
            <a:extLst xmlns:a="http://schemas.openxmlformats.org/drawingml/2006/main">
              <a:ext uri="{FF2B5EF4-FFF2-40B4-BE49-F238E27FC236}">
                <a16:creationId xmlns:a16="http://schemas.microsoft.com/office/drawing/2014/main" id="{25121F8E-B16E-491D-83A5-59758C291251}"/>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S14</a:t>
            </a:r>
          </a:p>
        </p:txBody>
      </p:sp>
      <p:sp>
        <p:nvSpPr>
          <p:cNvPr id="3" name="개발자가 정해야 하는 경계">
            <a:extLst xmlns:a="http://schemas.openxmlformats.org/drawingml/2006/main">
              <a:ext uri="{FF2B5EF4-FFF2-40B4-BE49-F238E27FC236}">
                <a16:creationId xmlns:a16="http://schemas.microsoft.com/office/drawing/2014/main" id="{E86D97CC-4035-4062-851A-91F61A074FFF}"/>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개발자가 정해야 하는 경계</a:t>
            </a:r>
          </a:p>
        </p:txBody>
      </p:sp>
      <p:sp>
        <p:nvSpPr>
          <p:cNvPr id="4" name="">
            <a:extLst xmlns:a="http://schemas.openxmlformats.org/drawingml/2006/main">
              <a:ext uri="{FF2B5EF4-FFF2-40B4-BE49-F238E27FC236}">
                <a16:creationId xmlns:a16="http://schemas.microsoft.com/office/drawing/2014/main" id="{0B17F920-C5AA-4ABB-92C3-0D802B96DD9E}"/>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이 과정의 질문 틀 · 정답을 제시하는 분류 시험이 아님">
            <a:extLst xmlns:a="http://schemas.openxmlformats.org/drawingml/2006/main">
              <a:ext uri="{FF2B5EF4-FFF2-40B4-BE49-F238E27FC236}">
                <a16:creationId xmlns:a16="http://schemas.microsoft.com/office/drawing/2014/main" id="{63BDFF4D-993B-44E1-AF9B-2B86717AA330}"/>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이 과정의 질문 틀 · 정답을 제시하는 분류 시험이 아님</a:t>
            </a:r>
          </a:p>
        </p:txBody>
      </p:sp>
      <p:sp>
        <p:nvSpPr>
          <p:cNvPr id="6" name="마지막 1분은 익숙한 작업 하나를 조용히 떠올려 보세요.">
            <a:extLst xmlns:a="http://schemas.openxmlformats.org/drawingml/2006/main">
              <a:ext uri="{FF2B5EF4-FFF2-40B4-BE49-F238E27FC236}">
                <a16:creationId xmlns:a16="http://schemas.microsoft.com/office/drawing/2014/main" id="{97B34CA9-0600-4E1B-ADB4-FC9763787150}"/>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마지막 1분은 익숙한 작업 하나를 조용히 떠올려 보세요.</a:t>
            </a:r>
          </a:p>
        </p:txBody>
      </p:sp>
      <p:sp>
        <p:nvSpPr>
          <p:cNvPr id="7" name="이번 작업에서 사람이 정할 질문은?">
            <a:extLst xmlns:a="http://schemas.openxmlformats.org/drawingml/2006/main">
              <a:ext uri="{FF2B5EF4-FFF2-40B4-BE49-F238E27FC236}">
                <a16:creationId xmlns:a16="http://schemas.microsoft.com/office/drawing/2014/main" id="{12B4E5F3-D4B4-4F7C-84D0-FD681F263432}"/>
              </a:ext>
            </a:extLst>
          </p:cNvPr>
          <p:cNvSpPr>
            <a:spLocks xmlns:a="http://schemas.openxmlformats.org/drawingml/2006/main" noGrp="1"/>
          </p:cNvSpPr>
          <p:nvPr/>
        </p:nvSpPr>
        <p:spPr>
          <a:xfrm xmlns:a="http://schemas.openxmlformats.org/drawingml/2006/main">
            <a:off x="609600" y="19907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0">
                <a:solidFill>
                  <a:srgbClr val="4D5A68"/>
                </a:solidFill>
                <a:latin typeface="Malgun Gothic"/>
                <a:ea typeface="Malgun Gothic"/>
                <a:cs typeface="Malgun Gothic"/>
              </a:defRPr>
            </a:defPPr>
            <a:lvl1pPr algn="l">
              <a:defRPr sz="2325" b="0">
                <a:solidFill>
                  <a:srgbClr val="4D5A68"/>
                </a:solidFill>
                <a:latin typeface="Malgun Gothic"/>
                <a:ea typeface="Malgun Gothic"/>
                <a:cs typeface="Malgun Gothic"/>
              </a:defRPr>
            </a:lvl1pPr>
            <a:lvl2pPr algn="l">
              <a:defRPr sz="2325" b="0">
                <a:solidFill>
                  <a:srgbClr val="4D5A68"/>
                </a:solidFill>
                <a:latin typeface="Malgun Gothic"/>
                <a:ea typeface="Malgun Gothic"/>
                <a:cs typeface="Malgun Gothic"/>
              </a:defRPr>
            </a:lvl2pPr>
            <a:lvl3pPr algn="l">
              <a:defRPr sz="2325" b="0">
                <a:solidFill>
                  <a:srgbClr val="4D5A68"/>
                </a:solidFill>
                <a:latin typeface="Malgun Gothic"/>
                <a:ea typeface="Malgun Gothic"/>
                <a:cs typeface="Malgun Gothic"/>
              </a:defRPr>
            </a:lvl3pPr>
            <a:lvl4pPr algn="l">
              <a:defRPr sz="2325" b="0">
                <a:solidFill>
                  <a:srgbClr val="4D5A68"/>
                </a:solidFill>
                <a:latin typeface="Malgun Gothic"/>
                <a:ea typeface="Malgun Gothic"/>
                <a:cs typeface="Malgun Gothic"/>
              </a:defRPr>
            </a:lvl4pPr>
            <a:lvl5pPr algn="l">
              <a:defRPr sz="2325" b="0">
                <a:solidFill>
                  <a:srgbClr val="4D5A68"/>
                </a:solidFill>
                <a:latin typeface="Malgun Gothic"/>
                <a:ea typeface="Malgun Gothic"/>
                <a:cs typeface="Malgun Gothic"/>
              </a:defRPr>
            </a:lvl5pPr>
            <a:lvl6pPr algn="l">
              <a:defRPr sz="2325" b="0">
                <a:solidFill>
                  <a:srgbClr val="4D5A68"/>
                </a:solidFill>
                <a:latin typeface="Malgun Gothic"/>
                <a:ea typeface="Malgun Gothic"/>
                <a:cs typeface="Malgun Gothic"/>
              </a:defRPr>
            </a:lvl6pPr>
            <a:lvl7pPr algn="l">
              <a:defRPr sz="2325" b="0">
                <a:solidFill>
                  <a:srgbClr val="4D5A68"/>
                </a:solidFill>
                <a:latin typeface="Malgun Gothic"/>
                <a:ea typeface="Malgun Gothic"/>
                <a:cs typeface="Malgun Gothic"/>
              </a:defRPr>
            </a:lvl7pPr>
            <a:lvl8pPr algn="l">
              <a:defRPr sz="2325" b="0">
                <a:solidFill>
                  <a:srgbClr val="4D5A68"/>
                </a:solidFill>
                <a:latin typeface="Malgun Gothic"/>
                <a:ea typeface="Malgun Gothic"/>
                <a:cs typeface="Malgun Gothic"/>
              </a:defRPr>
            </a:lvl8pPr>
            <a:lvl9pPr algn="l">
              <a:defRPr sz="2325" b="0">
                <a:solidFill>
                  <a:srgbClr val="4D5A68"/>
                </a:solidFill>
                <a:latin typeface="Malgun Gothic"/>
                <a:ea typeface="Malgun Gothic"/>
                <a:cs typeface="Malgun Gothic"/>
              </a:defRPr>
            </a:lvl9pPr>
          </a:lstStyle>
          <a:p xmlns:a="http://schemas.openxmlformats.org/drawingml/2006/main">
            <a:pPr algn="l">
              <a:defRPr sz="2325" b="0">
                <a:solidFill>
                  <a:srgbClr val="4D5A68"/>
                </a:solidFill>
                <a:latin typeface="Malgun Gothic"/>
                <a:ea typeface="Malgun Gothic"/>
                <a:cs typeface="Malgun Gothic"/>
              </a:defRPr>
            </a:pPr>
            <a:r>
              <a:rPr sz="2325" b="0">
                <a:solidFill>
                  <a:srgbClr val="4D5A68"/>
                </a:solidFill>
                <a:latin typeface="Malgun Gothic"/>
                <a:ea typeface="Malgun Gothic"/>
                <a:cs typeface="Malgun Gothic"/>
              </a:rPr>
              <a:t>이번 작업에서 사람이 정할 질문은?</a:t>
            </a:r>
          </a:p>
        </p:txBody>
      </p:sp>
      <p:sp>
        <p:nvSpPr>
          <p:cNvPr id="8" name="01">
            <a:extLst xmlns:a="http://schemas.openxmlformats.org/drawingml/2006/main">
              <a:ext uri="{FF2B5EF4-FFF2-40B4-BE49-F238E27FC236}">
                <a16:creationId xmlns:a16="http://schemas.microsoft.com/office/drawing/2014/main" id="{5191A7D4-4C16-4740-ABAD-70D1E7F49007}"/>
              </a:ext>
            </a:extLst>
          </p:cNvPr>
          <p:cNvSpPr>
            <a:spLocks xmlns:a="http://schemas.openxmlformats.org/drawingml/2006/main" noGrp="1"/>
          </p:cNvSpPr>
          <p:nvPr/>
        </p:nvSpPr>
        <p:spPr>
          <a:xfrm xmlns:a="http://schemas.openxmlformats.org/drawingml/2006/main">
            <a:off x="609600" y="2676525"/>
            <a:ext cx="61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01</a:t>
            </a:r>
          </a:p>
        </p:txBody>
      </p:sp>
      <p:sp>
        <p:nvSpPr>
          <p:cNvPr id="9" name="무엇을 바꿀까?">
            <a:extLst xmlns:a="http://schemas.openxmlformats.org/drawingml/2006/main">
              <a:ext uri="{FF2B5EF4-FFF2-40B4-BE49-F238E27FC236}">
                <a16:creationId xmlns:a16="http://schemas.microsoft.com/office/drawing/2014/main" id="{1ADA7980-6BA1-43DD-B3F7-C81BDFCD6A34}"/>
              </a:ext>
            </a:extLst>
          </p:cNvPr>
          <p:cNvSpPr>
            <a:spLocks xmlns:a="http://schemas.openxmlformats.org/drawingml/2006/main" noGrp="1"/>
          </p:cNvSpPr>
          <p:nvPr/>
        </p:nvSpPr>
        <p:spPr>
          <a:xfrm xmlns:a="http://schemas.openxmlformats.org/drawingml/2006/main">
            <a:off x="1323975" y="2676525"/>
            <a:ext cx="4429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Malgun Gothic"/>
                <a:ea typeface="Malgun Gothic"/>
                <a:cs typeface="Malgun Gothic"/>
              </a:defRPr>
            </a:defPPr>
            <a:lvl1pPr algn="l">
              <a:defRPr sz="2400" b="1">
                <a:solidFill>
                  <a:srgbClr val="17212B"/>
                </a:solidFill>
                <a:latin typeface="Malgun Gothic"/>
                <a:ea typeface="Malgun Gothic"/>
                <a:cs typeface="Malgun Gothic"/>
              </a:defRPr>
            </a:lvl1pPr>
            <a:lvl2pPr algn="l">
              <a:defRPr sz="2400" b="1">
                <a:solidFill>
                  <a:srgbClr val="17212B"/>
                </a:solidFill>
                <a:latin typeface="Malgun Gothic"/>
                <a:ea typeface="Malgun Gothic"/>
                <a:cs typeface="Malgun Gothic"/>
              </a:defRPr>
            </a:lvl2pPr>
            <a:lvl3pPr algn="l">
              <a:defRPr sz="2400" b="1">
                <a:solidFill>
                  <a:srgbClr val="17212B"/>
                </a:solidFill>
                <a:latin typeface="Malgun Gothic"/>
                <a:ea typeface="Malgun Gothic"/>
                <a:cs typeface="Malgun Gothic"/>
              </a:defRPr>
            </a:lvl3pPr>
            <a:lvl4pPr algn="l">
              <a:defRPr sz="2400" b="1">
                <a:solidFill>
                  <a:srgbClr val="17212B"/>
                </a:solidFill>
                <a:latin typeface="Malgun Gothic"/>
                <a:ea typeface="Malgun Gothic"/>
                <a:cs typeface="Malgun Gothic"/>
              </a:defRPr>
            </a:lvl4pPr>
            <a:lvl5pPr algn="l">
              <a:defRPr sz="2400" b="1">
                <a:solidFill>
                  <a:srgbClr val="17212B"/>
                </a:solidFill>
                <a:latin typeface="Malgun Gothic"/>
                <a:ea typeface="Malgun Gothic"/>
                <a:cs typeface="Malgun Gothic"/>
              </a:defRPr>
            </a:lvl5pPr>
            <a:lvl6pPr algn="l">
              <a:defRPr sz="2400" b="1">
                <a:solidFill>
                  <a:srgbClr val="17212B"/>
                </a:solidFill>
                <a:latin typeface="Malgun Gothic"/>
                <a:ea typeface="Malgun Gothic"/>
                <a:cs typeface="Malgun Gothic"/>
              </a:defRPr>
            </a:lvl6pPr>
            <a:lvl7pPr algn="l">
              <a:defRPr sz="2400" b="1">
                <a:solidFill>
                  <a:srgbClr val="17212B"/>
                </a:solidFill>
                <a:latin typeface="Malgun Gothic"/>
                <a:ea typeface="Malgun Gothic"/>
                <a:cs typeface="Malgun Gothic"/>
              </a:defRPr>
            </a:lvl7pPr>
            <a:lvl8pPr algn="l">
              <a:defRPr sz="2400" b="1">
                <a:solidFill>
                  <a:srgbClr val="17212B"/>
                </a:solidFill>
                <a:latin typeface="Malgun Gothic"/>
                <a:ea typeface="Malgun Gothic"/>
                <a:cs typeface="Malgun Gothic"/>
              </a:defRPr>
            </a:lvl8pPr>
            <a:lvl9pPr algn="l">
              <a:defRPr sz="2400" b="1">
                <a:solidFill>
                  <a:srgbClr val="17212B"/>
                </a:solidFill>
                <a:latin typeface="Malgun Gothic"/>
                <a:ea typeface="Malgun Gothic"/>
                <a:cs typeface="Malgun Gothic"/>
              </a:defRPr>
            </a:lvl9pPr>
          </a:lstStyle>
          <a:p xmlns:a="http://schemas.openxmlformats.org/drawingml/2006/main">
            <a:pPr algn="l">
              <a:defRPr sz="2400" b="1">
                <a:solidFill>
                  <a:srgbClr val="17212B"/>
                </a:solidFill>
                <a:latin typeface="Malgun Gothic"/>
                <a:ea typeface="Malgun Gothic"/>
                <a:cs typeface="Malgun Gothic"/>
              </a:defRPr>
            </a:pPr>
            <a:r>
              <a:rPr sz="2400" b="1">
                <a:solidFill>
                  <a:srgbClr val="17212B"/>
                </a:solidFill>
                <a:latin typeface="Malgun Gothic"/>
                <a:ea typeface="Malgun Gothic"/>
                <a:cs typeface="Malgun Gothic"/>
              </a:rPr>
              <a:t>무엇을 바꿀까?</a:t>
            </a:r>
          </a:p>
        </p:txBody>
      </p:sp>
      <p:sp>
        <p:nvSpPr>
          <p:cNvPr id="10" name="">
            <a:extLst xmlns:a="http://schemas.openxmlformats.org/drawingml/2006/main">
              <a:ext uri="{FF2B5EF4-FFF2-40B4-BE49-F238E27FC236}">
                <a16:creationId xmlns:a16="http://schemas.microsoft.com/office/drawing/2014/main" id="{5E41C849-6B93-469E-8AA7-214655884186}"/>
              </a:ext>
            </a:extLst>
          </p:cNvPr>
          <p:cNvSpPr>
            <a:spLocks xmlns:a="http://schemas.openxmlformats.org/drawingml/2006/main" noGrp="1"/>
          </p:cNvSpPr>
          <p:nvPr/>
        </p:nvSpPr>
        <p:spPr>
          <a:xfrm xmlns:a="http://schemas.openxmlformats.org/drawingml/2006/main">
            <a:off x="1323975" y="3324225"/>
            <a:ext cx="4429125"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1" name="02">
            <a:extLst xmlns:a="http://schemas.openxmlformats.org/drawingml/2006/main">
              <a:ext uri="{FF2B5EF4-FFF2-40B4-BE49-F238E27FC236}">
                <a16:creationId xmlns:a16="http://schemas.microsoft.com/office/drawing/2014/main" id="{148D80F8-4CAD-4786-B806-3F4EFADA8966}"/>
              </a:ext>
            </a:extLst>
          </p:cNvPr>
          <p:cNvSpPr>
            <a:spLocks xmlns:a="http://schemas.openxmlformats.org/drawingml/2006/main" noGrp="1"/>
          </p:cNvSpPr>
          <p:nvPr/>
        </p:nvSpPr>
        <p:spPr>
          <a:xfrm xmlns:a="http://schemas.openxmlformats.org/drawingml/2006/main">
            <a:off x="6438900" y="2676525"/>
            <a:ext cx="61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02</a:t>
            </a:r>
          </a:p>
        </p:txBody>
      </p:sp>
      <p:sp>
        <p:nvSpPr>
          <p:cNvPr id="12" name="무엇을 유지할까?">
            <a:extLst xmlns:a="http://schemas.openxmlformats.org/drawingml/2006/main">
              <a:ext uri="{FF2B5EF4-FFF2-40B4-BE49-F238E27FC236}">
                <a16:creationId xmlns:a16="http://schemas.microsoft.com/office/drawing/2014/main" id="{8FA059C0-5B5E-4BB7-8562-7D2405070C25}"/>
              </a:ext>
            </a:extLst>
          </p:cNvPr>
          <p:cNvSpPr>
            <a:spLocks xmlns:a="http://schemas.openxmlformats.org/drawingml/2006/main" noGrp="1"/>
          </p:cNvSpPr>
          <p:nvPr/>
        </p:nvSpPr>
        <p:spPr>
          <a:xfrm xmlns:a="http://schemas.openxmlformats.org/drawingml/2006/main">
            <a:off x="7153275" y="2676525"/>
            <a:ext cx="4429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Malgun Gothic"/>
                <a:ea typeface="Malgun Gothic"/>
                <a:cs typeface="Malgun Gothic"/>
              </a:defRPr>
            </a:defPPr>
            <a:lvl1pPr algn="l">
              <a:defRPr sz="2400" b="1">
                <a:solidFill>
                  <a:srgbClr val="17212B"/>
                </a:solidFill>
                <a:latin typeface="Malgun Gothic"/>
                <a:ea typeface="Malgun Gothic"/>
                <a:cs typeface="Malgun Gothic"/>
              </a:defRPr>
            </a:lvl1pPr>
            <a:lvl2pPr algn="l">
              <a:defRPr sz="2400" b="1">
                <a:solidFill>
                  <a:srgbClr val="17212B"/>
                </a:solidFill>
                <a:latin typeface="Malgun Gothic"/>
                <a:ea typeface="Malgun Gothic"/>
                <a:cs typeface="Malgun Gothic"/>
              </a:defRPr>
            </a:lvl2pPr>
            <a:lvl3pPr algn="l">
              <a:defRPr sz="2400" b="1">
                <a:solidFill>
                  <a:srgbClr val="17212B"/>
                </a:solidFill>
                <a:latin typeface="Malgun Gothic"/>
                <a:ea typeface="Malgun Gothic"/>
                <a:cs typeface="Malgun Gothic"/>
              </a:defRPr>
            </a:lvl3pPr>
            <a:lvl4pPr algn="l">
              <a:defRPr sz="2400" b="1">
                <a:solidFill>
                  <a:srgbClr val="17212B"/>
                </a:solidFill>
                <a:latin typeface="Malgun Gothic"/>
                <a:ea typeface="Malgun Gothic"/>
                <a:cs typeface="Malgun Gothic"/>
              </a:defRPr>
            </a:lvl4pPr>
            <a:lvl5pPr algn="l">
              <a:defRPr sz="2400" b="1">
                <a:solidFill>
                  <a:srgbClr val="17212B"/>
                </a:solidFill>
                <a:latin typeface="Malgun Gothic"/>
                <a:ea typeface="Malgun Gothic"/>
                <a:cs typeface="Malgun Gothic"/>
              </a:defRPr>
            </a:lvl5pPr>
            <a:lvl6pPr algn="l">
              <a:defRPr sz="2400" b="1">
                <a:solidFill>
                  <a:srgbClr val="17212B"/>
                </a:solidFill>
                <a:latin typeface="Malgun Gothic"/>
                <a:ea typeface="Malgun Gothic"/>
                <a:cs typeface="Malgun Gothic"/>
              </a:defRPr>
            </a:lvl6pPr>
            <a:lvl7pPr algn="l">
              <a:defRPr sz="2400" b="1">
                <a:solidFill>
                  <a:srgbClr val="17212B"/>
                </a:solidFill>
                <a:latin typeface="Malgun Gothic"/>
                <a:ea typeface="Malgun Gothic"/>
                <a:cs typeface="Malgun Gothic"/>
              </a:defRPr>
            </a:lvl7pPr>
            <a:lvl8pPr algn="l">
              <a:defRPr sz="2400" b="1">
                <a:solidFill>
                  <a:srgbClr val="17212B"/>
                </a:solidFill>
                <a:latin typeface="Malgun Gothic"/>
                <a:ea typeface="Malgun Gothic"/>
                <a:cs typeface="Malgun Gothic"/>
              </a:defRPr>
            </a:lvl8pPr>
            <a:lvl9pPr algn="l">
              <a:defRPr sz="2400" b="1">
                <a:solidFill>
                  <a:srgbClr val="17212B"/>
                </a:solidFill>
                <a:latin typeface="Malgun Gothic"/>
                <a:ea typeface="Malgun Gothic"/>
                <a:cs typeface="Malgun Gothic"/>
              </a:defRPr>
            </a:lvl9pPr>
          </a:lstStyle>
          <a:p xmlns:a="http://schemas.openxmlformats.org/drawingml/2006/main">
            <a:pPr algn="l">
              <a:defRPr sz="2400" b="1">
                <a:solidFill>
                  <a:srgbClr val="17212B"/>
                </a:solidFill>
                <a:latin typeface="Malgun Gothic"/>
                <a:ea typeface="Malgun Gothic"/>
                <a:cs typeface="Malgun Gothic"/>
              </a:defRPr>
            </a:pPr>
            <a:r>
              <a:rPr sz="2400" b="1">
                <a:solidFill>
                  <a:srgbClr val="17212B"/>
                </a:solidFill>
                <a:latin typeface="Malgun Gothic"/>
                <a:ea typeface="Malgun Gothic"/>
                <a:cs typeface="Malgun Gothic"/>
              </a:rPr>
              <a:t>무엇을 유지할까?</a:t>
            </a:r>
          </a:p>
        </p:txBody>
      </p:sp>
      <p:sp>
        <p:nvSpPr>
          <p:cNvPr id="13" name="">
            <a:extLst xmlns:a="http://schemas.openxmlformats.org/drawingml/2006/main">
              <a:ext uri="{FF2B5EF4-FFF2-40B4-BE49-F238E27FC236}">
                <a16:creationId xmlns:a16="http://schemas.microsoft.com/office/drawing/2014/main" id="{0CF88965-6954-498B-85AF-F04779A408A8}"/>
              </a:ext>
            </a:extLst>
          </p:cNvPr>
          <p:cNvSpPr>
            <a:spLocks xmlns:a="http://schemas.openxmlformats.org/drawingml/2006/main" noGrp="1"/>
          </p:cNvSpPr>
          <p:nvPr/>
        </p:nvSpPr>
        <p:spPr>
          <a:xfrm xmlns:a="http://schemas.openxmlformats.org/drawingml/2006/main">
            <a:off x="7153275" y="3324225"/>
            <a:ext cx="4429125"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4" name="03">
            <a:extLst xmlns:a="http://schemas.openxmlformats.org/drawingml/2006/main">
              <a:ext uri="{FF2B5EF4-FFF2-40B4-BE49-F238E27FC236}">
                <a16:creationId xmlns:a16="http://schemas.microsoft.com/office/drawing/2014/main" id="{BCD475B0-8ACB-4736-8A0C-2C3B8B9F71E6}"/>
              </a:ext>
            </a:extLst>
          </p:cNvPr>
          <p:cNvSpPr>
            <a:spLocks xmlns:a="http://schemas.openxmlformats.org/drawingml/2006/main" noGrp="1"/>
          </p:cNvSpPr>
          <p:nvPr/>
        </p:nvSpPr>
        <p:spPr>
          <a:xfrm xmlns:a="http://schemas.openxmlformats.org/drawingml/2006/main">
            <a:off x="609600" y="3705225"/>
            <a:ext cx="61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03</a:t>
            </a:r>
          </a:p>
        </p:txBody>
      </p:sp>
      <p:sp>
        <p:nvSpPr>
          <p:cNvPr id="15" name="어디까지 바꿔도 될까?">
            <a:extLst xmlns:a="http://schemas.openxmlformats.org/drawingml/2006/main">
              <a:ext uri="{FF2B5EF4-FFF2-40B4-BE49-F238E27FC236}">
                <a16:creationId xmlns:a16="http://schemas.microsoft.com/office/drawing/2014/main" id="{D771797B-E538-4728-BEE3-09EF3BB527AE}"/>
              </a:ext>
            </a:extLst>
          </p:cNvPr>
          <p:cNvSpPr>
            <a:spLocks xmlns:a="http://schemas.openxmlformats.org/drawingml/2006/main" noGrp="1"/>
          </p:cNvSpPr>
          <p:nvPr/>
        </p:nvSpPr>
        <p:spPr>
          <a:xfrm xmlns:a="http://schemas.openxmlformats.org/drawingml/2006/main">
            <a:off x="1323975" y="3705225"/>
            <a:ext cx="4429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Malgun Gothic"/>
                <a:ea typeface="Malgun Gothic"/>
                <a:cs typeface="Malgun Gothic"/>
              </a:defRPr>
            </a:defPPr>
            <a:lvl1pPr algn="l">
              <a:defRPr sz="2400" b="1">
                <a:solidFill>
                  <a:srgbClr val="17212B"/>
                </a:solidFill>
                <a:latin typeface="Malgun Gothic"/>
                <a:ea typeface="Malgun Gothic"/>
                <a:cs typeface="Malgun Gothic"/>
              </a:defRPr>
            </a:lvl1pPr>
            <a:lvl2pPr algn="l">
              <a:defRPr sz="2400" b="1">
                <a:solidFill>
                  <a:srgbClr val="17212B"/>
                </a:solidFill>
                <a:latin typeface="Malgun Gothic"/>
                <a:ea typeface="Malgun Gothic"/>
                <a:cs typeface="Malgun Gothic"/>
              </a:defRPr>
            </a:lvl2pPr>
            <a:lvl3pPr algn="l">
              <a:defRPr sz="2400" b="1">
                <a:solidFill>
                  <a:srgbClr val="17212B"/>
                </a:solidFill>
                <a:latin typeface="Malgun Gothic"/>
                <a:ea typeface="Malgun Gothic"/>
                <a:cs typeface="Malgun Gothic"/>
              </a:defRPr>
            </a:lvl3pPr>
            <a:lvl4pPr algn="l">
              <a:defRPr sz="2400" b="1">
                <a:solidFill>
                  <a:srgbClr val="17212B"/>
                </a:solidFill>
                <a:latin typeface="Malgun Gothic"/>
                <a:ea typeface="Malgun Gothic"/>
                <a:cs typeface="Malgun Gothic"/>
              </a:defRPr>
            </a:lvl4pPr>
            <a:lvl5pPr algn="l">
              <a:defRPr sz="2400" b="1">
                <a:solidFill>
                  <a:srgbClr val="17212B"/>
                </a:solidFill>
                <a:latin typeface="Malgun Gothic"/>
                <a:ea typeface="Malgun Gothic"/>
                <a:cs typeface="Malgun Gothic"/>
              </a:defRPr>
            </a:lvl5pPr>
            <a:lvl6pPr algn="l">
              <a:defRPr sz="2400" b="1">
                <a:solidFill>
                  <a:srgbClr val="17212B"/>
                </a:solidFill>
                <a:latin typeface="Malgun Gothic"/>
                <a:ea typeface="Malgun Gothic"/>
                <a:cs typeface="Malgun Gothic"/>
              </a:defRPr>
            </a:lvl6pPr>
            <a:lvl7pPr algn="l">
              <a:defRPr sz="2400" b="1">
                <a:solidFill>
                  <a:srgbClr val="17212B"/>
                </a:solidFill>
                <a:latin typeface="Malgun Gothic"/>
                <a:ea typeface="Malgun Gothic"/>
                <a:cs typeface="Malgun Gothic"/>
              </a:defRPr>
            </a:lvl7pPr>
            <a:lvl8pPr algn="l">
              <a:defRPr sz="2400" b="1">
                <a:solidFill>
                  <a:srgbClr val="17212B"/>
                </a:solidFill>
                <a:latin typeface="Malgun Gothic"/>
                <a:ea typeface="Malgun Gothic"/>
                <a:cs typeface="Malgun Gothic"/>
              </a:defRPr>
            </a:lvl8pPr>
            <a:lvl9pPr algn="l">
              <a:defRPr sz="2400" b="1">
                <a:solidFill>
                  <a:srgbClr val="17212B"/>
                </a:solidFill>
                <a:latin typeface="Malgun Gothic"/>
                <a:ea typeface="Malgun Gothic"/>
                <a:cs typeface="Malgun Gothic"/>
              </a:defRPr>
            </a:lvl9pPr>
          </a:lstStyle>
          <a:p xmlns:a="http://schemas.openxmlformats.org/drawingml/2006/main">
            <a:pPr algn="l">
              <a:defRPr sz="2400" b="1">
                <a:solidFill>
                  <a:srgbClr val="17212B"/>
                </a:solidFill>
                <a:latin typeface="Malgun Gothic"/>
                <a:ea typeface="Malgun Gothic"/>
                <a:cs typeface="Malgun Gothic"/>
              </a:defRPr>
            </a:pPr>
            <a:r>
              <a:rPr sz="2400" b="1">
                <a:solidFill>
                  <a:srgbClr val="17212B"/>
                </a:solidFill>
                <a:latin typeface="Malgun Gothic"/>
                <a:ea typeface="Malgun Gothic"/>
                <a:cs typeface="Malgun Gothic"/>
              </a:rPr>
              <a:t>어디까지 바꿔도 될까?</a:t>
            </a:r>
          </a:p>
        </p:txBody>
      </p:sp>
      <p:sp>
        <p:nvSpPr>
          <p:cNvPr id="16" name="">
            <a:extLst xmlns:a="http://schemas.openxmlformats.org/drawingml/2006/main">
              <a:ext uri="{FF2B5EF4-FFF2-40B4-BE49-F238E27FC236}">
                <a16:creationId xmlns:a16="http://schemas.microsoft.com/office/drawing/2014/main" id="{A7D59E16-9AD7-42D7-A849-1D0D54346032}"/>
              </a:ext>
            </a:extLst>
          </p:cNvPr>
          <p:cNvSpPr>
            <a:spLocks xmlns:a="http://schemas.openxmlformats.org/drawingml/2006/main" noGrp="1"/>
          </p:cNvSpPr>
          <p:nvPr/>
        </p:nvSpPr>
        <p:spPr>
          <a:xfrm xmlns:a="http://schemas.openxmlformats.org/drawingml/2006/main">
            <a:off x="1323975" y="4352925"/>
            <a:ext cx="4429125"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7" name="04">
            <a:extLst xmlns:a="http://schemas.openxmlformats.org/drawingml/2006/main">
              <a:ext uri="{FF2B5EF4-FFF2-40B4-BE49-F238E27FC236}">
                <a16:creationId xmlns:a16="http://schemas.microsoft.com/office/drawing/2014/main" id="{94D80DD6-2C8D-4A67-BDA5-8C7BE50EE683}"/>
              </a:ext>
            </a:extLst>
          </p:cNvPr>
          <p:cNvSpPr>
            <a:spLocks xmlns:a="http://schemas.openxmlformats.org/drawingml/2006/main" noGrp="1"/>
          </p:cNvSpPr>
          <p:nvPr/>
        </p:nvSpPr>
        <p:spPr>
          <a:xfrm xmlns:a="http://schemas.openxmlformats.org/drawingml/2006/main">
            <a:off x="6438900" y="3705225"/>
            <a:ext cx="61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04</a:t>
            </a:r>
          </a:p>
        </p:txBody>
      </p:sp>
      <p:sp>
        <p:nvSpPr>
          <p:cNvPr id="18" name="무슨 근거로 확인할까?">
            <a:extLst xmlns:a="http://schemas.openxmlformats.org/drawingml/2006/main">
              <a:ext uri="{FF2B5EF4-FFF2-40B4-BE49-F238E27FC236}">
                <a16:creationId xmlns:a16="http://schemas.microsoft.com/office/drawing/2014/main" id="{3B28A62C-3DD7-4990-95B9-FCFA5979E2B7}"/>
              </a:ext>
            </a:extLst>
          </p:cNvPr>
          <p:cNvSpPr>
            <a:spLocks xmlns:a="http://schemas.openxmlformats.org/drawingml/2006/main" noGrp="1"/>
          </p:cNvSpPr>
          <p:nvPr/>
        </p:nvSpPr>
        <p:spPr>
          <a:xfrm xmlns:a="http://schemas.openxmlformats.org/drawingml/2006/main">
            <a:off x="7153275" y="3705225"/>
            <a:ext cx="4429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Malgun Gothic"/>
                <a:ea typeface="Malgun Gothic"/>
                <a:cs typeface="Malgun Gothic"/>
              </a:defRPr>
            </a:defPPr>
            <a:lvl1pPr algn="l">
              <a:defRPr sz="2400" b="1">
                <a:solidFill>
                  <a:srgbClr val="17212B"/>
                </a:solidFill>
                <a:latin typeface="Malgun Gothic"/>
                <a:ea typeface="Malgun Gothic"/>
                <a:cs typeface="Malgun Gothic"/>
              </a:defRPr>
            </a:lvl1pPr>
            <a:lvl2pPr algn="l">
              <a:defRPr sz="2400" b="1">
                <a:solidFill>
                  <a:srgbClr val="17212B"/>
                </a:solidFill>
                <a:latin typeface="Malgun Gothic"/>
                <a:ea typeface="Malgun Gothic"/>
                <a:cs typeface="Malgun Gothic"/>
              </a:defRPr>
            </a:lvl2pPr>
            <a:lvl3pPr algn="l">
              <a:defRPr sz="2400" b="1">
                <a:solidFill>
                  <a:srgbClr val="17212B"/>
                </a:solidFill>
                <a:latin typeface="Malgun Gothic"/>
                <a:ea typeface="Malgun Gothic"/>
                <a:cs typeface="Malgun Gothic"/>
              </a:defRPr>
            </a:lvl3pPr>
            <a:lvl4pPr algn="l">
              <a:defRPr sz="2400" b="1">
                <a:solidFill>
                  <a:srgbClr val="17212B"/>
                </a:solidFill>
                <a:latin typeface="Malgun Gothic"/>
                <a:ea typeface="Malgun Gothic"/>
                <a:cs typeface="Malgun Gothic"/>
              </a:defRPr>
            </a:lvl4pPr>
            <a:lvl5pPr algn="l">
              <a:defRPr sz="2400" b="1">
                <a:solidFill>
                  <a:srgbClr val="17212B"/>
                </a:solidFill>
                <a:latin typeface="Malgun Gothic"/>
                <a:ea typeface="Malgun Gothic"/>
                <a:cs typeface="Malgun Gothic"/>
              </a:defRPr>
            </a:lvl5pPr>
            <a:lvl6pPr algn="l">
              <a:defRPr sz="2400" b="1">
                <a:solidFill>
                  <a:srgbClr val="17212B"/>
                </a:solidFill>
                <a:latin typeface="Malgun Gothic"/>
                <a:ea typeface="Malgun Gothic"/>
                <a:cs typeface="Malgun Gothic"/>
              </a:defRPr>
            </a:lvl6pPr>
            <a:lvl7pPr algn="l">
              <a:defRPr sz="2400" b="1">
                <a:solidFill>
                  <a:srgbClr val="17212B"/>
                </a:solidFill>
                <a:latin typeface="Malgun Gothic"/>
                <a:ea typeface="Malgun Gothic"/>
                <a:cs typeface="Malgun Gothic"/>
              </a:defRPr>
            </a:lvl7pPr>
            <a:lvl8pPr algn="l">
              <a:defRPr sz="2400" b="1">
                <a:solidFill>
                  <a:srgbClr val="17212B"/>
                </a:solidFill>
                <a:latin typeface="Malgun Gothic"/>
                <a:ea typeface="Malgun Gothic"/>
                <a:cs typeface="Malgun Gothic"/>
              </a:defRPr>
            </a:lvl8pPr>
            <a:lvl9pPr algn="l">
              <a:defRPr sz="2400" b="1">
                <a:solidFill>
                  <a:srgbClr val="17212B"/>
                </a:solidFill>
                <a:latin typeface="Malgun Gothic"/>
                <a:ea typeface="Malgun Gothic"/>
                <a:cs typeface="Malgun Gothic"/>
              </a:defRPr>
            </a:lvl9pPr>
          </a:lstStyle>
          <a:p xmlns:a="http://schemas.openxmlformats.org/drawingml/2006/main">
            <a:pPr algn="l">
              <a:defRPr sz="2400" b="1">
                <a:solidFill>
                  <a:srgbClr val="17212B"/>
                </a:solidFill>
                <a:latin typeface="Malgun Gothic"/>
                <a:ea typeface="Malgun Gothic"/>
                <a:cs typeface="Malgun Gothic"/>
              </a:defRPr>
            </a:pPr>
            <a:r>
              <a:rPr sz="2400" b="1">
                <a:solidFill>
                  <a:srgbClr val="17212B"/>
                </a:solidFill>
                <a:latin typeface="Malgun Gothic"/>
                <a:ea typeface="Malgun Gothic"/>
                <a:cs typeface="Malgun Gothic"/>
              </a:rPr>
              <a:t>무슨 근거로 확인할까?</a:t>
            </a:r>
          </a:p>
        </p:txBody>
      </p:sp>
      <p:sp>
        <p:nvSpPr>
          <p:cNvPr id="19" name="">
            <a:extLst xmlns:a="http://schemas.openxmlformats.org/drawingml/2006/main">
              <a:ext uri="{FF2B5EF4-FFF2-40B4-BE49-F238E27FC236}">
                <a16:creationId xmlns:a16="http://schemas.microsoft.com/office/drawing/2014/main" id="{B78B96EE-AA9A-45FB-BA3C-6DD32175B127}"/>
              </a:ext>
            </a:extLst>
          </p:cNvPr>
          <p:cNvSpPr>
            <a:spLocks xmlns:a="http://schemas.openxmlformats.org/drawingml/2006/main" noGrp="1"/>
          </p:cNvSpPr>
          <p:nvPr/>
        </p:nvSpPr>
        <p:spPr>
          <a:xfrm xmlns:a="http://schemas.openxmlformats.org/drawingml/2006/main">
            <a:off x="7153275" y="4352925"/>
            <a:ext cx="4429125"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
            <a:extLst xmlns:a="http://schemas.openxmlformats.org/drawingml/2006/main">
              <a:ext uri="{FF2B5EF4-FFF2-40B4-BE49-F238E27FC236}">
                <a16:creationId xmlns:a16="http://schemas.microsoft.com/office/drawing/2014/main" id="{C308D14F-5273-4EC4-8130-A2659438667B}"/>
              </a:ext>
            </a:extLst>
          </p:cNvPr>
          <p:cNvSpPr>
            <a:spLocks xmlns:a="http://schemas.openxmlformats.org/drawingml/2006/main" noGrp="1"/>
          </p:cNvSpPr>
          <p:nvPr/>
        </p:nvSpPr>
        <p:spPr>
          <a:xfrm xmlns:a="http://schemas.openxmlformats.org/drawingml/2006/main">
            <a:off x="609600" y="4914900"/>
            <a:ext cx="10972800" cy="67627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1" name="05">
            <a:extLst xmlns:a="http://schemas.openxmlformats.org/drawingml/2006/main">
              <a:ext uri="{FF2B5EF4-FFF2-40B4-BE49-F238E27FC236}">
                <a16:creationId xmlns:a16="http://schemas.microsoft.com/office/drawing/2014/main" id="{CB80D4F1-6F39-4587-AA6E-11847A098F45}"/>
              </a:ext>
            </a:extLst>
          </p:cNvPr>
          <p:cNvSpPr>
            <a:spLocks xmlns:a="http://schemas.openxmlformats.org/drawingml/2006/main" noGrp="1"/>
          </p:cNvSpPr>
          <p:nvPr/>
        </p:nvSpPr>
        <p:spPr>
          <a:xfrm xmlns:a="http://schemas.openxmlformats.org/drawingml/2006/main">
            <a:off x="800100" y="5048250"/>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05</a:t>
            </a:r>
          </a:p>
        </p:txBody>
      </p:sp>
      <p:sp>
        <p:nvSpPr>
          <p:cNvPr id="22" name="언제 완료라고 할까?">
            <a:extLst xmlns:a="http://schemas.openxmlformats.org/drawingml/2006/main">
              <a:ext uri="{FF2B5EF4-FFF2-40B4-BE49-F238E27FC236}">
                <a16:creationId xmlns:a16="http://schemas.microsoft.com/office/drawing/2014/main" id="{321131E3-0DE6-4798-8340-B04EEEB281F4}"/>
              </a:ext>
            </a:extLst>
          </p:cNvPr>
          <p:cNvSpPr>
            <a:spLocks xmlns:a="http://schemas.openxmlformats.org/drawingml/2006/main" noGrp="1"/>
          </p:cNvSpPr>
          <p:nvPr/>
        </p:nvSpPr>
        <p:spPr>
          <a:xfrm xmlns:a="http://schemas.openxmlformats.org/drawingml/2006/main">
            <a:off x="1609725" y="5000625"/>
            <a:ext cx="97440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0B6172"/>
                </a:solidFill>
                <a:latin typeface="Malgun Gothic"/>
                <a:ea typeface="Malgun Gothic"/>
                <a:cs typeface="Malgun Gothic"/>
              </a:defRPr>
            </a:defPPr>
            <a:lvl1pPr algn="l">
              <a:defRPr sz="2700" b="1">
                <a:solidFill>
                  <a:srgbClr val="0B6172"/>
                </a:solidFill>
                <a:latin typeface="Malgun Gothic"/>
                <a:ea typeface="Malgun Gothic"/>
                <a:cs typeface="Malgun Gothic"/>
              </a:defRPr>
            </a:lvl1pPr>
            <a:lvl2pPr algn="l">
              <a:defRPr sz="2700" b="1">
                <a:solidFill>
                  <a:srgbClr val="0B6172"/>
                </a:solidFill>
                <a:latin typeface="Malgun Gothic"/>
                <a:ea typeface="Malgun Gothic"/>
                <a:cs typeface="Malgun Gothic"/>
              </a:defRPr>
            </a:lvl2pPr>
            <a:lvl3pPr algn="l">
              <a:defRPr sz="2700" b="1">
                <a:solidFill>
                  <a:srgbClr val="0B6172"/>
                </a:solidFill>
                <a:latin typeface="Malgun Gothic"/>
                <a:ea typeface="Malgun Gothic"/>
                <a:cs typeface="Malgun Gothic"/>
              </a:defRPr>
            </a:lvl3pPr>
            <a:lvl4pPr algn="l">
              <a:defRPr sz="2700" b="1">
                <a:solidFill>
                  <a:srgbClr val="0B6172"/>
                </a:solidFill>
                <a:latin typeface="Malgun Gothic"/>
                <a:ea typeface="Malgun Gothic"/>
                <a:cs typeface="Malgun Gothic"/>
              </a:defRPr>
            </a:lvl4pPr>
            <a:lvl5pPr algn="l">
              <a:defRPr sz="2700" b="1">
                <a:solidFill>
                  <a:srgbClr val="0B6172"/>
                </a:solidFill>
                <a:latin typeface="Malgun Gothic"/>
                <a:ea typeface="Malgun Gothic"/>
                <a:cs typeface="Malgun Gothic"/>
              </a:defRPr>
            </a:lvl5pPr>
            <a:lvl6pPr algn="l">
              <a:defRPr sz="2700" b="1">
                <a:solidFill>
                  <a:srgbClr val="0B6172"/>
                </a:solidFill>
                <a:latin typeface="Malgun Gothic"/>
                <a:ea typeface="Malgun Gothic"/>
                <a:cs typeface="Malgun Gothic"/>
              </a:defRPr>
            </a:lvl6pPr>
            <a:lvl7pPr algn="l">
              <a:defRPr sz="2700" b="1">
                <a:solidFill>
                  <a:srgbClr val="0B6172"/>
                </a:solidFill>
                <a:latin typeface="Malgun Gothic"/>
                <a:ea typeface="Malgun Gothic"/>
                <a:cs typeface="Malgun Gothic"/>
              </a:defRPr>
            </a:lvl7pPr>
            <a:lvl8pPr algn="l">
              <a:defRPr sz="2700" b="1">
                <a:solidFill>
                  <a:srgbClr val="0B6172"/>
                </a:solidFill>
                <a:latin typeface="Malgun Gothic"/>
                <a:ea typeface="Malgun Gothic"/>
                <a:cs typeface="Malgun Gothic"/>
              </a:defRPr>
            </a:lvl8pPr>
            <a:lvl9pPr algn="l">
              <a:defRPr sz="2700" b="1">
                <a:solidFill>
                  <a:srgbClr val="0B6172"/>
                </a:solidFill>
                <a:latin typeface="Malgun Gothic"/>
                <a:ea typeface="Malgun Gothic"/>
                <a:cs typeface="Malgun Gothic"/>
              </a:defRPr>
            </a:lvl9pPr>
          </a:lstStyle>
          <a:p xmlns:a="http://schemas.openxmlformats.org/drawingml/2006/main">
            <a:pPr algn="l">
              <a:defRPr sz="2700" b="1">
                <a:solidFill>
                  <a:srgbClr val="0B6172"/>
                </a:solidFill>
                <a:latin typeface="Malgun Gothic"/>
                <a:ea typeface="Malgun Gothic"/>
                <a:cs typeface="Malgun Gothic"/>
              </a:defRPr>
            </a:pPr>
            <a:r>
              <a:rPr sz="2700" b="1">
                <a:solidFill>
                  <a:srgbClr val="0B6172"/>
                </a:solidFill>
                <a:latin typeface="Malgun Gothic"/>
                <a:ea typeface="Malgun Gothic"/>
                <a:cs typeface="Malgun Gothic"/>
              </a:rPr>
              <a:t>언제 완료라고 할까?</a:t>
            </a:r>
          </a:p>
        </p:txBody>
      </p:sp>
      <p:sp>
        <p:nvSpPr>
          <p:cNvPr id="23" name="Legacy module connection">
            <a:extLst xmlns:a="http://schemas.openxmlformats.org/drawingml/2006/main">
              <a:ext uri="{FF2B5EF4-FFF2-40B4-BE49-F238E27FC236}">
                <a16:creationId xmlns:a16="http://schemas.microsoft.com/office/drawing/2014/main" id="{2C18644D-6681-4E1F-B11B-31C78F66E6F9}"/>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M4</a:t>
            </a:r>
          </a:p>
        </p:txBody>
      </p:sp>
    </p:spTree>
    <p:extLst>
      <p:ext uri="{BB962C8B-B14F-4D97-AF65-F5344CB8AC3E}">
        <p14:creationId xmlns:p14="http://schemas.microsoft.com/office/powerpoint/2010/main" val="1424036543"/>
      </p:ext>
    </p:extLst>
  </p:cSld>
</p:sld>
</file>

<file path=ppt/slides/slide1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ACT 1 · 작업을 구체화하는 틀">
            <a:extLst xmlns:a="http://schemas.openxmlformats.org/drawingml/2006/main">
              <a:ext uri="{FF2B5EF4-FFF2-40B4-BE49-F238E27FC236}">
                <a16:creationId xmlns:a16="http://schemas.microsoft.com/office/drawing/2014/main" id="{B109F668-8A1C-4178-9362-2585D95A9197}"/>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작업을 구체화하는 틀</a:t>
            </a:r>
          </a:p>
        </p:txBody>
      </p:sp>
      <p:sp>
        <p:nvSpPr>
          <p:cNvPr id="2" name="S15">
            <a:extLst xmlns:a="http://schemas.openxmlformats.org/drawingml/2006/main">
              <a:ext uri="{FF2B5EF4-FFF2-40B4-BE49-F238E27FC236}">
                <a16:creationId xmlns:a16="http://schemas.microsoft.com/office/drawing/2014/main" id="{70E24CDE-74C0-4C07-826C-346F813554F0}"/>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S15</a:t>
            </a:r>
          </a:p>
        </p:txBody>
      </p:sp>
      <p:sp>
        <p:nvSpPr>
          <p:cNvPr id="3" name="Task Specification의 다섯 책임">
            <a:extLst xmlns:a="http://schemas.openxmlformats.org/drawingml/2006/main">
              <a:ext uri="{FF2B5EF4-FFF2-40B4-BE49-F238E27FC236}">
                <a16:creationId xmlns:a16="http://schemas.microsoft.com/office/drawing/2014/main" id="{5B4B6563-20EF-4D40-97C5-D6A7EECECF96}"/>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Task Specification의 다섯 책임</a:t>
            </a:r>
          </a:p>
        </p:txBody>
      </p:sp>
      <p:sp>
        <p:nvSpPr>
          <p:cNvPr id="4" name="">
            <a:extLst xmlns:a="http://schemas.openxmlformats.org/drawingml/2006/main">
              <a:ext uri="{FF2B5EF4-FFF2-40B4-BE49-F238E27FC236}">
                <a16:creationId xmlns:a16="http://schemas.microsoft.com/office/drawing/2014/main" id="{879D68C4-580B-418E-BD99-FF4044537977}"/>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이 과정의 교육 모델 · 공식 OpenAI 분류나 모든 작업에 대한 법칙이 아님">
            <a:extLst xmlns:a="http://schemas.openxmlformats.org/drawingml/2006/main">
              <a:ext uri="{FF2B5EF4-FFF2-40B4-BE49-F238E27FC236}">
                <a16:creationId xmlns:a16="http://schemas.microsoft.com/office/drawing/2014/main" id="{2B6E716A-7275-4A13-81F5-39636B379BDB}"/>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이 과정의 교육 모델 · 공식 OpenAI 분류나 모든 작업에 대한 법칙이 아님</a:t>
            </a:r>
          </a:p>
        </p:txBody>
      </p:sp>
      <p:sp>
        <p:nvSpPr>
          <p:cNvPr id="6" name="저장소에서 확인할 사실은 조사하게 하고, 사람이 정할 목표·제약·완료 기준은 요청에 담습니다.">
            <a:extLst xmlns:a="http://schemas.openxmlformats.org/drawingml/2006/main">
              <a:ext uri="{FF2B5EF4-FFF2-40B4-BE49-F238E27FC236}">
                <a16:creationId xmlns:a16="http://schemas.microsoft.com/office/drawing/2014/main" id="{78DDBD75-7320-4815-AF1C-786E934D02D2}"/>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저장소에서 확인할 사실은 조사하게 하고, 사람이 정할 목표·제약·완료 기준은 요청에 담습니다.</a:t>
            </a:r>
          </a:p>
        </p:txBody>
      </p:sp>
      <p:sp>
        <p:nvSpPr>
          <p:cNvPr id="7" name="앞의 질문을, 요청 문장의 다섯 항목으로 정리한다">
            <a:extLst xmlns:a="http://schemas.openxmlformats.org/drawingml/2006/main">
              <a:ext uri="{FF2B5EF4-FFF2-40B4-BE49-F238E27FC236}">
                <a16:creationId xmlns:a16="http://schemas.microsoft.com/office/drawing/2014/main" id="{BEA1E1F0-5223-4CE7-8B12-25E4B64BF954}"/>
              </a:ext>
            </a:extLst>
          </p:cNvPr>
          <p:cNvSpPr>
            <a:spLocks xmlns:a="http://schemas.openxmlformats.org/drawingml/2006/main" noGrp="1"/>
          </p:cNvSpPr>
          <p:nvPr/>
        </p:nvSpPr>
        <p:spPr>
          <a:xfrm xmlns:a="http://schemas.openxmlformats.org/drawingml/2006/main">
            <a:off x="609600" y="1562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앞의 질문을, 요청 문장의 다섯 항목으로 정리한다</a:t>
            </a:r>
          </a:p>
        </p:txBody>
      </p:sp>
      <p:sp>
        <p:nvSpPr>
          <p:cNvPr id="8" name="">
            <a:extLst xmlns:a="http://schemas.openxmlformats.org/drawingml/2006/main">
              <a:ext uri="{FF2B5EF4-FFF2-40B4-BE49-F238E27FC236}">
                <a16:creationId xmlns:a16="http://schemas.microsoft.com/office/drawing/2014/main" id="{3632911C-A7D0-4BC8-B76A-13D0C81FBF35}"/>
              </a:ext>
            </a:extLst>
          </p:cNvPr>
          <p:cNvSpPr>
            <a:spLocks xmlns:a="http://schemas.openxmlformats.org/drawingml/2006/main" noGrp="1"/>
          </p:cNvSpPr>
          <p:nvPr/>
        </p:nvSpPr>
        <p:spPr>
          <a:xfrm xmlns:a="http://schemas.openxmlformats.org/drawingml/2006/main">
            <a:off x="609600" y="1943100"/>
            <a:ext cx="109728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9" name="">
            <a:extLst xmlns:a="http://schemas.openxmlformats.org/drawingml/2006/main">
              <a:ext uri="{FF2B5EF4-FFF2-40B4-BE49-F238E27FC236}">
                <a16:creationId xmlns:a16="http://schemas.microsoft.com/office/drawing/2014/main" id="{BB1380AE-BDC8-429C-BA70-D2E0021526EA}"/>
              </a:ext>
            </a:extLst>
          </p:cNvPr>
          <p:cNvSpPr>
            <a:spLocks xmlns:a="http://schemas.openxmlformats.org/drawingml/2006/main" noGrp="1"/>
          </p:cNvSpPr>
          <p:nvPr/>
        </p:nvSpPr>
        <p:spPr>
          <a:xfrm xmlns:a="http://schemas.openxmlformats.org/drawingml/2006/main">
            <a:off x="609600" y="1943100"/>
            <a:ext cx="3067050" cy="36957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0" name="하나의&#10;Task&#10;Specification">
            <a:extLst xmlns:a="http://schemas.openxmlformats.org/drawingml/2006/main">
              <a:ext uri="{FF2B5EF4-FFF2-40B4-BE49-F238E27FC236}">
                <a16:creationId xmlns:a16="http://schemas.microsoft.com/office/drawing/2014/main" id="{92068652-4130-4DC4-835A-A03146A64F1B}"/>
              </a:ext>
            </a:extLst>
          </p:cNvPr>
          <p:cNvSpPr>
            <a:spLocks xmlns:a="http://schemas.openxmlformats.org/drawingml/2006/main" noGrp="1"/>
          </p:cNvSpPr>
          <p:nvPr/>
        </p:nvSpPr>
        <p:spPr>
          <a:xfrm xmlns:a="http://schemas.openxmlformats.org/drawingml/2006/main">
            <a:off x="838200" y="2552700"/>
            <a:ext cx="26098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0B6172"/>
                </a:solidFill>
                <a:latin typeface="Malgun Gothic"/>
                <a:ea typeface="Malgun Gothic"/>
                <a:cs typeface="Malgun Gothic"/>
              </a:defRPr>
            </a:defPPr>
            <a:lvl1pPr algn="l">
              <a:defRPr sz="2700" b="1">
                <a:solidFill>
                  <a:srgbClr val="0B6172"/>
                </a:solidFill>
                <a:latin typeface="Malgun Gothic"/>
                <a:ea typeface="Malgun Gothic"/>
                <a:cs typeface="Malgun Gothic"/>
              </a:defRPr>
            </a:lvl1pPr>
            <a:lvl2pPr algn="l">
              <a:defRPr sz="2700" b="1">
                <a:solidFill>
                  <a:srgbClr val="0B6172"/>
                </a:solidFill>
                <a:latin typeface="Malgun Gothic"/>
                <a:ea typeface="Malgun Gothic"/>
                <a:cs typeface="Malgun Gothic"/>
              </a:defRPr>
            </a:lvl2pPr>
            <a:lvl3pPr algn="l">
              <a:defRPr sz="2700" b="1">
                <a:solidFill>
                  <a:srgbClr val="0B6172"/>
                </a:solidFill>
                <a:latin typeface="Malgun Gothic"/>
                <a:ea typeface="Malgun Gothic"/>
                <a:cs typeface="Malgun Gothic"/>
              </a:defRPr>
            </a:lvl3pPr>
            <a:lvl4pPr algn="l">
              <a:defRPr sz="2700" b="1">
                <a:solidFill>
                  <a:srgbClr val="0B6172"/>
                </a:solidFill>
                <a:latin typeface="Malgun Gothic"/>
                <a:ea typeface="Malgun Gothic"/>
                <a:cs typeface="Malgun Gothic"/>
              </a:defRPr>
            </a:lvl4pPr>
            <a:lvl5pPr algn="l">
              <a:defRPr sz="2700" b="1">
                <a:solidFill>
                  <a:srgbClr val="0B6172"/>
                </a:solidFill>
                <a:latin typeface="Malgun Gothic"/>
                <a:ea typeface="Malgun Gothic"/>
                <a:cs typeface="Malgun Gothic"/>
              </a:defRPr>
            </a:lvl5pPr>
            <a:lvl6pPr algn="l">
              <a:defRPr sz="2700" b="1">
                <a:solidFill>
                  <a:srgbClr val="0B6172"/>
                </a:solidFill>
                <a:latin typeface="Malgun Gothic"/>
                <a:ea typeface="Malgun Gothic"/>
                <a:cs typeface="Malgun Gothic"/>
              </a:defRPr>
            </a:lvl6pPr>
            <a:lvl7pPr algn="l">
              <a:defRPr sz="2700" b="1">
                <a:solidFill>
                  <a:srgbClr val="0B6172"/>
                </a:solidFill>
                <a:latin typeface="Malgun Gothic"/>
                <a:ea typeface="Malgun Gothic"/>
                <a:cs typeface="Malgun Gothic"/>
              </a:defRPr>
            </a:lvl7pPr>
            <a:lvl8pPr algn="l">
              <a:defRPr sz="2700" b="1">
                <a:solidFill>
                  <a:srgbClr val="0B6172"/>
                </a:solidFill>
                <a:latin typeface="Malgun Gothic"/>
                <a:ea typeface="Malgun Gothic"/>
                <a:cs typeface="Malgun Gothic"/>
              </a:defRPr>
            </a:lvl8pPr>
            <a:lvl9pPr algn="l">
              <a:defRPr sz="2700" b="1">
                <a:solidFill>
                  <a:srgbClr val="0B6172"/>
                </a:solidFill>
                <a:latin typeface="Malgun Gothic"/>
                <a:ea typeface="Malgun Gothic"/>
                <a:cs typeface="Malgun Gothic"/>
              </a:defRPr>
            </a:lvl9pPr>
          </a:lstStyle>
          <a:p xmlns:a="http://schemas.openxmlformats.org/drawingml/2006/main">
            <a:pPr algn="l">
              <a:defRPr sz="2700" b="1">
                <a:solidFill>
                  <a:srgbClr val="0B6172"/>
                </a:solidFill>
                <a:latin typeface="Malgun Gothic"/>
                <a:ea typeface="Malgun Gothic"/>
                <a:cs typeface="Malgun Gothic"/>
              </a:defRPr>
            </a:pPr>
            <a:r>
              <a:rPr sz="2700" b="1">
                <a:solidFill>
                  <a:srgbClr val="0B6172"/>
                </a:solidFill>
                <a:latin typeface="Malgun Gothic"/>
                <a:ea typeface="Malgun Gothic"/>
                <a:cs typeface="Malgun Gothic"/>
              </a:rPr>
              <a:t>하나의</a:t>
            </a:r>
          </a:p>
          <a:p xmlns:a="http://schemas.openxmlformats.org/drawingml/2006/main">
            <a:pPr algn="l">
              <a:defRPr sz="2700" b="1">
                <a:solidFill>
                  <a:srgbClr val="0B6172"/>
                </a:solidFill>
                <a:latin typeface="Malgun Gothic"/>
                <a:ea typeface="Malgun Gothic"/>
                <a:cs typeface="Malgun Gothic"/>
              </a:defRPr>
            </a:pPr>
            <a:r>
              <a:rPr sz="2700" b="1">
                <a:solidFill>
                  <a:srgbClr val="0B6172"/>
                </a:solidFill>
                <a:latin typeface="Malgun Gothic"/>
                <a:ea typeface="Malgun Gothic"/>
                <a:cs typeface="Malgun Gothic"/>
              </a:rPr>
              <a:t>Task</a:t>
            </a:r>
          </a:p>
          <a:p xmlns:a="http://schemas.openxmlformats.org/drawingml/2006/main">
            <a:pPr algn="l">
              <a:defRPr sz="2700" b="1">
                <a:solidFill>
                  <a:srgbClr val="0B6172"/>
                </a:solidFill>
                <a:latin typeface="Malgun Gothic"/>
                <a:ea typeface="Malgun Gothic"/>
                <a:cs typeface="Malgun Gothic"/>
              </a:defRPr>
            </a:pPr>
            <a:r>
              <a:rPr sz="2700" b="1">
                <a:solidFill>
                  <a:srgbClr val="0B6172"/>
                </a:solidFill>
                <a:latin typeface="Malgun Gothic"/>
                <a:ea typeface="Malgun Gothic"/>
                <a:cs typeface="Malgun Gothic"/>
              </a:rPr>
              <a:t>Specification</a:t>
            </a:r>
          </a:p>
        </p:txBody>
      </p:sp>
      <p:sp>
        <p:nvSpPr>
          <p:cNvPr id="11" name="목표 · Goal">
            <a:extLst xmlns:a="http://schemas.openxmlformats.org/drawingml/2006/main">
              <a:ext uri="{FF2B5EF4-FFF2-40B4-BE49-F238E27FC236}">
                <a16:creationId xmlns:a16="http://schemas.microsoft.com/office/drawing/2014/main" id="{E97A21D7-53F0-4491-81F8-A0D755A6B064}"/>
              </a:ext>
            </a:extLst>
          </p:cNvPr>
          <p:cNvSpPr>
            <a:spLocks xmlns:a="http://schemas.openxmlformats.org/drawingml/2006/main" noGrp="1"/>
          </p:cNvSpPr>
          <p:nvPr/>
        </p:nvSpPr>
        <p:spPr>
          <a:xfrm xmlns:a="http://schemas.openxmlformats.org/drawingml/2006/main">
            <a:off x="3962400" y="2076450"/>
            <a:ext cx="2971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목표 · Goal</a:t>
            </a:r>
          </a:p>
        </p:txBody>
      </p:sp>
      <p:sp>
        <p:nvSpPr>
          <p:cNvPr id="12" name="원하는 결과·우선순위">
            <a:extLst xmlns:a="http://schemas.openxmlformats.org/drawingml/2006/main">
              <a:ext uri="{FF2B5EF4-FFF2-40B4-BE49-F238E27FC236}">
                <a16:creationId xmlns:a16="http://schemas.microsoft.com/office/drawing/2014/main" id="{66E658C5-D5AD-4DCD-A459-2F1DC05C2523}"/>
              </a:ext>
            </a:extLst>
          </p:cNvPr>
          <p:cNvSpPr>
            <a:spLocks xmlns:a="http://schemas.openxmlformats.org/drawingml/2006/main" noGrp="1"/>
          </p:cNvSpPr>
          <p:nvPr/>
        </p:nvSpPr>
        <p:spPr>
          <a:xfrm xmlns:a="http://schemas.openxmlformats.org/drawingml/2006/main">
            <a:off x="7191375" y="2076450"/>
            <a:ext cx="4162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원하는 결과·우선순위</a:t>
            </a:r>
          </a:p>
        </p:txBody>
      </p:sp>
      <p:sp>
        <p:nvSpPr>
          <p:cNvPr id="13" name="">
            <a:extLst xmlns:a="http://schemas.openxmlformats.org/drawingml/2006/main">
              <a:ext uri="{FF2B5EF4-FFF2-40B4-BE49-F238E27FC236}">
                <a16:creationId xmlns:a16="http://schemas.microsoft.com/office/drawing/2014/main" id="{7569AB29-0DC0-4AFD-BE5F-8E28B9C129FC}"/>
              </a:ext>
            </a:extLst>
          </p:cNvPr>
          <p:cNvSpPr>
            <a:spLocks xmlns:a="http://schemas.openxmlformats.org/drawingml/2006/main" noGrp="1"/>
          </p:cNvSpPr>
          <p:nvPr/>
        </p:nvSpPr>
        <p:spPr>
          <a:xfrm xmlns:a="http://schemas.openxmlformats.org/drawingml/2006/main">
            <a:off x="3962400" y="2619375"/>
            <a:ext cx="73914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4" name="맥락 · Context">
            <a:extLst xmlns:a="http://schemas.openxmlformats.org/drawingml/2006/main">
              <a:ext uri="{FF2B5EF4-FFF2-40B4-BE49-F238E27FC236}">
                <a16:creationId xmlns:a16="http://schemas.microsoft.com/office/drawing/2014/main" id="{B4462FF3-0DC2-49ED-9AE2-136316282BE5}"/>
              </a:ext>
            </a:extLst>
          </p:cNvPr>
          <p:cNvSpPr>
            <a:spLocks xmlns:a="http://schemas.openxmlformats.org/drawingml/2006/main" noGrp="1"/>
          </p:cNvSpPr>
          <p:nvPr/>
        </p:nvSpPr>
        <p:spPr>
          <a:xfrm xmlns:a="http://schemas.openxmlformats.org/drawingml/2006/main">
            <a:off x="3962400" y="2762250"/>
            <a:ext cx="2971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맥락 · Context</a:t>
            </a:r>
          </a:p>
        </p:txBody>
      </p:sp>
      <p:sp>
        <p:nvSpPr>
          <p:cNvPr id="15" name="저장소에서 조사할 사실">
            <a:extLst xmlns:a="http://schemas.openxmlformats.org/drawingml/2006/main">
              <a:ext uri="{FF2B5EF4-FFF2-40B4-BE49-F238E27FC236}">
                <a16:creationId xmlns:a16="http://schemas.microsoft.com/office/drawing/2014/main" id="{EAA6BE25-7654-4DA3-B299-7C8E556E7C8B}"/>
              </a:ext>
            </a:extLst>
          </p:cNvPr>
          <p:cNvSpPr>
            <a:spLocks xmlns:a="http://schemas.openxmlformats.org/drawingml/2006/main" noGrp="1"/>
          </p:cNvSpPr>
          <p:nvPr/>
        </p:nvSpPr>
        <p:spPr>
          <a:xfrm xmlns:a="http://schemas.openxmlformats.org/drawingml/2006/main">
            <a:off x="7191375" y="2762250"/>
            <a:ext cx="4162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저장소에서 조사할 사실</a:t>
            </a:r>
          </a:p>
        </p:txBody>
      </p:sp>
      <p:sp>
        <p:nvSpPr>
          <p:cNvPr id="16" name="">
            <a:extLst xmlns:a="http://schemas.openxmlformats.org/drawingml/2006/main">
              <a:ext uri="{FF2B5EF4-FFF2-40B4-BE49-F238E27FC236}">
                <a16:creationId xmlns:a16="http://schemas.microsoft.com/office/drawing/2014/main" id="{D95F275E-2452-4879-A540-EA431E7FA88E}"/>
              </a:ext>
            </a:extLst>
          </p:cNvPr>
          <p:cNvSpPr>
            <a:spLocks xmlns:a="http://schemas.openxmlformats.org/drawingml/2006/main" noGrp="1"/>
          </p:cNvSpPr>
          <p:nvPr/>
        </p:nvSpPr>
        <p:spPr>
          <a:xfrm xmlns:a="http://schemas.openxmlformats.org/drawingml/2006/main">
            <a:off x="3962400" y="3305175"/>
            <a:ext cx="73914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7" name="제약 · Constraints">
            <a:extLst xmlns:a="http://schemas.openxmlformats.org/drawingml/2006/main">
              <a:ext uri="{FF2B5EF4-FFF2-40B4-BE49-F238E27FC236}">
                <a16:creationId xmlns:a16="http://schemas.microsoft.com/office/drawing/2014/main" id="{ACB87E73-9BCD-4AF3-AFD0-1FA551540131}"/>
              </a:ext>
            </a:extLst>
          </p:cNvPr>
          <p:cNvSpPr>
            <a:spLocks xmlns:a="http://schemas.openxmlformats.org/drawingml/2006/main" noGrp="1"/>
          </p:cNvSpPr>
          <p:nvPr/>
        </p:nvSpPr>
        <p:spPr>
          <a:xfrm xmlns:a="http://schemas.openxmlformats.org/drawingml/2006/main">
            <a:off x="3962400" y="3448050"/>
            <a:ext cx="2971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제약 · Constraints</a:t>
            </a:r>
          </a:p>
        </p:txBody>
      </p:sp>
      <p:sp>
        <p:nvSpPr>
          <p:cNvPr id="18" name="지킬 동작·변경 범위">
            <a:extLst xmlns:a="http://schemas.openxmlformats.org/drawingml/2006/main">
              <a:ext uri="{FF2B5EF4-FFF2-40B4-BE49-F238E27FC236}">
                <a16:creationId xmlns:a16="http://schemas.microsoft.com/office/drawing/2014/main" id="{272D6B5C-180B-469C-93A0-A761FA354079}"/>
              </a:ext>
            </a:extLst>
          </p:cNvPr>
          <p:cNvSpPr>
            <a:spLocks xmlns:a="http://schemas.openxmlformats.org/drawingml/2006/main" noGrp="1"/>
          </p:cNvSpPr>
          <p:nvPr/>
        </p:nvSpPr>
        <p:spPr>
          <a:xfrm xmlns:a="http://schemas.openxmlformats.org/drawingml/2006/main">
            <a:off x="7191375" y="3448050"/>
            <a:ext cx="4162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지킬 동작·변경 범위</a:t>
            </a:r>
          </a:p>
        </p:txBody>
      </p:sp>
      <p:sp>
        <p:nvSpPr>
          <p:cNvPr id="19" name="">
            <a:extLst xmlns:a="http://schemas.openxmlformats.org/drawingml/2006/main">
              <a:ext uri="{FF2B5EF4-FFF2-40B4-BE49-F238E27FC236}">
                <a16:creationId xmlns:a16="http://schemas.microsoft.com/office/drawing/2014/main" id="{EDEDD0F7-06D5-4B8A-A223-28FAD5D49269}"/>
              </a:ext>
            </a:extLst>
          </p:cNvPr>
          <p:cNvSpPr>
            <a:spLocks xmlns:a="http://schemas.openxmlformats.org/drawingml/2006/main" noGrp="1"/>
          </p:cNvSpPr>
          <p:nvPr/>
        </p:nvSpPr>
        <p:spPr>
          <a:xfrm xmlns:a="http://schemas.openxmlformats.org/drawingml/2006/main">
            <a:off x="3962400" y="3990975"/>
            <a:ext cx="73914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과정 · Process">
            <a:extLst xmlns:a="http://schemas.openxmlformats.org/drawingml/2006/main">
              <a:ext uri="{FF2B5EF4-FFF2-40B4-BE49-F238E27FC236}">
                <a16:creationId xmlns:a16="http://schemas.microsoft.com/office/drawing/2014/main" id="{BF33DAAB-4B8E-4943-A115-2EE1CBCC56A1}"/>
              </a:ext>
            </a:extLst>
          </p:cNvPr>
          <p:cNvSpPr>
            <a:spLocks xmlns:a="http://schemas.openxmlformats.org/drawingml/2006/main" noGrp="1"/>
          </p:cNvSpPr>
          <p:nvPr/>
        </p:nvSpPr>
        <p:spPr>
          <a:xfrm xmlns:a="http://schemas.openxmlformats.org/drawingml/2006/main">
            <a:off x="3962400" y="4133850"/>
            <a:ext cx="2971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과정 · Process</a:t>
            </a:r>
          </a:p>
        </p:txBody>
      </p:sp>
      <p:sp>
        <p:nvSpPr>
          <p:cNvPr id="21" name="요청할 작업 순서·경계">
            <a:extLst xmlns:a="http://schemas.openxmlformats.org/drawingml/2006/main">
              <a:ext uri="{FF2B5EF4-FFF2-40B4-BE49-F238E27FC236}">
                <a16:creationId xmlns:a16="http://schemas.microsoft.com/office/drawing/2014/main" id="{E2B5404D-2833-4789-AE84-1BF431FE5DEC}"/>
              </a:ext>
            </a:extLst>
          </p:cNvPr>
          <p:cNvSpPr>
            <a:spLocks xmlns:a="http://schemas.openxmlformats.org/drawingml/2006/main" noGrp="1"/>
          </p:cNvSpPr>
          <p:nvPr/>
        </p:nvSpPr>
        <p:spPr>
          <a:xfrm xmlns:a="http://schemas.openxmlformats.org/drawingml/2006/main">
            <a:off x="7191375" y="4133850"/>
            <a:ext cx="4162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요청할 작업 순서·경계</a:t>
            </a:r>
          </a:p>
        </p:txBody>
      </p:sp>
      <p:sp>
        <p:nvSpPr>
          <p:cNvPr id="22" name="">
            <a:extLst xmlns:a="http://schemas.openxmlformats.org/drawingml/2006/main">
              <a:ext uri="{FF2B5EF4-FFF2-40B4-BE49-F238E27FC236}">
                <a16:creationId xmlns:a16="http://schemas.microsoft.com/office/drawing/2014/main" id="{7C0985EA-5CEA-48AD-BDDE-7D4E7F309C99}"/>
              </a:ext>
            </a:extLst>
          </p:cNvPr>
          <p:cNvSpPr>
            <a:spLocks xmlns:a="http://schemas.openxmlformats.org/drawingml/2006/main" noGrp="1"/>
          </p:cNvSpPr>
          <p:nvPr/>
        </p:nvSpPr>
        <p:spPr>
          <a:xfrm xmlns:a="http://schemas.openxmlformats.org/drawingml/2006/main">
            <a:off x="3962400" y="4676775"/>
            <a:ext cx="73914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3" name="검증 · Verification">
            <a:extLst xmlns:a="http://schemas.openxmlformats.org/drawingml/2006/main">
              <a:ext uri="{FF2B5EF4-FFF2-40B4-BE49-F238E27FC236}">
                <a16:creationId xmlns:a16="http://schemas.microsoft.com/office/drawing/2014/main" id="{1A480C7F-0322-40E8-8ADB-6DA178FC6F09}"/>
              </a:ext>
            </a:extLst>
          </p:cNvPr>
          <p:cNvSpPr>
            <a:spLocks xmlns:a="http://schemas.openxmlformats.org/drawingml/2006/main" noGrp="1"/>
          </p:cNvSpPr>
          <p:nvPr/>
        </p:nvSpPr>
        <p:spPr>
          <a:xfrm xmlns:a="http://schemas.openxmlformats.org/drawingml/2006/main">
            <a:off x="3962400" y="4819650"/>
            <a:ext cx="2971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검증 · Verification</a:t>
            </a:r>
          </a:p>
        </p:txBody>
      </p:sp>
      <p:sp>
        <p:nvSpPr>
          <p:cNvPr id="24" name="요청할 확인·보고 내용">
            <a:extLst xmlns:a="http://schemas.openxmlformats.org/drawingml/2006/main">
              <a:ext uri="{FF2B5EF4-FFF2-40B4-BE49-F238E27FC236}">
                <a16:creationId xmlns:a16="http://schemas.microsoft.com/office/drawing/2014/main" id="{88DD98E9-AD25-47FB-9067-08379CE6E65F}"/>
              </a:ext>
            </a:extLst>
          </p:cNvPr>
          <p:cNvSpPr>
            <a:spLocks xmlns:a="http://schemas.openxmlformats.org/drawingml/2006/main" noGrp="1"/>
          </p:cNvSpPr>
          <p:nvPr/>
        </p:nvSpPr>
        <p:spPr>
          <a:xfrm xmlns:a="http://schemas.openxmlformats.org/drawingml/2006/main">
            <a:off x="7191375" y="4819650"/>
            <a:ext cx="4162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요청할 확인·보고 내용</a:t>
            </a:r>
          </a:p>
        </p:txBody>
      </p:sp>
      <p:sp>
        <p:nvSpPr>
          <p:cNvPr id="25" name="Legacy module connection">
            <a:extLst xmlns:a="http://schemas.openxmlformats.org/drawingml/2006/main">
              <a:ext uri="{FF2B5EF4-FFF2-40B4-BE49-F238E27FC236}">
                <a16:creationId xmlns:a16="http://schemas.microsoft.com/office/drawing/2014/main" id="{A9700994-285D-45A5-8882-A7F0395004BE}"/>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706032596"/>
      </p:ext>
    </p:extLst>
  </p:cSld>
</p:sld>
</file>

<file path=ppt/slides/slide1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0" name="ACT 1 · 다섯 항목을 실제 요청 문장으로">
            <a:extLst xmlns:a="http://schemas.openxmlformats.org/drawingml/2006/main">
              <a:ext uri="{FF2B5EF4-FFF2-40B4-BE49-F238E27FC236}">
                <a16:creationId xmlns:a16="http://schemas.microsoft.com/office/drawing/2014/main" id="{BF818FA4-02CB-4FB1-9C1F-914F18BEEE95}"/>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다섯 항목을 실제 요청 문장으로</a:t>
            </a:r>
          </a:p>
        </p:txBody>
      </p:sp>
      <p:sp>
        <p:nvSpPr>
          <p:cNvPr id="2" name="S16">
            <a:extLst xmlns:a="http://schemas.openxmlformats.org/drawingml/2006/main">
              <a:ext uri="{FF2B5EF4-FFF2-40B4-BE49-F238E27FC236}">
                <a16:creationId xmlns:a16="http://schemas.microsoft.com/office/drawing/2014/main" id="{40DAC3DB-9E7E-4EF0-A414-AF30ECC2A992}"/>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S16</a:t>
            </a:r>
          </a:p>
        </p:txBody>
      </p:sp>
      <p:sp>
        <p:nvSpPr>
          <p:cNvPr id="3" name="더 긴 Prompt보다 분명한 경계">
            <a:extLst xmlns:a="http://schemas.openxmlformats.org/drawingml/2006/main">
              <a:ext uri="{FF2B5EF4-FFF2-40B4-BE49-F238E27FC236}">
                <a16:creationId xmlns:a16="http://schemas.microsoft.com/office/drawing/2014/main" id="{58D1A098-E992-4727-B48F-A2838A8E2D26}"/>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더 긴 Prompt보다 분명한 경계</a:t>
            </a:r>
          </a:p>
        </p:txBody>
      </p:sp>
      <p:sp>
        <p:nvSpPr>
          <p:cNvPr id="4" name="">
            <a:extLst xmlns:a="http://schemas.openxmlformats.org/drawingml/2006/main">
              <a:ext uri="{FF2B5EF4-FFF2-40B4-BE49-F238E27FC236}">
                <a16:creationId xmlns:a16="http://schemas.microsoft.com/office/drawing/2014/main" id="{9F59F0E0-2201-41EA-A962-C3DE072A4AC3}"/>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교육용 Before / After · 실제 Trial Prompt나 우월성 비교 실험이 아님">
            <a:extLst xmlns:a="http://schemas.openxmlformats.org/drawingml/2006/main">
              <a:ext uri="{FF2B5EF4-FFF2-40B4-BE49-F238E27FC236}">
                <a16:creationId xmlns:a16="http://schemas.microsoft.com/office/drawing/2014/main" id="{167F18E1-E3F2-43EA-810E-538F12FBEA40}"/>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교육용 Before / After · 실제 Trial Prompt나 우월성 비교 실험이 아님</a:t>
            </a:r>
          </a:p>
        </p:txBody>
      </p:sp>
      <p:sp>
        <p:nvSpPr>
          <p:cNvPr id="6" name="완료 조건과 C++ 적용은 교육용 예시입니다. 특정 Windows·빌드 환경을 검증한 것은 아닙니다.">
            <a:extLst xmlns:a="http://schemas.openxmlformats.org/drawingml/2006/main">
              <a:ext uri="{FF2B5EF4-FFF2-40B4-BE49-F238E27FC236}">
                <a16:creationId xmlns:a16="http://schemas.microsoft.com/office/drawing/2014/main" id="{1382D217-6D3F-482C-9EEF-EA6806D7E4E2}"/>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완료 조건과 C++ 적용은 교육용 예시입니다. 특정 Windows·빌드 환경을 검증한 것은 아닙니다.</a:t>
            </a:r>
          </a:p>
        </p:txBody>
      </p:sp>
      <p:sp>
        <p:nvSpPr>
          <p:cNvPr id="7" name="처음 요청">
            <a:extLst xmlns:a="http://schemas.openxmlformats.org/drawingml/2006/main">
              <a:ext uri="{FF2B5EF4-FFF2-40B4-BE49-F238E27FC236}">
                <a16:creationId xmlns:a16="http://schemas.microsoft.com/office/drawing/2014/main" id="{9996AFC1-7635-4F5C-A072-F02260FAF20A}"/>
              </a:ext>
            </a:extLst>
          </p:cNvPr>
          <p:cNvSpPr>
            <a:spLocks xmlns:a="http://schemas.openxmlformats.org/drawingml/2006/main" noGrp="1"/>
          </p:cNvSpPr>
          <p:nvPr/>
        </p:nvSpPr>
        <p:spPr>
          <a:xfrm xmlns:a="http://schemas.openxmlformats.org/drawingml/2006/main">
            <a:off x="609600" y="1990725"/>
            <a:ext cx="2819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4D5A68"/>
                </a:solidFill>
                <a:latin typeface="Malgun Gothic"/>
                <a:ea typeface="Malgun Gothic"/>
                <a:cs typeface="Malgun Gothic"/>
              </a:defRPr>
            </a:defPPr>
            <a:lvl1pPr algn="l">
              <a:defRPr sz="2025" b="1">
                <a:solidFill>
                  <a:srgbClr val="4D5A68"/>
                </a:solidFill>
                <a:latin typeface="Malgun Gothic"/>
                <a:ea typeface="Malgun Gothic"/>
                <a:cs typeface="Malgun Gothic"/>
              </a:defRPr>
            </a:lvl1pPr>
            <a:lvl2pPr algn="l">
              <a:defRPr sz="2025" b="1">
                <a:solidFill>
                  <a:srgbClr val="4D5A68"/>
                </a:solidFill>
                <a:latin typeface="Malgun Gothic"/>
                <a:ea typeface="Malgun Gothic"/>
                <a:cs typeface="Malgun Gothic"/>
              </a:defRPr>
            </a:lvl2pPr>
            <a:lvl3pPr algn="l">
              <a:defRPr sz="2025" b="1">
                <a:solidFill>
                  <a:srgbClr val="4D5A68"/>
                </a:solidFill>
                <a:latin typeface="Malgun Gothic"/>
                <a:ea typeface="Malgun Gothic"/>
                <a:cs typeface="Malgun Gothic"/>
              </a:defRPr>
            </a:lvl3pPr>
            <a:lvl4pPr algn="l">
              <a:defRPr sz="2025" b="1">
                <a:solidFill>
                  <a:srgbClr val="4D5A68"/>
                </a:solidFill>
                <a:latin typeface="Malgun Gothic"/>
                <a:ea typeface="Malgun Gothic"/>
                <a:cs typeface="Malgun Gothic"/>
              </a:defRPr>
            </a:lvl4pPr>
            <a:lvl5pPr algn="l">
              <a:defRPr sz="2025" b="1">
                <a:solidFill>
                  <a:srgbClr val="4D5A68"/>
                </a:solidFill>
                <a:latin typeface="Malgun Gothic"/>
                <a:ea typeface="Malgun Gothic"/>
                <a:cs typeface="Malgun Gothic"/>
              </a:defRPr>
            </a:lvl5pPr>
            <a:lvl6pPr algn="l">
              <a:defRPr sz="2025" b="1">
                <a:solidFill>
                  <a:srgbClr val="4D5A68"/>
                </a:solidFill>
                <a:latin typeface="Malgun Gothic"/>
                <a:ea typeface="Malgun Gothic"/>
                <a:cs typeface="Malgun Gothic"/>
              </a:defRPr>
            </a:lvl6pPr>
            <a:lvl7pPr algn="l">
              <a:defRPr sz="2025" b="1">
                <a:solidFill>
                  <a:srgbClr val="4D5A68"/>
                </a:solidFill>
                <a:latin typeface="Malgun Gothic"/>
                <a:ea typeface="Malgun Gothic"/>
                <a:cs typeface="Malgun Gothic"/>
              </a:defRPr>
            </a:lvl7pPr>
            <a:lvl8pPr algn="l">
              <a:defRPr sz="2025" b="1">
                <a:solidFill>
                  <a:srgbClr val="4D5A68"/>
                </a:solidFill>
                <a:latin typeface="Malgun Gothic"/>
                <a:ea typeface="Malgun Gothic"/>
                <a:cs typeface="Malgun Gothic"/>
              </a:defRPr>
            </a:lvl8pPr>
            <a:lvl9pPr algn="l">
              <a:defRPr sz="2025" b="1">
                <a:solidFill>
                  <a:srgbClr val="4D5A68"/>
                </a:solidFill>
                <a:latin typeface="Malgun Gothic"/>
                <a:ea typeface="Malgun Gothic"/>
                <a:cs typeface="Malgun Gothic"/>
              </a:defRPr>
            </a:lvl9pPr>
          </a:lstStyle>
          <a:p xmlns:a="http://schemas.openxmlformats.org/drawingml/2006/main">
            <a:pPr algn="l">
              <a:defRPr sz="2025" b="1">
                <a:solidFill>
                  <a:srgbClr val="4D5A68"/>
                </a:solidFill>
                <a:latin typeface="Malgun Gothic"/>
                <a:ea typeface="Malgun Gothic"/>
                <a:cs typeface="Malgun Gothic"/>
              </a:defRPr>
            </a:pPr>
            <a:r>
              <a:rPr sz="2025" b="1">
                <a:solidFill>
                  <a:srgbClr val="4D5A68"/>
                </a:solidFill>
                <a:latin typeface="Malgun Gothic"/>
                <a:ea typeface="Malgun Gothic"/>
                <a:cs typeface="Malgun Gothic"/>
              </a:rPr>
              <a:t>처음 요청</a:t>
            </a:r>
          </a:p>
        </p:txBody>
      </p:sp>
      <p:sp>
        <p:nvSpPr>
          <p:cNvPr id="8" name="“crop test&#10;고쳐줘.”">
            <a:extLst xmlns:a="http://schemas.openxmlformats.org/drawingml/2006/main">
              <a:ext uri="{FF2B5EF4-FFF2-40B4-BE49-F238E27FC236}">
                <a16:creationId xmlns:a16="http://schemas.microsoft.com/office/drawing/2014/main" id="{5FDFCE14-7418-4733-9419-D64A329FF71B}"/>
              </a:ext>
            </a:extLst>
          </p:cNvPr>
          <p:cNvSpPr>
            <a:spLocks xmlns:a="http://schemas.openxmlformats.org/drawingml/2006/main" noGrp="1"/>
          </p:cNvSpPr>
          <p:nvPr/>
        </p:nvSpPr>
        <p:spPr>
          <a:xfrm xmlns:a="http://schemas.openxmlformats.org/drawingml/2006/main">
            <a:off x="609600" y="2686050"/>
            <a:ext cx="27813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17212B"/>
                </a:solidFill>
                <a:latin typeface="Malgun Gothic"/>
                <a:ea typeface="Malgun Gothic"/>
                <a:cs typeface="Malgun Gothic"/>
              </a:defRPr>
            </a:defPPr>
            <a:lvl1pPr algn="l">
              <a:defRPr sz="3075" b="1">
                <a:solidFill>
                  <a:srgbClr val="17212B"/>
                </a:solidFill>
                <a:latin typeface="Malgun Gothic"/>
                <a:ea typeface="Malgun Gothic"/>
                <a:cs typeface="Malgun Gothic"/>
              </a:defRPr>
            </a:lvl1pPr>
            <a:lvl2pPr algn="l">
              <a:defRPr sz="3075" b="1">
                <a:solidFill>
                  <a:srgbClr val="17212B"/>
                </a:solidFill>
                <a:latin typeface="Malgun Gothic"/>
                <a:ea typeface="Malgun Gothic"/>
                <a:cs typeface="Malgun Gothic"/>
              </a:defRPr>
            </a:lvl2pPr>
            <a:lvl3pPr algn="l">
              <a:defRPr sz="3075" b="1">
                <a:solidFill>
                  <a:srgbClr val="17212B"/>
                </a:solidFill>
                <a:latin typeface="Malgun Gothic"/>
                <a:ea typeface="Malgun Gothic"/>
                <a:cs typeface="Malgun Gothic"/>
              </a:defRPr>
            </a:lvl3pPr>
            <a:lvl4pPr algn="l">
              <a:defRPr sz="3075" b="1">
                <a:solidFill>
                  <a:srgbClr val="17212B"/>
                </a:solidFill>
                <a:latin typeface="Malgun Gothic"/>
                <a:ea typeface="Malgun Gothic"/>
                <a:cs typeface="Malgun Gothic"/>
              </a:defRPr>
            </a:lvl4pPr>
            <a:lvl5pPr algn="l">
              <a:defRPr sz="3075" b="1">
                <a:solidFill>
                  <a:srgbClr val="17212B"/>
                </a:solidFill>
                <a:latin typeface="Malgun Gothic"/>
                <a:ea typeface="Malgun Gothic"/>
                <a:cs typeface="Malgun Gothic"/>
              </a:defRPr>
            </a:lvl5pPr>
            <a:lvl6pPr algn="l">
              <a:defRPr sz="3075" b="1">
                <a:solidFill>
                  <a:srgbClr val="17212B"/>
                </a:solidFill>
                <a:latin typeface="Malgun Gothic"/>
                <a:ea typeface="Malgun Gothic"/>
                <a:cs typeface="Malgun Gothic"/>
              </a:defRPr>
            </a:lvl6pPr>
            <a:lvl7pPr algn="l">
              <a:defRPr sz="3075" b="1">
                <a:solidFill>
                  <a:srgbClr val="17212B"/>
                </a:solidFill>
                <a:latin typeface="Malgun Gothic"/>
                <a:ea typeface="Malgun Gothic"/>
                <a:cs typeface="Malgun Gothic"/>
              </a:defRPr>
            </a:lvl7pPr>
            <a:lvl8pPr algn="l">
              <a:defRPr sz="3075" b="1">
                <a:solidFill>
                  <a:srgbClr val="17212B"/>
                </a:solidFill>
                <a:latin typeface="Malgun Gothic"/>
                <a:ea typeface="Malgun Gothic"/>
                <a:cs typeface="Malgun Gothic"/>
              </a:defRPr>
            </a:lvl8pPr>
            <a:lvl9pPr algn="l">
              <a:defRPr sz="3075" b="1">
                <a:solidFill>
                  <a:srgbClr val="17212B"/>
                </a:solidFill>
                <a:latin typeface="Malgun Gothic"/>
                <a:ea typeface="Malgun Gothic"/>
                <a:cs typeface="Malgun Gothic"/>
              </a:defRPr>
            </a:lvl9pPr>
          </a:lstStyle>
          <a:p xmlns:a="http://schemas.openxmlformats.org/drawingml/2006/main">
            <a:pPr algn="l">
              <a:defRPr sz="3075" b="1">
                <a:solidFill>
                  <a:srgbClr val="17212B"/>
                </a:solidFill>
                <a:latin typeface="Malgun Gothic"/>
                <a:ea typeface="Malgun Gothic"/>
                <a:cs typeface="Malgun Gothic"/>
              </a:defRPr>
            </a:pPr>
            <a:r>
              <a:rPr sz="3075" b="1">
                <a:solidFill>
                  <a:srgbClr val="17212B"/>
                </a:solidFill>
                <a:latin typeface="Malgun Gothic"/>
                <a:ea typeface="Malgun Gothic"/>
                <a:cs typeface="Malgun Gothic"/>
              </a:rPr>
              <a:t>“crop test</a:t>
            </a:r>
          </a:p>
          <a:p xmlns:a="http://schemas.openxmlformats.org/drawingml/2006/main">
            <a:pPr algn="l">
              <a:defRPr sz="3075" b="1">
                <a:solidFill>
                  <a:srgbClr val="17212B"/>
                </a:solidFill>
                <a:latin typeface="Malgun Gothic"/>
                <a:ea typeface="Malgun Gothic"/>
                <a:cs typeface="Malgun Gothic"/>
              </a:defRPr>
            </a:pPr>
            <a:r>
              <a:rPr sz="3075" b="1">
                <a:solidFill>
                  <a:srgbClr val="17212B"/>
                </a:solidFill>
                <a:latin typeface="Malgun Gothic"/>
                <a:ea typeface="Malgun Gothic"/>
                <a:cs typeface="Malgun Gothic"/>
              </a:rPr>
              <a:t>고쳐줘.”</a:t>
            </a:r>
          </a:p>
        </p:txBody>
      </p:sp>
      <p:sp>
        <p:nvSpPr>
          <p:cNvPr id="9" name="">
            <a:extLst xmlns:a="http://schemas.openxmlformats.org/drawingml/2006/main">
              <a:ext uri="{FF2B5EF4-FFF2-40B4-BE49-F238E27FC236}">
                <a16:creationId xmlns:a16="http://schemas.microsoft.com/office/drawing/2014/main" id="{4E666361-DB2A-4FBA-B705-5E5299DA5553}"/>
              </a:ext>
            </a:extLst>
          </p:cNvPr>
          <p:cNvSpPr>
            <a:spLocks xmlns:a="http://schemas.openxmlformats.org/drawingml/2006/main" noGrp="1"/>
          </p:cNvSpPr>
          <p:nvPr/>
        </p:nvSpPr>
        <p:spPr>
          <a:xfrm xmlns:a="http://schemas.openxmlformats.org/drawingml/2006/main">
            <a:off x="3609975" y="3295650"/>
            <a:ext cx="438150" cy="2571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0" name="요청에 담은 문장">
            <a:extLst xmlns:a="http://schemas.openxmlformats.org/drawingml/2006/main">
              <a:ext uri="{FF2B5EF4-FFF2-40B4-BE49-F238E27FC236}">
                <a16:creationId xmlns:a16="http://schemas.microsoft.com/office/drawing/2014/main" id="{26FD96BB-E62E-4CB7-83CF-A5E73935F944}"/>
              </a:ext>
            </a:extLst>
          </p:cNvPr>
          <p:cNvSpPr>
            <a:spLocks xmlns:a="http://schemas.openxmlformats.org/drawingml/2006/main" noGrp="1"/>
          </p:cNvSpPr>
          <p:nvPr/>
        </p:nvSpPr>
        <p:spPr>
          <a:xfrm xmlns:a="http://schemas.openxmlformats.org/drawingml/2006/main">
            <a:off x="4438650" y="1990725"/>
            <a:ext cx="714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요청에 담은 문장</a:t>
            </a:r>
          </a:p>
        </p:txBody>
      </p:sp>
      <p:sp>
        <p:nvSpPr>
          <p:cNvPr id="11" name="">
            <a:extLst xmlns:a="http://schemas.openxmlformats.org/drawingml/2006/main">
              <a:ext uri="{FF2B5EF4-FFF2-40B4-BE49-F238E27FC236}">
                <a16:creationId xmlns:a16="http://schemas.microsoft.com/office/drawing/2014/main" id="{5CDFBB6A-1FAD-4B2B-8BD5-4C8501573288}"/>
              </a:ext>
            </a:extLst>
          </p:cNvPr>
          <p:cNvSpPr>
            <a:spLocks xmlns:a="http://schemas.openxmlformats.org/drawingml/2006/main" noGrp="1"/>
          </p:cNvSpPr>
          <p:nvPr/>
        </p:nvSpPr>
        <p:spPr>
          <a:xfrm xmlns:a="http://schemas.openxmlformats.org/drawingml/2006/main">
            <a:off x="4438650" y="2371725"/>
            <a:ext cx="71437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2" name="목표">
            <a:extLst xmlns:a="http://schemas.openxmlformats.org/drawingml/2006/main">
              <a:ext uri="{FF2B5EF4-FFF2-40B4-BE49-F238E27FC236}">
                <a16:creationId xmlns:a16="http://schemas.microsoft.com/office/drawing/2014/main" id="{1848A4E9-30A8-4DD0-8D97-D9466EE1CAE9}"/>
              </a:ext>
            </a:extLst>
          </p:cNvPr>
          <p:cNvSpPr>
            <a:spLocks xmlns:a="http://schemas.openxmlformats.org/drawingml/2006/main" noGrp="1"/>
          </p:cNvSpPr>
          <p:nvPr/>
        </p:nvSpPr>
        <p:spPr>
          <a:xfrm xmlns:a="http://schemas.openxmlformats.org/drawingml/2006/main">
            <a:off x="4438650" y="2419350"/>
            <a:ext cx="1390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목표</a:t>
            </a:r>
          </a:p>
        </p:txBody>
      </p:sp>
      <p:sp>
        <p:nvSpPr>
          <p:cNvPr id="13" name="crop 경계 실패를 조사하고 고쳐줘.">
            <a:extLst xmlns:a="http://schemas.openxmlformats.org/drawingml/2006/main">
              <a:ext uri="{FF2B5EF4-FFF2-40B4-BE49-F238E27FC236}">
                <a16:creationId xmlns:a16="http://schemas.microsoft.com/office/drawing/2014/main" id="{04D3879B-BE92-4AB8-95C9-B3FD694C066E}"/>
              </a:ext>
            </a:extLst>
          </p:cNvPr>
          <p:cNvSpPr>
            <a:spLocks xmlns:a="http://schemas.openxmlformats.org/drawingml/2006/main" noGrp="1"/>
          </p:cNvSpPr>
          <p:nvPr/>
        </p:nvSpPr>
        <p:spPr>
          <a:xfrm xmlns:a="http://schemas.openxmlformats.org/drawingml/2006/main">
            <a:off x="5962650" y="2419350"/>
            <a:ext cx="5619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crop 경계 실패를 조사하고 고쳐줘.</a:t>
            </a:r>
          </a:p>
        </p:txBody>
      </p:sp>
      <p:sp>
        <p:nvSpPr>
          <p:cNvPr id="14" name="">
            <a:extLst xmlns:a="http://schemas.openxmlformats.org/drawingml/2006/main">
              <a:ext uri="{FF2B5EF4-FFF2-40B4-BE49-F238E27FC236}">
                <a16:creationId xmlns:a16="http://schemas.microsoft.com/office/drawing/2014/main" id="{FA43F549-571E-4AEC-9819-993072813234}"/>
              </a:ext>
            </a:extLst>
          </p:cNvPr>
          <p:cNvSpPr>
            <a:spLocks xmlns:a="http://schemas.openxmlformats.org/drawingml/2006/main" noGrp="1"/>
          </p:cNvSpPr>
          <p:nvPr/>
        </p:nvSpPr>
        <p:spPr>
          <a:xfrm xmlns:a="http://schemas.openxmlformats.org/drawingml/2006/main">
            <a:off x="4438650" y="2800350"/>
            <a:ext cx="71437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5" name="맥락">
            <a:extLst xmlns:a="http://schemas.openxmlformats.org/drawingml/2006/main">
              <a:ext uri="{FF2B5EF4-FFF2-40B4-BE49-F238E27FC236}">
                <a16:creationId xmlns:a16="http://schemas.microsoft.com/office/drawing/2014/main" id="{326675E8-E71B-4329-8CA7-3C1798C859EF}"/>
              </a:ext>
            </a:extLst>
          </p:cNvPr>
          <p:cNvSpPr>
            <a:spLocks xmlns:a="http://schemas.openxmlformats.org/drawingml/2006/main" noGrp="1"/>
          </p:cNvSpPr>
          <p:nvPr/>
        </p:nvSpPr>
        <p:spPr>
          <a:xfrm xmlns:a="http://schemas.openxmlformats.org/drawingml/2006/main">
            <a:off x="4438650" y="2847975"/>
            <a:ext cx="1390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맥락</a:t>
            </a:r>
          </a:p>
        </p:txBody>
      </p:sp>
      <p:sp>
        <p:nvSpPr>
          <p:cNvPr id="16" name="실패 테스트·관련 코드는 저장소에서 찾아줘.">
            <a:extLst xmlns:a="http://schemas.openxmlformats.org/drawingml/2006/main">
              <a:ext uri="{FF2B5EF4-FFF2-40B4-BE49-F238E27FC236}">
                <a16:creationId xmlns:a16="http://schemas.microsoft.com/office/drawing/2014/main" id="{94B94D7A-0D41-4D43-8739-1A9CA5FC99D3}"/>
              </a:ext>
            </a:extLst>
          </p:cNvPr>
          <p:cNvSpPr>
            <a:spLocks xmlns:a="http://schemas.openxmlformats.org/drawingml/2006/main" noGrp="1"/>
          </p:cNvSpPr>
          <p:nvPr/>
        </p:nvSpPr>
        <p:spPr>
          <a:xfrm xmlns:a="http://schemas.openxmlformats.org/drawingml/2006/main">
            <a:off x="5962650" y="2847975"/>
            <a:ext cx="5619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실패 테스트·관련 코드는 저장소에서 찾아줘.</a:t>
            </a:r>
          </a:p>
        </p:txBody>
      </p:sp>
      <p:sp>
        <p:nvSpPr>
          <p:cNvPr id="17" name="">
            <a:extLst xmlns:a="http://schemas.openxmlformats.org/drawingml/2006/main">
              <a:ext uri="{FF2B5EF4-FFF2-40B4-BE49-F238E27FC236}">
                <a16:creationId xmlns:a16="http://schemas.microsoft.com/office/drawing/2014/main" id="{34AF3515-9474-4005-A46E-FED3C4CC60DB}"/>
              </a:ext>
            </a:extLst>
          </p:cNvPr>
          <p:cNvSpPr>
            <a:spLocks xmlns:a="http://schemas.openxmlformats.org/drawingml/2006/main" noGrp="1"/>
          </p:cNvSpPr>
          <p:nvPr/>
        </p:nvSpPr>
        <p:spPr>
          <a:xfrm xmlns:a="http://schemas.openxmlformats.org/drawingml/2006/main">
            <a:off x="4438650" y="3228975"/>
            <a:ext cx="71437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8" name="제약">
            <a:extLst xmlns:a="http://schemas.openxmlformats.org/drawingml/2006/main">
              <a:ext uri="{FF2B5EF4-FFF2-40B4-BE49-F238E27FC236}">
                <a16:creationId xmlns:a16="http://schemas.microsoft.com/office/drawing/2014/main" id="{FE7E046A-589B-4AFD-B850-D279034A4844}"/>
              </a:ext>
            </a:extLst>
          </p:cNvPr>
          <p:cNvSpPr>
            <a:spLocks xmlns:a="http://schemas.openxmlformats.org/drawingml/2006/main" noGrp="1"/>
          </p:cNvSpPr>
          <p:nvPr/>
        </p:nvSpPr>
        <p:spPr>
          <a:xfrm xmlns:a="http://schemas.openxmlformats.org/drawingml/2006/main">
            <a:off x="4438650" y="3276600"/>
            <a:ext cx="1390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제약</a:t>
            </a:r>
          </a:p>
        </p:txBody>
      </p:sp>
      <p:sp>
        <p:nvSpPr>
          <p:cNvPr id="19" name="끝 좌표 제외 명세·기존 API·의존성을 지켜줘.">
            <a:extLst xmlns:a="http://schemas.openxmlformats.org/drawingml/2006/main">
              <a:ext uri="{FF2B5EF4-FFF2-40B4-BE49-F238E27FC236}">
                <a16:creationId xmlns:a16="http://schemas.microsoft.com/office/drawing/2014/main" id="{529BD472-1277-4CE4-A9F7-D4B2D4671D11}"/>
              </a:ext>
            </a:extLst>
          </p:cNvPr>
          <p:cNvSpPr>
            <a:spLocks xmlns:a="http://schemas.openxmlformats.org/drawingml/2006/main" noGrp="1"/>
          </p:cNvSpPr>
          <p:nvPr/>
        </p:nvSpPr>
        <p:spPr>
          <a:xfrm xmlns:a="http://schemas.openxmlformats.org/drawingml/2006/main">
            <a:off x="5962650" y="3276600"/>
            <a:ext cx="5619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끝 좌표 제외 명세·기존 API·의존성을 지켜줘.</a:t>
            </a:r>
          </a:p>
        </p:txBody>
      </p:sp>
      <p:sp>
        <p:nvSpPr>
          <p:cNvPr id="20" name="">
            <a:extLst xmlns:a="http://schemas.openxmlformats.org/drawingml/2006/main">
              <a:ext uri="{FF2B5EF4-FFF2-40B4-BE49-F238E27FC236}">
                <a16:creationId xmlns:a16="http://schemas.microsoft.com/office/drawing/2014/main" id="{D6A17CB9-8972-4175-B775-13DA968A148C}"/>
              </a:ext>
            </a:extLst>
          </p:cNvPr>
          <p:cNvSpPr>
            <a:spLocks xmlns:a="http://schemas.openxmlformats.org/drawingml/2006/main" noGrp="1"/>
          </p:cNvSpPr>
          <p:nvPr/>
        </p:nvSpPr>
        <p:spPr>
          <a:xfrm xmlns:a="http://schemas.openxmlformats.org/drawingml/2006/main">
            <a:off x="4438650" y="3657600"/>
            <a:ext cx="71437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1" name="과정">
            <a:extLst xmlns:a="http://schemas.openxmlformats.org/drawingml/2006/main">
              <a:ext uri="{FF2B5EF4-FFF2-40B4-BE49-F238E27FC236}">
                <a16:creationId xmlns:a16="http://schemas.microsoft.com/office/drawing/2014/main" id="{7AC22112-6C10-432A-A4CA-9FB146BC8E0A}"/>
              </a:ext>
            </a:extLst>
          </p:cNvPr>
          <p:cNvSpPr>
            <a:spLocks xmlns:a="http://schemas.openxmlformats.org/drawingml/2006/main" noGrp="1"/>
          </p:cNvSpPr>
          <p:nvPr/>
        </p:nvSpPr>
        <p:spPr>
          <a:xfrm xmlns:a="http://schemas.openxmlformats.org/drawingml/2006/main">
            <a:off x="4438650" y="3705225"/>
            <a:ext cx="1390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과정</a:t>
            </a:r>
          </a:p>
        </p:txBody>
      </p:sp>
      <p:sp>
        <p:nvSpPr>
          <p:cNvPr id="22" name="재현·조사 뒤 계획을 알리고 최소 수정해줘.">
            <a:extLst xmlns:a="http://schemas.openxmlformats.org/drawingml/2006/main">
              <a:ext uri="{FF2B5EF4-FFF2-40B4-BE49-F238E27FC236}">
                <a16:creationId xmlns:a16="http://schemas.microsoft.com/office/drawing/2014/main" id="{FDA694D7-A6D3-42B9-923D-9386835C5E89}"/>
              </a:ext>
            </a:extLst>
          </p:cNvPr>
          <p:cNvSpPr>
            <a:spLocks xmlns:a="http://schemas.openxmlformats.org/drawingml/2006/main" noGrp="1"/>
          </p:cNvSpPr>
          <p:nvPr/>
        </p:nvSpPr>
        <p:spPr>
          <a:xfrm xmlns:a="http://schemas.openxmlformats.org/drawingml/2006/main">
            <a:off x="5962650" y="3705225"/>
            <a:ext cx="5619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재현·조사 뒤 계획을 알리고 최소 수정해줘.</a:t>
            </a:r>
          </a:p>
        </p:txBody>
      </p:sp>
      <p:sp>
        <p:nvSpPr>
          <p:cNvPr id="23" name="">
            <a:extLst xmlns:a="http://schemas.openxmlformats.org/drawingml/2006/main">
              <a:ext uri="{FF2B5EF4-FFF2-40B4-BE49-F238E27FC236}">
                <a16:creationId xmlns:a16="http://schemas.microsoft.com/office/drawing/2014/main" id="{80E8FD01-FE9B-47E5-B5B3-19B71EA433B0}"/>
              </a:ext>
            </a:extLst>
          </p:cNvPr>
          <p:cNvSpPr>
            <a:spLocks xmlns:a="http://schemas.openxmlformats.org/drawingml/2006/main" noGrp="1"/>
          </p:cNvSpPr>
          <p:nvPr/>
        </p:nvSpPr>
        <p:spPr>
          <a:xfrm xmlns:a="http://schemas.openxmlformats.org/drawingml/2006/main">
            <a:off x="4438650" y="4086225"/>
            <a:ext cx="71437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4" name="검증">
            <a:extLst xmlns:a="http://schemas.openxmlformats.org/drawingml/2006/main">
              <a:ext uri="{FF2B5EF4-FFF2-40B4-BE49-F238E27FC236}">
                <a16:creationId xmlns:a16="http://schemas.microsoft.com/office/drawing/2014/main" id="{2535A8F2-4F09-48D8-ADF9-AF4E2A74F8DF}"/>
              </a:ext>
            </a:extLst>
          </p:cNvPr>
          <p:cNvSpPr>
            <a:spLocks xmlns:a="http://schemas.openxmlformats.org/drawingml/2006/main" noGrp="1"/>
          </p:cNvSpPr>
          <p:nvPr/>
        </p:nvSpPr>
        <p:spPr>
          <a:xfrm xmlns:a="http://schemas.openxmlformats.org/drawingml/2006/main">
            <a:off x="4438650" y="4133850"/>
            <a:ext cx="1390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검증</a:t>
            </a:r>
          </a:p>
        </p:txBody>
      </p:sp>
      <p:sp>
        <p:nvSpPr>
          <p:cNvPr id="25" name="crop 관련·전체 테스트를 실행해줘.&#10;CLI 샘플(가능하면)·변경 확인도 보고해줘.">
            <a:extLst xmlns:a="http://schemas.openxmlformats.org/drawingml/2006/main">
              <a:ext uri="{FF2B5EF4-FFF2-40B4-BE49-F238E27FC236}">
                <a16:creationId xmlns:a16="http://schemas.microsoft.com/office/drawing/2014/main" id="{8C1D60E5-6B88-4840-9B83-FF66C2E82798}"/>
              </a:ext>
            </a:extLst>
          </p:cNvPr>
          <p:cNvSpPr>
            <a:spLocks xmlns:a="http://schemas.openxmlformats.org/drawingml/2006/main" noGrp="1"/>
          </p:cNvSpPr>
          <p:nvPr/>
        </p:nvSpPr>
        <p:spPr>
          <a:xfrm xmlns:a="http://schemas.openxmlformats.org/drawingml/2006/main">
            <a:off x="5962650" y="4133850"/>
            <a:ext cx="561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crop 관련·전체 테스트를 실행해줘.</a:t>
            </a:r>
          </a:p>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CLI 샘플(가능하면)·변경 확인도 보고해줘.</a:t>
            </a:r>
          </a:p>
        </p:txBody>
      </p:sp>
      <p:sp>
        <p:nvSpPr>
          <p:cNvPr id="26" name="">
            <a:extLst xmlns:a="http://schemas.openxmlformats.org/drawingml/2006/main">
              <a:ext uri="{FF2B5EF4-FFF2-40B4-BE49-F238E27FC236}">
                <a16:creationId xmlns:a16="http://schemas.microsoft.com/office/drawing/2014/main" id="{400B8805-B2AE-4DAE-A7C3-B8DF66D1EE7A}"/>
              </a:ext>
            </a:extLst>
          </p:cNvPr>
          <p:cNvSpPr>
            <a:spLocks xmlns:a="http://schemas.openxmlformats.org/drawingml/2006/main" noGrp="1"/>
          </p:cNvSpPr>
          <p:nvPr/>
        </p:nvSpPr>
        <p:spPr>
          <a:xfrm xmlns:a="http://schemas.openxmlformats.org/drawingml/2006/main">
            <a:off x="609600" y="4857750"/>
            <a:ext cx="10972800" cy="4286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7" name="완료 조건 예 · 4열 입력의 crop 1 3 → 원본 열 1·2, 폭 2">
            <a:extLst xmlns:a="http://schemas.openxmlformats.org/drawingml/2006/main">
              <a:ext uri="{FF2B5EF4-FFF2-40B4-BE49-F238E27FC236}">
                <a16:creationId xmlns:a16="http://schemas.microsoft.com/office/drawing/2014/main" id="{FE2B334C-47E9-4602-ACC6-F9141353528D}"/>
              </a:ext>
            </a:extLst>
          </p:cNvPr>
          <p:cNvSpPr>
            <a:spLocks xmlns:a="http://schemas.openxmlformats.org/drawingml/2006/main" noGrp="1"/>
          </p:cNvSpPr>
          <p:nvPr/>
        </p:nvSpPr>
        <p:spPr>
          <a:xfrm xmlns:a="http://schemas.openxmlformats.org/drawingml/2006/main">
            <a:off x="762000" y="491490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완료 조건 예 · 4열 입력의 crop 1 3 → 원본 열 1·2, 폭 2</a:t>
            </a:r>
          </a:p>
        </p:txBody>
      </p:sp>
      <p:sp>
        <p:nvSpPr>
          <p:cNvPr id="28" name="C++에도: 출력·API/ABI 보존 범위와 Release 검증 조건을 먼저 정한다.">
            <a:extLst xmlns:a="http://schemas.openxmlformats.org/drawingml/2006/main">
              <a:ext uri="{FF2B5EF4-FFF2-40B4-BE49-F238E27FC236}">
                <a16:creationId xmlns:a16="http://schemas.microsoft.com/office/drawing/2014/main" id="{7DD5EF03-FB6C-43EE-852B-C640E017333C}"/>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4D5A68"/>
                </a:solidFill>
                <a:latin typeface="Malgun Gothic"/>
                <a:ea typeface="Malgun Gothic"/>
                <a:cs typeface="Malgun Gothic"/>
              </a:defRPr>
            </a:defPPr>
            <a:lvl1pPr algn="l">
              <a:defRPr sz="1875" b="0">
                <a:solidFill>
                  <a:srgbClr val="4D5A68"/>
                </a:solidFill>
                <a:latin typeface="Malgun Gothic"/>
                <a:ea typeface="Malgun Gothic"/>
                <a:cs typeface="Malgun Gothic"/>
              </a:defRPr>
            </a:lvl1pPr>
            <a:lvl2pPr algn="l">
              <a:defRPr sz="1875" b="0">
                <a:solidFill>
                  <a:srgbClr val="4D5A68"/>
                </a:solidFill>
                <a:latin typeface="Malgun Gothic"/>
                <a:ea typeface="Malgun Gothic"/>
                <a:cs typeface="Malgun Gothic"/>
              </a:defRPr>
            </a:lvl2pPr>
            <a:lvl3pPr algn="l">
              <a:defRPr sz="1875" b="0">
                <a:solidFill>
                  <a:srgbClr val="4D5A68"/>
                </a:solidFill>
                <a:latin typeface="Malgun Gothic"/>
                <a:ea typeface="Malgun Gothic"/>
                <a:cs typeface="Malgun Gothic"/>
              </a:defRPr>
            </a:lvl3pPr>
            <a:lvl4pPr algn="l">
              <a:defRPr sz="1875" b="0">
                <a:solidFill>
                  <a:srgbClr val="4D5A68"/>
                </a:solidFill>
                <a:latin typeface="Malgun Gothic"/>
                <a:ea typeface="Malgun Gothic"/>
                <a:cs typeface="Malgun Gothic"/>
              </a:defRPr>
            </a:lvl4pPr>
            <a:lvl5pPr algn="l">
              <a:defRPr sz="1875" b="0">
                <a:solidFill>
                  <a:srgbClr val="4D5A68"/>
                </a:solidFill>
                <a:latin typeface="Malgun Gothic"/>
                <a:ea typeface="Malgun Gothic"/>
                <a:cs typeface="Malgun Gothic"/>
              </a:defRPr>
            </a:lvl5pPr>
            <a:lvl6pPr algn="l">
              <a:defRPr sz="1875" b="0">
                <a:solidFill>
                  <a:srgbClr val="4D5A68"/>
                </a:solidFill>
                <a:latin typeface="Malgun Gothic"/>
                <a:ea typeface="Malgun Gothic"/>
                <a:cs typeface="Malgun Gothic"/>
              </a:defRPr>
            </a:lvl6pPr>
            <a:lvl7pPr algn="l">
              <a:defRPr sz="1875" b="0">
                <a:solidFill>
                  <a:srgbClr val="4D5A68"/>
                </a:solidFill>
                <a:latin typeface="Malgun Gothic"/>
                <a:ea typeface="Malgun Gothic"/>
                <a:cs typeface="Malgun Gothic"/>
              </a:defRPr>
            </a:lvl7pPr>
            <a:lvl8pPr algn="l">
              <a:defRPr sz="1875" b="0">
                <a:solidFill>
                  <a:srgbClr val="4D5A68"/>
                </a:solidFill>
                <a:latin typeface="Malgun Gothic"/>
                <a:ea typeface="Malgun Gothic"/>
                <a:cs typeface="Malgun Gothic"/>
              </a:defRPr>
            </a:lvl8pPr>
            <a:lvl9pPr algn="l">
              <a:defRPr sz="1875" b="0">
                <a:solidFill>
                  <a:srgbClr val="4D5A68"/>
                </a:solidFill>
                <a:latin typeface="Malgun Gothic"/>
                <a:ea typeface="Malgun Gothic"/>
                <a:cs typeface="Malgun Gothic"/>
              </a:defRPr>
            </a:lvl9pPr>
          </a:lstStyle>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C++에도: 출력·API/ABI 보존 범위와 Release 검증 조건을 먼저 정한다.</a:t>
            </a:r>
          </a:p>
        </p:txBody>
      </p:sp>
      <p:sp>
        <p:nvSpPr>
          <p:cNvPr id="29" name="Legacy module connection">
            <a:extLst xmlns:a="http://schemas.openxmlformats.org/drawingml/2006/main">
              <a:ext uri="{FF2B5EF4-FFF2-40B4-BE49-F238E27FC236}">
                <a16:creationId xmlns:a16="http://schemas.microsoft.com/office/drawing/2014/main" id="{3C20C511-F7B8-4EA3-B291-DD74550381C4}"/>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M4 · M6</a:t>
            </a:r>
          </a:p>
        </p:txBody>
      </p:sp>
    </p:spTree>
    <p:extLst>
      <p:ext uri="{BB962C8B-B14F-4D97-AF65-F5344CB8AC3E}">
        <p14:creationId xmlns:p14="http://schemas.microsoft.com/office/powerpoint/2010/main" val="301061594"/>
      </p:ext>
    </p:extLst>
  </p:cSld>
</p:sld>
</file>

<file path=ppt/slides/slide1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5" name="ACT 1 · 실제 요청과 관찰된 행동의 대응">
            <a:extLst xmlns:a="http://schemas.openxmlformats.org/drawingml/2006/main">
              <a:ext uri="{FF2B5EF4-FFF2-40B4-BE49-F238E27FC236}">
                <a16:creationId xmlns:a16="http://schemas.microsoft.com/office/drawing/2014/main" id="{E0E2D7C1-9FBA-419E-A335-FFA88EC53853}"/>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실제 요청과 관찰된 행동의 대응</a:t>
            </a:r>
          </a:p>
        </p:txBody>
      </p:sp>
      <p:sp>
        <p:nvSpPr>
          <p:cNvPr id="2" name="S17">
            <a:extLst xmlns:a="http://schemas.openxmlformats.org/drawingml/2006/main">
              <a:ext uri="{FF2B5EF4-FFF2-40B4-BE49-F238E27FC236}">
                <a16:creationId xmlns:a16="http://schemas.microsoft.com/office/drawing/2014/main" id="{96311282-3182-4B57-AC3B-DE6D4A6C9A4F}"/>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S17</a:t>
            </a:r>
          </a:p>
        </p:txBody>
      </p:sp>
      <p:sp>
        <p:nvSpPr>
          <p:cNvPr id="3" name="요청한 과정은 기록에도 남았을까?">
            <a:extLst xmlns:a="http://schemas.openxmlformats.org/drawingml/2006/main">
              <a:ext uri="{FF2B5EF4-FFF2-40B4-BE49-F238E27FC236}">
                <a16:creationId xmlns:a16="http://schemas.microsoft.com/office/drawing/2014/main" id="{56ED5ED8-1F18-4217-8A9B-74278F7F5BF7}"/>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요청한 과정은 기록에도 남았을까?</a:t>
            </a:r>
          </a:p>
        </p:txBody>
      </p:sp>
      <p:sp>
        <p:nvSpPr>
          <p:cNvPr id="4" name="">
            <a:extLst xmlns:a="http://schemas.openxmlformats.org/drawingml/2006/main">
              <a:ext uri="{FF2B5EF4-FFF2-40B4-BE49-F238E27FC236}">
                <a16:creationId xmlns:a16="http://schemas.microsoft.com/office/drawing/2014/main" id="{96F470E8-AF83-42A1-8D67-054DC9C4C4D8}"/>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2 · 요청 발췌·번역 / 관찰 기록 요약 · 2026-09-28 · Codex CLI 0.1">
            <a:extLst xmlns:a="http://schemas.openxmlformats.org/drawingml/2006/main">
              <a:ext uri="{FF2B5EF4-FFF2-40B4-BE49-F238E27FC236}">
                <a16:creationId xmlns:a16="http://schemas.microsoft.com/office/drawing/2014/main" id="{6F994530-048F-4B48-9A19-1A5B173D7D31}"/>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TRIAL-002 · 요청 발췌·번역 / 관찰 기록 요약 · 2026-09-28 · Codex CLI 0.154.0</a:t>
            </a:r>
          </a:p>
        </p:txBody>
      </p:sp>
      <p:sp>
        <p:nvSpPr>
          <p:cNvPr id="6" name="원문 로그 캡처 아님 · S16 예시의 실행 결과 아님 · 단일 CLI 관찰이며 Prompt 단독 효과는 미">
            <a:extLst xmlns:a="http://schemas.openxmlformats.org/drawingml/2006/main">
              <a:ext uri="{FF2B5EF4-FFF2-40B4-BE49-F238E27FC236}">
                <a16:creationId xmlns:a16="http://schemas.microsoft.com/office/drawing/2014/main" id="{D61D34F9-0833-455A-8140-76E80AA297BF}"/>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원문 로그 캡처 아님 · S16 예시의 실행 결과 아님 · 단일 CLI 관찰이며 Prompt 단독 효과는 미입증</a:t>
            </a:r>
          </a:p>
        </p:txBody>
      </p:sp>
      <p:sp>
        <p:nvSpPr>
          <p:cNvPr id="7" name="">
            <a:extLst xmlns:a="http://schemas.openxmlformats.org/drawingml/2006/main">
              <a:ext uri="{FF2B5EF4-FFF2-40B4-BE49-F238E27FC236}">
                <a16:creationId xmlns:a16="http://schemas.microsoft.com/office/drawing/2014/main" id="{A7AAC5D0-FC4A-475A-BAE5-E2E1C46514EC}"/>
              </a:ext>
            </a:extLst>
          </p:cNvPr>
          <p:cNvSpPr>
            <a:spLocks xmlns:a="http://schemas.openxmlformats.org/drawingml/2006/main" noGrp="1"/>
          </p:cNvSpPr>
          <p:nvPr/>
        </p:nvSpPr>
        <p:spPr>
          <a:xfrm xmlns:a="http://schemas.openxmlformats.org/drawingml/2006/main">
            <a:off x="609600" y="1657350"/>
            <a:ext cx="5200650" cy="3505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8" name="">
            <a:extLst xmlns:a="http://schemas.openxmlformats.org/drawingml/2006/main">
              <a:ext uri="{FF2B5EF4-FFF2-40B4-BE49-F238E27FC236}">
                <a16:creationId xmlns:a16="http://schemas.microsoft.com/office/drawing/2014/main" id="{E6076DBE-02D7-4458-A329-F88CF0F8C6FC}"/>
              </a:ext>
            </a:extLst>
          </p:cNvPr>
          <p:cNvSpPr>
            <a:spLocks xmlns:a="http://schemas.openxmlformats.org/drawingml/2006/main" noGrp="1"/>
          </p:cNvSpPr>
          <p:nvPr/>
        </p:nvSpPr>
        <p:spPr>
          <a:xfrm xmlns:a="http://schemas.openxmlformats.org/drawingml/2006/main">
            <a:off x="6153150" y="1657350"/>
            <a:ext cx="5429250" cy="350520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9" name="실제로 보낸 요청 · 발췌·번역">
            <a:extLst xmlns:a="http://schemas.openxmlformats.org/drawingml/2006/main">
              <a:ext uri="{FF2B5EF4-FFF2-40B4-BE49-F238E27FC236}">
                <a16:creationId xmlns:a16="http://schemas.microsoft.com/office/drawing/2014/main" id="{3D51BB49-C89C-44CE-BEFD-1E8BC7D9B349}"/>
              </a:ext>
            </a:extLst>
          </p:cNvPr>
          <p:cNvSpPr>
            <a:spLocks xmlns:a="http://schemas.openxmlformats.org/drawingml/2006/main" noGrp="1"/>
          </p:cNvSpPr>
          <p:nvPr/>
        </p:nvSpPr>
        <p:spPr>
          <a:xfrm xmlns:a="http://schemas.openxmlformats.org/drawingml/2006/main">
            <a:off x="800100" y="1752600"/>
            <a:ext cx="4819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실제로 보낸 요청 · 발췌·번역</a:t>
            </a:r>
          </a:p>
        </p:txBody>
      </p:sp>
      <p:sp>
        <p:nvSpPr>
          <p:cNvPr id="10" name="관찰된 행동 · 기록 요약">
            <a:extLst xmlns:a="http://schemas.openxmlformats.org/drawingml/2006/main">
              <a:ext uri="{FF2B5EF4-FFF2-40B4-BE49-F238E27FC236}">
                <a16:creationId xmlns:a16="http://schemas.microsoft.com/office/drawing/2014/main" id="{A98C0ED6-CA95-415F-ABF1-9290D5440BE0}"/>
              </a:ext>
            </a:extLst>
          </p:cNvPr>
          <p:cNvSpPr>
            <a:spLocks xmlns:a="http://schemas.openxmlformats.org/drawingml/2006/main" noGrp="1"/>
          </p:cNvSpPr>
          <p:nvPr/>
        </p:nvSpPr>
        <p:spPr>
          <a:xfrm xmlns:a="http://schemas.openxmlformats.org/drawingml/2006/main">
            <a:off x="6343650" y="1752600"/>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관찰된 행동 · 기록 요약</a:t>
            </a:r>
          </a:p>
        </p:txBody>
      </p:sp>
      <p:sp>
        <p:nvSpPr>
          <p:cNvPr id="11" name="과정에 관한 핵심 지시 세 가지">
            <a:extLst xmlns:a="http://schemas.openxmlformats.org/drawingml/2006/main">
              <a:ext uri="{FF2B5EF4-FFF2-40B4-BE49-F238E27FC236}">
                <a16:creationId xmlns:a16="http://schemas.microsoft.com/office/drawing/2014/main" id="{64E56CAE-A202-40A2-A0FF-412FFC7A8BEF}"/>
              </a:ext>
            </a:extLst>
          </p:cNvPr>
          <p:cNvSpPr>
            <a:spLocks xmlns:a="http://schemas.openxmlformats.org/drawingml/2006/main" noGrp="1"/>
          </p:cNvSpPr>
          <p:nvPr/>
        </p:nvSpPr>
        <p:spPr>
          <a:xfrm xmlns:a="http://schemas.openxmlformats.org/drawingml/2006/main">
            <a:off x="800100" y="2076450"/>
            <a:ext cx="4819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4D5A68"/>
                </a:solidFill>
                <a:latin typeface="Malgun Gothic"/>
                <a:ea typeface="Malgun Gothic"/>
                <a:cs typeface="Malgun Gothic"/>
              </a:defRPr>
            </a:defPPr>
            <a:lvl1pPr algn="l">
              <a:defRPr sz="1500" b="0">
                <a:solidFill>
                  <a:srgbClr val="4D5A68"/>
                </a:solidFill>
                <a:latin typeface="Malgun Gothic"/>
                <a:ea typeface="Malgun Gothic"/>
                <a:cs typeface="Malgun Gothic"/>
              </a:defRPr>
            </a:lvl1pPr>
            <a:lvl2pPr algn="l">
              <a:defRPr sz="1500" b="0">
                <a:solidFill>
                  <a:srgbClr val="4D5A68"/>
                </a:solidFill>
                <a:latin typeface="Malgun Gothic"/>
                <a:ea typeface="Malgun Gothic"/>
                <a:cs typeface="Malgun Gothic"/>
              </a:defRPr>
            </a:lvl2pPr>
            <a:lvl3pPr algn="l">
              <a:defRPr sz="1500" b="0">
                <a:solidFill>
                  <a:srgbClr val="4D5A68"/>
                </a:solidFill>
                <a:latin typeface="Malgun Gothic"/>
                <a:ea typeface="Malgun Gothic"/>
                <a:cs typeface="Malgun Gothic"/>
              </a:defRPr>
            </a:lvl3pPr>
            <a:lvl4pPr algn="l">
              <a:defRPr sz="1500" b="0">
                <a:solidFill>
                  <a:srgbClr val="4D5A68"/>
                </a:solidFill>
                <a:latin typeface="Malgun Gothic"/>
                <a:ea typeface="Malgun Gothic"/>
                <a:cs typeface="Malgun Gothic"/>
              </a:defRPr>
            </a:lvl4pPr>
            <a:lvl5pPr algn="l">
              <a:defRPr sz="1500" b="0">
                <a:solidFill>
                  <a:srgbClr val="4D5A68"/>
                </a:solidFill>
                <a:latin typeface="Malgun Gothic"/>
                <a:ea typeface="Malgun Gothic"/>
                <a:cs typeface="Malgun Gothic"/>
              </a:defRPr>
            </a:lvl5pPr>
            <a:lvl6pPr algn="l">
              <a:defRPr sz="1500" b="0">
                <a:solidFill>
                  <a:srgbClr val="4D5A68"/>
                </a:solidFill>
                <a:latin typeface="Malgun Gothic"/>
                <a:ea typeface="Malgun Gothic"/>
                <a:cs typeface="Malgun Gothic"/>
              </a:defRPr>
            </a:lvl6pPr>
            <a:lvl7pPr algn="l">
              <a:defRPr sz="1500" b="0">
                <a:solidFill>
                  <a:srgbClr val="4D5A68"/>
                </a:solidFill>
                <a:latin typeface="Malgun Gothic"/>
                <a:ea typeface="Malgun Gothic"/>
                <a:cs typeface="Malgun Gothic"/>
              </a:defRPr>
            </a:lvl7pPr>
            <a:lvl8pPr algn="l">
              <a:defRPr sz="1500" b="0">
                <a:solidFill>
                  <a:srgbClr val="4D5A68"/>
                </a:solidFill>
                <a:latin typeface="Malgun Gothic"/>
                <a:ea typeface="Malgun Gothic"/>
                <a:cs typeface="Malgun Gothic"/>
              </a:defRPr>
            </a:lvl8pPr>
            <a:lvl9pPr algn="l">
              <a:defRPr sz="1500" b="0">
                <a:solidFill>
                  <a:srgbClr val="4D5A68"/>
                </a:solidFill>
                <a:latin typeface="Malgun Gothic"/>
                <a:ea typeface="Malgun Gothic"/>
                <a:cs typeface="Malgun Gothic"/>
              </a:defRPr>
            </a:lvl9pPr>
          </a:lstStyle>
          <a:p xmlns:a="http://schemas.openxmlformats.org/drawingml/2006/main">
            <a:pPr algn="l">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과정에 관한 핵심 지시 세 가지</a:t>
            </a:r>
          </a:p>
        </p:txBody>
      </p:sp>
      <p:sp>
        <p:nvSpPr>
          <p:cNvPr id="12" name="기록 요약과 대상 코드의 식별자를 대조">
            <a:extLst xmlns:a="http://schemas.openxmlformats.org/drawingml/2006/main">
              <a:ext uri="{FF2B5EF4-FFF2-40B4-BE49-F238E27FC236}">
                <a16:creationId xmlns:a16="http://schemas.microsoft.com/office/drawing/2014/main" id="{4C80FD5D-D404-433C-AA6B-362BAFFCE020}"/>
              </a:ext>
            </a:extLst>
          </p:cNvPr>
          <p:cNvSpPr>
            <a:spLocks xmlns:a="http://schemas.openxmlformats.org/drawingml/2006/main" noGrp="1"/>
          </p:cNvSpPr>
          <p:nvPr/>
        </p:nvSpPr>
        <p:spPr>
          <a:xfrm xmlns:a="http://schemas.openxmlformats.org/drawingml/2006/main">
            <a:off x="6343650" y="2076450"/>
            <a:ext cx="504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4D5A68"/>
                </a:solidFill>
                <a:latin typeface="Malgun Gothic"/>
                <a:ea typeface="Malgun Gothic"/>
                <a:cs typeface="Malgun Gothic"/>
              </a:defRPr>
            </a:defPPr>
            <a:lvl1pPr algn="l">
              <a:defRPr sz="1500" b="0">
                <a:solidFill>
                  <a:srgbClr val="4D5A68"/>
                </a:solidFill>
                <a:latin typeface="Malgun Gothic"/>
                <a:ea typeface="Malgun Gothic"/>
                <a:cs typeface="Malgun Gothic"/>
              </a:defRPr>
            </a:lvl1pPr>
            <a:lvl2pPr algn="l">
              <a:defRPr sz="1500" b="0">
                <a:solidFill>
                  <a:srgbClr val="4D5A68"/>
                </a:solidFill>
                <a:latin typeface="Malgun Gothic"/>
                <a:ea typeface="Malgun Gothic"/>
                <a:cs typeface="Malgun Gothic"/>
              </a:defRPr>
            </a:lvl2pPr>
            <a:lvl3pPr algn="l">
              <a:defRPr sz="1500" b="0">
                <a:solidFill>
                  <a:srgbClr val="4D5A68"/>
                </a:solidFill>
                <a:latin typeface="Malgun Gothic"/>
                <a:ea typeface="Malgun Gothic"/>
                <a:cs typeface="Malgun Gothic"/>
              </a:defRPr>
            </a:lvl3pPr>
            <a:lvl4pPr algn="l">
              <a:defRPr sz="1500" b="0">
                <a:solidFill>
                  <a:srgbClr val="4D5A68"/>
                </a:solidFill>
                <a:latin typeface="Malgun Gothic"/>
                <a:ea typeface="Malgun Gothic"/>
                <a:cs typeface="Malgun Gothic"/>
              </a:defRPr>
            </a:lvl4pPr>
            <a:lvl5pPr algn="l">
              <a:defRPr sz="1500" b="0">
                <a:solidFill>
                  <a:srgbClr val="4D5A68"/>
                </a:solidFill>
                <a:latin typeface="Malgun Gothic"/>
                <a:ea typeface="Malgun Gothic"/>
                <a:cs typeface="Malgun Gothic"/>
              </a:defRPr>
            </a:lvl5pPr>
            <a:lvl6pPr algn="l">
              <a:defRPr sz="1500" b="0">
                <a:solidFill>
                  <a:srgbClr val="4D5A68"/>
                </a:solidFill>
                <a:latin typeface="Malgun Gothic"/>
                <a:ea typeface="Malgun Gothic"/>
                <a:cs typeface="Malgun Gothic"/>
              </a:defRPr>
            </a:lvl6pPr>
            <a:lvl7pPr algn="l">
              <a:defRPr sz="1500" b="0">
                <a:solidFill>
                  <a:srgbClr val="4D5A68"/>
                </a:solidFill>
                <a:latin typeface="Malgun Gothic"/>
                <a:ea typeface="Malgun Gothic"/>
                <a:cs typeface="Malgun Gothic"/>
              </a:defRPr>
            </a:lvl7pPr>
            <a:lvl8pPr algn="l">
              <a:defRPr sz="1500" b="0">
                <a:solidFill>
                  <a:srgbClr val="4D5A68"/>
                </a:solidFill>
                <a:latin typeface="Malgun Gothic"/>
                <a:ea typeface="Malgun Gothic"/>
                <a:cs typeface="Malgun Gothic"/>
              </a:defRPr>
            </a:lvl8pPr>
            <a:lvl9pPr algn="l">
              <a:defRPr sz="1500" b="0">
                <a:solidFill>
                  <a:srgbClr val="4D5A68"/>
                </a:solidFill>
                <a:latin typeface="Malgun Gothic"/>
                <a:ea typeface="Malgun Gothic"/>
                <a:cs typeface="Malgun Gothic"/>
              </a:defRPr>
            </a:lvl9pPr>
          </a:lstStyle>
          <a:p xmlns:a="http://schemas.openxmlformats.org/drawingml/2006/main">
            <a:pPr algn="l">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기록 요약과 대상 코드의 식별자를 대조</a:t>
            </a:r>
          </a:p>
        </p:txBody>
      </p:sp>
      <p:sp>
        <p:nvSpPr>
          <p:cNvPr id="13" name="01">
            <a:extLst xmlns:a="http://schemas.openxmlformats.org/drawingml/2006/main">
              <a:ext uri="{FF2B5EF4-FFF2-40B4-BE49-F238E27FC236}">
                <a16:creationId xmlns:a16="http://schemas.microsoft.com/office/drawing/2014/main" id="{28206E28-F86A-401B-AFCF-FFC71D0F2DEF}"/>
              </a:ext>
            </a:extLst>
          </p:cNvPr>
          <p:cNvSpPr>
            <a:spLocks xmlns:a="http://schemas.openxmlformats.org/drawingml/2006/main" noGrp="1"/>
          </p:cNvSpPr>
          <p:nvPr/>
        </p:nvSpPr>
        <p:spPr>
          <a:xfrm xmlns:a="http://schemas.openxmlformats.org/drawingml/2006/main">
            <a:off x="800100" y="2419350"/>
            <a:ext cx="342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01</a:t>
            </a:r>
          </a:p>
        </p:txBody>
      </p:sp>
      <p:sp>
        <p:nvSpPr>
          <p:cNvPr id="14" name="먼저 현재 실패를&#10;재현해줘.">
            <a:extLst xmlns:a="http://schemas.openxmlformats.org/drawingml/2006/main">
              <a:ext uri="{FF2B5EF4-FFF2-40B4-BE49-F238E27FC236}">
                <a16:creationId xmlns:a16="http://schemas.microsoft.com/office/drawing/2014/main" id="{A5A7654D-496C-40FA-8EF5-15AA39B751CB}"/>
              </a:ext>
            </a:extLst>
          </p:cNvPr>
          <p:cNvSpPr>
            <a:spLocks xmlns:a="http://schemas.openxmlformats.org/drawingml/2006/main" noGrp="1"/>
          </p:cNvSpPr>
          <p:nvPr/>
        </p:nvSpPr>
        <p:spPr>
          <a:xfrm xmlns:a="http://schemas.openxmlformats.org/drawingml/2006/main">
            <a:off x="1257300" y="2409825"/>
            <a:ext cx="4362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먼저 현재 실패를</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재현해줘.</a:t>
            </a:r>
          </a:p>
        </p:txBody>
      </p:sp>
      <p:sp>
        <p:nvSpPr>
          <p:cNvPr id="15" name="01">
            <a:extLst xmlns:a="http://schemas.openxmlformats.org/drawingml/2006/main">
              <a:ext uri="{FF2B5EF4-FFF2-40B4-BE49-F238E27FC236}">
                <a16:creationId xmlns:a16="http://schemas.microsoft.com/office/drawing/2014/main" id="{CD90F60D-8FD4-484B-BC54-AFFF6FDF8B41}"/>
              </a:ext>
            </a:extLst>
          </p:cNvPr>
          <p:cNvSpPr>
            <a:spLocks xmlns:a="http://schemas.openxmlformats.org/drawingml/2006/main" noGrp="1"/>
          </p:cNvSpPr>
          <p:nvPr/>
        </p:nvSpPr>
        <p:spPr>
          <a:xfrm xmlns:a="http://schemas.openxmlformats.org/drawingml/2006/main">
            <a:off x="6343650" y="2419350"/>
            <a:ext cx="295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01</a:t>
            </a:r>
          </a:p>
        </p:txBody>
      </p:sp>
      <p:sp>
        <p:nvSpPr>
          <p:cNvPr id="16" name="">
            <a:extLst xmlns:a="http://schemas.openxmlformats.org/drawingml/2006/main">
              <a:ext uri="{FF2B5EF4-FFF2-40B4-BE49-F238E27FC236}">
                <a16:creationId xmlns:a16="http://schemas.microsoft.com/office/drawing/2014/main" id="{E785DF38-222C-4F3F-BDC5-A314AEE51D3E}"/>
              </a:ext>
            </a:extLst>
          </p:cNvPr>
          <p:cNvSpPr>
            <a:spLocks xmlns:a="http://schemas.openxmlformats.org/drawingml/2006/main" noGrp="1"/>
          </p:cNvSpPr>
          <p:nvPr/>
        </p:nvSpPr>
        <p:spPr>
          <a:xfrm xmlns:a="http://schemas.openxmlformats.org/drawingml/2006/main">
            <a:off x="800100" y="3209925"/>
            <a:ext cx="48196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7" name="">
            <a:extLst xmlns:a="http://schemas.openxmlformats.org/drawingml/2006/main">
              <a:ext uri="{FF2B5EF4-FFF2-40B4-BE49-F238E27FC236}">
                <a16:creationId xmlns:a16="http://schemas.microsoft.com/office/drawing/2014/main" id="{FB752FF6-F6A6-417B-973C-0DFA6A8AF4E7}"/>
              </a:ext>
            </a:extLst>
          </p:cNvPr>
          <p:cNvSpPr>
            <a:spLocks xmlns:a="http://schemas.openxmlformats.org/drawingml/2006/main" noGrp="1"/>
          </p:cNvSpPr>
          <p:nvPr/>
        </p:nvSpPr>
        <p:spPr>
          <a:xfrm xmlns:a="http://schemas.openxmlformats.org/drawingml/2006/main">
            <a:off x="6343650" y="3209925"/>
            <a:ext cx="50482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8" name="02">
            <a:extLst xmlns:a="http://schemas.openxmlformats.org/drawingml/2006/main">
              <a:ext uri="{FF2B5EF4-FFF2-40B4-BE49-F238E27FC236}">
                <a16:creationId xmlns:a16="http://schemas.microsoft.com/office/drawing/2014/main" id="{52632EAC-0D93-468E-9BE3-8BACCF86F7EC}"/>
              </a:ext>
            </a:extLst>
          </p:cNvPr>
          <p:cNvSpPr>
            <a:spLocks xmlns:a="http://schemas.openxmlformats.org/drawingml/2006/main" noGrp="1"/>
          </p:cNvSpPr>
          <p:nvPr/>
        </p:nvSpPr>
        <p:spPr>
          <a:xfrm xmlns:a="http://schemas.openxmlformats.org/drawingml/2006/main">
            <a:off x="800100" y="3371850"/>
            <a:ext cx="342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02</a:t>
            </a:r>
          </a:p>
        </p:txBody>
      </p:sp>
      <p:sp>
        <p:nvSpPr>
          <p:cNvPr id="19" name="관련 구현과 호출 경로를&#10;조사해줘.">
            <a:extLst xmlns:a="http://schemas.openxmlformats.org/drawingml/2006/main">
              <a:ext uri="{FF2B5EF4-FFF2-40B4-BE49-F238E27FC236}">
                <a16:creationId xmlns:a16="http://schemas.microsoft.com/office/drawing/2014/main" id="{A050E276-F1C8-44E0-8BFF-64731FA24AF7}"/>
              </a:ext>
            </a:extLst>
          </p:cNvPr>
          <p:cNvSpPr>
            <a:spLocks xmlns:a="http://schemas.openxmlformats.org/drawingml/2006/main" noGrp="1"/>
          </p:cNvSpPr>
          <p:nvPr/>
        </p:nvSpPr>
        <p:spPr>
          <a:xfrm xmlns:a="http://schemas.openxmlformats.org/drawingml/2006/main">
            <a:off x="1257300" y="3362325"/>
            <a:ext cx="4362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관련 구현과 호출 경로를</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조사해줘.</a:t>
            </a:r>
          </a:p>
        </p:txBody>
      </p:sp>
      <p:sp>
        <p:nvSpPr>
          <p:cNvPr id="20" name="02">
            <a:extLst xmlns:a="http://schemas.openxmlformats.org/drawingml/2006/main">
              <a:ext uri="{FF2B5EF4-FFF2-40B4-BE49-F238E27FC236}">
                <a16:creationId xmlns:a16="http://schemas.microsoft.com/office/drawing/2014/main" id="{6B2E15C1-C365-4AC7-A4C5-6A3652A16A4E}"/>
              </a:ext>
            </a:extLst>
          </p:cNvPr>
          <p:cNvSpPr>
            <a:spLocks xmlns:a="http://schemas.openxmlformats.org/drawingml/2006/main" noGrp="1"/>
          </p:cNvSpPr>
          <p:nvPr/>
        </p:nvSpPr>
        <p:spPr>
          <a:xfrm xmlns:a="http://schemas.openxmlformats.org/drawingml/2006/main">
            <a:off x="6343650" y="3371850"/>
            <a:ext cx="295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02</a:t>
            </a:r>
          </a:p>
        </p:txBody>
      </p:sp>
      <p:sp>
        <p:nvSpPr>
          <p:cNvPr id="21" name="">
            <a:extLst xmlns:a="http://schemas.openxmlformats.org/drawingml/2006/main">
              <a:ext uri="{FF2B5EF4-FFF2-40B4-BE49-F238E27FC236}">
                <a16:creationId xmlns:a16="http://schemas.microsoft.com/office/drawing/2014/main" id="{9780FDE8-8417-4EFE-86AB-73B669C0871D}"/>
              </a:ext>
            </a:extLst>
          </p:cNvPr>
          <p:cNvSpPr>
            <a:spLocks xmlns:a="http://schemas.openxmlformats.org/drawingml/2006/main" noGrp="1"/>
          </p:cNvSpPr>
          <p:nvPr/>
        </p:nvSpPr>
        <p:spPr>
          <a:xfrm xmlns:a="http://schemas.openxmlformats.org/drawingml/2006/main">
            <a:off x="800100" y="4162425"/>
            <a:ext cx="48196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2" name="">
            <a:extLst xmlns:a="http://schemas.openxmlformats.org/drawingml/2006/main">
              <a:ext uri="{FF2B5EF4-FFF2-40B4-BE49-F238E27FC236}">
                <a16:creationId xmlns:a16="http://schemas.microsoft.com/office/drawing/2014/main" id="{A16AF6D5-8EBF-49CC-910B-A9C70095D1B1}"/>
              </a:ext>
            </a:extLst>
          </p:cNvPr>
          <p:cNvSpPr>
            <a:spLocks xmlns:a="http://schemas.openxmlformats.org/drawingml/2006/main" noGrp="1"/>
          </p:cNvSpPr>
          <p:nvPr/>
        </p:nvSpPr>
        <p:spPr>
          <a:xfrm xmlns:a="http://schemas.openxmlformats.org/drawingml/2006/main">
            <a:off x="6343650" y="4162425"/>
            <a:ext cx="50482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3" name="03">
            <a:extLst xmlns:a="http://schemas.openxmlformats.org/drawingml/2006/main">
              <a:ext uri="{FF2B5EF4-FFF2-40B4-BE49-F238E27FC236}">
                <a16:creationId xmlns:a16="http://schemas.microsoft.com/office/drawing/2014/main" id="{E7797EB3-8894-4A96-A1F0-2CA7DF326F3F}"/>
              </a:ext>
            </a:extLst>
          </p:cNvPr>
          <p:cNvSpPr>
            <a:spLocks xmlns:a="http://schemas.openxmlformats.org/drawingml/2006/main" noGrp="1"/>
          </p:cNvSpPr>
          <p:nvPr/>
        </p:nvSpPr>
        <p:spPr>
          <a:xfrm xmlns:a="http://schemas.openxmlformats.org/drawingml/2006/main">
            <a:off x="800100" y="4324350"/>
            <a:ext cx="342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03</a:t>
            </a:r>
          </a:p>
        </p:txBody>
      </p:sp>
      <p:sp>
        <p:nvSpPr>
          <p:cNvPr id="24" name="수정 전 짧은 계획을 알리고,&#10;승인 대기 없이 계속해줘.">
            <a:extLst xmlns:a="http://schemas.openxmlformats.org/drawingml/2006/main">
              <a:ext uri="{FF2B5EF4-FFF2-40B4-BE49-F238E27FC236}">
                <a16:creationId xmlns:a16="http://schemas.microsoft.com/office/drawing/2014/main" id="{B721B045-E76A-4E5B-B8E8-1248F44FE071}"/>
              </a:ext>
            </a:extLst>
          </p:cNvPr>
          <p:cNvSpPr>
            <a:spLocks xmlns:a="http://schemas.openxmlformats.org/drawingml/2006/main" noGrp="1"/>
          </p:cNvSpPr>
          <p:nvPr/>
        </p:nvSpPr>
        <p:spPr>
          <a:xfrm xmlns:a="http://schemas.openxmlformats.org/drawingml/2006/main">
            <a:off x="1257300" y="4314825"/>
            <a:ext cx="4362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수정 전 짧은 계획을 알리고,</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승인 대기 없이 계속해줘.</a:t>
            </a:r>
          </a:p>
        </p:txBody>
      </p:sp>
      <p:sp>
        <p:nvSpPr>
          <p:cNvPr id="25" name="03">
            <a:extLst xmlns:a="http://schemas.openxmlformats.org/drawingml/2006/main">
              <a:ext uri="{FF2B5EF4-FFF2-40B4-BE49-F238E27FC236}">
                <a16:creationId xmlns:a16="http://schemas.microsoft.com/office/drawing/2014/main" id="{B1FEF77F-041B-41C0-9222-3B0546896FD9}"/>
              </a:ext>
            </a:extLst>
          </p:cNvPr>
          <p:cNvSpPr>
            <a:spLocks xmlns:a="http://schemas.openxmlformats.org/drawingml/2006/main" noGrp="1"/>
          </p:cNvSpPr>
          <p:nvPr/>
        </p:nvSpPr>
        <p:spPr>
          <a:xfrm xmlns:a="http://schemas.openxmlformats.org/drawingml/2006/main">
            <a:off x="6343650" y="4324350"/>
            <a:ext cx="295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03</a:t>
            </a:r>
          </a:p>
        </p:txBody>
      </p:sp>
      <p:sp>
        <p:nvSpPr>
          <p:cNvPr id="26" name="실패한 crop 테스트를 찾아 재현">
            <a:extLst xmlns:a="http://schemas.openxmlformats.org/drawingml/2006/main">
              <a:ext uri="{FF2B5EF4-FFF2-40B4-BE49-F238E27FC236}">
                <a16:creationId xmlns:a16="http://schemas.microsoft.com/office/drawing/2014/main" id="{A7DB227A-B3E6-49F8-B65F-FEF65ADD4466}"/>
              </a:ext>
            </a:extLst>
          </p:cNvPr>
          <p:cNvSpPr>
            <a:spLocks xmlns:a="http://schemas.openxmlformats.org/drawingml/2006/main" noGrp="1"/>
          </p:cNvSpPr>
          <p:nvPr/>
        </p:nvSpPr>
        <p:spPr>
          <a:xfrm xmlns:a="http://schemas.openxmlformats.org/drawingml/2006/main">
            <a:off x="6762750" y="2419350"/>
            <a:ext cx="4629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실패한 crop 테스트를 찾아 재현</a:t>
            </a:r>
          </a:p>
        </p:txBody>
      </p:sp>
      <p:sp>
        <p:nvSpPr>
          <p:cNvPr id="27" name="test_crop_excludes_end_coordinate">
            <a:extLst xmlns:a="http://schemas.openxmlformats.org/drawingml/2006/main">
              <a:ext uri="{FF2B5EF4-FFF2-40B4-BE49-F238E27FC236}">
                <a16:creationId xmlns:a16="http://schemas.microsoft.com/office/drawing/2014/main" id="{E0BA9270-1837-43DA-A3AB-14ACAA13508B}"/>
              </a:ext>
            </a:extLst>
          </p:cNvPr>
          <p:cNvSpPr>
            <a:spLocks xmlns:a="http://schemas.openxmlformats.org/drawingml/2006/main" noGrp="1"/>
          </p:cNvSpPr>
          <p:nvPr/>
        </p:nvSpPr>
        <p:spPr>
          <a:xfrm xmlns:a="http://schemas.openxmlformats.org/drawingml/2006/main">
            <a:off x="6762750" y="2800350"/>
            <a:ext cx="4629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test_crop_excludes_end_coordinate</a:t>
            </a:r>
          </a:p>
        </p:txBody>
      </p:sp>
      <p:sp>
        <p:nvSpPr>
          <p:cNvPr id="28" name="cli.main · pipeline.process_image">
            <a:extLst xmlns:a="http://schemas.openxmlformats.org/drawingml/2006/main">
              <a:ext uri="{FF2B5EF4-FFF2-40B4-BE49-F238E27FC236}">
                <a16:creationId xmlns:a16="http://schemas.microsoft.com/office/drawing/2014/main" id="{9273BAC2-8FA0-448C-8520-B0A3CF4EE537}"/>
              </a:ext>
            </a:extLst>
          </p:cNvPr>
          <p:cNvSpPr>
            <a:spLocks xmlns:a="http://schemas.openxmlformats.org/drawingml/2006/main" noGrp="1"/>
          </p:cNvSpPr>
          <p:nvPr/>
        </p:nvSpPr>
        <p:spPr>
          <a:xfrm xmlns:a="http://schemas.openxmlformats.org/drawingml/2006/main">
            <a:off x="6762750" y="3371850"/>
            <a:ext cx="4629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7212B"/>
                </a:solidFill>
                <a:latin typeface="Consolas"/>
                <a:ea typeface="Consolas"/>
                <a:cs typeface="Consolas"/>
              </a:defRPr>
            </a:defPPr>
            <a:lvl1pPr algn="l">
              <a:defRPr sz="1800" b="1">
                <a:solidFill>
                  <a:srgbClr val="17212B"/>
                </a:solidFill>
                <a:latin typeface="Consolas"/>
                <a:ea typeface="Consolas"/>
                <a:cs typeface="Consolas"/>
              </a:defRPr>
            </a:lvl1pPr>
            <a:lvl2pPr algn="l">
              <a:defRPr sz="1800" b="1">
                <a:solidFill>
                  <a:srgbClr val="17212B"/>
                </a:solidFill>
                <a:latin typeface="Consolas"/>
                <a:ea typeface="Consolas"/>
                <a:cs typeface="Consolas"/>
              </a:defRPr>
            </a:lvl2pPr>
            <a:lvl3pPr algn="l">
              <a:defRPr sz="1800" b="1">
                <a:solidFill>
                  <a:srgbClr val="17212B"/>
                </a:solidFill>
                <a:latin typeface="Consolas"/>
                <a:ea typeface="Consolas"/>
                <a:cs typeface="Consolas"/>
              </a:defRPr>
            </a:lvl3pPr>
            <a:lvl4pPr algn="l">
              <a:defRPr sz="1800" b="1">
                <a:solidFill>
                  <a:srgbClr val="17212B"/>
                </a:solidFill>
                <a:latin typeface="Consolas"/>
                <a:ea typeface="Consolas"/>
                <a:cs typeface="Consolas"/>
              </a:defRPr>
            </a:lvl4pPr>
            <a:lvl5pPr algn="l">
              <a:defRPr sz="1800" b="1">
                <a:solidFill>
                  <a:srgbClr val="17212B"/>
                </a:solidFill>
                <a:latin typeface="Consolas"/>
                <a:ea typeface="Consolas"/>
                <a:cs typeface="Consolas"/>
              </a:defRPr>
            </a:lvl5pPr>
            <a:lvl6pPr algn="l">
              <a:defRPr sz="1800" b="1">
                <a:solidFill>
                  <a:srgbClr val="17212B"/>
                </a:solidFill>
                <a:latin typeface="Consolas"/>
                <a:ea typeface="Consolas"/>
                <a:cs typeface="Consolas"/>
              </a:defRPr>
            </a:lvl6pPr>
            <a:lvl7pPr algn="l">
              <a:defRPr sz="1800" b="1">
                <a:solidFill>
                  <a:srgbClr val="17212B"/>
                </a:solidFill>
                <a:latin typeface="Consolas"/>
                <a:ea typeface="Consolas"/>
                <a:cs typeface="Consolas"/>
              </a:defRPr>
            </a:lvl7pPr>
            <a:lvl8pPr algn="l">
              <a:defRPr sz="1800" b="1">
                <a:solidFill>
                  <a:srgbClr val="17212B"/>
                </a:solidFill>
                <a:latin typeface="Consolas"/>
                <a:ea typeface="Consolas"/>
                <a:cs typeface="Consolas"/>
              </a:defRPr>
            </a:lvl8pPr>
            <a:lvl9pPr algn="l">
              <a:defRPr sz="1800" b="1">
                <a:solidFill>
                  <a:srgbClr val="17212B"/>
                </a:solidFill>
                <a:latin typeface="Consolas"/>
                <a:ea typeface="Consolas"/>
                <a:cs typeface="Consolas"/>
              </a:defRPr>
            </a:lvl9pPr>
          </a:lstStyle>
          <a:p xmlns:a="http://schemas.openxmlformats.org/drawingml/2006/main">
            <a:pPr algn="l">
              <a:defRPr sz="1800" b="1">
                <a:solidFill>
                  <a:srgbClr val="17212B"/>
                </a:solidFill>
                <a:latin typeface="Consolas"/>
                <a:ea typeface="Consolas"/>
                <a:cs typeface="Consolas"/>
              </a:defRPr>
            </a:pPr>
            <a:r>
              <a:rPr sz="1800" b="1">
                <a:solidFill>
                  <a:srgbClr val="17212B"/>
                </a:solidFill>
                <a:latin typeface="Consolas"/>
                <a:ea typeface="Consolas"/>
                <a:cs typeface="Consolas"/>
              </a:rPr>
              <a:t>cli.main · pipeline.process_image</a:t>
            </a:r>
          </a:p>
        </p:txBody>
      </p:sp>
      <p:sp>
        <p:nvSpPr>
          <p:cNvPr id="29" name="transform.crop까지 제품 호출 경로 확인">
            <a:extLst xmlns:a="http://schemas.openxmlformats.org/drawingml/2006/main">
              <a:ext uri="{FF2B5EF4-FFF2-40B4-BE49-F238E27FC236}">
                <a16:creationId xmlns:a16="http://schemas.microsoft.com/office/drawing/2014/main" id="{866A899E-6887-4DF1-A3FE-97C2367F5944}"/>
              </a:ext>
            </a:extLst>
          </p:cNvPr>
          <p:cNvSpPr>
            <a:spLocks xmlns:a="http://schemas.openxmlformats.org/drawingml/2006/main" noGrp="1"/>
          </p:cNvSpPr>
          <p:nvPr/>
        </p:nvSpPr>
        <p:spPr>
          <a:xfrm xmlns:a="http://schemas.openxmlformats.org/drawingml/2006/main">
            <a:off x="6762750" y="3752850"/>
            <a:ext cx="4629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transform.crop까지 제품 호출 경로 확인</a:t>
            </a:r>
          </a:p>
        </p:txBody>
      </p:sp>
      <p:sp>
        <p:nvSpPr>
          <p:cNvPr id="30" name="파일 수정 이벤트보다 먼저 계획 보고">
            <a:extLst xmlns:a="http://schemas.openxmlformats.org/drawingml/2006/main">
              <a:ext uri="{FF2B5EF4-FFF2-40B4-BE49-F238E27FC236}">
                <a16:creationId xmlns:a16="http://schemas.microsoft.com/office/drawing/2014/main" id="{FA2DC4D5-7DBE-43CB-BF17-E85C1C9492EC}"/>
              </a:ext>
            </a:extLst>
          </p:cNvPr>
          <p:cNvSpPr>
            <a:spLocks xmlns:a="http://schemas.openxmlformats.org/drawingml/2006/main" noGrp="1"/>
          </p:cNvSpPr>
          <p:nvPr/>
        </p:nvSpPr>
        <p:spPr>
          <a:xfrm xmlns:a="http://schemas.openxmlformats.org/drawingml/2006/main">
            <a:off x="6762750" y="4324350"/>
            <a:ext cx="4629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파일 수정 이벤트보다 먼저 계획 보고</a:t>
            </a:r>
          </a:p>
        </p:txBody>
      </p:sp>
      <p:sp>
        <p:nvSpPr>
          <p:cNvPr id="31" name="끝 좌표 명세·기존 Test·API 보존 계획">
            <a:extLst xmlns:a="http://schemas.openxmlformats.org/drawingml/2006/main">
              <a:ext uri="{FF2B5EF4-FFF2-40B4-BE49-F238E27FC236}">
                <a16:creationId xmlns:a16="http://schemas.microsoft.com/office/drawing/2014/main" id="{5F8A9C2C-4FEF-436B-9D49-B60118A0AA14}"/>
              </a:ext>
            </a:extLst>
          </p:cNvPr>
          <p:cNvSpPr>
            <a:spLocks xmlns:a="http://schemas.openxmlformats.org/drawingml/2006/main" noGrp="1"/>
          </p:cNvSpPr>
          <p:nvPr/>
        </p:nvSpPr>
        <p:spPr>
          <a:xfrm xmlns:a="http://schemas.openxmlformats.org/drawingml/2006/main">
            <a:off x="6762750" y="4705350"/>
            <a:ext cx="4629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끝 좌표 명세·기존 Test·API 보존 계획</a:t>
            </a:r>
          </a:p>
        </p:txBody>
      </p:sp>
      <p:sp>
        <p:nvSpPr>
          <p:cNvPr id="32" name="04 최소 수정 내용  ·  S18">
            <a:extLst xmlns:a="http://schemas.openxmlformats.org/drawingml/2006/main">
              <a:ext uri="{FF2B5EF4-FFF2-40B4-BE49-F238E27FC236}">
                <a16:creationId xmlns:a16="http://schemas.microsoft.com/office/drawing/2014/main" id="{A8BA6BBD-2062-4665-B502-B0DEB1B019D7}"/>
              </a:ext>
            </a:extLst>
          </p:cNvPr>
          <p:cNvSpPr>
            <a:spLocks xmlns:a="http://schemas.openxmlformats.org/drawingml/2006/main" noGrp="1"/>
          </p:cNvSpPr>
          <p:nvPr/>
        </p:nvSpPr>
        <p:spPr>
          <a:xfrm xmlns:a="http://schemas.openxmlformats.org/drawingml/2006/main">
            <a:off x="609600" y="5324475"/>
            <a:ext cx="52006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04 최소 수정 내용  ·  S18</a:t>
            </a:r>
          </a:p>
        </p:txBody>
      </p:sp>
      <p:sp>
        <p:nvSpPr>
          <p:cNvPr id="33" name="05 확인·보고 결과  ·  S19">
            <a:extLst xmlns:a="http://schemas.openxmlformats.org/drawingml/2006/main">
              <a:ext uri="{FF2B5EF4-FFF2-40B4-BE49-F238E27FC236}">
                <a16:creationId xmlns:a16="http://schemas.microsoft.com/office/drawing/2014/main" id="{21F67E9B-6451-4949-A266-F2F41428AF71}"/>
              </a:ext>
            </a:extLst>
          </p:cNvPr>
          <p:cNvSpPr>
            <a:spLocks xmlns:a="http://schemas.openxmlformats.org/drawingml/2006/main" noGrp="1"/>
          </p:cNvSpPr>
          <p:nvPr/>
        </p:nvSpPr>
        <p:spPr>
          <a:xfrm xmlns:a="http://schemas.openxmlformats.org/drawingml/2006/main">
            <a:off x="6153150" y="5324475"/>
            <a:ext cx="5429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05 확인·보고 결과  ·  S19</a:t>
            </a:r>
          </a:p>
        </p:txBody>
      </p:sp>
      <p:sp>
        <p:nvSpPr>
          <p:cNvPr id="34" name="Legacy module connection">
            <a:extLst xmlns:a="http://schemas.openxmlformats.org/drawingml/2006/main">
              <a:ext uri="{FF2B5EF4-FFF2-40B4-BE49-F238E27FC236}">
                <a16:creationId xmlns:a16="http://schemas.microsoft.com/office/drawing/2014/main" id="{BA9155FE-005D-4A51-816A-A3D2E476AE28}"/>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1234035391"/>
      </p:ext>
    </p:extLst>
  </p:cSld>
</p:sld>
</file>

<file path=ppt/slides/slide1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0" name="ACT 1 · 요청한 보존 조건과 최소 변경을 대조">
            <a:extLst xmlns:a="http://schemas.openxmlformats.org/drawingml/2006/main">
              <a:ext uri="{FF2B5EF4-FFF2-40B4-BE49-F238E27FC236}">
                <a16:creationId xmlns:a16="http://schemas.microsoft.com/office/drawing/2014/main" id="{EE60D499-6040-43AD-B592-4F6D57B7436A}"/>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요청한 보존 조건과 최소 변경을 대조</a:t>
            </a:r>
          </a:p>
        </p:txBody>
      </p:sp>
      <p:sp>
        <p:nvSpPr>
          <p:cNvPr id="2" name="S18">
            <a:extLst xmlns:a="http://schemas.openxmlformats.org/drawingml/2006/main">
              <a:ext uri="{FF2B5EF4-FFF2-40B4-BE49-F238E27FC236}">
                <a16:creationId xmlns:a16="http://schemas.microsoft.com/office/drawing/2014/main" id="{D8E4C8B6-A59A-4749-A2F0-901D061A0D45}"/>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S18</a:t>
            </a:r>
          </a:p>
        </p:txBody>
      </p:sp>
      <p:sp>
        <p:nvSpPr>
          <p:cNvPr id="3" name="조사에서 한 줄 변경까지">
            <a:extLst xmlns:a="http://schemas.openxmlformats.org/drawingml/2006/main">
              <a:ext uri="{FF2B5EF4-FFF2-40B4-BE49-F238E27FC236}">
                <a16:creationId xmlns:a16="http://schemas.microsoft.com/office/drawing/2014/main" id="{8F59A780-440A-41E6-9F06-084EE637D24B}"/>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조사에서 한 줄 변경까지</a:t>
            </a:r>
          </a:p>
        </p:txBody>
      </p:sp>
      <p:sp>
        <p:nvSpPr>
          <p:cNvPr id="4" name="">
            <a:extLst xmlns:a="http://schemas.openxmlformats.org/drawingml/2006/main">
              <a:ext uri="{FF2B5EF4-FFF2-40B4-BE49-F238E27FC236}">
                <a16:creationId xmlns:a16="http://schemas.microsoft.com/office/drawing/2014/main" id="{9AF3C4C0-27E5-47AC-82CA-6C7EA61C5818}"/>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2 · STATE-00 → STATE-00-FIXED · 실제 diff를 재구성한 도식">
            <a:extLst xmlns:a="http://schemas.openxmlformats.org/drawingml/2006/main">
              <a:ext uri="{FF2B5EF4-FFF2-40B4-BE49-F238E27FC236}">
                <a16:creationId xmlns:a16="http://schemas.microsoft.com/office/drawing/2014/main" id="{FDD81C67-17E4-44D8-92EC-84B5A9B346F0}"/>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TRIAL-002 · STATE-00 → STATE-00-FIXED · 실제 diff를 재구성한 도식</a:t>
            </a:r>
          </a:p>
        </p:txBody>
      </p:sp>
      <p:sp>
        <p:nvSpPr>
          <p:cNvPr id="6" name="src/graypipe/transform.py · 단일 CLI 기록 · 실제 터미널 화면이 아님">
            <a:extLst xmlns:a="http://schemas.openxmlformats.org/drawingml/2006/main">
              <a:ext uri="{FF2B5EF4-FFF2-40B4-BE49-F238E27FC236}">
                <a16:creationId xmlns:a16="http://schemas.microsoft.com/office/drawing/2014/main" id="{4F6763A6-2429-4C64-895F-F1D7BC08F4F1}"/>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src/graypipe/transform.py · 단일 CLI 기록 · 실제 터미널 화면이 아님</a:t>
            </a:r>
          </a:p>
        </p:txBody>
      </p:sp>
      <p:sp>
        <p:nvSpPr>
          <p:cNvPr id="7" name="요청한 02 조사 · 03 계획 · 04 최소 수정">
            <a:extLst xmlns:a="http://schemas.openxmlformats.org/drawingml/2006/main">
              <a:ext uri="{FF2B5EF4-FFF2-40B4-BE49-F238E27FC236}">
                <a16:creationId xmlns:a16="http://schemas.microsoft.com/office/drawing/2014/main" id="{472E1432-DE07-4B9A-BC4D-60BA8B8FC00B}"/>
              </a:ext>
            </a:extLst>
          </p:cNvPr>
          <p:cNvSpPr>
            <a:spLocks xmlns:a="http://schemas.openxmlformats.org/drawingml/2006/main" noGrp="1"/>
          </p:cNvSpPr>
          <p:nvPr/>
        </p:nvSpPr>
        <p:spPr>
          <a:xfrm xmlns:a="http://schemas.openxmlformats.org/drawingml/2006/main">
            <a:off x="609600" y="21336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요청한 02 조사 · 03 계획 · 04 최소 수정</a:t>
            </a:r>
          </a:p>
        </p:txBody>
      </p:sp>
      <p:sp>
        <p:nvSpPr>
          <p:cNvPr id="8" name="끝 좌표를 제외하는 명세: [x_start, x_end)">
            <a:extLst xmlns:a="http://schemas.openxmlformats.org/drawingml/2006/main">
              <a:ext uri="{FF2B5EF4-FFF2-40B4-BE49-F238E27FC236}">
                <a16:creationId xmlns:a16="http://schemas.microsoft.com/office/drawing/2014/main" id="{5ABFCF78-B7FC-4956-B99F-D393AEA73881}"/>
              </a:ext>
            </a:extLst>
          </p:cNvPr>
          <p:cNvSpPr>
            <a:spLocks xmlns:a="http://schemas.openxmlformats.org/drawingml/2006/main" noGrp="1"/>
          </p:cNvSpPr>
          <p:nvPr/>
        </p:nvSpPr>
        <p:spPr>
          <a:xfrm xmlns:a="http://schemas.openxmlformats.org/drawingml/2006/main">
            <a:off x="609600" y="27813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Malgun Gothic"/>
                <a:ea typeface="Malgun Gothic"/>
                <a:cs typeface="Malgun Gothic"/>
              </a:defRPr>
            </a:defPPr>
            <a:lvl1pPr algn="l">
              <a:defRPr sz="2400" b="1">
                <a:solidFill>
                  <a:srgbClr val="17212B"/>
                </a:solidFill>
                <a:latin typeface="Malgun Gothic"/>
                <a:ea typeface="Malgun Gothic"/>
                <a:cs typeface="Malgun Gothic"/>
              </a:defRPr>
            </a:lvl1pPr>
            <a:lvl2pPr algn="l">
              <a:defRPr sz="2400" b="1">
                <a:solidFill>
                  <a:srgbClr val="17212B"/>
                </a:solidFill>
                <a:latin typeface="Malgun Gothic"/>
                <a:ea typeface="Malgun Gothic"/>
                <a:cs typeface="Malgun Gothic"/>
              </a:defRPr>
            </a:lvl2pPr>
            <a:lvl3pPr algn="l">
              <a:defRPr sz="2400" b="1">
                <a:solidFill>
                  <a:srgbClr val="17212B"/>
                </a:solidFill>
                <a:latin typeface="Malgun Gothic"/>
                <a:ea typeface="Malgun Gothic"/>
                <a:cs typeface="Malgun Gothic"/>
              </a:defRPr>
            </a:lvl3pPr>
            <a:lvl4pPr algn="l">
              <a:defRPr sz="2400" b="1">
                <a:solidFill>
                  <a:srgbClr val="17212B"/>
                </a:solidFill>
                <a:latin typeface="Malgun Gothic"/>
                <a:ea typeface="Malgun Gothic"/>
                <a:cs typeface="Malgun Gothic"/>
              </a:defRPr>
            </a:lvl4pPr>
            <a:lvl5pPr algn="l">
              <a:defRPr sz="2400" b="1">
                <a:solidFill>
                  <a:srgbClr val="17212B"/>
                </a:solidFill>
                <a:latin typeface="Malgun Gothic"/>
                <a:ea typeface="Malgun Gothic"/>
                <a:cs typeface="Malgun Gothic"/>
              </a:defRPr>
            </a:lvl5pPr>
            <a:lvl6pPr algn="l">
              <a:defRPr sz="2400" b="1">
                <a:solidFill>
                  <a:srgbClr val="17212B"/>
                </a:solidFill>
                <a:latin typeface="Malgun Gothic"/>
                <a:ea typeface="Malgun Gothic"/>
                <a:cs typeface="Malgun Gothic"/>
              </a:defRPr>
            </a:lvl6pPr>
            <a:lvl7pPr algn="l">
              <a:defRPr sz="2400" b="1">
                <a:solidFill>
                  <a:srgbClr val="17212B"/>
                </a:solidFill>
                <a:latin typeface="Malgun Gothic"/>
                <a:ea typeface="Malgun Gothic"/>
                <a:cs typeface="Malgun Gothic"/>
              </a:defRPr>
            </a:lvl7pPr>
            <a:lvl8pPr algn="l">
              <a:defRPr sz="2400" b="1">
                <a:solidFill>
                  <a:srgbClr val="17212B"/>
                </a:solidFill>
                <a:latin typeface="Malgun Gothic"/>
                <a:ea typeface="Malgun Gothic"/>
                <a:cs typeface="Malgun Gothic"/>
              </a:defRPr>
            </a:lvl8pPr>
            <a:lvl9pPr algn="l">
              <a:defRPr sz="2400" b="1">
                <a:solidFill>
                  <a:srgbClr val="17212B"/>
                </a:solidFill>
                <a:latin typeface="Malgun Gothic"/>
                <a:ea typeface="Malgun Gothic"/>
                <a:cs typeface="Malgun Gothic"/>
              </a:defRPr>
            </a:lvl9pPr>
          </a:lstStyle>
          <a:p xmlns:a="http://schemas.openxmlformats.org/drawingml/2006/main">
            <a:pPr algn="l">
              <a:defRPr sz="2400" b="1">
                <a:solidFill>
                  <a:srgbClr val="17212B"/>
                </a:solidFill>
                <a:latin typeface="Malgun Gothic"/>
                <a:ea typeface="Malgun Gothic"/>
                <a:cs typeface="Malgun Gothic"/>
              </a:defRPr>
            </a:pPr>
            <a:r>
              <a:rPr sz="2400" b="1">
                <a:solidFill>
                  <a:srgbClr val="17212B"/>
                </a:solidFill>
                <a:latin typeface="Malgun Gothic"/>
                <a:ea typeface="Malgun Gothic"/>
                <a:cs typeface="Malgun Gothic"/>
              </a:rPr>
              <a:t>끝 좌표를 제외하는 명세: [x_start, x_end)</a:t>
            </a:r>
          </a:p>
        </p:txBody>
      </p:sp>
      <p:sp>
        <p:nvSpPr>
          <p:cNvPr id="9" name="">
            <a:extLst xmlns:a="http://schemas.openxmlformats.org/drawingml/2006/main">
              <a:ext uri="{FF2B5EF4-FFF2-40B4-BE49-F238E27FC236}">
                <a16:creationId xmlns:a16="http://schemas.microsoft.com/office/drawing/2014/main" id="{11B0C608-D724-4AE1-833D-D848DA4D8A42}"/>
              </a:ext>
            </a:extLst>
          </p:cNvPr>
          <p:cNvSpPr>
            <a:spLocks xmlns:a="http://schemas.openxmlformats.org/drawingml/2006/main" noGrp="1"/>
          </p:cNvSpPr>
          <p:nvPr/>
        </p:nvSpPr>
        <p:spPr>
          <a:xfrm xmlns:a="http://schemas.openxmlformats.org/drawingml/2006/main">
            <a:off x="609600" y="3533775"/>
            <a:ext cx="5200650" cy="1171575"/>
          </a:xfrm>
          <a:prstGeom xmlns:a="http://schemas.openxmlformats.org/drawingml/2006/main" prst="rect">
            <a:avLst/>
          </a:prstGeom>
          <a:solidFill xmlns:a="http://schemas.openxmlformats.org/drawingml/2006/main">
            <a:srgbClr val="FBE4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F55ABAB-1900-427A-91A9-77FC779ACC68}"/>
              </a:ext>
            </a:extLst>
          </p:cNvPr>
          <p:cNvSpPr>
            <a:spLocks xmlns:a="http://schemas.openxmlformats.org/drawingml/2006/main" noGrp="1"/>
          </p:cNvSpPr>
          <p:nvPr/>
        </p:nvSpPr>
        <p:spPr>
          <a:xfrm xmlns:a="http://schemas.openxmlformats.org/drawingml/2006/main">
            <a:off x="6381750" y="3533775"/>
            <a:ext cx="5200650" cy="117157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1" name="변경 전">
            <a:extLst xmlns:a="http://schemas.openxmlformats.org/drawingml/2006/main">
              <a:ext uri="{FF2B5EF4-FFF2-40B4-BE49-F238E27FC236}">
                <a16:creationId xmlns:a16="http://schemas.microsoft.com/office/drawing/2014/main" id="{C79C0540-50B4-421E-9C14-01D7443B14C0}"/>
              </a:ext>
            </a:extLst>
          </p:cNvPr>
          <p:cNvSpPr>
            <a:spLocks xmlns:a="http://schemas.openxmlformats.org/drawingml/2006/main" noGrp="1"/>
          </p:cNvSpPr>
          <p:nvPr/>
        </p:nvSpPr>
        <p:spPr>
          <a:xfrm xmlns:a="http://schemas.openxmlformats.org/drawingml/2006/main">
            <a:off x="800100" y="3648075"/>
            <a:ext cx="4819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B42318"/>
                </a:solidFill>
                <a:latin typeface="Malgun Gothic"/>
                <a:ea typeface="Malgun Gothic"/>
                <a:cs typeface="Malgun Gothic"/>
              </a:defRPr>
            </a:defPPr>
            <a:lvl1pPr algn="l">
              <a:defRPr sz="2100" b="1">
                <a:solidFill>
                  <a:srgbClr val="B42318"/>
                </a:solidFill>
                <a:latin typeface="Malgun Gothic"/>
                <a:ea typeface="Malgun Gothic"/>
                <a:cs typeface="Malgun Gothic"/>
              </a:defRPr>
            </a:lvl1pPr>
            <a:lvl2pPr algn="l">
              <a:defRPr sz="2100" b="1">
                <a:solidFill>
                  <a:srgbClr val="B42318"/>
                </a:solidFill>
                <a:latin typeface="Malgun Gothic"/>
                <a:ea typeface="Malgun Gothic"/>
                <a:cs typeface="Malgun Gothic"/>
              </a:defRPr>
            </a:lvl2pPr>
            <a:lvl3pPr algn="l">
              <a:defRPr sz="2100" b="1">
                <a:solidFill>
                  <a:srgbClr val="B42318"/>
                </a:solidFill>
                <a:latin typeface="Malgun Gothic"/>
                <a:ea typeface="Malgun Gothic"/>
                <a:cs typeface="Malgun Gothic"/>
              </a:defRPr>
            </a:lvl3pPr>
            <a:lvl4pPr algn="l">
              <a:defRPr sz="2100" b="1">
                <a:solidFill>
                  <a:srgbClr val="B42318"/>
                </a:solidFill>
                <a:latin typeface="Malgun Gothic"/>
                <a:ea typeface="Malgun Gothic"/>
                <a:cs typeface="Malgun Gothic"/>
              </a:defRPr>
            </a:lvl4pPr>
            <a:lvl5pPr algn="l">
              <a:defRPr sz="2100" b="1">
                <a:solidFill>
                  <a:srgbClr val="B42318"/>
                </a:solidFill>
                <a:latin typeface="Malgun Gothic"/>
                <a:ea typeface="Malgun Gothic"/>
                <a:cs typeface="Malgun Gothic"/>
              </a:defRPr>
            </a:lvl5pPr>
            <a:lvl6pPr algn="l">
              <a:defRPr sz="2100" b="1">
                <a:solidFill>
                  <a:srgbClr val="B42318"/>
                </a:solidFill>
                <a:latin typeface="Malgun Gothic"/>
                <a:ea typeface="Malgun Gothic"/>
                <a:cs typeface="Malgun Gothic"/>
              </a:defRPr>
            </a:lvl6pPr>
            <a:lvl7pPr algn="l">
              <a:defRPr sz="2100" b="1">
                <a:solidFill>
                  <a:srgbClr val="B42318"/>
                </a:solidFill>
                <a:latin typeface="Malgun Gothic"/>
                <a:ea typeface="Malgun Gothic"/>
                <a:cs typeface="Malgun Gothic"/>
              </a:defRPr>
            </a:lvl7pPr>
            <a:lvl8pPr algn="l">
              <a:defRPr sz="2100" b="1">
                <a:solidFill>
                  <a:srgbClr val="B42318"/>
                </a:solidFill>
                <a:latin typeface="Malgun Gothic"/>
                <a:ea typeface="Malgun Gothic"/>
                <a:cs typeface="Malgun Gothic"/>
              </a:defRPr>
            </a:lvl8pPr>
            <a:lvl9pPr algn="l">
              <a:defRPr sz="2100" b="1">
                <a:solidFill>
                  <a:srgbClr val="B42318"/>
                </a:solidFill>
                <a:latin typeface="Malgun Gothic"/>
                <a:ea typeface="Malgun Gothic"/>
                <a:cs typeface="Malgun Gothic"/>
              </a:defRPr>
            </a:lvl9pPr>
          </a:lstStyle>
          <a:p xmlns:a="http://schemas.openxmlformats.org/drawingml/2006/main">
            <a:pPr algn="l">
              <a:defRPr sz="2100" b="1">
                <a:solidFill>
                  <a:srgbClr val="B42318"/>
                </a:solidFill>
                <a:latin typeface="Malgun Gothic"/>
                <a:ea typeface="Malgun Gothic"/>
                <a:cs typeface="Malgun Gothic"/>
              </a:defRPr>
            </a:pPr>
            <a:r>
              <a:rPr sz="2100" b="1">
                <a:solidFill>
                  <a:srgbClr val="B42318"/>
                </a:solidFill>
                <a:latin typeface="Malgun Gothic"/>
                <a:ea typeface="Malgun Gothic"/>
                <a:cs typeface="Malgun Gothic"/>
              </a:rPr>
              <a:t>변경 전</a:t>
            </a:r>
          </a:p>
        </p:txBody>
      </p:sp>
      <p:sp>
        <p:nvSpPr>
          <p:cNvPr id="12" name="변경 후">
            <a:extLst xmlns:a="http://schemas.openxmlformats.org/drawingml/2006/main">
              <a:ext uri="{FF2B5EF4-FFF2-40B4-BE49-F238E27FC236}">
                <a16:creationId xmlns:a16="http://schemas.microsoft.com/office/drawing/2014/main" id="{FB52A992-FC2B-46D0-AF8A-96CBA1644081}"/>
              </a:ext>
            </a:extLst>
          </p:cNvPr>
          <p:cNvSpPr>
            <a:spLocks xmlns:a="http://schemas.openxmlformats.org/drawingml/2006/main" noGrp="1"/>
          </p:cNvSpPr>
          <p:nvPr/>
        </p:nvSpPr>
        <p:spPr>
          <a:xfrm xmlns:a="http://schemas.openxmlformats.org/drawingml/2006/main">
            <a:off x="6572250" y="3648075"/>
            <a:ext cx="4819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변경 후</a:t>
            </a:r>
          </a:p>
        </p:txBody>
      </p:sp>
      <p:sp>
        <p:nvSpPr>
          <p:cNvPr id="13" name="row[x_start : x_end + 1]">
            <a:extLst xmlns:a="http://schemas.openxmlformats.org/drawingml/2006/main">
              <a:ext uri="{FF2B5EF4-FFF2-40B4-BE49-F238E27FC236}">
                <a16:creationId xmlns:a16="http://schemas.microsoft.com/office/drawing/2014/main" id="{CD57C8A3-C40A-4223-A97F-AF2D1A645F87}"/>
              </a:ext>
            </a:extLst>
          </p:cNvPr>
          <p:cNvSpPr>
            <a:spLocks xmlns:a="http://schemas.openxmlformats.org/drawingml/2006/main" noGrp="1"/>
          </p:cNvSpPr>
          <p:nvPr/>
        </p:nvSpPr>
        <p:spPr>
          <a:xfrm xmlns:a="http://schemas.openxmlformats.org/drawingml/2006/main">
            <a:off x="800100" y="4152900"/>
            <a:ext cx="4819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B42318"/>
                </a:solidFill>
                <a:latin typeface="Consolas"/>
                <a:ea typeface="Consolas"/>
                <a:cs typeface="Consolas"/>
              </a:defRPr>
            </a:defPPr>
            <a:lvl1pPr algn="l">
              <a:defRPr sz="2100" b="1">
                <a:solidFill>
                  <a:srgbClr val="B42318"/>
                </a:solidFill>
                <a:latin typeface="Consolas"/>
                <a:ea typeface="Consolas"/>
                <a:cs typeface="Consolas"/>
              </a:defRPr>
            </a:lvl1pPr>
            <a:lvl2pPr algn="l">
              <a:defRPr sz="2100" b="1">
                <a:solidFill>
                  <a:srgbClr val="B42318"/>
                </a:solidFill>
                <a:latin typeface="Consolas"/>
                <a:ea typeface="Consolas"/>
                <a:cs typeface="Consolas"/>
              </a:defRPr>
            </a:lvl2pPr>
            <a:lvl3pPr algn="l">
              <a:defRPr sz="2100" b="1">
                <a:solidFill>
                  <a:srgbClr val="B42318"/>
                </a:solidFill>
                <a:latin typeface="Consolas"/>
                <a:ea typeface="Consolas"/>
                <a:cs typeface="Consolas"/>
              </a:defRPr>
            </a:lvl3pPr>
            <a:lvl4pPr algn="l">
              <a:defRPr sz="2100" b="1">
                <a:solidFill>
                  <a:srgbClr val="B42318"/>
                </a:solidFill>
                <a:latin typeface="Consolas"/>
                <a:ea typeface="Consolas"/>
                <a:cs typeface="Consolas"/>
              </a:defRPr>
            </a:lvl4pPr>
            <a:lvl5pPr algn="l">
              <a:defRPr sz="2100" b="1">
                <a:solidFill>
                  <a:srgbClr val="B42318"/>
                </a:solidFill>
                <a:latin typeface="Consolas"/>
                <a:ea typeface="Consolas"/>
                <a:cs typeface="Consolas"/>
              </a:defRPr>
            </a:lvl5pPr>
            <a:lvl6pPr algn="l">
              <a:defRPr sz="2100" b="1">
                <a:solidFill>
                  <a:srgbClr val="B42318"/>
                </a:solidFill>
                <a:latin typeface="Consolas"/>
                <a:ea typeface="Consolas"/>
                <a:cs typeface="Consolas"/>
              </a:defRPr>
            </a:lvl6pPr>
            <a:lvl7pPr algn="l">
              <a:defRPr sz="2100" b="1">
                <a:solidFill>
                  <a:srgbClr val="B42318"/>
                </a:solidFill>
                <a:latin typeface="Consolas"/>
                <a:ea typeface="Consolas"/>
                <a:cs typeface="Consolas"/>
              </a:defRPr>
            </a:lvl7pPr>
            <a:lvl8pPr algn="l">
              <a:defRPr sz="2100" b="1">
                <a:solidFill>
                  <a:srgbClr val="B42318"/>
                </a:solidFill>
                <a:latin typeface="Consolas"/>
                <a:ea typeface="Consolas"/>
                <a:cs typeface="Consolas"/>
              </a:defRPr>
            </a:lvl8pPr>
            <a:lvl9pPr algn="l">
              <a:defRPr sz="2100" b="1">
                <a:solidFill>
                  <a:srgbClr val="B42318"/>
                </a:solidFill>
                <a:latin typeface="Consolas"/>
                <a:ea typeface="Consolas"/>
                <a:cs typeface="Consolas"/>
              </a:defRPr>
            </a:lvl9pPr>
          </a:lstStyle>
          <a:p xmlns:a="http://schemas.openxmlformats.org/drawingml/2006/main">
            <a:pPr algn="l">
              <a:defRPr sz="2100" b="1">
                <a:solidFill>
                  <a:srgbClr val="B42318"/>
                </a:solidFill>
                <a:latin typeface="Consolas"/>
                <a:ea typeface="Consolas"/>
                <a:cs typeface="Consolas"/>
              </a:defRPr>
            </a:pPr>
            <a:r>
              <a:rPr sz="2100" b="1">
                <a:solidFill>
                  <a:srgbClr val="B42318"/>
                </a:solidFill>
                <a:latin typeface="Consolas"/>
                <a:ea typeface="Consolas"/>
                <a:cs typeface="Consolas"/>
              </a:rPr>
              <a:t>row[x_start : x_end + 1]</a:t>
            </a:r>
          </a:p>
        </p:txBody>
      </p:sp>
      <p:sp>
        <p:nvSpPr>
          <p:cNvPr id="14" name="row[x_start : x_end]">
            <a:extLst xmlns:a="http://schemas.openxmlformats.org/drawingml/2006/main">
              <a:ext uri="{FF2B5EF4-FFF2-40B4-BE49-F238E27FC236}">
                <a16:creationId xmlns:a16="http://schemas.microsoft.com/office/drawing/2014/main" id="{B5E70046-D887-4A0F-8DA2-6B08FE3262AD}"/>
              </a:ext>
            </a:extLst>
          </p:cNvPr>
          <p:cNvSpPr>
            <a:spLocks xmlns:a="http://schemas.openxmlformats.org/drawingml/2006/main" noGrp="1"/>
          </p:cNvSpPr>
          <p:nvPr/>
        </p:nvSpPr>
        <p:spPr>
          <a:xfrm xmlns:a="http://schemas.openxmlformats.org/drawingml/2006/main">
            <a:off x="6572250" y="4152900"/>
            <a:ext cx="4819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Consolas"/>
                <a:ea typeface="Consolas"/>
                <a:cs typeface="Consolas"/>
              </a:defRPr>
            </a:defPPr>
            <a:lvl1pPr algn="l">
              <a:defRPr sz="2100" b="1">
                <a:solidFill>
                  <a:srgbClr val="0B6172"/>
                </a:solidFill>
                <a:latin typeface="Consolas"/>
                <a:ea typeface="Consolas"/>
                <a:cs typeface="Consolas"/>
              </a:defRPr>
            </a:lvl1pPr>
            <a:lvl2pPr algn="l">
              <a:defRPr sz="2100" b="1">
                <a:solidFill>
                  <a:srgbClr val="0B6172"/>
                </a:solidFill>
                <a:latin typeface="Consolas"/>
                <a:ea typeface="Consolas"/>
                <a:cs typeface="Consolas"/>
              </a:defRPr>
            </a:lvl2pPr>
            <a:lvl3pPr algn="l">
              <a:defRPr sz="2100" b="1">
                <a:solidFill>
                  <a:srgbClr val="0B6172"/>
                </a:solidFill>
                <a:latin typeface="Consolas"/>
                <a:ea typeface="Consolas"/>
                <a:cs typeface="Consolas"/>
              </a:defRPr>
            </a:lvl3pPr>
            <a:lvl4pPr algn="l">
              <a:defRPr sz="2100" b="1">
                <a:solidFill>
                  <a:srgbClr val="0B6172"/>
                </a:solidFill>
                <a:latin typeface="Consolas"/>
                <a:ea typeface="Consolas"/>
                <a:cs typeface="Consolas"/>
              </a:defRPr>
            </a:lvl4pPr>
            <a:lvl5pPr algn="l">
              <a:defRPr sz="2100" b="1">
                <a:solidFill>
                  <a:srgbClr val="0B6172"/>
                </a:solidFill>
                <a:latin typeface="Consolas"/>
                <a:ea typeface="Consolas"/>
                <a:cs typeface="Consolas"/>
              </a:defRPr>
            </a:lvl5pPr>
            <a:lvl6pPr algn="l">
              <a:defRPr sz="2100" b="1">
                <a:solidFill>
                  <a:srgbClr val="0B6172"/>
                </a:solidFill>
                <a:latin typeface="Consolas"/>
                <a:ea typeface="Consolas"/>
                <a:cs typeface="Consolas"/>
              </a:defRPr>
            </a:lvl6pPr>
            <a:lvl7pPr algn="l">
              <a:defRPr sz="2100" b="1">
                <a:solidFill>
                  <a:srgbClr val="0B6172"/>
                </a:solidFill>
                <a:latin typeface="Consolas"/>
                <a:ea typeface="Consolas"/>
                <a:cs typeface="Consolas"/>
              </a:defRPr>
            </a:lvl7pPr>
            <a:lvl8pPr algn="l">
              <a:defRPr sz="2100" b="1">
                <a:solidFill>
                  <a:srgbClr val="0B6172"/>
                </a:solidFill>
                <a:latin typeface="Consolas"/>
                <a:ea typeface="Consolas"/>
                <a:cs typeface="Consolas"/>
              </a:defRPr>
            </a:lvl8pPr>
            <a:lvl9pPr algn="l">
              <a:defRPr sz="2100" b="1">
                <a:solidFill>
                  <a:srgbClr val="0B6172"/>
                </a:solidFill>
                <a:latin typeface="Consolas"/>
                <a:ea typeface="Consolas"/>
                <a:cs typeface="Consolas"/>
              </a:defRPr>
            </a:lvl9pPr>
          </a:lstStyle>
          <a:p xmlns:a="http://schemas.openxmlformats.org/drawingml/2006/main">
            <a:pPr algn="l">
              <a:defRPr sz="2100" b="1">
                <a:solidFill>
                  <a:srgbClr val="0B6172"/>
                </a:solidFill>
                <a:latin typeface="Consolas"/>
                <a:ea typeface="Consolas"/>
                <a:cs typeface="Consolas"/>
              </a:defRPr>
            </a:pPr>
            <a:r>
              <a:rPr sz="2100" b="1">
                <a:solidFill>
                  <a:srgbClr val="0B6172"/>
                </a:solidFill>
                <a:latin typeface="Consolas"/>
                <a:ea typeface="Consolas"/>
                <a:cs typeface="Consolas"/>
              </a:rPr>
              <a:t>row[x_start : x_end]</a:t>
            </a:r>
          </a:p>
        </p:txBody>
      </p:sp>
      <p:sp>
        <p:nvSpPr>
          <p:cNvPr id="15" name="">
            <a:extLst xmlns:a="http://schemas.openxmlformats.org/drawingml/2006/main">
              <a:ext uri="{FF2B5EF4-FFF2-40B4-BE49-F238E27FC236}">
                <a16:creationId xmlns:a16="http://schemas.microsoft.com/office/drawing/2014/main" id="{73520EED-8F15-4342-909F-DA00A876B06F}"/>
              </a:ext>
            </a:extLst>
          </p:cNvPr>
          <p:cNvSpPr>
            <a:spLocks xmlns:a="http://schemas.openxmlformats.org/drawingml/2006/main" noGrp="1"/>
          </p:cNvSpPr>
          <p:nvPr/>
        </p:nvSpPr>
        <p:spPr>
          <a:xfrm xmlns:a="http://schemas.openxmlformats.org/drawingml/2006/main">
            <a:off x="5953125" y="4057650"/>
            <a:ext cx="285750" cy="2286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6" name="crop(image, 1, 3)">
            <a:extLst xmlns:a="http://schemas.openxmlformats.org/drawingml/2006/main">
              <a:ext uri="{FF2B5EF4-FFF2-40B4-BE49-F238E27FC236}">
                <a16:creationId xmlns:a16="http://schemas.microsoft.com/office/drawing/2014/main" id="{DC782C41-936B-40A3-9C1C-8135BA50AA48}"/>
              </a:ext>
            </a:extLst>
          </p:cNvPr>
          <p:cNvSpPr>
            <a:spLocks xmlns:a="http://schemas.openxmlformats.org/drawingml/2006/main" noGrp="1"/>
          </p:cNvSpPr>
          <p:nvPr/>
        </p:nvSpPr>
        <p:spPr>
          <a:xfrm xmlns:a="http://schemas.openxmlformats.org/drawingml/2006/main">
            <a:off x="609600" y="50958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4D5A68"/>
                </a:solidFill>
                <a:latin typeface="Consolas"/>
                <a:ea typeface="Consolas"/>
                <a:cs typeface="Consolas"/>
              </a:defRPr>
            </a:defPPr>
            <a:lvl1pPr algn="l">
              <a:defRPr sz="2175" b="0">
                <a:solidFill>
                  <a:srgbClr val="4D5A68"/>
                </a:solidFill>
                <a:latin typeface="Consolas"/>
                <a:ea typeface="Consolas"/>
                <a:cs typeface="Consolas"/>
              </a:defRPr>
            </a:lvl1pPr>
            <a:lvl2pPr algn="l">
              <a:defRPr sz="2175" b="0">
                <a:solidFill>
                  <a:srgbClr val="4D5A68"/>
                </a:solidFill>
                <a:latin typeface="Consolas"/>
                <a:ea typeface="Consolas"/>
                <a:cs typeface="Consolas"/>
              </a:defRPr>
            </a:lvl2pPr>
            <a:lvl3pPr algn="l">
              <a:defRPr sz="2175" b="0">
                <a:solidFill>
                  <a:srgbClr val="4D5A68"/>
                </a:solidFill>
                <a:latin typeface="Consolas"/>
                <a:ea typeface="Consolas"/>
                <a:cs typeface="Consolas"/>
              </a:defRPr>
            </a:lvl3pPr>
            <a:lvl4pPr algn="l">
              <a:defRPr sz="2175" b="0">
                <a:solidFill>
                  <a:srgbClr val="4D5A68"/>
                </a:solidFill>
                <a:latin typeface="Consolas"/>
                <a:ea typeface="Consolas"/>
                <a:cs typeface="Consolas"/>
              </a:defRPr>
            </a:lvl4pPr>
            <a:lvl5pPr algn="l">
              <a:defRPr sz="2175" b="0">
                <a:solidFill>
                  <a:srgbClr val="4D5A68"/>
                </a:solidFill>
                <a:latin typeface="Consolas"/>
                <a:ea typeface="Consolas"/>
                <a:cs typeface="Consolas"/>
              </a:defRPr>
            </a:lvl5pPr>
            <a:lvl6pPr algn="l">
              <a:defRPr sz="2175" b="0">
                <a:solidFill>
                  <a:srgbClr val="4D5A68"/>
                </a:solidFill>
                <a:latin typeface="Consolas"/>
                <a:ea typeface="Consolas"/>
                <a:cs typeface="Consolas"/>
              </a:defRPr>
            </a:lvl6pPr>
            <a:lvl7pPr algn="l">
              <a:defRPr sz="2175" b="0">
                <a:solidFill>
                  <a:srgbClr val="4D5A68"/>
                </a:solidFill>
                <a:latin typeface="Consolas"/>
                <a:ea typeface="Consolas"/>
                <a:cs typeface="Consolas"/>
              </a:defRPr>
            </a:lvl7pPr>
            <a:lvl8pPr algn="l">
              <a:defRPr sz="2175" b="0">
                <a:solidFill>
                  <a:srgbClr val="4D5A68"/>
                </a:solidFill>
                <a:latin typeface="Consolas"/>
                <a:ea typeface="Consolas"/>
                <a:cs typeface="Consolas"/>
              </a:defRPr>
            </a:lvl8pPr>
            <a:lvl9pPr algn="l">
              <a:defRPr sz="2175" b="0">
                <a:solidFill>
                  <a:srgbClr val="4D5A68"/>
                </a:solidFill>
                <a:latin typeface="Consolas"/>
                <a:ea typeface="Consolas"/>
                <a:cs typeface="Consolas"/>
              </a:defRPr>
            </a:lvl9pPr>
          </a:lstStyle>
          <a:p xmlns:a="http://schemas.openxmlformats.org/drawingml/2006/main">
            <a:pPr algn="l">
              <a:defRPr sz="2175" b="0">
                <a:solidFill>
                  <a:srgbClr val="4D5A68"/>
                </a:solidFill>
                <a:latin typeface="Consolas"/>
                <a:ea typeface="Consolas"/>
                <a:cs typeface="Consolas"/>
              </a:defRPr>
            </a:pPr>
            <a:r>
              <a:rPr sz="2175" b="0">
                <a:solidFill>
                  <a:srgbClr val="4D5A68"/>
                </a:solidFill>
                <a:latin typeface="Consolas"/>
                <a:ea typeface="Consolas"/>
                <a:cs typeface="Consolas"/>
              </a:rPr>
              <a:t>crop(image, 1, 3)</a:t>
            </a:r>
          </a:p>
        </p:txBody>
      </p:sp>
      <p:sp>
        <p:nvSpPr>
          <p:cNvPr id="17" name="너비 3 → 명세대로 너비 2">
            <a:extLst xmlns:a="http://schemas.openxmlformats.org/drawingml/2006/main">
              <a:ext uri="{FF2B5EF4-FFF2-40B4-BE49-F238E27FC236}">
                <a16:creationId xmlns:a16="http://schemas.microsoft.com/office/drawing/2014/main" id="{C5E68EA0-458B-458B-91AF-25F51FAC3C66}"/>
              </a:ext>
            </a:extLst>
          </p:cNvPr>
          <p:cNvSpPr>
            <a:spLocks xmlns:a="http://schemas.openxmlformats.org/drawingml/2006/main" noGrp="1"/>
          </p:cNvSpPr>
          <p:nvPr/>
        </p:nvSpPr>
        <p:spPr>
          <a:xfrm xmlns:a="http://schemas.openxmlformats.org/drawingml/2006/main">
            <a:off x="5086350" y="5095875"/>
            <a:ext cx="6496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Malgun Gothic"/>
                <a:ea typeface="Malgun Gothic"/>
                <a:cs typeface="Malgun Gothic"/>
              </a:defRPr>
            </a:defPPr>
            <a:lvl1pPr algn="l">
              <a:defRPr sz="2400" b="1">
                <a:solidFill>
                  <a:srgbClr val="17212B"/>
                </a:solidFill>
                <a:latin typeface="Malgun Gothic"/>
                <a:ea typeface="Malgun Gothic"/>
                <a:cs typeface="Malgun Gothic"/>
              </a:defRPr>
            </a:lvl1pPr>
            <a:lvl2pPr algn="l">
              <a:defRPr sz="2400" b="1">
                <a:solidFill>
                  <a:srgbClr val="17212B"/>
                </a:solidFill>
                <a:latin typeface="Malgun Gothic"/>
                <a:ea typeface="Malgun Gothic"/>
                <a:cs typeface="Malgun Gothic"/>
              </a:defRPr>
            </a:lvl2pPr>
            <a:lvl3pPr algn="l">
              <a:defRPr sz="2400" b="1">
                <a:solidFill>
                  <a:srgbClr val="17212B"/>
                </a:solidFill>
                <a:latin typeface="Malgun Gothic"/>
                <a:ea typeface="Malgun Gothic"/>
                <a:cs typeface="Malgun Gothic"/>
              </a:defRPr>
            </a:lvl3pPr>
            <a:lvl4pPr algn="l">
              <a:defRPr sz="2400" b="1">
                <a:solidFill>
                  <a:srgbClr val="17212B"/>
                </a:solidFill>
                <a:latin typeface="Malgun Gothic"/>
                <a:ea typeface="Malgun Gothic"/>
                <a:cs typeface="Malgun Gothic"/>
              </a:defRPr>
            </a:lvl4pPr>
            <a:lvl5pPr algn="l">
              <a:defRPr sz="2400" b="1">
                <a:solidFill>
                  <a:srgbClr val="17212B"/>
                </a:solidFill>
                <a:latin typeface="Malgun Gothic"/>
                <a:ea typeface="Malgun Gothic"/>
                <a:cs typeface="Malgun Gothic"/>
              </a:defRPr>
            </a:lvl5pPr>
            <a:lvl6pPr algn="l">
              <a:defRPr sz="2400" b="1">
                <a:solidFill>
                  <a:srgbClr val="17212B"/>
                </a:solidFill>
                <a:latin typeface="Malgun Gothic"/>
                <a:ea typeface="Malgun Gothic"/>
                <a:cs typeface="Malgun Gothic"/>
              </a:defRPr>
            </a:lvl6pPr>
            <a:lvl7pPr algn="l">
              <a:defRPr sz="2400" b="1">
                <a:solidFill>
                  <a:srgbClr val="17212B"/>
                </a:solidFill>
                <a:latin typeface="Malgun Gothic"/>
                <a:ea typeface="Malgun Gothic"/>
                <a:cs typeface="Malgun Gothic"/>
              </a:defRPr>
            </a:lvl7pPr>
            <a:lvl8pPr algn="l">
              <a:defRPr sz="2400" b="1">
                <a:solidFill>
                  <a:srgbClr val="17212B"/>
                </a:solidFill>
                <a:latin typeface="Malgun Gothic"/>
                <a:ea typeface="Malgun Gothic"/>
                <a:cs typeface="Malgun Gothic"/>
              </a:defRPr>
            </a:lvl8pPr>
            <a:lvl9pPr algn="l">
              <a:defRPr sz="2400" b="1">
                <a:solidFill>
                  <a:srgbClr val="17212B"/>
                </a:solidFill>
                <a:latin typeface="Malgun Gothic"/>
                <a:ea typeface="Malgun Gothic"/>
                <a:cs typeface="Malgun Gothic"/>
              </a:defRPr>
            </a:lvl9pPr>
          </a:lstStyle>
          <a:p xmlns:a="http://schemas.openxmlformats.org/drawingml/2006/main">
            <a:pPr algn="l">
              <a:defRPr sz="2400" b="1">
                <a:solidFill>
                  <a:srgbClr val="17212B"/>
                </a:solidFill>
                <a:latin typeface="Malgun Gothic"/>
                <a:ea typeface="Malgun Gothic"/>
                <a:cs typeface="Malgun Gothic"/>
              </a:defRPr>
            </a:pPr>
            <a:r>
              <a:rPr sz="2400" b="1">
                <a:solidFill>
                  <a:srgbClr val="17212B"/>
                </a:solidFill>
                <a:latin typeface="Malgun Gothic"/>
                <a:ea typeface="Malgun Gothic"/>
                <a:cs typeface="Malgun Gothic"/>
              </a:rPr>
              <a:t>너비 3 → 명세대로 너비 2</a:t>
            </a:r>
          </a:p>
        </p:txBody>
      </p:sp>
      <p:sp>
        <p:nvSpPr>
          <p:cNvPr id="18" name="다음은 요청한 05 확인·보고의 근거를 살펴본다.">
            <a:extLst xmlns:a="http://schemas.openxmlformats.org/drawingml/2006/main">
              <a:ext uri="{FF2B5EF4-FFF2-40B4-BE49-F238E27FC236}">
                <a16:creationId xmlns:a16="http://schemas.microsoft.com/office/drawing/2014/main" id="{12C45F47-95B6-4E85-84C4-E3B50087FE3B}"/>
              </a:ext>
            </a:extLst>
          </p:cNvPr>
          <p:cNvSpPr>
            <a:spLocks xmlns:a="http://schemas.openxmlformats.org/drawingml/2006/main" noGrp="1"/>
          </p:cNvSpPr>
          <p:nvPr/>
        </p:nvSpPr>
        <p:spPr>
          <a:xfrm xmlns:a="http://schemas.openxmlformats.org/drawingml/2006/main">
            <a:off x="609600" y="55340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0B6172"/>
                </a:solidFill>
                <a:latin typeface="Malgun Gothic"/>
                <a:ea typeface="Malgun Gothic"/>
                <a:cs typeface="Malgun Gothic"/>
              </a:defRPr>
            </a:defPPr>
            <a:lvl1pPr algn="l">
              <a:defRPr sz="1650" b="0">
                <a:solidFill>
                  <a:srgbClr val="0B6172"/>
                </a:solidFill>
                <a:latin typeface="Malgun Gothic"/>
                <a:ea typeface="Malgun Gothic"/>
                <a:cs typeface="Malgun Gothic"/>
              </a:defRPr>
            </a:lvl1pPr>
            <a:lvl2pPr algn="l">
              <a:defRPr sz="1650" b="0">
                <a:solidFill>
                  <a:srgbClr val="0B6172"/>
                </a:solidFill>
                <a:latin typeface="Malgun Gothic"/>
                <a:ea typeface="Malgun Gothic"/>
                <a:cs typeface="Malgun Gothic"/>
              </a:defRPr>
            </a:lvl2pPr>
            <a:lvl3pPr algn="l">
              <a:defRPr sz="1650" b="0">
                <a:solidFill>
                  <a:srgbClr val="0B6172"/>
                </a:solidFill>
                <a:latin typeface="Malgun Gothic"/>
                <a:ea typeface="Malgun Gothic"/>
                <a:cs typeface="Malgun Gothic"/>
              </a:defRPr>
            </a:lvl3pPr>
            <a:lvl4pPr algn="l">
              <a:defRPr sz="1650" b="0">
                <a:solidFill>
                  <a:srgbClr val="0B6172"/>
                </a:solidFill>
                <a:latin typeface="Malgun Gothic"/>
                <a:ea typeface="Malgun Gothic"/>
                <a:cs typeface="Malgun Gothic"/>
              </a:defRPr>
            </a:lvl4pPr>
            <a:lvl5pPr algn="l">
              <a:defRPr sz="1650" b="0">
                <a:solidFill>
                  <a:srgbClr val="0B6172"/>
                </a:solidFill>
                <a:latin typeface="Malgun Gothic"/>
                <a:ea typeface="Malgun Gothic"/>
                <a:cs typeface="Malgun Gothic"/>
              </a:defRPr>
            </a:lvl5pPr>
            <a:lvl6pPr algn="l">
              <a:defRPr sz="1650" b="0">
                <a:solidFill>
                  <a:srgbClr val="0B6172"/>
                </a:solidFill>
                <a:latin typeface="Malgun Gothic"/>
                <a:ea typeface="Malgun Gothic"/>
                <a:cs typeface="Malgun Gothic"/>
              </a:defRPr>
            </a:lvl6pPr>
            <a:lvl7pPr algn="l">
              <a:defRPr sz="1650" b="0">
                <a:solidFill>
                  <a:srgbClr val="0B6172"/>
                </a:solidFill>
                <a:latin typeface="Malgun Gothic"/>
                <a:ea typeface="Malgun Gothic"/>
                <a:cs typeface="Malgun Gothic"/>
              </a:defRPr>
            </a:lvl7pPr>
            <a:lvl8pPr algn="l">
              <a:defRPr sz="1650" b="0">
                <a:solidFill>
                  <a:srgbClr val="0B6172"/>
                </a:solidFill>
                <a:latin typeface="Malgun Gothic"/>
                <a:ea typeface="Malgun Gothic"/>
                <a:cs typeface="Malgun Gothic"/>
              </a:defRPr>
            </a:lvl8pPr>
            <a:lvl9pPr algn="l">
              <a:defRPr sz="1650" b="0">
                <a:solidFill>
                  <a:srgbClr val="0B6172"/>
                </a:solidFill>
                <a:latin typeface="Malgun Gothic"/>
                <a:ea typeface="Malgun Gothic"/>
                <a:cs typeface="Malgun Gothic"/>
              </a:defRPr>
            </a:lvl9pPr>
          </a:lstStyle>
          <a:p xmlns:a="http://schemas.openxmlformats.org/drawingml/2006/main">
            <a:pPr algn="l">
              <a:defRPr sz="1650" b="0">
                <a:solidFill>
                  <a:srgbClr val="0B6172"/>
                </a:solidFill>
                <a:latin typeface="Malgun Gothic"/>
                <a:ea typeface="Malgun Gothic"/>
                <a:cs typeface="Malgun Gothic"/>
              </a:defRPr>
            </a:pPr>
            <a:r>
              <a:rPr sz="1650" b="0">
                <a:solidFill>
                  <a:srgbClr val="0B6172"/>
                </a:solidFill>
                <a:latin typeface="Malgun Gothic"/>
                <a:ea typeface="Malgun Gothic"/>
                <a:cs typeface="Malgun Gothic"/>
              </a:rPr>
              <a:t>다음은 요청한 05 확인·보고의 근거를 살펴본다.</a:t>
            </a:r>
          </a:p>
        </p:txBody>
      </p:sp>
      <p:sp>
        <p:nvSpPr>
          <p:cNvPr id="19" name="Legacy module connection">
            <a:extLst xmlns:a="http://schemas.openxmlformats.org/drawingml/2006/main">
              <a:ext uri="{FF2B5EF4-FFF2-40B4-BE49-F238E27FC236}">
                <a16:creationId xmlns:a16="http://schemas.microsoft.com/office/drawing/2014/main" id="{D230A509-1889-4A11-BC8B-B1AD1184E2CC}"/>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120879806"/>
      </p:ext>
    </p:extLst>
  </p:cSld>
</p:sld>
</file>

<file path=ppt/slides/slide1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1 · 요청한 확인·보고와 기록의 대응">
            <a:extLst xmlns:a="http://schemas.openxmlformats.org/drawingml/2006/main">
              <a:ext uri="{FF2B5EF4-FFF2-40B4-BE49-F238E27FC236}">
                <a16:creationId xmlns:a16="http://schemas.microsoft.com/office/drawing/2014/main" id="{06B4B112-7BF4-4633-ACEA-9A1B6BFDD512}"/>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요청한 확인·보고와 기록의 대응</a:t>
            </a:r>
          </a:p>
        </p:txBody>
      </p:sp>
      <p:sp>
        <p:nvSpPr>
          <p:cNvPr id="2" name="S19">
            <a:extLst xmlns:a="http://schemas.openxmlformats.org/drawingml/2006/main">
              <a:ext uri="{FF2B5EF4-FFF2-40B4-BE49-F238E27FC236}">
                <a16:creationId xmlns:a16="http://schemas.microsoft.com/office/drawing/2014/main" id="{2A1A883F-0EE7-4142-9690-F70951928E96}"/>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S19</a:t>
            </a:r>
          </a:p>
        </p:txBody>
      </p:sp>
      <p:sp>
        <p:nvSpPr>
          <p:cNvPr id="3" name="변경 결과와 확인 증거">
            <a:extLst xmlns:a="http://schemas.openxmlformats.org/drawingml/2006/main">
              <a:ext uri="{FF2B5EF4-FFF2-40B4-BE49-F238E27FC236}">
                <a16:creationId xmlns:a16="http://schemas.microsoft.com/office/drawing/2014/main" id="{70F1AB8B-0DB6-420C-93AE-1F86E73CBB31}"/>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변경 결과와 확인 증거</a:t>
            </a:r>
          </a:p>
        </p:txBody>
      </p:sp>
      <p:sp>
        <p:nvSpPr>
          <p:cNvPr id="4" name="">
            <a:extLst xmlns:a="http://schemas.openxmlformats.org/drawingml/2006/main">
              <a:ext uri="{FF2B5EF4-FFF2-40B4-BE49-F238E27FC236}">
                <a16:creationId xmlns:a16="http://schemas.microsoft.com/office/drawing/2014/main" id="{A32B94BE-0B6D-4CC2-9D32-D132CE3ABBFA}"/>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2 기록 요약 · 단일 Codex CLI 실행 · STATE-00-FIXED">
            <a:extLst xmlns:a="http://schemas.openxmlformats.org/drawingml/2006/main">
              <a:ext uri="{FF2B5EF4-FFF2-40B4-BE49-F238E27FC236}">
                <a16:creationId xmlns:a16="http://schemas.microsoft.com/office/drawing/2014/main" id="{C6B03FF3-A45F-413B-92D1-4A225C6E792B}"/>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TRIAL-002 기록 요약 · 단일 Codex CLI 실행 · STATE-00-FIXED</a:t>
            </a:r>
          </a:p>
        </p:txBody>
      </p:sp>
      <p:sp>
        <p:nvSpPr>
          <p:cNvPr id="6" name="해당 테스트·입력·수정 범위의 확인입니다. 성능 benchmark는 수행하지 않았습니다.">
            <a:extLst xmlns:a="http://schemas.openxmlformats.org/drawingml/2006/main">
              <a:ext uri="{FF2B5EF4-FFF2-40B4-BE49-F238E27FC236}">
                <a16:creationId xmlns:a16="http://schemas.microsoft.com/office/drawing/2014/main" id="{B49312DC-0984-4E5F-A6AB-331F3B224C5A}"/>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해당 테스트·입력·수정 범위의 확인입니다. 성능 benchmark는 수행하지 않았습니다.</a:t>
            </a:r>
          </a:p>
        </p:txBody>
      </p:sp>
      <p:sp>
        <p:nvSpPr>
          <p:cNvPr id="7" name="요청한 확인·보고에 어떤 근거가 남았을까?">
            <a:extLst xmlns:a="http://schemas.openxmlformats.org/drawingml/2006/main">
              <a:ext uri="{FF2B5EF4-FFF2-40B4-BE49-F238E27FC236}">
                <a16:creationId xmlns:a16="http://schemas.microsoft.com/office/drawing/2014/main" id="{C8170D4B-30BB-4922-801F-56F69A29AC03}"/>
              </a:ext>
            </a:extLst>
          </p:cNvPr>
          <p:cNvSpPr>
            <a:spLocks xmlns:a="http://schemas.openxmlformats.org/drawingml/2006/main" noGrp="1"/>
          </p:cNvSpPr>
          <p:nvPr/>
        </p:nvSpPr>
        <p:spPr>
          <a:xfrm xmlns:a="http://schemas.openxmlformats.org/drawingml/2006/main">
            <a:off x="609600" y="17145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요청한 확인·보고에 어떤 근거가 남았을까?</a:t>
            </a:r>
          </a:p>
        </p:txBody>
      </p:sp>
      <p:sp>
        <p:nvSpPr>
          <p:cNvPr id="8" name="관련 테스트 실행">
            <a:extLst xmlns:a="http://schemas.openxmlformats.org/drawingml/2006/main">
              <a:ext uri="{FF2B5EF4-FFF2-40B4-BE49-F238E27FC236}">
                <a16:creationId xmlns:a16="http://schemas.microsoft.com/office/drawing/2014/main" id="{3B0048E0-D055-4AC5-8ED9-728EB0B7AF14}"/>
              </a:ext>
            </a:extLst>
          </p:cNvPr>
          <p:cNvSpPr>
            <a:spLocks xmlns:a="http://schemas.openxmlformats.org/drawingml/2006/main" noGrp="1"/>
          </p:cNvSpPr>
          <p:nvPr/>
        </p:nvSpPr>
        <p:spPr>
          <a:xfrm xmlns:a="http://schemas.openxmlformats.org/drawingml/2006/main">
            <a:off x="609600" y="2200275"/>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관련 테스트 실행</a:t>
            </a:r>
          </a:p>
        </p:txBody>
      </p:sp>
      <p:sp>
        <p:nvSpPr>
          <p:cNvPr id="9" name="">
            <a:extLst xmlns:a="http://schemas.openxmlformats.org/drawingml/2006/main">
              <a:ext uri="{FF2B5EF4-FFF2-40B4-BE49-F238E27FC236}">
                <a16:creationId xmlns:a16="http://schemas.microsoft.com/office/drawing/2014/main" id="{EA07284B-24DB-4D8B-A3F3-1AB2A6991CD3}"/>
              </a:ext>
            </a:extLst>
          </p:cNvPr>
          <p:cNvSpPr>
            <a:spLocks xmlns:a="http://schemas.openxmlformats.org/drawingml/2006/main" noGrp="1"/>
          </p:cNvSpPr>
          <p:nvPr/>
        </p:nvSpPr>
        <p:spPr>
          <a:xfrm xmlns:a="http://schemas.openxmlformats.org/drawingml/2006/main">
            <a:off x="609600" y="2790825"/>
            <a:ext cx="3429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0" name="3 / 3">
            <a:extLst xmlns:a="http://schemas.openxmlformats.org/drawingml/2006/main">
              <a:ext uri="{FF2B5EF4-FFF2-40B4-BE49-F238E27FC236}">
                <a16:creationId xmlns:a16="http://schemas.microsoft.com/office/drawing/2014/main" id="{6A811CB5-0B2A-4917-8301-77926F79D32D}"/>
              </a:ext>
            </a:extLst>
          </p:cNvPr>
          <p:cNvSpPr>
            <a:spLocks xmlns:a="http://schemas.openxmlformats.org/drawingml/2006/main" noGrp="1"/>
          </p:cNvSpPr>
          <p:nvPr/>
        </p:nvSpPr>
        <p:spPr>
          <a:xfrm xmlns:a="http://schemas.openxmlformats.org/drawingml/2006/main">
            <a:off x="609600" y="3048000"/>
            <a:ext cx="3429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425" b="1">
                <a:solidFill>
                  <a:srgbClr val="176B4D"/>
                </a:solidFill>
                <a:latin typeface="Malgun Gothic"/>
                <a:ea typeface="Malgun Gothic"/>
                <a:cs typeface="Malgun Gothic"/>
              </a:defRPr>
            </a:defPPr>
            <a:lvl1pPr algn="l">
              <a:defRPr sz="4425" b="1">
                <a:solidFill>
                  <a:srgbClr val="176B4D"/>
                </a:solidFill>
                <a:latin typeface="Malgun Gothic"/>
                <a:ea typeface="Malgun Gothic"/>
                <a:cs typeface="Malgun Gothic"/>
              </a:defRPr>
            </a:lvl1pPr>
            <a:lvl2pPr algn="l">
              <a:defRPr sz="4425" b="1">
                <a:solidFill>
                  <a:srgbClr val="176B4D"/>
                </a:solidFill>
                <a:latin typeface="Malgun Gothic"/>
                <a:ea typeface="Malgun Gothic"/>
                <a:cs typeface="Malgun Gothic"/>
              </a:defRPr>
            </a:lvl2pPr>
            <a:lvl3pPr algn="l">
              <a:defRPr sz="4425" b="1">
                <a:solidFill>
                  <a:srgbClr val="176B4D"/>
                </a:solidFill>
                <a:latin typeface="Malgun Gothic"/>
                <a:ea typeface="Malgun Gothic"/>
                <a:cs typeface="Malgun Gothic"/>
              </a:defRPr>
            </a:lvl3pPr>
            <a:lvl4pPr algn="l">
              <a:defRPr sz="4425" b="1">
                <a:solidFill>
                  <a:srgbClr val="176B4D"/>
                </a:solidFill>
                <a:latin typeface="Malgun Gothic"/>
                <a:ea typeface="Malgun Gothic"/>
                <a:cs typeface="Malgun Gothic"/>
              </a:defRPr>
            </a:lvl4pPr>
            <a:lvl5pPr algn="l">
              <a:defRPr sz="4425" b="1">
                <a:solidFill>
                  <a:srgbClr val="176B4D"/>
                </a:solidFill>
                <a:latin typeface="Malgun Gothic"/>
                <a:ea typeface="Malgun Gothic"/>
                <a:cs typeface="Malgun Gothic"/>
              </a:defRPr>
            </a:lvl5pPr>
            <a:lvl6pPr algn="l">
              <a:defRPr sz="4425" b="1">
                <a:solidFill>
                  <a:srgbClr val="176B4D"/>
                </a:solidFill>
                <a:latin typeface="Malgun Gothic"/>
                <a:ea typeface="Malgun Gothic"/>
                <a:cs typeface="Malgun Gothic"/>
              </a:defRPr>
            </a:lvl6pPr>
            <a:lvl7pPr algn="l">
              <a:defRPr sz="4425" b="1">
                <a:solidFill>
                  <a:srgbClr val="176B4D"/>
                </a:solidFill>
                <a:latin typeface="Malgun Gothic"/>
                <a:ea typeface="Malgun Gothic"/>
                <a:cs typeface="Malgun Gothic"/>
              </a:defRPr>
            </a:lvl7pPr>
            <a:lvl8pPr algn="l">
              <a:defRPr sz="4425" b="1">
                <a:solidFill>
                  <a:srgbClr val="176B4D"/>
                </a:solidFill>
                <a:latin typeface="Malgun Gothic"/>
                <a:ea typeface="Malgun Gothic"/>
                <a:cs typeface="Malgun Gothic"/>
              </a:defRPr>
            </a:lvl8pPr>
            <a:lvl9pPr algn="l">
              <a:defRPr sz="4425" b="1">
                <a:solidFill>
                  <a:srgbClr val="176B4D"/>
                </a:solidFill>
                <a:latin typeface="Malgun Gothic"/>
                <a:ea typeface="Malgun Gothic"/>
                <a:cs typeface="Malgun Gothic"/>
              </a:defRPr>
            </a:lvl9pPr>
          </a:lstStyle>
          <a:p xmlns:a="http://schemas.openxmlformats.org/drawingml/2006/main">
            <a:pPr algn="l">
              <a:defRPr sz="4425" b="1">
                <a:solidFill>
                  <a:srgbClr val="176B4D"/>
                </a:solidFill>
                <a:latin typeface="Malgun Gothic"/>
                <a:ea typeface="Malgun Gothic"/>
                <a:cs typeface="Malgun Gothic"/>
              </a:defRPr>
            </a:pPr>
            <a:r>
              <a:rPr sz="4425" b="1">
                <a:solidFill>
                  <a:srgbClr val="176B4D"/>
                </a:solidFill>
                <a:latin typeface="Malgun Gothic"/>
                <a:ea typeface="Malgun Gothic"/>
                <a:cs typeface="Malgun Gothic"/>
              </a:rPr>
              <a:t>3 / 3</a:t>
            </a:r>
          </a:p>
        </p:txBody>
      </p:sp>
      <p:sp>
        <p:nvSpPr>
          <p:cNvPr id="11" name="crop 관련 테스트 묶음">
            <a:extLst xmlns:a="http://schemas.openxmlformats.org/drawingml/2006/main">
              <a:ext uri="{FF2B5EF4-FFF2-40B4-BE49-F238E27FC236}">
                <a16:creationId xmlns:a16="http://schemas.microsoft.com/office/drawing/2014/main" id="{D27C8F2A-79E9-45C9-B741-6E47F9960205}"/>
              </a:ext>
            </a:extLst>
          </p:cNvPr>
          <p:cNvSpPr>
            <a:spLocks xmlns:a="http://schemas.openxmlformats.org/drawingml/2006/main" noGrp="1"/>
          </p:cNvSpPr>
          <p:nvPr/>
        </p:nvSpPr>
        <p:spPr>
          <a:xfrm xmlns:a="http://schemas.openxmlformats.org/drawingml/2006/main">
            <a:off x="609600" y="4191000"/>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crop 관련 테스트 묶음</a:t>
            </a:r>
          </a:p>
        </p:txBody>
      </p:sp>
      <p:sp>
        <p:nvSpPr>
          <p:cNvPr id="12" name="프로젝트 전체 11 / 11 통과">
            <a:extLst xmlns:a="http://schemas.openxmlformats.org/drawingml/2006/main">
              <a:ext uri="{FF2B5EF4-FFF2-40B4-BE49-F238E27FC236}">
                <a16:creationId xmlns:a16="http://schemas.microsoft.com/office/drawing/2014/main" id="{ACB7832A-26F2-4E18-9FAF-67E9C9A33CFE}"/>
              </a:ext>
            </a:extLst>
          </p:cNvPr>
          <p:cNvSpPr>
            <a:spLocks xmlns:a="http://schemas.openxmlformats.org/drawingml/2006/main" noGrp="1"/>
          </p:cNvSpPr>
          <p:nvPr/>
        </p:nvSpPr>
        <p:spPr>
          <a:xfrm xmlns:a="http://schemas.openxmlformats.org/drawingml/2006/main">
            <a:off x="609600" y="49053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4D5A68"/>
                </a:solidFill>
                <a:latin typeface="Malgun Gothic"/>
                <a:ea typeface="Malgun Gothic"/>
                <a:cs typeface="Malgun Gothic"/>
              </a:defRPr>
            </a:defPPr>
            <a:lvl1pPr algn="l">
              <a:defRPr sz="2100" b="0">
                <a:solidFill>
                  <a:srgbClr val="4D5A68"/>
                </a:solidFill>
                <a:latin typeface="Malgun Gothic"/>
                <a:ea typeface="Malgun Gothic"/>
                <a:cs typeface="Malgun Gothic"/>
              </a:defRPr>
            </a:lvl1pPr>
            <a:lvl2pPr algn="l">
              <a:defRPr sz="2100" b="0">
                <a:solidFill>
                  <a:srgbClr val="4D5A68"/>
                </a:solidFill>
                <a:latin typeface="Malgun Gothic"/>
                <a:ea typeface="Malgun Gothic"/>
                <a:cs typeface="Malgun Gothic"/>
              </a:defRPr>
            </a:lvl2pPr>
            <a:lvl3pPr algn="l">
              <a:defRPr sz="2100" b="0">
                <a:solidFill>
                  <a:srgbClr val="4D5A68"/>
                </a:solidFill>
                <a:latin typeface="Malgun Gothic"/>
                <a:ea typeface="Malgun Gothic"/>
                <a:cs typeface="Malgun Gothic"/>
              </a:defRPr>
            </a:lvl3pPr>
            <a:lvl4pPr algn="l">
              <a:defRPr sz="2100" b="0">
                <a:solidFill>
                  <a:srgbClr val="4D5A68"/>
                </a:solidFill>
                <a:latin typeface="Malgun Gothic"/>
                <a:ea typeface="Malgun Gothic"/>
                <a:cs typeface="Malgun Gothic"/>
              </a:defRPr>
            </a:lvl4pPr>
            <a:lvl5pPr algn="l">
              <a:defRPr sz="2100" b="0">
                <a:solidFill>
                  <a:srgbClr val="4D5A68"/>
                </a:solidFill>
                <a:latin typeface="Malgun Gothic"/>
                <a:ea typeface="Malgun Gothic"/>
                <a:cs typeface="Malgun Gothic"/>
              </a:defRPr>
            </a:lvl5pPr>
            <a:lvl6pPr algn="l">
              <a:defRPr sz="2100" b="0">
                <a:solidFill>
                  <a:srgbClr val="4D5A68"/>
                </a:solidFill>
                <a:latin typeface="Malgun Gothic"/>
                <a:ea typeface="Malgun Gothic"/>
                <a:cs typeface="Malgun Gothic"/>
              </a:defRPr>
            </a:lvl6pPr>
            <a:lvl7pPr algn="l">
              <a:defRPr sz="2100" b="0">
                <a:solidFill>
                  <a:srgbClr val="4D5A68"/>
                </a:solidFill>
                <a:latin typeface="Malgun Gothic"/>
                <a:ea typeface="Malgun Gothic"/>
                <a:cs typeface="Malgun Gothic"/>
              </a:defRPr>
            </a:lvl7pPr>
            <a:lvl8pPr algn="l">
              <a:defRPr sz="2100" b="0">
                <a:solidFill>
                  <a:srgbClr val="4D5A68"/>
                </a:solidFill>
                <a:latin typeface="Malgun Gothic"/>
                <a:ea typeface="Malgun Gothic"/>
                <a:cs typeface="Malgun Gothic"/>
              </a:defRPr>
            </a:lvl8pPr>
            <a:lvl9pPr algn="l">
              <a:defRPr sz="2100" b="0">
                <a:solidFill>
                  <a:srgbClr val="4D5A68"/>
                </a:solidFill>
                <a:latin typeface="Malgun Gothic"/>
                <a:ea typeface="Malgun Gothic"/>
                <a:cs typeface="Malgun Gothic"/>
              </a:defRPr>
            </a:lvl9pPr>
          </a:lstStyle>
          <a:p xmlns:a="http://schemas.openxmlformats.org/drawingml/2006/main">
            <a:pPr algn="l">
              <a:defRPr sz="2100" b="0">
                <a:solidFill>
                  <a:srgbClr val="4D5A68"/>
                </a:solidFill>
                <a:latin typeface="Malgun Gothic"/>
                <a:ea typeface="Malgun Gothic"/>
                <a:cs typeface="Malgun Gothic"/>
              </a:defRPr>
            </a:pPr>
            <a:r>
              <a:rPr sz="2100" b="0">
                <a:solidFill>
                  <a:srgbClr val="4D5A68"/>
                </a:solidFill>
                <a:latin typeface="Malgun Gothic"/>
                <a:ea typeface="Malgun Gothic"/>
                <a:cs typeface="Malgun Gothic"/>
              </a:rPr>
              <a:t>프로젝트 전체 11 / 11 통과</a:t>
            </a:r>
          </a:p>
        </p:txBody>
      </p:sp>
      <p:sp>
        <p:nvSpPr>
          <p:cNvPr id="13" name="CLI 샘플 실행">
            <a:extLst xmlns:a="http://schemas.openxmlformats.org/drawingml/2006/main">
              <a:ext uri="{FF2B5EF4-FFF2-40B4-BE49-F238E27FC236}">
                <a16:creationId xmlns:a16="http://schemas.microsoft.com/office/drawing/2014/main" id="{32733E96-72DB-4D40-94CD-6F1262BD885C}"/>
              </a:ext>
            </a:extLst>
          </p:cNvPr>
          <p:cNvSpPr>
            <a:spLocks xmlns:a="http://schemas.openxmlformats.org/drawingml/2006/main" noGrp="1"/>
          </p:cNvSpPr>
          <p:nvPr/>
        </p:nvSpPr>
        <p:spPr>
          <a:xfrm xmlns:a="http://schemas.openxmlformats.org/drawingml/2006/main">
            <a:off x="4381500" y="2200275"/>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CLI 샘플 실행</a:t>
            </a:r>
          </a:p>
        </p:txBody>
      </p:sp>
      <p:sp>
        <p:nvSpPr>
          <p:cNvPr id="14" name="">
            <a:extLst xmlns:a="http://schemas.openxmlformats.org/drawingml/2006/main">
              <a:ext uri="{FF2B5EF4-FFF2-40B4-BE49-F238E27FC236}">
                <a16:creationId xmlns:a16="http://schemas.microsoft.com/office/drawing/2014/main" id="{A9A64A65-5AA8-4CD0-AC54-B403EF7F5702}"/>
              </a:ext>
            </a:extLst>
          </p:cNvPr>
          <p:cNvSpPr>
            <a:spLocks xmlns:a="http://schemas.openxmlformats.org/drawingml/2006/main" noGrp="1"/>
          </p:cNvSpPr>
          <p:nvPr/>
        </p:nvSpPr>
        <p:spPr>
          <a:xfrm xmlns:a="http://schemas.openxmlformats.org/drawingml/2006/main">
            <a:off x="4381500" y="2790825"/>
            <a:ext cx="3429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5" name="PASS">
            <a:extLst xmlns:a="http://schemas.openxmlformats.org/drawingml/2006/main">
              <a:ext uri="{FF2B5EF4-FFF2-40B4-BE49-F238E27FC236}">
                <a16:creationId xmlns:a16="http://schemas.microsoft.com/office/drawing/2014/main" id="{AE345D35-E90C-4B0F-8E64-545F48FB4CDA}"/>
              </a:ext>
            </a:extLst>
          </p:cNvPr>
          <p:cNvSpPr>
            <a:spLocks xmlns:a="http://schemas.openxmlformats.org/drawingml/2006/main" noGrp="1"/>
          </p:cNvSpPr>
          <p:nvPr/>
        </p:nvSpPr>
        <p:spPr>
          <a:xfrm xmlns:a="http://schemas.openxmlformats.org/drawingml/2006/main">
            <a:off x="4381500" y="3048000"/>
            <a:ext cx="3429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425" b="1">
                <a:solidFill>
                  <a:srgbClr val="176B4D"/>
                </a:solidFill>
                <a:latin typeface="Malgun Gothic"/>
                <a:ea typeface="Malgun Gothic"/>
                <a:cs typeface="Malgun Gothic"/>
              </a:defRPr>
            </a:defPPr>
            <a:lvl1pPr algn="l">
              <a:defRPr sz="4425" b="1">
                <a:solidFill>
                  <a:srgbClr val="176B4D"/>
                </a:solidFill>
                <a:latin typeface="Malgun Gothic"/>
                <a:ea typeface="Malgun Gothic"/>
                <a:cs typeface="Malgun Gothic"/>
              </a:defRPr>
            </a:lvl1pPr>
            <a:lvl2pPr algn="l">
              <a:defRPr sz="4425" b="1">
                <a:solidFill>
                  <a:srgbClr val="176B4D"/>
                </a:solidFill>
                <a:latin typeface="Malgun Gothic"/>
                <a:ea typeface="Malgun Gothic"/>
                <a:cs typeface="Malgun Gothic"/>
              </a:defRPr>
            </a:lvl2pPr>
            <a:lvl3pPr algn="l">
              <a:defRPr sz="4425" b="1">
                <a:solidFill>
                  <a:srgbClr val="176B4D"/>
                </a:solidFill>
                <a:latin typeface="Malgun Gothic"/>
                <a:ea typeface="Malgun Gothic"/>
                <a:cs typeface="Malgun Gothic"/>
              </a:defRPr>
            </a:lvl3pPr>
            <a:lvl4pPr algn="l">
              <a:defRPr sz="4425" b="1">
                <a:solidFill>
                  <a:srgbClr val="176B4D"/>
                </a:solidFill>
                <a:latin typeface="Malgun Gothic"/>
                <a:ea typeface="Malgun Gothic"/>
                <a:cs typeface="Malgun Gothic"/>
              </a:defRPr>
            </a:lvl4pPr>
            <a:lvl5pPr algn="l">
              <a:defRPr sz="4425" b="1">
                <a:solidFill>
                  <a:srgbClr val="176B4D"/>
                </a:solidFill>
                <a:latin typeface="Malgun Gothic"/>
                <a:ea typeface="Malgun Gothic"/>
                <a:cs typeface="Malgun Gothic"/>
              </a:defRPr>
            </a:lvl5pPr>
            <a:lvl6pPr algn="l">
              <a:defRPr sz="4425" b="1">
                <a:solidFill>
                  <a:srgbClr val="176B4D"/>
                </a:solidFill>
                <a:latin typeface="Malgun Gothic"/>
                <a:ea typeface="Malgun Gothic"/>
                <a:cs typeface="Malgun Gothic"/>
              </a:defRPr>
            </a:lvl6pPr>
            <a:lvl7pPr algn="l">
              <a:defRPr sz="4425" b="1">
                <a:solidFill>
                  <a:srgbClr val="176B4D"/>
                </a:solidFill>
                <a:latin typeface="Malgun Gothic"/>
                <a:ea typeface="Malgun Gothic"/>
                <a:cs typeface="Malgun Gothic"/>
              </a:defRPr>
            </a:lvl7pPr>
            <a:lvl8pPr algn="l">
              <a:defRPr sz="4425" b="1">
                <a:solidFill>
                  <a:srgbClr val="176B4D"/>
                </a:solidFill>
                <a:latin typeface="Malgun Gothic"/>
                <a:ea typeface="Malgun Gothic"/>
                <a:cs typeface="Malgun Gothic"/>
              </a:defRPr>
            </a:lvl8pPr>
            <a:lvl9pPr algn="l">
              <a:defRPr sz="4425" b="1">
                <a:solidFill>
                  <a:srgbClr val="176B4D"/>
                </a:solidFill>
                <a:latin typeface="Malgun Gothic"/>
                <a:ea typeface="Malgun Gothic"/>
                <a:cs typeface="Malgun Gothic"/>
              </a:defRPr>
            </a:lvl9pPr>
          </a:lstStyle>
          <a:p xmlns:a="http://schemas.openxmlformats.org/drawingml/2006/main">
            <a:pPr algn="l">
              <a:defRPr sz="4425" b="1">
                <a:solidFill>
                  <a:srgbClr val="176B4D"/>
                </a:solidFill>
                <a:latin typeface="Malgun Gothic"/>
                <a:ea typeface="Malgun Gothic"/>
                <a:cs typeface="Malgun Gothic"/>
              </a:defRPr>
            </a:pPr>
            <a:r>
              <a:rPr sz="4425" b="1">
                <a:solidFill>
                  <a:srgbClr val="176B4D"/>
                </a:solidFill>
                <a:latin typeface="Malgun Gothic"/>
                <a:ea typeface="Malgun Gothic"/>
                <a:cs typeface="Malgun Gothic"/>
              </a:rPr>
              <a:t>PASS</a:t>
            </a:r>
          </a:p>
        </p:txBody>
      </p:sp>
      <p:sp>
        <p:nvSpPr>
          <p:cNvPr id="16" name="CLI 샘플 실행 확인">
            <a:extLst xmlns:a="http://schemas.openxmlformats.org/drawingml/2006/main">
              <a:ext uri="{FF2B5EF4-FFF2-40B4-BE49-F238E27FC236}">
                <a16:creationId xmlns:a16="http://schemas.microsoft.com/office/drawing/2014/main" id="{95FF692B-7FE7-459E-85A2-4646D32FBBCF}"/>
              </a:ext>
            </a:extLst>
          </p:cNvPr>
          <p:cNvSpPr>
            <a:spLocks xmlns:a="http://schemas.openxmlformats.org/drawingml/2006/main" noGrp="1"/>
          </p:cNvSpPr>
          <p:nvPr/>
        </p:nvSpPr>
        <p:spPr>
          <a:xfrm xmlns:a="http://schemas.openxmlformats.org/drawingml/2006/main">
            <a:off x="4381500" y="4191000"/>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CLI 샘플 실행 확인</a:t>
            </a:r>
          </a:p>
        </p:txBody>
      </p:sp>
      <p:sp>
        <p:nvSpPr>
          <p:cNvPr id="17" name="기록된 샘플의 실행 경로">
            <a:extLst xmlns:a="http://schemas.openxmlformats.org/drawingml/2006/main">
              <a:ext uri="{FF2B5EF4-FFF2-40B4-BE49-F238E27FC236}">
                <a16:creationId xmlns:a16="http://schemas.microsoft.com/office/drawing/2014/main" id="{A4100E15-C6B4-4DAE-80B2-F3ED008FA5E4}"/>
              </a:ext>
            </a:extLst>
          </p:cNvPr>
          <p:cNvSpPr>
            <a:spLocks xmlns:a="http://schemas.openxmlformats.org/drawingml/2006/main" noGrp="1"/>
          </p:cNvSpPr>
          <p:nvPr/>
        </p:nvSpPr>
        <p:spPr>
          <a:xfrm xmlns:a="http://schemas.openxmlformats.org/drawingml/2006/main">
            <a:off x="4381500" y="49053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4D5A68"/>
                </a:solidFill>
                <a:latin typeface="Malgun Gothic"/>
                <a:ea typeface="Malgun Gothic"/>
                <a:cs typeface="Malgun Gothic"/>
              </a:defRPr>
            </a:defPPr>
            <a:lvl1pPr algn="l">
              <a:defRPr sz="2100" b="0">
                <a:solidFill>
                  <a:srgbClr val="4D5A68"/>
                </a:solidFill>
                <a:latin typeface="Malgun Gothic"/>
                <a:ea typeface="Malgun Gothic"/>
                <a:cs typeface="Malgun Gothic"/>
              </a:defRPr>
            </a:lvl1pPr>
            <a:lvl2pPr algn="l">
              <a:defRPr sz="2100" b="0">
                <a:solidFill>
                  <a:srgbClr val="4D5A68"/>
                </a:solidFill>
                <a:latin typeface="Malgun Gothic"/>
                <a:ea typeface="Malgun Gothic"/>
                <a:cs typeface="Malgun Gothic"/>
              </a:defRPr>
            </a:lvl2pPr>
            <a:lvl3pPr algn="l">
              <a:defRPr sz="2100" b="0">
                <a:solidFill>
                  <a:srgbClr val="4D5A68"/>
                </a:solidFill>
                <a:latin typeface="Malgun Gothic"/>
                <a:ea typeface="Malgun Gothic"/>
                <a:cs typeface="Malgun Gothic"/>
              </a:defRPr>
            </a:lvl3pPr>
            <a:lvl4pPr algn="l">
              <a:defRPr sz="2100" b="0">
                <a:solidFill>
                  <a:srgbClr val="4D5A68"/>
                </a:solidFill>
                <a:latin typeface="Malgun Gothic"/>
                <a:ea typeface="Malgun Gothic"/>
                <a:cs typeface="Malgun Gothic"/>
              </a:defRPr>
            </a:lvl4pPr>
            <a:lvl5pPr algn="l">
              <a:defRPr sz="2100" b="0">
                <a:solidFill>
                  <a:srgbClr val="4D5A68"/>
                </a:solidFill>
                <a:latin typeface="Malgun Gothic"/>
                <a:ea typeface="Malgun Gothic"/>
                <a:cs typeface="Malgun Gothic"/>
              </a:defRPr>
            </a:lvl5pPr>
            <a:lvl6pPr algn="l">
              <a:defRPr sz="2100" b="0">
                <a:solidFill>
                  <a:srgbClr val="4D5A68"/>
                </a:solidFill>
                <a:latin typeface="Malgun Gothic"/>
                <a:ea typeface="Malgun Gothic"/>
                <a:cs typeface="Malgun Gothic"/>
              </a:defRPr>
            </a:lvl6pPr>
            <a:lvl7pPr algn="l">
              <a:defRPr sz="2100" b="0">
                <a:solidFill>
                  <a:srgbClr val="4D5A68"/>
                </a:solidFill>
                <a:latin typeface="Malgun Gothic"/>
                <a:ea typeface="Malgun Gothic"/>
                <a:cs typeface="Malgun Gothic"/>
              </a:defRPr>
            </a:lvl7pPr>
            <a:lvl8pPr algn="l">
              <a:defRPr sz="2100" b="0">
                <a:solidFill>
                  <a:srgbClr val="4D5A68"/>
                </a:solidFill>
                <a:latin typeface="Malgun Gothic"/>
                <a:ea typeface="Malgun Gothic"/>
                <a:cs typeface="Malgun Gothic"/>
              </a:defRPr>
            </a:lvl8pPr>
            <a:lvl9pPr algn="l">
              <a:defRPr sz="2100" b="0">
                <a:solidFill>
                  <a:srgbClr val="4D5A68"/>
                </a:solidFill>
                <a:latin typeface="Malgun Gothic"/>
                <a:ea typeface="Malgun Gothic"/>
                <a:cs typeface="Malgun Gothic"/>
              </a:defRPr>
            </a:lvl9pPr>
          </a:lstStyle>
          <a:p xmlns:a="http://schemas.openxmlformats.org/drawingml/2006/main">
            <a:pPr algn="l">
              <a:defRPr sz="2100" b="0">
                <a:solidFill>
                  <a:srgbClr val="4D5A68"/>
                </a:solidFill>
                <a:latin typeface="Malgun Gothic"/>
                <a:ea typeface="Malgun Gothic"/>
                <a:cs typeface="Malgun Gothic"/>
              </a:defRPr>
            </a:pPr>
            <a:r>
              <a:rPr sz="2100" b="0">
                <a:solidFill>
                  <a:srgbClr val="4D5A68"/>
                </a:solidFill>
                <a:latin typeface="Malgun Gothic"/>
                <a:ea typeface="Malgun Gothic"/>
                <a:cs typeface="Malgun Gothic"/>
              </a:rPr>
              <a:t>기록된 샘플의 실행 경로</a:t>
            </a:r>
          </a:p>
        </p:txBody>
      </p:sp>
      <p:sp>
        <p:nvSpPr>
          <p:cNvPr id="18" name="변경 내용 확인">
            <a:extLst xmlns:a="http://schemas.openxmlformats.org/drawingml/2006/main">
              <a:ext uri="{FF2B5EF4-FFF2-40B4-BE49-F238E27FC236}">
                <a16:creationId xmlns:a16="http://schemas.microsoft.com/office/drawing/2014/main" id="{F18952E9-4FED-4705-9564-3A44A6AF7287}"/>
              </a:ext>
            </a:extLst>
          </p:cNvPr>
          <p:cNvSpPr>
            <a:spLocks xmlns:a="http://schemas.openxmlformats.org/drawingml/2006/main" noGrp="1"/>
          </p:cNvSpPr>
          <p:nvPr/>
        </p:nvSpPr>
        <p:spPr>
          <a:xfrm xmlns:a="http://schemas.openxmlformats.org/drawingml/2006/main">
            <a:off x="8153400" y="2200275"/>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변경 내용 확인</a:t>
            </a:r>
          </a:p>
        </p:txBody>
      </p:sp>
      <p:sp>
        <p:nvSpPr>
          <p:cNvPr id="19" name="">
            <a:extLst xmlns:a="http://schemas.openxmlformats.org/drawingml/2006/main">
              <a:ext uri="{FF2B5EF4-FFF2-40B4-BE49-F238E27FC236}">
                <a16:creationId xmlns:a16="http://schemas.microsoft.com/office/drawing/2014/main" id="{1760B8DA-44B6-4B56-8D3D-2685113F45FA}"/>
              </a:ext>
            </a:extLst>
          </p:cNvPr>
          <p:cNvSpPr>
            <a:spLocks xmlns:a="http://schemas.openxmlformats.org/drawingml/2006/main" noGrp="1"/>
          </p:cNvSpPr>
          <p:nvPr/>
        </p:nvSpPr>
        <p:spPr>
          <a:xfrm xmlns:a="http://schemas.openxmlformats.org/drawingml/2006/main">
            <a:off x="8153400" y="2790825"/>
            <a:ext cx="3429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1줄">
            <a:extLst xmlns:a="http://schemas.openxmlformats.org/drawingml/2006/main">
              <a:ext uri="{FF2B5EF4-FFF2-40B4-BE49-F238E27FC236}">
                <a16:creationId xmlns:a16="http://schemas.microsoft.com/office/drawing/2014/main" id="{09DBF235-FE55-42B3-885D-95C63517B5AB}"/>
              </a:ext>
            </a:extLst>
          </p:cNvPr>
          <p:cNvSpPr>
            <a:spLocks xmlns:a="http://schemas.openxmlformats.org/drawingml/2006/main" noGrp="1"/>
          </p:cNvSpPr>
          <p:nvPr/>
        </p:nvSpPr>
        <p:spPr>
          <a:xfrm xmlns:a="http://schemas.openxmlformats.org/drawingml/2006/main">
            <a:off x="8153400" y="3048000"/>
            <a:ext cx="3429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425" b="1">
                <a:solidFill>
                  <a:srgbClr val="176B4D"/>
                </a:solidFill>
                <a:latin typeface="Malgun Gothic"/>
                <a:ea typeface="Malgun Gothic"/>
                <a:cs typeface="Malgun Gothic"/>
              </a:defRPr>
            </a:defPPr>
            <a:lvl1pPr algn="l">
              <a:defRPr sz="4425" b="1">
                <a:solidFill>
                  <a:srgbClr val="176B4D"/>
                </a:solidFill>
                <a:latin typeface="Malgun Gothic"/>
                <a:ea typeface="Malgun Gothic"/>
                <a:cs typeface="Malgun Gothic"/>
              </a:defRPr>
            </a:lvl1pPr>
            <a:lvl2pPr algn="l">
              <a:defRPr sz="4425" b="1">
                <a:solidFill>
                  <a:srgbClr val="176B4D"/>
                </a:solidFill>
                <a:latin typeface="Malgun Gothic"/>
                <a:ea typeface="Malgun Gothic"/>
                <a:cs typeface="Malgun Gothic"/>
              </a:defRPr>
            </a:lvl2pPr>
            <a:lvl3pPr algn="l">
              <a:defRPr sz="4425" b="1">
                <a:solidFill>
                  <a:srgbClr val="176B4D"/>
                </a:solidFill>
                <a:latin typeface="Malgun Gothic"/>
                <a:ea typeface="Malgun Gothic"/>
                <a:cs typeface="Malgun Gothic"/>
              </a:defRPr>
            </a:lvl3pPr>
            <a:lvl4pPr algn="l">
              <a:defRPr sz="4425" b="1">
                <a:solidFill>
                  <a:srgbClr val="176B4D"/>
                </a:solidFill>
                <a:latin typeface="Malgun Gothic"/>
                <a:ea typeface="Malgun Gothic"/>
                <a:cs typeface="Malgun Gothic"/>
              </a:defRPr>
            </a:lvl4pPr>
            <a:lvl5pPr algn="l">
              <a:defRPr sz="4425" b="1">
                <a:solidFill>
                  <a:srgbClr val="176B4D"/>
                </a:solidFill>
                <a:latin typeface="Malgun Gothic"/>
                <a:ea typeface="Malgun Gothic"/>
                <a:cs typeface="Malgun Gothic"/>
              </a:defRPr>
            </a:lvl5pPr>
            <a:lvl6pPr algn="l">
              <a:defRPr sz="4425" b="1">
                <a:solidFill>
                  <a:srgbClr val="176B4D"/>
                </a:solidFill>
                <a:latin typeface="Malgun Gothic"/>
                <a:ea typeface="Malgun Gothic"/>
                <a:cs typeface="Malgun Gothic"/>
              </a:defRPr>
            </a:lvl6pPr>
            <a:lvl7pPr algn="l">
              <a:defRPr sz="4425" b="1">
                <a:solidFill>
                  <a:srgbClr val="176B4D"/>
                </a:solidFill>
                <a:latin typeface="Malgun Gothic"/>
                <a:ea typeface="Malgun Gothic"/>
                <a:cs typeface="Malgun Gothic"/>
              </a:defRPr>
            </a:lvl7pPr>
            <a:lvl8pPr algn="l">
              <a:defRPr sz="4425" b="1">
                <a:solidFill>
                  <a:srgbClr val="176B4D"/>
                </a:solidFill>
                <a:latin typeface="Malgun Gothic"/>
                <a:ea typeface="Malgun Gothic"/>
                <a:cs typeface="Malgun Gothic"/>
              </a:defRPr>
            </a:lvl8pPr>
            <a:lvl9pPr algn="l">
              <a:defRPr sz="4425" b="1">
                <a:solidFill>
                  <a:srgbClr val="176B4D"/>
                </a:solidFill>
                <a:latin typeface="Malgun Gothic"/>
                <a:ea typeface="Malgun Gothic"/>
                <a:cs typeface="Malgun Gothic"/>
              </a:defRPr>
            </a:lvl9pPr>
          </a:lstStyle>
          <a:p xmlns:a="http://schemas.openxmlformats.org/drawingml/2006/main">
            <a:pPr algn="l">
              <a:defRPr sz="4425" b="1">
                <a:solidFill>
                  <a:srgbClr val="176B4D"/>
                </a:solidFill>
                <a:latin typeface="Malgun Gothic"/>
                <a:ea typeface="Malgun Gothic"/>
                <a:cs typeface="Malgun Gothic"/>
              </a:defRPr>
            </a:pPr>
            <a:r>
              <a:rPr sz="4425" b="1">
                <a:solidFill>
                  <a:srgbClr val="176B4D"/>
                </a:solidFill>
                <a:latin typeface="Malgun Gothic"/>
                <a:ea typeface="Malgun Gothic"/>
                <a:cs typeface="Malgun Gothic"/>
              </a:rPr>
              <a:t>1줄</a:t>
            </a:r>
          </a:p>
        </p:txBody>
      </p:sp>
      <p:sp>
        <p:nvSpPr>
          <p:cNvPr id="21" name="한 파일의 crop 구현">
            <a:extLst xmlns:a="http://schemas.openxmlformats.org/drawingml/2006/main">
              <a:ext uri="{FF2B5EF4-FFF2-40B4-BE49-F238E27FC236}">
                <a16:creationId xmlns:a16="http://schemas.microsoft.com/office/drawing/2014/main" id="{D9638BCF-CBB5-4908-89A5-F27162AE49AF}"/>
              </a:ext>
            </a:extLst>
          </p:cNvPr>
          <p:cNvSpPr>
            <a:spLocks xmlns:a="http://schemas.openxmlformats.org/drawingml/2006/main" noGrp="1"/>
          </p:cNvSpPr>
          <p:nvPr/>
        </p:nvSpPr>
        <p:spPr>
          <a:xfrm xmlns:a="http://schemas.openxmlformats.org/drawingml/2006/main">
            <a:off x="8153400" y="4191000"/>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한 파일의 crop 구현</a:t>
            </a:r>
          </a:p>
        </p:txBody>
      </p:sp>
      <p:sp>
        <p:nvSpPr>
          <p:cNvPr id="22" name="git diff --check 통과">
            <a:extLst xmlns:a="http://schemas.openxmlformats.org/drawingml/2006/main">
              <a:ext uri="{FF2B5EF4-FFF2-40B4-BE49-F238E27FC236}">
                <a16:creationId xmlns:a16="http://schemas.microsoft.com/office/drawing/2014/main" id="{84014752-19F9-441A-8DE7-7DBBDAAC27E3}"/>
              </a:ext>
            </a:extLst>
          </p:cNvPr>
          <p:cNvSpPr>
            <a:spLocks xmlns:a="http://schemas.openxmlformats.org/drawingml/2006/main" noGrp="1"/>
          </p:cNvSpPr>
          <p:nvPr/>
        </p:nvSpPr>
        <p:spPr>
          <a:xfrm xmlns:a="http://schemas.openxmlformats.org/drawingml/2006/main">
            <a:off x="8153400" y="49053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4D5A68"/>
                </a:solidFill>
                <a:latin typeface="Malgun Gothic"/>
                <a:ea typeface="Malgun Gothic"/>
                <a:cs typeface="Malgun Gothic"/>
              </a:defRPr>
            </a:defPPr>
            <a:lvl1pPr algn="l">
              <a:defRPr sz="2100" b="0">
                <a:solidFill>
                  <a:srgbClr val="4D5A68"/>
                </a:solidFill>
                <a:latin typeface="Malgun Gothic"/>
                <a:ea typeface="Malgun Gothic"/>
                <a:cs typeface="Malgun Gothic"/>
              </a:defRPr>
            </a:lvl1pPr>
            <a:lvl2pPr algn="l">
              <a:defRPr sz="2100" b="0">
                <a:solidFill>
                  <a:srgbClr val="4D5A68"/>
                </a:solidFill>
                <a:latin typeface="Malgun Gothic"/>
                <a:ea typeface="Malgun Gothic"/>
                <a:cs typeface="Malgun Gothic"/>
              </a:defRPr>
            </a:lvl2pPr>
            <a:lvl3pPr algn="l">
              <a:defRPr sz="2100" b="0">
                <a:solidFill>
                  <a:srgbClr val="4D5A68"/>
                </a:solidFill>
                <a:latin typeface="Malgun Gothic"/>
                <a:ea typeface="Malgun Gothic"/>
                <a:cs typeface="Malgun Gothic"/>
              </a:defRPr>
            </a:lvl3pPr>
            <a:lvl4pPr algn="l">
              <a:defRPr sz="2100" b="0">
                <a:solidFill>
                  <a:srgbClr val="4D5A68"/>
                </a:solidFill>
                <a:latin typeface="Malgun Gothic"/>
                <a:ea typeface="Malgun Gothic"/>
                <a:cs typeface="Malgun Gothic"/>
              </a:defRPr>
            </a:lvl4pPr>
            <a:lvl5pPr algn="l">
              <a:defRPr sz="2100" b="0">
                <a:solidFill>
                  <a:srgbClr val="4D5A68"/>
                </a:solidFill>
                <a:latin typeface="Malgun Gothic"/>
                <a:ea typeface="Malgun Gothic"/>
                <a:cs typeface="Malgun Gothic"/>
              </a:defRPr>
            </a:lvl5pPr>
            <a:lvl6pPr algn="l">
              <a:defRPr sz="2100" b="0">
                <a:solidFill>
                  <a:srgbClr val="4D5A68"/>
                </a:solidFill>
                <a:latin typeface="Malgun Gothic"/>
                <a:ea typeface="Malgun Gothic"/>
                <a:cs typeface="Malgun Gothic"/>
              </a:defRPr>
            </a:lvl6pPr>
            <a:lvl7pPr algn="l">
              <a:defRPr sz="2100" b="0">
                <a:solidFill>
                  <a:srgbClr val="4D5A68"/>
                </a:solidFill>
                <a:latin typeface="Malgun Gothic"/>
                <a:ea typeface="Malgun Gothic"/>
                <a:cs typeface="Malgun Gothic"/>
              </a:defRPr>
            </a:lvl7pPr>
            <a:lvl8pPr algn="l">
              <a:defRPr sz="2100" b="0">
                <a:solidFill>
                  <a:srgbClr val="4D5A68"/>
                </a:solidFill>
                <a:latin typeface="Malgun Gothic"/>
                <a:ea typeface="Malgun Gothic"/>
                <a:cs typeface="Malgun Gothic"/>
              </a:defRPr>
            </a:lvl8pPr>
            <a:lvl9pPr algn="l">
              <a:defRPr sz="2100" b="0">
                <a:solidFill>
                  <a:srgbClr val="4D5A68"/>
                </a:solidFill>
                <a:latin typeface="Malgun Gothic"/>
                <a:ea typeface="Malgun Gothic"/>
                <a:cs typeface="Malgun Gothic"/>
              </a:defRPr>
            </a:lvl9pPr>
          </a:lstStyle>
          <a:p xmlns:a="http://schemas.openxmlformats.org/drawingml/2006/main">
            <a:pPr algn="l">
              <a:defRPr sz="2100" b="0">
                <a:solidFill>
                  <a:srgbClr val="4D5A68"/>
                </a:solidFill>
                <a:latin typeface="Malgun Gothic"/>
                <a:ea typeface="Malgun Gothic"/>
                <a:cs typeface="Malgun Gothic"/>
              </a:defRPr>
            </a:pPr>
            <a:r>
              <a:rPr sz="2100" b="0">
                <a:solidFill>
                  <a:srgbClr val="4D5A68"/>
                </a:solidFill>
                <a:latin typeface="Malgun Gothic"/>
                <a:ea typeface="Malgun Gothic"/>
                <a:cs typeface="Malgun Gothic"/>
              </a:rPr>
              <a:t>git diff --check 통과</a:t>
            </a:r>
          </a:p>
        </p:txBody>
      </p:sp>
      <p:sp>
        <p:nvSpPr>
          <p:cNvPr id="23" name="Legacy module connection">
            <a:extLst xmlns:a="http://schemas.openxmlformats.org/drawingml/2006/main">
              <a:ext uri="{FF2B5EF4-FFF2-40B4-BE49-F238E27FC236}">
                <a16:creationId xmlns:a16="http://schemas.microsoft.com/office/drawing/2014/main" id="{EAA70C61-FA8B-47A4-BD54-F1D8FB8B5273}"/>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1693869651"/>
      </p:ext>
    </p:extLst>
  </p:cSld>
</p:sld>
</file>

<file path=ppt/slides/slide2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1 · 확인·보고할 근거도 요청에 담기">
            <a:extLst xmlns:a="http://schemas.openxmlformats.org/drawingml/2006/main">
              <a:ext uri="{FF2B5EF4-FFF2-40B4-BE49-F238E27FC236}">
                <a16:creationId xmlns:a16="http://schemas.microsoft.com/office/drawing/2014/main" id="{054A4F2D-0195-4218-B220-E559F5808841}"/>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확인·보고할 근거도 요청에 담기</a:t>
            </a:r>
          </a:p>
        </p:txBody>
      </p:sp>
      <p:sp>
        <p:nvSpPr>
          <p:cNvPr id="2" name="S20">
            <a:extLst xmlns:a="http://schemas.openxmlformats.org/drawingml/2006/main">
              <a:ext uri="{FF2B5EF4-FFF2-40B4-BE49-F238E27FC236}">
                <a16:creationId xmlns:a16="http://schemas.microsoft.com/office/drawing/2014/main" id="{5919554B-800B-400B-9324-3DD73D9DC427}"/>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S20</a:t>
            </a:r>
          </a:p>
        </p:txBody>
      </p:sp>
      <p:sp>
        <p:nvSpPr>
          <p:cNvPr id="3" name="Generated ≠ Done">
            <a:extLst xmlns:a="http://schemas.openxmlformats.org/drawingml/2006/main">
              <a:ext uri="{FF2B5EF4-FFF2-40B4-BE49-F238E27FC236}">
                <a16:creationId xmlns:a16="http://schemas.microsoft.com/office/drawing/2014/main" id="{E6A12D0F-EB06-4D4E-A438-F34E0C20A542}"/>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Generated ≠ Done</a:t>
            </a:r>
          </a:p>
        </p:txBody>
      </p:sp>
      <p:sp>
        <p:nvSpPr>
          <p:cNvPr id="4" name="">
            <a:extLst xmlns:a="http://schemas.openxmlformats.org/drawingml/2006/main">
              <a:ext uri="{FF2B5EF4-FFF2-40B4-BE49-F238E27FC236}">
                <a16:creationId xmlns:a16="http://schemas.microsoft.com/office/drawing/2014/main" id="{6DABAE8B-07EF-44D6-A77D-913BD4DD705A}"/>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결과 인계 예 · TRIAL-002 기록 재구성 · 실제 PR 원문이 아님">
            <a:extLst xmlns:a="http://schemas.openxmlformats.org/drawingml/2006/main">
              <a:ext uri="{FF2B5EF4-FFF2-40B4-BE49-F238E27FC236}">
                <a16:creationId xmlns:a16="http://schemas.microsoft.com/office/drawing/2014/main" id="{AC5A31FA-B2AD-41DA-A92E-12E9EFE11BC1}"/>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결과 인계 예 · TRIAL-002 기록 재구성 · 실제 PR 원문이 아님</a:t>
            </a:r>
          </a:p>
        </p:txBody>
      </p:sp>
      <p:sp>
        <p:nvSpPr>
          <p:cNvPr id="6" name="검사는 주장과 위험에 맞춰 선택합니다. TRIAL-002에서 benchmark는 수행하지 않았습니다.">
            <a:extLst xmlns:a="http://schemas.openxmlformats.org/drawingml/2006/main">
              <a:ext uri="{FF2B5EF4-FFF2-40B4-BE49-F238E27FC236}">
                <a16:creationId xmlns:a16="http://schemas.microsoft.com/office/drawing/2014/main" id="{7E28F614-CA7B-407E-8FBD-0CCD8EBFF575}"/>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검사는 주장과 위험에 맞춰 선택합니다. TRIAL-002에서 benchmark는 수행하지 않았습니다.</a:t>
            </a:r>
          </a:p>
        </p:txBody>
      </p:sp>
      <p:sp>
        <p:nvSpPr>
          <p:cNvPr id="7" name="확인·보고도 요청한다">
            <a:extLst xmlns:a="http://schemas.openxmlformats.org/drawingml/2006/main">
              <a:ext uri="{FF2B5EF4-FFF2-40B4-BE49-F238E27FC236}">
                <a16:creationId xmlns:a16="http://schemas.microsoft.com/office/drawing/2014/main" id="{897BB6BD-0FD3-4088-8DA9-DD9FA695E53A}"/>
              </a:ext>
            </a:extLst>
          </p:cNvPr>
          <p:cNvSpPr>
            <a:spLocks xmlns:a="http://schemas.openxmlformats.org/drawingml/2006/main" noGrp="1"/>
          </p:cNvSpPr>
          <p:nvPr/>
        </p:nvSpPr>
        <p:spPr>
          <a:xfrm xmlns:a="http://schemas.openxmlformats.org/drawingml/2006/main">
            <a:off x="609600" y="1971675"/>
            <a:ext cx="361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7212B"/>
                </a:solidFill>
                <a:latin typeface="Malgun Gothic"/>
                <a:ea typeface="Malgun Gothic"/>
                <a:cs typeface="Malgun Gothic"/>
              </a:defRPr>
            </a:defPPr>
            <a:lvl1pPr algn="l">
              <a:defRPr sz="2550" b="1">
                <a:solidFill>
                  <a:srgbClr val="17212B"/>
                </a:solidFill>
                <a:latin typeface="Malgun Gothic"/>
                <a:ea typeface="Malgun Gothic"/>
                <a:cs typeface="Malgun Gothic"/>
              </a:defRPr>
            </a:lvl1pPr>
            <a:lvl2pPr algn="l">
              <a:defRPr sz="2550" b="1">
                <a:solidFill>
                  <a:srgbClr val="17212B"/>
                </a:solidFill>
                <a:latin typeface="Malgun Gothic"/>
                <a:ea typeface="Malgun Gothic"/>
                <a:cs typeface="Malgun Gothic"/>
              </a:defRPr>
            </a:lvl2pPr>
            <a:lvl3pPr algn="l">
              <a:defRPr sz="2550" b="1">
                <a:solidFill>
                  <a:srgbClr val="17212B"/>
                </a:solidFill>
                <a:latin typeface="Malgun Gothic"/>
                <a:ea typeface="Malgun Gothic"/>
                <a:cs typeface="Malgun Gothic"/>
              </a:defRPr>
            </a:lvl3pPr>
            <a:lvl4pPr algn="l">
              <a:defRPr sz="2550" b="1">
                <a:solidFill>
                  <a:srgbClr val="17212B"/>
                </a:solidFill>
                <a:latin typeface="Malgun Gothic"/>
                <a:ea typeface="Malgun Gothic"/>
                <a:cs typeface="Malgun Gothic"/>
              </a:defRPr>
            </a:lvl4pPr>
            <a:lvl5pPr algn="l">
              <a:defRPr sz="2550" b="1">
                <a:solidFill>
                  <a:srgbClr val="17212B"/>
                </a:solidFill>
                <a:latin typeface="Malgun Gothic"/>
                <a:ea typeface="Malgun Gothic"/>
                <a:cs typeface="Malgun Gothic"/>
              </a:defRPr>
            </a:lvl5pPr>
            <a:lvl6pPr algn="l">
              <a:defRPr sz="2550" b="1">
                <a:solidFill>
                  <a:srgbClr val="17212B"/>
                </a:solidFill>
                <a:latin typeface="Malgun Gothic"/>
                <a:ea typeface="Malgun Gothic"/>
                <a:cs typeface="Malgun Gothic"/>
              </a:defRPr>
            </a:lvl6pPr>
            <a:lvl7pPr algn="l">
              <a:defRPr sz="2550" b="1">
                <a:solidFill>
                  <a:srgbClr val="17212B"/>
                </a:solidFill>
                <a:latin typeface="Malgun Gothic"/>
                <a:ea typeface="Malgun Gothic"/>
                <a:cs typeface="Malgun Gothic"/>
              </a:defRPr>
            </a:lvl7pPr>
            <a:lvl8pPr algn="l">
              <a:defRPr sz="2550" b="1">
                <a:solidFill>
                  <a:srgbClr val="17212B"/>
                </a:solidFill>
                <a:latin typeface="Malgun Gothic"/>
                <a:ea typeface="Malgun Gothic"/>
                <a:cs typeface="Malgun Gothic"/>
              </a:defRPr>
            </a:lvl8pPr>
            <a:lvl9pPr algn="l">
              <a:defRPr sz="2550" b="1">
                <a:solidFill>
                  <a:srgbClr val="17212B"/>
                </a:solidFill>
                <a:latin typeface="Malgun Gothic"/>
                <a:ea typeface="Malgun Gothic"/>
                <a:cs typeface="Malgun Gothic"/>
              </a:defRPr>
            </a:lvl9pPr>
          </a:lstStyle>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확인·보고도 요청한다</a:t>
            </a:r>
          </a:p>
        </p:txBody>
      </p:sp>
      <p:sp>
        <p:nvSpPr>
          <p:cNvPr id="8" name="">
            <a:extLst xmlns:a="http://schemas.openxmlformats.org/drawingml/2006/main">
              <a:ext uri="{FF2B5EF4-FFF2-40B4-BE49-F238E27FC236}">
                <a16:creationId xmlns:a16="http://schemas.microsoft.com/office/drawing/2014/main" id="{15AB8AFC-B062-4A63-A080-EC9D8B95B9BB}"/>
              </a:ext>
            </a:extLst>
          </p:cNvPr>
          <p:cNvSpPr>
            <a:spLocks xmlns:a="http://schemas.openxmlformats.org/drawingml/2006/main" noGrp="1"/>
          </p:cNvSpPr>
          <p:nvPr/>
        </p:nvSpPr>
        <p:spPr>
          <a:xfrm xmlns:a="http://schemas.openxmlformats.org/drawingml/2006/main">
            <a:off x="4686300" y="2095500"/>
            <a:ext cx="762000" cy="2952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9" name="사람이 완료를 판단">
            <a:extLst xmlns:a="http://schemas.openxmlformats.org/drawingml/2006/main">
              <a:ext uri="{FF2B5EF4-FFF2-40B4-BE49-F238E27FC236}">
                <a16:creationId xmlns:a16="http://schemas.microsoft.com/office/drawing/2014/main" id="{8DB82EB5-6B0A-4E2A-B4A0-5B0EE44D8F57}"/>
              </a:ext>
            </a:extLst>
          </p:cNvPr>
          <p:cNvSpPr>
            <a:spLocks xmlns:a="http://schemas.openxmlformats.org/drawingml/2006/main" noGrp="1"/>
          </p:cNvSpPr>
          <p:nvPr/>
        </p:nvSpPr>
        <p:spPr>
          <a:xfrm xmlns:a="http://schemas.openxmlformats.org/drawingml/2006/main">
            <a:off x="6324600" y="1971675"/>
            <a:ext cx="525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0B6172"/>
                </a:solidFill>
                <a:latin typeface="Malgun Gothic"/>
                <a:ea typeface="Malgun Gothic"/>
                <a:cs typeface="Malgun Gothic"/>
              </a:defRPr>
            </a:defPPr>
            <a:lvl1pPr algn="l">
              <a:defRPr sz="2850" b="1">
                <a:solidFill>
                  <a:srgbClr val="0B6172"/>
                </a:solidFill>
                <a:latin typeface="Malgun Gothic"/>
                <a:ea typeface="Malgun Gothic"/>
                <a:cs typeface="Malgun Gothic"/>
              </a:defRPr>
            </a:lvl1pPr>
            <a:lvl2pPr algn="l">
              <a:defRPr sz="2850" b="1">
                <a:solidFill>
                  <a:srgbClr val="0B6172"/>
                </a:solidFill>
                <a:latin typeface="Malgun Gothic"/>
                <a:ea typeface="Malgun Gothic"/>
                <a:cs typeface="Malgun Gothic"/>
              </a:defRPr>
            </a:lvl2pPr>
            <a:lvl3pPr algn="l">
              <a:defRPr sz="2850" b="1">
                <a:solidFill>
                  <a:srgbClr val="0B6172"/>
                </a:solidFill>
                <a:latin typeface="Malgun Gothic"/>
                <a:ea typeface="Malgun Gothic"/>
                <a:cs typeface="Malgun Gothic"/>
              </a:defRPr>
            </a:lvl3pPr>
            <a:lvl4pPr algn="l">
              <a:defRPr sz="2850" b="1">
                <a:solidFill>
                  <a:srgbClr val="0B6172"/>
                </a:solidFill>
                <a:latin typeface="Malgun Gothic"/>
                <a:ea typeface="Malgun Gothic"/>
                <a:cs typeface="Malgun Gothic"/>
              </a:defRPr>
            </a:lvl4pPr>
            <a:lvl5pPr algn="l">
              <a:defRPr sz="2850" b="1">
                <a:solidFill>
                  <a:srgbClr val="0B6172"/>
                </a:solidFill>
                <a:latin typeface="Malgun Gothic"/>
                <a:ea typeface="Malgun Gothic"/>
                <a:cs typeface="Malgun Gothic"/>
              </a:defRPr>
            </a:lvl5pPr>
            <a:lvl6pPr algn="l">
              <a:defRPr sz="2850" b="1">
                <a:solidFill>
                  <a:srgbClr val="0B6172"/>
                </a:solidFill>
                <a:latin typeface="Malgun Gothic"/>
                <a:ea typeface="Malgun Gothic"/>
                <a:cs typeface="Malgun Gothic"/>
              </a:defRPr>
            </a:lvl6pPr>
            <a:lvl7pPr algn="l">
              <a:defRPr sz="2850" b="1">
                <a:solidFill>
                  <a:srgbClr val="0B6172"/>
                </a:solidFill>
                <a:latin typeface="Malgun Gothic"/>
                <a:ea typeface="Malgun Gothic"/>
                <a:cs typeface="Malgun Gothic"/>
              </a:defRPr>
            </a:lvl7pPr>
            <a:lvl8pPr algn="l">
              <a:defRPr sz="2850" b="1">
                <a:solidFill>
                  <a:srgbClr val="0B6172"/>
                </a:solidFill>
                <a:latin typeface="Malgun Gothic"/>
                <a:ea typeface="Malgun Gothic"/>
                <a:cs typeface="Malgun Gothic"/>
              </a:defRPr>
            </a:lvl8pPr>
            <a:lvl9pPr algn="l">
              <a:defRPr sz="2850" b="1">
                <a:solidFill>
                  <a:srgbClr val="0B6172"/>
                </a:solidFill>
                <a:latin typeface="Malgun Gothic"/>
                <a:ea typeface="Malgun Gothic"/>
                <a:cs typeface="Malgun Gothic"/>
              </a:defRPr>
            </a:lvl9pPr>
          </a:lstStyle>
          <a:p xmlns:a="http://schemas.openxmlformats.org/drawingml/2006/main">
            <a:pPr algn="l">
              <a:defRPr sz="2850" b="1">
                <a:solidFill>
                  <a:srgbClr val="0B6172"/>
                </a:solidFill>
                <a:latin typeface="Malgun Gothic"/>
                <a:ea typeface="Malgun Gothic"/>
                <a:cs typeface="Malgun Gothic"/>
              </a:defRPr>
            </a:pPr>
            <a:r>
              <a:rPr sz="2850" b="1">
                <a:solidFill>
                  <a:srgbClr val="0B6172"/>
                </a:solidFill>
                <a:latin typeface="Malgun Gothic"/>
                <a:ea typeface="Malgun Gothic"/>
                <a:cs typeface="Malgun Gothic"/>
              </a:rPr>
              <a:t>사람이 완료를 판단</a:t>
            </a:r>
          </a:p>
        </p:txBody>
      </p:sp>
      <p:sp>
        <p:nvSpPr>
          <p:cNvPr id="10" name="">
            <a:extLst xmlns:a="http://schemas.openxmlformats.org/drawingml/2006/main">
              <a:ext uri="{FF2B5EF4-FFF2-40B4-BE49-F238E27FC236}">
                <a16:creationId xmlns:a16="http://schemas.microsoft.com/office/drawing/2014/main" id="{A6D0415D-4821-4589-B980-98F2207351C1}"/>
              </a:ext>
            </a:extLst>
          </p:cNvPr>
          <p:cNvSpPr>
            <a:spLocks xmlns:a="http://schemas.openxmlformats.org/drawingml/2006/main" noGrp="1"/>
          </p:cNvSpPr>
          <p:nvPr/>
        </p:nvSpPr>
        <p:spPr>
          <a:xfrm xmlns:a="http://schemas.openxmlformats.org/drawingml/2006/main">
            <a:off x="609600" y="27717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1" name="무엇을 바꿨나?">
            <a:extLst xmlns:a="http://schemas.openxmlformats.org/drawingml/2006/main">
              <a:ext uri="{FF2B5EF4-FFF2-40B4-BE49-F238E27FC236}">
                <a16:creationId xmlns:a16="http://schemas.microsoft.com/office/drawing/2014/main" id="{26BF6176-2018-4CD5-889F-FF27413E54CE}"/>
              </a:ext>
            </a:extLst>
          </p:cNvPr>
          <p:cNvSpPr>
            <a:spLocks xmlns:a="http://schemas.openxmlformats.org/drawingml/2006/main" noGrp="1"/>
          </p:cNvSpPr>
          <p:nvPr/>
        </p:nvSpPr>
        <p:spPr>
          <a:xfrm xmlns:a="http://schemas.openxmlformats.org/drawingml/2006/main">
            <a:off x="609600" y="28670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무엇을 바꿨나?</a:t>
            </a:r>
          </a:p>
        </p:txBody>
      </p:sp>
      <p:sp>
        <p:nvSpPr>
          <p:cNvPr id="12" name="끝 좌표 명세에 맞춰 crop 구현 1줄 수정">
            <a:extLst xmlns:a="http://schemas.openxmlformats.org/drawingml/2006/main">
              <a:ext uri="{FF2B5EF4-FFF2-40B4-BE49-F238E27FC236}">
                <a16:creationId xmlns:a16="http://schemas.microsoft.com/office/drawing/2014/main" id="{224C0368-D36A-40A5-9466-F86B8F566B68}"/>
              </a:ext>
            </a:extLst>
          </p:cNvPr>
          <p:cNvSpPr>
            <a:spLocks xmlns:a="http://schemas.openxmlformats.org/drawingml/2006/main" noGrp="1"/>
          </p:cNvSpPr>
          <p:nvPr/>
        </p:nvSpPr>
        <p:spPr>
          <a:xfrm xmlns:a="http://schemas.openxmlformats.org/drawingml/2006/main">
            <a:off x="3619500" y="2867025"/>
            <a:ext cx="7962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끝 좌표 명세에 맞춰 crop 구현 1줄 수정</a:t>
            </a:r>
          </a:p>
        </p:txBody>
      </p:sp>
      <p:sp>
        <p:nvSpPr>
          <p:cNvPr id="13" name="">
            <a:extLst xmlns:a="http://schemas.openxmlformats.org/drawingml/2006/main">
              <a:ext uri="{FF2B5EF4-FFF2-40B4-BE49-F238E27FC236}">
                <a16:creationId xmlns:a16="http://schemas.microsoft.com/office/drawing/2014/main" id="{E29F42A3-9999-4CF9-879A-78565008633D}"/>
              </a:ext>
            </a:extLst>
          </p:cNvPr>
          <p:cNvSpPr>
            <a:spLocks xmlns:a="http://schemas.openxmlformats.org/drawingml/2006/main" noGrp="1"/>
          </p:cNvSpPr>
          <p:nvPr/>
        </p:nvSpPr>
        <p:spPr>
          <a:xfrm xmlns:a="http://schemas.openxmlformats.org/drawingml/2006/main">
            <a:off x="609600" y="33432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4" name="무엇으로 확인했나?">
            <a:extLst xmlns:a="http://schemas.openxmlformats.org/drawingml/2006/main">
              <a:ext uri="{FF2B5EF4-FFF2-40B4-BE49-F238E27FC236}">
                <a16:creationId xmlns:a16="http://schemas.microsoft.com/office/drawing/2014/main" id="{F11B694C-74EB-4497-82B5-BCABE9114143}"/>
              </a:ext>
            </a:extLst>
          </p:cNvPr>
          <p:cNvSpPr>
            <a:spLocks xmlns:a="http://schemas.openxmlformats.org/drawingml/2006/main" noGrp="1"/>
          </p:cNvSpPr>
          <p:nvPr/>
        </p:nvSpPr>
        <p:spPr>
          <a:xfrm xmlns:a="http://schemas.openxmlformats.org/drawingml/2006/main">
            <a:off x="609600" y="3438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무엇으로 확인했나?</a:t>
            </a:r>
          </a:p>
        </p:txBody>
      </p:sp>
      <p:sp>
        <p:nvSpPr>
          <p:cNvPr id="15" name="관련 3/3 · 전체 11/11 · CLI 샘플·변경 확인">
            <a:extLst xmlns:a="http://schemas.openxmlformats.org/drawingml/2006/main">
              <a:ext uri="{FF2B5EF4-FFF2-40B4-BE49-F238E27FC236}">
                <a16:creationId xmlns:a16="http://schemas.microsoft.com/office/drawing/2014/main" id="{9D9F0A36-646C-4079-A48A-2E3282B67441}"/>
              </a:ext>
            </a:extLst>
          </p:cNvPr>
          <p:cNvSpPr>
            <a:spLocks xmlns:a="http://schemas.openxmlformats.org/drawingml/2006/main" noGrp="1"/>
          </p:cNvSpPr>
          <p:nvPr/>
        </p:nvSpPr>
        <p:spPr>
          <a:xfrm xmlns:a="http://schemas.openxmlformats.org/drawingml/2006/main">
            <a:off x="3619500" y="3438525"/>
            <a:ext cx="7962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관련 3/3 · 전체 11/11 · CLI 샘플·변경 확인</a:t>
            </a:r>
          </a:p>
        </p:txBody>
      </p:sp>
      <p:sp>
        <p:nvSpPr>
          <p:cNvPr id="16" name="">
            <a:extLst xmlns:a="http://schemas.openxmlformats.org/drawingml/2006/main">
              <a:ext uri="{FF2B5EF4-FFF2-40B4-BE49-F238E27FC236}">
                <a16:creationId xmlns:a16="http://schemas.microsoft.com/office/drawing/2014/main" id="{06507341-5A82-46CB-ABC6-10B5A75A9DFD}"/>
              </a:ext>
            </a:extLst>
          </p:cNvPr>
          <p:cNvSpPr>
            <a:spLocks xmlns:a="http://schemas.openxmlformats.org/drawingml/2006/main" noGrp="1"/>
          </p:cNvSpPr>
          <p:nvPr/>
        </p:nvSpPr>
        <p:spPr>
          <a:xfrm xmlns:a="http://schemas.openxmlformats.org/drawingml/2006/main">
            <a:off x="609600" y="39147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7" name="무엇이 미확인인가?">
            <a:extLst xmlns:a="http://schemas.openxmlformats.org/drawingml/2006/main">
              <a:ext uri="{FF2B5EF4-FFF2-40B4-BE49-F238E27FC236}">
                <a16:creationId xmlns:a16="http://schemas.microsoft.com/office/drawing/2014/main" id="{BA327163-59FB-4993-B455-D2C6F32A5AF8}"/>
              </a:ext>
            </a:extLst>
          </p:cNvPr>
          <p:cNvSpPr>
            <a:spLocks xmlns:a="http://schemas.openxmlformats.org/drawingml/2006/main" noGrp="1"/>
          </p:cNvSpPr>
          <p:nvPr/>
        </p:nvSpPr>
        <p:spPr>
          <a:xfrm xmlns:a="http://schemas.openxmlformats.org/drawingml/2006/main">
            <a:off x="609600" y="40100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무엇이 미확인인가?</a:t>
            </a:r>
          </a:p>
        </p:txBody>
      </p:sp>
      <p:sp>
        <p:nvSpPr>
          <p:cNvPr id="18" name="성능 미측정 · 현재 Desktop 동작 미검증">
            <a:extLst xmlns:a="http://schemas.openxmlformats.org/drawingml/2006/main">
              <a:ext uri="{FF2B5EF4-FFF2-40B4-BE49-F238E27FC236}">
                <a16:creationId xmlns:a16="http://schemas.microsoft.com/office/drawing/2014/main" id="{12B6DF86-8074-45D7-9CE5-84B90513C7E4}"/>
              </a:ext>
            </a:extLst>
          </p:cNvPr>
          <p:cNvSpPr>
            <a:spLocks xmlns:a="http://schemas.openxmlformats.org/drawingml/2006/main" noGrp="1"/>
          </p:cNvSpPr>
          <p:nvPr/>
        </p:nvSpPr>
        <p:spPr>
          <a:xfrm xmlns:a="http://schemas.openxmlformats.org/drawingml/2006/main">
            <a:off x="3619500" y="4010025"/>
            <a:ext cx="7962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성능 미측정 · 현재 Desktop 동작 미검증</a:t>
            </a:r>
          </a:p>
        </p:txBody>
      </p:sp>
      <p:sp>
        <p:nvSpPr>
          <p:cNvPr id="19" name="">
            <a:extLst xmlns:a="http://schemas.openxmlformats.org/drawingml/2006/main">
              <a:ext uri="{FF2B5EF4-FFF2-40B4-BE49-F238E27FC236}">
                <a16:creationId xmlns:a16="http://schemas.microsoft.com/office/drawing/2014/main" id="{BE4B5053-EA23-477E-B74B-EA33C524DEE1}"/>
              </a:ext>
            </a:extLst>
          </p:cNvPr>
          <p:cNvSpPr>
            <a:spLocks xmlns:a="http://schemas.openxmlformats.org/drawingml/2006/main" noGrp="1"/>
          </p:cNvSpPr>
          <p:nvPr/>
        </p:nvSpPr>
        <p:spPr>
          <a:xfrm xmlns:a="http://schemas.openxmlformats.org/drawingml/2006/main">
            <a:off x="609600" y="44862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누가 완료를 판단하나?">
            <a:extLst xmlns:a="http://schemas.openxmlformats.org/drawingml/2006/main">
              <a:ext uri="{FF2B5EF4-FFF2-40B4-BE49-F238E27FC236}">
                <a16:creationId xmlns:a16="http://schemas.microsoft.com/office/drawing/2014/main" id="{9A8D6AF1-7FBE-4F94-A241-0D6A7C868723}"/>
              </a:ext>
            </a:extLst>
          </p:cNvPr>
          <p:cNvSpPr>
            <a:spLocks xmlns:a="http://schemas.openxmlformats.org/drawingml/2006/main" noGrp="1"/>
          </p:cNvSpPr>
          <p:nvPr/>
        </p:nvSpPr>
        <p:spPr>
          <a:xfrm xmlns:a="http://schemas.openxmlformats.org/drawingml/2006/main">
            <a:off x="609600" y="4581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누가 완료를 판단하나?</a:t>
            </a:r>
          </a:p>
        </p:txBody>
      </p:sp>
      <p:sp>
        <p:nvSpPr>
          <p:cNvPr id="21" name="근거와 남은 위험을 보고 사람이 결정">
            <a:extLst xmlns:a="http://schemas.openxmlformats.org/drawingml/2006/main">
              <a:ext uri="{FF2B5EF4-FFF2-40B4-BE49-F238E27FC236}">
                <a16:creationId xmlns:a16="http://schemas.microsoft.com/office/drawing/2014/main" id="{AF4ABA30-96D9-4725-98A0-B64F34A29A37}"/>
              </a:ext>
            </a:extLst>
          </p:cNvPr>
          <p:cNvSpPr>
            <a:spLocks xmlns:a="http://schemas.openxmlformats.org/drawingml/2006/main" noGrp="1"/>
          </p:cNvSpPr>
          <p:nvPr/>
        </p:nvSpPr>
        <p:spPr>
          <a:xfrm xmlns:a="http://schemas.openxmlformats.org/drawingml/2006/main">
            <a:off x="3619500" y="4581525"/>
            <a:ext cx="7962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근거와 남은 위험을 보고 사람이 결정</a:t>
            </a:r>
          </a:p>
        </p:txBody>
      </p:sp>
      <p:sp>
        <p:nvSpPr>
          <p:cNvPr id="22" name="확인 방법·기대 결과·보고할 근거를 완료 조건으로 요청한다.">
            <a:extLst xmlns:a="http://schemas.openxmlformats.org/drawingml/2006/main">
              <a:ext uri="{FF2B5EF4-FFF2-40B4-BE49-F238E27FC236}">
                <a16:creationId xmlns:a16="http://schemas.microsoft.com/office/drawing/2014/main" id="{EA0F9719-949D-4593-9274-D1CA2C7ECBC2}"/>
              </a:ext>
            </a:extLst>
          </p:cNvPr>
          <p:cNvSpPr>
            <a:spLocks xmlns:a="http://schemas.openxmlformats.org/drawingml/2006/main" noGrp="1"/>
          </p:cNvSpPr>
          <p:nvPr/>
        </p:nvSpPr>
        <p:spPr>
          <a:xfrm xmlns:a="http://schemas.openxmlformats.org/drawingml/2006/main">
            <a:off x="609600" y="53244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확인 방법·기대 결과·보고할 근거를 완료 조건으로 요청한다.</a:t>
            </a:r>
          </a:p>
        </p:txBody>
      </p:sp>
      <p:sp>
        <p:nvSpPr>
          <p:cNvPr id="23" name="Legacy module connection">
            <a:extLst xmlns:a="http://schemas.openxmlformats.org/drawingml/2006/main">
              <a:ext uri="{FF2B5EF4-FFF2-40B4-BE49-F238E27FC236}">
                <a16:creationId xmlns:a16="http://schemas.microsoft.com/office/drawing/2014/main" id="{A246C253-D09A-4A9E-8F9D-4B70C88512B2}"/>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 · M2 · M5 · M6</a:t>
            </a:r>
          </a:p>
        </p:txBody>
      </p:sp>
    </p:spTree>
    <p:extLst>
      <p:ext uri="{BB962C8B-B14F-4D97-AF65-F5344CB8AC3E}">
        <p14:creationId xmlns:p14="http://schemas.microsoft.com/office/powerpoint/2010/main" val="888880558"/>
      </p:ext>
    </p:extLst>
  </p:cSld>
</p:sld>
</file>

<file path=ppt/slides/slide2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7" name="ACT 1 · 완료 조건을 명세로 요청하기">
            <a:extLst xmlns:a="http://schemas.openxmlformats.org/drawingml/2006/main">
              <a:ext uri="{FF2B5EF4-FFF2-40B4-BE49-F238E27FC236}">
                <a16:creationId xmlns:a16="http://schemas.microsoft.com/office/drawing/2014/main" id="{BF26FF23-4927-4559-B9B5-44D6232E06E3}"/>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완료 조건을 명세로 요청하기</a:t>
            </a:r>
          </a:p>
        </p:txBody>
      </p:sp>
      <p:sp>
        <p:nvSpPr>
          <p:cNvPr id="2" name="S21">
            <a:extLst xmlns:a="http://schemas.openxmlformats.org/drawingml/2006/main">
              <a:ext uri="{FF2B5EF4-FFF2-40B4-BE49-F238E27FC236}">
                <a16:creationId xmlns:a16="http://schemas.microsoft.com/office/drawing/2014/main" id="{6495A2F6-1BFC-4428-9C52-B6A67881E42C}"/>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S21</a:t>
            </a:r>
          </a:p>
        </p:txBody>
      </p:sp>
      <p:sp>
        <p:nvSpPr>
          <p:cNvPr id="3" name="Check마다 확인하는 범위">
            <a:extLst xmlns:a="http://schemas.openxmlformats.org/drawingml/2006/main">
              <a:ext uri="{FF2B5EF4-FFF2-40B4-BE49-F238E27FC236}">
                <a16:creationId xmlns:a16="http://schemas.microsoft.com/office/drawing/2014/main" id="{22613E93-0624-4775-94EB-6F2BFAFB32CD}"/>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Check마다 확인하는 범위</a:t>
            </a:r>
          </a:p>
        </p:txBody>
      </p:sp>
      <p:sp>
        <p:nvSpPr>
          <p:cNvPr id="4" name="">
            <a:extLst xmlns:a="http://schemas.openxmlformats.org/drawingml/2006/main">
              <a:ext uri="{FF2B5EF4-FFF2-40B4-BE49-F238E27FC236}">
                <a16:creationId xmlns:a16="http://schemas.microsoft.com/office/drawing/2014/main" id="{7A4C23DC-190A-425A-A5BB-E1E504051244}"/>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2: 관련·전체 테스트 / CLI 샘플 실행 / 변경 확인 · 우측은 C++ 교육용 도식">
            <a:extLst xmlns:a="http://schemas.openxmlformats.org/drawingml/2006/main">
              <a:ext uri="{FF2B5EF4-FFF2-40B4-BE49-F238E27FC236}">
                <a16:creationId xmlns:a16="http://schemas.microsoft.com/office/drawing/2014/main" id="{32908DE2-5EEE-4C28-9374-DC8018CF7AF9}"/>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TRIAL-002: 관련·전체 테스트 / CLI 샘플 실행 / 변경 확인 · 우측은 C++ 교육용 도식</a:t>
            </a:r>
          </a:p>
        </p:txBody>
      </p:sp>
      <p:sp>
        <p:nvSpPr>
          <p:cNvPr id="6" name="실제 Trial은 Python unittest입니다. Benchmark 미실행 · 우측은 새 실행·PASS ">
            <a:extLst xmlns:a="http://schemas.openxmlformats.org/drawingml/2006/main">
              <a:ext uri="{FF2B5EF4-FFF2-40B4-BE49-F238E27FC236}">
                <a16:creationId xmlns:a16="http://schemas.microsoft.com/office/drawing/2014/main" id="{1AC91703-2BAE-4E3F-A285-250D39C569AB}"/>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실제 Trial은 Python unittest입니다. Benchmark 미실행 · 우측은 새 실행·PASS 결과가 아닙니다.</a:t>
            </a:r>
          </a:p>
        </p:txBody>
      </p:sp>
      <p:sp>
        <p:nvSpPr>
          <p:cNvPr id="7" name="요청할 확인">
            <a:extLst xmlns:a="http://schemas.openxmlformats.org/drawingml/2006/main">
              <a:ext uri="{FF2B5EF4-FFF2-40B4-BE49-F238E27FC236}">
                <a16:creationId xmlns:a16="http://schemas.microsoft.com/office/drawing/2014/main" id="{DEB00F17-4604-4880-AE36-E98D345394F0}"/>
              </a:ext>
            </a:extLst>
          </p:cNvPr>
          <p:cNvSpPr>
            <a:spLocks xmlns:a="http://schemas.openxmlformats.org/drawingml/2006/main" noGrp="1"/>
          </p:cNvSpPr>
          <p:nvPr/>
        </p:nvSpPr>
        <p:spPr>
          <a:xfrm xmlns:a="http://schemas.openxmlformats.org/drawingml/2006/main">
            <a:off x="609600" y="1876425"/>
            <a:ext cx="1695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요청할 확인</a:t>
            </a:r>
          </a:p>
        </p:txBody>
      </p:sp>
      <p:sp>
        <p:nvSpPr>
          <p:cNvPr id="8" name="말할 수 있는 범위">
            <a:extLst xmlns:a="http://schemas.openxmlformats.org/drawingml/2006/main">
              <a:ext uri="{FF2B5EF4-FFF2-40B4-BE49-F238E27FC236}">
                <a16:creationId xmlns:a16="http://schemas.microsoft.com/office/drawing/2014/main" id="{38888DDC-33E9-4D9F-9631-DEBBE2B65DFD}"/>
              </a:ext>
            </a:extLst>
          </p:cNvPr>
          <p:cNvSpPr>
            <a:spLocks xmlns:a="http://schemas.openxmlformats.org/drawingml/2006/main" noGrp="1"/>
          </p:cNvSpPr>
          <p:nvPr/>
        </p:nvSpPr>
        <p:spPr>
          <a:xfrm xmlns:a="http://schemas.openxmlformats.org/drawingml/2006/main">
            <a:off x="2400300" y="1876425"/>
            <a:ext cx="3390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말할 수 있는 범위</a:t>
            </a:r>
          </a:p>
        </p:txBody>
      </p:sp>
      <p:sp>
        <p:nvSpPr>
          <p:cNvPr id="9" name="">
            <a:extLst xmlns:a="http://schemas.openxmlformats.org/drawingml/2006/main">
              <a:ext uri="{FF2B5EF4-FFF2-40B4-BE49-F238E27FC236}">
                <a16:creationId xmlns:a16="http://schemas.microsoft.com/office/drawing/2014/main" id="{39A3D5DA-7928-4AAC-8178-CBEF5727FA70}"/>
              </a:ext>
            </a:extLst>
          </p:cNvPr>
          <p:cNvSpPr>
            <a:spLocks xmlns:a="http://schemas.openxmlformats.org/drawingml/2006/main" noGrp="1"/>
          </p:cNvSpPr>
          <p:nvPr/>
        </p:nvSpPr>
        <p:spPr>
          <a:xfrm xmlns:a="http://schemas.openxmlformats.org/drawingml/2006/main">
            <a:off x="609600" y="2324100"/>
            <a:ext cx="51816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0" name="관련 테스트">
            <a:extLst xmlns:a="http://schemas.openxmlformats.org/drawingml/2006/main">
              <a:ext uri="{FF2B5EF4-FFF2-40B4-BE49-F238E27FC236}">
                <a16:creationId xmlns:a16="http://schemas.microsoft.com/office/drawing/2014/main" id="{6238BE82-4A5A-4950-8BD0-0F04EDF9C21E}"/>
              </a:ext>
            </a:extLst>
          </p:cNvPr>
          <p:cNvSpPr>
            <a:spLocks xmlns:a="http://schemas.openxmlformats.org/drawingml/2006/main" noGrp="1"/>
          </p:cNvSpPr>
          <p:nvPr/>
        </p:nvSpPr>
        <p:spPr>
          <a:xfrm xmlns:a="http://schemas.openxmlformats.org/drawingml/2006/main">
            <a:off x="609600" y="2400300"/>
            <a:ext cx="1695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관련 테스트</a:t>
            </a:r>
          </a:p>
        </p:txBody>
      </p:sp>
      <p:sp>
        <p:nvSpPr>
          <p:cNvPr id="11" name="바뀐 동작의 해당 조건">
            <a:extLst xmlns:a="http://schemas.openxmlformats.org/drawingml/2006/main">
              <a:ext uri="{FF2B5EF4-FFF2-40B4-BE49-F238E27FC236}">
                <a16:creationId xmlns:a16="http://schemas.microsoft.com/office/drawing/2014/main" id="{95600BAC-E8D7-4E71-BAEF-BE8142EBB2A0}"/>
              </a:ext>
            </a:extLst>
          </p:cNvPr>
          <p:cNvSpPr>
            <a:spLocks xmlns:a="http://schemas.openxmlformats.org/drawingml/2006/main" noGrp="1"/>
          </p:cNvSpPr>
          <p:nvPr/>
        </p:nvSpPr>
        <p:spPr>
          <a:xfrm xmlns:a="http://schemas.openxmlformats.org/drawingml/2006/main">
            <a:off x="2400300" y="2400300"/>
            <a:ext cx="3390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바뀐 동작의 해당 조건</a:t>
            </a:r>
          </a:p>
        </p:txBody>
      </p:sp>
      <p:sp>
        <p:nvSpPr>
          <p:cNvPr id="12" name="">
            <a:extLst xmlns:a="http://schemas.openxmlformats.org/drawingml/2006/main">
              <a:ext uri="{FF2B5EF4-FFF2-40B4-BE49-F238E27FC236}">
                <a16:creationId xmlns:a16="http://schemas.microsoft.com/office/drawing/2014/main" id="{9C88CD48-BE42-46C9-B92A-E998B4873ACD}"/>
              </a:ext>
            </a:extLst>
          </p:cNvPr>
          <p:cNvSpPr>
            <a:spLocks xmlns:a="http://schemas.openxmlformats.org/drawingml/2006/main" noGrp="1"/>
          </p:cNvSpPr>
          <p:nvPr/>
        </p:nvSpPr>
        <p:spPr>
          <a:xfrm xmlns:a="http://schemas.openxmlformats.org/drawingml/2006/main">
            <a:off x="609600" y="2933700"/>
            <a:ext cx="51816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전체 테스트">
            <a:extLst xmlns:a="http://schemas.openxmlformats.org/drawingml/2006/main">
              <a:ext uri="{FF2B5EF4-FFF2-40B4-BE49-F238E27FC236}">
                <a16:creationId xmlns:a16="http://schemas.microsoft.com/office/drawing/2014/main" id="{3AAB7535-646F-46B3-93D5-CD8A62F89B6B}"/>
              </a:ext>
            </a:extLst>
          </p:cNvPr>
          <p:cNvSpPr>
            <a:spLocks xmlns:a="http://schemas.openxmlformats.org/drawingml/2006/main" noGrp="1"/>
          </p:cNvSpPr>
          <p:nvPr/>
        </p:nvSpPr>
        <p:spPr>
          <a:xfrm xmlns:a="http://schemas.openxmlformats.org/drawingml/2006/main">
            <a:off x="609600" y="3009900"/>
            <a:ext cx="1695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전체 테스트</a:t>
            </a:r>
          </a:p>
        </p:txBody>
      </p:sp>
      <p:sp>
        <p:nvSpPr>
          <p:cNvPr id="14" name="현재 suite의 회귀 범위">
            <a:extLst xmlns:a="http://schemas.openxmlformats.org/drawingml/2006/main">
              <a:ext uri="{FF2B5EF4-FFF2-40B4-BE49-F238E27FC236}">
                <a16:creationId xmlns:a16="http://schemas.microsoft.com/office/drawing/2014/main" id="{CA0F3FD2-0C9E-473A-BBD1-4721C00394CA}"/>
              </a:ext>
            </a:extLst>
          </p:cNvPr>
          <p:cNvSpPr>
            <a:spLocks xmlns:a="http://schemas.openxmlformats.org/drawingml/2006/main" noGrp="1"/>
          </p:cNvSpPr>
          <p:nvPr/>
        </p:nvSpPr>
        <p:spPr>
          <a:xfrm xmlns:a="http://schemas.openxmlformats.org/drawingml/2006/main">
            <a:off x="2400300" y="3009900"/>
            <a:ext cx="3390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현재 suite의 회귀 범위</a:t>
            </a:r>
          </a:p>
        </p:txBody>
      </p:sp>
      <p:sp>
        <p:nvSpPr>
          <p:cNvPr id="15" name="">
            <a:extLst xmlns:a="http://schemas.openxmlformats.org/drawingml/2006/main">
              <a:ext uri="{FF2B5EF4-FFF2-40B4-BE49-F238E27FC236}">
                <a16:creationId xmlns:a16="http://schemas.microsoft.com/office/drawing/2014/main" id="{35DCF82F-3296-45F5-90D4-F6F4D3867642}"/>
              </a:ext>
            </a:extLst>
          </p:cNvPr>
          <p:cNvSpPr>
            <a:spLocks xmlns:a="http://schemas.openxmlformats.org/drawingml/2006/main" noGrp="1"/>
          </p:cNvSpPr>
          <p:nvPr/>
        </p:nvSpPr>
        <p:spPr>
          <a:xfrm xmlns:a="http://schemas.openxmlformats.org/drawingml/2006/main">
            <a:off x="609600" y="3543300"/>
            <a:ext cx="51816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CLI 샘플 실행">
            <a:extLst xmlns:a="http://schemas.openxmlformats.org/drawingml/2006/main">
              <a:ext uri="{FF2B5EF4-FFF2-40B4-BE49-F238E27FC236}">
                <a16:creationId xmlns:a16="http://schemas.microsoft.com/office/drawing/2014/main" id="{01B96AD5-A133-48D3-B25E-B5F0C6583B1B}"/>
              </a:ext>
            </a:extLst>
          </p:cNvPr>
          <p:cNvSpPr>
            <a:spLocks xmlns:a="http://schemas.openxmlformats.org/drawingml/2006/main" noGrp="1"/>
          </p:cNvSpPr>
          <p:nvPr/>
        </p:nvSpPr>
        <p:spPr>
          <a:xfrm xmlns:a="http://schemas.openxmlformats.org/drawingml/2006/main">
            <a:off x="609600" y="3619500"/>
            <a:ext cx="1695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CLI 샘플 실행</a:t>
            </a:r>
          </a:p>
        </p:txBody>
      </p:sp>
      <p:sp>
        <p:nvSpPr>
          <p:cNvPr id="17" name="샘플의 통합 실행 경로">
            <a:extLst xmlns:a="http://schemas.openxmlformats.org/drawingml/2006/main">
              <a:ext uri="{FF2B5EF4-FFF2-40B4-BE49-F238E27FC236}">
                <a16:creationId xmlns:a16="http://schemas.microsoft.com/office/drawing/2014/main" id="{2C2D1DE4-A464-46E5-BAA2-B31DCE9C3593}"/>
              </a:ext>
            </a:extLst>
          </p:cNvPr>
          <p:cNvSpPr>
            <a:spLocks xmlns:a="http://schemas.openxmlformats.org/drawingml/2006/main" noGrp="1"/>
          </p:cNvSpPr>
          <p:nvPr/>
        </p:nvSpPr>
        <p:spPr>
          <a:xfrm xmlns:a="http://schemas.openxmlformats.org/drawingml/2006/main">
            <a:off x="2400300" y="3619500"/>
            <a:ext cx="3390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샘플의 통합 실행 경로</a:t>
            </a:r>
          </a:p>
        </p:txBody>
      </p:sp>
      <p:sp>
        <p:nvSpPr>
          <p:cNvPr id="18" name="">
            <a:extLst xmlns:a="http://schemas.openxmlformats.org/drawingml/2006/main">
              <a:ext uri="{FF2B5EF4-FFF2-40B4-BE49-F238E27FC236}">
                <a16:creationId xmlns:a16="http://schemas.microsoft.com/office/drawing/2014/main" id="{0C4DFE36-3C20-4224-AD92-253DBD24F292}"/>
              </a:ext>
            </a:extLst>
          </p:cNvPr>
          <p:cNvSpPr>
            <a:spLocks xmlns:a="http://schemas.openxmlformats.org/drawingml/2006/main" noGrp="1"/>
          </p:cNvSpPr>
          <p:nvPr/>
        </p:nvSpPr>
        <p:spPr>
          <a:xfrm xmlns:a="http://schemas.openxmlformats.org/drawingml/2006/main">
            <a:off x="609600" y="4152900"/>
            <a:ext cx="51816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변경 내용 확인">
            <a:extLst xmlns:a="http://schemas.openxmlformats.org/drawingml/2006/main">
              <a:ext uri="{FF2B5EF4-FFF2-40B4-BE49-F238E27FC236}">
                <a16:creationId xmlns:a16="http://schemas.microsoft.com/office/drawing/2014/main" id="{7247C09F-74CB-40C9-8AFF-B47E202457E2}"/>
              </a:ext>
            </a:extLst>
          </p:cNvPr>
          <p:cNvSpPr>
            <a:spLocks xmlns:a="http://schemas.openxmlformats.org/drawingml/2006/main" noGrp="1"/>
          </p:cNvSpPr>
          <p:nvPr/>
        </p:nvSpPr>
        <p:spPr>
          <a:xfrm xmlns:a="http://schemas.openxmlformats.org/drawingml/2006/main">
            <a:off x="609600" y="4229100"/>
            <a:ext cx="1695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변경 내용 확인</a:t>
            </a:r>
          </a:p>
        </p:txBody>
      </p:sp>
      <p:sp>
        <p:nvSpPr>
          <p:cNvPr id="20" name="변경 범위·의도치 않은 수정">
            <a:extLst xmlns:a="http://schemas.openxmlformats.org/drawingml/2006/main">
              <a:ext uri="{FF2B5EF4-FFF2-40B4-BE49-F238E27FC236}">
                <a16:creationId xmlns:a16="http://schemas.microsoft.com/office/drawing/2014/main" id="{583534ED-FB9E-4E0C-BA5D-8DBC4644AA29}"/>
              </a:ext>
            </a:extLst>
          </p:cNvPr>
          <p:cNvSpPr>
            <a:spLocks xmlns:a="http://schemas.openxmlformats.org/drawingml/2006/main" noGrp="1"/>
          </p:cNvSpPr>
          <p:nvPr/>
        </p:nvSpPr>
        <p:spPr>
          <a:xfrm xmlns:a="http://schemas.openxmlformats.org/drawingml/2006/main">
            <a:off x="2400300" y="4229100"/>
            <a:ext cx="3390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변경 범위·의도치 않은 수정</a:t>
            </a:r>
          </a:p>
        </p:txBody>
      </p:sp>
      <p:sp>
        <p:nvSpPr>
          <p:cNvPr id="21" name="">
            <a:extLst xmlns:a="http://schemas.openxmlformats.org/drawingml/2006/main">
              <a:ext uri="{FF2B5EF4-FFF2-40B4-BE49-F238E27FC236}">
                <a16:creationId xmlns:a16="http://schemas.microsoft.com/office/drawing/2014/main" id="{3B01B87B-7E35-4E84-890B-A403AB4FB9DD}"/>
              </a:ext>
            </a:extLst>
          </p:cNvPr>
          <p:cNvSpPr>
            <a:spLocks xmlns:a="http://schemas.openxmlformats.org/drawingml/2006/main" noGrp="1"/>
          </p:cNvSpPr>
          <p:nvPr/>
        </p:nvSpPr>
        <p:spPr>
          <a:xfrm xmlns:a="http://schemas.openxmlformats.org/drawingml/2006/main">
            <a:off x="609600" y="4762500"/>
            <a:ext cx="51816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2" name="성능 측정">
            <a:extLst xmlns:a="http://schemas.openxmlformats.org/drawingml/2006/main">
              <a:ext uri="{FF2B5EF4-FFF2-40B4-BE49-F238E27FC236}">
                <a16:creationId xmlns:a16="http://schemas.microsoft.com/office/drawing/2014/main" id="{10544A6F-C753-4044-9867-9D205E62CAC1}"/>
              </a:ext>
            </a:extLst>
          </p:cNvPr>
          <p:cNvSpPr>
            <a:spLocks xmlns:a="http://schemas.openxmlformats.org/drawingml/2006/main" noGrp="1"/>
          </p:cNvSpPr>
          <p:nvPr/>
        </p:nvSpPr>
        <p:spPr>
          <a:xfrm xmlns:a="http://schemas.openxmlformats.org/drawingml/2006/main">
            <a:off x="609600" y="4838700"/>
            <a:ext cx="1695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805400"/>
                </a:solidFill>
                <a:latin typeface="Malgun Gothic"/>
                <a:ea typeface="Malgun Gothic"/>
                <a:cs typeface="Malgun Gothic"/>
              </a:defRPr>
            </a:defPPr>
            <a:lvl1pPr algn="l">
              <a:defRPr sz="1875" b="1">
                <a:solidFill>
                  <a:srgbClr val="805400"/>
                </a:solidFill>
                <a:latin typeface="Malgun Gothic"/>
                <a:ea typeface="Malgun Gothic"/>
                <a:cs typeface="Malgun Gothic"/>
              </a:defRPr>
            </a:lvl1pPr>
            <a:lvl2pPr algn="l">
              <a:defRPr sz="1875" b="1">
                <a:solidFill>
                  <a:srgbClr val="805400"/>
                </a:solidFill>
                <a:latin typeface="Malgun Gothic"/>
                <a:ea typeface="Malgun Gothic"/>
                <a:cs typeface="Malgun Gothic"/>
              </a:defRPr>
            </a:lvl2pPr>
            <a:lvl3pPr algn="l">
              <a:defRPr sz="1875" b="1">
                <a:solidFill>
                  <a:srgbClr val="805400"/>
                </a:solidFill>
                <a:latin typeface="Malgun Gothic"/>
                <a:ea typeface="Malgun Gothic"/>
                <a:cs typeface="Malgun Gothic"/>
              </a:defRPr>
            </a:lvl3pPr>
            <a:lvl4pPr algn="l">
              <a:defRPr sz="1875" b="1">
                <a:solidFill>
                  <a:srgbClr val="805400"/>
                </a:solidFill>
                <a:latin typeface="Malgun Gothic"/>
                <a:ea typeface="Malgun Gothic"/>
                <a:cs typeface="Malgun Gothic"/>
              </a:defRPr>
            </a:lvl4pPr>
            <a:lvl5pPr algn="l">
              <a:defRPr sz="1875" b="1">
                <a:solidFill>
                  <a:srgbClr val="805400"/>
                </a:solidFill>
                <a:latin typeface="Malgun Gothic"/>
                <a:ea typeface="Malgun Gothic"/>
                <a:cs typeface="Malgun Gothic"/>
              </a:defRPr>
            </a:lvl5pPr>
            <a:lvl6pPr algn="l">
              <a:defRPr sz="1875" b="1">
                <a:solidFill>
                  <a:srgbClr val="805400"/>
                </a:solidFill>
                <a:latin typeface="Malgun Gothic"/>
                <a:ea typeface="Malgun Gothic"/>
                <a:cs typeface="Malgun Gothic"/>
              </a:defRPr>
            </a:lvl6pPr>
            <a:lvl7pPr algn="l">
              <a:defRPr sz="1875" b="1">
                <a:solidFill>
                  <a:srgbClr val="805400"/>
                </a:solidFill>
                <a:latin typeface="Malgun Gothic"/>
                <a:ea typeface="Malgun Gothic"/>
                <a:cs typeface="Malgun Gothic"/>
              </a:defRPr>
            </a:lvl7pPr>
            <a:lvl8pPr algn="l">
              <a:defRPr sz="1875" b="1">
                <a:solidFill>
                  <a:srgbClr val="805400"/>
                </a:solidFill>
                <a:latin typeface="Malgun Gothic"/>
                <a:ea typeface="Malgun Gothic"/>
                <a:cs typeface="Malgun Gothic"/>
              </a:defRPr>
            </a:lvl8pPr>
            <a:lvl9pPr algn="l">
              <a:defRPr sz="1875" b="1">
                <a:solidFill>
                  <a:srgbClr val="805400"/>
                </a:solidFill>
                <a:latin typeface="Malgun Gothic"/>
                <a:ea typeface="Malgun Gothic"/>
                <a:cs typeface="Malgun Gothic"/>
              </a:defRPr>
            </a:lvl9pPr>
          </a:lstStyle>
          <a:p xmlns:a="http://schemas.openxmlformats.org/drawingml/2006/main">
            <a:pPr algn="l">
              <a:defRPr sz="1875" b="1">
                <a:solidFill>
                  <a:srgbClr val="805400"/>
                </a:solidFill>
                <a:latin typeface="Malgun Gothic"/>
                <a:ea typeface="Malgun Gothic"/>
                <a:cs typeface="Malgun Gothic"/>
              </a:defRPr>
            </a:pPr>
            <a:r>
              <a:rPr sz="1875" b="1">
                <a:solidFill>
                  <a:srgbClr val="805400"/>
                </a:solidFill>
                <a:latin typeface="Malgun Gothic"/>
                <a:ea typeface="Malgun Gothic"/>
                <a:cs typeface="Malgun Gothic"/>
              </a:rPr>
              <a:t>성능 측정</a:t>
            </a:r>
          </a:p>
        </p:txBody>
      </p:sp>
      <p:sp>
        <p:nvSpPr>
          <p:cNvPr id="23" name="측정한 입력·환경의 성능">
            <a:extLst xmlns:a="http://schemas.openxmlformats.org/drawingml/2006/main">
              <a:ext uri="{FF2B5EF4-FFF2-40B4-BE49-F238E27FC236}">
                <a16:creationId xmlns:a16="http://schemas.microsoft.com/office/drawing/2014/main" id="{67BB50B9-4675-4318-A038-3602D03FF940}"/>
              </a:ext>
            </a:extLst>
          </p:cNvPr>
          <p:cNvSpPr>
            <a:spLocks xmlns:a="http://schemas.openxmlformats.org/drawingml/2006/main" noGrp="1"/>
          </p:cNvSpPr>
          <p:nvPr/>
        </p:nvSpPr>
        <p:spPr>
          <a:xfrm xmlns:a="http://schemas.openxmlformats.org/drawingml/2006/main">
            <a:off x="2400300" y="4838700"/>
            <a:ext cx="3390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측정한 입력·환경의 성능</a:t>
            </a:r>
          </a:p>
        </p:txBody>
      </p:sp>
      <p:sp>
        <p:nvSpPr>
          <p:cNvPr id="24" name="요청한 명세를 assert로 확인한다">
            <a:extLst xmlns:a="http://schemas.openxmlformats.org/drawingml/2006/main">
              <a:ext uri="{FF2B5EF4-FFF2-40B4-BE49-F238E27FC236}">
                <a16:creationId xmlns:a16="http://schemas.microsoft.com/office/drawing/2014/main" id="{62B2284F-3A07-47D3-8A83-932A3C01545F}"/>
              </a:ext>
            </a:extLst>
          </p:cNvPr>
          <p:cNvSpPr>
            <a:spLocks xmlns:a="http://schemas.openxmlformats.org/drawingml/2006/main" noGrp="1"/>
          </p:cNvSpPr>
          <p:nvPr/>
        </p:nvSpPr>
        <p:spPr>
          <a:xfrm xmlns:a="http://schemas.openxmlformats.org/drawingml/2006/main">
            <a:off x="6362700" y="1809750"/>
            <a:ext cx="521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요청한 명세를 assert로 확인한다</a:t>
            </a:r>
          </a:p>
        </p:txBody>
      </p:sp>
      <p:sp>
        <p:nvSpPr>
          <p:cNvPr id="25" name="입력 {1, 2, 3, 4} · crop [1, 3)">
            <a:extLst xmlns:a="http://schemas.openxmlformats.org/drawingml/2006/main">
              <a:ext uri="{FF2B5EF4-FFF2-40B4-BE49-F238E27FC236}">
                <a16:creationId xmlns:a16="http://schemas.microsoft.com/office/drawing/2014/main" id="{77BF7EA1-F9AD-4796-A673-E9C18A21885B}"/>
              </a:ext>
            </a:extLst>
          </p:cNvPr>
          <p:cNvSpPr>
            <a:spLocks xmlns:a="http://schemas.openxmlformats.org/drawingml/2006/main" noGrp="1"/>
          </p:cNvSpPr>
          <p:nvPr/>
        </p:nvSpPr>
        <p:spPr>
          <a:xfrm xmlns:a="http://schemas.openxmlformats.org/drawingml/2006/main">
            <a:off x="6362700" y="2209800"/>
            <a:ext cx="521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입력 {1, 2, 3, 4} · crop [1, 3)</a:t>
            </a:r>
          </a:p>
        </p:txBody>
      </p:sp>
      <p:sp>
        <p:nvSpPr>
          <p:cNvPr id="26" name="기대 expected">
            <a:extLst xmlns:a="http://schemas.openxmlformats.org/drawingml/2006/main">
              <a:ext uri="{FF2B5EF4-FFF2-40B4-BE49-F238E27FC236}">
                <a16:creationId xmlns:a16="http://schemas.microsoft.com/office/drawing/2014/main" id="{7C3E9D16-F3E3-418B-B026-18FA15662664}"/>
              </a:ext>
            </a:extLst>
          </p:cNvPr>
          <p:cNvSpPr>
            <a:spLocks xmlns:a="http://schemas.openxmlformats.org/drawingml/2006/main" noGrp="1"/>
          </p:cNvSpPr>
          <p:nvPr/>
        </p:nvSpPr>
        <p:spPr>
          <a:xfrm xmlns:a="http://schemas.openxmlformats.org/drawingml/2006/main">
            <a:off x="6362700" y="2686050"/>
            <a:ext cx="1457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기대 expected</a:t>
            </a:r>
          </a:p>
        </p:txBody>
      </p:sp>
      <p:sp>
        <p:nvSpPr>
          <p:cNvPr id="27" name="">
            <a:extLst xmlns:a="http://schemas.openxmlformats.org/drawingml/2006/main">
              <a:ext uri="{FF2B5EF4-FFF2-40B4-BE49-F238E27FC236}">
                <a16:creationId xmlns:a16="http://schemas.microsoft.com/office/drawing/2014/main" id="{164E09C7-BA6A-45E6-A210-039CDEBD6AC2}"/>
              </a:ext>
            </a:extLst>
          </p:cNvPr>
          <p:cNvSpPr>
            <a:spLocks xmlns:a="http://schemas.openxmlformats.org/drawingml/2006/main" noGrp="1"/>
          </p:cNvSpPr>
          <p:nvPr/>
        </p:nvSpPr>
        <p:spPr>
          <a:xfrm xmlns:a="http://schemas.openxmlformats.org/drawingml/2006/main">
            <a:off x="7981950" y="2628900"/>
            <a:ext cx="5143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28" name="2">
            <a:extLst xmlns:a="http://schemas.openxmlformats.org/drawingml/2006/main">
              <a:ext uri="{FF2B5EF4-FFF2-40B4-BE49-F238E27FC236}">
                <a16:creationId xmlns:a16="http://schemas.microsoft.com/office/drawing/2014/main" id="{DB0ECF62-BF7A-4618-8D08-CAAD3626DCF5}"/>
              </a:ext>
            </a:extLst>
          </p:cNvPr>
          <p:cNvSpPr>
            <a:spLocks xmlns:a="http://schemas.openxmlformats.org/drawingml/2006/main" noGrp="1"/>
          </p:cNvSpPr>
          <p:nvPr/>
        </p:nvSpPr>
        <p:spPr>
          <a:xfrm xmlns:a="http://schemas.openxmlformats.org/drawingml/2006/main">
            <a:off x="7981950" y="262890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2</a:t>
            </a:r>
          </a:p>
        </p:txBody>
      </p:sp>
      <p:sp>
        <p:nvSpPr>
          <p:cNvPr id="29" name="">
            <a:extLst xmlns:a="http://schemas.openxmlformats.org/drawingml/2006/main">
              <a:ext uri="{FF2B5EF4-FFF2-40B4-BE49-F238E27FC236}">
                <a16:creationId xmlns:a16="http://schemas.microsoft.com/office/drawing/2014/main" id="{A3002699-A1F0-48EF-A773-780622200D41}"/>
              </a:ext>
            </a:extLst>
          </p:cNvPr>
          <p:cNvSpPr>
            <a:spLocks xmlns:a="http://schemas.openxmlformats.org/drawingml/2006/main" noGrp="1"/>
          </p:cNvSpPr>
          <p:nvPr/>
        </p:nvSpPr>
        <p:spPr>
          <a:xfrm xmlns:a="http://schemas.openxmlformats.org/drawingml/2006/main">
            <a:off x="8591550" y="2628900"/>
            <a:ext cx="5143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30" name="3">
            <a:extLst xmlns:a="http://schemas.openxmlformats.org/drawingml/2006/main">
              <a:ext uri="{FF2B5EF4-FFF2-40B4-BE49-F238E27FC236}">
                <a16:creationId xmlns:a16="http://schemas.microsoft.com/office/drawing/2014/main" id="{6FDEAA41-9E35-47E9-A729-09FFDFBF4C8F}"/>
              </a:ext>
            </a:extLst>
          </p:cNvPr>
          <p:cNvSpPr>
            <a:spLocks xmlns:a="http://schemas.openxmlformats.org/drawingml/2006/main" noGrp="1"/>
          </p:cNvSpPr>
          <p:nvPr/>
        </p:nvSpPr>
        <p:spPr>
          <a:xfrm xmlns:a="http://schemas.openxmlformats.org/drawingml/2006/main">
            <a:off x="8591550" y="262890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3</a:t>
            </a:r>
          </a:p>
        </p:txBody>
      </p:sp>
      <p:sp>
        <p:nvSpPr>
          <p:cNvPr id="31" name="2개">
            <a:extLst xmlns:a="http://schemas.openxmlformats.org/drawingml/2006/main">
              <a:ext uri="{FF2B5EF4-FFF2-40B4-BE49-F238E27FC236}">
                <a16:creationId xmlns:a16="http://schemas.microsoft.com/office/drawing/2014/main" id="{ECC4E2AF-C8E3-440A-BB1B-35DD42B194E6}"/>
              </a:ext>
            </a:extLst>
          </p:cNvPr>
          <p:cNvSpPr>
            <a:spLocks xmlns:a="http://schemas.openxmlformats.org/drawingml/2006/main" noGrp="1"/>
          </p:cNvSpPr>
          <p:nvPr/>
        </p:nvSpPr>
        <p:spPr>
          <a:xfrm xmlns:a="http://schemas.openxmlformats.org/drawingml/2006/main">
            <a:off x="10096500" y="2686050"/>
            <a:ext cx="148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950" b="1">
                <a:solidFill>
                  <a:srgbClr val="0B6172"/>
                </a:solidFill>
                <a:latin typeface="Malgun Gothic"/>
                <a:ea typeface="Malgun Gothic"/>
                <a:cs typeface="Malgun Gothic"/>
              </a:defRPr>
            </a:defPPr>
            <a:lvl1pPr algn="r">
              <a:defRPr sz="1950" b="1">
                <a:solidFill>
                  <a:srgbClr val="0B6172"/>
                </a:solidFill>
                <a:latin typeface="Malgun Gothic"/>
                <a:ea typeface="Malgun Gothic"/>
                <a:cs typeface="Malgun Gothic"/>
              </a:defRPr>
            </a:lvl1pPr>
            <a:lvl2pPr algn="r">
              <a:defRPr sz="1950" b="1">
                <a:solidFill>
                  <a:srgbClr val="0B6172"/>
                </a:solidFill>
                <a:latin typeface="Malgun Gothic"/>
                <a:ea typeface="Malgun Gothic"/>
                <a:cs typeface="Malgun Gothic"/>
              </a:defRPr>
            </a:lvl2pPr>
            <a:lvl3pPr algn="r">
              <a:defRPr sz="1950" b="1">
                <a:solidFill>
                  <a:srgbClr val="0B6172"/>
                </a:solidFill>
                <a:latin typeface="Malgun Gothic"/>
                <a:ea typeface="Malgun Gothic"/>
                <a:cs typeface="Malgun Gothic"/>
              </a:defRPr>
            </a:lvl3pPr>
            <a:lvl4pPr algn="r">
              <a:defRPr sz="1950" b="1">
                <a:solidFill>
                  <a:srgbClr val="0B6172"/>
                </a:solidFill>
                <a:latin typeface="Malgun Gothic"/>
                <a:ea typeface="Malgun Gothic"/>
                <a:cs typeface="Malgun Gothic"/>
              </a:defRPr>
            </a:lvl4pPr>
            <a:lvl5pPr algn="r">
              <a:defRPr sz="1950" b="1">
                <a:solidFill>
                  <a:srgbClr val="0B6172"/>
                </a:solidFill>
                <a:latin typeface="Malgun Gothic"/>
                <a:ea typeface="Malgun Gothic"/>
                <a:cs typeface="Malgun Gothic"/>
              </a:defRPr>
            </a:lvl5pPr>
            <a:lvl6pPr algn="r">
              <a:defRPr sz="1950" b="1">
                <a:solidFill>
                  <a:srgbClr val="0B6172"/>
                </a:solidFill>
                <a:latin typeface="Malgun Gothic"/>
                <a:ea typeface="Malgun Gothic"/>
                <a:cs typeface="Malgun Gothic"/>
              </a:defRPr>
            </a:lvl6pPr>
            <a:lvl7pPr algn="r">
              <a:defRPr sz="1950" b="1">
                <a:solidFill>
                  <a:srgbClr val="0B6172"/>
                </a:solidFill>
                <a:latin typeface="Malgun Gothic"/>
                <a:ea typeface="Malgun Gothic"/>
                <a:cs typeface="Malgun Gothic"/>
              </a:defRPr>
            </a:lvl7pPr>
            <a:lvl8pPr algn="r">
              <a:defRPr sz="1950" b="1">
                <a:solidFill>
                  <a:srgbClr val="0B6172"/>
                </a:solidFill>
                <a:latin typeface="Malgun Gothic"/>
                <a:ea typeface="Malgun Gothic"/>
                <a:cs typeface="Malgun Gothic"/>
              </a:defRPr>
            </a:lvl8pPr>
            <a:lvl9pPr algn="r">
              <a:defRPr sz="1950" b="1">
                <a:solidFill>
                  <a:srgbClr val="0B6172"/>
                </a:solidFill>
                <a:latin typeface="Malgun Gothic"/>
                <a:ea typeface="Malgun Gothic"/>
                <a:cs typeface="Malgun Gothic"/>
              </a:defRPr>
            </a:lvl9pPr>
          </a:lstStyle>
          <a:p xmlns:a="http://schemas.openxmlformats.org/drawingml/2006/main">
            <a:pPr algn="r">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2개</a:t>
            </a:r>
          </a:p>
        </p:txBody>
      </p:sp>
      <p:sp>
        <p:nvSpPr>
          <p:cNvPr id="32" name="잘못된 actual">
            <a:extLst xmlns:a="http://schemas.openxmlformats.org/drawingml/2006/main">
              <a:ext uri="{FF2B5EF4-FFF2-40B4-BE49-F238E27FC236}">
                <a16:creationId xmlns:a16="http://schemas.microsoft.com/office/drawing/2014/main" id="{4A01E62E-8FE2-4160-8C46-A4B8D12F3619}"/>
              </a:ext>
            </a:extLst>
          </p:cNvPr>
          <p:cNvSpPr>
            <a:spLocks xmlns:a="http://schemas.openxmlformats.org/drawingml/2006/main" noGrp="1"/>
          </p:cNvSpPr>
          <p:nvPr/>
        </p:nvSpPr>
        <p:spPr>
          <a:xfrm xmlns:a="http://schemas.openxmlformats.org/drawingml/2006/main">
            <a:off x="6362700" y="3305175"/>
            <a:ext cx="1457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B42318"/>
                </a:solidFill>
                <a:latin typeface="Malgun Gothic"/>
                <a:ea typeface="Malgun Gothic"/>
                <a:cs typeface="Malgun Gothic"/>
              </a:defRPr>
            </a:defPPr>
            <a:lvl1pPr algn="l">
              <a:defRPr sz="1725" b="1">
                <a:solidFill>
                  <a:srgbClr val="B42318"/>
                </a:solidFill>
                <a:latin typeface="Malgun Gothic"/>
                <a:ea typeface="Malgun Gothic"/>
                <a:cs typeface="Malgun Gothic"/>
              </a:defRPr>
            </a:lvl1pPr>
            <a:lvl2pPr algn="l">
              <a:defRPr sz="1725" b="1">
                <a:solidFill>
                  <a:srgbClr val="B42318"/>
                </a:solidFill>
                <a:latin typeface="Malgun Gothic"/>
                <a:ea typeface="Malgun Gothic"/>
                <a:cs typeface="Malgun Gothic"/>
              </a:defRPr>
            </a:lvl2pPr>
            <a:lvl3pPr algn="l">
              <a:defRPr sz="1725" b="1">
                <a:solidFill>
                  <a:srgbClr val="B42318"/>
                </a:solidFill>
                <a:latin typeface="Malgun Gothic"/>
                <a:ea typeface="Malgun Gothic"/>
                <a:cs typeface="Malgun Gothic"/>
              </a:defRPr>
            </a:lvl3pPr>
            <a:lvl4pPr algn="l">
              <a:defRPr sz="1725" b="1">
                <a:solidFill>
                  <a:srgbClr val="B42318"/>
                </a:solidFill>
                <a:latin typeface="Malgun Gothic"/>
                <a:ea typeface="Malgun Gothic"/>
                <a:cs typeface="Malgun Gothic"/>
              </a:defRPr>
            </a:lvl4pPr>
            <a:lvl5pPr algn="l">
              <a:defRPr sz="1725" b="1">
                <a:solidFill>
                  <a:srgbClr val="B42318"/>
                </a:solidFill>
                <a:latin typeface="Malgun Gothic"/>
                <a:ea typeface="Malgun Gothic"/>
                <a:cs typeface="Malgun Gothic"/>
              </a:defRPr>
            </a:lvl5pPr>
            <a:lvl6pPr algn="l">
              <a:defRPr sz="1725" b="1">
                <a:solidFill>
                  <a:srgbClr val="B42318"/>
                </a:solidFill>
                <a:latin typeface="Malgun Gothic"/>
                <a:ea typeface="Malgun Gothic"/>
                <a:cs typeface="Malgun Gothic"/>
              </a:defRPr>
            </a:lvl6pPr>
            <a:lvl7pPr algn="l">
              <a:defRPr sz="1725" b="1">
                <a:solidFill>
                  <a:srgbClr val="B42318"/>
                </a:solidFill>
                <a:latin typeface="Malgun Gothic"/>
                <a:ea typeface="Malgun Gothic"/>
                <a:cs typeface="Malgun Gothic"/>
              </a:defRPr>
            </a:lvl7pPr>
            <a:lvl8pPr algn="l">
              <a:defRPr sz="1725" b="1">
                <a:solidFill>
                  <a:srgbClr val="B42318"/>
                </a:solidFill>
                <a:latin typeface="Malgun Gothic"/>
                <a:ea typeface="Malgun Gothic"/>
                <a:cs typeface="Malgun Gothic"/>
              </a:defRPr>
            </a:lvl8pPr>
            <a:lvl9pPr algn="l">
              <a:defRPr sz="1725" b="1">
                <a:solidFill>
                  <a:srgbClr val="B42318"/>
                </a:solidFill>
                <a:latin typeface="Malgun Gothic"/>
                <a:ea typeface="Malgun Gothic"/>
                <a:cs typeface="Malgun Gothic"/>
              </a:defRPr>
            </a:lvl9pPr>
          </a:lstStyle>
          <a:p xmlns:a="http://schemas.openxmlformats.org/drawingml/2006/main">
            <a:pPr algn="l">
              <a:defRPr sz="1725" b="1">
                <a:solidFill>
                  <a:srgbClr val="B42318"/>
                </a:solidFill>
                <a:latin typeface="Malgun Gothic"/>
                <a:ea typeface="Malgun Gothic"/>
                <a:cs typeface="Malgun Gothic"/>
              </a:defRPr>
            </a:pPr>
            <a:r>
              <a:rPr sz="1725" b="1">
                <a:solidFill>
                  <a:srgbClr val="B42318"/>
                </a:solidFill>
                <a:latin typeface="Malgun Gothic"/>
                <a:ea typeface="Malgun Gothic"/>
                <a:cs typeface="Malgun Gothic"/>
              </a:rPr>
              <a:t>잘못된 actual</a:t>
            </a:r>
          </a:p>
        </p:txBody>
      </p:sp>
      <p:sp>
        <p:nvSpPr>
          <p:cNvPr id="33" name="">
            <a:extLst xmlns:a="http://schemas.openxmlformats.org/drawingml/2006/main">
              <a:ext uri="{FF2B5EF4-FFF2-40B4-BE49-F238E27FC236}">
                <a16:creationId xmlns:a16="http://schemas.microsoft.com/office/drawing/2014/main" id="{441BC728-C1AA-422E-B9CF-46B7D0800E6B}"/>
              </a:ext>
            </a:extLst>
          </p:cNvPr>
          <p:cNvSpPr>
            <a:spLocks xmlns:a="http://schemas.openxmlformats.org/drawingml/2006/main" noGrp="1"/>
          </p:cNvSpPr>
          <p:nvPr/>
        </p:nvSpPr>
        <p:spPr>
          <a:xfrm xmlns:a="http://schemas.openxmlformats.org/drawingml/2006/main">
            <a:off x="7981950" y="3248025"/>
            <a:ext cx="5143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34" name="2">
            <a:extLst xmlns:a="http://schemas.openxmlformats.org/drawingml/2006/main">
              <a:ext uri="{FF2B5EF4-FFF2-40B4-BE49-F238E27FC236}">
                <a16:creationId xmlns:a16="http://schemas.microsoft.com/office/drawing/2014/main" id="{5D93F665-6C8E-4FAB-BF40-0C0754B82A48}"/>
              </a:ext>
            </a:extLst>
          </p:cNvPr>
          <p:cNvSpPr>
            <a:spLocks xmlns:a="http://schemas.openxmlformats.org/drawingml/2006/main" noGrp="1"/>
          </p:cNvSpPr>
          <p:nvPr/>
        </p:nvSpPr>
        <p:spPr>
          <a:xfrm xmlns:a="http://schemas.openxmlformats.org/drawingml/2006/main">
            <a:off x="7981950" y="3248025"/>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2</a:t>
            </a:r>
          </a:p>
        </p:txBody>
      </p:sp>
      <p:sp>
        <p:nvSpPr>
          <p:cNvPr id="35" name="">
            <a:extLst xmlns:a="http://schemas.openxmlformats.org/drawingml/2006/main">
              <a:ext uri="{FF2B5EF4-FFF2-40B4-BE49-F238E27FC236}">
                <a16:creationId xmlns:a16="http://schemas.microsoft.com/office/drawing/2014/main" id="{F8BEDE7A-7AF3-453D-957F-4E02A4A5AB9C}"/>
              </a:ext>
            </a:extLst>
          </p:cNvPr>
          <p:cNvSpPr>
            <a:spLocks xmlns:a="http://schemas.openxmlformats.org/drawingml/2006/main" noGrp="1"/>
          </p:cNvSpPr>
          <p:nvPr/>
        </p:nvSpPr>
        <p:spPr>
          <a:xfrm xmlns:a="http://schemas.openxmlformats.org/drawingml/2006/main">
            <a:off x="8591550" y="3248025"/>
            <a:ext cx="5143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36" name="3">
            <a:extLst xmlns:a="http://schemas.openxmlformats.org/drawingml/2006/main">
              <a:ext uri="{FF2B5EF4-FFF2-40B4-BE49-F238E27FC236}">
                <a16:creationId xmlns:a16="http://schemas.microsoft.com/office/drawing/2014/main" id="{AE9820D9-FB51-4756-A6EF-0F3E934E1B89}"/>
              </a:ext>
            </a:extLst>
          </p:cNvPr>
          <p:cNvSpPr>
            <a:spLocks xmlns:a="http://schemas.openxmlformats.org/drawingml/2006/main" noGrp="1"/>
          </p:cNvSpPr>
          <p:nvPr/>
        </p:nvSpPr>
        <p:spPr>
          <a:xfrm xmlns:a="http://schemas.openxmlformats.org/drawingml/2006/main">
            <a:off x="8591550" y="3248025"/>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3</a:t>
            </a:r>
          </a:p>
        </p:txBody>
      </p:sp>
      <p:sp>
        <p:nvSpPr>
          <p:cNvPr id="37" name="">
            <a:extLst xmlns:a="http://schemas.openxmlformats.org/drawingml/2006/main">
              <a:ext uri="{FF2B5EF4-FFF2-40B4-BE49-F238E27FC236}">
                <a16:creationId xmlns:a16="http://schemas.microsoft.com/office/drawing/2014/main" id="{1479BE51-E579-4EC5-B4E5-1FE47BDD9F4C}"/>
              </a:ext>
            </a:extLst>
          </p:cNvPr>
          <p:cNvSpPr>
            <a:spLocks xmlns:a="http://schemas.openxmlformats.org/drawingml/2006/main" noGrp="1"/>
          </p:cNvSpPr>
          <p:nvPr/>
        </p:nvSpPr>
        <p:spPr>
          <a:xfrm xmlns:a="http://schemas.openxmlformats.org/drawingml/2006/main">
            <a:off x="9201150" y="3248025"/>
            <a:ext cx="514350" cy="476250"/>
          </a:xfrm>
          <a:prstGeom xmlns:a="http://schemas.openxmlformats.org/drawingml/2006/main" prst="rect">
            <a:avLst/>
          </a:prstGeom>
          <a:solidFill xmlns:a="http://schemas.openxmlformats.org/drawingml/2006/main">
            <a:srgbClr val="FBE4DF"/>
          </a:solidFill>
          <a:ln xmlns:a="http://schemas.openxmlformats.org/drawingml/2006/main" w="19050">
            <a:solidFill>
              <a:srgbClr val="B42318"/>
            </a:solidFill>
            <a:prstDash val="solid"/>
          </a:ln>
        </p:spPr>
      </p:sp>
      <p:sp>
        <p:nvSpPr>
          <p:cNvPr id="38" name="4">
            <a:extLst xmlns:a="http://schemas.openxmlformats.org/drawingml/2006/main">
              <a:ext uri="{FF2B5EF4-FFF2-40B4-BE49-F238E27FC236}">
                <a16:creationId xmlns:a16="http://schemas.microsoft.com/office/drawing/2014/main" id="{2A1502C5-1EB0-4B3D-9F24-E7D7D22C53A4}"/>
              </a:ext>
            </a:extLst>
          </p:cNvPr>
          <p:cNvSpPr>
            <a:spLocks xmlns:a="http://schemas.openxmlformats.org/drawingml/2006/main" noGrp="1"/>
          </p:cNvSpPr>
          <p:nvPr/>
        </p:nvSpPr>
        <p:spPr>
          <a:xfrm xmlns:a="http://schemas.openxmlformats.org/drawingml/2006/main">
            <a:off x="9201150" y="3248025"/>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B42318"/>
                </a:solidFill>
                <a:latin typeface="Malgun Gothic"/>
                <a:ea typeface="Malgun Gothic"/>
                <a:cs typeface="Malgun Gothic"/>
              </a:defRPr>
            </a:defPPr>
            <a:lvl1pPr algn="ctr">
              <a:defRPr sz="2400" b="1">
                <a:solidFill>
                  <a:srgbClr val="B42318"/>
                </a:solidFill>
                <a:latin typeface="Malgun Gothic"/>
                <a:ea typeface="Malgun Gothic"/>
                <a:cs typeface="Malgun Gothic"/>
              </a:defRPr>
            </a:lvl1pPr>
            <a:lvl2pPr algn="ctr">
              <a:defRPr sz="2400" b="1">
                <a:solidFill>
                  <a:srgbClr val="B42318"/>
                </a:solidFill>
                <a:latin typeface="Malgun Gothic"/>
                <a:ea typeface="Malgun Gothic"/>
                <a:cs typeface="Malgun Gothic"/>
              </a:defRPr>
            </a:lvl2pPr>
            <a:lvl3pPr algn="ctr">
              <a:defRPr sz="2400" b="1">
                <a:solidFill>
                  <a:srgbClr val="B42318"/>
                </a:solidFill>
                <a:latin typeface="Malgun Gothic"/>
                <a:ea typeface="Malgun Gothic"/>
                <a:cs typeface="Malgun Gothic"/>
              </a:defRPr>
            </a:lvl3pPr>
            <a:lvl4pPr algn="ctr">
              <a:defRPr sz="2400" b="1">
                <a:solidFill>
                  <a:srgbClr val="B42318"/>
                </a:solidFill>
                <a:latin typeface="Malgun Gothic"/>
                <a:ea typeface="Malgun Gothic"/>
                <a:cs typeface="Malgun Gothic"/>
              </a:defRPr>
            </a:lvl4pPr>
            <a:lvl5pPr algn="ctr">
              <a:defRPr sz="2400" b="1">
                <a:solidFill>
                  <a:srgbClr val="B42318"/>
                </a:solidFill>
                <a:latin typeface="Malgun Gothic"/>
                <a:ea typeface="Malgun Gothic"/>
                <a:cs typeface="Malgun Gothic"/>
              </a:defRPr>
            </a:lvl5pPr>
            <a:lvl6pPr algn="ctr">
              <a:defRPr sz="2400" b="1">
                <a:solidFill>
                  <a:srgbClr val="B42318"/>
                </a:solidFill>
                <a:latin typeface="Malgun Gothic"/>
                <a:ea typeface="Malgun Gothic"/>
                <a:cs typeface="Malgun Gothic"/>
              </a:defRPr>
            </a:lvl6pPr>
            <a:lvl7pPr algn="ctr">
              <a:defRPr sz="2400" b="1">
                <a:solidFill>
                  <a:srgbClr val="B42318"/>
                </a:solidFill>
                <a:latin typeface="Malgun Gothic"/>
                <a:ea typeface="Malgun Gothic"/>
                <a:cs typeface="Malgun Gothic"/>
              </a:defRPr>
            </a:lvl7pPr>
            <a:lvl8pPr algn="ctr">
              <a:defRPr sz="2400" b="1">
                <a:solidFill>
                  <a:srgbClr val="B42318"/>
                </a:solidFill>
                <a:latin typeface="Malgun Gothic"/>
                <a:ea typeface="Malgun Gothic"/>
                <a:cs typeface="Malgun Gothic"/>
              </a:defRPr>
            </a:lvl8pPr>
            <a:lvl9pPr algn="ctr">
              <a:defRPr sz="2400" b="1">
                <a:solidFill>
                  <a:srgbClr val="B42318"/>
                </a:solidFill>
                <a:latin typeface="Malgun Gothic"/>
                <a:ea typeface="Malgun Gothic"/>
                <a:cs typeface="Malgun Gothic"/>
              </a:defRPr>
            </a:lvl9pPr>
          </a:lstStyle>
          <a:p xmlns:a="http://schemas.openxmlformats.org/drawingml/2006/main">
            <a:pPr algn="ctr">
              <a:defRPr sz="2400" b="1">
                <a:solidFill>
                  <a:srgbClr val="B42318"/>
                </a:solidFill>
                <a:latin typeface="Malgun Gothic"/>
                <a:ea typeface="Malgun Gothic"/>
                <a:cs typeface="Malgun Gothic"/>
              </a:defRPr>
            </a:pPr>
            <a:r>
              <a:rPr sz="2400" b="1">
                <a:solidFill>
                  <a:srgbClr val="B42318"/>
                </a:solidFill>
                <a:latin typeface="Malgun Gothic"/>
                <a:ea typeface="Malgun Gothic"/>
                <a:cs typeface="Malgun Gothic"/>
              </a:rPr>
              <a:t>4</a:t>
            </a:r>
          </a:p>
        </p:txBody>
      </p:sp>
      <p:sp>
        <p:nvSpPr>
          <p:cNvPr id="39" name="3개">
            <a:extLst xmlns:a="http://schemas.openxmlformats.org/drawingml/2006/main">
              <a:ext uri="{FF2B5EF4-FFF2-40B4-BE49-F238E27FC236}">
                <a16:creationId xmlns:a16="http://schemas.microsoft.com/office/drawing/2014/main" id="{B1C85E50-C2E5-4483-84D7-0C8759917B83}"/>
              </a:ext>
            </a:extLst>
          </p:cNvPr>
          <p:cNvSpPr>
            <a:spLocks xmlns:a="http://schemas.openxmlformats.org/drawingml/2006/main" noGrp="1"/>
          </p:cNvSpPr>
          <p:nvPr/>
        </p:nvSpPr>
        <p:spPr>
          <a:xfrm xmlns:a="http://schemas.openxmlformats.org/drawingml/2006/main">
            <a:off x="10096500" y="3305175"/>
            <a:ext cx="148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950" b="1">
                <a:solidFill>
                  <a:srgbClr val="B42318"/>
                </a:solidFill>
                <a:latin typeface="Malgun Gothic"/>
                <a:ea typeface="Malgun Gothic"/>
                <a:cs typeface="Malgun Gothic"/>
              </a:defRPr>
            </a:defPPr>
            <a:lvl1pPr algn="r">
              <a:defRPr sz="1950" b="1">
                <a:solidFill>
                  <a:srgbClr val="B42318"/>
                </a:solidFill>
                <a:latin typeface="Malgun Gothic"/>
                <a:ea typeface="Malgun Gothic"/>
                <a:cs typeface="Malgun Gothic"/>
              </a:defRPr>
            </a:lvl1pPr>
            <a:lvl2pPr algn="r">
              <a:defRPr sz="1950" b="1">
                <a:solidFill>
                  <a:srgbClr val="B42318"/>
                </a:solidFill>
                <a:latin typeface="Malgun Gothic"/>
                <a:ea typeface="Malgun Gothic"/>
                <a:cs typeface="Malgun Gothic"/>
              </a:defRPr>
            </a:lvl2pPr>
            <a:lvl3pPr algn="r">
              <a:defRPr sz="1950" b="1">
                <a:solidFill>
                  <a:srgbClr val="B42318"/>
                </a:solidFill>
                <a:latin typeface="Malgun Gothic"/>
                <a:ea typeface="Malgun Gothic"/>
                <a:cs typeface="Malgun Gothic"/>
              </a:defRPr>
            </a:lvl3pPr>
            <a:lvl4pPr algn="r">
              <a:defRPr sz="1950" b="1">
                <a:solidFill>
                  <a:srgbClr val="B42318"/>
                </a:solidFill>
                <a:latin typeface="Malgun Gothic"/>
                <a:ea typeface="Malgun Gothic"/>
                <a:cs typeface="Malgun Gothic"/>
              </a:defRPr>
            </a:lvl4pPr>
            <a:lvl5pPr algn="r">
              <a:defRPr sz="1950" b="1">
                <a:solidFill>
                  <a:srgbClr val="B42318"/>
                </a:solidFill>
                <a:latin typeface="Malgun Gothic"/>
                <a:ea typeface="Malgun Gothic"/>
                <a:cs typeface="Malgun Gothic"/>
              </a:defRPr>
            </a:lvl5pPr>
            <a:lvl6pPr algn="r">
              <a:defRPr sz="1950" b="1">
                <a:solidFill>
                  <a:srgbClr val="B42318"/>
                </a:solidFill>
                <a:latin typeface="Malgun Gothic"/>
                <a:ea typeface="Malgun Gothic"/>
                <a:cs typeface="Malgun Gothic"/>
              </a:defRPr>
            </a:lvl6pPr>
            <a:lvl7pPr algn="r">
              <a:defRPr sz="1950" b="1">
                <a:solidFill>
                  <a:srgbClr val="B42318"/>
                </a:solidFill>
                <a:latin typeface="Malgun Gothic"/>
                <a:ea typeface="Malgun Gothic"/>
                <a:cs typeface="Malgun Gothic"/>
              </a:defRPr>
            </a:lvl7pPr>
            <a:lvl8pPr algn="r">
              <a:defRPr sz="1950" b="1">
                <a:solidFill>
                  <a:srgbClr val="B42318"/>
                </a:solidFill>
                <a:latin typeface="Malgun Gothic"/>
                <a:ea typeface="Malgun Gothic"/>
                <a:cs typeface="Malgun Gothic"/>
              </a:defRPr>
            </a:lvl8pPr>
            <a:lvl9pPr algn="r">
              <a:defRPr sz="1950" b="1">
                <a:solidFill>
                  <a:srgbClr val="B42318"/>
                </a:solidFill>
                <a:latin typeface="Malgun Gothic"/>
                <a:ea typeface="Malgun Gothic"/>
                <a:cs typeface="Malgun Gothic"/>
              </a:defRPr>
            </a:lvl9pPr>
          </a:lstStyle>
          <a:p xmlns:a="http://schemas.openxmlformats.org/drawingml/2006/main">
            <a:pPr algn="r">
              <a:defRPr sz="1950" b="1">
                <a:solidFill>
                  <a:srgbClr val="B42318"/>
                </a:solidFill>
                <a:latin typeface="Malgun Gothic"/>
                <a:ea typeface="Malgun Gothic"/>
                <a:cs typeface="Malgun Gothic"/>
              </a:defRPr>
            </a:pPr>
            <a:r>
              <a:rPr sz="1950" b="1">
                <a:solidFill>
                  <a:srgbClr val="B42318"/>
                </a:solidFill>
                <a:latin typeface="Malgun Gothic"/>
                <a:ea typeface="Malgun Gothic"/>
                <a:cs typeface="Malgun Gothic"/>
              </a:rPr>
              <a:t>3개</a:t>
            </a:r>
          </a:p>
        </p:txBody>
      </p:sp>
      <p:sp>
        <p:nvSpPr>
          <p:cNvPr id="40" name="제외할 값 4가 있어도 비어 있지 않다">
            <a:extLst xmlns:a="http://schemas.openxmlformats.org/drawingml/2006/main">
              <a:ext uri="{FF2B5EF4-FFF2-40B4-BE49-F238E27FC236}">
                <a16:creationId xmlns:a16="http://schemas.microsoft.com/office/drawing/2014/main" id="{F6FF6A86-8822-4D1F-97FA-EE4BCC9B7E69}"/>
              </a:ext>
            </a:extLst>
          </p:cNvPr>
          <p:cNvSpPr>
            <a:spLocks xmlns:a="http://schemas.openxmlformats.org/drawingml/2006/main" noGrp="1"/>
          </p:cNvSpPr>
          <p:nvPr/>
        </p:nvSpPr>
        <p:spPr>
          <a:xfrm xmlns:a="http://schemas.openxmlformats.org/drawingml/2006/main">
            <a:off x="6362700" y="3810000"/>
            <a:ext cx="521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B42318"/>
                </a:solidFill>
                <a:latin typeface="Malgun Gothic"/>
                <a:ea typeface="Malgun Gothic"/>
                <a:cs typeface="Malgun Gothic"/>
              </a:defRPr>
            </a:defPPr>
            <a:lvl1pPr algn="l">
              <a:defRPr sz="1725" b="0">
                <a:solidFill>
                  <a:srgbClr val="B42318"/>
                </a:solidFill>
                <a:latin typeface="Malgun Gothic"/>
                <a:ea typeface="Malgun Gothic"/>
                <a:cs typeface="Malgun Gothic"/>
              </a:defRPr>
            </a:lvl1pPr>
            <a:lvl2pPr algn="l">
              <a:defRPr sz="1725" b="0">
                <a:solidFill>
                  <a:srgbClr val="B42318"/>
                </a:solidFill>
                <a:latin typeface="Malgun Gothic"/>
                <a:ea typeface="Malgun Gothic"/>
                <a:cs typeface="Malgun Gothic"/>
              </a:defRPr>
            </a:lvl2pPr>
            <a:lvl3pPr algn="l">
              <a:defRPr sz="1725" b="0">
                <a:solidFill>
                  <a:srgbClr val="B42318"/>
                </a:solidFill>
                <a:latin typeface="Malgun Gothic"/>
                <a:ea typeface="Malgun Gothic"/>
                <a:cs typeface="Malgun Gothic"/>
              </a:defRPr>
            </a:lvl3pPr>
            <a:lvl4pPr algn="l">
              <a:defRPr sz="1725" b="0">
                <a:solidFill>
                  <a:srgbClr val="B42318"/>
                </a:solidFill>
                <a:latin typeface="Malgun Gothic"/>
                <a:ea typeface="Malgun Gothic"/>
                <a:cs typeface="Malgun Gothic"/>
              </a:defRPr>
            </a:lvl4pPr>
            <a:lvl5pPr algn="l">
              <a:defRPr sz="1725" b="0">
                <a:solidFill>
                  <a:srgbClr val="B42318"/>
                </a:solidFill>
                <a:latin typeface="Malgun Gothic"/>
                <a:ea typeface="Malgun Gothic"/>
                <a:cs typeface="Malgun Gothic"/>
              </a:defRPr>
            </a:lvl5pPr>
            <a:lvl6pPr algn="l">
              <a:defRPr sz="1725" b="0">
                <a:solidFill>
                  <a:srgbClr val="B42318"/>
                </a:solidFill>
                <a:latin typeface="Malgun Gothic"/>
                <a:ea typeface="Malgun Gothic"/>
                <a:cs typeface="Malgun Gothic"/>
              </a:defRPr>
            </a:lvl6pPr>
            <a:lvl7pPr algn="l">
              <a:defRPr sz="1725" b="0">
                <a:solidFill>
                  <a:srgbClr val="B42318"/>
                </a:solidFill>
                <a:latin typeface="Malgun Gothic"/>
                <a:ea typeface="Malgun Gothic"/>
                <a:cs typeface="Malgun Gothic"/>
              </a:defRPr>
            </a:lvl7pPr>
            <a:lvl8pPr algn="l">
              <a:defRPr sz="1725" b="0">
                <a:solidFill>
                  <a:srgbClr val="B42318"/>
                </a:solidFill>
                <a:latin typeface="Malgun Gothic"/>
                <a:ea typeface="Malgun Gothic"/>
                <a:cs typeface="Malgun Gothic"/>
              </a:defRPr>
            </a:lvl8pPr>
            <a:lvl9pPr algn="l">
              <a:defRPr sz="1725" b="0">
                <a:solidFill>
                  <a:srgbClr val="B42318"/>
                </a:solidFill>
                <a:latin typeface="Malgun Gothic"/>
                <a:ea typeface="Malgun Gothic"/>
                <a:cs typeface="Malgun Gothic"/>
              </a:defRPr>
            </a:lvl9pPr>
          </a:lstStyle>
          <a:p xmlns:a="http://schemas.openxmlformats.org/drawingml/2006/main">
            <a:pPr algn="l">
              <a:defRPr sz="1725" b="0">
                <a:solidFill>
                  <a:srgbClr val="B42318"/>
                </a:solidFill>
                <a:latin typeface="Malgun Gothic"/>
                <a:ea typeface="Malgun Gothic"/>
                <a:cs typeface="Malgun Gothic"/>
              </a:defRPr>
            </a:pPr>
            <a:r>
              <a:rPr sz="1725" b="0">
                <a:solidFill>
                  <a:srgbClr val="B42318"/>
                </a:solidFill>
                <a:latin typeface="Malgun Gothic"/>
                <a:ea typeface="Malgun Gothic"/>
                <a:cs typeface="Malgun Gothic"/>
              </a:rPr>
              <a:t>제외할 값 4가 있어도 비어 있지 않다</a:t>
            </a:r>
          </a:p>
        </p:txBody>
      </p:sp>
      <p:sp>
        <p:nvSpPr>
          <p:cNvPr id="41" name="EXPECT_FALSE(actual.empty());">
            <a:extLst xmlns:a="http://schemas.openxmlformats.org/drawingml/2006/main">
              <a:ext uri="{FF2B5EF4-FFF2-40B4-BE49-F238E27FC236}">
                <a16:creationId xmlns:a16="http://schemas.microsoft.com/office/drawing/2014/main" id="{18DB3D47-7C69-4A62-85C1-3B205844CE05}"/>
              </a:ext>
            </a:extLst>
          </p:cNvPr>
          <p:cNvSpPr>
            <a:spLocks xmlns:a="http://schemas.openxmlformats.org/drawingml/2006/main" noGrp="1"/>
          </p:cNvSpPr>
          <p:nvPr/>
        </p:nvSpPr>
        <p:spPr>
          <a:xfrm xmlns:a="http://schemas.openxmlformats.org/drawingml/2006/main">
            <a:off x="6362700" y="4133850"/>
            <a:ext cx="5219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EXPECT_FALSE(actual.empty());</a:t>
            </a:r>
          </a:p>
        </p:txBody>
      </p:sp>
      <p:sp>
        <p:nvSpPr>
          <p:cNvPr id="42" name="이 조건만으로는 명세 위반을 놓친다">
            <a:extLst xmlns:a="http://schemas.openxmlformats.org/drawingml/2006/main">
              <a:ext uri="{FF2B5EF4-FFF2-40B4-BE49-F238E27FC236}">
                <a16:creationId xmlns:a16="http://schemas.microsoft.com/office/drawing/2014/main" id="{DB69A3F5-12A9-4DED-B1E8-0B6603C22698}"/>
              </a:ext>
            </a:extLst>
          </p:cNvPr>
          <p:cNvSpPr>
            <a:spLocks xmlns:a="http://schemas.openxmlformats.org/drawingml/2006/main" noGrp="1"/>
          </p:cNvSpPr>
          <p:nvPr/>
        </p:nvSpPr>
        <p:spPr>
          <a:xfrm xmlns:a="http://schemas.openxmlformats.org/drawingml/2006/main">
            <a:off x="6362700" y="4438650"/>
            <a:ext cx="521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805400"/>
                </a:solidFill>
                <a:latin typeface="Malgun Gothic"/>
                <a:ea typeface="Malgun Gothic"/>
                <a:cs typeface="Malgun Gothic"/>
              </a:defRPr>
            </a:defPPr>
            <a:lvl1pPr algn="l">
              <a:defRPr sz="1725" b="1">
                <a:solidFill>
                  <a:srgbClr val="805400"/>
                </a:solidFill>
                <a:latin typeface="Malgun Gothic"/>
                <a:ea typeface="Malgun Gothic"/>
                <a:cs typeface="Malgun Gothic"/>
              </a:defRPr>
            </a:lvl1pPr>
            <a:lvl2pPr algn="l">
              <a:defRPr sz="1725" b="1">
                <a:solidFill>
                  <a:srgbClr val="805400"/>
                </a:solidFill>
                <a:latin typeface="Malgun Gothic"/>
                <a:ea typeface="Malgun Gothic"/>
                <a:cs typeface="Malgun Gothic"/>
              </a:defRPr>
            </a:lvl2pPr>
            <a:lvl3pPr algn="l">
              <a:defRPr sz="1725" b="1">
                <a:solidFill>
                  <a:srgbClr val="805400"/>
                </a:solidFill>
                <a:latin typeface="Malgun Gothic"/>
                <a:ea typeface="Malgun Gothic"/>
                <a:cs typeface="Malgun Gothic"/>
              </a:defRPr>
            </a:lvl3pPr>
            <a:lvl4pPr algn="l">
              <a:defRPr sz="1725" b="1">
                <a:solidFill>
                  <a:srgbClr val="805400"/>
                </a:solidFill>
                <a:latin typeface="Malgun Gothic"/>
                <a:ea typeface="Malgun Gothic"/>
                <a:cs typeface="Malgun Gothic"/>
              </a:defRPr>
            </a:lvl4pPr>
            <a:lvl5pPr algn="l">
              <a:defRPr sz="1725" b="1">
                <a:solidFill>
                  <a:srgbClr val="805400"/>
                </a:solidFill>
                <a:latin typeface="Malgun Gothic"/>
                <a:ea typeface="Malgun Gothic"/>
                <a:cs typeface="Malgun Gothic"/>
              </a:defRPr>
            </a:lvl5pPr>
            <a:lvl6pPr algn="l">
              <a:defRPr sz="1725" b="1">
                <a:solidFill>
                  <a:srgbClr val="805400"/>
                </a:solidFill>
                <a:latin typeface="Malgun Gothic"/>
                <a:ea typeface="Malgun Gothic"/>
                <a:cs typeface="Malgun Gothic"/>
              </a:defRPr>
            </a:lvl6pPr>
            <a:lvl7pPr algn="l">
              <a:defRPr sz="1725" b="1">
                <a:solidFill>
                  <a:srgbClr val="805400"/>
                </a:solidFill>
                <a:latin typeface="Malgun Gothic"/>
                <a:ea typeface="Malgun Gothic"/>
                <a:cs typeface="Malgun Gothic"/>
              </a:defRPr>
            </a:lvl7pPr>
            <a:lvl8pPr algn="l">
              <a:defRPr sz="1725" b="1">
                <a:solidFill>
                  <a:srgbClr val="805400"/>
                </a:solidFill>
                <a:latin typeface="Malgun Gothic"/>
                <a:ea typeface="Malgun Gothic"/>
                <a:cs typeface="Malgun Gothic"/>
              </a:defRPr>
            </a:lvl8pPr>
            <a:lvl9pPr algn="l">
              <a:defRPr sz="1725" b="1">
                <a:solidFill>
                  <a:srgbClr val="805400"/>
                </a:solidFill>
                <a:latin typeface="Malgun Gothic"/>
                <a:ea typeface="Malgun Gothic"/>
                <a:cs typeface="Malgun Gothic"/>
              </a:defRPr>
            </a:lvl9pPr>
          </a:lstStyle>
          <a:p xmlns:a="http://schemas.openxmlformats.org/drawingml/2006/main">
            <a:pPr algn="l">
              <a:defRPr sz="1725" b="1">
                <a:solidFill>
                  <a:srgbClr val="805400"/>
                </a:solidFill>
                <a:latin typeface="Malgun Gothic"/>
                <a:ea typeface="Malgun Gothic"/>
                <a:cs typeface="Malgun Gothic"/>
              </a:defRPr>
            </a:pPr>
            <a:r>
              <a:rPr sz="1725" b="1">
                <a:solidFill>
                  <a:srgbClr val="805400"/>
                </a:solidFill>
                <a:latin typeface="Malgun Gothic"/>
                <a:ea typeface="Malgun Gothic"/>
                <a:cs typeface="Malgun Gothic"/>
              </a:rPr>
              <a:t>이 조건만으로는 명세 위반을 놓친다</a:t>
            </a:r>
          </a:p>
        </p:txBody>
      </p:sp>
      <p:sp>
        <p:nvSpPr>
          <p:cNvPr id="43" name="요청한 개수·값·순서를 비교">
            <a:extLst xmlns:a="http://schemas.openxmlformats.org/drawingml/2006/main">
              <a:ext uri="{FF2B5EF4-FFF2-40B4-BE49-F238E27FC236}">
                <a16:creationId xmlns:a16="http://schemas.microsoft.com/office/drawing/2014/main" id="{DB653F95-BA92-4906-8B2F-E7E3F3EC5BD3}"/>
              </a:ext>
            </a:extLst>
          </p:cNvPr>
          <p:cNvSpPr>
            <a:spLocks xmlns:a="http://schemas.openxmlformats.org/drawingml/2006/main" noGrp="1"/>
          </p:cNvSpPr>
          <p:nvPr/>
        </p:nvSpPr>
        <p:spPr>
          <a:xfrm xmlns:a="http://schemas.openxmlformats.org/drawingml/2006/main">
            <a:off x="6362700" y="4791075"/>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요청한 개수·값·순서를 비교</a:t>
            </a:r>
          </a:p>
        </p:txBody>
      </p:sp>
      <p:sp>
        <p:nvSpPr>
          <p:cNvPr id="44" name="EXPECT_EQ(actual.size(), 2u);">
            <a:extLst xmlns:a="http://schemas.openxmlformats.org/drawingml/2006/main">
              <a:ext uri="{FF2B5EF4-FFF2-40B4-BE49-F238E27FC236}">
                <a16:creationId xmlns:a16="http://schemas.microsoft.com/office/drawing/2014/main" id="{19C07387-700B-46F6-9DC6-C943CF7E022D}"/>
              </a:ext>
            </a:extLst>
          </p:cNvPr>
          <p:cNvSpPr>
            <a:spLocks xmlns:a="http://schemas.openxmlformats.org/drawingml/2006/main" noGrp="1"/>
          </p:cNvSpPr>
          <p:nvPr/>
        </p:nvSpPr>
        <p:spPr>
          <a:xfrm xmlns:a="http://schemas.openxmlformats.org/drawingml/2006/main">
            <a:off x="6362700" y="5095875"/>
            <a:ext cx="5219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EXPECT_EQ(actual.size(), 2u);</a:t>
            </a:r>
          </a:p>
        </p:txBody>
      </p:sp>
      <p:sp>
        <p:nvSpPr>
          <p:cNvPr id="45" name="EXPECT_EQ(actual, expected);">
            <a:extLst xmlns:a="http://schemas.openxmlformats.org/drawingml/2006/main">
              <a:ext uri="{FF2B5EF4-FFF2-40B4-BE49-F238E27FC236}">
                <a16:creationId xmlns:a16="http://schemas.microsoft.com/office/drawing/2014/main" id="{3171A5F3-BAFE-4E69-99B5-4BD40D56AFB5}"/>
              </a:ext>
            </a:extLst>
          </p:cNvPr>
          <p:cNvSpPr>
            <a:spLocks xmlns:a="http://schemas.openxmlformats.org/drawingml/2006/main" noGrp="1"/>
          </p:cNvSpPr>
          <p:nvPr/>
        </p:nvSpPr>
        <p:spPr>
          <a:xfrm xmlns:a="http://schemas.openxmlformats.org/drawingml/2006/main">
            <a:off x="6362700" y="539115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EXPECT_EQ(actual, expected);</a:t>
            </a:r>
          </a:p>
        </p:txBody>
      </p:sp>
      <p:sp>
        <p:nvSpPr>
          <p:cNvPr id="46" name="Legacy module connection">
            <a:extLst xmlns:a="http://schemas.openxmlformats.org/drawingml/2006/main">
              <a:ext uri="{FF2B5EF4-FFF2-40B4-BE49-F238E27FC236}">
                <a16:creationId xmlns:a16="http://schemas.microsoft.com/office/drawing/2014/main" id="{FF612931-3844-41F4-8D4E-466E380EA18F}"/>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983286228"/>
      </p:ext>
    </p:extLst>
  </p:cSld>
</p:sld>
</file>

<file path=ppt/slides/slide2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2" name="ACT 1 · 요청 문장 도구 1/8 · Delimiters">
            <a:extLst xmlns:a="http://schemas.openxmlformats.org/drawingml/2006/main">
              <a:ext uri="{FF2B5EF4-FFF2-40B4-BE49-F238E27FC236}">
                <a16:creationId xmlns:a16="http://schemas.microsoft.com/office/drawing/2014/main" id="{D7D81F1B-B7C5-4C50-B57B-1032829D0FB5}"/>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 문장 도구 1/8 · Delimiters</a:t>
            </a:r>
          </a:p>
        </p:txBody>
      </p:sp>
      <p:sp>
        <p:nvSpPr>
          <p:cNvPr id="2" name="S22">
            <a:extLst xmlns:a="http://schemas.openxmlformats.org/drawingml/2006/main">
              <a:ext uri="{FF2B5EF4-FFF2-40B4-BE49-F238E27FC236}">
                <a16:creationId xmlns:a16="http://schemas.microsoft.com/office/drawing/2014/main" id="{A92E67AF-B738-4EC6-8D2D-6E3DC969B43B}"/>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S22</a:t>
            </a:r>
          </a:p>
        </p:txBody>
      </p:sp>
      <p:sp>
        <p:nvSpPr>
          <p:cNvPr id="3" name="지시와 참고 자료의 구분">
            <a:extLst xmlns:a="http://schemas.openxmlformats.org/drawingml/2006/main">
              <a:ext uri="{FF2B5EF4-FFF2-40B4-BE49-F238E27FC236}">
                <a16:creationId xmlns:a16="http://schemas.microsoft.com/office/drawing/2014/main" id="{22F8769F-C175-4D83-B955-DB9B674EC6A9}"/>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지시와 참고 자료의 구분</a:t>
            </a:r>
          </a:p>
        </p:txBody>
      </p:sp>
      <p:sp>
        <p:nvSpPr>
          <p:cNvPr id="4" name="">
            <a:extLst xmlns:a="http://schemas.openxmlformats.org/drawingml/2006/main">
              <a:ext uri="{FF2B5EF4-FFF2-40B4-BE49-F238E27FC236}">
                <a16:creationId xmlns:a16="http://schemas.microsoft.com/office/drawing/2014/main" id="{1B7B208E-C2FD-4C6E-9C78-E88FADE380B2}"/>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OpenAI Prompt engineering · Markdown / XML 구획 · 2026-10-21 확">
            <a:extLst xmlns:a="http://schemas.openxmlformats.org/drawingml/2006/main">
              <a:ext uri="{FF2B5EF4-FFF2-40B4-BE49-F238E27FC236}">
                <a16:creationId xmlns:a16="http://schemas.microsoft.com/office/drawing/2014/main" id="{0590B752-2571-4A47-BE63-6271755E15FB}"/>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OpenAI Prompt engineering · Markdown / XML 구획 · 2026-10-21 확인</a:t>
            </a:r>
          </a:p>
        </p:txBody>
      </p:sp>
      <p:sp>
        <p:nvSpPr>
          <p:cNvPr id="6" name="구획은 읽을 경계를 알리는 수단입니다. 보안 격리나 자료의 진위를 보장하지 않습니다.">
            <a:extLst xmlns:a="http://schemas.openxmlformats.org/drawingml/2006/main">
              <a:ext uri="{FF2B5EF4-FFF2-40B4-BE49-F238E27FC236}">
                <a16:creationId xmlns:a16="http://schemas.microsoft.com/office/drawing/2014/main" id="{9F7E9440-4AB4-4D7A-92F9-0D46DB38DD41}"/>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구획은 읽을 경계를 알리는 수단입니다. 보안 격리나 자료의 진위를 보장하지 않습니다.</a:t>
            </a:r>
          </a:p>
        </p:txBody>
      </p:sp>
      <p:sp>
        <p:nvSpPr>
          <p:cNvPr id="7" name="">
            <a:extLst xmlns:a="http://schemas.openxmlformats.org/drawingml/2006/main">
              <a:ext uri="{FF2B5EF4-FFF2-40B4-BE49-F238E27FC236}">
                <a16:creationId xmlns:a16="http://schemas.microsoft.com/office/drawing/2014/main" id="{887763D8-34C4-4386-87FF-3EE5ACD7BE43}"/>
              </a:ext>
            </a:extLst>
          </p:cNvPr>
          <p:cNvSpPr>
            <a:spLocks xmlns:a="http://schemas.openxmlformats.org/drawingml/2006/main" noGrp="1"/>
          </p:cNvSpPr>
          <p:nvPr/>
        </p:nvSpPr>
        <p:spPr>
          <a:xfrm xmlns:a="http://schemas.openxmlformats.org/drawingml/2006/main">
            <a:off x="609600" y="1619250"/>
            <a:ext cx="1771650" cy="3810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이럴 때 사용">
            <a:extLst xmlns:a="http://schemas.openxmlformats.org/drawingml/2006/main">
              <a:ext uri="{FF2B5EF4-FFF2-40B4-BE49-F238E27FC236}">
                <a16:creationId xmlns:a16="http://schemas.microsoft.com/office/drawing/2014/main" id="{4831F556-81EA-4C65-ACF5-4CD725757643}"/>
              </a:ext>
            </a:extLst>
          </p:cNvPr>
          <p:cNvSpPr>
            <a:spLocks xmlns:a="http://schemas.openxmlformats.org/drawingml/2006/main" noGrp="1"/>
          </p:cNvSpPr>
          <p:nvPr/>
        </p:nvSpPr>
        <p:spPr>
          <a:xfrm xmlns:a="http://schemas.openxmlformats.org/drawingml/2006/main">
            <a:off x="723900" y="1619250"/>
            <a:ext cx="154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이럴 때 사용</a:t>
            </a:r>
          </a:p>
        </p:txBody>
      </p:sp>
      <p:sp>
        <p:nvSpPr>
          <p:cNvPr id="9" name="로그·명세·요청이 섞여 있을 때">
            <a:extLst xmlns:a="http://schemas.openxmlformats.org/drawingml/2006/main">
              <a:ext uri="{FF2B5EF4-FFF2-40B4-BE49-F238E27FC236}">
                <a16:creationId xmlns:a16="http://schemas.microsoft.com/office/drawing/2014/main" id="{8E5AF24F-048C-4045-98F8-AD1CD2515323}"/>
              </a:ext>
            </a:extLst>
          </p:cNvPr>
          <p:cNvSpPr>
            <a:spLocks xmlns:a="http://schemas.openxmlformats.org/drawingml/2006/main" noGrp="1"/>
          </p:cNvSpPr>
          <p:nvPr/>
        </p:nvSpPr>
        <p:spPr>
          <a:xfrm xmlns:a="http://schemas.openxmlformats.org/drawingml/2006/main">
            <a:off x="2609850" y="1619250"/>
            <a:ext cx="897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로그·명세·요청이 섞여 있을 때</a:t>
            </a:r>
          </a:p>
        </p:txBody>
      </p:sp>
      <p:sp>
        <p:nvSpPr>
          <p:cNvPr id="10" name="">
            <a:extLst xmlns:a="http://schemas.openxmlformats.org/drawingml/2006/main">
              <a:ext uri="{FF2B5EF4-FFF2-40B4-BE49-F238E27FC236}">
                <a16:creationId xmlns:a16="http://schemas.microsoft.com/office/drawing/2014/main" id="{03AABDFE-9C8E-45A7-88D3-A41DC5BA5009}"/>
              </a:ext>
            </a:extLst>
          </p:cNvPr>
          <p:cNvSpPr>
            <a:spLocks xmlns:a="http://schemas.openxmlformats.org/drawingml/2006/main" noGrp="1"/>
          </p:cNvSpPr>
          <p:nvPr/>
        </p:nvSpPr>
        <p:spPr>
          <a:xfrm xmlns:a="http://schemas.openxmlformats.org/drawingml/2006/main">
            <a:off x="609600" y="2152650"/>
            <a:ext cx="718185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요청 예시 · 교육용 구성">
            <a:extLst xmlns:a="http://schemas.openxmlformats.org/drawingml/2006/main">
              <a:ext uri="{FF2B5EF4-FFF2-40B4-BE49-F238E27FC236}">
                <a16:creationId xmlns:a16="http://schemas.microsoft.com/office/drawing/2014/main" id="{694B1B75-01AA-46C8-B285-299EF35B2297}"/>
              </a:ext>
            </a:extLst>
          </p:cNvPr>
          <p:cNvSpPr>
            <a:spLocks xmlns:a="http://schemas.openxmlformats.org/drawingml/2006/main" noGrp="1"/>
          </p:cNvSpPr>
          <p:nvPr/>
        </p:nvSpPr>
        <p:spPr>
          <a:xfrm xmlns:a="http://schemas.openxmlformats.org/drawingml/2006/main">
            <a:off x="800100" y="22574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요청 예시 · 교육용 구성</a:t>
            </a:r>
          </a:p>
        </p:txBody>
      </p:sp>
      <p:sp>
        <p:nvSpPr>
          <p:cNvPr id="12" name="">
            <a:extLst xmlns:a="http://schemas.openxmlformats.org/drawingml/2006/main">
              <a:ext uri="{FF2B5EF4-FFF2-40B4-BE49-F238E27FC236}">
                <a16:creationId xmlns:a16="http://schemas.microsoft.com/office/drawing/2014/main" id="{FA6FB8E6-2EDE-44AB-A41C-9458C2B45C22}"/>
              </a:ext>
            </a:extLst>
          </p:cNvPr>
          <p:cNvSpPr>
            <a:spLocks xmlns:a="http://schemas.openxmlformats.org/drawingml/2006/main" noGrp="1"/>
          </p:cNvSpPr>
          <p:nvPr/>
        </p:nvSpPr>
        <p:spPr>
          <a:xfrm xmlns:a="http://schemas.openxmlformats.org/drawingml/2006/main">
            <a:off x="800100" y="2638425"/>
            <a:ext cx="6800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 요청&#10;crop 경계 오류의 원인 후보만 설명해줘.&#10;코드는 아직 수정하지 마.&#10;자료에 없는 내용은 미확인으">
            <a:extLst xmlns:a="http://schemas.openxmlformats.org/drawingml/2006/main">
              <a:ext uri="{FF2B5EF4-FFF2-40B4-BE49-F238E27FC236}">
                <a16:creationId xmlns:a16="http://schemas.microsoft.com/office/drawing/2014/main" id="{9B3004CD-E935-447E-AF9A-32C84FF22FFB}"/>
              </a:ext>
            </a:extLst>
          </p:cNvPr>
          <p:cNvSpPr>
            <a:spLocks xmlns:a="http://schemas.openxmlformats.org/drawingml/2006/main" noGrp="1"/>
          </p:cNvSpPr>
          <p:nvPr/>
        </p:nvSpPr>
        <p:spPr>
          <a:xfrm xmlns:a="http://schemas.openxmlformats.org/drawingml/2006/main">
            <a:off x="800100" y="2733675"/>
            <a:ext cx="68008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 요청</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crop 경계 오류의 원인 후보만 설명해줘.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코드는 아직 수정하지 마.</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자료에 없는 내용은 미확인으로 표시해줘.</a:t>
            </a:r>
          </a:p>
          <a:p xmlns:a="http://schemas.openxmlformats.org/drawingml/2006/main">
            <a:r>
              <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 참고 자료</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명세: crop [1,3)의 폭은 2</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로그 예: expected=2, actual=3</a:t>
            </a:r>
          </a:p>
        </p:txBody>
      </p:sp>
      <p:sp>
        <p:nvSpPr>
          <p:cNvPr id="14" name="따라야 할 요청">
            <a:extLst xmlns:a="http://schemas.openxmlformats.org/drawingml/2006/main">
              <a:ext uri="{FF2B5EF4-FFF2-40B4-BE49-F238E27FC236}">
                <a16:creationId xmlns:a16="http://schemas.microsoft.com/office/drawing/2014/main" id="{C169BEF9-A0AD-49CE-813D-D21D070EEEF6}"/>
              </a:ext>
            </a:extLst>
          </p:cNvPr>
          <p:cNvSpPr>
            <a:spLocks xmlns:a="http://schemas.openxmlformats.org/drawingml/2006/main" noGrp="1"/>
          </p:cNvSpPr>
          <p:nvPr/>
        </p:nvSpPr>
        <p:spPr>
          <a:xfrm xmlns:a="http://schemas.openxmlformats.org/drawingml/2006/main">
            <a:off x="8229600" y="219075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따라야 할 요청</a:t>
            </a:r>
          </a:p>
        </p:txBody>
      </p:sp>
      <p:sp>
        <p:nvSpPr>
          <p:cNvPr id="15" name="">
            <a:extLst xmlns:a="http://schemas.openxmlformats.org/drawingml/2006/main">
              <a:ext uri="{FF2B5EF4-FFF2-40B4-BE49-F238E27FC236}">
                <a16:creationId xmlns:a16="http://schemas.microsoft.com/office/drawing/2014/main" id="{BC458301-2BA5-4DDE-AF8D-79F9AD574DD9}"/>
              </a:ext>
            </a:extLst>
          </p:cNvPr>
          <p:cNvSpPr>
            <a:spLocks xmlns:a="http://schemas.openxmlformats.org/drawingml/2006/main" noGrp="1"/>
          </p:cNvSpPr>
          <p:nvPr/>
        </p:nvSpPr>
        <p:spPr>
          <a:xfrm xmlns:a="http://schemas.openxmlformats.org/drawingml/2006/main">
            <a:off x="8229600" y="26384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원인 후보 설명&#10;지금은 읽기 전용">
            <a:extLst xmlns:a="http://schemas.openxmlformats.org/drawingml/2006/main">
              <a:ext uri="{FF2B5EF4-FFF2-40B4-BE49-F238E27FC236}">
                <a16:creationId xmlns:a16="http://schemas.microsoft.com/office/drawing/2014/main" id="{2B9562ED-764C-449B-9DB2-1F8CADF0063B}"/>
              </a:ext>
            </a:extLst>
          </p:cNvPr>
          <p:cNvSpPr>
            <a:spLocks xmlns:a="http://schemas.openxmlformats.org/drawingml/2006/main" noGrp="1"/>
          </p:cNvSpPr>
          <p:nvPr/>
        </p:nvSpPr>
        <p:spPr>
          <a:xfrm xmlns:a="http://schemas.openxmlformats.org/drawingml/2006/main">
            <a:off x="8229600" y="274320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원인 후보 설명</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지금은 읽기 전용</a:t>
            </a:r>
          </a:p>
        </p:txBody>
      </p:sp>
      <p:sp>
        <p:nvSpPr>
          <p:cNvPr id="17" name="분석할 자료">
            <a:extLst xmlns:a="http://schemas.openxmlformats.org/drawingml/2006/main">
              <a:ext uri="{FF2B5EF4-FFF2-40B4-BE49-F238E27FC236}">
                <a16:creationId xmlns:a16="http://schemas.microsoft.com/office/drawing/2014/main" id="{57E15058-C3DD-4204-B026-C715B8521B11}"/>
              </a:ext>
            </a:extLst>
          </p:cNvPr>
          <p:cNvSpPr>
            <a:spLocks xmlns:a="http://schemas.openxmlformats.org/drawingml/2006/main" noGrp="1"/>
          </p:cNvSpPr>
          <p:nvPr/>
        </p:nvSpPr>
        <p:spPr>
          <a:xfrm xmlns:a="http://schemas.openxmlformats.org/drawingml/2006/main">
            <a:off x="8229600" y="36957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분석할 자료</a:t>
            </a:r>
          </a:p>
        </p:txBody>
      </p:sp>
      <p:sp>
        <p:nvSpPr>
          <p:cNvPr id="18" name="">
            <a:extLst xmlns:a="http://schemas.openxmlformats.org/drawingml/2006/main">
              <a:ext uri="{FF2B5EF4-FFF2-40B4-BE49-F238E27FC236}">
                <a16:creationId xmlns:a16="http://schemas.microsoft.com/office/drawing/2014/main" id="{DA7ABD9A-09DD-40B2-B42B-C4DE7D1EB4D2}"/>
              </a:ext>
            </a:extLst>
          </p:cNvPr>
          <p:cNvSpPr>
            <a:spLocks xmlns:a="http://schemas.openxmlformats.org/drawingml/2006/main" noGrp="1"/>
          </p:cNvSpPr>
          <p:nvPr/>
        </p:nvSpPr>
        <p:spPr>
          <a:xfrm xmlns:a="http://schemas.openxmlformats.org/drawingml/2006/main">
            <a:off x="8229600" y="414337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명세·로그 예시&#10;새 지시와 구분">
            <a:extLst xmlns:a="http://schemas.openxmlformats.org/drawingml/2006/main">
              <a:ext uri="{FF2B5EF4-FFF2-40B4-BE49-F238E27FC236}">
                <a16:creationId xmlns:a16="http://schemas.microsoft.com/office/drawing/2014/main" id="{7CA5E3E8-A7C7-431D-A59A-F1D97E2A47D6}"/>
              </a:ext>
            </a:extLst>
          </p:cNvPr>
          <p:cNvSpPr>
            <a:spLocks xmlns:a="http://schemas.openxmlformats.org/drawingml/2006/main" noGrp="1"/>
          </p:cNvSpPr>
          <p:nvPr/>
        </p:nvSpPr>
        <p:spPr>
          <a:xfrm xmlns:a="http://schemas.openxmlformats.org/drawingml/2006/main">
            <a:off x="8229600" y="424815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명세·로그 예시</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새 지시와 구분</a:t>
            </a:r>
          </a:p>
        </p:txBody>
      </p:sp>
      <p:sp>
        <p:nvSpPr>
          <p:cNvPr id="20" name="제목과 태그로 지시와 분석 자료의 경계를 표시한다.">
            <a:extLst xmlns:a="http://schemas.openxmlformats.org/drawingml/2006/main">
              <a:ext uri="{FF2B5EF4-FFF2-40B4-BE49-F238E27FC236}">
                <a16:creationId xmlns:a16="http://schemas.microsoft.com/office/drawing/2014/main" id="{5FA3A01A-8C0E-4941-B374-2E381CA1EBCE}"/>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제목과 태그로 지시와 분석 자료의 경계를 표시한다.</a:t>
            </a:r>
          </a:p>
        </p:txBody>
      </p:sp>
      <p:sp>
        <p:nvSpPr>
          <p:cNvPr id="21" name="Legacy module connection">
            <a:extLst xmlns:a="http://schemas.openxmlformats.org/drawingml/2006/main">
              <a:ext uri="{FF2B5EF4-FFF2-40B4-BE49-F238E27FC236}">
                <a16:creationId xmlns:a16="http://schemas.microsoft.com/office/drawing/2014/main" id="{EC848A8E-1B60-4857-B397-F6D7FB03E1CD}"/>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299845253"/>
      </p:ext>
    </p:extLst>
  </p:cSld>
</p:sld>
</file>

<file path=ppt/slides/slide2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2" name="ACT 1 · 요청 문장 도구 2/8 · Few-shot examples">
            <a:extLst xmlns:a="http://schemas.openxmlformats.org/drawingml/2006/main">
              <a:ext uri="{FF2B5EF4-FFF2-40B4-BE49-F238E27FC236}">
                <a16:creationId xmlns:a16="http://schemas.microsoft.com/office/drawing/2014/main" id="{4DA3EACE-514A-41FB-A72A-DB2707385D05}"/>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 문장 도구 2/8 · Few-shot examples</a:t>
            </a:r>
          </a:p>
        </p:txBody>
      </p:sp>
      <p:sp>
        <p:nvSpPr>
          <p:cNvPr id="2" name="S23">
            <a:extLst xmlns:a="http://schemas.openxmlformats.org/drawingml/2006/main">
              <a:ext uri="{FF2B5EF4-FFF2-40B4-BE49-F238E27FC236}">
                <a16:creationId xmlns:a16="http://schemas.microsoft.com/office/drawing/2014/main" id="{802C6425-93B1-4FA0-8D73-FDBA34DC4F91}"/>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S23</a:t>
            </a:r>
          </a:p>
        </p:txBody>
      </p:sp>
      <p:sp>
        <p:nvSpPr>
          <p:cNvPr id="3" name="입력과 기대 결과의 작은 예시">
            <a:extLst xmlns:a="http://schemas.openxmlformats.org/drawingml/2006/main">
              <a:ext uri="{FF2B5EF4-FFF2-40B4-BE49-F238E27FC236}">
                <a16:creationId xmlns:a16="http://schemas.microsoft.com/office/drawing/2014/main" id="{B693788E-7A3E-42FD-BCCF-56D60B2AEFD6}"/>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입력과 기대 결과의 작은 예시</a:t>
            </a:r>
          </a:p>
        </p:txBody>
      </p:sp>
      <p:sp>
        <p:nvSpPr>
          <p:cNvPr id="4" name="">
            <a:extLst xmlns:a="http://schemas.openxmlformats.org/drawingml/2006/main">
              <a:ext uri="{FF2B5EF4-FFF2-40B4-BE49-F238E27FC236}">
                <a16:creationId xmlns:a16="http://schemas.microsoft.com/office/drawing/2014/main" id="{3419DB6B-1B93-4521-B986-563977BC6492}"/>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OpenAI Prompt engineering · Few-shot / Reasoning best practi">
            <a:extLst xmlns:a="http://schemas.openxmlformats.org/drawingml/2006/main">
              <a:ext uri="{FF2B5EF4-FFF2-40B4-BE49-F238E27FC236}">
                <a16:creationId xmlns:a16="http://schemas.microsoft.com/office/drawing/2014/main" id="{3567EEB6-FBB3-4A32-9B2C-BD14DD3B392C}"/>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OpenAI Prompt engineering · Few-shot / Reasoning best practices · 2026-10-21</a:t>
            </a:r>
          </a:p>
        </p:txBody>
      </p:sp>
      <p:sp>
        <p:nvSpPr>
          <p:cNvPr id="6" name="예시와 명세를 일치시킵니다. 예시 몇 개가 모든 경계 조건의 명세를 대신하지 않습니다.">
            <a:extLst xmlns:a="http://schemas.openxmlformats.org/drawingml/2006/main">
              <a:ext uri="{FF2B5EF4-FFF2-40B4-BE49-F238E27FC236}">
                <a16:creationId xmlns:a16="http://schemas.microsoft.com/office/drawing/2014/main" id="{3BDC455D-4C3C-4E89-9EAA-593CAF73A7D6}"/>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예시와 명세를 일치시킵니다. 예시 몇 개가 모든 경계 조건의 명세를 대신하지 않습니다.</a:t>
            </a:r>
          </a:p>
        </p:txBody>
      </p:sp>
      <p:sp>
        <p:nvSpPr>
          <p:cNvPr id="7" name="">
            <a:extLst xmlns:a="http://schemas.openxmlformats.org/drawingml/2006/main">
              <a:ext uri="{FF2B5EF4-FFF2-40B4-BE49-F238E27FC236}">
                <a16:creationId xmlns:a16="http://schemas.microsoft.com/office/drawing/2014/main" id="{27968486-1AB7-4022-A313-C5F8B59FAA91}"/>
              </a:ext>
            </a:extLst>
          </p:cNvPr>
          <p:cNvSpPr>
            <a:spLocks xmlns:a="http://schemas.openxmlformats.org/drawingml/2006/main" noGrp="1"/>
          </p:cNvSpPr>
          <p:nvPr/>
        </p:nvSpPr>
        <p:spPr>
          <a:xfrm xmlns:a="http://schemas.openxmlformats.org/drawingml/2006/main">
            <a:off x="609600" y="1619250"/>
            <a:ext cx="1771650" cy="3810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이럴 때 사용">
            <a:extLst xmlns:a="http://schemas.openxmlformats.org/drawingml/2006/main">
              <a:ext uri="{FF2B5EF4-FFF2-40B4-BE49-F238E27FC236}">
                <a16:creationId xmlns:a16="http://schemas.microsoft.com/office/drawing/2014/main" id="{6E9E2E31-370C-48F6-AFD0-A7B2A31FE2C6}"/>
              </a:ext>
            </a:extLst>
          </p:cNvPr>
          <p:cNvSpPr>
            <a:spLocks xmlns:a="http://schemas.openxmlformats.org/drawingml/2006/main" noGrp="1"/>
          </p:cNvSpPr>
          <p:nvPr/>
        </p:nvSpPr>
        <p:spPr>
          <a:xfrm xmlns:a="http://schemas.openxmlformats.org/drawingml/2006/main">
            <a:off x="723900" y="1619250"/>
            <a:ext cx="154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이럴 때 사용</a:t>
            </a:r>
          </a:p>
        </p:txBody>
      </p:sp>
      <p:sp>
        <p:nvSpPr>
          <p:cNvPr id="9" name="범위·출력 패턴의 뜻이 엇갈릴 때">
            <a:extLst xmlns:a="http://schemas.openxmlformats.org/drawingml/2006/main">
              <a:ext uri="{FF2B5EF4-FFF2-40B4-BE49-F238E27FC236}">
                <a16:creationId xmlns:a16="http://schemas.microsoft.com/office/drawing/2014/main" id="{D6768FC6-89B9-49F2-8F96-EB9456B32B90}"/>
              </a:ext>
            </a:extLst>
          </p:cNvPr>
          <p:cNvSpPr>
            <a:spLocks xmlns:a="http://schemas.openxmlformats.org/drawingml/2006/main" noGrp="1"/>
          </p:cNvSpPr>
          <p:nvPr/>
        </p:nvSpPr>
        <p:spPr>
          <a:xfrm xmlns:a="http://schemas.openxmlformats.org/drawingml/2006/main">
            <a:off x="2609850" y="1619250"/>
            <a:ext cx="897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범위·출력 패턴의 뜻이 엇갈릴 때</a:t>
            </a:r>
          </a:p>
        </p:txBody>
      </p:sp>
      <p:sp>
        <p:nvSpPr>
          <p:cNvPr id="10" name="">
            <a:extLst xmlns:a="http://schemas.openxmlformats.org/drawingml/2006/main">
              <a:ext uri="{FF2B5EF4-FFF2-40B4-BE49-F238E27FC236}">
                <a16:creationId xmlns:a16="http://schemas.microsoft.com/office/drawing/2014/main" id="{9F22C831-1DD3-4AB9-A039-8ADA2B484EA9}"/>
              </a:ext>
            </a:extLst>
          </p:cNvPr>
          <p:cNvSpPr>
            <a:spLocks xmlns:a="http://schemas.openxmlformats.org/drawingml/2006/main" noGrp="1"/>
          </p:cNvSpPr>
          <p:nvPr/>
        </p:nvSpPr>
        <p:spPr>
          <a:xfrm xmlns:a="http://schemas.openxmlformats.org/drawingml/2006/main">
            <a:off x="609600" y="2152650"/>
            <a:ext cx="718185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요청 예시 · 교육용 구성">
            <a:extLst xmlns:a="http://schemas.openxmlformats.org/drawingml/2006/main">
              <a:ext uri="{FF2B5EF4-FFF2-40B4-BE49-F238E27FC236}">
                <a16:creationId xmlns:a16="http://schemas.microsoft.com/office/drawing/2014/main" id="{48999FF9-1F34-4EF7-9067-8B4E19E4F34B}"/>
              </a:ext>
            </a:extLst>
          </p:cNvPr>
          <p:cNvSpPr>
            <a:spLocks xmlns:a="http://schemas.openxmlformats.org/drawingml/2006/main" noGrp="1"/>
          </p:cNvSpPr>
          <p:nvPr/>
        </p:nvSpPr>
        <p:spPr>
          <a:xfrm xmlns:a="http://schemas.openxmlformats.org/drawingml/2006/main">
            <a:off x="800100" y="22574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요청 예시 · 교육용 구성</a:t>
            </a:r>
          </a:p>
        </p:txBody>
      </p:sp>
      <p:sp>
        <p:nvSpPr>
          <p:cNvPr id="12" name="">
            <a:extLst xmlns:a="http://schemas.openxmlformats.org/drawingml/2006/main">
              <a:ext uri="{FF2B5EF4-FFF2-40B4-BE49-F238E27FC236}">
                <a16:creationId xmlns:a16="http://schemas.microsoft.com/office/drawing/2014/main" id="{BC4F80CB-8026-43A0-909C-E6BB2CC04339}"/>
              </a:ext>
            </a:extLst>
          </p:cNvPr>
          <p:cNvSpPr>
            <a:spLocks xmlns:a="http://schemas.openxmlformats.org/drawingml/2006/main" noGrp="1"/>
          </p:cNvSpPr>
          <p:nvPr/>
        </p:nvSpPr>
        <p:spPr>
          <a:xfrm xmlns:a="http://schemas.openxmlformats.org/drawingml/2006/main">
            <a:off x="800100" y="2638425"/>
            <a:ext cx="6800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crop 범위 설명을 아래 형식으로 작성해줘.&#10;입력 {1,2,3,4}에 대한 예시:&#10;[1,3) ⇒ {2,3}">
            <a:extLst xmlns:a="http://schemas.openxmlformats.org/drawingml/2006/main">
              <a:ext uri="{FF2B5EF4-FFF2-40B4-BE49-F238E27FC236}">
                <a16:creationId xmlns:a16="http://schemas.microsoft.com/office/drawing/2014/main" id="{F8815A4B-3C63-4ECA-81B4-436D1FAA1008}"/>
              </a:ext>
            </a:extLst>
          </p:cNvPr>
          <p:cNvSpPr>
            <a:spLocks xmlns:a="http://schemas.openxmlformats.org/drawingml/2006/main" noGrp="1"/>
          </p:cNvSpPr>
          <p:nvPr/>
        </p:nvSpPr>
        <p:spPr>
          <a:xfrm xmlns:a="http://schemas.openxmlformats.org/drawingml/2006/main">
            <a:off x="800100" y="2733675"/>
            <a:ext cx="68008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crop 범위 설명을 아래 형식으로 작성해줘.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입력 {1,2,3,4}에 대한 예시:</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[1,3) ⇒ {2,3}, 폭 2</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[0,1) ⇒ {1}, 폭 1</a:t>
            </a:r>
          </a:p>
          <a:p xmlns:a="http://schemas.openxmlformats.org/drawingml/2006/main">
            <a:r>
              <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같은 형식으로 [2,4)를 설명해줘.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빈 범위·범위 초과 정책은 만들지 마.</a:t>
            </a:r>
          </a:p>
        </p:txBody>
      </p:sp>
      <p:sp>
        <p:nvSpPr>
          <p:cNvPr id="14" name="보여주는 패턴">
            <a:extLst xmlns:a="http://schemas.openxmlformats.org/drawingml/2006/main">
              <a:ext uri="{FF2B5EF4-FFF2-40B4-BE49-F238E27FC236}">
                <a16:creationId xmlns:a16="http://schemas.microsoft.com/office/drawing/2014/main" id="{D5FA6228-0389-4AA8-A00B-31331C0C2139}"/>
              </a:ext>
            </a:extLst>
          </p:cNvPr>
          <p:cNvSpPr>
            <a:spLocks xmlns:a="http://schemas.openxmlformats.org/drawingml/2006/main" noGrp="1"/>
          </p:cNvSpPr>
          <p:nvPr/>
        </p:nvSpPr>
        <p:spPr>
          <a:xfrm xmlns:a="http://schemas.openxmlformats.org/drawingml/2006/main">
            <a:off x="8229600" y="219075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보여주는 패턴</a:t>
            </a:r>
          </a:p>
        </p:txBody>
      </p:sp>
      <p:sp>
        <p:nvSpPr>
          <p:cNvPr id="15" name="">
            <a:extLst xmlns:a="http://schemas.openxmlformats.org/drawingml/2006/main">
              <a:ext uri="{FF2B5EF4-FFF2-40B4-BE49-F238E27FC236}">
                <a16:creationId xmlns:a16="http://schemas.microsoft.com/office/drawing/2014/main" id="{13624738-2069-4F75-8820-AAE5A0452E3E}"/>
              </a:ext>
            </a:extLst>
          </p:cNvPr>
          <p:cNvSpPr>
            <a:spLocks xmlns:a="http://schemas.openxmlformats.org/drawingml/2006/main" noGrp="1"/>
          </p:cNvSpPr>
          <p:nvPr/>
        </p:nvSpPr>
        <p:spPr>
          <a:xfrm xmlns:a="http://schemas.openxmlformats.org/drawingml/2006/main">
            <a:off x="8229600" y="26384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범위&#10;포함한 값&#10;결과의 폭">
            <a:extLst xmlns:a="http://schemas.openxmlformats.org/drawingml/2006/main">
              <a:ext uri="{FF2B5EF4-FFF2-40B4-BE49-F238E27FC236}">
                <a16:creationId xmlns:a16="http://schemas.microsoft.com/office/drawing/2014/main" id="{35825BBA-3BD0-4EF6-BDB6-4A871F378B58}"/>
              </a:ext>
            </a:extLst>
          </p:cNvPr>
          <p:cNvSpPr>
            <a:spLocks xmlns:a="http://schemas.openxmlformats.org/drawingml/2006/main" noGrp="1"/>
          </p:cNvSpPr>
          <p:nvPr/>
        </p:nvSpPr>
        <p:spPr>
          <a:xfrm xmlns:a="http://schemas.openxmlformats.org/drawingml/2006/main">
            <a:off x="8229600" y="274320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범위</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포함한 값</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결과의 폭</a:t>
            </a:r>
          </a:p>
        </p:txBody>
      </p:sp>
      <p:sp>
        <p:nvSpPr>
          <p:cNvPr id="17" name="추가할 때">
            <a:extLst xmlns:a="http://schemas.openxmlformats.org/drawingml/2006/main">
              <a:ext uri="{FF2B5EF4-FFF2-40B4-BE49-F238E27FC236}">
                <a16:creationId xmlns:a16="http://schemas.microsoft.com/office/drawing/2014/main" id="{6CFAB425-98E1-4B01-86CC-AFA2156BF9A6}"/>
              </a:ext>
            </a:extLst>
          </p:cNvPr>
          <p:cNvSpPr>
            <a:spLocks xmlns:a="http://schemas.openxmlformats.org/drawingml/2006/main" noGrp="1"/>
          </p:cNvSpPr>
          <p:nvPr/>
        </p:nvSpPr>
        <p:spPr>
          <a:xfrm xmlns:a="http://schemas.openxmlformats.org/drawingml/2006/main">
            <a:off x="8229600" y="36957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추가할 때</a:t>
            </a:r>
          </a:p>
        </p:txBody>
      </p:sp>
      <p:sp>
        <p:nvSpPr>
          <p:cNvPr id="18" name="">
            <a:extLst xmlns:a="http://schemas.openxmlformats.org/drawingml/2006/main">
              <a:ext uri="{FF2B5EF4-FFF2-40B4-BE49-F238E27FC236}">
                <a16:creationId xmlns:a16="http://schemas.microsoft.com/office/drawing/2014/main" id="{A0FC95FC-9C4E-4631-9F8B-D71071FBA541}"/>
              </a:ext>
            </a:extLst>
          </p:cNvPr>
          <p:cNvSpPr>
            <a:spLocks xmlns:a="http://schemas.openxmlformats.org/drawingml/2006/main" noGrp="1"/>
          </p:cNvSpPr>
          <p:nvPr/>
        </p:nvSpPr>
        <p:spPr>
          <a:xfrm xmlns:a="http://schemas.openxmlformats.org/drawingml/2006/main">
            <a:off x="8229600" y="414337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설명만으로&#10;의도가 안 맞을 때">
            <a:extLst xmlns:a="http://schemas.openxmlformats.org/drawingml/2006/main">
              <a:ext uri="{FF2B5EF4-FFF2-40B4-BE49-F238E27FC236}">
                <a16:creationId xmlns:a16="http://schemas.microsoft.com/office/drawing/2014/main" id="{74027176-59AE-4BA2-8477-64716540D089}"/>
              </a:ext>
            </a:extLst>
          </p:cNvPr>
          <p:cNvSpPr>
            <a:spLocks xmlns:a="http://schemas.openxmlformats.org/drawingml/2006/main" noGrp="1"/>
          </p:cNvSpPr>
          <p:nvPr/>
        </p:nvSpPr>
        <p:spPr>
          <a:xfrm xmlns:a="http://schemas.openxmlformats.org/drawingml/2006/main">
            <a:off x="8229600" y="424815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설명만으로</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의도가 안 맞을 때</a:t>
            </a:r>
          </a:p>
        </p:txBody>
      </p:sp>
      <p:sp>
        <p:nvSpPr>
          <p:cNvPr id="20" name="설명만으로 부족할 때 입력과 원하는 결과를 함께 준다.">
            <a:extLst xmlns:a="http://schemas.openxmlformats.org/drawingml/2006/main">
              <a:ext uri="{FF2B5EF4-FFF2-40B4-BE49-F238E27FC236}">
                <a16:creationId xmlns:a16="http://schemas.microsoft.com/office/drawing/2014/main" id="{B45B73E9-199C-473B-AEC0-3641F4CBC6BE}"/>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설명만으로 부족할 때 입력과 원하는 결과를 함께 준다.</a:t>
            </a:r>
          </a:p>
        </p:txBody>
      </p:sp>
      <p:sp>
        <p:nvSpPr>
          <p:cNvPr id="21" name="Legacy module connection">
            <a:extLst xmlns:a="http://schemas.openxmlformats.org/drawingml/2006/main">
              <a:ext uri="{FF2B5EF4-FFF2-40B4-BE49-F238E27FC236}">
                <a16:creationId xmlns:a16="http://schemas.microsoft.com/office/drawing/2014/main" id="{72E886D2-1D72-4F1D-A655-5BEB5B62C035}"/>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112407402"/>
      </p:ext>
    </p:extLst>
  </p:cSld>
</p:sld>
</file>

<file path=ppt/slides/slide2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2" name="ACT 1 · 요청 문장 도구 3/8 · Output format">
            <a:extLst xmlns:a="http://schemas.openxmlformats.org/drawingml/2006/main">
              <a:ext uri="{FF2B5EF4-FFF2-40B4-BE49-F238E27FC236}">
                <a16:creationId xmlns:a16="http://schemas.microsoft.com/office/drawing/2014/main" id="{AFC49B5F-BDFE-4EB1-9F8A-541B2404B9B9}"/>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 문장 도구 3/8 · Output format</a:t>
            </a:r>
          </a:p>
        </p:txBody>
      </p:sp>
      <p:sp>
        <p:nvSpPr>
          <p:cNvPr id="2" name="S24">
            <a:extLst xmlns:a="http://schemas.openxmlformats.org/drawingml/2006/main">
              <a:ext uri="{FF2B5EF4-FFF2-40B4-BE49-F238E27FC236}">
                <a16:creationId xmlns:a16="http://schemas.microsoft.com/office/drawing/2014/main" id="{F193FC04-ADCC-4DD2-9469-82A436987875}"/>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S24</a:t>
            </a:r>
          </a:p>
        </p:txBody>
      </p:sp>
      <p:sp>
        <p:nvSpPr>
          <p:cNvPr id="3" name="바로 검토할 수 있는 결과 형식">
            <a:extLst xmlns:a="http://schemas.openxmlformats.org/drawingml/2006/main">
              <a:ext uri="{FF2B5EF4-FFF2-40B4-BE49-F238E27FC236}">
                <a16:creationId xmlns:a16="http://schemas.microsoft.com/office/drawing/2014/main" id="{69B0ACF6-0B29-4490-93E5-05F566C2242A}"/>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바로 검토할 수 있는 결과 형식</a:t>
            </a:r>
          </a:p>
        </p:txBody>
      </p:sp>
      <p:sp>
        <p:nvSpPr>
          <p:cNvPr id="4" name="">
            <a:extLst xmlns:a="http://schemas.openxmlformats.org/drawingml/2006/main">
              <a:ext uri="{FF2B5EF4-FFF2-40B4-BE49-F238E27FC236}">
                <a16:creationId xmlns:a16="http://schemas.microsoft.com/office/drawing/2014/main" id="{70376D4A-7BB6-4B88-B64F-7FB96FC236A5}"/>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OpenAI Prompting / Structured model outputs · 출력 형식·내용 오류 구분">
            <a:extLst xmlns:a="http://schemas.openxmlformats.org/drawingml/2006/main">
              <a:ext uri="{FF2B5EF4-FFF2-40B4-BE49-F238E27FC236}">
                <a16:creationId xmlns:a16="http://schemas.microsoft.com/office/drawing/2014/main" id="{866F01C6-AC42-4089-8FAF-12775ACB181A}"/>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OpenAI Prompting / Structured model outputs · 출력 형식·내용 오류 구분 · 2026-10-21</a:t>
            </a:r>
          </a:p>
        </p:txBody>
      </p:sp>
      <p:sp>
        <p:nvSpPr>
          <p:cNvPr id="6" name="형식이 맞아도 내용은 확인해야 합니다. 채팅의 형식 요청은 API Structured Outputs와 별개입">
            <a:extLst xmlns:a="http://schemas.openxmlformats.org/drawingml/2006/main">
              <a:ext uri="{FF2B5EF4-FFF2-40B4-BE49-F238E27FC236}">
                <a16:creationId xmlns:a16="http://schemas.microsoft.com/office/drawing/2014/main" id="{DFED8C89-D707-401A-A4CF-50CD7EC9CE6D}"/>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형식이 맞아도 내용은 확인해야 합니다. 채팅의 형식 요청은 API Structured Outputs와 별개입니다.</a:t>
            </a:r>
          </a:p>
        </p:txBody>
      </p:sp>
      <p:sp>
        <p:nvSpPr>
          <p:cNvPr id="7" name="">
            <a:extLst xmlns:a="http://schemas.openxmlformats.org/drawingml/2006/main">
              <a:ext uri="{FF2B5EF4-FFF2-40B4-BE49-F238E27FC236}">
                <a16:creationId xmlns:a16="http://schemas.microsoft.com/office/drawing/2014/main" id="{57C6219A-2829-4F1F-B211-053ABFEF1C22}"/>
              </a:ext>
            </a:extLst>
          </p:cNvPr>
          <p:cNvSpPr>
            <a:spLocks xmlns:a="http://schemas.openxmlformats.org/drawingml/2006/main" noGrp="1"/>
          </p:cNvSpPr>
          <p:nvPr/>
        </p:nvSpPr>
        <p:spPr>
          <a:xfrm xmlns:a="http://schemas.openxmlformats.org/drawingml/2006/main">
            <a:off x="609600" y="1619250"/>
            <a:ext cx="1771650" cy="3810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이럴 때 사용">
            <a:extLst xmlns:a="http://schemas.openxmlformats.org/drawingml/2006/main">
              <a:ext uri="{FF2B5EF4-FFF2-40B4-BE49-F238E27FC236}">
                <a16:creationId xmlns:a16="http://schemas.microsoft.com/office/drawing/2014/main" id="{6D312575-0B45-43F5-89A9-DC2601FF5709}"/>
              </a:ext>
            </a:extLst>
          </p:cNvPr>
          <p:cNvSpPr>
            <a:spLocks xmlns:a="http://schemas.openxmlformats.org/drawingml/2006/main" noGrp="1"/>
          </p:cNvSpPr>
          <p:nvPr/>
        </p:nvSpPr>
        <p:spPr>
          <a:xfrm xmlns:a="http://schemas.openxmlformats.org/drawingml/2006/main">
            <a:off x="723900" y="1619250"/>
            <a:ext cx="154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이럴 때 사용</a:t>
            </a:r>
          </a:p>
        </p:txBody>
      </p:sp>
      <p:sp>
        <p:nvSpPr>
          <p:cNvPr id="9" name="장황한 답을 다시 가공하게 될 때">
            <a:extLst xmlns:a="http://schemas.openxmlformats.org/drawingml/2006/main">
              <a:ext uri="{FF2B5EF4-FFF2-40B4-BE49-F238E27FC236}">
                <a16:creationId xmlns:a16="http://schemas.microsoft.com/office/drawing/2014/main" id="{156F428A-8FD0-4085-B054-85F55756497E}"/>
              </a:ext>
            </a:extLst>
          </p:cNvPr>
          <p:cNvSpPr>
            <a:spLocks xmlns:a="http://schemas.openxmlformats.org/drawingml/2006/main" noGrp="1"/>
          </p:cNvSpPr>
          <p:nvPr/>
        </p:nvSpPr>
        <p:spPr>
          <a:xfrm xmlns:a="http://schemas.openxmlformats.org/drawingml/2006/main">
            <a:off x="2609850" y="1619250"/>
            <a:ext cx="897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장황한 답을 다시 가공하게 될 때</a:t>
            </a:r>
          </a:p>
        </p:txBody>
      </p:sp>
      <p:sp>
        <p:nvSpPr>
          <p:cNvPr id="10" name="">
            <a:extLst xmlns:a="http://schemas.openxmlformats.org/drawingml/2006/main">
              <a:ext uri="{FF2B5EF4-FFF2-40B4-BE49-F238E27FC236}">
                <a16:creationId xmlns:a16="http://schemas.microsoft.com/office/drawing/2014/main" id="{85D15841-862B-479C-9F03-931BFD8C7A26}"/>
              </a:ext>
            </a:extLst>
          </p:cNvPr>
          <p:cNvSpPr>
            <a:spLocks xmlns:a="http://schemas.openxmlformats.org/drawingml/2006/main" noGrp="1"/>
          </p:cNvSpPr>
          <p:nvPr/>
        </p:nvSpPr>
        <p:spPr>
          <a:xfrm xmlns:a="http://schemas.openxmlformats.org/drawingml/2006/main">
            <a:off x="609600" y="2152650"/>
            <a:ext cx="718185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요청 예시 · 교육용 구성">
            <a:extLst xmlns:a="http://schemas.openxmlformats.org/drawingml/2006/main">
              <a:ext uri="{FF2B5EF4-FFF2-40B4-BE49-F238E27FC236}">
                <a16:creationId xmlns:a16="http://schemas.microsoft.com/office/drawing/2014/main" id="{37721A89-7E59-4D19-8CF4-8483B63389F6}"/>
              </a:ext>
            </a:extLst>
          </p:cNvPr>
          <p:cNvSpPr>
            <a:spLocks xmlns:a="http://schemas.openxmlformats.org/drawingml/2006/main" noGrp="1"/>
          </p:cNvSpPr>
          <p:nvPr/>
        </p:nvSpPr>
        <p:spPr>
          <a:xfrm xmlns:a="http://schemas.openxmlformats.org/drawingml/2006/main">
            <a:off x="800100" y="22574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요청 예시 · 교육용 구성</a:t>
            </a:r>
          </a:p>
        </p:txBody>
      </p:sp>
      <p:sp>
        <p:nvSpPr>
          <p:cNvPr id="12" name="">
            <a:extLst xmlns:a="http://schemas.openxmlformats.org/drawingml/2006/main">
              <a:ext uri="{FF2B5EF4-FFF2-40B4-BE49-F238E27FC236}">
                <a16:creationId xmlns:a16="http://schemas.microsoft.com/office/drawing/2014/main" id="{57A3117D-5773-4C3F-B545-01AFD8D6BEE0}"/>
              </a:ext>
            </a:extLst>
          </p:cNvPr>
          <p:cNvSpPr>
            <a:spLocks xmlns:a="http://schemas.openxmlformats.org/drawingml/2006/main" noGrp="1"/>
          </p:cNvSpPr>
          <p:nvPr/>
        </p:nvSpPr>
        <p:spPr>
          <a:xfrm xmlns:a="http://schemas.openxmlformats.org/drawingml/2006/main">
            <a:off x="800100" y="2638425"/>
            <a:ext cx="6800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crop 수정 결과를 다음 순서로 보고해줘.&#10;1. 변경 파일과 바꾼 이유&#10;2. 실제 실행한 확인 명령과 결과">
            <a:extLst xmlns:a="http://schemas.openxmlformats.org/drawingml/2006/main">
              <a:ext uri="{FF2B5EF4-FFF2-40B4-BE49-F238E27FC236}">
                <a16:creationId xmlns:a16="http://schemas.microsoft.com/office/drawing/2014/main" id="{E5109090-2574-4FFE-8B90-F88B657C89A3}"/>
              </a:ext>
            </a:extLst>
          </p:cNvPr>
          <p:cNvSpPr>
            <a:spLocks xmlns:a="http://schemas.openxmlformats.org/drawingml/2006/main" noGrp="1"/>
          </p:cNvSpPr>
          <p:nvPr/>
        </p:nvSpPr>
        <p:spPr>
          <a:xfrm xmlns:a="http://schemas.openxmlformats.org/drawingml/2006/main">
            <a:off x="800100" y="2733675"/>
            <a:ext cx="68008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crop 수정 결과를 다음 순서로 보고해줘.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1. 변경 파일과 바꾼 이유</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2. 실제 실행한 확인 명령과 결과</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3. 실행하지 못한 확인과 이유</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4. 남은 위험과 확인이 필요한 결정</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각 항목은 두 문장 이내로 써줘.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실행하지 않은 검사를 통과로 쓰지 마.</a:t>
            </a:r>
          </a:p>
        </p:txBody>
      </p:sp>
      <p:sp>
        <p:nvSpPr>
          <p:cNvPr id="14" name="보고할 순서">
            <a:extLst xmlns:a="http://schemas.openxmlformats.org/drawingml/2006/main">
              <a:ext uri="{FF2B5EF4-FFF2-40B4-BE49-F238E27FC236}">
                <a16:creationId xmlns:a16="http://schemas.microsoft.com/office/drawing/2014/main" id="{3F1CB72A-E96B-4408-A892-DEB506ED01F7}"/>
              </a:ext>
            </a:extLst>
          </p:cNvPr>
          <p:cNvSpPr>
            <a:spLocks xmlns:a="http://schemas.openxmlformats.org/drawingml/2006/main" noGrp="1"/>
          </p:cNvSpPr>
          <p:nvPr/>
        </p:nvSpPr>
        <p:spPr>
          <a:xfrm xmlns:a="http://schemas.openxmlformats.org/drawingml/2006/main">
            <a:off x="8229600" y="219075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보고할 순서</a:t>
            </a:r>
          </a:p>
        </p:txBody>
      </p:sp>
      <p:sp>
        <p:nvSpPr>
          <p:cNvPr id="15" name="">
            <a:extLst xmlns:a="http://schemas.openxmlformats.org/drawingml/2006/main">
              <a:ext uri="{FF2B5EF4-FFF2-40B4-BE49-F238E27FC236}">
                <a16:creationId xmlns:a16="http://schemas.microsoft.com/office/drawing/2014/main" id="{560A9501-C3A0-4279-9E82-0E7F4D2A6D42}"/>
              </a:ext>
            </a:extLst>
          </p:cNvPr>
          <p:cNvSpPr>
            <a:spLocks xmlns:a="http://schemas.openxmlformats.org/drawingml/2006/main" noGrp="1"/>
          </p:cNvSpPr>
          <p:nvPr/>
        </p:nvSpPr>
        <p:spPr>
          <a:xfrm xmlns:a="http://schemas.openxmlformats.org/drawingml/2006/main">
            <a:off x="8229600" y="26384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변경 내용&#10;실행한 확인&#10;미확인·남은 결정">
            <a:extLst xmlns:a="http://schemas.openxmlformats.org/drawingml/2006/main">
              <a:ext uri="{FF2B5EF4-FFF2-40B4-BE49-F238E27FC236}">
                <a16:creationId xmlns:a16="http://schemas.microsoft.com/office/drawing/2014/main" id="{F9263089-4EFE-49B6-A4CC-34B433FFBE1E}"/>
              </a:ext>
            </a:extLst>
          </p:cNvPr>
          <p:cNvSpPr>
            <a:spLocks xmlns:a="http://schemas.openxmlformats.org/drawingml/2006/main" noGrp="1"/>
          </p:cNvSpPr>
          <p:nvPr/>
        </p:nvSpPr>
        <p:spPr>
          <a:xfrm xmlns:a="http://schemas.openxmlformats.org/drawingml/2006/main">
            <a:off x="8229600" y="274320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변경 내용</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실행한 확인</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미확인·남은 결정</a:t>
            </a:r>
          </a:p>
        </p:txBody>
      </p:sp>
      <p:sp>
        <p:nvSpPr>
          <p:cNvPr id="17" name="사용할 곳">
            <a:extLst xmlns:a="http://schemas.openxmlformats.org/drawingml/2006/main">
              <a:ext uri="{FF2B5EF4-FFF2-40B4-BE49-F238E27FC236}">
                <a16:creationId xmlns:a16="http://schemas.microsoft.com/office/drawing/2014/main" id="{AF9C33F2-3463-46B6-BF7D-E3D67F8FE495}"/>
              </a:ext>
            </a:extLst>
          </p:cNvPr>
          <p:cNvSpPr>
            <a:spLocks xmlns:a="http://schemas.openxmlformats.org/drawingml/2006/main" noGrp="1"/>
          </p:cNvSpPr>
          <p:nvPr/>
        </p:nvSpPr>
        <p:spPr>
          <a:xfrm xmlns:a="http://schemas.openxmlformats.org/drawingml/2006/main">
            <a:off x="8229600" y="36957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사용할 곳</a:t>
            </a:r>
          </a:p>
        </p:txBody>
      </p:sp>
      <p:sp>
        <p:nvSpPr>
          <p:cNvPr id="18" name="">
            <a:extLst xmlns:a="http://schemas.openxmlformats.org/drawingml/2006/main">
              <a:ext uri="{FF2B5EF4-FFF2-40B4-BE49-F238E27FC236}">
                <a16:creationId xmlns:a16="http://schemas.microsoft.com/office/drawing/2014/main" id="{5CD247CB-E21A-4A85-B031-35922A67E83B}"/>
              </a:ext>
            </a:extLst>
          </p:cNvPr>
          <p:cNvSpPr>
            <a:spLocks xmlns:a="http://schemas.openxmlformats.org/drawingml/2006/main" noGrp="1"/>
          </p:cNvSpPr>
          <p:nvPr/>
        </p:nvSpPr>
        <p:spPr>
          <a:xfrm xmlns:a="http://schemas.openxmlformats.org/drawingml/2006/main">
            <a:off x="8229600" y="414337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검토·회의·인계&#10;필요한 형태를 지정">
            <a:extLst xmlns:a="http://schemas.openxmlformats.org/drawingml/2006/main">
              <a:ext uri="{FF2B5EF4-FFF2-40B4-BE49-F238E27FC236}">
                <a16:creationId xmlns:a16="http://schemas.microsoft.com/office/drawing/2014/main" id="{643F1B47-A595-4852-B6BA-E7A52AB80DFB}"/>
              </a:ext>
            </a:extLst>
          </p:cNvPr>
          <p:cNvSpPr>
            <a:spLocks xmlns:a="http://schemas.openxmlformats.org/drawingml/2006/main" noGrp="1"/>
          </p:cNvSpPr>
          <p:nvPr/>
        </p:nvSpPr>
        <p:spPr>
          <a:xfrm xmlns:a="http://schemas.openxmlformats.org/drawingml/2006/main">
            <a:off x="8229600" y="424815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검토·회의·인계</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필요한 형태를 지정</a:t>
            </a:r>
          </a:p>
        </p:txBody>
      </p:sp>
      <p:sp>
        <p:nvSpPr>
          <p:cNvPr id="20" name="받고 싶은 항목과 길이를 요청에 적는다.">
            <a:extLst xmlns:a="http://schemas.openxmlformats.org/drawingml/2006/main">
              <a:ext uri="{FF2B5EF4-FFF2-40B4-BE49-F238E27FC236}">
                <a16:creationId xmlns:a16="http://schemas.microsoft.com/office/drawing/2014/main" id="{18036908-B9BF-4D4C-820A-2C8DC9566774}"/>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받고 싶은 항목과 길이를 요청에 적는다.</a:t>
            </a:r>
          </a:p>
        </p:txBody>
      </p:sp>
      <p:sp>
        <p:nvSpPr>
          <p:cNvPr id="21" name="Legacy module connection">
            <a:extLst xmlns:a="http://schemas.openxmlformats.org/drawingml/2006/main">
              <a:ext uri="{FF2B5EF4-FFF2-40B4-BE49-F238E27FC236}">
                <a16:creationId xmlns:a16="http://schemas.microsoft.com/office/drawing/2014/main" id="{275C39A7-C568-4E9D-878E-BD61BE4A8AE8}"/>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668758097"/>
      </p:ext>
    </p:extLst>
  </p:cSld>
</p:sld>
</file>

<file path=ppt/slides/slide2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2" name="ACT 1 · 요청 문장 도구 4/8 · Grounding">
            <a:extLst xmlns:a="http://schemas.openxmlformats.org/drawingml/2006/main">
              <a:ext uri="{FF2B5EF4-FFF2-40B4-BE49-F238E27FC236}">
                <a16:creationId xmlns:a16="http://schemas.microsoft.com/office/drawing/2014/main" id="{B4335FBF-40BD-4FE9-8F28-EEF7E484C5B9}"/>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 문장 도구 4/8 · Grounding</a:t>
            </a:r>
          </a:p>
        </p:txBody>
      </p:sp>
      <p:sp>
        <p:nvSpPr>
          <p:cNvPr id="2" name="S25">
            <a:extLst xmlns:a="http://schemas.openxmlformats.org/drawingml/2006/main">
              <a:ext uri="{FF2B5EF4-FFF2-40B4-BE49-F238E27FC236}">
                <a16:creationId xmlns:a16="http://schemas.microsoft.com/office/drawing/2014/main" id="{A55FBBCB-235C-41C8-8748-DAFB678FA1C4}"/>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S25</a:t>
            </a:r>
          </a:p>
        </p:txBody>
      </p:sp>
      <p:sp>
        <p:nvSpPr>
          <p:cNvPr id="3" name="근거가 있는 설명과 미확인의 구분">
            <a:extLst xmlns:a="http://schemas.openxmlformats.org/drawingml/2006/main">
              <a:ext uri="{FF2B5EF4-FFF2-40B4-BE49-F238E27FC236}">
                <a16:creationId xmlns:a16="http://schemas.microsoft.com/office/drawing/2014/main" id="{49633FD8-DA31-4217-B25E-6EA485C82B7F}"/>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근거가 있는 설명과 미확인의 구분</a:t>
            </a:r>
          </a:p>
        </p:txBody>
      </p:sp>
      <p:sp>
        <p:nvSpPr>
          <p:cNvPr id="4" name="">
            <a:extLst xmlns:a="http://schemas.openxmlformats.org/drawingml/2006/main">
              <a:ext uri="{FF2B5EF4-FFF2-40B4-BE49-F238E27FC236}">
                <a16:creationId xmlns:a16="http://schemas.microsoft.com/office/drawing/2014/main" id="{60E89978-F8C6-4E29-AE0E-0265430F5839}"/>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OpenAI Prompt engineering / Prompting · 관련 자료·출처·불확실성 · 2026">
            <a:extLst xmlns:a="http://schemas.openxmlformats.org/drawingml/2006/main">
              <a:ext uri="{FF2B5EF4-FFF2-40B4-BE49-F238E27FC236}">
                <a16:creationId xmlns:a16="http://schemas.microsoft.com/office/drawing/2014/main" id="{858CA2FB-7A6B-435B-8C83-92A3150DF4F8}"/>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OpenAI Prompt engineering / Prompting · 관련 자료·출처·불확실성 · 2026-10-21</a:t>
            </a:r>
          </a:p>
        </p:txBody>
      </p:sp>
      <p:sp>
        <p:nvSpPr>
          <p:cNvPr id="6" name="파일·줄 인용도 실제 내용과 대조합니다. 인용이 있다는 사실만으로 정확성이 보장되지는 않습니다.">
            <a:extLst xmlns:a="http://schemas.openxmlformats.org/drawingml/2006/main">
              <a:ext uri="{FF2B5EF4-FFF2-40B4-BE49-F238E27FC236}">
                <a16:creationId xmlns:a16="http://schemas.microsoft.com/office/drawing/2014/main" id="{38D83B59-C4E9-4247-B001-CA0066CE44B0}"/>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파일·줄 인용도 실제 내용과 대조합니다. 인용이 있다는 사실만으로 정확성이 보장되지는 않습니다.</a:t>
            </a:r>
          </a:p>
        </p:txBody>
      </p:sp>
      <p:sp>
        <p:nvSpPr>
          <p:cNvPr id="7" name="">
            <a:extLst xmlns:a="http://schemas.openxmlformats.org/drawingml/2006/main">
              <a:ext uri="{FF2B5EF4-FFF2-40B4-BE49-F238E27FC236}">
                <a16:creationId xmlns:a16="http://schemas.microsoft.com/office/drawing/2014/main" id="{EA09DA49-9571-411F-97A3-9F29F62DC010}"/>
              </a:ext>
            </a:extLst>
          </p:cNvPr>
          <p:cNvSpPr>
            <a:spLocks xmlns:a="http://schemas.openxmlformats.org/drawingml/2006/main" noGrp="1"/>
          </p:cNvSpPr>
          <p:nvPr/>
        </p:nvSpPr>
        <p:spPr>
          <a:xfrm xmlns:a="http://schemas.openxmlformats.org/drawingml/2006/main">
            <a:off x="609600" y="1619250"/>
            <a:ext cx="1771650" cy="3810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이럴 때 사용">
            <a:extLst xmlns:a="http://schemas.openxmlformats.org/drawingml/2006/main">
              <a:ext uri="{FF2B5EF4-FFF2-40B4-BE49-F238E27FC236}">
                <a16:creationId xmlns:a16="http://schemas.microsoft.com/office/drawing/2014/main" id="{4412CB3B-8B1B-4AC7-893F-6AC3A3B69BE3}"/>
              </a:ext>
            </a:extLst>
          </p:cNvPr>
          <p:cNvSpPr>
            <a:spLocks xmlns:a="http://schemas.openxmlformats.org/drawingml/2006/main" noGrp="1"/>
          </p:cNvSpPr>
          <p:nvPr/>
        </p:nvSpPr>
        <p:spPr>
          <a:xfrm xmlns:a="http://schemas.openxmlformats.org/drawingml/2006/main">
            <a:off x="723900" y="1619250"/>
            <a:ext cx="154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이럴 때 사용</a:t>
            </a:r>
          </a:p>
        </p:txBody>
      </p:sp>
      <p:sp>
        <p:nvSpPr>
          <p:cNvPr id="9" name="저장소 설명의 출처를 확인해야 할 때">
            <a:extLst xmlns:a="http://schemas.openxmlformats.org/drawingml/2006/main">
              <a:ext uri="{FF2B5EF4-FFF2-40B4-BE49-F238E27FC236}">
                <a16:creationId xmlns:a16="http://schemas.microsoft.com/office/drawing/2014/main" id="{5212F72B-52B9-4DB5-97F7-D9D70DA4D882}"/>
              </a:ext>
            </a:extLst>
          </p:cNvPr>
          <p:cNvSpPr>
            <a:spLocks xmlns:a="http://schemas.openxmlformats.org/drawingml/2006/main" noGrp="1"/>
          </p:cNvSpPr>
          <p:nvPr/>
        </p:nvSpPr>
        <p:spPr>
          <a:xfrm xmlns:a="http://schemas.openxmlformats.org/drawingml/2006/main">
            <a:off x="2609850" y="1619250"/>
            <a:ext cx="897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저장소 설명의 출처를 확인해야 할 때</a:t>
            </a:r>
          </a:p>
        </p:txBody>
      </p:sp>
      <p:sp>
        <p:nvSpPr>
          <p:cNvPr id="10" name="">
            <a:extLst xmlns:a="http://schemas.openxmlformats.org/drawingml/2006/main">
              <a:ext uri="{FF2B5EF4-FFF2-40B4-BE49-F238E27FC236}">
                <a16:creationId xmlns:a16="http://schemas.microsoft.com/office/drawing/2014/main" id="{651234D3-32CB-49F4-8987-AC8C38AA6DF6}"/>
              </a:ext>
            </a:extLst>
          </p:cNvPr>
          <p:cNvSpPr>
            <a:spLocks xmlns:a="http://schemas.openxmlformats.org/drawingml/2006/main" noGrp="1"/>
          </p:cNvSpPr>
          <p:nvPr/>
        </p:nvSpPr>
        <p:spPr>
          <a:xfrm xmlns:a="http://schemas.openxmlformats.org/drawingml/2006/main">
            <a:off x="609600" y="2152650"/>
            <a:ext cx="718185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요청 예시 · 교육용 구성">
            <a:extLst xmlns:a="http://schemas.openxmlformats.org/drawingml/2006/main">
              <a:ext uri="{FF2B5EF4-FFF2-40B4-BE49-F238E27FC236}">
                <a16:creationId xmlns:a16="http://schemas.microsoft.com/office/drawing/2014/main" id="{E702F23D-0065-417B-ACF0-BDA7ECBF113F}"/>
              </a:ext>
            </a:extLst>
          </p:cNvPr>
          <p:cNvSpPr>
            <a:spLocks xmlns:a="http://schemas.openxmlformats.org/drawingml/2006/main" noGrp="1"/>
          </p:cNvSpPr>
          <p:nvPr/>
        </p:nvSpPr>
        <p:spPr>
          <a:xfrm xmlns:a="http://schemas.openxmlformats.org/drawingml/2006/main">
            <a:off x="800100" y="22574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요청 예시 · 교육용 구성</a:t>
            </a:r>
          </a:p>
        </p:txBody>
      </p:sp>
      <p:sp>
        <p:nvSpPr>
          <p:cNvPr id="12" name="">
            <a:extLst xmlns:a="http://schemas.openxmlformats.org/drawingml/2006/main">
              <a:ext uri="{FF2B5EF4-FFF2-40B4-BE49-F238E27FC236}">
                <a16:creationId xmlns:a16="http://schemas.microsoft.com/office/drawing/2014/main" id="{C038F15C-A1C7-4330-8939-141FE28103DD}"/>
              </a:ext>
            </a:extLst>
          </p:cNvPr>
          <p:cNvSpPr>
            <a:spLocks xmlns:a="http://schemas.openxmlformats.org/drawingml/2006/main" noGrp="1"/>
          </p:cNvSpPr>
          <p:nvPr/>
        </p:nvSpPr>
        <p:spPr>
          <a:xfrm xmlns:a="http://schemas.openxmlformats.org/drawingml/2006/main">
            <a:off x="800100" y="2638425"/>
            <a:ext cx="6800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crop의 명세·구현·테스트를 찾아 비교해줘.&#10;결론마다 실제 파일·함수·줄을 붙여줘.&#10;다음 세 상태를 구분해">
            <a:extLst xmlns:a="http://schemas.openxmlformats.org/drawingml/2006/main">
              <a:ext uri="{FF2B5EF4-FFF2-40B4-BE49-F238E27FC236}">
                <a16:creationId xmlns:a16="http://schemas.microsoft.com/office/drawing/2014/main" id="{6A369D9F-7DF9-4E6C-979E-78031F680F8A}"/>
              </a:ext>
            </a:extLst>
          </p:cNvPr>
          <p:cNvSpPr>
            <a:spLocks xmlns:a="http://schemas.openxmlformats.org/drawingml/2006/main" noGrp="1"/>
          </p:cNvSpPr>
          <p:nvPr/>
        </p:nvSpPr>
        <p:spPr>
          <a:xfrm xmlns:a="http://schemas.openxmlformats.org/drawingml/2006/main">
            <a:off x="800100" y="2733675"/>
            <a:ext cx="68008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crop의 명세·구현·테스트를 찾아 비교해줘.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결론마다 실제 파일·함수·줄을 붙여줘.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다음 세 상태를 구분해줘.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 자료에서 확인</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 코드로부터 추정</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 아직 미확인</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근거가 충돌하면 차이를 먼저 알려줘.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찾지 못한 정책은 관례로 채우지 마.</a:t>
            </a:r>
          </a:p>
        </p:txBody>
      </p:sp>
      <p:sp>
        <p:nvSpPr>
          <p:cNvPr id="14" name="받아야 할 연결">
            <a:extLst xmlns:a="http://schemas.openxmlformats.org/drawingml/2006/main">
              <a:ext uri="{FF2B5EF4-FFF2-40B4-BE49-F238E27FC236}">
                <a16:creationId xmlns:a16="http://schemas.microsoft.com/office/drawing/2014/main" id="{5D527CD3-63FF-4464-9BF4-00FB87AB051A}"/>
              </a:ext>
            </a:extLst>
          </p:cNvPr>
          <p:cNvSpPr>
            <a:spLocks xmlns:a="http://schemas.openxmlformats.org/drawingml/2006/main" noGrp="1"/>
          </p:cNvSpPr>
          <p:nvPr/>
        </p:nvSpPr>
        <p:spPr>
          <a:xfrm xmlns:a="http://schemas.openxmlformats.org/drawingml/2006/main">
            <a:off x="8229600" y="219075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받아야 할 연결</a:t>
            </a:r>
          </a:p>
        </p:txBody>
      </p:sp>
      <p:sp>
        <p:nvSpPr>
          <p:cNvPr id="15" name="">
            <a:extLst xmlns:a="http://schemas.openxmlformats.org/drawingml/2006/main">
              <a:ext uri="{FF2B5EF4-FFF2-40B4-BE49-F238E27FC236}">
                <a16:creationId xmlns:a16="http://schemas.microsoft.com/office/drawing/2014/main" id="{29E097EB-45D9-40C8-BB1F-35E8F46BDBDC}"/>
              </a:ext>
            </a:extLst>
          </p:cNvPr>
          <p:cNvSpPr>
            <a:spLocks xmlns:a="http://schemas.openxmlformats.org/drawingml/2006/main" noGrp="1"/>
          </p:cNvSpPr>
          <p:nvPr/>
        </p:nvSpPr>
        <p:spPr>
          <a:xfrm xmlns:a="http://schemas.openxmlformats.org/drawingml/2006/main">
            <a:off x="8229600" y="26384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주장과 자료 위치&#10;확인과 추정의 구분">
            <a:extLst xmlns:a="http://schemas.openxmlformats.org/drawingml/2006/main">
              <a:ext uri="{FF2B5EF4-FFF2-40B4-BE49-F238E27FC236}">
                <a16:creationId xmlns:a16="http://schemas.microsoft.com/office/drawing/2014/main" id="{3128059B-C15B-46BF-AAE6-C45F68FEE9C1}"/>
              </a:ext>
            </a:extLst>
          </p:cNvPr>
          <p:cNvSpPr>
            <a:spLocks xmlns:a="http://schemas.openxmlformats.org/drawingml/2006/main" noGrp="1"/>
          </p:cNvSpPr>
          <p:nvPr/>
        </p:nvSpPr>
        <p:spPr>
          <a:xfrm xmlns:a="http://schemas.openxmlformats.org/drawingml/2006/main">
            <a:off x="8229600" y="274320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주장과 자료 위치</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확인과 추정의 구분</a:t>
            </a:r>
          </a:p>
        </p:txBody>
      </p:sp>
      <p:sp>
        <p:nvSpPr>
          <p:cNvPr id="17" name="다시 확인할 것">
            <a:extLst xmlns:a="http://schemas.openxmlformats.org/drawingml/2006/main">
              <a:ext uri="{FF2B5EF4-FFF2-40B4-BE49-F238E27FC236}">
                <a16:creationId xmlns:a16="http://schemas.microsoft.com/office/drawing/2014/main" id="{F4B87BB5-0AC9-4F22-85D8-FF4D8B7D1869}"/>
              </a:ext>
            </a:extLst>
          </p:cNvPr>
          <p:cNvSpPr>
            <a:spLocks xmlns:a="http://schemas.openxmlformats.org/drawingml/2006/main" noGrp="1"/>
          </p:cNvSpPr>
          <p:nvPr/>
        </p:nvSpPr>
        <p:spPr>
          <a:xfrm xmlns:a="http://schemas.openxmlformats.org/drawingml/2006/main">
            <a:off x="8229600" y="36957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다시 확인할 것</a:t>
            </a:r>
          </a:p>
        </p:txBody>
      </p:sp>
      <p:sp>
        <p:nvSpPr>
          <p:cNvPr id="18" name="">
            <a:extLst xmlns:a="http://schemas.openxmlformats.org/drawingml/2006/main">
              <a:ext uri="{FF2B5EF4-FFF2-40B4-BE49-F238E27FC236}">
                <a16:creationId xmlns:a16="http://schemas.microsoft.com/office/drawing/2014/main" id="{96081FBD-B6D1-4330-9398-5082B6024269}"/>
              </a:ext>
            </a:extLst>
          </p:cNvPr>
          <p:cNvSpPr>
            <a:spLocks xmlns:a="http://schemas.openxmlformats.org/drawingml/2006/main" noGrp="1"/>
          </p:cNvSpPr>
          <p:nvPr/>
        </p:nvSpPr>
        <p:spPr>
          <a:xfrm xmlns:a="http://schemas.openxmlformats.org/drawingml/2006/main">
            <a:off x="8229600" y="414337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인용한 위치에&#10;실제 근거가 있나?">
            <a:extLst xmlns:a="http://schemas.openxmlformats.org/drawingml/2006/main">
              <a:ext uri="{FF2B5EF4-FFF2-40B4-BE49-F238E27FC236}">
                <a16:creationId xmlns:a16="http://schemas.microsoft.com/office/drawing/2014/main" id="{04FD296B-6FB5-4039-9E32-B655D4E3C1B4}"/>
              </a:ext>
            </a:extLst>
          </p:cNvPr>
          <p:cNvSpPr>
            <a:spLocks xmlns:a="http://schemas.openxmlformats.org/drawingml/2006/main" noGrp="1"/>
          </p:cNvSpPr>
          <p:nvPr/>
        </p:nvSpPr>
        <p:spPr>
          <a:xfrm xmlns:a="http://schemas.openxmlformats.org/drawingml/2006/main">
            <a:off x="8229600" y="424815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인용한 위치에</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실제 근거가 있나?</a:t>
            </a:r>
          </a:p>
        </p:txBody>
      </p:sp>
      <p:sp>
        <p:nvSpPr>
          <p:cNvPr id="20" name="결론에 자료 위치를 붙이고, 확인하지 못한 것은 남긴다.">
            <a:extLst xmlns:a="http://schemas.openxmlformats.org/drawingml/2006/main">
              <a:ext uri="{FF2B5EF4-FFF2-40B4-BE49-F238E27FC236}">
                <a16:creationId xmlns:a16="http://schemas.microsoft.com/office/drawing/2014/main" id="{733C7A84-4188-4CA3-9FDC-510169DA335D}"/>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결론에 자료 위치를 붙이고, 확인하지 못한 것은 남긴다.</a:t>
            </a:r>
          </a:p>
        </p:txBody>
      </p:sp>
      <p:sp>
        <p:nvSpPr>
          <p:cNvPr id="21" name="Legacy module connection">
            <a:extLst xmlns:a="http://schemas.openxmlformats.org/drawingml/2006/main">
              <a:ext uri="{FF2B5EF4-FFF2-40B4-BE49-F238E27FC236}">
                <a16:creationId xmlns:a16="http://schemas.microsoft.com/office/drawing/2014/main" id="{29532293-6DBA-431C-AB80-49EFB116FE7B}"/>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532382452"/>
      </p:ext>
    </p:extLst>
  </p:cSld>
</p:sld>
</file>

<file path=ppt/slides/slide2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2" name="ACT 1 · 요청 문장 도구 5/8 · Clarification">
            <a:extLst xmlns:a="http://schemas.openxmlformats.org/drawingml/2006/main">
              <a:ext uri="{FF2B5EF4-FFF2-40B4-BE49-F238E27FC236}">
                <a16:creationId xmlns:a16="http://schemas.microsoft.com/office/drawing/2014/main" id="{95C10D6B-F453-4DBE-B530-51E653C305CB}"/>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 문장 도구 5/8 · Clarification</a:t>
            </a:r>
          </a:p>
        </p:txBody>
      </p:sp>
      <p:sp>
        <p:nvSpPr>
          <p:cNvPr id="2" name="S26">
            <a:extLst xmlns:a="http://schemas.openxmlformats.org/drawingml/2006/main">
              <a:ext uri="{FF2B5EF4-FFF2-40B4-BE49-F238E27FC236}">
                <a16:creationId xmlns:a16="http://schemas.microsoft.com/office/drawing/2014/main" id="{71CE8B3B-636A-40B9-BEC6-9FB6D5CB9163}"/>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S26</a:t>
            </a:r>
          </a:p>
        </p:txBody>
      </p:sp>
      <p:sp>
        <p:nvSpPr>
          <p:cNvPr id="3" name="결과를 바꾸는 결정에서 확인 질문">
            <a:extLst xmlns:a="http://schemas.openxmlformats.org/drawingml/2006/main">
              <a:ext uri="{FF2B5EF4-FFF2-40B4-BE49-F238E27FC236}">
                <a16:creationId xmlns:a16="http://schemas.microsoft.com/office/drawing/2014/main" id="{9E94CCA3-56D5-45C4-A9C7-2246CFEE57C7}"/>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결과를 바꾸는 결정에서 확인 질문</a:t>
            </a:r>
          </a:p>
        </p:txBody>
      </p:sp>
      <p:sp>
        <p:nvSpPr>
          <p:cNvPr id="4" name="">
            <a:extLst xmlns:a="http://schemas.openxmlformats.org/drawingml/2006/main">
              <a:ext uri="{FF2B5EF4-FFF2-40B4-BE49-F238E27FC236}">
                <a16:creationId xmlns:a16="http://schemas.microsoft.com/office/drawing/2014/main" id="{FC3A409C-5E84-4EBB-A057-5121E8871724}"/>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OpenAI Best practices / Latest model · Initiative · 2026-10-">
            <a:extLst xmlns:a="http://schemas.openxmlformats.org/drawingml/2006/main">
              <a:ext uri="{FF2B5EF4-FFF2-40B4-BE49-F238E27FC236}">
                <a16:creationId xmlns:a16="http://schemas.microsoft.com/office/drawing/2014/main" id="{CD19FE0D-9525-4C6F-8620-77E45864E005}"/>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OpenAI Best practices / Latest model · Initiative · 2026-10-21 확인</a:t>
            </a:r>
          </a:p>
        </p:txBody>
      </p:sp>
      <p:sp>
        <p:nvSpPr>
          <p:cNvPr id="6" name="모든 세부를 질문으로 돌리지 않습니다. 답에 따라 결과가 달라지는 선택에 집중합니다.">
            <a:extLst xmlns:a="http://schemas.openxmlformats.org/drawingml/2006/main">
              <a:ext uri="{FF2B5EF4-FFF2-40B4-BE49-F238E27FC236}">
                <a16:creationId xmlns:a16="http://schemas.microsoft.com/office/drawing/2014/main" id="{924443C1-8E89-4AB5-B545-802CE031645D}"/>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모든 세부를 질문으로 돌리지 않습니다. 답에 따라 결과가 달라지는 선택에 집중합니다.</a:t>
            </a:r>
          </a:p>
        </p:txBody>
      </p:sp>
      <p:sp>
        <p:nvSpPr>
          <p:cNvPr id="7" name="">
            <a:extLst xmlns:a="http://schemas.openxmlformats.org/drawingml/2006/main">
              <a:ext uri="{FF2B5EF4-FFF2-40B4-BE49-F238E27FC236}">
                <a16:creationId xmlns:a16="http://schemas.microsoft.com/office/drawing/2014/main" id="{EDD71E3A-9605-422F-B03A-1AD6F3D45E46}"/>
              </a:ext>
            </a:extLst>
          </p:cNvPr>
          <p:cNvSpPr>
            <a:spLocks xmlns:a="http://schemas.openxmlformats.org/drawingml/2006/main" noGrp="1"/>
          </p:cNvSpPr>
          <p:nvPr/>
        </p:nvSpPr>
        <p:spPr>
          <a:xfrm xmlns:a="http://schemas.openxmlformats.org/drawingml/2006/main">
            <a:off x="609600" y="1619250"/>
            <a:ext cx="1771650" cy="3810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이럴 때 사용">
            <a:extLst xmlns:a="http://schemas.openxmlformats.org/drawingml/2006/main">
              <a:ext uri="{FF2B5EF4-FFF2-40B4-BE49-F238E27FC236}">
                <a16:creationId xmlns:a16="http://schemas.microsoft.com/office/drawing/2014/main" id="{1DB21027-C16F-48F2-8DC8-4AB0B27A1221}"/>
              </a:ext>
            </a:extLst>
          </p:cNvPr>
          <p:cNvSpPr>
            <a:spLocks xmlns:a="http://schemas.openxmlformats.org/drawingml/2006/main" noGrp="1"/>
          </p:cNvSpPr>
          <p:nvPr/>
        </p:nvSpPr>
        <p:spPr>
          <a:xfrm xmlns:a="http://schemas.openxmlformats.org/drawingml/2006/main">
            <a:off x="723900" y="1619250"/>
            <a:ext cx="154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이럴 때 사용</a:t>
            </a:r>
          </a:p>
        </p:txBody>
      </p:sp>
      <p:sp>
        <p:nvSpPr>
          <p:cNvPr id="9" name="정책을 사람이 선택해야 할 때">
            <a:extLst xmlns:a="http://schemas.openxmlformats.org/drawingml/2006/main">
              <a:ext uri="{FF2B5EF4-FFF2-40B4-BE49-F238E27FC236}">
                <a16:creationId xmlns:a16="http://schemas.microsoft.com/office/drawing/2014/main" id="{DE7E0DC8-0ED2-4F29-89AB-8FE34730CE0E}"/>
              </a:ext>
            </a:extLst>
          </p:cNvPr>
          <p:cNvSpPr>
            <a:spLocks xmlns:a="http://schemas.openxmlformats.org/drawingml/2006/main" noGrp="1"/>
          </p:cNvSpPr>
          <p:nvPr/>
        </p:nvSpPr>
        <p:spPr>
          <a:xfrm xmlns:a="http://schemas.openxmlformats.org/drawingml/2006/main">
            <a:off x="2609850" y="1619250"/>
            <a:ext cx="897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정책을 사람이 선택해야 할 때</a:t>
            </a:r>
          </a:p>
        </p:txBody>
      </p:sp>
      <p:sp>
        <p:nvSpPr>
          <p:cNvPr id="10" name="">
            <a:extLst xmlns:a="http://schemas.openxmlformats.org/drawingml/2006/main">
              <a:ext uri="{FF2B5EF4-FFF2-40B4-BE49-F238E27FC236}">
                <a16:creationId xmlns:a16="http://schemas.microsoft.com/office/drawing/2014/main" id="{9D7BDCFE-D71E-41AB-A4B2-CC87682C0D48}"/>
              </a:ext>
            </a:extLst>
          </p:cNvPr>
          <p:cNvSpPr>
            <a:spLocks xmlns:a="http://schemas.openxmlformats.org/drawingml/2006/main" noGrp="1"/>
          </p:cNvSpPr>
          <p:nvPr/>
        </p:nvSpPr>
        <p:spPr>
          <a:xfrm xmlns:a="http://schemas.openxmlformats.org/drawingml/2006/main">
            <a:off x="609600" y="2152650"/>
            <a:ext cx="718185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요청 예시 · 교육용 구성">
            <a:extLst xmlns:a="http://schemas.openxmlformats.org/drawingml/2006/main">
              <a:ext uri="{FF2B5EF4-FFF2-40B4-BE49-F238E27FC236}">
                <a16:creationId xmlns:a16="http://schemas.microsoft.com/office/drawing/2014/main" id="{B9B19350-A331-4773-BD32-6B1C3CD8CC26}"/>
              </a:ext>
            </a:extLst>
          </p:cNvPr>
          <p:cNvSpPr>
            <a:spLocks xmlns:a="http://schemas.openxmlformats.org/drawingml/2006/main" noGrp="1"/>
          </p:cNvSpPr>
          <p:nvPr/>
        </p:nvSpPr>
        <p:spPr>
          <a:xfrm xmlns:a="http://schemas.openxmlformats.org/drawingml/2006/main">
            <a:off x="800100" y="22574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요청 예시 · 교육용 구성</a:t>
            </a:r>
          </a:p>
        </p:txBody>
      </p:sp>
      <p:sp>
        <p:nvSpPr>
          <p:cNvPr id="12" name="">
            <a:extLst xmlns:a="http://schemas.openxmlformats.org/drawingml/2006/main">
              <a:ext uri="{FF2B5EF4-FFF2-40B4-BE49-F238E27FC236}">
                <a16:creationId xmlns:a16="http://schemas.microsoft.com/office/drawing/2014/main" id="{82BC3EF4-FF00-4A5B-8F31-E88DF77C605C}"/>
              </a:ext>
            </a:extLst>
          </p:cNvPr>
          <p:cNvSpPr>
            <a:spLocks xmlns:a="http://schemas.openxmlformats.org/drawingml/2006/main" noGrp="1"/>
          </p:cNvSpPr>
          <p:nvPr/>
        </p:nvSpPr>
        <p:spPr>
          <a:xfrm xmlns:a="http://schemas.openxmlformats.org/drawingml/2006/main">
            <a:off x="800100" y="2638425"/>
            <a:ext cx="6800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빈 crop 범위의 처리 정책을 조사해줘.&#10;문서·테스트·호출부의 근거를 먼저 찾아줘.&#10;근거 없이 빈 결과와 ">
            <a:extLst xmlns:a="http://schemas.openxmlformats.org/drawingml/2006/main">
              <a:ext uri="{FF2B5EF4-FFF2-40B4-BE49-F238E27FC236}">
                <a16:creationId xmlns:a16="http://schemas.microsoft.com/office/drawing/2014/main" id="{E7B58275-A8D0-4608-A253-8F228FE829D0}"/>
              </a:ext>
            </a:extLst>
          </p:cNvPr>
          <p:cNvSpPr>
            <a:spLocks xmlns:a="http://schemas.openxmlformats.org/drawingml/2006/main" noGrp="1"/>
          </p:cNvSpPr>
          <p:nvPr/>
        </p:nvSpPr>
        <p:spPr>
          <a:xfrm xmlns:a="http://schemas.openxmlformats.org/drawingml/2006/main">
            <a:off x="800100" y="2733675"/>
            <a:ext cx="68008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빈 crop 범위의 처리 정책을 조사해줘.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문서·테스트·호출부의 근거를 먼저 찾아줘.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근거 없이 빈 결과와 오류 중 골라야 하면</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각 선택의 영향을 적고 질문해줘.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그 결정에 의존하는 수정은 답변 뒤 진행해줘.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그 선택과 무관한 조사는 계속해줘.</a:t>
            </a:r>
          </a:p>
        </p:txBody>
      </p:sp>
      <p:sp>
        <p:nvSpPr>
          <p:cNvPr id="14" name="저장소에 답이 있다">
            <a:extLst xmlns:a="http://schemas.openxmlformats.org/drawingml/2006/main">
              <a:ext uri="{FF2B5EF4-FFF2-40B4-BE49-F238E27FC236}">
                <a16:creationId xmlns:a16="http://schemas.microsoft.com/office/drawing/2014/main" id="{E3556125-6CFE-4577-A761-D2D689999A0E}"/>
              </a:ext>
            </a:extLst>
          </p:cNvPr>
          <p:cNvSpPr>
            <a:spLocks xmlns:a="http://schemas.openxmlformats.org/drawingml/2006/main" noGrp="1"/>
          </p:cNvSpPr>
          <p:nvPr/>
        </p:nvSpPr>
        <p:spPr>
          <a:xfrm xmlns:a="http://schemas.openxmlformats.org/drawingml/2006/main">
            <a:off x="8229600" y="219075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저장소에 답이 있다</a:t>
            </a:r>
          </a:p>
        </p:txBody>
      </p:sp>
      <p:sp>
        <p:nvSpPr>
          <p:cNvPr id="15" name="">
            <a:extLst xmlns:a="http://schemas.openxmlformats.org/drawingml/2006/main">
              <a:ext uri="{FF2B5EF4-FFF2-40B4-BE49-F238E27FC236}">
                <a16:creationId xmlns:a16="http://schemas.microsoft.com/office/drawing/2014/main" id="{7C52DFA4-628F-409B-A84D-72FCF3898652}"/>
              </a:ext>
            </a:extLst>
          </p:cNvPr>
          <p:cNvSpPr>
            <a:spLocks xmlns:a="http://schemas.openxmlformats.org/drawingml/2006/main" noGrp="1"/>
          </p:cNvSpPr>
          <p:nvPr/>
        </p:nvSpPr>
        <p:spPr>
          <a:xfrm xmlns:a="http://schemas.openxmlformats.org/drawingml/2006/main">
            <a:off x="8229600" y="26384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조사하고&#10;근거를 보고">
            <a:extLst xmlns:a="http://schemas.openxmlformats.org/drawingml/2006/main">
              <a:ext uri="{FF2B5EF4-FFF2-40B4-BE49-F238E27FC236}">
                <a16:creationId xmlns:a16="http://schemas.microsoft.com/office/drawing/2014/main" id="{6BE06CFA-97C6-4CEF-A3DC-20A94BB322F4}"/>
              </a:ext>
            </a:extLst>
          </p:cNvPr>
          <p:cNvSpPr>
            <a:spLocks xmlns:a="http://schemas.openxmlformats.org/drawingml/2006/main" noGrp="1"/>
          </p:cNvSpPr>
          <p:nvPr/>
        </p:nvSpPr>
        <p:spPr>
          <a:xfrm xmlns:a="http://schemas.openxmlformats.org/drawingml/2006/main">
            <a:off x="8229600" y="274320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조사하고</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근거를 보고</a:t>
            </a:r>
          </a:p>
        </p:txBody>
      </p:sp>
      <p:sp>
        <p:nvSpPr>
          <p:cNvPr id="17" name="정책 선택이 남았다">
            <a:extLst xmlns:a="http://schemas.openxmlformats.org/drawingml/2006/main">
              <a:ext uri="{FF2B5EF4-FFF2-40B4-BE49-F238E27FC236}">
                <a16:creationId xmlns:a16="http://schemas.microsoft.com/office/drawing/2014/main" id="{F07C5B5E-235C-4064-954B-A4CB2271A840}"/>
              </a:ext>
            </a:extLst>
          </p:cNvPr>
          <p:cNvSpPr>
            <a:spLocks xmlns:a="http://schemas.openxmlformats.org/drawingml/2006/main" noGrp="1"/>
          </p:cNvSpPr>
          <p:nvPr/>
        </p:nvSpPr>
        <p:spPr>
          <a:xfrm xmlns:a="http://schemas.openxmlformats.org/drawingml/2006/main">
            <a:off x="8229600" y="36957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정책 선택이 남았다</a:t>
            </a:r>
          </a:p>
        </p:txBody>
      </p:sp>
      <p:sp>
        <p:nvSpPr>
          <p:cNvPr id="18" name="">
            <a:extLst xmlns:a="http://schemas.openxmlformats.org/drawingml/2006/main">
              <a:ext uri="{FF2B5EF4-FFF2-40B4-BE49-F238E27FC236}">
                <a16:creationId xmlns:a16="http://schemas.microsoft.com/office/drawing/2014/main" id="{4274CE51-F326-4ADB-A68F-959B004E9178}"/>
              </a:ext>
            </a:extLst>
          </p:cNvPr>
          <p:cNvSpPr>
            <a:spLocks xmlns:a="http://schemas.openxmlformats.org/drawingml/2006/main" noGrp="1"/>
          </p:cNvSpPr>
          <p:nvPr/>
        </p:nvSpPr>
        <p:spPr>
          <a:xfrm xmlns:a="http://schemas.openxmlformats.org/drawingml/2006/main">
            <a:off x="8229600" y="414337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영향을 설명하고&#10;사람에게 질문">
            <a:extLst xmlns:a="http://schemas.openxmlformats.org/drawingml/2006/main">
              <a:ext uri="{FF2B5EF4-FFF2-40B4-BE49-F238E27FC236}">
                <a16:creationId xmlns:a16="http://schemas.microsoft.com/office/drawing/2014/main" id="{E1BE6FF1-5677-4DA5-A3B9-3B45D1BB0731}"/>
              </a:ext>
            </a:extLst>
          </p:cNvPr>
          <p:cNvSpPr>
            <a:spLocks xmlns:a="http://schemas.openxmlformats.org/drawingml/2006/main" noGrp="1"/>
          </p:cNvSpPr>
          <p:nvPr/>
        </p:nvSpPr>
        <p:spPr>
          <a:xfrm xmlns:a="http://schemas.openxmlformats.org/drawingml/2006/main">
            <a:off x="8229600" y="424815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영향을 설명하고</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사람에게 질문</a:t>
            </a:r>
          </a:p>
        </p:txBody>
      </p:sp>
      <p:sp>
        <p:nvSpPr>
          <p:cNvPr id="20" name="조사할 사실과 답을 받아야 할 결정을 구분한다.">
            <a:extLst xmlns:a="http://schemas.openxmlformats.org/drawingml/2006/main">
              <a:ext uri="{FF2B5EF4-FFF2-40B4-BE49-F238E27FC236}">
                <a16:creationId xmlns:a16="http://schemas.microsoft.com/office/drawing/2014/main" id="{CF4E1A97-C4A8-4B70-91D0-10F6DEB80512}"/>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조사할 사실과 답을 받아야 할 결정을 구분한다.</a:t>
            </a:r>
          </a:p>
        </p:txBody>
      </p:sp>
      <p:sp>
        <p:nvSpPr>
          <p:cNvPr id="21" name="Legacy module connection">
            <a:extLst xmlns:a="http://schemas.openxmlformats.org/drawingml/2006/main">
              <a:ext uri="{FF2B5EF4-FFF2-40B4-BE49-F238E27FC236}">
                <a16:creationId xmlns:a16="http://schemas.microsoft.com/office/drawing/2014/main" id="{F43E273E-91F1-4D6E-AA5F-8EE7D21066BF}"/>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889836432"/>
      </p:ext>
    </p:extLst>
  </p:cSld>
</p:sld>
</file>

<file path=ppt/slides/slide2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2" name="ACT 1 · 요청 문장 도구 6/8 · Task decomposition">
            <a:extLst xmlns:a="http://schemas.openxmlformats.org/drawingml/2006/main">
              <a:ext uri="{FF2B5EF4-FFF2-40B4-BE49-F238E27FC236}">
                <a16:creationId xmlns:a16="http://schemas.microsoft.com/office/drawing/2014/main" id="{54B5286D-43AD-4946-8757-6A9A4466AA09}"/>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 문장 도구 6/8 · Task decomposition</a:t>
            </a:r>
          </a:p>
        </p:txBody>
      </p:sp>
      <p:sp>
        <p:nvSpPr>
          <p:cNvPr id="2" name="S27">
            <a:extLst xmlns:a="http://schemas.openxmlformats.org/drawingml/2006/main">
              <a:ext uri="{FF2B5EF4-FFF2-40B4-BE49-F238E27FC236}">
                <a16:creationId xmlns:a16="http://schemas.microsoft.com/office/drawing/2014/main" id="{644D6981-8223-4BBC-8D69-E185608ECF5A}"/>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S27</a:t>
            </a:r>
          </a:p>
        </p:txBody>
      </p:sp>
      <p:sp>
        <p:nvSpPr>
          <p:cNvPr id="3" name="큰 작업을 검토할 결과물로 나누기">
            <a:extLst xmlns:a="http://schemas.openxmlformats.org/drawingml/2006/main">
              <a:ext uri="{FF2B5EF4-FFF2-40B4-BE49-F238E27FC236}">
                <a16:creationId xmlns:a16="http://schemas.microsoft.com/office/drawing/2014/main" id="{22B89F58-AF1D-4376-BA6C-C650C7CC6A31}"/>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큰 작업을 검토할 결과물로 나누기</a:t>
            </a:r>
          </a:p>
        </p:txBody>
      </p:sp>
      <p:sp>
        <p:nvSpPr>
          <p:cNvPr id="4" name="">
            <a:extLst xmlns:a="http://schemas.openxmlformats.org/drawingml/2006/main">
              <a:ext uri="{FF2B5EF4-FFF2-40B4-BE49-F238E27FC236}">
                <a16:creationId xmlns:a16="http://schemas.microsoft.com/office/drawing/2014/main" id="{BE53A116-CBAD-4A89-A731-C5DBA5FA524F}"/>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OpenAI Best practices · Plan first for difficult tasks · 202">
            <a:extLst xmlns:a="http://schemas.openxmlformats.org/drawingml/2006/main">
              <a:ext uri="{FF2B5EF4-FFF2-40B4-BE49-F238E27FC236}">
                <a16:creationId xmlns:a16="http://schemas.microsoft.com/office/drawing/2014/main" id="{2BEDCBFA-C625-4DD9-8D4E-293A07600400}"/>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OpenAI Best practices · Plan first for difficult tasks · 2026-10-21 확인</a:t>
            </a:r>
          </a:p>
        </p:txBody>
      </p:sp>
      <p:sp>
        <p:nvSpPr>
          <p:cNvPr id="6" name="단계는 작업·산출물의 경계입니다. 숨은 사고 과정을 길게 출력하라는 요청이 아닙니다.">
            <a:extLst xmlns:a="http://schemas.openxmlformats.org/drawingml/2006/main">
              <a:ext uri="{FF2B5EF4-FFF2-40B4-BE49-F238E27FC236}">
                <a16:creationId xmlns:a16="http://schemas.microsoft.com/office/drawing/2014/main" id="{7C480FC3-5DF4-4E8A-8975-D1F60E308FF7}"/>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단계는 작업·산출물의 경계입니다. 숨은 사고 과정을 길게 출력하라는 요청이 아닙니다.</a:t>
            </a:r>
          </a:p>
        </p:txBody>
      </p:sp>
      <p:sp>
        <p:nvSpPr>
          <p:cNvPr id="7" name="">
            <a:extLst xmlns:a="http://schemas.openxmlformats.org/drawingml/2006/main">
              <a:ext uri="{FF2B5EF4-FFF2-40B4-BE49-F238E27FC236}">
                <a16:creationId xmlns:a16="http://schemas.microsoft.com/office/drawing/2014/main" id="{FCEEBE29-3DFD-4DBD-BAA9-511402AAB77F}"/>
              </a:ext>
            </a:extLst>
          </p:cNvPr>
          <p:cNvSpPr>
            <a:spLocks xmlns:a="http://schemas.openxmlformats.org/drawingml/2006/main" noGrp="1"/>
          </p:cNvSpPr>
          <p:nvPr/>
        </p:nvSpPr>
        <p:spPr>
          <a:xfrm xmlns:a="http://schemas.openxmlformats.org/drawingml/2006/main">
            <a:off x="609600" y="1619250"/>
            <a:ext cx="1771650" cy="3810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이럴 때 사용">
            <a:extLst xmlns:a="http://schemas.openxmlformats.org/drawingml/2006/main">
              <a:ext uri="{FF2B5EF4-FFF2-40B4-BE49-F238E27FC236}">
                <a16:creationId xmlns:a16="http://schemas.microsoft.com/office/drawing/2014/main" id="{A76EA999-2D19-46ED-83FA-FF72C26434CB}"/>
              </a:ext>
            </a:extLst>
          </p:cNvPr>
          <p:cNvSpPr>
            <a:spLocks xmlns:a="http://schemas.openxmlformats.org/drawingml/2006/main" noGrp="1"/>
          </p:cNvSpPr>
          <p:nvPr/>
        </p:nvSpPr>
        <p:spPr>
          <a:xfrm xmlns:a="http://schemas.openxmlformats.org/drawingml/2006/main">
            <a:off x="723900" y="1619250"/>
            <a:ext cx="154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이럴 때 사용</a:t>
            </a:r>
          </a:p>
        </p:txBody>
      </p:sp>
      <p:sp>
        <p:nvSpPr>
          <p:cNvPr id="9" name="조사 결과에 따라 구현 범위가 달라질 때">
            <a:extLst xmlns:a="http://schemas.openxmlformats.org/drawingml/2006/main">
              <a:ext uri="{FF2B5EF4-FFF2-40B4-BE49-F238E27FC236}">
                <a16:creationId xmlns:a16="http://schemas.microsoft.com/office/drawing/2014/main" id="{38DBEBF2-3152-4FA9-9DA2-4CF2D3370530}"/>
              </a:ext>
            </a:extLst>
          </p:cNvPr>
          <p:cNvSpPr>
            <a:spLocks xmlns:a="http://schemas.openxmlformats.org/drawingml/2006/main" noGrp="1"/>
          </p:cNvSpPr>
          <p:nvPr/>
        </p:nvSpPr>
        <p:spPr>
          <a:xfrm xmlns:a="http://schemas.openxmlformats.org/drawingml/2006/main">
            <a:off x="2609850" y="1619250"/>
            <a:ext cx="897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조사 결과에 따라 구현 범위가 달라질 때</a:t>
            </a:r>
          </a:p>
        </p:txBody>
      </p:sp>
      <p:sp>
        <p:nvSpPr>
          <p:cNvPr id="10" name="">
            <a:extLst xmlns:a="http://schemas.openxmlformats.org/drawingml/2006/main">
              <a:ext uri="{FF2B5EF4-FFF2-40B4-BE49-F238E27FC236}">
                <a16:creationId xmlns:a16="http://schemas.microsoft.com/office/drawing/2014/main" id="{8C493F92-00BD-4617-B67F-EAD9FC7A5DF0}"/>
              </a:ext>
            </a:extLst>
          </p:cNvPr>
          <p:cNvSpPr>
            <a:spLocks xmlns:a="http://schemas.openxmlformats.org/drawingml/2006/main" noGrp="1"/>
          </p:cNvSpPr>
          <p:nvPr/>
        </p:nvSpPr>
        <p:spPr>
          <a:xfrm xmlns:a="http://schemas.openxmlformats.org/drawingml/2006/main">
            <a:off x="609600" y="2152650"/>
            <a:ext cx="718185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요청 예시 · 교육용 구성">
            <a:extLst xmlns:a="http://schemas.openxmlformats.org/drawingml/2006/main">
              <a:ext uri="{FF2B5EF4-FFF2-40B4-BE49-F238E27FC236}">
                <a16:creationId xmlns:a16="http://schemas.microsoft.com/office/drawing/2014/main" id="{58266333-4866-479D-AA72-5CF3B55CD188}"/>
              </a:ext>
            </a:extLst>
          </p:cNvPr>
          <p:cNvSpPr>
            <a:spLocks xmlns:a="http://schemas.openxmlformats.org/drawingml/2006/main" noGrp="1"/>
          </p:cNvSpPr>
          <p:nvPr/>
        </p:nvSpPr>
        <p:spPr>
          <a:xfrm xmlns:a="http://schemas.openxmlformats.org/drawingml/2006/main">
            <a:off x="800100" y="22574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요청 예시 · 교육용 구성</a:t>
            </a:r>
          </a:p>
        </p:txBody>
      </p:sp>
      <p:sp>
        <p:nvSpPr>
          <p:cNvPr id="12" name="">
            <a:extLst xmlns:a="http://schemas.openxmlformats.org/drawingml/2006/main">
              <a:ext uri="{FF2B5EF4-FFF2-40B4-BE49-F238E27FC236}">
                <a16:creationId xmlns:a16="http://schemas.microsoft.com/office/drawing/2014/main" id="{C7876AB8-5B49-42D1-BBCA-5F38D184A314}"/>
              </a:ext>
            </a:extLst>
          </p:cNvPr>
          <p:cNvSpPr>
            <a:spLocks xmlns:a="http://schemas.openxmlformats.org/drawingml/2006/main" noGrp="1"/>
          </p:cNvSpPr>
          <p:nvPr/>
        </p:nvSpPr>
        <p:spPr>
          <a:xfrm xmlns:a="http://schemas.openxmlformats.org/drawingml/2006/main">
            <a:off x="800100" y="2638425"/>
            <a:ext cx="6800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검사 pipeline에 ROI 설정을 연결하려 한다.&#10;이번에는 설정 입력에서 crop까지의 경로만&#10;조사하고,">
            <a:extLst xmlns:a="http://schemas.openxmlformats.org/drawingml/2006/main">
              <a:ext uri="{FF2B5EF4-FFF2-40B4-BE49-F238E27FC236}">
                <a16:creationId xmlns:a16="http://schemas.microsoft.com/office/drawing/2014/main" id="{0B26830F-373E-45C1-BAD0-983D53FE8CBA}"/>
              </a:ext>
            </a:extLst>
          </p:cNvPr>
          <p:cNvSpPr>
            <a:spLocks xmlns:a="http://schemas.openxmlformats.org/drawingml/2006/main" noGrp="1"/>
          </p:cNvSpPr>
          <p:nvPr/>
        </p:nvSpPr>
        <p:spPr>
          <a:xfrm xmlns:a="http://schemas.openxmlformats.org/drawingml/2006/main">
            <a:off x="800100" y="2733675"/>
            <a:ext cx="68008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검사 pipeline에 ROI 설정을 연결하려 한다.</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이번에는 설정 입력에서 crop까지의 경로만</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조사하고, 변경 후보·미확인을 표로 정리해줘.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코드는 아직 수정하지 마.</a:t>
            </a:r>
          </a:p>
          <a:p xmlns:a="http://schemas.openxmlformats.org/drawingml/2006/main">
            <a:r>
              <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그 결과를 보고 다음 요청에서</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파싱·유효성 확인 구현 범위를 정하겠다.</a:t>
            </a:r>
          </a:p>
        </p:txBody>
      </p:sp>
      <p:sp>
        <p:nvSpPr>
          <p:cNvPr id="14" name="첫 요청의 결과">
            <a:extLst xmlns:a="http://schemas.openxmlformats.org/drawingml/2006/main">
              <a:ext uri="{FF2B5EF4-FFF2-40B4-BE49-F238E27FC236}">
                <a16:creationId xmlns:a16="http://schemas.microsoft.com/office/drawing/2014/main" id="{D9CBD316-184B-4AD1-AA91-5411B620E7B6}"/>
              </a:ext>
            </a:extLst>
          </p:cNvPr>
          <p:cNvSpPr>
            <a:spLocks xmlns:a="http://schemas.openxmlformats.org/drawingml/2006/main" noGrp="1"/>
          </p:cNvSpPr>
          <p:nvPr/>
        </p:nvSpPr>
        <p:spPr>
          <a:xfrm xmlns:a="http://schemas.openxmlformats.org/drawingml/2006/main">
            <a:off x="8229600" y="219075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첫 요청의 결과</a:t>
            </a:r>
          </a:p>
        </p:txBody>
      </p:sp>
      <p:sp>
        <p:nvSpPr>
          <p:cNvPr id="15" name="">
            <a:extLst xmlns:a="http://schemas.openxmlformats.org/drawingml/2006/main">
              <a:ext uri="{FF2B5EF4-FFF2-40B4-BE49-F238E27FC236}">
                <a16:creationId xmlns:a16="http://schemas.microsoft.com/office/drawing/2014/main" id="{BD835330-D6FB-441E-B607-1873C04192FA}"/>
              </a:ext>
            </a:extLst>
          </p:cNvPr>
          <p:cNvSpPr>
            <a:spLocks xmlns:a="http://schemas.openxmlformats.org/drawingml/2006/main" noGrp="1"/>
          </p:cNvSpPr>
          <p:nvPr/>
        </p:nvSpPr>
        <p:spPr>
          <a:xfrm xmlns:a="http://schemas.openxmlformats.org/drawingml/2006/main">
            <a:off x="8229600" y="26384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현재 전달 경로&#10;변경 후보·미확인">
            <a:extLst xmlns:a="http://schemas.openxmlformats.org/drawingml/2006/main">
              <a:ext uri="{FF2B5EF4-FFF2-40B4-BE49-F238E27FC236}">
                <a16:creationId xmlns:a16="http://schemas.microsoft.com/office/drawing/2014/main" id="{75183B5F-3DD7-4564-8979-29AAD46232FF}"/>
              </a:ext>
            </a:extLst>
          </p:cNvPr>
          <p:cNvSpPr>
            <a:spLocks xmlns:a="http://schemas.openxmlformats.org/drawingml/2006/main" noGrp="1"/>
          </p:cNvSpPr>
          <p:nvPr/>
        </p:nvSpPr>
        <p:spPr>
          <a:xfrm xmlns:a="http://schemas.openxmlformats.org/drawingml/2006/main">
            <a:off x="8229600" y="274320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현재 전달 경로</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변경 후보·미확인</a:t>
            </a:r>
          </a:p>
        </p:txBody>
      </p:sp>
      <p:sp>
        <p:nvSpPr>
          <p:cNvPr id="17" name="다음 요청의 범위">
            <a:extLst xmlns:a="http://schemas.openxmlformats.org/drawingml/2006/main">
              <a:ext uri="{FF2B5EF4-FFF2-40B4-BE49-F238E27FC236}">
                <a16:creationId xmlns:a16="http://schemas.microsoft.com/office/drawing/2014/main" id="{BD2813BB-0A1D-43E7-A7C4-01B36FA23312}"/>
              </a:ext>
            </a:extLst>
          </p:cNvPr>
          <p:cNvSpPr>
            <a:spLocks xmlns:a="http://schemas.openxmlformats.org/drawingml/2006/main" noGrp="1"/>
          </p:cNvSpPr>
          <p:nvPr/>
        </p:nvSpPr>
        <p:spPr>
          <a:xfrm xmlns:a="http://schemas.openxmlformats.org/drawingml/2006/main">
            <a:off x="8229600" y="36957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다음 요청의 범위</a:t>
            </a:r>
          </a:p>
        </p:txBody>
      </p:sp>
      <p:sp>
        <p:nvSpPr>
          <p:cNvPr id="18" name="">
            <a:extLst xmlns:a="http://schemas.openxmlformats.org/drawingml/2006/main">
              <a:ext uri="{FF2B5EF4-FFF2-40B4-BE49-F238E27FC236}">
                <a16:creationId xmlns:a16="http://schemas.microsoft.com/office/drawing/2014/main" id="{BCCF528D-7EA9-4DE8-AFF7-B5FDD964DBAA}"/>
              </a:ext>
            </a:extLst>
          </p:cNvPr>
          <p:cNvSpPr>
            <a:spLocks xmlns:a="http://schemas.openxmlformats.org/drawingml/2006/main" noGrp="1"/>
          </p:cNvSpPr>
          <p:nvPr/>
        </p:nvSpPr>
        <p:spPr>
          <a:xfrm xmlns:a="http://schemas.openxmlformats.org/drawingml/2006/main">
            <a:off x="8229600" y="414337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선택한 경로에서&#10;한 부분만 구현">
            <a:extLst xmlns:a="http://schemas.openxmlformats.org/drawingml/2006/main">
              <a:ext uri="{FF2B5EF4-FFF2-40B4-BE49-F238E27FC236}">
                <a16:creationId xmlns:a16="http://schemas.microsoft.com/office/drawing/2014/main" id="{FB802F12-F455-4288-8A36-DEF84881ED4A}"/>
              </a:ext>
            </a:extLst>
          </p:cNvPr>
          <p:cNvSpPr>
            <a:spLocks xmlns:a="http://schemas.openxmlformats.org/drawingml/2006/main" noGrp="1"/>
          </p:cNvSpPr>
          <p:nvPr/>
        </p:nvSpPr>
        <p:spPr>
          <a:xfrm xmlns:a="http://schemas.openxmlformats.org/drawingml/2006/main">
            <a:off x="8229600" y="424815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선택한 경로에서</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한 부분만 구현</a:t>
            </a:r>
          </a:p>
        </p:txBody>
      </p:sp>
      <p:sp>
        <p:nvSpPr>
          <p:cNvPr id="20" name="다음 결정을 할 수 있는 작은 결과부터 요청한다.">
            <a:extLst xmlns:a="http://schemas.openxmlformats.org/drawingml/2006/main">
              <a:ext uri="{FF2B5EF4-FFF2-40B4-BE49-F238E27FC236}">
                <a16:creationId xmlns:a16="http://schemas.microsoft.com/office/drawing/2014/main" id="{D9D81B8C-9CBD-43EA-B15B-B103E6D2E0FD}"/>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다음 결정을 할 수 있는 작은 결과부터 요청한다.</a:t>
            </a:r>
          </a:p>
        </p:txBody>
      </p:sp>
      <p:sp>
        <p:nvSpPr>
          <p:cNvPr id="21" name="Legacy module connection">
            <a:extLst xmlns:a="http://schemas.openxmlformats.org/drawingml/2006/main">
              <a:ext uri="{FF2B5EF4-FFF2-40B4-BE49-F238E27FC236}">
                <a16:creationId xmlns:a16="http://schemas.microsoft.com/office/drawing/2014/main" id="{6730F0B8-A9C7-42E9-B42C-C2F61737720D}"/>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21596112"/>
      </p:ext>
    </p:extLst>
  </p:cSld>
</p:sld>
</file>

<file path=ppt/slides/slide2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2" name="ACT 1 · 요청 문장 도구 7/8 · Criteria-focused review">
            <a:extLst xmlns:a="http://schemas.openxmlformats.org/drawingml/2006/main">
              <a:ext uri="{FF2B5EF4-FFF2-40B4-BE49-F238E27FC236}">
                <a16:creationId xmlns:a16="http://schemas.microsoft.com/office/drawing/2014/main" id="{F2670F71-3307-426E-A485-BF66D99429BE}"/>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 문장 도구 7/8 · Criteria-focused review</a:t>
            </a:r>
          </a:p>
        </p:txBody>
      </p:sp>
      <p:sp>
        <p:nvSpPr>
          <p:cNvPr id="2" name="S28">
            <a:extLst xmlns:a="http://schemas.openxmlformats.org/drawingml/2006/main">
              <a:ext uri="{FF2B5EF4-FFF2-40B4-BE49-F238E27FC236}">
                <a16:creationId xmlns:a16="http://schemas.microsoft.com/office/drawing/2014/main" id="{E2699AA4-2C6B-4397-B9A6-5DE014978F8D}"/>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S28</a:t>
            </a:r>
          </a:p>
        </p:txBody>
      </p:sp>
      <p:sp>
        <p:nvSpPr>
          <p:cNvPr id="3" name="기준을 지정한 코드 리뷰 요청">
            <a:extLst xmlns:a="http://schemas.openxmlformats.org/drawingml/2006/main">
              <a:ext uri="{FF2B5EF4-FFF2-40B4-BE49-F238E27FC236}">
                <a16:creationId xmlns:a16="http://schemas.microsoft.com/office/drawing/2014/main" id="{1EA16439-662D-4092-AE43-AA0C79E60C14}"/>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기준을 지정한 코드 리뷰 요청</a:t>
            </a:r>
          </a:p>
        </p:txBody>
      </p:sp>
      <p:sp>
        <p:nvSpPr>
          <p:cNvPr id="4" name="">
            <a:extLst xmlns:a="http://schemas.openxmlformats.org/drawingml/2006/main">
              <a:ext uri="{FF2B5EF4-FFF2-40B4-BE49-F238E27FC236}">
                <a16:creationId xmlns:a16="http://schemas.microsoft.com/office/drawing/2014/main" id="{AB1902AE-04D1-4D0F-8314-9CDA287F5DFF}"/>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OpenAI Best practices · Testing and review / Prompting · Cus">
            <a:extLst xmlns:a="http://schemas.openxmlformats.org/drawingml/2006/main">
              <a:ext uri="{FF2B5EF4-FFF2-40B4-BE49-F238E27FC236}">
                <a16:creationId xmlns:a16="http://schemas.microsoft.com/office/drawing/2014/main" id="{FCFE1346-1A69-490C-8169-22A5E4AE6CA8}"/>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OpenAI Best practices · Testing and review / Prompting · Custom focus · 2026-10-21</a:t>
            </a:r>
          </a:p>
        </p:txBody>
      </p:sp>
      <p:sp>
        <p:nvSpPr>
          <p:cNvPr id="6" name="리뷰 답변도 누락할 수 있습니다. 필요한 실행 확인·변경 검토·사람의 완료 판단을 함께 사용합니다.">
            <a:extLst xmlns:a="http://schemas.openxmlformats.org/drawingml/2006/main">
              <a:ext uri="{FF2B5EF4-FFF2-40B4-BE49-F238E27FC236}">
                <a16:creationId xmlns:a16="http://schemas.microsoft.com/office/drawing/2014/main" id="{E883B55A-30D3-4893-811A-2108C92DCD34}"/>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리뷰 답변도 누락할 수 있습니다. 필요한 실행 확인·변경 검토·사람의 완료 판단을 함께 사용합니다.</a:t>
            </a:r>
          </a:p>
        </p:txBody>
      </p:sp>
      <p:sp>
        <p:nvSpPr>
          <p:cNvPr id="7" name="">
            <a:extLst xmlns:a="http://schemas.openxmlformats.org/drawingml/2006/main">
              <a:ext uri="{FF2B5EF4-FFF2-40B4-BE49-F238E27FC236}">
                <a16:creationId xmlns:a16="http://schemas.microsoft.com/office/drawing/2014/main" id="{C092517F-4BDB-49B1-8DAD-315E2AD4C3FC}"/>
              </a:ext>
            </a:extLst>
          </p:cNvPr>
          <p:cNvSpPr>
            <a:spLocks xmlns:a="http://schemas.openxmlformats.org/drawingml/2006/main" noGrp="1"/>
          </p:cNvSpPr>
          <p:nvPr/>
        </p:nvSpPr>
        <p:spPr>
          <a:xfrm xmlns:a="http://schemas.openxmlformats.org/drawingml/2006/main">
            <a:off x="609600" y="1619250"/>
            <a:ext cx="1771650" cy="3810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이럴 때 사용">
            <a:extLst xmlns:a="http://schemas.openxmlformats.org/drawingml/2006/main">
              <a:ext uri="{FF2B5EF4-FFF2-40B4-BE49-F238E27FC236}">
                <a16:creationId xmlns:a16="http://schemas.microsoft.com/office/drawing/2014/main" id="{F8B93254-2E4C-4C89-8244-0B3856393A12}"/>
              </a:ext>
            </a:extLst>
          </p:cNvPr>
          <p:cNvSpPr>
            <a:spLocks xmlns:a="http://schemas.openxmlformats.org/drawingml/2006/main" noGrp="1"/>
          </p:cNvSpPr>
          <p:nvPr/>
        </p:nvSpPr>
        <p:spPr>
          <a:xfrm xmlns:a="http://schemas.openxmlformats.org/drawingml/2006/main">
            <a:off x="723900" y="1619250"/>
            <a:ext cx="154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이럴 때 사용</a:t>
            </a:r>
          </a:p>
        </p:txBody>
      </p:sp>
      <p:sp>
        <p:nvSpPr>
          <p:cNvPr id="9" name="“검토해줘”의 범위를 분명히 할 때">
            <a:extLst xmlns:a="http://schemas.openxmlformats.org/drawingml/2006/main">
              <a:ext uri="{FF2B5EF4-FFF2-40B4-BE49-F238E27FC236}">
                <a16:creationId xmlns:a16="http://schemas.microsoft.com/office/drawing/2014/main" id="{365AE2C2-5864-4205-8986-6ED67C877854}"/>
              </a:ext>
            </a:extLst>
          </p:cNvPr>
          <p:cNvSpPr>
            <a:spLocks xmlns:a="http://schemas.openxmlformats.org/drawingml/2006/main" noGrp="1"/>
          </p:cNvSpPr>
          <p:nvPr/>
        </p:nvSpPr>
        <p:spPr>
          <a:xfrm xmlns:a="http://schemas.openxmlformats.org/drawingml/2006/main">
            <a:off x="2609850" y="1619250"/>
            <a:ext cx="897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“검토해줘”의 범위를 분명히 할 때</a:t>
            </a:r>
          </a:p>
        </p:txBody>
      </p:sp>
      <p:sp>
        <p:nvSpPr>
          <p:cNvPr id="10" name="">
            <a:extLst xmlns:a="http://schemas.openxmlformats.org/drawingml/2006/main">
              <a:ext uri="{FF2B5EF4-FFF2-40B4-BE49-F238E27FC236}">
                <a16:creationId xmlns:a16="http://schemas.microsoft.com/office/drawing/2014/main" id="{5F215F37-39CB-4BDB-878E-35E3E5E76A0A}"/>
              </a:ext>
            </a:extLst>
          </p:cNvPr>
          <p:cNvSpPr>
            <a:spLocks xmlns:a="http://schemas.openxmlformats.org/drawingml/2006/main" noGrp="1"/>
          </p:cNvSpPr>
          <p:nvPr/>
        </p:nvSpPr>
        <p:spPr>
          <a:xfrm xmlns:a="http://schemas.openxmlformats.org/drawingml/2006/main">
            <a:off x="609600" y="2152650"/>
            <a:ext cx="718185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요청 예시 · 교육용 구성">
            <a:extLst xmlns:a="http://schemas.openxmlformats.org/drawingml/2006/main">
              <a:ext uri="{FF2B5EF4-FFF2-40B4-BE49-F238E27FC236}">
                <a16:creationId xmlns:a16="http://schemas.microsoft.com/office/drawing/2014/main" id="{9E348AFA-4A91-426D-B2FB-F2187C9836A9}"/>
              </a:ext>
            </a:extLst>
          </p:cNvPr>
          <p:cNvSpPr>
            <a:spLocks xmlns:a="http://schemas.openxmlformats.org/drawingml/2006/main" noGrp="1"/>
          </p:cNvSpPr>
          <p:nvPr/>
        </p:nvSpPr>
        <p:spPr>
          <a:xfrm xmlns:a="http://schemas.openxmlformats.org/drawingml/2006/main">
            <a:off x="800100" y="22574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요청 예시 · 교육용 구성</a:t>
            </a:r>
          </a:p>
        </p:txBody>
      </p:sp>
      <p:sp>
        <p:nvSpPr>
          <p:cNvPr id="12" name="">
            <a:extLst xmlns:a="http://schemas.openxmlformats.org/drawingml/2006/main">
              <a:ext uri="{FF2B5EF4-FFF2-40B4-BE49-F238E27FC236}">
                <a16:creationId xmlns:a16="http://schemas.microsoft.com/office/drawing/2014/main" id="{0F658673-9680-4098-904B-D1CAB413C2FE}"/>
              </a:ext>
            </a:extLst>
          </p:cNvPr>
          <p:cNvSpPr>
            <a:spLocks xmlns:a="http://schemas.openxmlformats.org/drawingml/2006/main" noGrp="1"/>
          </p:cNvSpPr>
          <p:nvPr/>
        </p:nvSpPr>
        <p:spPr>
          <a:xfrm xmlns:a="http://schemas.openxmlformats.org/drawingml/2006/main">
            <a:off x="800100" y="2638425"/>
            <a:ext cx="6800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crop 변경안을 코드 리뷰 관점에서 봐줘.&#10;검토 기준은 다음과 같아.&#10;1. 끝 좌표 제외 명세 보존&#10;2. ">
            <a:extLst xmlns:a="http://schemas.openxmlformats.org/drawingml/2006/main">
              <a:ext uri="{FF2B5EF4-FFF2-40B4-BE49-F238E27FC236}">
                <a16:creationId xmlns:a16="http://schemas.microsoft.com/office/drawing/2014/main" id="{888C7DE5-EC20-4858-BA3B-6690F19F79D0}"/>
              </a:ext>
            </a:extLst>
          </p:cNvPr>
          <p:cNvSpPr>
            <a:spLocks xmlns:a="http://schemas.openxmlformats.org/drawingml/2006/main" noGrp="1"/>
          </p:cNvSpPr>
          <p:nvPr/>
        </p:nvSpPr>
        <p:spPr>
          <a:xfrm xmlns:a="http://schemas.openxmlformats.org/drawingml/2006/main">
            <a:off x="800100" y="2733675"/>
            <a:ext cx="68008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crop 변경안을 코드 리뷰 관점에서 봐줘.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검토 기준은 다음과 같아.</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1. 끝 좌표 제외 명세 보존</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2. 공개 API와 기존 오류 정책 보존</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3. 요청과 무관한 변경 없음</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위반마다 위치·근거·영향·수정 제안을 써줘.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자료로 판단 못 하면 미확인으로 남겨줘.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이번 요청에서는 코드를 바꾸지 마.</a:t>
            </a:r>
          </a:p>
        </p:txBody>
      </p:sp>
      <p:sp>
        <p:nvSpPr>
          <p:cNvPr id="14" name="역할은 검토 관점">
            <a:extLst xmlns:a="http://schemas.openxmlformats.org/drawingml/2006/main">
              <a:ext uri="{FF2B5EF4-FFF2-40B4-BE49-F238E27FC236}">
                <a16:creationId xmlns:a16="http://schemas.microsoft.com/office/drawing/2014/main" id="{73E52FB0-285F-4D28-B9F2-825B80566F9C}"/>
              </a:ext>
            </a:extLst>
          </p:cNvPr>
          <p:cNvSpPr>
            <a:spLocks xmlns:a="http://schemas.openxmlformats.org/drawingml/2006/main" noGrp="1"/>
          </p:cNvSpPr>
          <p:nvPr/>
        </p:nvSpPr>
        <p:spPr>
          <a:xfrm xmlns:a="http://schemas.openxmlformats.org/drawingml/2006/main">
            <a:off x="8229600" y="219075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역할은 검토 관점</a:t>
            </a:r>
          </a:p>
        </p:txBody>
      </p:sp>
      <p:sp>
        <p:nvSpPr>
          <p:cNvPr id="15" name="">
            <a:extLst xmlns:a="http://schemas.openxmlformats.org/drawingml/2006/main">
              <a:ext uri="{FF2B5EF4-FFF2-40B4-BE49-F238E27FC236}">
                <a16:creationId xmlns:a16="http://schemas.microsoft.com/office/drawing/2014/main" id="{1243FC1A-A644-4F12-BF36-9C5CEE09FBF6}"/>
              </a:ext>
            </a:extLst>
          </p:cNvPr>
          <p:cNvSpPr>
            <a:spLocks xmlns:a="http://schemas.openxmlformats.org/drawingml/2006/main" noGrp="1"/>
          </p:cNvSpPr>
          <p:nvPr/>
        </p:nvSpPr>
        <p:spPr>
          <a:xfrm xmlns:a="http://schemas.openxmlformats.org/drawingml/2006/main">
            <a:off x="8229600" y="26384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검토할 문제를&#10;구체적으로 지정">
            <a:extLst xmlns:a="http://schemas.openxmlformats.org/drawingml/2006/main">
              <a:ext uri="{FF2B5EF4-FFF2-40B4-BE49-F238E27FC236}">
                <a16:creationId xmlns:a16="http://schemas.microsoft.com/office/drawing/2014/main" id="{A99DA15E-C23F-43D9-A3A4-2422885C5EDF}"/>
              </a:ext>
            </a:extLst>
          </p:cNvPr>
          <p:cNvSpPr>
            <a:spLocks xmlns:a="http://schemas.openxmlformats.org/drawingml/2006/main" noGrp="1"/>
          </p:cNvSpPr>
          <p:nvPr/>
        </p:nvSpPr>
        <p:spPr>
          <a:xfrm xmlns:a="http://schemas.openxmlformats.org/drawingml/2006/main">
            <a:off x="8229600" y="274320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검토할 문제를</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구체적으로 지정</a:t>
            </a:r>
          </a:p>
        </p:txBody>
      </p:sp>
      <p:sp>
        <p:nvSpPr>
          <p:cNvPr id="17" name="리뷰 항목의 형태">
            <a:extLst xmlns:a="http://schemas.openxmlformats.org/drawingml/2006/main">
              <a:ext uri="{FF2B5EF4-FFF2-40B4-BE49-F238E27FC236}">
                <a16:creationId xmlns:a16="http://schemas.microsoft.com/office/drawing/2014/main" id="{3204C2AC-A9E0-4FA5-A607-B71CC2562245}"/>
              </a:ext>
            </a:extLst>
          </p:cNvPr>
          <p:cNvSpPr>
            <a:spLocks xmlns:a="http://schemas.openxmlformats.org/drawingml/2006/main" noGrp="1"/>
          </p:cNvSpPr>
          <p:nvPr/>
        </p:nvSpPr>
        <p:spPr>
          <a:xfrm xmlns:a="http://schemas.openxmlformats.org/drawingml/2006/main">
            <a:off x="8229600" y="36957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리뷰 항목의 형태</a:t>
            </a:r>
          </a:p>
        </p:txBody>
      </p:sp>
      <p:sp>
        <p:nvSpPr>
          <p:cNvPr id="18" name="">
            <a:extLst xmlns:a="http://schemas.openxmlformats.org/drawingml/2006/main">
              <a:ext uri="{FF2B5EF4-FFF2-40B4-BE49-F238E27FC236}">
                <a16:creationId xmlns:a16="http://schemas.microsoft.com/office/drawing/2014/main" id="{100E8CBE-31B9-4EB4-ACF0-3EC9830F513D}"/>
              </a:ext>
            </a:extLst>
          </p:cNvPr>
          <p:cNvSpPr>
            <a:spLocks xmlns:a="http://schemas.openxmlformats.org/drawingml/2006/main" noGrp="1"/>
          </p:cNvSpPr>
          <p:nvPr/>
        </p:nvSpPr>
        <p:spPr>
          <a:xfrm xmlns:a="http://schemas.openxmlformats.org/drawingml/2006/main">
            <a:off x="8229600" y="414337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위치·기준·영향&#10;수정 제안과 근거">
            <a:extLst xmlns:a="http://schemas.openxmlformats.org/drawingml/2006/main">
              <a:ext uri="{FF2B5EF4-FFF2-40B4-BE49-F238E27FC236}">
                <a16:creationId xmlns:a16="http://schemas.microsoft.com/office/drawing/2014/main" id="{81A630EB-8916-4EBB-830F-BB6296B5E8AF}"/>
              </a:ext>
            </a:extLst>
          </p:cNvPr>
          <p:cNvSpPr>
            <a:spLocks xmlns:a="http://schemas.openxmlformats.org/drawingml/2006/main" noGrp="1"/>
          </p:cNvSpPr>
          <p:nvPr/>
        </p:nvSpPr>
        <p:spPr>
          <a:xfrm xmlns:a="http://schemas.openxmlformats.org/drawingml/2006/main">
            <a:off x="8229600" y="424815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위치·기준·영향</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수정 제안과 근거</a:t>
            </a:r>
          </a:p>
        </p:txBody>
      </p:sp>
      <p:sp>
        <p:nvSpPr>
          <p:cNvPr id="20" name="무엇을 찾을지와 어떤 근거로 보고할지를 지정한다.">
            <a:extLst xmlns:a="http://schemas.openxmlformats.org/drawingml/2006/main">
              <a:ext uri="{FF2B5EF4-FFF2-40B4-BE49-F238E27FC236}">
                <a16:creationId xmlns:a16="http://schemas.microsoft.com/office/drawing/2014/main" id="{A2394838-892E-4F13-86DF-05DAA2F831B7}"/>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무엇을 찾을지와 어떤 근거로 보고할지를 지정한다.</a:t>
            </a:r>
          </a:p>
        </p:txBody>
      </p:sp>
      <p:sp>
        <p:nvSpPr>
          <p:cNvPr id="21" name="Legacy module connection">
            <a:extLst xmlns:a="http://schemas.openxmlformats.org/drawingml/2006/main">
              <a:ext uri="{FF2B5EF4-FFF2-40B4-BE49-F238E27FC236}">
                <a16:creationId xmlns:a16="http://schemas.microsoft.com/office/drawing/2014/main" id="{CDE4AACC-FDBF-46CB-B6E1-D9E2EB47937F}"/>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313414602"/>
      </p:ext>
    </p:extLst>
  </p:cSld>
</p:sld>
</file>

<file path=ppt/slides/slide2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2" name="ACT 1 · 요청 문장 도구 8/8 · Iterative refinement">
            <a:extLst xmlns:a="http://schemas.openxmlformats.org/drawingml/2006/main">
              <a:ext uri="{FF2B5EF4-FFF2-40B4-BE49-F238E27FC236}">
                <a16:creationId xmlns:a16="http://schemas.microsoft.com/office/drawing/2014/main" id="{29A29CD3-C835-4E1D-89A7-9FC5B81AD62D}"/>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 문장 도구 8/8 · Iterative refinement</a:t>
            </a:r>
          </a:p>
        </p:txBody>
      </p:sp>
      <p:sp>
        <p:nvSpPr>
          <p:cNvPr id="2" name="S29">
            <a:extLst xmlns:a="http://schemas.openxmlformats.org/drawingml/2006/main">
              <a:ext uri="{FF2B5EF4-FFF2-40B4-BE49-F238E27FC236}">
                <a16:creationId xmlns:a16="http://schemas.microsoft.com/office/drawing/2014/main" id="{710640F8-4DAA-490C-A304-78D47C217946}"/>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S29</a:t>
            </a:r>
          </a:p>
        </p:txBody>
      </p:sp>
      <p:sp>
        <p:nvSpPr>
          <p:cNvPr id="3" name="구체적인 근거로 수정 방향 피드백">
            <a:extLst xmlns:a="http://schemas.openxmlformats.org/drawingml/2006/main">
              <a:ext uri="{FF2B5EF4-FFF2-40B4-BE49-F238E27FC236}">
                <a16:creationId xmlns:a16="http://schemas.microsoft.com/office/drawing/2014/main" id="{ADDCCFC3-B5A3-4AA5-AD94-19FC7E975368}"/>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구체적인 근거로 수정 방향 피드백</a:t>
            </a:r>
          </a:p>
        </p:txBody>
      </p:sp>
      <p:sp>
        <p:nvSpPr>
          <p:cNvPr id="4" name="">
            <a:extLst xmlns:a="http://schemas.openxmlformats.org/drawingml/2006/main">
              <a:ext uri="{FF2B5EF4-FFF2-40B4-BE49-F238E27FC236}">
                <a16:creationId xmlns:a16="http://schemas.microsoft.com/office/drawing/2014/main" id="{FC73628A-9A25-4354-8DDE-1E099FB164B7}"/>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OpenAI Prompting · Improve the result with follow-up message">
            <a:extLst xmlns:a="http://schemas.openxmlformats.org/drawingml/2006/main">
              <a:ext uri="{FF2B5EF4-FFF2-40B4-BE49-F238E27FC236}">
                <a16:creationId xmlns:a16="http://schemas.microsoft.com/office/drawing/2014/main" id="{7148CC92-0584-4C86-BDE9-58FC4ECE27DD}"/>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OpenAI Prompting · Improve the result with follow-up messages · 2026-10-21 확인</a:t>
            </a:r>
          </a:p>
        </p:txBody>
      </p:sp>
      <p:sp>
        <p:nvSpPr>
          <p:cNvPr id="6" name="앞선 제안은 가상 예시입니다. 원하는 답만 반복시키지 말고 명세와 실제 근거로 방향을 고칩니다.">
            <a:extLst xmlns:a="http://schemas.openxmlformats.org/drawingml/2006/main">
              <a:ext uri="{FF2B5EF4-FFF2-40B4-BE49-F238E27FC236}">
                <a16:creationId xmlns:a16="http://schemas.microsoft.com/office/drawing/2014/main" id="{A584C5E5-145F-4B47-A658-0850969527D8}"/>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앞선 제안은 가상 예시입니다. 원하는 답만 반복시키지 말고 명세와 실제 근거로 방향을 고칩니다.</a:t>
            </a:r>
          </a:p>
        </p:txBody>
      </p:sp>
      <p:sp>
        <p:nvSpPr>
          <p:cNvPr id="7" name="">
            <a:extLst xmlns:a="http://schemas.openxmlformats.org/drawingml/2006/main">
              <a:ext uri="{FF2B5EF4-FFF2-40B4-BE49-F238E27FC236}">
                <a16:creationId xmlns:a16="http://schemas.microsoft.com/office/drawing/2014/main" id="{84170AE0-8537-4C56-8ECC-7DDF73D52EFA}"/>
              </a:ext>
            </a:extLst>
          </p:cNvPr>
          <p:cNvSpPr>
            <a:spLocks xmlns:a="http://schemas.openxmlformats.org/drawingml/2006/main" noGrp="1"/>
          </p:cNvSpPr>
          <p:nvPr/>
        </p:nvSpPr>
        <p:spPr>
          <a:xfrm xmlns:a="http://schemas.openxmlformats.org/drawingml/2006/main">
            <a:off x="609600" y="1619250"/>
            <a:ext cx="1771650" cy="3810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이럴 때 사용">
            <a:extLst xmlns:a="http://schemas.openxmlformats.org/drawingml/2006/main">
              <a:ext uri="{FF2B5EF4-FFF2-40B4-BE49-F238E27FC236}">
                <a16:creationId xmlns:a16="http://schemas.microsoft.com/office/drawing/2014/main" id="{F98FCAFC-5C9F-4167-8F96-F69F2E01FF8E}"/>
              </a:ext>
            </a:extLst>
          </p:cNvPr>
          <p:cNvSpPr>
            <a:spLocks xmlns:a="http://schemas.openxmlformats.org/drawingml/2006/main" noGrp="1"/>
          </p:cNvSpPr>
          <p:nvPr/>
        </p:nvSpPr>
        <p:spPr>
          <a:xfrm xmlns:a="http://schemas.openxmlformats.org/drawingml/2006/main">
            <a:off x="723900" y="1619250"/>
            <a:ext cx="154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이럴 때 사용</a:t>
            </a:r>
          </a:p>
        </p:txBody>
      </p:sp>
      <p:sp>
        <p:nvSpPr>
          <p:cNvPr id="9" name="첫 제안의 일부가 의도와 다를 때">
            <a:extLst xmlns:a="http://schemas.openxmlformats.org/drawingml/2006/main">
              <a:ext uri="{FF2B5EF4-FFF2-40B4-BE49-F238E27FC236}">
                <a16:creationId xmlns:a16="http://schemas.microsoft.com/office/drawing/2014/main" id="{EE1CB1E1-1207-474D-82A4-E53D52B1E3AD}"/>
              </a:ext>
            </a:extLst>
          </p:cNvPr>
          <p:cNvSpPr>
            <a:spLocks xmlns:a="http://schemas.openxmlformats.org/drawingml/2006/main" noGrp="1"/>
          </p:cNvSpPr>
          <p:nvPr/>
        </p:nvSpPr>
        <p:spPr>
          <a:xfrm xmlns:a="http://schemas.openxmlformats.org/drawingml/2006/main">
            <a:off x="2609850" y="1619250"/>
            <a:ext cx="897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첫 제안의 일부가 의도와 다를 때</a:t>
            </a:r>
          </a:p>
        </p:txBody>
      </p:sp>
      <p:sp>
        <p:nvSpPr>
          <p:cNvPr id="10" name="">
            <a:extLst xmlns:a="http://schemas.openxmlformats.org/drawingml/2006/main">
              <a:ext uri="{FF2B5EF4-FFF2-40B4-BE49-F238E27FC236}">
                <a16:creationId xmlns:a16="http://schemas.microsoft.com/office/drawing/2014/main" id="{B16C24DD-8A58-441F-937A-47856D31306B}"/>
              </a:ext>
            </a:extLst>
          </p:cNvPr>
          <p:cNvSpPr>
            <a:spLocks xmlns:a="http://schemas.openxmlformats.org/drawingml/2006/main" noGrp="1"/>
          </p:cNvSpPr>
          <p:nvPr/>
        </p:nvSpPr>
        <p:spPr>
          <a:xfrm xmlns:a="http://schemas.openxmlformats.org/drawingml/2006/main">
            <a:off x="609600" y="2152650"/>
            <a:ext cx="718185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요청 예시 · 교육용 구성">
            <a:extLst xmlns:a="http://schemas.openxmlformats.org/drawingml/2006/main">
              <a:ext uri="{FF2B5EF4-FFF2-40B4-BE49-F238E27FC236}">
                <a16:creationId xmlns:a16="http://schemas.microsoft.com/office/drawing/2014/main" id="{FFEBAB7E-CF59-4AFA-88FF-AAA630F076FD}"/>
              </a:ext>
            </a:extLst>
          </p:cNvPr>
          <p:cNvSpPr>
            <a:spLocks xmlns:a="http://schemas.openxmlformats.org/drawingml/2006/main" noGrp="1"/>
          </p:cNvSpPr>
          <p:nvPr/>
        </p:nvSpPr>
        <p:spPr>
          <a:xfrm xmlns:a="http://schemas.openxmlformats.org/drawingml/2006/main">
            <a:off x="800100" y="22574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요청 예시 · 교육용 구성</a:t>
            </a:r>
          </a:p>
        </p:txBody>
      </p:sp>
      <p:sp>
        <p:nvSpPr>
          <p:cNvPr id="12" name="">
            <a:extLst xmlns:a="http://schemas.openxmlformats.org/drawingml/2006/main">
              <a:ext uri="{FF2B5EF4-FFF2-40B4-BE49-F238E27FC236}">
                <a16:creationId xmlns:a16="http://schemas.microsoft.com/office/drawing/2014/main" id="{88F68B96-CDE8-4E24-91FE-049B72F285DB}"/>
              </a:ext>
            </a:extLst>
          </p:cNvPr>
          <p:cNvSpPr>
            <a:spLocks xmlns:a="http://schemas.openxmlformats.org/drawingml/2006/main" noGrp="1"/>
          </p:cNvSpPr>
          <p:nvPr/>
        </p:nvSpPr>
        <p:spPr>
          <a:xfrm xmlns:a="http://schemas.openxmlformats.org/drawingml/2006/main">
            <a:off x="800100" y="2638425"/>
            <a:ext cx="6800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앞선 “테스트 기대 폭을 3으로 바꾸자”는&#10;제안을 수정해줘. 원하는 명세는&#10;crop [1,3)에서 폭 2야.">
            <a:extLst xmlns:a="http://schemas.openxmlformats.org/drawingml/2006/main">
              <a:ext uri="{FF2B5EF4-FFF2-40B4-BE49-F238E27FC236}">
                <a16:creationId xmlns:a16="http://schemas.microsoft.com/office/drawing/2014/main" id="{3C066E4E-BC04-4965-AC3C-35C096B76A71}"/>
              </a:ext>
            </a:extLst>
          </p:cNvPr>
          <p:cNvSpPr>
            <a:spLocks xmlns:a="http://schemas.openxmlformats.org/drawingml/2006/main" noGrp="1"/>
          </p:cNvSpPr>
          <p:nvPr/>
        </p:nvSpPr>
        <p:spPr>
          <a:xfrm xmlns:a="http://schemas.openxmlformats.org/drawingml/2006/main">
            <a:off x="800100" y="2733675"/>
            <a:ext cx="68008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앞선 “테스트 기대 폭을 3으로 바꾸자”는</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제안을 수정해줘. 원하는 명세는</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crop [1,3)에서 폭 2야.</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테스트 기대값은 유지하고,</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구현의 끝 좌표 처리만 다시 검토해줘.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기존 API·의존성은 유지해줘.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바꾼 제안과 미확인 사항만 보고해줘.</a:t>
            </a:r>
          </a:p>
        </p:txBody>
      </p:sp>
      <p:sp>
        <p:nvSpPr>
          <p:cNvPr id="14" name="피드백에 담을 것">
            <a:extLst xmlns:a="http://schemas.openxmlformats.org/drawingml/2006/main">
              <a:ext uri="{FF2B5EF4-FFF2-40B4-BE49-F238E27FC236}">
                <a16:creationId xmlns:a16="http://schemas.microsoft.com/office/drawing/2014/main" id="{2D989AD8-6B55-4645-8AED-D2F6D2E6971F}"/>
              </a:ext>
            </a:extLst>
          </p:cNvPr>
          <p:cNvSpPr>
            <a:spLocks xmlns:a="http://schemas.openxmlformats.org/drawingml/2006/main" noGrp="1"/>
          </p:cNvSpPr>
          <p:nvPr/>
        </p:nvSpPr>
        <p:spPr>
          <a:xfrm xmlns:a="http://schemas.openxmlformats.org/drawingml/2006/main">
            <a:off x="8229600" y="219075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피드백에 담을 것</a:t>
            </a:r>
          </a:p>
        </p:txBody>
      </p:sp>
      <p:sp>
        <p:nvSpPr>
          <p:cNvPr id="15" name="">
            <a:extLst xmlns:a="http://schemas.openxmlformats.org/drawingml/2006/main">
              <a:ext uri="{FF2B5EF4-FFF2-40B4-BE49-F238E27FC236}">
                <a16:creationId xmlns:a16="http://schemas.microsoft.com/office/drawing/2014/main" id="{9FA559CB-8355-4059-A808-4447B9DC8938}"/>
              </a:ext>
            </a:extLst>
          </p:cNvPr>
          <p:cNvSpPr>
            <a:spLocks xmlns:a="http://schemas.openxmlformats.org/drawingml/2006/main" noGrp="1"/>
          </p:cNvSpPr>
          <p:nvPr/>
        </p:nvSpPr>
        <p:spPr>
          <a:xfrm xmlns:a="http://schemas.openxmlformats.org/drawingml/2006/main">
            <a:off x="8229600" y="26384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틀린 지점과 근거&#10;원하는 변경&#10;유지할 조건">
            <a:extLst xmlns:a="http://schemas.openxmlformats.org/drawingml/2006/main">
              <a:ext uri="{FF2B5EF4-FFF2-40B4-BE49-F238E27FC236}">
                <a16:creationId xmlns:a16="http://schemas.microsoft.com/office/drawing/2014/main" id="{BC382E0F-BD88-4C49-B5F8-3896B74E3238}"/>
              </a:ext>
            </a:extLst>
          </p:cNvPr>
          <p:cNvSpPr>
            <a:spLocks xmlns:a="http://schemas.openxmlformats.org/drawingml/2006/main" noGrp="1"/>
          </p:cNvSpPr>
          <p:nvPr/>
        </p:nvSpPr>
        <p:spPr>
          <a:xfrm xmlns:a="http://schemas.openxmlformats.org/drawingml/2006/main">
            <a:off x="8229600" y="274320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틀린 지점과 근거</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원하는 변경</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유지할 조건</a:t>
            </a:r>
          </a:p>
        </p:txBody>
      </p:sp>
      <p:sp>
        <p:nvSpPr>
          <p:cNvPr id="17" name="남는 질문">
            <a:extLst xmlns:a="http://schemas.openxmlformats.org/drawingml/2006/main">
              <a:ext uri="{FF2B5EF4-FFF2-40B4-BE49-F238E27FC236}">
                <a16:creationId xmlns:a16="http://schemas.microsoft.com/office/drawing/2014/main" id="{DEEFE5FD-A899-422A-8B0F-4DE7AEF28ECD}"/>
              </a:ext>
            </a:extLst>
          </p:cNvPr>
          <p:cNvSpPr>
            <a:spLocks xmlns:a="http://schemas.openxmlformats.org/drawingml/2006/main" noGrp="1"/>
          </p:cNvSpPr>
          <p:nvPr/>
        </p:nvSpPr>
        <p:spPr>
          <a:xfrm xmlns:a="http://schemas.openxmlformats.org/drawingml/2006/main">
            <a:off x="8229600" y="36957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남는 질문</a:t>
            </a:r>
          </a:p>
        </p:txBody>
      </p:sp>
      <p:sp>
        <p:nvSpPr>
          <p:cNvPr id="18" name="">
            <a:extLst xmlns:a="http://schemas.openxmlformats.org/drawingml/2006/main">
              <a:ext uri="{FF2B5EF4-FFF2-40B4-BE49-F238E27FC236}">
                <a16:creationId xmlns:a16="http://schemas.microsoft.com/office/drawing/2014/main" id="{DCC3F08C-EE27-47DD-819B-F109D2B123D6}"/>
              </a:ext>
            </a:extLst>
          </p:cNvPr>
          <p:cNvSpPr>
            <a:spLocks xmlns:a="http://schemas.openxmlformats.org/drawingml/2006/main" noGrp="1"/>
          </p:cNvSpPr>
          <p:nvPr/>
        </p:nvSpPr>
        <p:spPr>
          <a:xfrm xmlns:a="http://schemas.openxmlformats.org/drawingml/2006/main">
            <a:off x="8229600" y="414337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다음 작업에도&#10;같은 조건을 쓴다면?">
            <a:extLst xmlns:a="http://schemas.openxmlformats.org/drawingml/2006/main">
              <a:ext uri="{FF2B5EF4-FFF2-40B4-BE49-F238E27FC236}">
                <a16:creationId xmlns:a16="http://schemas.microsoft.com/office/drawing/2014/main" id="{296D99FA-864B-4FD2-8825-03069593FCF3}"/>
              </a:ext>
            </a:extLst>
          </p:cNvPr>
          <p:cNvSpPr>
            <a:spLocks xmlns:a="http://schemas.openxmlformats.org/drawingml/2006/main" noGrp="1"/>
          </p:cNvSpPr>
          <p:nvPr/>
        </p:nvSpPr>
        <p:spPr>
          <a:xfrm xmlns:a="http://schemas.openxmlformats.org/drawingml/2006/main">
            <a:off x="8229600" y="424815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다음 작업에도</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같은 조건을 쓴다면?</a:t>
            </a:r>
          </a:p>
        </p:txBody>
      </p:sp>
      <p:sp>
        <p:nvSpPr>
          <p:cNvPr id="20" name="어긋난 지점과 원하는 변경, 유지할 조건을 적는다.">
            <a:extLst xmlns:a="http://schemas.openxmlformats.org/drawingml/2006/main">
              <a:ext uri="{FF2B5EF4-FFF2-40B4-BE49-F238E27FC236}">
                <a16:creationId xmlns:a16="http://schemas.microsoft.com/office/drawing/2014/main" id="{D1545C67-F5A9-468C-8CEE-C5F63750D2F3}"/>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어긋난 지점과 원하는 변경, 유지할 조건을 적는다.</a:t>
            </a:r>
          </a:p>
        </p:txBody>
      </p:sp>
      <p:sp>
        <p:nvSpPr>
          <p:cNvPr id="21" name="Legacy module connection">
            <a:extLst xmlns:a="http://schemas.openxmlformats.org/drawingml/2006/main">
              <a:ext uri="{FF2B5EF4-FFF2-40B4-BE49-F238E27FC236}">
                <a16:creationId xmlns:a16="http://schemas.microsoft.com/office/drawing/2014/main" id="{A943A653-3AD1-4DD1-96C0-8408F0EA3F2F}"/>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838210376"/>
      </p:ext>
    </p:extLst>
  </p:cSld>
</p:sld>
</file>

<file path=ppt/slides/slide3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ACT 1 · 반복해서 쓰는 정보 돌아보기">
            <a:extLst xmlns:a="http://schemas.openxmlformats.org/drawingml/2006/main">
              <a:ext uri="{FF2B5EF4-FFF2-40B4-BE49-F238E27FC236}">
                <a16:creationId xmlns:a16="http://schemas.microsoft.com/office/drawing/2014/main" id="{07D2049F-71C5-481B-8D69-CA11B64D1448}"/>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반복해서 쓰는 정보 돌아보기</a:t>
            </a:r>
          </a:p>
        </p:txBody>
      </p:sp>
      <p:sp>
        <p:nvSpPr>
          <p:cNvPr id="2" name="S30">
            <a:extLst xmlns:a="http://schemas.openxmlformats.org/drawingml/2006/main">
              <a:ext uri="{FF2B5EF4-FFF2-40B4-BE49-F238E27FC236}">
                <a16:creationId xmlns:a16="http://schemas.microsoft.com/office/drawing/2014/main" id="{84370431-BFD8-4222-83E0-68B4B2436CE8}"/>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S30</a:t>
            </a:r>
          </a:p>
        </p:txBody>
      </p:sp>
      <p:sp>
        <p:nvSpPr>
          <p:cNvPr id="3" name="이번 Task인가,&#10;계속 유지할 Project 정보인가?">
            <a:extLst xmlns:a="http://schemas.openxmlformats.org/drawingml/2006/main">
              <a:ext uri="{FF2B5EF4-FFF2-40B4-BE49-F238E27FC236}">
                <a16:creationId xmlns:a16="http://schemas.microsoft.com/office/drawing/2014/main" id="{E3BFD457-6A45-46C4-8589-4F2C8065A326}"/>
              </a:ext>
            </a:extLst>
          </p:cNvPr>
          <p:cNvSpPr>
            <a:spLocks xmlns:a="http://schemas.openxmlformats.org/drawingml/2006/main" noGrp="1"/>
          </p:cNvSpPr>
          <p:nvPr/>
        </p:nvSpPr>
        <p:spPr>
          <a:xfrm xmlns:a="http://schemas.openxmlformats.org/drawingml/2006/main">
            <a:off x="609600" y="800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17212B"/>
                </a:solidFill>
                <a:latin typeface="Malgun Gothic"/>
                <a:ea typeface="Malgun Gothic"/>
                <a:cs typeface="Malgun Gothic"/>
              </a:defRPr>
            </a:defPPr>
            <a:lvl1pPr algn="l">
              <a:defRPr sz="3450" b="1">
                <a:solidFill>
                  <a:srgbClr val="17212B"/>
                </a:solidFill>
                <a:latin typeface="Malgun Gothic"/>
                <a:ea typeface="Malgun Gothic"/>
                <a:cs typeface="Malgun Gothic"/>
              </a:defRPr>
            </a:lvl1pPr>
            <a:lvl2pPr algn="l">
              <a:defRPr sz="3450" b="1">
                <a:solidFill>
                  <a:srgbClr val="17212B"/>
                </a:solidFill>
                <a:latin typeface="Malgun Gothic"/>
                <a:ea typeface="Malgun Gothic"/>
                <a:cs typeface="Malgun Gothic"/>
              </a:defRPr>
            </a:lvl2pPr>
            <a:lvl3pPr algn="l">
              <a:defRPr sz="3450" b="1">
                <a:solidFill>
                  <a:srgbClr val="17212B"/>
                </a:solidFill>
                <a:latin typeface="Malgun Gothic"/>
                <a:ea typeface="Malgun Gothic"/>
                <a:cs typeface="Malgun Gothic"/>
              </a:defRPr>
            </a:lvl3pPr>
            <a:lvl4pPr algn="l">
              <a:defRPr sz="3450" b="1">
                <a:solidFill>
                  <a:srgbClr val="17212B"/>
                </a:solidFill>
                <a:latin typeface="Malgun Gothic"/>
                <a:ea typeface="Malgun Gothic"/>
                <a:cs typeface="Malgun Gothic"/>
              </a:defRPr>
            </a:lvl4pPr>
            <a:lvl5pPr algn="l">
              <a:defRPr sz="3450" b="1">
                <a:solidFill>
                  <a:srgbClr val="17212B"/>
                </a:solidFill>
                <a:latin typeface="Malgun Gothic"/>
                <a:ea typeface="Malgun Gothic"/>
                <a:cs typeface="Malgun Gothic"/>
              </a:defRPr>
            </a:lvl5pPr>
            <a:lvl6pPr algn="l">
              <a:defRPr sz="3450" b="1">
                <a:solidFill>
                  <a:srgbClr val="17212B"/>
                </a:solidFill>
                <a:latin typeface="Malgun Gothic"/>
                <a:ea typeface="Malgun Gothic"/>
                <a:cs typeface="Malgun Gothic"/>
              </a:defRPr>
            </a:lvl6pPr>
            <a:lvl7pPr algn="l">
              <a:defRPr sz="3450" b="1">
                <a:solidFill>
                  <a:srgbClr val="17212B"/>
                </a:solidFill>
                <a:latin typeface="Malgun Gothic"/>
                <a:ea typeface="Malgun Gothic"/>
                <a:cs typeface="Malgun Gothic"/>
              </a:defRPr>
            </a:lvl7pPr>
            <a:lvl8pPr algn="l">
              <a:defRPr sz="3450" b="1">
                <a:solidFill>
                  <a:srgbClr val="17212B"/>
                </a:solidFill>
                <a:latin typeface="Malgun Gothic"/>
                <a:ea typeface="Malgun Gothic"/>
                <a:cs typeface="Malgun Gothic"/>
              </a:defRPr>
            </a:lvl8pPr>
            <a:lvl9pPr algn="l">
              <a:defRPr sz="3450" b="1">
                <a:solidFill>
                  <a:srgbClr val="17212B"/>
                </a:solidFill>
                <a:latin typeface="Malgun Gothic"/>
                <a:ea typeface="Malgun Gothic"/>
                <a:cs typeface="Malgun Gothic"/>
              </a:defRPr>
            </a:lvl9pPr>
          </a:lstStyle>
          <a:p xmlns:a="http://schemas.openxmlformats.org/drawingml/2006/main">
            <a:pPr algn="l">
              <a:defRPr sz="3450" b="1">
                <a:solidFill>
                  <a:srgbClr val="17212B"/>
                </a:solidFill>
                <a:latin typeface="Malgun Gothic"/>
                <a:ea typeface="Malgun Gothic"/>
                <a:cs typeface="Malgun Gothic"/>
              </a:defRPr>
            </a:pPr>
            <a:r>
              <a:rPr sz="3450" b="1">
                <a:solidFill>
                  <a:srgbClr val="17212B"/>
                </a:solidFill>
                <a:latin typeface="Malgun Gothic"/>
                <a:ea typeface="Malgun Gothic"/>
                <a:cs typeface="Malgun Gothic"/>
              </a:rPr>
              <a:t>이번 Task인가,</a:t>
            </a:r>
          </a:p>
          <a:p xmlns:a="http://schemas.openxmlformats.org/drawingml/2006/main">
            <a:pPr algn="l">
              <a:defRPr sz="3450" b="1">
                <a:solidFill>
                  <a:srgbClr val="17212B"/>
                </a:solidFill>
                <a:latin typeface="Malgun Gothic"/>
                <a:ea typeface="Malgun Gothic"/>
                <a:cs typeface="Malgun Gothic"/>
              </a:defRPr>
            </a:pPr>
            <a:r>
              <a:rPr sz="3450" b="1">
                <a:solidFill>
                  <a:srgbClr val="17212B"/>
                </a:solidFill>
                <a:latin typeface="Malgun Gothic"/>
                <a:ea typeface="Malgun Gothic"/>
                <a:cs typeface="Malgun Gothic"/>
              </a:rPr>
              <a:t>계속 유지할 Project 정보인가?</a:t>
            </a:r>
          </a:p>
        </p:txBody>
      </p:sp>
      <p:sp>
        <p:nvSpPr>
          <p:cNvPr id="4" name="">
            <a:extLst xmlns:a="http://schemas.openxmlformats.org/drawingml/2006/main">
              <a:ext uri="{FF2B5EF4-FFF2-40B4-BE49-F238E27FC236}">
                <a16:creationId xmlns:a16="http://schemas.microsoft.com/office/drawing/2014/main" id="{C7EA4AC2-FA04-4006-8C01-CD16EEF2437C}"/>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생각해 보기 · 이 과정의 교육 모델">
            <a:extLst xmlns:a="http://schemas.openxmlformats.org/drawingml/2006/main">
              <a:ext uri="{FF2B5EF4-FFF2-40B4-BE49-F238E27FC236}">
                <a16:creationId xmlns:a16="http://schemas.microsoft.com/office/drawing/2014/main" id="{893AFAFF-1D45-428B-BC3E-7B8E1813229F}"/>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생각해 보기 · 이 과정의 교육 모델</a:t>
            </a:r>
          </a:p>
        </p:txBody>
      </p:sp>
      <p:sp>
        <p:nvSpPr>
          <p:cNvPr id="6" name="1분 동안 개인적으로 생각한 뒤 2분간 자발적인 질문을 받습니다.">
            <a:extLst xmlns:a="http://schemas.openxmlformats.org/drawingml/2006/main">
              <a:ext uri="{FF2B5EF4-FFF2-40B4-BE49-F238E27FC236}">
                <a16:creationId xmlns:a16="http://schemas.microsoft.com/office/drawing/2014/main" id="{10FB4F39-BBAA-4B12-ADAE-01ED5DFCDB6D}"/>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1분 동안 개인적으로 생각한 뒤 2분간 자발적인 질문을 받습니다.</a:t>
            </a:r>
          </a:p>
        </p:txBody>
      </p:sp>
      <p:sp>
        <p:nvSpPr>
          <p:cNvPr id="7" name="테스트 명령·보존 조건, 다음 요청에도 다시 쓰게 된다.">
            <a:extLst xmlns:a="http://schemas.openxmlformats.org/drawingml/2006/main">
              <a:ext uri="{FF2B5EF4-FFF2-40B4-BE49-F238E27FC236}">
                <a16:creationId xmlns:a16="http://schemas.microsoft.com/office/drawing/2014/main" id="{67CB40AB-E5B3-44C6-89C7-C511F031C274}"/>
              </a:ext>
            </a:extLst>
          </p:cNvPr>
          <p:cNvSpPr>
            <a:spLocks xmlns:a="http://schemas.openxmlformats.org/drawingml/2006/main" noGrp="1"/>
          </p:cNvSpPr>
          <p:nvPr/>
        </p:nvSpPr>
        <p:spPr>
          <a:xfrm xmlns:a="http://schemas.openxmlformats.org/drawingml/2006/main">
            <a:off x="609600" y="2219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Malgun Gothic"/>
                <a:ea typeface="Malgun Gothic"/>
                <a:cs typeface="Malgun Gothic"/>
              </a:defRPr>
            </a:defPPr>
            <a:lvl1pPr algn="l">
              <a:defRPr sz="2475" b="1">
                <a:solidFill>
                  <a:srgbClr val="17212B"/>
                </a:solidFill>
                <a:latin typeface="Malgun Gothic"/>
                <a:ea typeface="Malgun Gothic"/>
                <a:cs typeface="Malgun Gothic"/>
              </a:defRPr>
            </a:lvl1pPr>
            <a:lvl2pPr algn="l">
              <a:defRPr sz="2475" b="1">
                <a:solidFill>
                  <a:srgbClr val="17212B"/>
                </a:solidFill>
                <a:latin typeface="Malgun Gothic"/>
                <a:ea typeface="Malgun Gothic"/>
                <a:cs typeface="Malgun Gothic"/>
              </a:defRPr>
            </a:lvl2pPr>
            <a:lvl3pPr algn="l">
              <a:defRPr sz="2475" b="1">
                <a:solidFill>
                  <a:srgbClr val="17212B"/>
                </a:solidFill>
                <a:latin typeface="Malgun Gothic"/>
                <a:ea typeface="Malgun Gothic"/>
                <a:cs typeface="Malgun Gothic"/>
              </a:defRPr>
            </a:lvl3pPr>
            <a:lvl4pPr algn="l">
              <a:defRPr sz="2475" b="1">
                <a:solidFill>
                  <a:srgbClr val="17212B"/>
                </a:solidFill>
                <a:latin typeface="Malgun Gothic"/>
                <a:ea typeface="Malgun Gothic"/>
                <a:cs typeface="Malgun Gothic"/>
              </a:defRPr>
            </a:lvl4pPr>
            <a:lvl5pPr algn="l">
              <a:defRPr sz="2475" b="1">
                <a:solidFill>
                  <a:srgbClr val="17212B"/>
                </a:solidFill>
                <a:latin typeface="Malgun Gothic"/>
                <a:ea typeface="Malgun Gothic"/>
                <a:cs typeface="Malgun Gothic"/>
              </a:defRPr>
            </a:lvl5pPr>
            <a:lvl6pPr algn="l">
              <a:defRPr sz="2475" b="1">
                <a:solidFill>
                  <a:srgbClr val="17212B"/>
                </a:solidFill>
                <a:latin typeface="Malgun Gothic"/>
                <a:ea typeface="Malgun Gothic"/>
                <a:cs typeface="Malgun Gothic"/>
              </a:defRPr>
            </a:lvl6pPr>
            <a:lvl7pPr algn="l">
              <a:defRPr sz="2475" b="1">
                <a:solidFill>
                  <a:srgbClr val="17212B"/>
                </a:solidFill>
                <a:latin typeface="Malgun Gothic"/>
                <a:ea typeface="Malgun Gothic"/>
                <a:cs typeface="Malgun Gothic"/>
              </a:defRPr>
            </a:lvl7pPr>
            <a:lvl8pPr algn="l">
              <a:defRPr sz="2475" b="1">
                <a:solidFill>
                  <a:srgbClr val="17212B"/>
                </a:solidFill>
                <a:latin typeface="Malgun Gothic"/>
                <a:ea typeface="Malgun Gothic"/>
                <a:cs typeface="Malgun Gothic"/>
              </a:defRPr>
            </a:lvl8pPr>
            <a:lvl9pPr algn="l">
              <a:defRPr sz="2475" b="1">
                <a:solidFill>
                  <a:srgbClr val="17212B"/>
                </a:solidFill>
                <a:latin typeface="Malgun Gothic"/>
                <a:ea typeface="Malgun Gothic"/>
                <a:cs typeface="Malgun Gothic"/>
              </a:defRPr>
            </a:lvl9pPr>
          </a:lstStyle>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테스트 명령·보존 조건, 다음 요청에도 다시 쓰게 된다.</a:t>
            </a:r>
          </a:p>
        </p:txBody>
      </p:sp>
      <p:sp>
        <p:nvSpPr>
          <p:cNvPr id="8" name="이번 작업에만?">
            <a:extLst xmlns:a="http://schemas.openxmlformats.org/drawingml/2006/main">
              <a:ext uri="{FF2B5EF4-FFF2-40B4-BE49-F238E27FC236}">
                <a16:creationId xmlns:a16="http://schemas.microsoft.com/office/drawing/2014/main" id="{D7A08996-4E3B-4D72-961C-31E800EB5C65}"/>
              </a:ext>
            </a:extLst>
          </p:cNvPr>
          <p:cNvSpPr>
            <a:spLocks xmlns:a="http://schemas.openxmlformats.org/drawingml/2006/main" noGrp="1"/>
          </p:cNvSpPr>
          <p:nvPr/>
        </p:nvSpPr>
        <p:spPr>
          <a:xfrm xmlns:a="http://schemas.openxmlformats.org/drawingml/2006/main">
            <a:off x="609600" y="3381375"/>
            <a:ext cx="5162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0B6172"/>
                </a:solidFill>
                <a:latin typeface="Malgun Gothic"/>
                <a:ea typeface="Malgun Gothic"/>
                <a:cs typeface="Malgun Gothic"/>
              </a:defRPr>
            </a:defPPr>
            <a:lvl1pPr algn="l">
              <a:defRPr sz="2850" b="1">
                <a:solidFill>
                  <a:srgbClr val="0B6172"/>
                </a:solidFill>
                <a:latin typeface="Malgun Gothic"/>
                <a:ea typeface="Malgun Gothic"/>
                <a:cs typeface="Malgun Gothic"/>
              </a:defRPr>
            </a:lvl1pPr>
            <a:lvl2pPr algn="l">
              <a:defRPr sz="2850" b="1">
                <a:solidFill>
                  <a:srgbClr val="0B6172"/>
                </a:solidFill>
                <a:latin typeface="Malgun Gothic"/>
                <a:ea typeface="Malgun Gothic"/>
                <a:cs typeface="Malgun Gothic"/>
              </a:defRPr>
            </a:lvl2pPr>
            <a:lvl3pPr algn="l">
              <a:defRPr sz="2850" b="1">
                <a:solidFill>
                  <a:srgbClr val="0B6172"/>
                </a:solidFill>
                <a:latin typeface="Malgun Gothic"/>
                <a:ea typeface="Malgun Gothic"/>
                <a:cs typeface="Malgun Gothic"/>
              </a:defRPr>
            </a:lvl3pPr>
            <a:lvl4pPr algn="l">
              <a:defRPr sz="2850" b="1">
                <a:solidFill>
                  <a:srgbClr val="0B6172"/>
                </a:solidFill>
                <a:latin typeface="Malgun Gothic"/>
                <a:ea typeface="Malgun Gothic"/>
                <a:cs typeface="Malgun Gothic"/>
              </a:defRPr>
            </a:lvl4pPr>
            <a:lvl5pPr algn="l">
              <a:defRPr sz="2850" b="1">
                <a:solidFill>
                  <a:srgbClr val="0B6172"/>
                </a:solidFill>
                <a:latin typeface="Malgun Gothic"/>
                <a:ea typeface="Malgun Gothic"/>
                <a:cs typeface="Malgun Gothic"/>
              </a:defRPr>
            </a:lvl5pPr>
            <a:lvl6pPr algn="l">
              <a:defRPr sz="2850" b="1">
                <a:solidFill>
                  <a:srgbClr val="0B6172"/>
                </a:solidFill>
                <a:latin typeface="Malgun Gothic"/>
                <a:ea typeface="Malgun Gothic"/>
                <a:cs typeface="Malgun Gothic"/>
              </a:defRPr>
            </a:lvl6pPr>
            <a:lvl7pPr algn="l">
              <a:defRPr sz="2850" b="1">
                <a:solidFill>
                  <a:srgbClr val="0B6172"/>
                </a:solidFill>
                <a:latin typeface="Malgun Gothic"/>
                <a:ea typeface="Malgun Gothic"/>
                <a:cs typeface="Malgun Gothic"/>
              </a:defRPr>
            </a:lvl7pPr>
            <a:lvl8pPr algn="l">
              <a:defRPr sz="2850" b="1">
                <a:solidFill>
                  <a:srgbClr val="0B6172"/>
                </a:solidFill>
                <a:latin typeface="Malgun Gothic"/>
                <a:ea typeface="Malgun Gothic"/>
                <a:cs typeface="Malgun Gothic"/>
              </a:defRPr>
            </a:lvl8pPr>
            <a:lvl9pPr algn="l">
              <a:defRPr sz="2850" b="1">
                <a:solidFill>
                  <a:srgbClr val="0B6172"/>
                </a:solidFill>
                <a:latin typeface="Malgun Gothic"/>
                <a:ea typeface="Malgun Gothic"/>
                <a:cs typeface="Malgun Gothic"/>
              </a:defRPr>
            </a:lvl9pPr>
          </a:lstStyle>
          <a:p xmlns:a="http://schemas.openxmlformats.org/drawingml/2006/main">
            <a:pPr algn="l">
              <a:defRPr sz="2850" b="1">
                <a:solidFill>
                  <a:srgbClr val="0B6172"/>
                </a:solidFill>
                <a:latin typeface="Malgun Gothic"/>
                <a:ea typeface="Malgun Gothic"/>
                <a:cs typeface="Malgun Gothic"/>
              </a:defRPr>
            </a:pPr>
            <a:r>
              <a:rPr sz="2850" b="1">
                <a:solidFill>
                  <a:srgbClr val="0B6172"/>
                </a:solidFill>
                <a:latin typeface="Malgun Gothic"/>
                <a:ea typeface="Malgun Gothic"/>
                <a:cs typeface="Malgun Gothic"/>
              </a:rPr>
              <a:t>이번 작업에만?</a:t>
            </a:r>
          </a:p>
        </p:txBody>
      </p:sp>
      <p:sp>
        <p:nvSpPr>
          <p:cNvPr id="9" name="다음 작업에도?">
            <a:extLst xmlns:a="http://schemas.openxmlformats.org/drawingml/2006/main">
              <a:ext uri="{FF2B5EF4-FFF2-40B4-BE49-F238E27FC236}">
                <a16:creationId xmlns:a16="http://schemas.microsoft.com/office/drawing/2014/main" id="{F1D0051C-CDB0-4D10-8382-A19CD5498E55}"/>
              </a:ext>
            </a:extLst>
          </p:cNvPr>
          <p:cNvSpPr>
            <a:spLocks xmlns:a="http://schemas.openxmlformats.org/drawingml/2006/main" noGrp="1"/>
          </p:cNvSpPr>
          <p:nvPr/>
        </p:nvSpPr>
        <p:spPr>
          <a:xfrm xmlns:a="http://schemas.openxmlformats.org/drawingml/2006/main">
            <a:off x="6705600" y="3381375"/>
            <a:ext cx="4876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0B6172"/>
                </a:solidFill>
                <a:latin typeface="Malgun Gothic"/>
                <a:ea typeface="Malgun Gothic"/>
                <a:cs typeface="Malgun Gothic"/>
              </a:defRPr>
            </a:defPPr>
            <a:lvl1pPr algn="l">
              <a:defRPr sz="2850" b="1">
                <a:solidFill>
                  <a:srgbClr val="0B6172"/>
                </a:solidFill>
                <a:latin typeface="Malgun Gothic"/>
                <a:ea typeface="Malgun Gothic"/>
                <a:cs typeface="Malgun Gothic"/>
              </a:defRPr>
            </a:lvl1pPr>
            <a:lvl2pPr algn="l">
              <a:defRPr sz="2850" b="1">
                <a:solidFill>
                  <a:srgbClr val="0B6172"/>
                </a:solidFill>
                <a:latin typeface="Malgun Gothic"/>
                <a:ea typeface="Malgun Gothic"/>
                <a:cs typeface="Malgun Gothic"/>
              </a:defRPr>
            </a:lvl2pPr>
            <a:lvl3pPr algn="l">
              <a:defRPr sz="2850" b="1">
                <a:solidFill>
                  <a:srgbClr val="0B6172"/>
                </a:solidFill>
                <a:latin typeface="Malgun Gothic"/>
                <a:ea typeface="Malgun Gothic"/>
                <a:cs typeface="Malgun Gothic"/>
              </a:defRPr>
            </a:lvl3pPr>
            <a:lvl4pPr algn="l">
              <a:defRPr sz="2850" b="1">
                <a:solidFill>
                  <a:srgbClr val="0B6172"/>
                </a:solidFill>
                <a:latin typeface="Malgun Gothic"/>
                <a:ea typeface="Malgun Gothic"/>
                <a:cs typeface="Malgun Gothic"/>
              </a:defRPr>
            </a:lvl4pPr>
            <a:lvl5pPr algn="l">
              <a:defRPr sz="2850" b="1">
                <a:solidFill>
                  <a:srgbClr val="0B6172"/>
                </a:solidFill>
                <a:latin typeface="Malgun Gothic"/>
                <a:ea typeface="Malgun Gothic"/>
                <a:cs typeface="Malgun Gothic"/>
              </a:defRPr>
            </a:lvl5pPr>
            <a:lvl6pPr algn="l">
              <a:defRPr sz="2850" b="1">
                <a:solidFill>
                  <a:srgbClr val="0B6172"/>
                </a:solidFill>
                <a:latin typeface="Malgun Gothic"/>
                <a:ea typeface="Malgun Gothic"/>
                <a:cs typeface="Malgun Gothic"/>
              </a:defRPr>
            </a:lvl6pPr>
            <a:lvl7pPr algn="l">
              <a:defRPr sz="2850" b="1">
                <a:solidFill>
                  <a:srgbClr val="0B6172"/>
                </a:solidFill>
                <a:latin typeface="Malgun Gothic"/>
                <a:ea typeface="Malgun Gothic"/>
                <a:cs typeface="Malgun Gothic"/>
              </a:defRPr>
            </a:lvl7pPr>
            <a:lvl8pPr algn="l">
              <a:defRPr sz="2850" b="1">
                <a:solidFill>
                  <a:srgbClr val="0B6172"/>
                </a:solidFill>
                <a:latin typeface="Malgun Gothic"/>
                <a:ea typeface="Malgun Gothic"/>
                <a:cs typeface="Malgun Gothic"/>
              </a:defRPr>
            </a:lvl8pPr>
            <a:lvl9pPr algn="l">
              <a:defRPr sz="2850" b="1">
                <a:solidFill>
                  <a:srgbClr val="0B6172"/>
                </a:solidFill>
                <a:latin typeface="Malgun Gothic"/>
                <a:ea typeface="Malgun Gothic"/>
                <a:cs typeface="Malgun Gothic"/>
              </a:defRPr>
            </a:lvl9pPr>
          </a:lstStyle>
          <a:p xmlns:a="http://schemas.openxmlformats.org/drawingml/2006/main">
            <a:pPr algn="l">
              <a:defRPr sz="2850" b="1">
                <a:solidFill>
                  <a:srgbClr val="0B6172"/>
                </a:solidFill>
                <a:latin typeface="Malgun Gothic"/>
                <a:ea typeface="Malgun Gothic"/>
                <a:cs typeface="Malgun Gothic"/>
              </a:defRPr>
            </a:pPr>
            <a:r>
              <a:rPr sz="2850" b="1">
                <a:solidFill>
                  <a:srgbClr val="0B6172"/>
                </a:solidFill>
                <a:latin typeface="Malgun Gothic"/>
                <a:ea typeface="Malgun Gothic"/>
                <a:cs typeface="Malgun Gothic"/>
              </a:rPr>
              <a:t>다음 작업에도?</a:t>
            </a:r>
          </a:p>
        </p:txBody>
      </p:sp>
      <p:sp>
        <p:nvSpPr>
          <p:cNvPr id="10" name="">
            <a:extLst xmlns:a="http://schemas.openxmlformats.org/drawingml/2006/main">
              <a:ext uri="{FF2B5EF4-FFF2-40B4-BE49-F238E27FC236}">
                <a16:creationId xmlns:a16="http://schemas.microsoft.com/office/drawing/2014/main" id="{804E9856-C5B9-439B-A403-063C98ECBFBD}"/>
              </a:ext>
            </a:extLst>
          </p:cNvPr>
          <p:cNvSpPr>
            <a:spLocks xmlns:a="http://schemas.openxmlformats.org/drawingml/2006/main" noGrp="1"/>
          </p:cNvSpPr>
          <p:nvPr/>
        </p:nvSpPr>
        <p:spPr>
          <a:xfrm xmlns:a="http://schemas.openxmlformats.org/drawingml/2006/main">
            <a:off x="609600" y="4619625"/>
            <a:ext cx="5162550" cy="0"/>
          </a:xfrm>
          <a:prstGeom xmlns:a="http://schemas.openxmlformats.org/drawingml/2006/main" prst="line">
            <a:avLst/>
          </a:prstGeom>
          <a:noFill xmlns:a="http://schemas.openxmlformats.org/drawingml/2006/main"/>
          <a:ln xmlns:a="http://schemas.openxmlformats.org/drawingml/2006/main" w="19050">
            <a:solidFill>
              <a:srgbClr val="C7D0DA"/>
            </a:solidFill>
            <a:prstDash val="solid"/>
          </a:ln>
        </p:spPr>
      </p:sp>
      <p:sp>
        <p:nvSpPr>
          <p:cNvPr id="11" name="">
            <a:extLst xmlns:a="http://schemas.openxmlformats.org/drawingml/2006/main">
              <a:ext uri="{FF2B5EF4-FFF2-40B4-BE49-F238E27FC236}">
                <a16:creationId xmlns:a16="http://schemas.microsoft.com/office/drawing/2014/main" id="{95BDCA59-3A40-4267-BF40-6D5CE8AEBBB5}"/>
              </a:ext>
            </a:extLst>
          </p:cNvPr>
          <p:cNvSpPr>
            <a:spLocks xmlns:a="http://schemas.openxmlformats.org/drawingml/2006/main" noGrp="1"/>
          </p:cNvSpPr>
          <p:nvPr/>
        </p:nvSpPr>
        <p:spPr>
          <a:xfrm xmlns:a="http://schemas.openxmlformats.org/drawingml/2006/main">
            <a:off x="6705600" y="4619625"/>
            <a:ext cx="4876800" cy="0"/>
          </a:xfrm>
          <a:prstGeom xmlns:a="http://schemas.openxmlformats.org/drawingml/2006/main" prst="line">
            <a:avLst/>
          </a:prstGeom>
          <a:noFill xmlns:a="http://schemas.openxmlformats.org/drawingml/2006/main"/>
          <a:ln xmlns:a="http://schemas.openxmlformats.org/drawingml/2006/main" w="19050">
            <a:solidFill>
              <a:srgbClr val="C7D0DA"/>
            </a:solidFill>
            <a:prstDash val="solid"/>
          </a:ln>
        </p:spPr>
      </p:sp>
      <p:sp>
        <p:nvSpPr>
          <p:cNvPr id="12" name="어떤 정보가 계속 남아 있어야 할까요?">
            <a:extLst xmlns:a="http://schemas.openxmlformats.org/drawingml/2006/main">
              <a:ext uri="{FF2B5EF4-FFF2-40B4-BE49-F238E27FC236}">
                <a16:creationId xmlns:a16="http://schemas.microsoft.com/office/drawing/2014/main" id="{541761FA-7241-4771-8A89-F6DB3CD4026F}"/>
              </a:ext>
            </a:extLst>
          </p:cNvPr>
          <p:cNvSpPr>
            <a:spLocks xmlns:a="http://schemas.openxmlformats.org/drawingml/2006/main" noGrp="1"/>
          </p:cNvSpPr>
          <p:nvPr/>
        </p:nvSpPr>
        <p:spPr>
          <a:xfrm xmlns:a="http://schemas.openxmlformats.org/drawingml/2006/main">
            <a:off x="609600" y="52101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0">
                <a:solidFill>
                  <a:srgbClr val="17212B"/>
                </a:solidFill>
                <a:latin typeface="Malgun Gothic"/>
                <a:ea typeface="Malgun Gothic"/>
                <a:cs typeface="Malgun Gothic"/>
              </a:defRPr>
            </a:defPPr>
            <a:lvl1pPr algn="l">
              <a:defRPr sz="2325" b="0">
                <a:solidFill>
                  <a:srgbClr val="17212B"/>
                </a:solidFill>
                <a:latin typeface="Malgun Gothic"/>
                <a:ea typeface="Malgun Gothic"/>
                <a:cs typeface="Malgun Gothic"/>
              </a:defRPr>
            </a:lvl1pPr>
            <a:lvl2pPr algn="l">
              <a:defRPr sz="2325" b="0">
                <a:solidFill>
                  <a:srgbClr val="17212B"/>
                </a:solidFill>
                <a:latin typeface="Malgun Gothic"/>
                <a:ea typeface="Malgun Gothic"/>
                <a:cs typeface="Malgun Gothic"/>
              </a:defRPr>
            </a:lvl2pPr>
            <a:lvl3pPr algn="l">
              <a:defRPr sz="2325" b="0">
                <a:solidFill>
                  <a:srgbClr val="17212B"/>
                </a:solidFill>
                <a:latin typeface="Malgun Gothic"/>
                <a:ea typeface="Malgun Gothic"/>
                <a:cs typeface="Malgun Gothic"/>
              </a:defRPr>
            </a:lvl3pPr>
            <a:lvl4pPr algn="l">
              <a:defRPr sz="2325" b="0">
                <a:solidFill>
                  <a:srgbClr val="17212B"/>
                </a:solidFill>
                <a:latin typeface="Malgun Gothic"/>
                <a:ea typeface="Malgun Gothic"/>
                <a:cs typeface="Malgun Gothic"/>
              </a:defRPr>
            </a:lvl4pPr>
            <a:lvl5pPr algn="l">
              <a:defRPr sz="2325" b="0">
                <a:solidFill>
                  <a:srgbClr val="17212B"/>
                </a:solidFill>
                <a:latin typeface="Malgun Gothic"/>
                <a:ea typeface="Malgun Gothic"/>
                <a:cs typeface="Malgun Gothic"/>
              </a:defRPr>
            </a:lvl5pPr>
            <a:lvl6pPr algn="l">
              <a:defRPr sz="2325" b="0">
                <a:solidFill>
                  <a:srgbClr val="17212B"/>
                </a:solidFill>
                <a:latin typeface="Malgun Gothic"/>
                <a:ea typeface="Malgun Gothic"/>
                <a:cs typeface="Malgun Gothic"/>
              </a:defRPr>
            </a:lvl6pPr>
            <a:lvl7pPr algn="l">
              <a:defRPr sz="2325" b="0">
                <a:solidFill>
                  <a:srgbClr val="17212B"/>
                </a:solidFill>
                <a:latin typeface="Malgun Gothic"/>
                <a:ea typeface="Malgun Gothic"/>
                <a:cs typeface="Malgun Gothic"/>
              </a:defRPr>
            </a:lvl7pPr>
            <a:lvl8pPr algn="l">
              <a:defRPr sz="2325" b="0">
                <a:solidFill>
                  <a:srgbClr val="17212B"/>
                </a:solidFill>
                <a:latin typeface="Malgun Gothic"/>
                <a:ea typeface="Malgun Gothic"/>
                <a:cs typeface="Malgun Gothic"/>
              </a:defRPr>
            </a:lvl8pPr>
            <a:lvl9pPr algn="l">
              <a:defRPr sz="2325" b="0">
                <a:solidFill>
                  <a:srgbClr val="17212B"/>
                </a:solidFill>
                <a:latin typeface="Malgun Gothic"/>
                <a:ea typeface="Malgun Gothic"/>
                <a:cs typeface="Malgun Gothic"/>
              </a:defRPr>
            </a:lvl9pPr>
          </a:lstStyle>
          <a:p xmlns:a="http://schemas.openxmlformats.org/drawingml/2006/main">
            <a:pPr algn="l">
              <a:defRPr sz="2325" b="0">
                <a:solidFill>
                  <a:srgbClr val="17212B"/>
                </a:solidFill>
                <a:latin typeface="Malgun Gothic"/>
                <a:ea typeface="Malgun Gothic"/>
                <a:cs typeface="Malgun Gothic"/>
              </a:defRPr>
            </a:pPr>
            <a:r>
              <a:rPr sz="2325" b="0">
                <a:solidFill>
                  <a:srgbClr val="17212B"/>
                </a:solidFill>
                <a:latin typeface="Malgun Gothic"/>
                <a:ea typeface="Malgun Gothic"/>
                <a:cs typeface="Malgun Gothic"/>
              </a:rPr>
              <a:t>어떤 정보가 계속 남아 있어야 할까요?</a:t>
            </a:r>
          </a:p>
        </p:txBody>
      </p:sp>
      <p:sp>
        <p:nvSpPr>
          <p:cNvPr id="13" name="Legacy module connection">
            <a:extLst xmlns:a="http://schemas.openxmlformats.org/drawingml/2006/main">
              <a:ext uri="{FF2B5EF4-FFF2-40B4-BE49-F238E27FC236}">
                <a16:creationId xmlns:a16="http://schemas.microsoft.com/office/drawing/2014/main" id="{09DFE6B2-459D-4A73-8CB0-3732EA2A2A6F}"/>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872965166"/>
      </p:ext>
    </p:extLst>
  </p:cSld>
</p:sld>
</file>

<file path=ppt/slides/slide3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8" name="ACT 1 · 정보의 수명과 범위">
            <a:extLst xmlns:a="http://schemas.openxmlformats.org/drawingml/2006/main">
              <a:ext uri="{FF2B5EF4-FFF2-40B4-BE49-F238E27FC236}">
                <a16:creationId xmlns:a16="http://schemas.microsoft.com/office/drawing/2014/main" id="{629CE889-C071-4E2B-BD47-5880620B59AF}"/>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정보의 수명과 범위</a:t>
            </a:r>
          </a:p>
        </p:txBody>
      </p:sp>
      <p:sp>
        <p:nvSpPr>
          <p:cNvPr id="2" name="S31">
            <a:extLst xmlns:a="http://schemas.openxmlformats.org/drawingml/2006/main">
              <a:ext uri="{FF2B5EF4-FFF2-40B4-BE49-F238E27FC236}">
                <a16:creationId xmlns:a16="http://schemas.microsoft.com/office/drawing/2014/main" id="{1099CEBA-119A-4EB7-8A4F-FF35407FDAF5}"/>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S31</a:t>
            </a:r>
          </a:p>
        </p:txBody>
      </p:sp>
      <p:sp>
        <p:nvSpPr>
          <p:cNvPr id="3" name="반복하는 설명을 두 범주로 나누기">
            <a:extLst xmlns:a="http://schemas.openxmlformats.org/drawingml/2006/main">
              <a:ext uri="{FF2B5EF4-FFF2-40B4-BE49-F238E27FC236}">
                <a16:creationId xmlns:a16="http://schemas.microsoft.com/office/drawing/2014/main" id="{C42597CF-E570-4BBC-8A98-F4402CEFB3FB}"/>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반복하는 설명을 두 범주로 나누기</a:t>
            </a:r>
          </a:p>
        </p:txBody>
      </p:sp>
      <p:sp>
        <p:nvSpPr>
          <p:cNvPr id="4" name="">
            <a:extLst xmlns:a="http://schemas.openxmlformats.org/drawingml/2006/main">
              <a:ext uri="{FF2B5EF4-FFF2-40B4-BE49-F238E27FC236}">
                <a16:creationId xmlns:a16="http://schemas.microsoft.com/office/drawing/2014/main" id="{EE31510C-FF23-4585-89A1-9F509461F97F}"/>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교육용 후보 예시 · 모든 프로젝트에 적용되는 유일한 분류가 아님">
            <a:extLst xmlns:a="http://schemas.openxmlformats.org/drawingml/2006/main">
              <a:ext uri="{FF2B5EF4-FFF2-40B4-BE49-F238E27FC236}">
                <a16:creationId xmlns:a16="http://schemas.microsoft.com/office/drawing/2014/main" id="{1152D3E8-ABDC-47D5-B1E5-98AB6D2CD761}"/>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교육용 후보 예시 · 모든 프로젝트에 적용되는 유일한 분류가 아님</a:t>
            </a:r>
          </a:p>
        </p:txBody>
      </p:sp>
      <p:sp>
        <p:nvSpPr>
          <p:cNvPr id="6" name="다음 질문: Project 정보를 왜 매번 Prompt에 다시 적고 있을까요?">
            <a:extLst xmlns:a="http://schemas.openxmlformats.org/drawingml/2006/main">
              <a:ext uri="{FF2B5EF4-FFF2-40B4-BE49-F238E27FC236}">
                <a16:creationId xmlns:a16="http://schemas.microsoft.com/office/drawing/2014/main" id="{7013868C-D2F5-40C4-9DBE-AE6E493993A5}"/>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다음 질문: Project 정보를 왜 매번 Prompt에 다시 적고 있을까요?</a:t>
            </a:r>
          </a:p>
        </p:txBody>
      </p:sp>
      <p:sp>
        <p:nvSpPr>
          <p:cNvPr id="7" name="테스트 명령과 보존 조건을, 다음 요청에도 다시 쓴다면?">
            <a:extLst xmlns:a="http://schemas.openxmlformats.org/drawingml/2006/main">
              <a:ext uri="{FF2B5EF4-FFF2-40B4-BE49-F238E27FC236}">
                <a16:creationId xmlns:a16="http://schemas.microsoft.com/office/drawing/2014/main" id="{F81B7798-23D3-4957-BE3A-D1B86BA9F8A9}"/>
              </a:ext>
            </a:extLst>
          </p:cNvPr>
          <p:cNvSpPr>
            <a:spLocks xmlns:a="http://schemas.openxmlformats.org/drawingml/2006/main" noGrp="1"/>
          </p:cNvSpPr>
          <p:nvPr/>
        </p:nvSpPr>
        <p:spPr>
          <a:xfrm xmlns:a="http://schemas.openxmlformats.org/drawingml/2006/main">
            <a:off x="609600" y="16383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테스트 명령과 보존 조건을, 다음 요청에도 다시 쓴다면?</a:t>
            </a:r>
          </a:p>
        </p:txBody>
      </p:sp>
      <p:sp>
        <p:nvSpPr>
          <p:cNvPr id="8" name="이번 Task">
            <a:extLst xmlns:a="http://schemas.openxmlformats.org/drawingml/2006/main">
              <a:ext uri="{FF2B5EF4-FFF2-40B4-BE49-F238E27FC236}">
                <a16:creationId xmlns:a16="http://schemas.microsoft.com/office/drawing/2014/main" id="{6568DEA7-96DE-40A1-96E8-6120F08E1ECE}"/>
              </a:ext>
            </a:extLst>
          </p:cNvPr>
          <p:cNvSpPr>
            <a:spLocks xmlns:a="http://schemas.openxmlformats.org/drawingml/2006/main" noGrp="1"/>
          </p:cNvSpPr>
          <p:nvPr/>
        </p:nvSpPr>
        <p:spPr>
          <a:xfrm xmlns:a="http://schemas.openxmlformats.org/drawingml/2006/main">
            <a:off x="609600" y="2124075"/>
            <a:ext cx="516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0B6172"/>
                </a:solidFill>
                <a:latin typeface="Malgun Gothic"/>
                <a:ea typeface="Malgun Gothic"/>
                <a:cs typeface="Malgun Gothic"/>
              </a:defRPr>
            </a:defPPr>
            <a:lvl1pPr algn="l">
              <a:defRPr sz="2550" b="1">
                <a:solidFill>
                  <a:srgbClr val="0B6172"/>
                </a:solidFill>
                <a:latin typeface="Malgun Gothic"/>
                <a:ea typeface="Malgun Gothic"/>
                <a:cs typeface="Malgun Gothic"/>
              </a:defRPr>
            </a:lvl1pPr>
            <a:lvl2pPr algn="l">
              <a:defRPr sz="2550" b="1">
                <a:solidFill>
                  <a:srgbClr val="0B6172"/>
                </a:solidFill>
                <a:latin typeface="Malgun Gothic"/>
                <a:ea typeface="Malgun Gothic"/>
                <a:cs typeface="Malgun Gothic"/>
              </a:defRPr>
            </a:lvl2pPr>
            <a:lvl3pPr algn="l">
              <a:defRPr sz="2550" b="1">
                <a:solidFill>
                  <a:srgbClr val="0B6172"/>
                </a:solidFill>
                <a:latin typeface="Malgun Gothic"/>
                <a:ea typeface="Malgun Gothic"/>
                <a:cs typeface="Malgun Gothic"/>
              </a:defRPr>
            </a:lvl3pPr>
            <a:lvl4pPr algn="l">
              <a:defRPr sz="2550" b="1">
                <a:solidFill>
                  <a:srgbClr val="0B6172"/>
                </a:solidFill>
                <a:latin typeface="Malgun Gothic"/>
                <a:ea typeface="Malgun Gothic"/>
                <a:cs typeface="Malgun Gothic"/>
              </a:defRPr>
            </a:lvl4pPr>
            <a:lvl5pPr algn="l">
              <a:defRPr sz="2550" b="1">
                <a:solidFill>
                  <a:srgbClr val="0B6172"/>
                </a:solidFill>
                <a:latin typeface="Malgun Gothic"/>
                <a:ea typeface="Malgun Gothic"/>
                <a:cs typeface="Malgun Gothic"/>
              </a:defRPr>
            </a:lvl5pPr>
            <a:lvl6pPr algn="l">
              <a:defRPr sz="2550" b="1">
                <a:solidFill>
                  <a:srgbClr val="0B6172"/>
                </a:solidFill>
                <a:latin typeface="Malgun Gothic"/>
                <a:ea typeface="Malgun Gothic"/>
                <a:cs typeface="Malgun Gothic"/>
              </a:defRPr>
            </a:lvl6pPr>
            <a:lvl7pPr algn="l">
              <a:defRPr sz="2550" b="1">
                <a:solidFill>
                  <a:srgbClr val="0B6172"/>
                </a:solidFill>
                <a:latin typeface="Malgun Gothic"/>
                <a:ea typeface="Malgun Gothic"/>
                <a:cs typeface="Malgun Gothic"/>
              </a:defRPr>
            </a:lvl7pPr>
            <a:lvl8pPr algn="l">
              <a:defRPr sz="2550" b="1">
                <a:solidFill>
                  <a:srgbClr val="0B6172"/>
                </a:solidFill>
                <a:latin typeface="Malgun Gothic"/>
                <a:ea typeface="Malgun Gothic"/>
                <a:cs typeface="Malgun Gothic"/>
              </a:defRPr>
            </a:lvl8pPr>
            <a:lvl9pPr algn="l">
              <a:defRPr sz="2550" b="1">
                <a:solidFill>
                  <a:srgbClr val="0B6172"/>
                </a:solidFill>
                <a:latin typeface="Malgun Gothic"/>
                <a:ea typeface="Malgun Gothic"/>
                <a:cs typeface="Malgun Gothic"/>
              </a:defRPr>
            </a:lvl9pPr>
          </a:lstStyle>
          <a:p xmlns:a="http://schemas.openxmlformats.org/drawingml/2006/main">
            <a:pPr algn="l">
              <a:defRPr sz="2550" b="1">
                <a:solidFill>
                  <a:srgbClr val="0B6172"/>
                </a:solidFill>
                <a:latin typeface="Malgun Gothic"/>
                <a:ea typeface="Malgun Gothic"/>
                <a:cs typeface="Malgun Gothic"/>
              </a:defRPr>
            </a:pPr>
            <a:r>
              <a:rPr sz="2550" b="1">
                <a:solidFill>
                  <a:srgbClr val="0B6172"/>
                </a:solidFill>
                <a:latin typeface="Malgun Gothic"/>
                <a:ea typeface="Malgun Gothic"/>
                <a:cs typeface="Malgun Gothic"/>
              </a:rPr>
              <a:t>이번 Task</a:t>
            </a:r>
          </a:p>
        </p:txBody>
      </p:sp>
      <p:sp>
        <p:nvSpPr>
          <p:cNvPr id="9" name="계속 유지할 Project 정보">
            <a:extLst xmlns:a="http://schemas.openxmlformats.org/drawingml/2006/main">
              <a:ext uri="{FF2B5EF4-FFF2-40B4-BE49-F238E27FC236}">
                <a16:creationId xmlns:a16="http://schemas.microsoft.com/office/drawing/2014/main" id="{DD65926B-6EF6-451E-AD99-CB06AB3B0CB8}"/>
              </a:ext>
            </a:extLst>
          </p:cNvPr>
          <p:cNvSpPr>
            <a:spLocks xmlns:a="http://schemas.openxmlformats.org/drawingml/2006/main" noGrp="1"/>
          </p:cNvSpPr>
          <p:nvPr/>
        </p:nvSpPr>
        <p:spPr>
          <a:xfrm xmlns:a="http://schemas.openxmlformats.org/drawingml/2006/main">
            <a:off x="6705600" y="2124075"/>
            <a:ext cx="4876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계속 유지할 Project 정보</a:t>
            </a:r>
          </a:p>
        </p:txBody>
      </p:sp>
      <p:sp>
        <p:nvSpPr>
          <p:cNvPr id="10" name="">
            <a:extLst xmlns:a="http://schemas.openxmlformats.org/drawingml/2006/main">
              <a:ext uri="{FF2B5EF4-FFF2-40B4-BE49-F238E27FC236}">
                <a16:creationId xmlns:a16="http://schemas.microsoft.com/office/drawing/2014/main" id="{B33F32DB-C299-4675-B2C6-260B10BFCDC0}"/>
              </a:ext>
            </a:extLst>
          </p:cNvPr>
          <p:cNvSpPr>
            <a:spLocks xmlns:a="http://schemas.openxmlformats.org/drawingml/2006/main" noGrp="1"/>
          </p:cNvSpPr>
          <p:nvPr/>
        </p:nvSpPr>
        <p:spPr>
          <a:xfrm xmlns:a="http://schemas.openxmlformats.org/drawingml/2006/main">
            <a:off x="609600" y="2838450"/>
            <a:ext cx="516255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crop 경계 수정&#10;이번에는 README만 수정">
            <a:extLst xmlns:a="http://schemas.openxmlformats.org/drawingml/2006/main">
              <a:ext uri="{FF2B5EF4-FFF2-40B4-BE49-F238E27FC236}">
                <a16:creationId xmlns:a16="http://schemas.microsoft.com/office/drawing/2014/main" id="{1B54C431-FC78-4EA4-A0B8-C063BBA78466}"/>
              </a:ext>
            </a:extLst>
          </p:cNvPr>
          <p:cNvSpPr>
            <a:spLocks xmlns:a="http://schemas.openxmlformats.org/drawingml/2006/main" noGrp="1"/>
          </p:cNvSpPr>
          <p:nvPr/>
        </p:nvSpPr>
        <p:spPr>
          <a:xfrm xmlns:a="http://schemas.openxmlformats.org/drawingml/2006/main">
            <a:off x="800100" y="3067050"/>
            <a:ext cx="47815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0">
                <a:solidFill>
                  <a:srgbClr val="17212B"/>
                </a:solidFill>
                <a:latin typeface="Malgun Gothic"/>
                <a:ea typeface="Malgun Gothic"/>
                <a:cs typeface="Malgun Gothic"/>
              </a:defRPr>
            </a:defPPr>
            <a:lvl1pPr algn="l">
              <a:defRPr sz="2325" b="0">
                <a:solidFill>
                  <a:srgbClr val="17212B"/>
                </a:solidFill>
                <a:latin typeface="Malgun Gothic"/>
                <a:ea typeface="Malgun Gothic"/>
                <a:cs typeface="Malgun Gothic"/>
              </a:defRPr>
            </a:lvl1pPr>
            <a:lvl2pPr algn="l">
              <a:defRPr sz="2325" b="0">
                <a:solidFill>
                  <a:srgbClr val="17212B"/>
                </a:solidFill>
                <a:latin typeface="Malgun Gothic"/>
                <a:ea typeface="Malgun Gothic"/>
                <a:cs typeface="Malgun Gothic"/>
              </a:defRPr>
            </a:lvl2pPr>
            <a:lvl3pPr algn="l">
              <a:defRPr sz="2325" b="0">
                <a:solidFill>
                  <a:srgbClr val="17212B"/>
                </a:solidFill>
                <a:latin typeface="Malgun Gothic"/>
                <a:ea typeface="Malgun Gothic"/>
                <a:cs typeface="Malgun Gothic"/>
              </a:defRPr>
            </a:lvl3pPr>
            <a:lvl4pPr algn="l">
              <a:defRPr sz="2325" b="0">
                <a:solidFill>
                  <a:srgbClr val="17212B"/>
                </a:solidFill>
                <a:latin typeface="Malgun Gothic"/>
                <a:ea typeface="Malgun Gothic"/>
                <a:cs typeface="Malgun Gothic"/>
              </a:defRPr>
            </a:lvl4pPr>
            <a:lvl5pPr algn="l">
              <a:defRPr sz="2325" b="0">
                <a:solidFill>
                  <a:srgbClr val="17212B"/>
                </a:solidFill>
                <a:latin typeface="Malgun Gothic"/>
                <a:ea typeface="Malgun Gothic"/>
                <a:cs typeface="Malgun Gothic"/>
              </a:defRPr>
            </a:lvl5pPr>
            <a:lvl6pPr algn="l">
              <a:defRPr sz="2325" b="0">
                <a:solidFill>
                  <a:srgbClr val="17212B"/>
                </a:solidFill>
                <a:latin typeface="Malgun Gothic"/>
                <a:ea typeface="Malgun Gothic"/>
                <a:cs typeface="Malgun Gothic"/>
              </a:defRPr>
            </a:lvl6pPr>
            <a:lvl7pPr algn="l">
              <a:defRPr sz="2325" b="0">
                <a:solidFill>
                  <a:srgbClr val="17212B"/>
                </a:solidFill>
                <a:latin typeface="Malgun Gothic"/>
                <a:ea typeface="Malgun Gothic"/>
                <a:cs typeface="Malgun Gothic"/>
              </a:defRPr>
            </a:lvl7pPr>
            <a:lvl8pPr algn="l">
              <a:defRPr sz="2325" b="0">
                <a:solidFill>
                  <a:srgbClr val="17212B"/>
                </a:solidFill>
                <a:latin typeface="Malgun Gothic"/>
                <a:ea typeface="Malgun Gothic"/>
                <a:cs typeface="Malgun Gothic"/>
              </a:defRPr>
            </a:lvl8pPr>
            <a:lvl9pPr algn="l">
              <a:defRPr sz="2325" b="0">
                <a:solidFill>
                  <a:srgbClr val="17212B"/>
                </a:solidFill>
                <a:latin typeface="Malgun Gothic"/>
                <a:ea typeface="Malgun Gothic"/>
                <a:cs typeface="Malgun Gothic"/>
              </a:defRPr>
            </a:lvl9pPr>
          </a:lstStyle>
          <a:p xmlns:a="http://schemas.openxmlformats.org/drawingml/2006/main">
            <a:pPr algn="l">
              <a:defRPr sz="2325" b="0">
                <a:solidFill>
                  <a:srgbClr val="17212B"/>
                </a:solidFill>
                <a:latin typeface="Malgun Gothic"/>
                <a:ea typeface="Malgun Gothic"/>
                <a:cs typeface="Malgun Gothic"/>
              </a:defRPr>
            </a:pPr>
            <a:r>
              <a:rPr sz="2325" b="0">
                <a:solidFill>
                  <a:srgbClr val="17212B"/>
                </a:solidFill>
                <a:latin typeface="Malgun Gothic"/>
                <a:ea typeface="Malgun Gothic"/>
                <a:cs typeface="Malgun Gothic"/>
              </a:rPr>
              <a:t>crop 경계 수정</a:t>
            </a:r>
          </a:p>
          <a:p xmlns:a="http://schemas.openxmlformats.org/drawingml/2006/main">
            <a:pPr algn="l">
              <a:defRPr sz="2325" b="0">
                <a:solidFill>
                  <a:srgbClr val="17212B"/>
                </a:solidFill>
                <a:latin typeface="Malgun Gothic"/>
                <a:ea typeface="Malgun Gothic"/>
                <a:cs typeface="Malgun Gothic"/>
              </a:defRPr>
            </a:pPr>
            <a:r>
              <a:rPr sz="2325" b="0">
                <a:solidFill>
                  <a:srgbClr val="17212B"/>
                </a:solidFill>
                <a:latin typeface="Malgun Gothic"/>
                <a:ea typeface="Malgun Gothic"/>
                <a:cs typeface="Malgun Gothic"/>
              </a:rPr>
              <a:t>이번에는 README만 수정</a:t>
            </a:r>
          </a:p>
        </p:txBody>
      </p:sp>
      <p:sp>
        <p:nvSpPr>
          <p:cNvPr id="12" name="이번 목표에 적용할 후보">
            <a:extLst xmlns:a="http://schemas.openxmlformats.org/drawingml/2006/main">
              <a:ext uri="{FF2B5EF4-FFF2-40B4-BE49-F238E27FC236}">
                <a16:creationId xmlns:a16="http://schemas.microsoft.com/office/drawing/2014/main" id="{9DA90B3F-3595-4DC2-92E2-BC3D806D849A}"/>
              </a:ext>
            </a:extLst>
          </p:cNvPr>
          <p:cNvSpPr>
            <a:spLocks xmlns:a="http://schemas.openxmlformats.org/drawingml/2006/main" noGrp="1"/>
          </p:cNvSpPr>
          <p:nvPr/>
        </p:nvSpPr>
        <p:spPr>
          <a:xfrm xmlns:a="http://schemas.openxmlformats.org/drawingml/2006/main">
            <a:off x="609600" y="4800600"/>
            <a:ext cx="5162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이번 목표에 적용할 후보</a:t>
            </a:r>
          </a:p>
        </p:txBody>
      </p:sp>
      <p:sp>
        <p:nvSpPr>
          <p:cNvPr id="13" name="">
            <a:extLst xmlns:a="http://schemas.openxmlformats.org/drawingml/2006/main">
              <a:ext uri="{FF2B5EF4-FFF2-40B4-BE49-F238E27FC236}">
                <a16:creationId xmlns:a16="http://schemas.microsoft.com/office/drawing/2014/main" id="{26858CFD-E9EF-4463-891D-95293D8B17A9}"/>
              </a:ext>
            </a:extLst>
          </p:cNvPr>
          <p:cNvSpPr>
            <a:spLocks xmlns:a="http://schemas.openxmlformats.org/drawingml/2006/main" noGrp="1"/>
          </p:cNvSpPr>
          <p:nvPr/>
        </p:nvSpPr>
        <p:spPr>
          <a:xfrm xmlns:a="http://schemas.openxmlformats.org/drawingml/2006/main">
            <a:off x="6705600" y="2838450"/>
            <a:ext cx="48768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4" name="의존성 추가에는 작업상 근거 필요&#10;프로젝트 전체 테스트 명령">
            <a:extLst xmlns:a="http://schemas.openxmlformats.org/drawingml/2006/main">
              <a:ext uri="{FF2B5EF4-FFF2-40B4-BE49-F238E27FC236}">
                <a16:creationId xmlns:a16="http://schemas.microsoft.com/office/drawing/2014/main" id="{60755701-4462-4E53-9B21-E0C54AE52F75}"/>
              </a:ext>
            </a:extLst>
          </p:cNvPr>
          <p:cNvSpPr>
            <a:spLocks xmlns:a="http://schemas.openxmlformats.org/drawingml/2006/main" noGrp="1"/>
          </p:cNvSpPr>
          <p:nvPr/>
        </p:nvSpPr>
        <p:spPr>
          <a:xfrm xmlns:a="http://schemas.openxmlformats.org/drawingml/2006/main">
            <a:off x="6896100" y="3067050"/>
            <a:ext cx="4495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의존성 추가에는 작업상 근거 필요</a:t>
            </a:r>
          </a:p>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프로젝트 전체 테스트 명령</a:t>
            </a:r>
          </a:p>
        </p:txBody>
      </p:sp>
      <p:sp>
        <p:nvSpPr>
          <p:cNvPr id="15" name="여러 작업에서 참고할 후보">
            <a:extLst xmlns:a="http://schemas.openxmlformats.org/drawingml/2006/main">
              <a:ext uri="{FF2B5EF4-FFF2-40B4-BE49-F238E27FC236}">
                <a16:creationId xmlns:a16="http://schemas.microsoft.com/office/drawing/2014/main" id="{994ED7AA-C8E7-4479-BA88-6AC7583DAE0A}"/>
              </a:ext>
            </a:extLst>
          </p:cNvPr>
          <p:cNvSpPr>
            <a:spLocks xmlns:a="http://schemas.openxmlformats.org/drawingml/2006/main" noGrp="1"/>
          </p:cNvSpPr>
          <p:nvPr/>
        </p:nvSpPr>
        <p:spPr>
          <a:xfrm xmlns:a="http://schemas.openxmlformats.org/drawingml/2006/main">
            <a:off x="6705600" y="4800600"/>
            <a:ext cx="4876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여러 작업에서 참고할 후보</a:t>
            </a:r>
          </a:p>
        </p:txBody>
      </p:sp>
      <p:sp>
        <p:nvSpPr>
          <p:cNvPr id="16" name="다음 작업에도 필요한 설명은, 어디에 두면 좋을까?">
            <a:extLst xmlns:a="http://schemas.openxmlformats.org/drawingml/2006/main">
              <a:ext uri="{FF2B5EF4-FFF2-40B4-BE49-F238E27FC236}">
                <a16:creationId xmlns:a16="http://schemas.microsoft.com/office/drawing/2014/main" id="{7017E6CF-08BA-497D-8949-7822603B9A6E}"/>
              </a:ext>
            </a:extLst>
          </p:cNvPr>
          <p:cNvSpPr>
            <a:spLocks xmlns:a="http://schemas.openxmlformats.org/drawingml/2006/main" noGrp="1"/>
          </p:cNvSpPr>
          <p:nvPr/>
        </p:nvSpPr>
        <p:spPr>
          <a:xfrm xmlns:a="http://schemas.openxmlformats.org/drawingml/2006/main">
            <a:off x="609600" y="52863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다음 작업에도 필요한 설명은, 어디에 두면 좋을까?</a:t>
            </a:r>
          </a:p>
        </p:txBody>
      </p:sp>
      <p:sp>
        <p:nvSpPr>
          <p:cNvPr id="17" name="Legacy module connection">
            <a:extLst xmlns:a="http://schemas.openxmlformats.org/drawingml/2006/main">
              <a:ext uri="{FF2B5EF4-FFF2-40B4-BE49-F238E27FC236}">
                <a16:creationId xmlns:a16="http://schemas.microsoft.com/office/drawing/2014/main" id="{30051545-49D5-4C1D-9C4C-A19DDE5EB3BF}"/>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319357334"/>
      </p:ext>
    </p:extLst>
  </p:cSld>
</p:sld>
</file>

<file path=ppt/slides/slide3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2 · 반복되는 프로젝트 설명">
            <a:extLst xmlns:a="http://schemas.openxmlformats.org/drawingml/2006/main">
              <a:ext uri="{FF2B5EF4-FFF2-40B4-BE49-F238E27FC236}">
                <a16:creationId xmlns:a16="http://schemas.microsoft.com/office/drawing/2014/main" id="{4D08EC2E-0479-4179-ABAA-9D9E0581D3A8}"/>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반복되는 프로젝트 설명</a:t>
            </a:r>
          </a:p>
        </p:txBody>
      </p:sp>
      <p:sp>
        <p:nvSpPr>
          <p:cNvPr id="2" name="S32">
            <a:extLst xmlns:a="http://schemas.openxmlformats.org/drawingml/2006/main">
              <a:ext uri="{FF2B5EF4-FFF2-40B4-BE49-F238E27FC236}">
                <a16:creationId xmlns:a16="http://schemas.microsoft.com/office/drawing/2014/main" id="{F6B756A7-EA72-4F06-8EA2-50ABCC219345}"/>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S32</a:t>
            </a:r>
          </a:p>
        </p:txBody>
      </p:sp>
      <p:sp>
        <p:nvSpPr>
          <p:cNvPr id="3" name="다른 Task에 같은 설명이 반복된다">
            <a:extLst xmlns:a="http://schemas.openxmlformats.org/drawingml/2006/main">
              <a:ext uri="{FF2B5EF4-FFF2-40B4-BE49-F238E27FC236}">
                <a16:creationId xmlns:a16="http://schemas.microsoft.com/office/drawing/2014/main" id="{83AB4F46-C661-4CB0-9952-231FE9DE37A1}"/>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다른 Task에 같은 설명이 반복된다</a:t>
            </a:r>
          </a:p>
        </p:txBody>
      </p:sp>
      <p:sp>
        <p:nvSpPr>
          <p:cNvPr id="4" name="">
            <a:extLst xmlns:a="http://schemas.openxmlformats.org/drawingml/2006/main">
              <a:ext uri="{FF2B5EF4-FFF2-40B4-BE49-F238E27FC236}">
                <a16:creationId xmlns:a16="http://schemas.microsoft.com/office/drawing/2014/main" id="{492A3FF4-273A-4355-B33E-BCE7AD93BF26}"/>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구성 사례 · Bug fix / Performance / README 작업">
            <a:extLst xmlns:a="http://schemas.openxmlformats.org/drawingml/2006/main">
              <a:ext uri="{FF2B5EF4-FFF2-40B4-BE49-F238E27FC236}">
                <a16:creationId xmlns:a16="http://schemas.microsoft.com/office/drawing/2014/main" id="{35D416B6-41F7-4C2C-855F-4ADE45E76D9E}"/>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구성 사례 · Bug fix / Performance / README 작업</a:t>
            </a:r>
          </a:p>
        </p:txBody>
      </p:sp>
      <p:sp>
        <p:nvSpPr>
          <p:cNvPr id="6" name="서로 다른 요청에 같은 프로젝트 정보가 반복되는 상황을 보여준다">
            <a:extLst xmlns:a="http://schemas.openxmlformats.org/drawingml/2006/main">
              <a:ext uri="{FF2B5EF4-FFF2-40B4-BE49-F238E27FC236}">
                <a16:creationId xmlns:a16="http://schemas.microsoft.com/office/drawing/2014/main" id="{0DD519C5-3D83-41AB-A0FB-55319EF6C508}"/>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서로 다른 요청에 같은 프로젝트 정보가 반복되는 상황을 보여준다</a:t>
            </a:r>
          </a:p>
        </p:txBody>
      </p:sp>
      <p:sp>
        <p:nvSpPr>
          <p:cNvPr id="7" name="버그 수정">
            <a:extLst xmlns:a="http://schemas.openxmlformats.org/drawingml/2006/main">
              <a:ext uri="{FF2B5EF4-FFF2-40B4-BE49-F238E27FC236}">
                <a16:creationId xmlns:a16="http://schemas.microsoft.com/office/drawing/2014/main" id="{FF75FFCA-41D3-4E08-9429-88E7A45326D6}"/>
              </a:ext>
            </a:extLst>
          </p:cNvPr>
          <p:cNvSpPr>
            <a:spLocks xmlns:a="http://schemas.openxmlformats.org/drawingml/2006/main" noGrp="1"/>
          </p:cNvSpPr>
          <p:nvPr/>
        </p:nvSpPr>
        <p:spPr>
          <a:xfrm xmlns:a="http://schemas.openxmlformats.org/drawingml/2006/main">
            <a:off x="609600" y="22098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버그 수정</a:t>
            </a:r>
          </a:p>
        </p:txBody>
      </p:sp>
      <p:sp>
        <p:nvSpPr>
          <p:cNvPr id="8" name="crop 경계를 수정해줘">
            <a:extLst xmlns:a="http://schemas.openxmlformats.org/drawingml/2006/main">
              <a:ext uri="{FF2B5EF4-FFF2-40B4-BE49-F238E27FC236}">
                <a16:creationId xmlns:a16="http://schemas.microsoft.com/office/drawing/2014/main" id="{8F23945B-F786-47D9-A2CA-C2EB9890FA22}"/>
              </a:ext>
            </a:extLst>
          </p:cNvPr>
          <p:cNvSpPr>
            <a:spLocks xmlns:a="http://schemas.openxmlformats.org/drawingml/2006/main" noGrp="1"/>
          </p:cNvSpPr>
          <p:nvPr/>
        </p:nvSpPr>
        <p:spPr>
          <a:xfrm xmlns:a="http://schemas.openxmlformats.org/drawingml/2006/main">
            <a:off x="609600" y="270510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crop 경계를 수정해줘</a:t>
            </a:r>
          </a:p>
        </p:txBody>
      </p:sp>
      <p:sp>
        <p:nvSpPr>
          <p:cNvPr id="9" name="">
            <a:extLst xmlns:a="http://schemas.openxmlformats.org/drawingml/2006/main">
              <a:ext uri="{FF2B5EF4-FFF2-40B4-BE49-F238E27FC236}">
                <a16:creationId xmlns:a16="http://schemas.microsoft.com/office/drawing/2014/main" id="{33684216-3E24-4090-951D-E6A0F65F229C}"/>
              </a:ext>
            </a:extLst>
          </p:cNvPr>
          <p:cNvSpPr>
            <a:spLocks xmlns:a="http://schemas.openxmlformats.org/drawingml/2006/main" noGrp="1"/>
          </p:cNvSpPr>
          <p:nvPr/>
        </p:nvSpPr>
        <p:spPr>
          <a:xfrm xmlns:a="http://schemas.openxmlformats.org/drawingml/2006/main">
            <a:off x="609600" y="3276600"/>
            <a:ext cx="3429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0" name="">
            <a:extLst xmlns:a="http://schemas.openxmlformats.org/drawingml/2006/main">
              <a:ext uri="{FF2B5EF4-FFF2-40B4-BE49-F238E27FC236}">
                <a16:creationId xmlns:a16="http://schemas.microsoft.com/office/drawing/2014/main" id="{1DFEBC8C-2EF0-478E-9122-B6D5096975EA}"/>
              </a:ext>
            </a:extLst>
          </p:cNvPr>
          <p:cNvSpPr>
            <a:spLocks xmlns:a="http://schemas.openxmlformats.org/drawingml/2006/main" noGrp="1"/>
          </p:cNvSpPr>
          <p:nvPr/>
        </p:nvSpPr>
        <p:spPr>
          <a:xfrm xmlns:a="http://schemas.openxmlformats.org/drawingml/2006/main">
            <a:off x="609600" y="3467100"/>
            <a:ext cx="3429000" cy="146685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1" name="지정된 테스트 실행&#10;의존성 추가에는 근거 필요&#10;로컬 합성 데이터 사용&#10;기존 동작 보존">
            <a:extLst xmlns:a="http://schemas.openxmlformats.org/drawingml/2006/main">
              <a:ext uri="{FF2B5EF4-FFF2-40B4-BE49-F238E27FC236}">
                <a16:creationId xmlns:a16="http://schemas.microsoft.com/office/drawing/2014/main" id="{1D3F6F2C-59A8-4599-B534-D027C8CEEB53}"/>
              </a:ext>
            </a:extLst>
          </p:cNvPr>
          <p:cNvSpPr>
            <a:spLocks xmlns:a="http://schemas.openxmlformats.org/drawingml/2006/main" noGrp="1"/>
          </p:cNvSpPr>
          <p:nvPr/>
        </p:nvSpPr>
        <p:spPr>
          <a:xfrm xmlns:a="http://schemas.openxmlformats.org/drawingml/2006/main">
            <a:off x="762000" y="3600450"/>
            <a:ext cx="3124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지정된 테스트 실행</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의존성 추가에는 근거 필요</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로컬 합성 데이터 사용</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기존 동작 보존</a:t>
            </a:r>
          </a:p>
        </p:txBody>
      </p:sp>
      <p:sp>
        <p:nvSpPr>
          <p:cNvPr id="12" name="성능 조사">
            <a:extLst xmlns:a="http://schemas.openxmlformats.org/drawingml/2006/main">
              <a:ext uri="{FF2B5EF4-FFF2-40B4-BE49-F238E27FC236}">
                <a16:creationId xmlns:a16="http://schemas.microsoft.com/office/drawing/2014/main" id="{F5419B16-64E3-4CC9-9ADE-13C5C2AFB10E}"/>
              </a:ext>
            </a:extLst>
          </p:cNvPr>
          <p:cNvSpPr>
            <a:spLocks xmlns:a="http://schemas.openxmlformats.org/drawingml/2006/main" noGrp="1"/>
          </p:cNvSpPr>
          <p:nvPr/>
        </p:nvSpPr>
        <p:spPr>
          <a:xfrm xmlns:a="http://schemas.openxmlformats.org/drawingml/2006/main">
            <a:off x="4343400" y="22098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성능 조사</a:t>
            </a:r>
          </a:p>
        </p:txBody>
      </p:sp>
      <p:sp>
        <p:nvSpPr>
          <p:cNvPr id="13" name="통계 계산을 조사해줘">
            <a:extLst xmlns:a="http://schemas.openxmlformats.org/drawingml/2006/main">
              <a:ext uri="{FF2B5EF4-FFF2-40B4-BE49-F238E27FC236}">
                <a16:creationId xmlns:a16="http://schemas.microsoft.com/office/drawing/2014/main" id="{D6B52AC6-0252-4B20-84EF-7440B7122229}"/>
              </a:ext>
            </a:extLst>
          </p:cNvPr>
          <p:cNvSpPr>
            <a:spLocks xmlns:a="http://schemas.openxmlformats.org/drawingml/2006/main" noGrp="1"/>
          </p:cNvSpPr>
          <p:nvPr/>
        </p:nvSpPr>
        <p:spPr>
          <a:xfrm xmlns:a="http://schemas.openxmlformats.org/drawingml/2006/main">
            <a:off x="4343400" y="270510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통계 계산을 조사해줘</a:t>
            </a:r>
          </a:p>
        </p:txBody>
      </p:sp>
      <p:sp>
        <p:nvSpPr>
          <p:cNvPr id="14" name="">
            <a:extLst xmlns:a="http://schemas.openxmlformats.org/drawingml/2006/main">
              <a:ext uri="{FF2B5EF4-FFF2-40B4-BE49-F238E27FC236}">
                <a16:creationId xmlns:a16="http://schemas.microsoft.com/office/drawing/2014/main" id="{430C6F53-26AE-4763-A95E-9F997B7BF69A}"/>
              </a:ext>
            </a:extLst>
          </p:cNvPr>
          <p:cNvSpPr>
            <a:spLocks xmlns:a="http://schemas.openxmlformats.org/drawingml/2006/main" noGrp="1"/>
          </p:cNvSpPr>
          <p:nvPr/>
        </p:nvSpPr>
        <p:spPr>
          <a:xfrm xmlns:a="http://schemas.openxmlformats.org/drawingml/2006/main">
            <a:off x="4343400" y="3276600"/>
            <a:ext cx="3429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5" name="">
            <a:extLst xmlns:a="http://schemas.openxmlformats.org/drawingml/2006/main">
              <a:ext uri="{FF2B5EF4-FFF2-40B4-BE49-F238E27FC236}">
                <a16:creationId xmlns:a16="http://schemas.microsoft.com/office/drawing/2014/main" id="{AA9327C0-22FE-4349-8182-9AD644F3D8EA}"/>
              </a:ext>
            </a:extLst>
          </p:cNvPr>
          <p:cNvSpPr>
            <a:spLocks xmlns:a="http://schemas.openxmlformats.org/drawingml/2006/main" noGrp="1"/>
          </p:cNvSpPr>
          <p:nvPr/>
        </p:nvSpPr>
        <p:spPr>
          <a:xfrm xmlns:a="http://schemas.openxmlformats.org/drawingml/2006/main">
            <a:off x="4343400" y="3467100"/>
            <a:ext cx="3429000" cy="146685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6" name="지정된 테스트 실행&#10;의존성 추가에는 근거 필요&#10;로컬 합성 데이터 사용&#10;기존 동작 보존">
            <a:extLst xmlns:a="http://schemas.openxmlformats.org/drawingml/2006/main">
              <a:ext uri="{FF2B5EF4-FFF2-40B4-BE49-F238E27FC236}">
                <a16:creationId xmlns:a16="http://schemas.microsoft.com/office/drawing/2014/main" id="{4C1F5083-BB6D-4420-AACB-A98729A0FA60}"/>
              </a:ext>
            </a:extLst>
          </p:cNvPr>
          <p:cNvSpPr>
            <a:spLocks xmlns:a="http://schemas.openxmlformats.org/drawingml/2006/main" noGrp="1"/>
          </p:cNvSpPr>
          <p:nvPr/>
        </p:nvSpPr>
        <p:spPr>
          <a:xfrm xmlns:a="http://schemas.openxmlformats.org/drawingml/2006/main">
            <a:off x="4495800" y="3600450"/>
            <a:ext cx="3124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지정된 테스트 실행</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의존성 추가에는 근거 필요</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로컬 합성 데이터 사용</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기존 동작 보존</a:t>
            </a:r>
          </a:p>
        </p:txBody>
      </p:sp>
      <p:sp>
        <p:nvSpPr>
          <p:cNvPr id="17" name="README 수정">
            <a:extLst xmlns:a="http://schemas.openxmlformats.org/drawingml/2006/main">
              <a:ext uri="{FF2B5EF4-FFF2-40B4-BE49-F238E27FC236}">
                <a16:creationId xmlns:a16="http://schemas.microsoft.com/office/drawing/2014/main" id="{17E4F53B-4B5F-4155-A1BC-086BE4FDBF61}"/>
              </a:ext>
            </a:extLst>
          </p:cNvPr>
          <p:cNvSpPr>
            <a:spLocks xmlns:a="http://schemas.openxmlformats.org/drawingml/2006/main" noGrp="1"/>
          </p:cNvSpPr>
          <p:nvPr/>
        </p:nvSpPr>
        <p:spPr>
          <a:xfrm xmlns:a="http://schemas.openxmlformats.org/drawingml/2006/main">
            <a:off x="8077200" y="22098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README 수정</a:t>
            </a:r>
          </a:p>
        </p:txBody>
      </p:sp>
      <p:sp>
        <p:nvSpPr>
          <p:cNvPr id="18" name="빌드 안내를 명확히 해줘">
            <a:extLst xmlns:a="http://schemas.openxmlformats.org/drawingml/2006/main">
              <a:ext uri="{FF2B5EF4-FFF2-40B4-BE49-F238E27FC236}">
                <a16:creationId xmlns:a16="http://schemas.microsoft.com/office/drawing/2014/main" id="{24D0E544-0180-4502-87CD-15DED4CF3D8A}"/>
              </a:ext>
            </a:extLst>
          </p:cNvPr>
          <p:cNvSpPr>
            <a:spLocks xmlns:a="http://schemas.openxmlformats.org/drawingml/2006/main" noGrp="1"/>
          </p:cNvSpPr>
          <p:nvPr/>
        </p:nvSpPr>
        <p:spPr>
          <a:xfrm xmlns:a="http://schemas.openxmlformats.org/drawingml/2006/main">
            <a:off x="8077200" y="270510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빌드 안내를 명확히 해줘</a:t>
            </a:r>
          </a:p>
        </p:txBody>
      </p:sp>
      <p:sp>
        <p:nvSpPr>
          <p:cNvPr id="19" name="">
            <a:extLst xmlns:a="http://schemas.openxmlformats.org/drawingml/2006/main">
              <a:ext uri="{FF2B5EF4-FFF2-40B4-BE49-F238E27FC236}">
                <a16:creationId xmlns:a16="http://schemas.microsoft.com/office/drawing/2014/main" id="{9BFA7662-D8F3-4349-9D81-4CE0FA32DD85}"/>
              </a:ext>
            </a:extLst>
          </p:cNvPr>
          <p:cNvSpPr>
            <a:spLocks xmlns:a="http://schemas.openxmlformats.org/drawingml/2006/main" noGrp="1"/>
          </p:cNvSpPr>
          <p:nvPr/>
        </p:nvSpPr>
        <p:spPr>
          <a:xfrm xmlns:a="http://schemas.openxmlformats.org/drawingml/2006/main">
            <a:off x="8077200" y="3276600"/>
            <a:ext cx="3429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
            <a:extLst xmlns:a="http://schemas.openxmlformats.org/drawingml/2006/main">
              <a:ext uri="{FF2B5EF4-FFF2-40B4-BE49-F238E27FC236}">
                <a16:creationId xmlns:a16="http://schemas.microsoft.com/office/drawing/2014/main" id="{0E69A2C3-D55D-42AF-903A-AB1870CCED0D}"/>
              </a:ext>
            </a:extLst>
          </p:cNvPr>
          <p:cNvSpPr>
            <a:spLocks xmlns:a="http://schemas.openxmlformats.org/drawingml/2006/main" noGrp="1"/>
          </p:cNvSpPr>
          <p:nvPr/>
        </p:nvSpPr>
        <p:spPr>
          <a:xfrm xmlns:a="http://schemas.openxmlformats.org/drawingml/2006/main">
            <a:off x="8077200" y="3467100"/>
            <a:ext cx="3429000" cy="146685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1" name="지정된 테스트 실행&#10;의존성 추가에는 근거 필요&#10;로컬 합성 데이터 사용&#10;기존 동작 보존">
            <a:extLst xmlns:a="http://schemas.openxmlformats.org/drawingml/2006/main">
              <a:ext uri="{FF2B5EF4-FFF2-40B4-BE49-F238E27FC236}">
                <a16:creationId xmlns:a16="http://schemas.microsoft.com/office/drawing/2014/main" id="{654D8E03-D577-43B9-8FF8-94B2223DB3B4}"/>
              </a:ext>
            </a:extLst>
          </p:cNvPr>
          <p:cNvSpPr>
            <a:spLocks xmlns:a="http://schemas.openxmlformats.org/drawingml/2006/main" noGrp="1"/>
          </p:cNvSpPr>
          <p:nvPr/>
        </p:nvSpPr>
        <p:spPr>
          <a:xfrm xmlns:a="http://schemas.openxmlformats.org/drawingml/2006/main">
            <a:off x="8229600" y="3600450"/>
            <a:ext cx="3124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지정된 테스트 실행</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의존성 추가에는 근거 필요</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로컬 합성 데이터 사용</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기존 동작 보존</a:t>
            </a:r>
          </a:p>
        </p:txBody>
      </p:sp>
      <p:sp>
        <p:nvSpPr>
          <p:cNvPr id="22" name="요청은 다른데, 아래 설명은 왜 계속 같을까?">
            <a:extLst xmlns:a="http://schemas.openxmlformats.org/drawingml/2006/main">
              <a:ext uri="{FF2B5EF4-FFF2-40B4-BE49-F238E27FC236}">
                <a16:creationId xmlns:a16="http://schemas.microsoft.com/office/drawing/2014/main" id="{718026C6-8323-4FD1-AAF2-E22D7281B7FF}"/>
              </a:ext>
            </a:extLst>
          </p:cNvPr>
          <p:cNvSpPr>
            <a:spLocks xmlns:a="http://schemas.openxmlformats.org/drawingml/2006/main" noGrp="1"/>
          </p:cNvSpPr>
          <p:nvPr/>
        </p:nvSpPr>
        <p:spPr>
          <a:xfrm xmlns:a="http://schemas.openxmlformats.org/drawingml/2006/main">
            <a:off x="609600" y="5229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요청은 다른데, 아래 설명은 왜 계속 같을까?</a:t>
            </a:r>
          </a:p>
        </p:txBody>
      </p:sp>
      <p:sp>
        <p:nvSpPr>
          <p:cNvPr id="23" name="Legacy module connection">
            <a:extLst xmlns:a="http://schemas.openxmlformats.org/drawingml/2006/main">
              <a:ext uri="{FF2B5EF4-FFF2-40B4-BE49-F238E27FC236}">
                <a16:creationId xmlns:a16="http://schemas.microsoft.com/office/drawing/2014/main" id="{D62578DA-B30D-450C-BC76-FC15D8B38B71}"/>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961942811"/>
      </p:ext>
    </p:extLst>
  </p:cSld>
</p:sld>
</file>

<file path=ppt/slides/slide3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7" name="ACT 2  ·  Project Context">
            <a:extLst xmlns:a="http://schemas.openxmlformats.org/drawingml/2006/main">
              <a:ext uri="{FF2B5EF4-FFF2-40B4-BE49-F238E27FC236}">
                <a16:creationId xmlns:a16="http://schemas.microsoft.com/office/drawing/2014/main" id="{4107CB7C-E78A-4DA9-884B-36395497E04C}"/>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Project Context</a:t>
            </a:r>
          </a:p>
        </p:txBody>
      </p:sp>
      <p:sp>
        <p:nvSpPr>
          <p:cNvPr id="2" name="S33">
            <a:extLst xmlns:a="http://schemas.openxmlformats.org/drawingml/2006/main">
              <a:ext uri="{FF2B5EF4-FFF2-40B4-BE49-F238E27FC236}">
                <a16:creationId xmlns:a16="http://schemas.microsoft.com/office/drawing/2014/main" id="{024AD469-C3E3-46AB-961F-A4CE3195C8B8}"/>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S33</a:t>
            </a:r>
          </a:p>
        </p:txBody>
      </p:sp>
      <p:sp>
        <p:nvSpPr>
          <p:cNvPr id="3" name="작은 Project Context의 첫 기록">
            <a:extLst xmlns:a="http://schemas.openxmlformats.org/drawingml/2006/main">
              <a:ext uri="{FF2B5EF4-FFF2-40B4-BE49-F238E27FC236}">
                <a16:creationId xmlns:a16="http://schemas.microsoft.com/office/drawing/2014/main" id="{A88CA103-7096-483B-85BE-08B1FB05CEAE}"/>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작은 Project Context의 첫 기록</a:t>
            </a:r>
          </a:p>
        </p:txBody>
      </p:sp>
      <p:sp>
        <p:nvSpPr>
          <p:cNvPr id="4" name="">
            <a:extLst xmlns:a="http://schemas.openxmlformats.org/drawingml/2006/main">
              <a:ext uri="{FF2B5EF4-FFF2-40B4-BE49-F238E27FC236}">
                <a16:creationId xmlns:a16="http://schemas.microsoft.com/office/drawing/2014/main" id="{8EA9332C-172D-4691-8421-8F9D2F4C17AA}"/>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OBSERVED PRODUCT  |  STATE-01 · AGENTS.md 실제 원문 발췌">
            <a:extLst xmlns:a="http://schemas.openxmlformats.org/drawingml/2006/main">
              <a:ext uri="{FF2B5EF4-FFF2-40B4-BE49-F238E27FC236}">
                <a16:creationId xmlns:a16="http://schemas.microsoft.com/office/drawing/2014/main" id="{B3807645-01ED-45CA-A821-283FBD080FEA}"/>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OBSERVED PRODUCT  |  STATE-01 · AGENTS.md 실제 원문 발췌</a:t>
            </a:r>
          </a:p>
        </p:txBody>
      </p:sp>
      <p:sp>
        <p:nvSpPr>
          <p:cNvPr id="6" name="파일의 내용과 기록 위치를 보여주는 장 · Agent의 활용 관찰은 다음 장에서 확인">
            <a:extLst xmlns:a="http://schemas.openxmlformats.org/drawingml/2006/main">
              <a:ext uri="{FF2B5EF4-FFF2-40B4-BE49-F238E27FC236}">
                <a16:creationId xmlns:a16="http://schemas.microsoft.com/office/drawing/2014/main" id="{CDF7A07E-91CB-4EBF-839D-65432ACF2B2A}"/>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파일의 내용과 기록 위치를 보여주는 장 · Agent의 활용 관찰은 다음 장에서 확인</a:t>
            </a:r>
          </a:p>
        </p:txBody>
      </p:sp>
      <p:sp>
        <p:nvSpPr>
          <p:cNvPr id="7" name="반복해서 설명하던 내용을 저장소에 남겼다">
            <a:extLst xmlns:a="http://schemas.openxmlformats.org/drawingml/2006/main">
              <a:ext uri="{FF2B5EF4-FFF2-40B4-BE49-F238E27FC236}">
                <a16:creationId xmlns:a16="http://schemas.microsoft.com/office/drawing/2014/main" id="{E2DCE1F9-C0FC-4F38-B41A-FB968E143671}"/>
              </a:ext>
            </a:extLst>
          </p:cNvPr>
          <p:cNvSpPr>
            <a:spLocks xmlns:a="http://schemas.openxmlformats.org/drawingml/2006/main" noGrp="1"/>
          </p:cNvSpPr>
          <p:nvPr/>
        </p:nvSpPr>
        <p:spPr>
          <a:xfrm xmlns:a="http://schemas.openxmlformats.org/drawingml/2006/main">
            <a:off x="609600" y="16192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반복해서 설명하던 내용을 저장소에 남겼다</a:t>
            </a:r>
          </a:p>
        </p:txBody>
      </p:sp>
      <p:sp>
        <p:nvSpPr>
          <p:cNvPr id="8" name="AGENTS.md">
            <a:extLst xmlns:a="http://schemas.openxmlformats.org/drawingml/2006/main">
              <a:ext uri="{FF2B5EF4-FFF2-40B4-BE49-F238E27FC236}">
                <a16:creationId xmlns:a16="http://schemas.microsoft.com/office/drawing/2014/main" id="{2CD59AA9-1F1E-4EB0-B199-898F820F9C76}"/>
              </a:ext>
            </a:extLst>
          </p:cNvPr>
          <p:cNvSpPr>
            <a:spLocks xmlns:a="http://schemas.openxmlformats.org/drawingml/2006/main" noGrp="1"/>
          </p:cNvSpPr>
          <p:nvPr/>
        </p:nvSpPr>
        <p:spPr>
          <a:xfrm xmlns:a="http://schemas.openxmlformats.org/drawingml/2006/main">
            <a:off x="609600" y="2200275"/>
            <a:ext cx="361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7212B"/>
                </a:solidFill>
                <a:latin typeface="Consolas"/>
                <a:ea typeface="Consolas"/>
                <a:cs typeface="Consolas"/>
              </a:defRPr>
            </a:defPPr>
            <a:lvl1pPr algn="l">
              <a:defRPr sz="2550" b="1">
                <a:solidFill>
                  <a:srgbClr val="17212B"/>
                </a:solidFill>
                <a:latin typeface="Consolas"/>
                <a:ea typeface="Consolas"/>
                <a:cs typeface="Consolas"/>
              </a:defRPr>
            </a:lvl1pPr>
            <a:lvl2pPr algn="l">
              <a:defRPr sz="2550" b="1">
                <a:solidFill>
                  <a:srgbClr val="17212B"/>
                </a:solidFill>
                <a:latin typeface="Consolas"/>
                <a:ea typeface="Consolas"/>
                <a:cs typeface="Consolas"/>
              </a:defRPr>
            </a:lvl2pPr>
            <a:lvl3pPr algn="l">
              <a:defRPr sz="2550" b="1">
                <a:solidFill>
                  <a:srgbClr val="17212B"/>
                </a:solidFill>
                <a:latin typeface="Consolas"/>
                <a:ea typeface="Consolas"/>
                <a:cs typeface="Consolas"/>
              </a:defRPr>
            </a:lvl3pPr>
            <a:lvl4pPr algn="l">
              <a:defRPr sz="2550" b="1">
                <a:solidFill>
                  <a:srgbClr val="17212B"/>
                </a:solidFill>
                <a:latin typeface="Consolas"/>
                <a:ea typeface="Consolas"/>
                <a:cs typeface="Consolas"/>
              </a:defRPr>
            </a:lvl4pPr>
            <a:lvl5pPr algn="l">
              <a:defRPr sz="2550" b="1">
                <a:solidFill>
                  <a:srgbClr val="17212B"/>
                </a:solidFill>
                <a:latin typeface="Consolas"/>
                <a:ea typeface="Consolas"/>
                <a:cs typeface="Consolas"/>
              </a:defRPr>
            </a:lvl5pPr>
            <a:lvl6pPr algn="l">
              <a:defRPr sz="2550" b="1">
                <a:solidFill>
                  <a:srgbClr val="17212B"/>
                </a:solidFill>
                <a:latin typeface="Consolas"/>
                <a:ea typeface="Consolas"/>
                <a:cs typeface="Consolas"/>
              </a:defRPr>
            </a:lvl6pPr>
            <a:lvl7pPr algn="l">
              <a:defRPr sz="2550" b="1">
                <a:solidFill>
                  <a:srgbClr val="17212B"/>
                </a:solidFill>
                <a:latin typeface="Consolas"/>
                <a:ea typeface="Consolas"/>
                <a:cs typeface="Consolas"/>
              </a:defRPr>
            </a:lvl7pPr>
            <a:lvl8pPr algn="l">
              <a:defRPr sz="2550" b="1">
                <a:solidFill>
                  <a:srgbClr val="17212B"/>
                </a:solidFill>
                <a:latin typeface="Consolas"/>
                <a:ea typeface="Consolas"/>
                <a:cs typeface="Consolas"/>
              </a:defRPr>
            </a:lvl8pPr>
            <a:lvl9pPr algn="l">
              <a:defRPr sz="2550" b="1">
                <a:solidFill>
                  <a:srgbClr val="17212B"/>
                </a:solidFill>
                <a:latin typeface="Consolas"/>
                <a:ea typeface="Consolas"/>
                <a:cs typeface="Consolas"/>
              </a:defRPr>
            </a:lvl9pPr>
          </a:lstStyle>
          <a:p xmlns:a="http://schemas.openxmlformats.org/drawingml/2006/main">
            <a:pPr algn="l">
              <a:defRPr sz="2550" b="1">
                <a:solidFill>
                  <a:srgbClr val="17212B"/>
                </a:solidFill>
                <a:latin typeface="Consolas"/>
                <a:ea typeface="Consolas"/>
                <a:cs typeface="Consolas"/>
              </a:defRPr>
            </a:pPr>
            <a:r>
              <a:rPr sz="2550" b="1">
                <a:solidFill>
                  <a:srgbClr val="17212B"/>
                </a:solidFill>
                <a:latin typeface="Consolas"/>
                <a:ea typeface="Consolas"/>
                <a:cs typeface="Consolas"/>
              </a:rPr>
              <a:t>AGENTS.md</a:t>
            </a:r>
          </a:p>
        </p:txBody>
      </p:sp>
      <p:sp>
        <p:nvSpPr>
          <p:cNvPr id="9" name="STATE-00-FIXED → STATE-01">
            <a:extLst xmlns:a="http://schemas.openxmlformats.org/drawingml/2006/main">
              <a:ext uri="{FF2B5EF4-FFF2-40B4-BE49-F238E27FC236}">
                <a16:creationId xmlns:a16="http://schemas.microsoft.com/office/drawing/2014/main" id="{6A0DCE82-61D4-47C5-99C2-0EF9E19C2422}"/>
              </a:ext>
            </a:extLst>
          </p:cNvPr>
          <p:cNvSpPr>
            <a:spLocks xmlns:a="http://schemas.openxmlformats.org/drawingml/2006/main" noGrp="1"/>
          </p:cNvSpPr>
          <p:nvPr/>
        </p:nvSpPr>
        <p:spPr>
          <a:xfrm xmlns:a="http://schemas.openxmlformats.org/drawingml/2006/main">
            <a:off x="7143750" y="2257425"/>
            <a:ext cx="443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4D5A68"/>
                </a:solidFill>
                <a:latin typeface="Consolas"/>
                <a:ea typeface="Consolas"/>
                <a:cs typeface="Consolas"/>
              </a:defRPr>
            </a:defPPr>
            <a:lvl1pPr algn="r">
              <a:defRPr sz="1650" b="0">
                <a:solidFill>
                  <a:srgbClr val="4D5A68"/>
                </a:solidFill>
                <a:latin typeface="Consolas"/>
                <a:ea typeface="Consolas"/>
                <a:cs typeface="Consolas"/>
              </a:defRPr>
            </a:lvl1pPr>
            <a:lvl2pPr algn="r">
              <a:defRPr sz="1650" b="0">
                <a:solidFill>
                  <a:srgbClr val="4D5A68"/>
                </a:solidFill>
                <a:latin typeface="Consolas"/>
                <a:ea typeface="Consolas"/>
                <a:cs typeface="Consolas"/>
              </a:defRPr>
            </a:lvl2pPr>
            <a:lvl3pPr algn="r">
              <a:defRPr sz="1650" b="0">
                <a:solidFill>
                  <a:srgbClr val="4D5A68"/>
                </a:solidFill>
                <a:latin typeface="Consolas"/>
                <a:ea typeface="Consolas"/>
                <a:cs typeface="Consolas"/>
              </a:defRPr>
            </a:lvl3pPr>
            <a:lvl4pPr algn="r">
              <a:defRPr sz="1650" b="0">
                <a:solidFill>
                  <a:srgbClr val="4D5A68"/>
                </a:solidFill>
                <a:latin typeface="Consolas"/>
                <a:ea typeface="Consolas"/>
                <a:cs typeface="Consolas"/>
              </a:defRPr>
            </a:lvl4pPr>
            <a:lvl5pPr algn="r">
              <a:defRPr sz="1650" b="0">
                <a:solidFill>
                  <a:srgbClr val="4D5A68"/>
                </a:solidFill>
                <a:latin typeface="Consolas"/>
                <a:ea typeface="Consolas"/>
                <a:cs typeface="Consolas"/>
              </a:defRPr>
            </a:lvl5pPr>
            <a:lvl6pPr algn="r">
              <a:defRPr sz="1650" b="0">
                <a:solidFill>
                  <a:srgbClr val="4D5A68"/>
                </a:solidFill>
                <a:latin typeface="Consolas"/>
                <a:ea typeface="Consolas"/>
                <a:cs typeface="Consolas"/>
              </a:defRPr>
            </a:lvl6pPr>
            <a:lvl7pPr algn="r">
              <a:defRPr sz="1650" b="0">
                <a:solidFill>
                  <a:srgbClr val="4D5A68"/>
                </a:solidFill>
                <a:latin typeface="Consolas"/>
                <a:ea typeface="Consolas"/>
                <a:cs typeface="Consolas"/>
              </a:defRPr>
            </a:lvl7pPr>
            <a:lvl8pPr algn="r">
              <a:defRPr sz="1650" b="0">
                <a:solidFill>
                  <a:srgbClr val="4D5A68"/>
                </a:solidFill>
                <a:latin typeface="Consolas"/>
                <a:ea typeface="Consolas"/>
                <a:cs typeface="Consolas"/>
              </a:defRPr>
            </a:lvl8pPr>
            <a:lvl9pPr algn="r">
              <a:defRPr sz="1650" b="0">
                <a:solidFill>
                  <a:srgbClr val="4D5A68"/>
                </a:solidFill>
                <a:latin typeface="Consolas"/>
                <a:ea typeface="Consolas"/>
                <a:cs typeface="Consolas"/>
              </a:defRPr>
            </a:lvl9pPr>
          </a:lstStyle>
          <a:p xmlns:a="http://schemas.openxmlformats.org/drawingml/2006/main">
            <a:pPr algn="r">
              <a:defRPr sz="1650" b="0">
                <a:solidFill>
                  <a:srgbClr val="4D5A68"/>
                </a:solidFill>
                <a:latin typeface="Consolas"/>
                <a:ea typeface="Consolas"/>
                <a:cs typeface="Consolas"/>
              </a:defRPr>
            </a:pPr>
            <a:r>
              <a:rPr sz="1650" b="0">
                <a:solidFill>
                  <a:srgbClr val="4D5A68"/>
                </a:solidFill>
                <a:latin typeface="Consolas"/>
                <a:ea typeface="Consolas"/>
                <a:cs typeface="Consolas"/>
              </a:rPr>
              <a:t>STATE-00-FIXED → STATE-01</a:t>
            </a:r>
          </a:p>
        </p:txBody>
      </p:sp>
      <p:sp>
        <p:nvSpPr>
          <p:cNvPr id="10" name="">
            <a:extLst xmlns:a="http://schemas.openxmlformats.org/drawingml/2006/main">
              <a:ext uri="{FF2B5EF4-FFF2-40B4-BE49-F238E27FC236}">
                <a16:creationId xmlns:a16="http://schemas.microsoft.com/office/drawing/2014/main" id="{F07FCD26-EBCC-423B-B474-D4CBE056F2E7}"/>
              </a:ext>
            </a:extLst>
          </p:cNvPr>
          <p:cNvSpPr>
            <a:spLocks xmlns:a="http://schemas.openxmlformats.org/drawingml/2006/main" noGrp="1"/>
          </p:cNvSpPr>
          <p:nvPr/>
        </p:nvSpPr>
        <p:spPr>
          <a:xfrm xmlns:a="http://schemas.openxmlformats.org/drawingml/2006/main">
            <a:off x="609600" y="27336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1" name="프로젝트 목적">
            <a:extLst xmlns:a="http://schemas.openxmlformats.org/drawingml/2006/main">
              <a:ext uri="{FF2B5EF4-FFF2-40B4-BE49-F238E27FC236}">
                <a16:creationId xmlns:a16="http://schemas.microsoft.com/office/drawing/2014/main" id="{03A8D499-0134-4D55-A994-46D95A16FE72}"/>
              </a:ext>
            </a:extLst>
          </p:cNvPr>
          <p:cNvSpPr>
            <a:spLocks xmlns:a="http://schemas.openxmlformats.org/drawingml/2006/main" noGrp="1"/>
          </p:cNvSpPr>
          <p:nvPr/>
        </p:nvSpPr>
        <p:spPr>
          <a:xfrm xmlns:a="http://schemas.openxmlformats.org/drawingml/2006/main">
            <a:off x="609600" y="2886075"/>
            <a:ext cx="2124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프로젝트 목적</a:t>
            </a:r>
          </a:p>
        </p:txBody>
      </p:sp>
      <p:sp>
        <p:nvSpPr>
          <p:cNvPr id="12" name="Local grayscale image-processing CLI using synthetic ASCII P">
            <a:extLst xmlns:a="http://schemas.openxmlformats.org/drawingml/2006/main">
              <a:ext uri="{FF2B5EF4-FFF2-40B4-BE49-F238E27FC236}">
                <a16:creationId xmlns:a16="http://schemas.microsoft.com/office/drawing/2014/main" id="{CCD28F96-1D1F-47B5-8AAB-9BF3EAFE6434}"/>
              </a:ext>
            </a:extLst>
          </p:cNvPr>
          <p:cNvSpPr>
            <a:spLocks xmlns:a="http://schemas.openxmlformats.org/drawingml/2006/main" noGrp="1"/>
          </p:cNvSpPr>
          <p:nvPr/>
        </p:nvSpPr>
        <p:spPr>
          <a:xfrm xmlns:a="http://schemas.openxmlformats.org/drawingml/2006/main">
            <a:off x="2952750" y="2781300"/>
            <a:ext cx="862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Local </a:t>
            </a:r>
            <a:r>
              <a:rPr sz="1725" b="1">
                <a:solidFill>
                  <a:srgbClr val="4D5A68"/>
                </a:solidFill>
                <a:latin typeface="Malgun Gothic"/>
                <a:ea typeface="Malgun Gothic"/>
                <a:cs typeface="Malgun Gothic"/>
              </a:rPr>
              <a:t>grayscale image-processing CLI</a:t>
            </a:r>
            <a:r>
              <a:rPr sz="1725" b="0">
                <a:solidFill>
                  <a:srgbClr val="4D5A68"/>
                </a:solidFill>
                <a:latin typeface="Malgun Gothic"/>
                <a:ea typeface="Malgun Gothic"/>
                <a:cs typeface="Malgun Gothic"/>
              </a:rPr>
              <a:t> using synthetic ASCII PGM data.</a:t>
            </a:r>
          </a:p>
        </p:txBody>
      </p:sp>
      <p:sp>
        <p:nvSpPr>
          <p:cNvPr id="13" name="로컬 합성 이미지로 동작하는 흑백 처리 CLI">
            <a:extLst xmlns:a="http://schemas.openxmlformats.org/drawingml/2006/main">
              <a:ext uri="{FF2B5EF4-FFF2-40B4-BE49-F238E27FC236}">
                <a16:creationId xmlns:a16="http://schemas.microsoft.com/office/drawing/2014/main" id="{1F2892BF-2B29-471C-963F-5377CEABD949}"/>
              </a:ext>
            </a:extLst>
          </p:cNvPr>
          <p:cNvSpPr>
            <a:spLocks xmlns:a="http://schemas.openxmlformats.org/drawingml/2006/main" noGrp="1"/>
          </p:cNvSpPr>
          <p:nvPr/>
        </p:nvSpPr>
        <p:spPr>
          <a:xfrm xmlns:a="http://schemas.openxmlformats.org/drawingml/2006/main">
            <a:off x="2952750" y="3086100"/>
            <a:ext cx="8629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로컬 합성 이미지로 동작하는 흑백 처리 CLI</a:t>
            </a:r>
          </a:p>
        </p:txBody>
      </p:sp>
      <p:sp>
        <p:nvSpPr>
          <p:cNvPr id="14" name="">
            <a:extLst xmlns:a="http://schemas.openxmlformats.org/drawingml/2006/main">
              <a:ext uri="{FF2B5EF4-FFF2-40B4-BE49-F238E27FC236}">
                <a16:creationId xmlns:a16="http://schemas.microsoft.com/office/drawing/2014/main" id="{AC14C186-F2B5-48C1-AF47-ED40F370FF17}"/>
              </a:ext>
            </a:extLst>
          </p:cNvPr>
          <p:cNvSpPr>
            <a:spLocks xmlns:a="http://schemas.openxmlformats.org/drawingml/2006/main" noGrp="1"/>
          </p:cNvSpPr>
          <p:nvPr/>
        </p:nvSpPr>
        <p:spPr>
          <a:xfrm xmlns:a="http://schemas.openxmlformats.org/drawingml/2006/main">
            <a:off x="609600" y="3467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5" name="실행 방법">
            <a:extLst xmlns:a="http://schemas.openxmlformats.org/drawingml/2006/main">
              <a:ext uri="{FF2B5EF4-FFF2-40B4-BE49-F238E27FC236}">
                <a16:creationId xmlns:a16="http://schemas.microsoft.com/office/drawing/2014/main" id="{599881BB-A155-412D-BB3D-5D8DB1830687}"/>
              </a:ext>
            </a:extLst>
          </p:cNvPr>
          <p:cNvSpPr>
            <a:spLocks xmlns:a="http://schemas.openxmlformats.org/drawingml/2006/main" noGrp="1"/>
          </p:cNvSpPr>
          <p:nvPr/>
        </p:nvSpPr>
        <p:spPr>
          <a:xfrm xmlns:a="http://schemas.openxmlformats.org/drawingml/2006/main">
            <a:off x="609600" y="3619500"/>
            <a:ext cx="2124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실행 방법</a:t>
            </a:r>
          </a:p>
        </p:txBody>
      </p:sp>
      <p:sp>
        <p:nvSpPr>
          <p:cNvPr id="16" name="Use the prepared build and CLI commands documented in `READM">
            <a:extLst xmlns:a="http://schemas.openxmlformats.org/drawingml/2006/main">
              <a:ext uri="{FF2B5EF4-FFF2-40B4-BE49-F238E27FC236}">
                <a16:creationId xmlns:a16="http://schemas.microsoft.com/office/drawing/2014/main" id="{39226214-59CF-40AB-B36D-FCB9A6647A02}"/>
              </a:ext>
            </a:extLst>
          </p:cNvPr>
          <p:cNvSpPr>
            <a:spLocks xmlns:a="http://schemas.openxmlformats.org/drawingml/2006/main" noGrp="1"/>
          </p:cNvSpPr>
          <p:nvPr/>
        </p:nvSpPr>
        <p:spPr>
          <a:xfrm xmlns:a="http://schemas.openxmlformats.org/drawingml/2006/main">
            <a:off x="2952750" y="3514725"/>
            <a:ext cx="862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Use the prepared build and CLI commands documented in `</a:t>
            </a:r>
            <a:r>
              <a:rPr sz="1725" b="1">
                <a:solidFill>
                  <a:srgbClr val="4D5A68"/>
                </a:solidFill>
                <a:latin typeface="Malgun Gothic"/>
                <a:ea typeface="Malgun Gothic"/>
                <a:cs typeface="Malgun Gothic"/>
              </a:rPr>
              <a:t>README.md</a:t>
            </a:r>
            <a:r>
              <a:rPr sz="1725" b="0">
                <a:solidFill>
                  <a:srgbClr val="4D5A68"/>
                </a:solidFill>
                <a:latin typeface="Malgun Gothic"/>
                <a:ea typeface="Malgun Gothic"/>
                <a:cs typeface="Malgun Gothic"/>
              </a:rPr>
              <a:t>`.</a:t>
            </a:r>
          </a:p>
        </p:txBody>
      </p:sp>
      <p:sp>
        <p:nvSpPr>
          <p:cNvPr id="17" name="실행 방법은 README에서 확인">
            <a:extLst xmlns:a="http://schemas.openxmlformats.org/drawingml/2006/main">
              <a:ext uri="{FF2B5EF4-FFF2-40B4-BE49-F238E27FC236}">
                <a16:creationId xmlns:a16="http://schemas.microsoft.com/office/drawing/2014/main" id="{3785CC33-A1A2-46E8-8EDC-F492CD39687B}"/>
              </a:ext>
            </a:extLst>
          </p:cNvPr>
          <p:cNvSpPr>
            <a:spLocks xmlns:a="http://schemas.openxmlformats.org/drawingml/2006/main" noGrp="1"/>
          </p:cNvSpPr>
          <p:nvPr/>
        </p:nvSpPr>
        <p:spPr>
          <a:xfrm xmlns:a="http://schemas.openxmlformats.org/drawingml/2006/main">
            <a:off x="2952750" y="3819525"/>
            <a:ext cx="8629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실행 방법은 README에서 확인</a:t>
            </a:r>
          </a:p>
        </p:txBody>
      </p:sp>
      <p:sp>
        <p:nvSpPr>
          <p:cNvPr id="18" name="">
            <a:extLst xmlns:a="http://schemas.openxmlformats.org/drawingml/2006/main">
              <a:ext uri="{FF2B5EF4-FFF2-40B4-BE49-F238E27FC236}">
                <a16:creationId xmlns:a16="http://schemas.microsoft.com/office/drawing/2014/main" id="{3C6ABE4B-A2EC-4239-8FF5-BEE30ACF80E6}"/>
              </a:ext>
            </a:extLst>
          </p:cNvPr>
          <p:cNvSpPr>
            <a:spLocks xmlns:a="http://schemas.openxmlformats.org/drawingml/2006/main" noGrp="1"/>
          </p:cNvSpPr>
          <p:nvPr/>
        </p:nvSpPr>
        <p:spPr>
          <a:xfrm xmlns:a="http://schemas.openxmlformats.org/drawingml/2006/main">
            <a:off x="609600" y="420052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테스트 명령">
            <a:extLst xmlns:a="http://schemas.openxmlformats.org/drawingml/2006/main">
              <a:ext uri="{FF2B5EF4-FFF2-40B4-BE49-F238E27FC236}">
                <a16:creationId xmlns:a16="http://schemas.microsoft.com/office/drawing/2014/main" id="{8FBCECBB-FAA0-4C51-9732-67FE9E21EED3}"/>
              </a:ext>
            </a:extLst>
          </p:cNvPr>
          <p:cNvSpPr>
            <a:spLocks xmlns:a="http://schemas.openxmlformats.org/drawingml/2006/main" noGrp="1"/>
          </p:cNvSpPr>
          <p:nvPr/>
        </p:nvSpPr>
        <p:spPr>
          <a:xfrm xmlns:a="http://schemas.openxmlformats.org/drawingml/2006/main">
            <a:off x="609600" y="4352925"/>
            <a:ext cx="2124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테스트 명령</a:t>
            </a:r>
          </a:p>
        </p:txBody>
      </p:sp>
      <p:sp>
        <p:nvSpPr>
          <p:cNvPr id="20" name="PYTHONPATH=src python3 -m unittest discover -s tests -v">
            <a:extLst xmlns:a="http://schemas.openxmlformats.org/drawingml/2006/main">
              <a:ext uri="{FF2B5EF4-FFF2-40B4-BE49-F238E27FC236}">
                <a16:creationId xmlns:a16="http://schemas.microsoft.com/office/drawing/2014/main" id="{8D9D9930-E2FD-420F-9A9D-81E532DF6A32}"/>
              </a:ext>
            </a:extLst>
          </p:cNvPr>
          <p:cNvSpPr>
            <a:spLocks xmlns:a="http://schemas.openxmlformats.org/drawingml/2006/main" noGrp="1"/>
          </p:cNvSpPr>
          <p:nvPr/>
        </p:nvSpPr>
        <p:spPr>
          <a:xfrm xmlns:a="http://schemas.openxmlformats.org/drawingml/2006/main">
            <a:off x="2952750" y="4248150"/>
            <a:ext cx="862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PYTHONPATH=src python3 -m unittest discover -s tests -v</a:t>
            </a:r>
          </a:p>
        </p:txBody>
      </p:sp>
      <p:sp>
        <p:nvSpPr>
          <p:cNvPr id="21" name="반복해서 쓸 테스트 명령">
            <a:extLst xmlns:a="http://schemas.openxmlformats.org/drawingml/2006/main">
              <a:ext uri="{FF2B5EF4-FFF2-40B4-BE49-F238E27FC236}">
                <a16:creationId xmlns:a16="http://schemas.microsoft.com/office/drawing/2014/main" id="{68352D3E-915C-46B1-B2F8-9084E13EB30E}"/>
              </a:ext>
            </a:extLst>
          </p:cNvPr>
          <p:cNvSpPr>
            <a:spLocks xmlns:a="http://schemas.openxmlformats.org/drawingml/2006/main" noGrp="1"/>
          </p:cNvSpPr>
          <p:nvPr/>
        </p:nvSpPr>
        <p:spPr>
          <a:xfrm xmlns:a="http://schemas.openxmlformats.org/drawingml/2006/main">
            <a:off x="2952750" y="4552950"/>
            <a:ext cx="8629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반복해서 쓸 테스트 명령</a:t>
            </a:r>
          </a:p>
        </p:txBody>
      </p:sp>
      <p:sp>
        <p:nvSpPr>
          <p:cNvPr id="22" name="">
            <a:extLst xmlns:a="http://schemas.openxmlformats.org/drawingml/2006/main">
              <a:ext uri="{FF2B5EF4-FFF2-40B4-BE49-F238E27FC236}">
                <a16:creationId xmlns:a16="http://schemas.microsoft.com/office/drawing/2014/main" id="{218A7925-1C9C-4E52-8B3B-B7BC4A998BA3}"/>
              </a:ext>
            </a:extLst>
          </p:cNvPr>
          <p:cNvSpPr>
            <a:spLocks xmlns:a="http://schemas.openxmlformats.org/drawingml/2006/main" noGrp="1"/>
          </p:cNvSpPr>
          <p:nvPr/>
        </p:nvSpPr>
        <p:spPr>
          <a:xfrm xmlns:a="http://schemas.openxmlformats.org/drawingml/2006/main">
            <a:off x="609600" y="493395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3" name="기본 제약">
            <a:extLst xmlns:a="http://schemas.openxmlformats.org/drawingml/2006/main">
              <a:ext uri="{FF2B5EF4-FFF2-40B4-BE49-F238E27FC236}">
                <a16:creationId xmlns:a16="http://schemas.microsoft.com/office/drawing/2014/main" id="{84A154CB-24BA-466B-B719-F1BCBABDF9A3}"/>
              </a:ext>
            </a:extLst>
          </p:cNvPr>
          <p:cNvSpPr>
            <a:spLocks xmlns:a="http://schemas.openxmlformats.org/drawingml/2006/main" noGrp="1"/>
          </p:cNvSpPr>
          <p:nvPr/>
        </p:nvSpPr>
        <p:spPr>
          <a:xfrm xmlns:a="http://schemas.openxmlformats.org/drawingml/2006/main">
            <a:off x="609600" y="5086350"/>
            <a:ext cx="2124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기본 제약</a:t>
            </a:r>
          </a:p>
        </p:txBody>
      </p:sp>
      <p:sp>
        <p:nvSpPr>
          <p:cNvPr id="24" name="Keep changes scoped and verify relevant behavior.">
            <a:extLst xmlns:a="http://schemas.openxmlformats.org/drawingml/2006/main">
              <a:ext uri="{FF2B5EF4-FFF2-40B4-BE49-F238E27FC236}">
                <a16:creationId xmlns:a16="http://schemas.microsoft.com/office/drawing/2014/main" id="{10E5FFB1-0672-4B92-8F53-0B36BD5747DC}"/>
              </a:ext>
            </a:extLst>
          </p:cNvPr>
          <p:cNvSpPr>
            <a:spLocks xmlns:a="http://schemas.openxmlformats.org/drawingml/2006/main" noGrp="1"/>
          </p:cNvSpPr>
          <p:nvPr/>
        </p:nvSpPr>
        <p:spPr>
          <a:xfrm xmlns:a="http://schemas.openxmlformats.org/drawingml/2006/main">
            <a:off x="2952750" y="4981575"/>
            <a:ext cx="862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Keep changes </a:t>
            </a:r>
            <a:r>
              <a:rPr sz="1725" b="1">
                <a:solidFill>
                  <a:srgbClr val="4D5A68"/>
                </a:solidFill>
                <a:latin typeface="Malgun Gothic"/>
                <a:ea typeface="Malgun Gothic"/>
                <a:cs typeface="Malgun Gothic"/>
              </a:rPr>
              <a:t>scoped and verify</a:t>
            </a:r>
            <a:r>
              <a:rPr sz="1725" b="0">
                <a:solidFill>
                  <a:srgbClr val="4D5A68"/>
                </a:solidFill>
                <a:latin typeface="Malgun Gothic"/>
                <a:ea typeface="Malgun Gothic"/>
                <a:cs typeface="Malgun Gothic"/>
              </a:rPr>
              <a:t> relevant behavior.</a:t>
            </a:r>
          </a:p>
        </p:txBody>
      </p:sp>
      <p:sp>
        <p:nvSpPr>
          <p:cNvPr id="25" name="범위를 지키고 관련 동작을 검증">
            <a:extLst xmlns:a="http://schemas.openxmlformats.org/drawingml/2006/main">
              <a:ext uri="{FF2B5EF4-FFF2-40B4-BE49-F238E27FC236}">
                <a16:creationId xmlns:a16="http://schemas.microsoft.com/office/drawing/2014/main" id="{FF440505-5943-4FE2-AAEE-9D619E0CDD0F}"/>
              </a:ext>
            </a:extLst>
          </p:cNvPr>
          <p:cNvSpPr>
            <a:spLocks xmlns:a="http://schemas.openxmlformats.org/drawingml/2006/main" noGrp="1"/>
          </p:cNvSpPr>
          <p:nvPr/>
        </p:nvSpPr>
        <p:spPr>
          <a:xfrm xmlns:a="http://schemas.openxmlformats.org/drawingml/2006/main">
            <a:off x="2952750" y="5286375"/>
            <a:ext cx="8629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범위를 지키고 관련 동작을 검증</a:t>
            </a:r>
          </a:p>
        </p:txBody>
      </p:sp>
      <p:sp>
        <p:nvSpPr>
          <p:cNvPr id="26" name="Legacy module connection">
            <a:extLst xmlns:a="http://schemas.openxmlformats.org/drawingml/2006/main">
              <a:ext uri="{FF2B5EF4-FFF2-40B4-BE49-F238E27FC236}">
                <a16:creationId xmlns:a16="http://schemas.microsoft.com/office/drawing/2014/main" id="{7CBAA6E7-FA61-49CB-B435-DF1A0BEAEC94}"/>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846450191"/>
      </p:ext>
    </p:extLst>
  </p:cSld>
</p:sld>
</file>

<file path=ppt/slides/slide3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9" name="ACT 2 · 프로젝트 작업 지침을 실제 실행에 적용">
            <a:extLst xmlns:a="http://schemas.openxmlformats.org/drawingml/2006/main">
              <a:ext uri="{FF2B5EF4-FFF2-40B4-BE49-F238E27FC236}">
                <a16:creationId xmlns:a16="http://schemas.microsoft.com/office/drawing/2014/main" id="{40408088-8D00-4993-8372-F3B4476292BF}"/>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프로젝트 작업 지침을 실제 실행에 적용</a:t>
            </a:r>
          </a:p>
        </p:txBody>
      </p:sp>
      <p:sp>
        <p:nvSpPr>
          <p:cNvPr id="2" name="S34">
            <a:extLst xmlns:a="http://schemas.openxmlformats.org/drawingml/2006/main">
              <a:ext uri="{FF2B5EF4-FFF2-40B4-BE49-F238E27FC236}">
                <a16:creationId xmlns:a16="http://schemas.microsoft.com/office/drawing/2014/main" id="{1A6DD490-98FC-441B-966D-208AE26610A0}"/>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S34</a:t>
            </a:r>
          </a:p>
        </p:txBody>
      </p:sp>
      <p:sp>
        <p:nvSpPr>
          <p:cNvPr id="3" name="AGENTS.md의 지침대로 검증했다">
            <a:extLst xmlns:a="http://schemas.openxmlformats.org/drawingml/2006/main">
              <a:ext uri="{FF2B5EF4-FFF2-40B4-BE49-F238E27FC236}">
                <a16:creationId xmlns:a16="http://schemas.microsoft.com/office/drawing/2014/main" id="{A8A1420A-8C80-40B5-9E8A-5939D7B87181}"/>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AGENTS.md의 지침대로 검증했다</a:t>
            </a:r>
          </a:p>
        </p:txBody>
      </p:sp>
      <p:sp>
        <p:nvSpPr>
          <p:cNvPr id="4" name="">
            <a:extLst xmlns:a="http://schemas.openxmlformats.org/drawingml/2006/main">
              <a:ext uri="{FF2B5EF4-FFF2-40B4-BE49-F238E27FC236}">
                <a16:creationId xmlns:a16="http://schemas.microsoft.com/office/drawing/2014/main" id="{584A1811-DD88-480F-85B6-9306F00D9612}"/>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3 · 실제 요청 발췌·번역 / 실행 기록 요약 · Codex CLI 0.154.0">
            <a:extLst xmlns:a="http://schemas.openxmlformats.org/drawingml/2006/main">
              <a:ext uri="{FF2B5EF4-FFF2-40B4-BE49-F238E27FC236}">
                <a16:creationId xmlns:a16="http://schemas.microsoft.com/office/drawing/2014/main" id="{08A190E1-E205-4075-8859-3BD65EFB3177}"/>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TRIAL-003 · 실제 요청 발췌·번역 / 실행 기록 요약 · Codex CLI 0.154.0</a:t>
            </a:r>
          </a:p>
        </p:txBody>
      </p:sp>
      <p:sp>
        <p:nvSpPr>
          <p:cNvPr id="6" name="Skills도 실행 · README-only는 Prompt에도 명시 · AGENTS.md 단독 효과·강제 준">
            <a:extLst xmlns:a="http://schemas.openxmlformats.org/drawingml/2006/main">
              <a:ext uri="{FF2B5EF4-FFF2-40B4-BE49-F238E27FC236}">
                <a16:creationId xmlns:a16="http://schemas.microsoft.com/office/drawing/2014/main" id="{7CD2F3BA-675A-4D70-8839-D481316D88BA}"/>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Skills도 실행 · README-only는 Prompt에도 명시 · AGENTS.md 단독 효과·강제 준수 보장은 미입증</a:t>
            </a:r>
          </a:p>
        </p:txBody>
      </p:sp>
      <p:sp>
        <p:nvSpPr>
          <p:cNvPr id="7" name="Task Prompt">
            <a:extLst xmlns:a="http://schemas.openxmlformats.org/drawingml/2006/main">
              <a:ext uri="{FF2B5EF4-FFF2-40B4-BE49-F238E27FC236}">
                <a16:creationId xmlns:a16="http://schemas.microsoft.com/office/drawing/2014/main" id="{86BA62D8-7CBA-455F-9119-E17FB1C43ECC}"/>
              </a:ext>
            </a:extLst>
          </p:cNvPr>
          <p:cNvSpPr>
            <a:spLocks xmlns:a="http://schemas.openxmlformats.org/drawingml/2006/main" noGrp="1"/>
          </p:cNvSpPr>
          <p:nvPr/>
        </p:nvSpPr>
        <p:spPr>
          <a:xfrm xmlns:a="http://schemas.openxmlformats.org/drawingml/2006/main">
            <a:off x="609600" y="1685925"/>
            <a:ext cx="426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Task Prompt</a:t>
            </a:r>
          </a:p>
        </p:txBody>
      </p:sp>
      <p:sp>
        <p:nvSpPr>
          <p:cNvPr id="8" name="저장소의 작업 지침">
            <a:extLst xmlns:a="http://schemas.openxmlformats.org/drawingml/2006/main">
              <a:ext uri="{FF2B5EF4-FFF2-40B4-BE49-F238E27FC236}">
                <a16:creationId xmlns:a16="http://schemas.microsoft.com/office/drawing/2014/main" id="{B433BBC6-1B46-48DA-BCC5-BB900A521BAB}"/>
              </a:ext>
            </a:extLst>
          </p:cNvPr>
          <p:cNvSpPr>
            <a:spLocks xmlns:a="http://schemas.openxmlformats.org/drawingml/2006/main" noGrp="1"/>
          </p:cNvSpPr>
          <p:nvPr/>
        </p:nvSpPr>
        <p:spPr>
          <a:xfrm xmlns:a="http://schemas.openxmlformats.org/drawingml/2006/main">
            <a:off x="5486400" y="1685925"/>
            <a:ext cx="312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저장소의 작업 지침</a:t>
            </a:r>
          </a:p>
        </p:txBody>
      </p:sp>
      <p:sp>
        <p:nvSpPr>
          <p:cNvPr id="9" name="실행 기록">
            <a:extLst xmlns:a="http://schemas.openxmlformats.org/drawingml/2006/main">
              <a:ext uri="{FF2B5EF4-FFF2-40B4-BE49-F238E27FC236}">
                <a16:creationId xmlns:a16="http://schemas.microsoft.com/office/drawing/2014/main" id="{7B5DEB36-7665-4FA6-9E85-311E8D748AE5}"/>
              </a:ext>
            </a:extLst>
          </p:cNvPr>
          <p:cNvSpPr>
            <a:spLocks xmlns:a="http://schemas.openxmlformats.org/drawingml/2006/main" noGrp="1"/>
          </p:cNvSpPr>
          <p:nvPr/>
        </p:nvSpPr>
        <p:spPr>
          <a:xfrm xmlns:a="http://schemas.openxmlformats.org/drawingml/2006/main">
            <a:off x="9220200" y="1685925"/>
            <a:ext cx="236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실행 기록</a:t>
            </a:r>
          </a:p>
        </p:txBody>
      </p:sp>
      <p:sp>
        <p:nvSpPr>
          <p:cNvPr id="10" name="">
            <a:extLst xmlns:a="http://schemas.openxmlformats.org/drawingml/2006/main">
              <a:ext uri="{FF2B5EF4-FFF2-40B4-BE49-F238E27FC236}">
                <a16:creationId xmlns:a16="http://schemas.microsoft.com/office/drawing/2014/main" id="{4A1DA313-B57D-434D-9519-CE30466F6F62}"/>
              </a:ext>
            </a:extLst>
          </p:cNvPr>
          <p:cNvSpPr>
            <a:spLocks xmlns:a="http://schemas.openxmlformats.org/drawingml/2006/main" noGrp="1"/>
          </p:cNvSpPr>
          <p:nvPr/>
        </p:nvSpPr>
        <p:spPr>
          <a:xfrm xmlns:a="http://schemas.openxmlformats.org/drawingml/2006/main">
            <a:off x="609600" y="2133600"/>
            <a:ext cx="4267200" cy="2409825"/>
          </a:xfrm>
          <a:prstGeom xmlns:a="http://schemas.openxmlformats.org/drawingml/2006/main" prst="roundRect">
            <a:avLst>
              <a:gd name="adj" fmla="val 4743"/>
            </a:avLst>
          </a:prstGeom>
          <a:solidFill xmlns:a="http://schemas.openxmlformats.org/drawingml/2006/main">
            <a:srgbClr val="FFFFFF"/>
          </a:solidFill>
          <a:ln xmlns:a="http://schemas.openxmlformats.org/drawingml/2006/main" w="14288">
            <a:solidFill>
              <a:srgbClr val="C7D0DA"/>
            </a:solidFill>
            <a:prstDash val="solid"/>
          </a:ln>
        </p:spPr>
      </p:sp>
      <p:sp>
        <p:nvSpPr>
          <p:cNvPr id="11" name="실제 요청 · 핵심 발췌·번역">
            <a:extLst xmlns:a="http://schemas.openxmlformats.org/drawingml/2006/main">
              <a:ext uri="{FF2B5EF4-FFF2-40B4-BE49-F238E27FC236}">
                <a16:creationId xmlns:a16="http://schemas.microsoft.com/office/drawing/2014/main" id="{B5957CFA-1C4E-4FE5-8F8A-C7C06A961367}"/>
              </a:ext>
            </a:extLst>
          </p:cNvPr>
          <p:cNvSpPr>
            <a:spLocks xmlns:a="http://schemas.openxmlformats.org/drawingml/2006/main" noGrp="1"/>
          </p:cNvSpPr>
          <p:nvPr/>
        </p:nvSpPr>
        <p:spPr>
          <a:xfrm xmlns:a="http://schemas.openxmlformats.org/drawingml/2006/main">
            <a:off x="800100" y="2238375"/>
            <a:ext cx="3886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실제 요청 · 핵심 발췌·번역</a:t>
            </a:r>
          </a:p>
        </p:txBody>
      </p:sp>
      <p:sp>
        <p:nvSpPr>
          <p:cNvPr id="12" name="">
            <a:extLst xmlns:a="http://schemas.openxmlformats.org/drawingml/2006/main">
              <a:ext uri="{FF2B5EF4-FFF2-40B4-BE49-F238E27FC236}">
                <a16:creationId xmlns:a16="http://schemas.microsoft.com/office/drawing/2014/main" id="{E62A5853-0BEA-4D88-BA52-99D41CBEBEF8}"/>
              </a:ext>
            </a:extLst>
          </p:cNvPr>
          <p:cNvSpPr>
            <a:spLocks xmlns:a="http://schemas.openxmlformats.org/drawingml/2006/main" noGrp="1"/>
          </p:cNvSpPr>
          <p:nvPr/>
        </p:nvSpPr>
        <p:spPr>
          <a:xfrm xmlns:a="http://schemas.openxmlformats.org/drawingml/2006/main">
            <a:off x="800100" y="2609850"/>
            <a:ext cx="3886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README의 Test 섹션을 고쳐줘.&#10;과거 STATE-00 실패와&#10;현재 checkout을 구분해줘.&#10;근거 ">
            <a:extLst xmlns:a="http://schemas.openxmlformats.org/drawingml/2006/main">
              <a:ext uri="{FF2B5EF4-FFF2-40B4-BE49-F238E27FC236}">
                <a16:creationId xmlns:a16="http://schemas.microsoft.com/office/drawing/2014/main" id="{7CCF92F5-04B9-4AE0-B9CA-DCEFF48C3820}"/>
              </a:ext>
            </a:extLst>
          </p:cNvPr>
          <p:cNvSpPr>
            <a:spLocks xmlns:a="http://schemas.openxmlformats.org/drawingml/2006/main" noGrp="1"/>
          </p:cNvSpPr>
          <p:nvPr/>
        </p:nvSpPr>
        <p:spPr>
          <a:xfrm xmlns:a="http://schemas.openxmlformats.org/drawingml/2006/main">
            <a:off x="800100" y="2695575"/>
            <a:ext cx="388620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README의 Test 섹션을 고쳐줘.</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과거 STATE-00 실패와</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현재 checkout을 구분해줘.</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근거 없는 주장은 하지 마.</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README.md만 변경하고,</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최종 diff·검증 근거를 보고해줘.</a:t>
            </a:r>
          </a:p>
        </p:txBody>
      </p:sp>
      <p:sp>
        <p:nvSpPr>
          <p:cNvPr id="14" name="원문 밖 주석">
            <a:extLst xmlns:a="http://schemas.openxmlformats.org/drawingml/2006/main">
              <a:ext uri="{FF2B5EF4-FFF2-40B4-BE49-F238E27FC236}">
                <a16:creationId xmlns:a16="http://schemas.microsoft.com/office/drawing/2014/main" id="{53CA2580-EB14-4BF5-BEC3-5BF237EC1040}"/>
              </a:ext>
            </a:extLst>
          </p:cNvPr>
          <p:cNvSpPr>
            <a:spLocks xmlns:a="http://schemas.openxmlformats.org/drawingml/2006/main" noGrp="1"/>
          </p:cNvSpPr>
          <p:nvPr/>
        </p:nvSpPr>
        <p:spPr>
          <a:xfrm xmlns:a="http://schemas.openxmlformats.org/drawingml/2006/main">
            <a:off x="609600" y="4657725"/>
            <a:ext cx="426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4D5A68"/>
                </a:solidFill>
                <a:latin typeface="Malgun Gothic"/>
                <a:ea typeface="Malgun Gothic"/>
                <a:cs typeface="Malgun Gothic"/>
              </a:defRPr>
            </a:defPPr>
            <a:lvl1pPr algn="l">
              <a:defRPr sz="1500" b="1">
                <a:solidFill>
                  <a:srgbClr val="4D5A68"/>
                </a:solidFill>
                <a:latin typeface="Malgun Gothic"/>
                <a:ea typeface="Malgun Gothic"/>
                <a:cs typeface="Malgun Gothic"/>
              </a:defRPr>
            </a:lvl1pPr>
            <a:lvl2pPr algn="l">
              <a:defRPr sz="1500" b="1">
                <a:solidFill>
                  <a:srgbClr val="4D5A68"/>
                </a:solidFill>
                <a:latin typeface="Malgun Gothic"/>
                <a:ea typeface="Malgun Gothic"/>
                <a:cs typeface="Malgun Gothic"/>
              </a:defRPr>
            </a:lvl2pPr>
            <a:lvl3pPr algn="l">
              <a:defRPr sz="1500" b="1">
                <a:solidFill>
                  <a:srgbClr val="4D5A68"/>
                </a:solidFill>
                <a:latin typeface="Malgun Gothic"/>
                <a:ea typeface="Malgun Gothic"/>
                <a:cs typeface="Malgun Gothic"/>
              </a:defRPr>
            </a:lvl3pPr>
            <a:lvl4pPr algn="l">
              <a:defRPr sz="1500" b="1">
                <a:solidFill>
                  <a:srgbClr val="4D5A68"/>
                </a:solidFill>
                <a:latin typeface="Malgun Gothic"/>
                <a:ea typeface="Malgun Gothic"/>
                <a:cs typeface="Malgun Gothic"/>
              </a:defRPr>
            </a:lvl4pPr>
            <a:lvl5pPr algn="l">
              <a:defRPr sz="1500" b="1">
                <a:solidFill>
                  <a:srgbClr val="4D5A68"/>
                </a:solidFill>
                <a:latin typeface="Malgun Gothic"/>
                <a:ea typeface="Malgun Gothic"/>
                <a:cs typeface="Malgun Gothic"/>
              </a:defRPr>
            </a:lvl5pPr>
            <a:lvl6pPr algn="l">
              <a:defRPr sz="1500" b="1">
                <a:solidFill>
                  <a:srgbClr val="4D5A68"/>
                </a:solidFill>
                <a:latin typeface="Malgun Gothic"/>
                <a:ea typeface="Malgun Gothic"/>
                <a:cs typeface="Malgun Gothic"/>
              </a:defRPr>
            </a:lvl6pPr>
            <a:lvl7pPr algn="l">
              <a:defRPr sz="1500" b="1">
                <a:solidFill>
                  <a:srgbClr val="4D5A68"/>
                </a:solidFill>
                <a:latin typeface="Malgun Gothic"/>
                <a:ea typeface="Malgun Gothic"/>
                <a:cs typeface="Malgun Gothic"/>
              </a:defRPr>
            </a:lvl7pPr>
            <a:lvl8pPr algn="l">
              <a:defRPr sz="1500" b="1">
                <a:solidFill>
                  <a:srgbClr val="4D5A68"/>
                </a:solidFill>
                <a:latin typeface="Malgun Gothic"/>
                <a:ea typeface="Malgun Gothic"/>
                <a:cs typeface="Malgun Gothic"/>
              </a:defRPr>
            </a:lvl8pPr>
            <a:lvl9pPr algn="l">
              <a:defRPr sz="1500" b="1">
                <a:solidFill>
                  <a:srgbClr val="4D5A68"/>
                </a:solidFill>
                <a:latin typeface="Malgun Gothic"/>
                <a:ea typeface="Malgun Gothic"/>
                <a:cs typeface="Malgun Gothic"/>
              </a:defRPr>
            </a:lvl9pPr>
          </a:lstStyle>
          <a:p xmlns:a="http://schemas.openxmlformats.org/drawingml/2006/main">
            <a:pPr algn="l">
              <a:defRPr sz="1500" b="1">
                <a:solidFill>
                  <a:srgbClr val="4D5A68"/>
                </a:solidFill>
                <a:latin typeface="Malgun Gothic"/>
                <a:ea typeface="Malgun Gothic"/>
                <a:cs typeface="Malgun Gothic"/>
              </a:defRPr>
            </a:pPr>
            <a:r>
              <a:rPr sz="1500" b="1">
                <a:solidFill>
                  <a:srgbClr val="4D5A68"/>
                </a:solidFill>
                <a:latin typeface="Malgun Gothic"/>
                <a:ea typeface="Malgun Gothic"/>
                <a:cs typeface="Malgun Gothic"/>
              </a:rPr>
              <a:t>원문 밖 주석</a:t>
            </a:r>
          </a:p>
        </p:txBody>
      </p:sp>
      <p:sp>
        <p:nvSpPr>
          <p:cNvPr id="15" name="실제 요청에는 테스트 명령 미포함">
            <a:extLst xmlns:a="http://schemas.openxmlformats.org/drawingml/2006/main">
              <a:ext uri="{FF2B5EF4-FFF2-40B4-BE49-F238E27FC236}">
                <a16:creationId xmlns:a16="http://schemas.microsoft.com/office/drawing/2014/main" id="{3F2E1D60-9843-44F6-98A0-95BD13750F8C}"/>
              </a:ext>
            </a:extLst>
          </p:cNvPr>
          <p:cNvSpPr>
            <a:spLocks xmlns:a="http://schemas.openxmlformats.org/drawingml/2006/main" noGrp="1"/>
          </p:cNvSpPr>
          <p:nvPr/>
        </p:nvSpPr>
        <p:spPr>
          <a:xfrm xmlns:a="http://schemas.openxmlformats.org/drawingml/2006/main">
            <a:off x="609600" y="4933950"/>
            <a:ext cx="426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실제 요청에는 테스트 명령 미포함</a:t>
            </a:r>
          </a:p>
        </p:txBody>
      </p:sp>
      <p:sp>
        <p:nvSpPr>
          <p:cNvPr id="16" name="">
            <a:extLst xmlns:a="http://schemas.openxmlformats.org/drawingml/2006/main">
              <a:ext uri="{FF2B5EF4-FFF2-40B4-BE49-F238E27FC236}">
                <a16:creationId xmlns:a16="http://schemas.microsoft.com/office/drawing/2014/main" id="{59DCA73E-66FD-4D98-A32A-37E66D938A33}"/>
              </a:ext>
            </a:extLst>
          </p:cNvPr>
          <p:cNvSpPr>
            <a:spLocks xmlns:a="http://schemas.openxmlformats.org/drawingml/2006/main" noGrp="1"/>
          </p:cNvSpPr>
          <p:nvPr/>
        </p:nvSpPr>
        <p:spPr>
          <a:xfrm xmlns:a="http://schemas.openxmlformats.org/drawingml/2006/main">
            <a:off x="5486400" y="2133600"/>
            <a:ext cx="3124200" cy="2409825"/>
          </a:xfrm>
          <a:prstGeom xmlns:a="http://schemas.openxmlformats.org/drawingml/2006/main" prst="rect">
            <a:avLst/>
          </a:prstGeom>
          <a:solidFill xmlns:a="http://schemas.openxmlformats.org/drawingml/2006/main">
            <a:srgbClr val="E0EFF0"/>
          </a:solidFill>
          <a:ln xmlns:a="http://schemas.openxmlformats.org/drawingml/2006/main" w="14288">
            <a:solidFill>
              <a:srgbClr val="0B6172"/>
            </a:solidFill>
            <a:prstDash val="solid"/>
          </a:ln>
        </p:spPr>
      </p:sp>
      <p:sp>
        <p:nvSpPr>
          <p:cNvPr id="17" name="AGENTS.md">
            <a:extLst xmlns:a="http://schemas.openxmlformats.org/drawingml/2006/main">
              <a:ext uri="{FF2B5EF4-FFF2-40B4-BE49-F238E27FC236}">
                <a16:creationId xmlns:a16="http://schemas.microsoft.com/office/drawing/2014/main" id="{F2EF77B6-ACC9-417B-B521-9D1DC9DCDD3A}"/>
              </a:ext>
            </a:extLst>
          </p:cNvPr>
          <p:cNvSpPr>
            <a:spLocks xmlns:a="http://schemas.openxmlformats.org/drawingml/2006/main" noGrp="1"/>
          </p:cNvSpPr>
          <p:nvPr/>
        </p:nvSpPr>
        <p:spPr>
          <a:xfrm xmlns:a="http://schemas.openxmlformats.org/drawingml/2006/main">
            <a:off x="5676900" y="2362200"/>
            <a:ext cx="2743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Consolas"/>
                <a:ea typeface="Consolas"/>
                <a:cs typeface="Consolas"/>
              </a:defRPr>
            </a:defPPr>
            <a:lvl1pPr algn="l">
              <a:defRPr sz="2400" b="1">
                <a:solidFill>
                  <a:srgbClr val="0B6172"/>
                </a:solidFill>
                <a:latin typeface="Consolas"/>
                <a:ea typeface="Consolas"/>
                <a:cs typeface="Consolas"/>
              </a:defRPr>
            </a:lvl1pPr>
            <a:lvl2pPr algn="l">
              <a:defRPr sz="2400" b="1">
                <a:solidFill>
                  <a:srgbClr val="0B6172"/>
                </a:solidFill>
                <a:latin typeface="Consolas"/>
                <a:ea typeface="Consolas"/>
                <a:cs typeface="Consolas"/>
              </a:defRPr>
            </a:lvl2pPr>
            <a:lvl3pPr algn="l">
              <a:defRPr sz="2400" b="1">
                <a:solidFill>
                  <a:srgbClr val="0B6172"/>
                </a:solidFill>
                <a:latin typeface="Consolas"/>
                <a:ea typeface="Consolas"/>
                <a:cs typeface="Consolas"/>
              </a:defRPr>
            </a:lvl3pPr>
            <a:lvl4pPr algn="l">
              <a:defRPr sz="2400" b="1">
                <a:solidFill>
                  <a:srgbClr val="0B6172"/>
                </a:solidFill>
                <a:latin typeface="Consolas"/>
                <a:ea typeface="Consolas"/>
                <a:cs typeface="Consolas"/>
              </a:defRPr>
            </a:lvl4pPr>
            <a:lvl5pPr algn="l">
              <a:defRPr sz="2400" b="1">
                <a:solidFill>
                  <a:srgbClr val="0B6172"/>
                </a:solidFill>
                <a:latin typeface="Consolas"/>
                <a:ea typeface="Consolas"/>
                <a:cs typeface="Consolas"/>
              </a:defRPr>
            </a:lvl5pPr>
            <a:lvl6pPr algn="l">
              <a:defRPr sz="2400" b="1">
                <a:solidFill>
                  <a:srgbClr val="0B6172"/>
                </a:solidFill>
                <a:latin typeface="Consolas"/>
                <a:ea typeface="Consolas"/>
                <a:cs typeface="Consolas"/>
              </a:defRPr>
            </a:lvl6pPr>
            <a:lvl7pPr algn="l">
              <a:defRPr sz="2400" b="1">
                <a:solidFill>
                  <a:srgbClr val="0B6172"/>
                </a:solidFill>
                <a:latin typeface="Consolas"/>
                <a:ea typeface="Consolas"/>
                <a:cs typeface="Consolas"/>
              </a:defRPr>
            </a:lvl7pPr>
            <a:lvl8pPr algn="l">
              <a:defRPr sz="2400" b="1">
                <a:solidFill>
                  <a:srgbClr val="0B6172"/>
                </a:solidFill>
                <a:latin typeface="Consolas"/>
                <a:ea typeface="Consolas"/>
                <a:cs typeface="Consolas"/>
              </a:defRPr>
            </a:lvl8pPr>
            <a:lvl9pPr algn="l">
              <a:defRPr sz="2400" b="1">
                <a:solidFill>
                  <a:srgbClr val="0B6172"/>
                </a:solidFill>
                <a:latin typeface="Consolas"/>
                <a:ea typeface="Consolas"/>
                <a:cs typeface="Consolas"/>
              </a:defRPr>
            </a:lvl9pPr>
          </a:lstStyle>
          <a:p xmlns:a="http://schemas.openxmlformats.org/drawingml/2006/main">
            <a:pPr algn="l">
              <a:defRPr sz="2400" b="1">
                <a:solidFill>
                  <a:srgbClr val="0B6172"/>
                </a:solidFill>
                <a:latin typeface="Consolas"/>
                <a:ea typeface="Consolas"/>
                <a:cs typeface="Consolas"/>
              </a:defRPr>
            </a:pPr>
            <a:r>
              <a:rPr sz="2400" b="1">
                <a:solidFill>
                  <a:srgbClr val="0B6172"/>
                </a:solidFill>
                <a:latin typeface="Consolas"/>
                <a:ea typeface="Consolas"/>
                <a:cs typeface="Consolas"/>
              </a:rPr>
              <a:t>AGENTS.md</a:t>
            </a:r>
          </a:p>
        </p:txBody>
      </p:sp>
      <p:sp>
        <p:nvSpPr>
          <p:cNvPr id="18" name="프로젝트 작업 규칙">
            <a:extLst xmlns:a="http://schemas.openxmlformats.org/drawingml/2006/main">
              <a:ext uri="{FF2B5EF4-FFF2-40B4-BE49-F238E27FC236}">
                <a16:creationId xmlns:a16="http://schemas.microsoft.com/office/drawing/2014/main" id="{A082A761-ECE3-4FF0-A3F1-8DC559CE52B3}"/>
              </a:ext>
            </a:extLst>
          </p:cNvPr>
          <p:cNvSpPr>
            <a:spLocks xmlns:a="http://schemas.openxmlformats.org/drawingml/2006/main" noGrp="1"/>
          </p:cNvSpPr>
          <p:nvPr/>
        </p:nvSpPr>
        <p:spPr>
          <a:xfrm xmlns:a="http://schemas.openxmlformats.org/drawingml/2006/main">
            <a:off x="5676900" y="2924175"/>
            <a:ext cx="274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프로젝트 작업 규칙</a:t>
            </a:r>
          </a:p>
        </p:txBody>
      </p:sp>
      <p:sp>
        <p:nvSpPr>
          <p:cNvPr id="19" name="">
            <a:extLst xmlns:a="http://schemas.openxmlformats.org/drawingml/2006/main">
              <a:ext uri="{FF2B5EF4-FFF2-40B4-BE49-F238E27FC236}">
                <a16:creationId xmlns:a16="http://schemas.microsoft.com/office/drawing/2014/main" id="{1788DA6D-A3EE-4905-BEA6-634C4C805273}"/>
              </a:ext>
            </a:extLst>
          </p:cNvPr>
          <p:cNvSpPr>
            <a:spLocks xmlns:a="http://schemas.openxmlformats.org/drawingml/2006/main" noGrp="1"/>
          </p:cNvSpPr>
          <p:nvPr/>
        </p:nvSpPr>
        <p:spPr>
          <a:xfrm xmlns:a="http://schemas.openxmlformats.org/drawingml/2006/main">
            <a:off x="5676900" y="3333750"/>
            <a:ext cx="2743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지정된 명령으로&#10;전체 테스트를 실행">
            <a:extLst xmlns:a="http://schemas.openxmlformats.org/drawingml/2006/main">
              <a:ext uri="{FF2B5EF4-FFF2-40B4-BE49-F238E27FC236}">
                <a16:creationId xmlns:a16="http://schemas.microsoft.com/office/drawing/2014/main" id="{6939E3A3-089A-458D-95F4-927B41F4034A}"/>
              </a:ext>
            </a:extLst>
          </p:cNvPr>
          <p:cNvSpPr>
            <a:spLocks xmlns:a="http://schemas.openxmlformats.org/drawingml/2006/main" noGrp="1"/>
          </p:cNvSpPr>
          <p:nvPr/>
        </p:nvSpPr>
        <p:spPr>
          <a:xfrm xmlns:a="http://schemas.openxmlformats.org/drawingml/2006/main">
            <a:off x="5676900" y="3486150"/>
            <a:ext cx="2743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지정된 명령으로</a:t>
            </a:r>
          </a:p>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전체 테스트를 실행</a:t>
            </a:r>
          </a:p>
        </p:txBody>
      </p:sp>
      <p:sp>
        <p:nvSpPr>
          <p:cNvPr id="21" name="지침의 명령을 실제 사용">
            <a:extLst xmlns:a="http://schemas.openxmlformats.org/drawingml/2006/main">
              <a:ext uri="{FF2B5EF4-FFF2-40B4-BE49-F238E27FC236}">
                <a16:creationId xmlns:a16="http://schemas.microsoft.com/office/drawing/2014/main" id="{388658E3-AD75-4E2A-B9D1-64ABFC8460D7}"/>
              </a:ext>
            </a:extLst>
          </p:cNvPr>
          <p:cNvSpPr>
            <a:spLocks xmlns:a="http://schemas.openxmlformats.org/drawingml/2006/main" noGrp="1"/>
          </p:cNvSpPr>
          <p:nvPr/>
        </p:nvSpPr>
        <p:spPr>
          <a:xfrm xmlns:a="http://schemas.openxmlformats.org/drawingml/2006/main">
            <a:off x="5676900" y="4238625"/>
            <a:ext cx="2743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0B6172"/>
                </a:solidFill>
                <a:latin typeface="Malgun Gothic"/>
                <a:ea typeface="Malgun Gothic"/>
                <a:cs typeface="Malgun Gothic"/>
              </a:defRPr>
            </a:defPPr>
            <a:lvl1pPr algn="l">
              <a:defRPr sz="1575" b="1">
                <a:solidFill>
                  <a:srgbClr val="0B6172"/>
                </a:solidFill>
                <a:latin typeface="Malgun Gothic"/>
                <a:ea typeface="Malgun Gothic"/>
                <a:cs typeface="Malgun Gothic"/>
              </a:defRPr>
            </a:lvl1pPr>
            <a:lvl2pPr algn="l">
              <a:defRPr sz="1575" b="1">
                <a:solidFill>
                  <a:srgbClr val="0B6172"/>
                </a:solidFill>
                <a:latin typeface="Malgun Gothic"/>
                <a:ea typeface="Malgun Gothic"/>
                <a:cs typeface="Malgun Gothic"/>
              </a:defRPr>
            </a:lvl2pPr>
            <a:lvl3pPr algn="l">
              <a:defRPr sz="1575" b="1">
                <a:solidFill>
                  <a:srgbClr val="0B6172"/>
                </a:solidFill>
                <a:latin typeface="Malgun Gothic"/>
                <a:ea typeface="Malgun Gothic"/>
                <a:cs typeface="Malgun Gothic"/>
              </a:defRPr>
            </a:lvl3pPr>
            <a:lvl4pPr algn="l">
              <a:defRPr sz="1575" b="1">
                <a:solidFill>
                  <a:srgbClr val="0B6172"/>
                </a:solidFill>
                <a:latin typeface="Malgun Gothic"/>
                <a:ea typeface="Malgun Gothic"/>
                <a:cs typeface="Malgun Gothic"/>
              </a:defRPr>
            </a:lvl4pPr>
            <a:lvl5pPr algn="l">
              <a:defRPr sz="1575" b="1">
                <a:solidFill>
                  <a:srgbClr val="0B6172"/>
                </a:solidFill>
                <a:latin typeface="Malgun Gothic"/>
                <a:ea typeface="Malgun Gothic"/>
                <a:cs typeface="Malgun Gothic"/>
              </a:defRPr>
            </a:lvl5pPr>
            <a:lvl6pPr algn="l">
              <a:defRPr sz="1575" b="1">
                <a:solidFill>
                  <a:srgbClr val="0B6172"/>
                </a:solidFill>
                <a:latin typeface="Malgun Gothic"/>
                <a:ea typeface="Malgun Gothic"/>
                <a:cs typeface="Malgun Gothic"/>
              </a:defRPr>
            </a:lvl6pPr>
            <a:lvl7pPr algn="l">
              <a:defRPr sz="1575" b="1">
                <a:solidFill>
                  <a:srgbClr val="0B6172"/>
                </a:solidFill>
                <a:latin typeface="Malgun Gothic"/>
                <a:ea typeface="Malgun Gothic"/>
                <a:cs typeface="Malgun Gothic"/>
              </a:defRPr>
            </a:lvl7pPr>
            <a:lvl8pPr algn="l">
              <a:defRPr sz="1575" b="1">
                <a:solidFill>
                  <a:srgbClr val="0B6172"/>
                </a:solidFill>
                <a:latin typeface="Malgun Gothic"/>
                <a:ea typeface="Malgun Gothic"/>
                <a:cs typeface="Malgun Gothic"/>
              </a:defRPr>
            </a:lvl8pPr>
            <a:lvl9pPr algn="l">
              <a:defRPr sz="1575" b="1">
                <a:solidFill>
                  <a:srgbClr val="0B6172"/>
                </a:solidFill>
                <a:latin typeface="Malgun Gothic"/>
                <a:ea typeface="Malgun Gothic"/>
                <a:cs typeface="Malgun Gothic"/>
              </a:defRPr>
            </a:lvl9pPr>
          </a:lstStyle>
          <a:p xmlns:a="http://schemas.openxmlformats.org/drawingml/2006/main">
            <a:pPr algn="l">
              <a:defRPr sz="1575" b="1">
                <a:solidFill>
                  <a:srgbClr val="0B6172"/>
                </a:solidFill>
                <a:latin typeface="Malgun Gothic"/>
                <a:ea typeface="Malgun Gothic"/>
                <a:cs typeface="Malgun Gothic"/>
              </a:defRPr>
            </a:pPr>
            <a:r>
              <a:rPr sz="1575" b="1">
                <a:solidFill>
                  <a:srgbClr val="0B6172"/>
                </a:solidFill>
                <a:latin typeface="Malgun Gothic"/>
                <a:ea typeface="Malgun Gothic"/>
                <a:cs typeface="Malgun Gothic"/>
              </a:rPr>
              <a:t>지침의 명령을 실제 사용</a:t>
            </a:r>
          </a:p>
        </p:txBody>
      </p:sp>
      <p:sp>
        <p:nvSpPr>
          <p:cNvPr id="22" name="전체 테스트">
            <a:extLst xmlns:a="http://schemas.openxmlformats.org/drawingml/2006/main">
              <a:ext uri="{FF2B5EF4-FFF2-40B4-BE49-F238E27FC236}">
                <a16:creationId xmlns:a16="http://schemas.microsoft.com/office/drawing/2014/main" id="{C9E8331C-73DB-47C5-942B-865F807B8810}"/>
              </a:ext>
            </a:extLst>
          </p:cNvPr>
          <p:cNvSpPr>
            <a:spLocks xmlns:a="http://schemas.openxmlformats.org/drawingml/2006/main" noGrp="1"/>
          </p:cNvSpPr>
          <p:nvPr/>
        </p:nvSpPr>
        <p:spPr>
          <a:xfrm xmlns:a="http://schemas.openxmlformats.org/drawingml/2006/main">
            <a:off x="9220200" y="2571750"/>
            <a:ext cx="2362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전체 테스트</a:t>
            </a:r>
          </a:p>
        </p:txBody>
      </p:sp>
      <p:sp>
        <p:nvSpPr>
          <p:cNvPr id="23" name="11 / 11">
            <a:extLst xmlns:a="http://schemas.openxmlformats.org/drawingml/2006/main">
              <a:ext uri="{FF2B5EF4-FFF2-40B4-BE49-F238E27FC236}">
                <a16:creationId xmlns:a16="http://schemas.microsoft.com/office/drawing/2014/main" id="{42EFDBDD-1A0B-4F63-8511-636FEAAF39FF}"/>
              </a:ext>
            </a:extLst>
          </p:cNvPr>
          <p:cNvSpPr>
            <a:spLocks xmlns:a="http://schemas.openxmlformats.org/drawingml/2006/main" noGrp="1"/>
          </p:cNvSpPr>
          <p:nvPr/>
        </p:nvSpPr>
        <p:spPr>
          <a:xfrm xmlns:a="http://schemas.openxmlformats.org/drawingml/2006/main">
            <a:off x="9220200" y="3171825"/>
            <a:ext cx="2362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176B4D"/>
                </a:solidFill>
                <a:latin typeface="Malgun Gothic"/>
                <a:ea typeface="Malgun Gothic"/>
                <a:cs typeface="Malgun Gothic"/>
              </a:defRPr>
            </a:defPPr>
            <a:lvl1pPr algn="l">
              <a:defRPr sz="3750" b="1">
                <a:solidFill>
                  <a:srgbClr val="176B4D"/>
                </a:solidFill>
                <a:latin typeface="Malgun Gothic"/>
                <a:ea typeface="Malgun Gothic"/>
                <a:cs typeface="Malgun Gothic"/>
              </a:defRPr>
            </a:lvl1pPr>
            <a:lvl2pPr algn="l">
              <a:defRPr sz="3750" b="1">
                <a:solidFill>
                  <a:srgbClr val="176B4D"/>
                </a:solidFill>
                <a:latin typeface="Malgun Gothic"/>
                <a:ea typeface="Malgun Gothic"/>
                <a:cs typeface="Malgun Gothic"/>
              </a:defRPr>
            </a:lvl2pPr>
            <a:lvl3pPr algn="l">
              <a:defRPr sz="3750" b="1">
                <a:solidFill>
                  <a:srgbClr val="176B4D"/>
                </a:solidFill>
                <a:latin typeface="Malgun Gothic"/>
                <a:ea typeface="Malgun Gothic"/>
                <a:cs typeface="Malgun Gothic"/>
              </a:defRPr>
            </a:lvl3pPr>
            <a:lvl4pPr algn="l">
              <a:defRPr sz="3750" b="1">
                <a:solidFill>
                  <a:srgbClr val="176B4D"/>
                </a:solidFill>
                <a:latin typeface="Malgun Gothic"/>
                <a:ea typeface="Malgun Gothic"/>
                <a:cs typeface="Malgun Gothic"/>
              </a:defRPr>
            </a:lvl4pPr>
            <a:lvl5pPr algn="l">
              <a:defRPr sz="3750" b="1">
                <a:solidFill>
                  <a:srgbClr val="176B4D"/>
                </a:solidFill>
                <a:latin typeface="Malgun Gothic"/>
                <a:ea typeface="Malgun Gothic"/>
                <a:cs typeface="Malgun Gothic"/>
              </a:defRPr>
            </a:lvl5pPr>
            <a:lvl6pPr algn="l">
              <a:defRPr sz="3750" b="1">
                <a:solidFill>
                  <a:srgbClr val="176B4D"/>
                </a:solidFill>
                <a:latin typeface="Malgun Gothic"/>
                <a:ea typeface="Malgun Gothic"/>
                <a:cs typeface="Malgun Gothic"/>
              </a:defRPr>
            </a:lvl6pPr>
            <a:lvl7pPr algn="l">
              <a:defRPr sz="3750" b="1">
                <a:solidFill>
                  <a:srgbClr val="176B4D"/>
                </a:solidFill>
                <a:latin typeface="Malgun Gothic"/>
                <a:ea typeface="Malgun Gothic"/>
                <a:cs typeface="Malgun Gothic"/>
              </a:defRPr>
            </a:lvl7pPr>
            <a:lvl8pPr algn="l">
              <a:defRPr sz="3750" b="1">
                <a:solidFill>
                  <a:srgbClr val="176B4D"/>
                </a:solidFill>
                <a:latin typeface="Malgun Gothic"/>
                <a:ea typeface="Malgun Gothic"/>
                <a:cs typeface="Malgun Gothic"/>
              </a:defRPr>
            </a:lvl8pPr>
            <a:lvl9pPr algn="l">
              <a:defRPr sz="3750" b="1">
                <a:solidFill>
                  <a:srgbClr val="176B4D"/>
                </a:solidFill>
                <a:latin typeface="Malgun Gothic"/>
                <a:ea typeface="Malgun Gothic"/>
                <a:cs typeface="Malgun Gothic"/>
              </a:defRPr>
            </a:lvl9pPr>
          </a:lstStyle>
          <a:p xmlns:a="http://schemas.openxmlformats.org/drawingml/2006/main">
            <a:pPr algn="l">
              <a:defRPr sz="3750" b="1">
                <a:solidFill>
                  <a:srgbClr val="176B4D"/>
                </a:solidFill>
                <a:latin typeface="Malgun Gothic"/>
                <a:ea typeface="Malgun Gothic"/>
                <a:cs typeface="Malgun Gothic"/>
              </a:defRPr>
            </a:pPr>
            <a:r>
              <a:rPr sz="3750" b="1">
                <a:solidFill>
                  <a:srgbClr val="176B4D"/>
                </a:solidFill>
                <a:latin typeface="Malgun Gothic"/>
                <a:ea typeface="Malgun Gothic"/>
                <a:cs typeface="Malgun Gothic"/>
              </a:rPr>
              <a:t>11 / 11</a:t>
            </a:r>
          </a:p>
        </p:txBody>
      </p:sp>
      <p:sp>
        <p:nvSpPr>
          <p:cNvPr id="24" name="PASS">
            <a:extLst xmlns:a="http://schemas.openxmlformats.org/drawingml/2006/main">
              <a:ext uri="{FF2B5EF4-FFF2-40B4-BE49-F238E27FC236}">
                <a16:creationId xmlns:a16="http://schemas.microsoft.com/office/drawing/2014/main" id="{EC8EDAC3-8835-410A-99C2-ADD7F647DBBA}"/>
              </a:ext>
            </a:extLst>
          </p:cNvPr>
          <p:cNvSpPr>
            <a:spLocks xmlns:a="http://schemas.openxmlformats.org/drawingml/2006/main" noGrp="1"/>
          </p:cNvSpPr>
          <p:nvPr/>
        </p:nvSpPr>
        <p:spPr>
          <a:xfrm xmlns:a="http://schemas.openxmlformats.org/drawingml/2006/main">
            <a:off x="9220200" y="3943350"/>
            <a:ext cx="2362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6B4D"/>
                </a:solidFill>
                <a:latin typeface="Malgun Gothic"/>
                <a:ea typeface="Malgun Gothic"/>
                <a:cs typeface="Malgun Gothic"/>
              </a:defRPr>
            </a:defPPr>
            <a:lvl1pPr algn="l">
              <a:defRPr sz="2175" b="1">
                <a:solidFill>
                  <a:srgbClr val="176B4D"/>
                </a:solidFill>
                <a:latin typeface="Malgun Gothic"/>
                <a:ea typeface="Malgun Gothic"/>
                <a:cs typeface="Malgun Gothic"/>
              </a:defRPr>
            </a:lvl1pPr>
            <a:lvl2pPr algn="l">
              <a:defRPr sz="2175" b="1">
                <a:solidFill>
                  <a:srgbClr val="176B4D"/>
                </a:solidFill>
                <a:latin typeface="Malgun Gothic"/>
                <a:ea typeface="Malgun Gothic"/>
                <a:cs typeface="Malgun Gothic"/>
              </a:defRPr>
            </a:lvl2pPr>
            <a:lvl3pPr algn="l">
              <a:defRPr sz="2175" b="1">
                <a:solidFill>
                  <a:srgbClr val="176B4D"/>
                </a:solidFill>
                <a:latin typeface="Malgun Gothic"/>
                <a:ea typeface="Malgun Gothic"/>
                <a:cs typeface="Malgun Gothic"/>
              </a:defRPr>
            </a:lvl3pPr>
            <a:lvl4pPr algn="l">
              <a:defRPr sz="2175" b="1">
                <a:solidFill>
                  <a:srgbClr val="176B4D"/>
                </a:solidFill>
                <a:latin typeface="Malgun Gothic"/>
                <a:ea typeface="Malgun Gothic"/>
                <a:cs typeface="Malgun Gothic"/>
              </a:defRPr>
            </a:lvl4pPr>
            <a:lvl5pPr algn="l">
              <a:defRPr sz="2175" b="1">
                <a:solidFill>
                  <a:srgbClr val="176B4D"/>
                </a:solidFill>
                <a:latin typeface="Malgun Gothic"/>
                <a:ea typeface="Malgun Gothic"/>
                <a:cs typeface="Malgun Gothic"/>
              </a:defRPr>
            </a:lvl5pPr>
            <a:lvl6pPr algn="l">
              <a:defRPr sz="2175" b="1">
                <a:solidFill>
                  <a:srgbClr val="176B4D"/>
                </a:solidFill>
                <a:latin typeface="Malgun Gothic"/>
                <a:ea typeface="Malgun Gothic"/>
                <a:cs typeface="Malgun Gothic"/>
              </a:defRPr>
            </a:lvl6pPr>
            <a:lvl7pPr algn="l">
              <a:defRPr sz="2175" b="1">
                <a:solidFill>
                  <a:srgbClr val="176B4D"/>
                </a:solidFill>
                <a:latin typeface="Malgun Gothic"/>
                <a:ea typeface="Malgun Gothic"/>
                <a:cs typeface="Malgun Gothic"/>
              </a:defRPr>
            </a:lvl7pPr>
            <a:lvl8pPr algn="l">
              <a:defRPr sz="2175" b="1">
                <a:solidFill>
                  <a:srgbClr val="176B4D"/>
                </a:solidFill>
                <a:latin typeface="Malgun Gothic"/>
                <a:ea typeface="Malgun Gothic"/>
                <a:cs typeface="Malgun Gothic"/>
              </a:defRPr>
            </a:lvl8pPr>
            <a:lvl9pPr algn="l">
              <a:defRPr sz="2175" b="1">
                <a:solidFill>
                  <a:srgbClr val="176B4D"/>
                </a:solidFill>
                <a:latin typeface="Malgun Gothic"/>
                <a:ea typeface="Malgun Gothic"/>
                <a:cs typeface="Malgun Gothic"/>
              </a:defRPr>
            </a:lvl9pPr>
          </a:lstStyle>
          <a:p xmlns:a="http://schemas.openxmlformats.org/drawingml/2006/main">
            <a:pPr algn="l">
              <a:defRPr sz="2175" b="1">
                <a:solidFill>
                  <a:srgbClr val="176B4D"/>
                </a:solidFill>
                <a:latin typeface="Malgun Gothic"/>
                <a:ea typeface="Malgun Gothic"/>
                <a:cs typeface="Malgun Gothic"/>
              </a:defRPr>
            </a:pPr>
            <a:r>
              <a:rPr sz="2175" b="1">
                <a:solidFill>
                  <a:srgbClr val="176B4D"/>
                </a:solidFill>
                <a:latin typeface="Malgun Gothic"/>
                <a:ea typeface="Malgun Gothic"/>
                <a:cs typeface="Malgun Gothic"/>
              </a:rPr>
              <a:t>PASS</a:t>
            </a:r>
          </a:p>
        </p:txBody>
      </p:sp>
      <p:sp>
        <p:nvSpPr>
          <p:cNvPr id="25" name="">
            <a:extLst xmlns:a="http://schemas.openxmlformats.org/drawingml/2006/main">
              <a:ext uri="{FF2B5EF4-FFF2-40B4-BE49-F238E27FC236}">
                <a16:creationId xmlns:a16="http://schemas.microsoft.com/office/drawing/2014/main" id="{DC1666FF-16CF-44B5-9C6B-201E7C46370A}"/>
              </a:ext>
            </a:extLst>
          </p:cNvPr>
          <p:cNvSpPr>
            <a:spLocks xmlns:a="http://schemas.openxmlformats.org/drawingml/2006/main" noGrp="1"/>
          </p:cNvSpPr>
          <p:nvPr/>
        </p:nvSpPr>
        <p:spPr>
          <a:xfrm xmlns:a="http://schemas.openxmlformats.org/drawingml/2006/main">
            <a:off x="5010150" y="3171825"/>
            <a:ext cx="228600" cy="2190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A403EB3-E092-4B8E-951E-3D50C1A7107E}"/>
              </a:ext>
            </a:extLst>
          </p:cNvPr>
          <p:cNvSpPr>
            <a:spLocks xmlns:a="http://schemas.openxmlformats.org/drawingml/2006/main" noGrp="1"/>
          </p:cNvSpPr>
          <p:nvPr/>
        </p:nvSpPr>
        <p:spPr>
          <a:xfrm xmlns:a="http://schemas.openxmlformats.org/drawingml/2006/main">
            <a:off x="8743950" y="3171825"/>
            <a:ext cx="228600" cy="2190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7" name="Prompt 밖의 테스트 지침을 실제 실행에 적용했다">
            <a:extLst xmlns:a="http://schemas.openxmlformats.org/drawingml/2006/main">
              <a:ext uri="{FF2B5EF4-FFF2-40B4-BE49-F238E27FC236}">
                <a16:creationId xmlns:a16="http://schemas.microsoft.com/office/drawing/2014/main" id="{024B7173-8538-4C1C-966E-85B179A7B517}"/>
              </a:ext>
            </a:extLst>
          </p:cNvPr>
          <p:cNvSpPr>
            <a:spLocks xmlns:a="http://schemas.openxmlformats.org/drawingml/2006/main" noGrp="1"/>
          </p:cNvSpPr>
          <p:nvPr/>
        </p:nvSpPr>
        <p:spPr>
          <a:xfrm xmlns:a="http://schemas.openxmlformats.org/drawingml/2006/main">
            <a:off x="609600" y="53816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Prompt 밖의 테스트 지침을 실제 실행에 적용했다</a:t>
            </a:r>
          </a:p>
        </p:txBody>
      </p:sp>
      <p:sp>
        <p:nvSpPr>
          <p:cNvPr id="28" name="Legacy module connection">
            <a:extLst xmlns:a="http://schemas.openxmlformats.org/drawingml/2006/main">
              <a:ext uri="{FF2B5EF4-FFF2-40B4-BE49-F238E27FC236}">
                <a16:creationId xmlns:a16="http://schemas.microsoft.com/office/drawing/2014/main" id="{56BB414E-0AEF-4B5E-95E5-BC2254CB2C54}"/>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523956659"/>
      </p:ext>
    </p:extLst>
  </p:cSld>
</p:sld>
</file>

<file path=ppt/slides/slide3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9" name="ACT 2 · 정보의 범위와 수명">
            <a:extLst xmlns:a="http://schemas.openxmlformats.org/drawingml/2006/main">
              <a:ext uri="{FF2B5EF4-FFF2-40B4-BE49-F238E27FC236}">
                <a16:creationId xmlns:a16="http://schemas.microsoft.com/office/drawing/2014/main" id="{2DD23994-7E26-4515-844E-4BC3CD92CBB1}"/>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정보의 범위와 수명</a:t>
            </a:r>
          </a:p>
        </p:txBody>
      </p:sp>
      <p:sp>
        <p:nvSpPr>
          <p:cNvPr id="2" name="S35">
            <a:extLst xmlns:a="http://schemas.openxmlformats.org/drawingml/2006/main">
              <a:ext uri="{FF2B5EF4-FFF2-40B4-BE49-F238E27FC236}">
                <a16:creationId xmlns:a16="http://schemas.microsoft.com/office/drawing/2014/main" id="{ADB56A08-DFE1-4F69-82E1-1333BE3EEDEA}"/>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S35</a:t>
            </a:r>
          </a:p>
        </p:txBody>
      </p:sp>
      <p:sp>
        <p:nvSpPr>
          <p:cNvPr id="3" name="Task Prompt와 Project Context">
            <a:extLst xmlns:a="http://schemas.openxmlformats.org/drawingml/2006/main">
              <a:ext uri="{FF2B5EF4-FFF2-40B4-BE49-F238E27FC236}">
                <a16:creationId xmlns:a16="http://schemas.microsoft.com/office/drawing/2014/main" id="{D2FB1610-797E-402C-9B1A-139EA2F19CA1}"/>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Task Prompt와 Project Context</a:t>
            </a:r>
          </a:p>
        </p:txBody>
      </p:sp>
      <p:sp>
        <p:nvSpPr>
          <p:cNvPr id="4" name="">
            <a:extLst xmlns:a="http://schemas.openxmlformats.org/drawingml/2006/main">
              <a:ext uri="{FF2B5EF4-FFF2-40B4-BE49-F238E27FC236}">
                <a16:creationId xmlns:a16="http://schemas.microsoft.com/office/drawing/2014/main" id="{C59A3F45-6DC7-4183-9965-7871E133AB3C}"/>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구분 · 창과 문서는 생성 도식이며 실제 제품 화면이 아님">
            <a:extLst xmlns:a="http://schemas.openxmlformats.org/drawingml/2006/main">
              <a:ext uri="{FF2B5EF4-FFF2-40B4-BE49-F238E27FC236}">
                <a16:creationId xmlns:a16="http://schemas.microsoft.com/office/drawing/2014/main" id="{84344C6B-B696-438A-A29B-4CED98EA0E4A}"/>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구분 · 창과 문서는 생성 도식이며 실제 제품 화면이 아님</a:t>
            </a:r>
          </a:p>
        </p:txBody>
      </p:sp>
      <p:sp>
        <p:nvSpPr>
          <p:cNvPr id="6" name="C++에서도 프로젝트 공통 제약과 이번 알고리즘 변경 조건은 범위가 다를 수 있다">
            <a:extLst xmlns:a="http://schemas.openxmlformats.org/drawingml/2006/main">
              <a:ext uri="{FF2B5EF4-FFF2-40B4-BE49-F238E27FC236}">
                <a16:creationId xmlns:a16="http://schemas.microsoft.com/office/drawing/2014/main" id="{85E46609-BF72-4178-9A7D-4E9445326E45}"/>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C++에서도 프로젝트 공통 제약과 이번 알고리즘 변경 조건은 범위가 다를 수 있다</a:t>
            </a:r>
          </a:p>
        </p:txBody>
      </p:sp>
      <p:sp>
        <p:nvSpPr>
          <p:cNvPr id="7" name="방금 본 기록을 범위와 수명으로 읽어보면">
            <a:extLst xmlns:a="http://schemas.openxmlformats.org/drawingml/2006/main">
              <a:ext uri="{FF2B5EF4-FFF2-40B4-BE49-F238E27FC236}">
                <a16:creationId xmlns:a16="http://schemas.microsoft.com/office/drawing/2014/main" id="{A9C5AABF-2DF6-4A71-B729-F2C96DECF35F}"/>
              </a:ext>
            </a:extLst>
          </p:cNvPr>
          <p:cNvSpPr>
            <a:spLocks xmlns:a="http://schemas.openxmlformats.org/drawingml/2006/main" noGrp="1"/>
          </p:cNvSpPr>
          <p:nvPr/>
        </p:nvSpPr>
        <p:spPr>
          <a:xfrm xmlns:a="http://schemas.openxmlformats.org/drawingml/2006/main">
            <a:off x="609600" y="19812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방금 본 기록을 범위와 수명으로 읽어보면</a:t>
            </a:r>
          </a:p>
        </p:txBody>
      </p:sp>
      <p:sp>
        <p:nvSpPr>
          <p:cNvPr id="8" name="Task Prompt">
            <a:extLst xmlns:a="http://schemas.openxmlformats.org/drawingml/2006/main">
              <a:ext uri="{FF2B5EF4-FFF2-40B4-BE49-F238E27FC236}">
                <a16:creationId xmlns:a16="http://schemas.microsoft.com/office/drawing/2014/main" id="{68F2325B-FDF5-4A8E-A39E-5D1D989BDCE7}"/>
              </a:ext>
            </a:extLst>
          </p:cNvPr>
          <p:cNvSpPr>
            <a:spLocks xmlns:a="http://schemas.openxmlformats.org/drawingml/2006/main" noGrp="1"/>
          </p:cNvSpPr>
          <p:nvPr/>
        </p:nvSpPr>
        <p:spPr>
          <a:xfrm xmlns:a="http://schemas.openxmlformats.org/drawingml/2006/main">
            <a:off x="609600" y="26765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7212B"/>
                </a:solidFill>
                <a:latin typeface="Malgun Gothic"/>
                <a:ea typeface="Malgun Gothic"/>
                <a:cs typeface="Malgun Gothic"/>
              </a:defRPr>
            </a:defPPr>
            <a:lvl1pPr algn="l">
              <a:defRPr sz="2550" b="1">
                <a:solidFill>
                  <a:srgbClr val="17212B"/>
                </a:solidFill>
                <a:latin typeface="Malgun Gothic"/>
                <a:ea typeface="Malgun Gothic"/>
                <a:cs typeface="Malgun Gothic"/>
              </a:defRPr>
            </a:lvl1pPr>
            <a:lvl2pPr algn="l">
              <a:defRPr sz="2550" b="1">
                <a:solidFill>
                  <a:srgbClr val="17212B"/>
                </a:solidFill>
                <a:latin typeface="Malgun Gothic"/>
                <a:ea typeface="Malgun Gothic"/>
                <a:cs typeface="Malgun Gothic"/>
              </a:defRPr>
            </a:lvl2pPr>
            <a:lvl3pPr algn="l">
              <a:defRPr sz="2550" b="1">
                <a:solidFill>
                  <a:srgbClr val="17212B"/>
                </a:solidFill>
                <a:latin typeface="Malgun Gothic"/>
                <a:ea typeface="Malgun Gothic"/>
                <a:cs typeface="Malgun Gothic"/>
              </a:defRPr>
            </a:lvl3pPr>
            <a:lvl4pPr algn="l">
              <a:defRPr sz="2550" b="1">
                <a:solidFill>
                  <a:srgbClr val="17212B"/>
                </a:solidFill>
                <a:latin typeface="Malgun Gothic"/>
                <a:ea typeface="Malgun Gothic"/>
                <a:cs typeface="Malgun Gothic"/>
              </a:defRPr>
            </a:lvl4pPr>
            <a:lvl5pPr algn="l">
              <a:defRPr sz="2550" b="1">
                <a:solidFill>
                  <a:srgbClr val="17212B"/>
                </a:solidFill>
                <a:latin typeface="Malgun Gothic"/>
                <a:ea typeface="Malgun Gothic"/>
                <a:cs typeface="Malgun Gothic"/>
              </a:defRPr>
            </a:lvl5pPr>
            <a:lvl6pPr algn="l">
              <a:defRPr sz="2550" b="1">
                <a:solidFill>
                  <a:srgbClr val="17212B"/>
                </a:solidFill>
                <a:latin typeface="Malgun Gothic"/>
                <a:ea typeface="Malgun Gothic"/>
                <a:cs typeface="Malgun Gothic"/>
              </a:defRPr>
            </a:lvl6pPr>
            <a:lvl7pPr algn="l">
              <a:defRPr sz="2550" b="1">
                <a:solidFill>
                  <a:srgbClr val="17212B"/>
                </a:solidFill>
                <a:latin typeface="Malgun Gothic"/>
                <a:ea typeface="Malgun Gothic"/>
                <a:cs typeface="Malgun Gothic"/>
              </a:defRPr>
            </a:lvl7pPr>
            <a:lvl8pPr algn="l">
              <a:defRPr sz="2550" b="1">
                <a:solidFill>
                  <a:srgbClr val="17212B"/>
                </a:solidFill>
                <a:latin typeface="Malgun Gothic"/>
                <a:ea typeface="Malgun Gothic"/>
                <a:cs typeface="Malgun Gothic"/>
              </a:defRPr>
            </a:lvl8pPr>
            <a:lvl9pPr algn="l">
              <a:defRPr sz="2550" b="1">
                <a:solidFill>
                  <a:srgbClr val="17212B"/>
                </a:solidFill>
                <a:latin typeface="Malgun Gothic"/>
                <a:ea typeface="Malgun Gothic"/>
                <a:cs typeface="Malgun Gothic"/>
              </a:defRPr>
            </a:lvl9pPr>
          </a:lstStyle>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Task Prompt</a:t>
            </a:r>
          </a:p>
        </p:txBody>
      </p:sp>
      <p:sp>
        <p:nvSpPr>
          <p:cNvPr id="9" name="Project Context">
            <a:extLst xmlns:a="http://schemas.openxmlformats.org/drawingml/2006/main">
              <a:ext uri="{FF2B5EF4-FFF2-40B4-BE49-F238E27FC236}">
                <a16:creationId xmlns:a16="http://schemas.microsoft.com/office/drawing/2014/main" id="{DB6B4345-188A-4D9A-9E94-98EBC0974407}"/>
              </a:ext>
            </a:extLst>
          </p:cNvPr>
          <p:cNvSpPr>
            <a:spLocks xmlns:a="http://schemas.openxmlformats.org/drawingml/2006/main" noGrp="1"/>
          </p:cNvSpPr>
          <p:nvPr/>
        </p:nvSpPr>
        <p:spPr>
          <a:xfrm xmlns:a="http://schemas.openxmlformats.org/drawingml/2006/main">
            <a:off x="6362700" y="26765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7212B"/>
                </a:solidFill>
                <a:latin typeface="Malgun Gothic"/>
                <a:ea typeface="Malgun Gothic"/>
                <a:cs typeface="Malgun Gothic"/>
              </a:defRPr>
            </a:defPPr>
            <a:lvl1pPr algn="l">
              <a:defRPr sz="2550" b="1">
                <a:solidFill>
                  <a:srgbClr val="17212B"/>
                </a:solidFill>
                <a:latin typeface="Malgun Gothic"/>
                <a:ea typeface="Malgun Gothic"/>
                <a:cs typeface="Malgun Gothic"/>
              </a:defRPr>
            </a:lvl1pPr>
            <a:lvl2pPr algn="l">
              <a:defRPr sz="2550" b="1">
                <a:solidFill>
                  <a:srgbClr val="17212B"/>
                </a:solidFill>
                <a:latin typeface="Malgun Gothic"/>
                <a:ea typeface="Malgun Gothic"/>
                <a:cs typeface="Malgun Gothic"/>
              </a:defRPr>
            </a:lvl2pPr>
            <a:lvl3pPr algn="l">
              <a:defRPr sz="2550" b="1">
                <a:solidFill>
                  <a:srgbClr val="17212B"/>
                </a:solidFill>
                <a:latin typeface="Malgun Gothic"/>
                <a:ea typeface="Malgun Gothic"/>
                <a:cs typeface="Malgun Gothic"/>
              </a:defRPr>
            </a:lvl3pPr>
            <a:lvl4pPr algn="l">
              <a:defRPr sz="2550" b="1">
                <a:solidFill>
                  <a:srgbClr val="17212B"/>
                </a:solidFill>
                <a:latin typeface="Malgun Gothic"/>
                <a:ea typeface="Malgun Gothic"/>
                <a:cs typeface="Malgun Gothic"/>
              </a:defRPr>
            </a:lvl4pPr>
            <a:lvl5pPr algn="l">
              <a:defRPr sz="2550" b="1">
                <a:solidFill>
                  <a:srgbClr val="17212B"/>
                </a:solidFill>
                <a:latin typeface="Malgun Gothic"/>
                <a:ea typeface="Malgun Gothic"/>
                <a:cs typeface="Malgun Gothic"/>
              </a:defRPr>
            </a:lvl5pPr>
            <a:lvl6pPr algn="l">
              <a:defRPr sz="2550" b="1">
                <a:solidFill>
                  <a:srgbClr val="17212B"/>
                </a:solidFill>
                <a:latin typeface="Malgun Gothic"/>
                <a:ea typeface="Malgun Gothic"/>
                <a:cs typeface="Malgun Gothic"/>
              </a:defRPr>
            </a:lvl6pPr>
            <a:lvl7pPr algn="l">
              <a:defRPr sz="2550" b="1">
                <a:solidFill>
                  <a:srgbClr val="17212B"/>
                </a:solidFill>
                <a:latin typeface="Malgun Gothic"/>
                <a:ea typeface="Malgun Gothic"/>
                <a:cs typeface="Malgun Gothic"/>
              </a:defRPr>
            </a:lvl7pPr>
            <a:lvl8pPr algn="l">
              <a:defRPr sz="2550" b="1">
                <a:solidFill>
                  <a:srgbClr val="17212B"/>
                </a:solidFill>
                <a:latin typeface="Malgun Gothic"/>
                <a:ea typeface="Malgun Gothic"/>
                <a:cs typeface="Malgun Gothic"/>
              </a:defRPr>
            </a:lvl8pPr>
            <a:lvl9pPr algn="l">
              <a:defRPr sz="2550" b="1">
                <a:solidFill>
                  <a:srgbClr val="17212B"/>
                </a:solidFill>
                <a:latin typeface="Malgun Gothic"/>
                <a:ea typeface="Malgun Gothic"/>
                <a:cs typeface="Malgun Gothic"/>
              </a:defRPr>
            </a:lvl9pPr>
          </a:lstStyle>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Project Context</a:t>
            </a:r>
          </a:p>
        </p:txBody>
      </p:sp>
      <p:sp>
        <p:nvSpPr>
          <p:cNvPr id="10" name="지금 원하는 결과">
            <a:extLst xmlns:a="http://schemas.openxmlformats.org/drawingml/2006/main">
              <a:ext uri="{FF2B5EF4-FFF2-40B4-BE49-F238E27FC236}">
                <a16:creationId xmlns:a16="http://schemas.microsoft.com/office/drawing/2014/main" id="{D0145B93-1021-4686-82EE-F800B7B51467}"/>
              </a:ext>
            </a:extLst>
          </p:cNvPr>
          <p:cNvSpPr>
            <a:spLocks xmlns:a="http://schemas.openxmlformats.org/drawingml/2006/main" noGrp="1"/>
          </p:cNvSpPr>
          <p:nvPr/>
        </p:nvSpPr>
        <p:spPr>
          <a:xfrm xmlns:a="http://schemas.openxmlformats.org/drawingml/2006/main">
            <a:off x="609600" y="3190875"/>
            <a:ext cx="521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4D5A68"/>
                </a:solidFill>
                <a:latin typeface="Malgun Gothic"/>
                <a:ea typeface="Malgun Gothic"/>
                <a:cs typeface="Malgun Gothic"/>
              </a:defRPr>
            </a:defPPr>
            <a:lvl1pPr algn="l">
              <a:defRPr sz="1950" b="1">
                <a:solidFill>
                  <a:srgbClr val="4D5A68"/>
                </a:solidFill>
                <a:latin typeface="Malgun Gothic"/>
                <a:ea typeface="Malgun Gothic"/>
                <a:cs typeface="Malgun Gothic"/>
              </a:defRPr>
            </a:lvl1pPr>
            <a:lvl2pPr algn="l">
              <a:defRPr sz="1950" b="1">
                <a:solidFill>
                  <a:srgbClr val="4D5A68"/>
                </a:solidFill>
                <a:latin typeface="Malgun Gothic"/>
                <a:ea typeface="Malgun Gothic"/>
                <a:cs typeface="Malgun Gothic"/>
              </a:defRPr>
            </a:lvl2pPr>
            <a:lvl3pPr algn="l">
              <a:defRPr sz="1950" b="1">
                <a:solidFill>
                  <a:srgbClr val="4D5A68"/>
                </a:solidFill>
                <a:latin typeface="Malgun Gothic"/>
                <a:ea typeface="Malgun Gothic"/>
                <a:cs typeface="Malgun Gothic"/>
              </a:defRPr>
            </a:lvl3pPr>
            <a:lvl4pPr algn="l">
              <a:defRPr sz="1950" b="1">
                <a:solidFill>
                  <a:srgbClr val="4D5A68"/>
                </a:solidFill>
                <a:latin typeface="Malgun Gothic"/>
                <a:ea typeface="Malgun Gothic"/>
                <a:cs typeface="Malgun Gothic"/>
              </a:defRPr>
            </a:lvl4pPr>
            <a:lvl5pPr algn="l">
              <a:defRPr sz="1950" b="1">
                <a:solidFill>
                  <a:srgbClr val="4D5A68"/>
                </a:solidFill>
                <a:latin typeface="Malgun Gothic"/>
                <a:ea typeface="Malgun Gothic"/>
                <a:cs typeface="Malgun Gothic"/>
              </a:defRPr>
            </a:lvl5pPr>
            <a:lvl6pPr algn="l">
              <a:defRPr sz="1950" b="1">
                <a:solidFill>
                  <a:srgbClr val="4D5A68"/>
                </a:solidFill>
                <a:latin typeface="Malgun Gothic"/>
                <a:ea typeface="Malgun Gothic"/>
                <a:cs typeface="Malgun Gothic"/>
              </a:defRPr>
            </a:lvl6pPr>
            <a:lvl7pPr algn="l">
              <a:defRPr sz="1950" b="1">
                <a:solidFill>
                  <a:srgbClr val="4D5A68"/>
                </a:solidFill>
                <a:latin typeface="Malgun Gothic"/>
                <a:ea typeface="Malgun Gothic"/>
                <a:cs typeface="Malgun Gothic"/>
              </a:defRPr>
            </a:lvl7pPr>
            <a:lvl8pPr algn="l">
              <a:defRPr sz="1950" b="1">
                <a:solidFill>
                  <a:srgbClr val="4D5A68"/>
                </a:solidFill>
                <a:latin typeface="Malgun Gothic"/>
                <a:ea typeface="Malgun Gothic"/>
                <a:cs typeface="Malgun Gothic"/>
              </a:defRPr>
            </a:lvl8pPr>
            <a:lvl9pPr algn="l">
              <a:defRPr sz="1950" b="1">
                <a:solidFill>
                  <a:srgbClr val="4D5A68"/>
                </a:solidFill>
                <a:latin typeface="Malgun Gothic"/>
                <a:ea typeface="Malgun Gothic"/>
                <a:cs typeface="Malgun Gothic"/>
              </a:defRPr>
            </a:lvl9pPr>
          </a:lstStyle>
          <a:p xmlns:a="http://schemas.openxmlformats.org/drawingml/2006/main">
            <a:pPr algn="l">
              <a:defRPr sz="1950" b="1">
                <a:solidFill>
                  <a:srgbClr val="4D5A68"/>
                </a:solidFill>
                <a:latin typeface="Malgun Gothic"/>
                <a:ea typeface="Malgun Gothic"/>
                <a:cs typeface="Malgun Gothic"/>
              </a:defRPr>
            </a:pPr>
            <a:r>
              <a:rPr sz="1950" b="1">
                <a:solidFill>
                  <a:srgbClr val="4D5A68"/>
                </a:solidFill>
                <a:latin typeface="Malgun Gothic"/>
                <a:ea typeface="Malgun Gothic"/>
                <a:cs typeface="Malgun Gothic"/>
              </a:rPr>
              <a:t>지금 원하는 결과</a:t>
            </a:r>
          </a:p>
        </p:txBody>
      </p:sp>
      <p:sp>
        <p:nvSpPr>
          <p:cNvPr id="11" name="계속 유지할 정보·규칙">
            <a:extLst xmlns:a="http://schemas.openxmlformats.org/drawingml/2006/main">
              <a:ext uri="{FF2B5EF4-FFF2-40B4-BE49-F238E27FC236}">
                <a16:creationId xmlns:a16="http://schemas.microsoft.com/office/drawing/2014/main" id="{D8A214CA-3E48-4E8D-8FA0-818119250A0F}"/>
              </a:ext>
            </a:extLst>
          </p:cNvPr>
          <p:cNvSpPr>
            <a:spLocks xmlns:a="http://schemas.openxmlformats.org/drawingml/2006/main" noGrp="1"/>
          </p:cNvSpPr>
          <p:nvPr/>
        </p:nvSpPr>
        <p:spPr>
          <a:xfrm xmlns:a="http://schemas.openxmlformats.org/drawingml/2006/main">
            <a:off x="6362700" y="3190875"/>
            <a:ext cx="521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계속 유지할 정보·규칙</a:t>
            </a:r>
          </a:p>
        </p:txBody>
      </p:sp>
      <p:sp>
        <p:nvSpPr>
          <p:cNvPr id="12" name="">
            <a:extLst xmlns:a="http://schemas.openxmlformats.org/drawingml/2006/main">
              <a:ext uri="{FF2B5EF4-FFF2-40B4-BE49-F238E27FC236}">
                <a16:creationId xmlns:a16="http://schemas.microsoft.com/office/drawing/2014/main" id="{B3B32AA4-07B6-449C-9ACC-CECA37538F19}"/>
              </a:ext>
            </a:extLst>
          </p:cNvPr>
          <p:cNvSpPr>
            <a:spLocks xmlns:a="http://schemas.openxmlformats.org/drawingml/2006/main" noGrp="1"/>
          </p:cNvSpPr>
          <p:nvPr/>
        </p:nvSpPr>
        <p:spPr>
          <a:xfrm xmlns:a="http://schemas.openxmlformats.org/drawingml/2006/main">
            <a:off x="609600" y="3638550"/>
            <a:ext cx="2857500" cy="139065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13" name="">
            <a:extLst xmlns:a="http://schemas.openxmlformats.org/drawingml/2006/main">
              <a:ext uri="{FF2B5EF4-FFF2-40B4-BE49-F238E27FC236}">
                <a16:creationId xmlns:a16="http://schemas.microsoft.com/office/drawing/2014/main" id="{F21A93B2-4D94-44FD-8106-7B7D653CC5ED}"/>
              </a:ext>
            </a:extLst>
          </p:cNvPr>
          <p:cNvSpPr>
            <a:spLocks xmlns:a="http://schemas.openxmlformats.org/drawingml/2006/main" noGrp="1"/>
          </p:cNvSpPr>
          <p:nvPr/>
        </p:nvSpPr>
        <p:spPr>
          <a:xfrm xmlns:a="http://schemas.openxmlformats.org/drawingml/2006/main">
            <a:off x="6362700" y="3638550"/>
            <a:ext cx="2933700" cy="1390650"/>
          </a:xfrm>
          <a:prstGeom xmlns:a="http://schemas.openxmlformats.org/drawingml/2006/main" prst="rect">
            <a:avLst/>
          </a:prstGeom>
          <a:solidFill xmlns:a="http://schemas.openxmlformats.org/drawingml/2006/main">
            <a:srgbClr val="FFFFFF"/>
          </a:solidFill>
          <a:ln xmlns:a="http://schemas.openxmlformats.org/drawingml/2006/main" w="14288">
            <a:solidFill>
              <a:srgbClr val="0B6172"/>
            </a:solidFill>
            <a:prstDash val="solid"/>
          </a:ln>
        </p:spPr>
      </p:sp>
      <p:sp>
        <p:nvSpPr>
          <p:cNvPr id="14" name="작업별 요청 예">
            <a:extLst xmlns:a="http://schemas.openxmlformats.org/drawingml/2006/main">
              <a:ext uri="{FF2B5EF4-FFF2-40B4-BE49-F238E27FC236}">
                <a16:creationId xmlns:a16="http://schemas.microsoft.com/office/drawing/2014/main" id="{913CED03-458E-4782-82FA-F36B27E7F432}"/>
              </a:ext>
            </a:extLst>
          </p:cNvPr>
          <p:cNvSpPr>
            <a:spLocks xmlns:a="http://schemas.openxmlformats.org/drawingml/2006/main" noGrp="1"/>
          </p:cNvSpPr>
          <p:nvPr/>
        </p:nvSpPr>
        <p:spPr>
          <a:xfrm xmlns:a="http://schemas.openxmlformats.org/drawingml/2006/main">
            <a:off x="762000" y="3724275"/>
            <a:ext cx="2552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4D5A68"/>
                </a:solidFill>
                <a:latin typeface="Malgun Gothic"/>
                <a:ea typeface="Malgun Gothic"/>
                <a:cs typeface="Malgun Gothic"/>
              </a:defRPr>
            </a:defPPr>
            <a:lvl1pPr algn="l">
              <a:defRPr sz="1575" b="1">
                <a:solidFill>
                  <a:srgbClr val="4D5A68"/>
                </a:solidFill>
                <a:latin typeface="Malgun Gothic"/>
                <a:ea typeface="Malgun Gothic"/>
                <a:cs typeface="Malgun Gothic"/>
              </a:defRPr>
            </a:lvl1pPr>
            <a:lvl2pPr algn="l">
              <a:defRPr sz="1575" b="1">
                <a:solidFill>
                  <a:srgbClr val="4D5A68"/>
                </a:solidFill>
                <a:latin typeface="Malgun Gothic"/>
                <a:ea typeface="Malgun Gothic"/>
                <a:cs typeface="Malgun Gothic"/>
              </a:defRPr>
            </a:lvl2pPr>
            <a:lvl3pPr algn="l">
              <a:defRPr sz="1575" b="1">
                <a:solidFill>
                  <a:srgbClr val="4D5A68"/>
                </a:solidFill>
                <a:latin typeface="Malgun Gothic"/>
                <a:ea typeface="Malgun Gothic"/>
                <a:cs typeface="Malgun Gothic"/>
              </a:defRPr>
            </a:lvl3pPr>
            <a:lvl4pPr algn="l">
              <a:defRPr sz="1575" b="1">
                <a:solidFill>
                  <a:srgbClr val="4D5A68"/>
                </a:solidFill>
                <a:latin typeface="Malgun Gothic"/>
                <a:ea typeface="Malgun Gothic"/>
                <a:cs typeface="Malgun Gothic"/>
              </a:defRPr>
            </a:lvl4pPr>
            <a:lvl5pPr algn="l">
              <a:defRPr sz="1575" b="1">
                <a:solidFill>
                  <a:srgbClr val="4D5A68"/>
                </a:solidFill>
                <a:latin typeface="Malgun Gothic"/>
                <a:ea typeface="Malgun Gothic"/>
                <a:cs typeface="Malgun Gothic"/>
              </a:defRPr>
            </a:lvl5pPr>
            <a:lvl6pPr algn="l">
              <a:defRPr sz="1575" b="1">
                <a:solidFill>
                  <a:srgbClr val="4D5A68"/>
                </a:solidFill>
                <a:latin typeface="Malgun Gothic"/>
                <a:ea typeface="Malgun Gothic"/>
                <a:cs typeface="Malgun Gothic"/>
              </a:defRPr>
            </a:lvl6pPr>
            <a:lvl7pPr algn="l">
              <a:defRPr sz="1575" b="1">
                <a:solidFill>
                  <a:srgbClr val="4D5A68"/>
                </a:solidFill>
                <a:latin typeface="Malgun Gothic"/>
                <a:ea typeface="Malgun Gothic"/>
                <a:cs typeface="Malgun Gothic"/>
              </a:defRPr>
            </a:lvl7pPr>
            <a:lvl8pPr algn="l">
              <a:defRPr sz="1575" b="1">
                <a:solidFill>
                  <a:srgbClr val="4D5A68"/>
                </a:solidFill>
                <a:latin typeface="Malgun Gothic"/>
                <a:ea typeface="Malgun Gothic"/>
                <a:cs typeface="Malgun Gothic"/>
              </a:defRPr>
            </a:lvl8pPr>
            <a:lvl9pPr algn="l">
              <a:defRPr sz="1575" b="1">
                <a:solidFill>
                  <a:srgbClr val="4D5A68"/>
                </a:solidFill>
                <a:latin typeface="Malgun Gothic"/>
                <a:ea typeface="Malgun Gothic"/>
                <a:cs typeface="Malgun Gothic"/>
              </a:defRPr>
            </a:lvl9pPr>
          </a:lstStyle>
          <a:p xmlns:a="http://schemas.openxmlformats.org/drawingml/2006/main">
            <a:pPr algn="l">
              <a:defRPr sz="1575" b="1">
                <a:solidFill>
                  <a:srgbClr val="4D5A68"/>
                </a:solidFill>
                <a:latin typeface="Malgun Gothic"/>
                <a:ea typeface="Malgun Gothic"/>
                <a:cs typeface="Malgun Gothic"/>
              </a:defRPr>
            </a:pPr>
            <a:r>
              <a:rPr sz="1575" b="1">
                <a:solidFill>
                  <a:srgbClr val="4D5A68"/>
                </a:solidFill>
                <a:latin typeface="Malgun Gothic"/>
                <a:ea typeface="Malgun Gothic"/>
                <a:cs typeface="Malgun Gothic"/>
              </a:rPr>
              <a:t>작업별 요청 예</a:t>
            </a:r>
          </a:p>
        </p:txBody>
      </p:sp>
      <p:sp>
        <p:nvSpPr>
          <p:cNvPr id="15" name="crop 경계 버그 수정&#10;이번에는 README만 변경">
            <a:extLst xmlns:a="http://schemas.openxmlformats.org/drawingml/2006/main">
              <a:ext uri="{FF2B5EF4-FFF2-40B4-BE49-F238E27FC236}">
                <a16:creationId xmlns:a16="http://schemas.microsoft.com/office/drawing/2014/main" id="{ABE2A37D-7CCB-4429-AE0B-DEE423EC9027}"/>
              </a:ext>
            </a:extLst>
          </p:cNvPr>
          <p:cNvSpPr>
            <a:spLocks xmlns:a="http://schemas.openxmlformats.org/drawingml/2006/main" noGrp="1"/>
          </p:cNvSpPr>
          <p:nvPr/>
        </p:nvSpPr>
        <p:spPr>
          <a:xfrm xmlns:a="http://schemas.openxmlformats.org/drawingml/2006/main">
            <a:off x="762000" y="4086225"/>
            <a:ext cx="2552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crop 경계 버그 수정</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이번에는 README만 변경</a:t>
            </a:r>
          </a:p>
        </p:txBody>
      </p:sp>
      <p:sp>
        <p:nvSpPr>
          <p:cNvPr id="16" name="프로젝트의 테스트 명령&#10;의존성 추가에는&#10;작업상 근거 필요">
            <a:extLst xmlns:a="http://schemas.openxmlformats.org/drawingml/2006/main">
              <a:ext uri="{FF2B5EF4-FFF2-40B4-BE49-F238E27FC236}">
                <a16:creationId xmlns:a16="http://schemas.microsoft.com/office/drawing/2014/main" id="{4437F795-2525-4B67-BFD0-7A5BA9F397B2}"/>
              </a:ext>
            </a:extLst>
          </p:cNvPr>
          <p:cNvSpPr>
            <a:spLocks xmlns:a="http://schemas.openxmlformats.org/drawingml/2006/main" noGrp="1"/>
          </p:cNvSpPr>
          <p:nvPr/>
        </p:nvSpPr>
        <p:spPr>
          <a:xfrm xmlns:a="http://schemas.openxmlformats.org/drawingml/2006/main">
            <a:off x="6515100" y="3790950"/>
            <a:ext cx="26289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프로젝트의 테스트 명령</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의존성 추가에는</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작업상 근거 필요</a:t>
            </a:r>
          </a:p>
        </p:txBody>
      </p:sp>
      <p:sp>
        <p:nvSpPr>
          <p:cNvPr id="17" name="">
            <a:extLst xmlns:a="http://schemas.openxmlformats.org/drawingml/2006/main">
              <a:ext uri="{FF2B5EF4-FFF2-40B4-BE49-F238E27FC236}">
                <a16:creationId xmlns:a16="http://schemas.microsoft.com/office/drawing/2014/main" id="{14BE345F-F3A7-472F-9494-F354690C8260}"/>
              </a:ext>
            </a:extLst>
          </p:cNvPr>
          <p:cNvSpPr>
            <a:spLocks xmlns:a="http://schemas.openxmlformats.org/drawingml/2006/main" noGrp="1"/>
          </p:cNvSpPr>
          <p:nvPr/>
        </p:nvSpPr>
        <p:spPr>
          <a:xfrm xmlns:a="http://schemas.openxmlformats.org/drawingml/2006/main">
            <a:off x="3629025" y="4191000"/>
            <a:ext cx="276225" cy="2190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241F457-0D3A-4B97-8C9D-0830E6E0A612}"/>
              </a:ext>
            </a:extLst>
          </p:cNvPr>
          <p:cNvSpPr>
            <a:spLocks xmlns:a="http://schemas.openxmlformats.org/drawingml/2006/main" noGrp="1"/>
          </p:cNvSpPr>
          <p:nvPr/>
        </p:nvSpPr>
        <p:spPr>
          <a:xfrm xmlns:a="http://schemas.openxmlformats.org/drawingml/2006/main">
            <a:off x="9467850" y="4191000"/>
            <a:ext cx="276225" cy="219075"/>
          </a:xfrm>
          <a:prstGeom xmlns:a="http://schemas.openxmlformats.org/drawingml/2006/main" prst="rightArrow">
            <a:avLst/>
          </a:prstGeom>
          <a:solidFill xmlns:a="http://schemas.openxmlformats.org/drawingml/2006/main">
            <a:srgbClr val="0B6172"/>
          </a:solidFill>
          <a:ln xmlns:a="http://schemas.openxmlformats.org/drawingml/2006/main" w="0">
            <a:noFill/>
          </a:ln>
        </p:spPr>
      </p:sp>
      <p:pic>
        <p:nvPicPr>
          <p:cNvPr id="19" name="">
            <a:extLst xmlns:a="http://schemas.openxmlformats.org/drawingml/2006/main">
              <a:ext uri="{FF2B5EF4-FFF2-40B4-BE49-F238E27FC236}">
                <a16:creationId xmlns:a16="http://schemas.microsoft.com/office/drawing/2014/main" id="{80CBCC17-38D4-4DB6-87BC-56FE56235FB3}"/>
              </a:ext>
            </a:extLst>
          </p:cNvPr>
          <p:cNvPicPr>
            <a:picLocks xmlns:a="http://schemas.openxmlformats.org/drawingml/2006/main" noChangeAspect="1"/>
          </p:cNvPicPr>
          <p:nvPr/>
        </p:nvPicPr>
        <p:blipFill>
          <a:blip xmlns:r="http://schemas.openxmlformats.org/officeDocument/2006/relationships" xmlns:a="http://schemas.openxmlformats.org/drawingml/2006/main" r:embed="Rec3bd6bc95f349ab"/>
          <a:srcRect xmlns:a="http://schemas.openxmlformats.org/drawingml/2006/main" l="2903" t="12667" r="2841" b="12873"/>
          <a:stretch xmlns:a="http://schemas.openxmlformats.org/drawingml/2006/main"/>
        </p:blipFill>
        <p:spPr>
          <a:xfrm xmlns:a="http://schemas.openxmlformats.org/drawingml/2006/main">
            <a:off x="4057650" y="3848100"/>
            <a:ext cx="1771650" cy="847725"/>
          </a:xfrm>
          <a:prstGeom xmlns:a="http://schemas.openxmlformats.org/drawingml/2006/main" prst="rect">
            <a:avLst/>
          </a:prstGeom>
        </p:spPr>
      </p:pic>
      <p:sp>
        <p:nvSpPr>
          <p:cNvPr id="20" name="Prompt">
            <a:extLst xmlns:a="http://schemas.openxmlformats.org/drawingml/2006/main">
              <a:ext uri="{FF2B5EF4-FFF2-40B4-BE49-F238E27FC236}">
                <a16:creationId xmlns:a16="http://schemas.microsoft.com/office/drawing/2014/main" id="{0C3D7981-E6F8-41D1-9453-439A93309C36}"/>
              </a:ext>
            </a:extLst>
          </p:cNvPr>
          <p:cNvSpPr>
            <a:spLocks xmlns:a="http://schemas.openxmlformats.org/drawingml/2006/main" noGrp="1"/>
          </p:cNvSpPr>
          <p:nvPr/>
        </p:nvSpPr>
        <p:spPr>
          <a:xfrm xmlns:a="http://schemas.openxmlformats.org/drawingml/2006/main">
            <a:off x="4229100" y="41624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0B6172"/>
                </a:solidFill>
                <a:latin typeface="Consolas"/>
                <a:ea typeface="Consolas"/>
                <a:cs typeface="Consolas"/>
              </a:defRPr>
            </a:defPPr>
            <a:lvl1pPr algn="ctr">
              <a:defRPr sz="1800" b="1">
                <a:solidFill>
                  <a:srgbClr val="0B6172"/>
                </a:solidFill>
                <a:latin typeface="Consolas"/>
                <a:ea typeface="Consolas"/>
                <a:cs typeface="Consolas"/>
              </a:defRPr>
            </a:lvl1pPr>
            <a:lvl2pPr algn="ctr">
              <a:defRPr sz="1800" b="1">
                <a:solidFill>
                  <a:srgbClr val="0B6172"/>
                </a:solidFill>
                <a:latin typeface="Consolas"/>
                <a:ea typeface="Consolas"/>
                <a:cs typeface="Consolas"/>
              </a:defRPr>
            </a:lvl2pPr>
            <a:lvl3pPr algn="ctr">
              <a:defRPr sz="1800" b="1">
                <a:solidFill>
                  <a:srgbClr val="0B6172"/>
                </a:solidFill>
                <a:latin typeface="Consolas"/>
                <a:ea typeface="Consolas"/>
                <a:cs typeface="Consolas"/>
              </a:defRPr>
            </a:lvl3pPr>
            <a:lvl4pPr algn="ctr">
              <a:defRPr sz="1800" b="1">
                <a:solidFill>
                  <a:srgbClr val="0B6172"/>
                </a:solidFill>
                <a:latin typeface="Consolas"/>
                <a:ea typeface="Consolas"/>
                <a:cs typeface="Consolas"/>
              </a:defRPr>
            </a:lvl4pPr>
            <a:lvl5pPr algn="ctr">
              <a:defRPr sz="1800" b="1">
                <a:solidFill>
                  <a:srgbClr val="0B6172"/>
                </a:solidFill>
                <a:latin typeface="Consolas"/>
                <a:ea typeface="Consolas"/>
                <a:cs typeface="Consolas"/>
              </a:defRPr>
            </a:lvl5pPr>
            <a:lvl6pPr algn="ctr">
              <a:defRPr sz="1800" b="1">
                <a:solidFill>
                  <a:srgbClr val="0B6172"/>
                </a:solidFill>
                <a:latin typeface="Consolas"/>
                <a:ea typeface="Consolas"/>
                <a:cs typeface="Consolas"/>
              </a:defRPr>
            </a:lvl6pPr>
            <a:lvl7pPr algn="ctr">
              <a:defRPr sz="1800" b="1">
                <a:solidFill>
                  <a:srgbClr val="0B6172"/>
                </a:solidFill>
                <a:latin typeface="Consolas"/>
                <a:ea typeface="Consolas"/>
                <a:cs typeface="Consolas"/>
              </a:defRPr>
            </a:lvl7pPr>
            <a:lvl8pPr algn="ctr">
              <a:defRPr sz="1800" b="1">
                <a:solidFill>
                  <a:srgbClr val="0B6172"/>
                </a:solidFill>
                <a:latin typeface="Consolas"/>
                <a:ea typeface="Consolas"/>
                <a:cs typeface="Consolas"/>
              </a:defRPr>
            </a:lvl8pPr>
            <a:lvl9pPr algn="ctr">
              <a:defRPr sz="1800" b="1">
                <a:solidFill>
                  <a:srgbClr val="0B6172"/>
                </a:solidFill>
                <a:latin typeface="Consolas"/>
                <a:ea typeface="Consolas"/>
                <a:cs typeface="Consolas"/>
              </a:defRPr>
            </a:lvl9pPr>
          </a:lstStyle>
          <a:p xmlns:a="http://schemas.openxmlformats.org/drawingml/2006/main">
            <a:pPr algn="ctr">
              <a:defRPr sz="1800" b="1">
                <a:solidFill>
                  <a:srgbClr val="0B6172"/>
                </a:solidFill>
                <a:latin typeface="Consolas"/>
                <a:ea typeface="Consolas"/>
                <a:cs typeface="Consolas"/>
              </a:defRPr>
            </a:pPr>
            <a:r>
              <a:rPr sz="1800" b="1">
                <a:solidFill>
                  <a:srgbClr val="0B6172"/>
                </a:solidFill>
                <a:latin typeface="Consolas"/>
                <a:ea typeface="Consolas"/>
                <a:cs typeface="Consolas"/>
              </a:rPr>
              <a:t>Prompt</a:t>
            </a:r>
          </a:p>
        </p:txBody>
      </p:sp>
      <p:sp>
        <p:nvSpPr>
          <p:cNvPr id="21" name="프롬프트창">
            <a:extLst xmlns:a="http://schemas.openxmlformats.org/drawingml/2006/main">
              <a:ext uri="{FF2B5EF4-FFF2-40B4-BE49-F238E27FC236}">
                <a16:creationId xmlns:a16="http://schemas.microsoft.com/office/drawing/2014/main" id="{AD1E0AAD-7036-49ED-8631-7F5904D908CE}"/>
              </a:ext>
            </a:extLst>
          </p:cNvPr>
          <p:cNvSpPr>
            <a:spLocks xmlns:a="http://schemas.openxmlformats.org/drawingml/2006/main" noGrp="1"/>
          </p:cNvSpPr>
          <p:nvPr/>
        </p:nvSpPr>
        <p:spPr>
          <a:xfrm xmlns:a="http://schemas.openxmlformats.org/drawingml/2006/main">
            <a:off x="4057650" y="4772025"/>
            <a:ext cx="1771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4D5A68"/>
                </a:solidFill>
                <a:latin typeface="Malgun Gothic"/>
                <a:ea typeface="Malgun Gothic"/>
                <a:cs typeface="Malgun Gothic"/>
              </a:defRPr>
            </a:defPPr>
            <a:lvl1pPr algn="ctr">
              <a:defRPr sz="1650" b="1">
                <a:solidFill>
                  <a:srgbClr val="4D5A68"/>
                </a:solidFill>
                <a:latin typeface="Malgun Gothic"/>
                <a:ea typeface="Malgun Gothic"/>
                <a:cs typeface="Malgun Gothic"/>
              </a:defRPr>
            </a:lvl1pPr>
            <a:lvl2pPr algn="ctr">
              <a:defRPr sz="1650" b="1">
                <a:solidFill>
                  <a:srgbClr val="4D5A68"/>
                </a:solidFill>
                <a:latin typeface="Malgun Gothic"/>
                <a:ea typeface="Malgun Gothic"/>
                <a:cs typeface="Malgun Gothic"/>
              </a:defRPr>
            </a:lvl2pPr>
            <a:lvl3pPr algn="ctr">
              <a:defRPr sz="1650" b="1">
                <a:solidFill>
                  <a:srgbClr val="4D5A68"/>
                </a:solidFill>
                <a:latin typeface="Malgun Gothic"/>
                <a:ea typeface="Malgun Gothic"/>
                <a:cs typeface="Malgun Gothic"/>
              </a:defRPr>
            </a:lvl3pPr>
            <a:lvl4pPr algn="ctr">
              <a:defRPr sz="1650" b="1">
                <a:solidFill>
                  <a:srgbClr val="4D5A68"/>
                </a:solidFill>
                <a:latin typeface="Malgun Gothic"/>
                <a:ea typeface="Malgun Gothic"/>
                <a:cs typeface="Malgun Gothic"/>
              </a:defRPr>
            </a:lvl4pPr>
            <a:lvl5pPr algn="ctr">
              <a:defRPr sz="1650" b="1">
                <a:solidFill>
                  <a:srgbClr val="4D5A68"/>
                </a:solidFill>
                <a:latin typeface="Malgun Gothic"/>
                <a:ea typeface="Malgun Gothic"/>
                <a:cs typeface="Malgun Gothic"/>
              </a:defRPr>
            </a:lvl5pPr>
            <a:lvl6pPr algn="ctr">
              <a:defRPr sz="1650" b="1">
                <a:solidFill>
                  <a:srgbClr val="4D5A68"/>
                </a:solidFill>
                <a:latin typeface="Malgun Gothic"/>
                <a:ea typeface="Malgun Gothic"/>
                <a:cs typeface="Malgun Gothic"/>
              </a:defRPr>
            </a:lvl6pPr>
            <a:lvl7pPr algn="ctr">
              <a:defRPr sz="1650" b="1">
                <a:solidFill>
                  <a:srgbClr val="4D5A68"/>
                </a:solidFill>
                <a:latin typeface="Malgun Gothic"/>
                <a:ea typeface="Malgun Gothic"/>
                <a:cs typeface="Malgun Gothic"/>
              </a:defRPr>
            </a:lvl7pPr>
            <a:lvl8pPr algn="ctr">
              <a:defRPr sz="1650" b="1">
                <a:solidFill>
                  <a:srgbClr val="4D5A68"/>
                </a:solidFill>
                <a:latin typeface="Malgun Gothic"/>
                <a:ea typeface="Malgun Gothic"/>
                <a:cs typeface="Malgun Gothic"/>
              </a:defRPr>
            </a:lvl8pPr>
            <a:lvl9pPr algn="ctr">
              <a:defRPr sz="1650" b="1">
                <a:solidFill>
                  <a:srgbClr val="4D5A68"/>
                </a:solidFill>
                <a:latin typeface="Malgun Gothic"/>
                <a:ea typeface="Malgun Gothic"/>
                <a:cs typeface="Malgun Gothic"/>
              </a:defRPr>
            </a:lvl9pPr>
          </a:lstStyle>
          <a:p xmlns:a="http://schemas.openxmlformats.org/drawingml/2006/main">
            <a:pPr algn="ctr">
              <a:defRPr sz="1650" b="1">
                <a:solidFill>
                  <a:srgbClr val="4D5A68"/>
                </a:solidFill>
                <a:latin typeface="Malgun Gothic"/>
                <a:ea typeface="Malgun Gothic"/>
                <a:cs typeface="Malgun Gothic"/>
              </a:defRPr>
            </a:pPr>
            <a:r>
              <a:rPr sz="1650" b="1">
                <a:solidFill>
                  <a:srgbClr val="4D5A68"/>
                </a:solidFill>
                <a:latin typeface="Malgun Gothic"/>
                <a:ea typeface="Malgun Gothic"/>
                <a:cs typeface="Malgun Gothic"/>
              </a:rPr>
              <a:t>프롬프트창</a:t>
            </a:r>
          </a:p>
        </p:txBody>
      </p:sp>
      <p:pic>
        <p:nvPicPr>
          <p:cNvPr id="22" name="">
            <a:extLst xmlns:a="http://schemas.openxmlformats.org/drawingml/2006/main">
              <a:ext uri="{FF2B5EF4-FFF2-40B4-BE49-F238E27FC236}">
                <a16:creationId xmlns:a16="http://schemas.microsoft.com/office/drawing/2014/main" id="{18F67025-BD90-4289-A820-80FD0D458692}"/>
              </a:ext>
            </a:extLst>
          </p:cNvPr>
          <p:cNvPicPr>
            <a:picLocks xmlns:a="http://schemas.openxmlformats.org/drawingml/2006/main" noChangeAspect="1"/>
          </p:cNvPicPr>
          <p:nvPr/>
        </p:nvPicPr>
        <p:blipFill>
          <a:blip xmlns:r="http://schemas.openxmlformats.org/officeDocument/2006/relationships" xmlns:a="http://schemas.openxmlformats.org/drawingml/2006/main" r:embed="R8d4d09e830fe4227"/>
          <a:srcRect xmlns:a="http://schemas.openxmlformats.org/drawingml/2006/main" l="8467" t="7489" r="6952" b="6776"/>
          <a:stretch xmlns:a="http://schemas.openxmlformats.org/drawingml/2006/main"/>
        </p:blipFill>
        <p:spPr>
          <a:xfrm xmlns:a="http://schemas.openxmlformats.org/drawingml/2006/main">
            <a:off x="10039350" y="3324225"/>
            <a:ext cx="1485900" cy="1857375"/>
          </a:xfrm>
          <a:prstGeom xmlns:a="http://schemas.openxmlformats.org/drawingml/2006/main" prst="rect">
            <a:avLst/>
          </a:prstGeom>
        </p:spPr>
      </p:pic>
      <p:sp>
        <p:nvSpPr>
          <p:cNvPr id="23" name="AGENTS.md">
            <a:extLst xmlns:a="http://schemas.openxmlformats.org/drawingml/2006/main">
              <a:ext uri="{FF2B5EF4-FFF2-40B4-BE49-F238E27FC236}">
                <a16:creationId xmlns:a16="http://schemas.microsoft.com/office/drawing/2014/main" id="{202E4EF8-624D-4603-9F28-DB1BC7937C58}"/>
              </a:ext>
            </a:extLst>
          </p:cNvPr>
          <p:cNvSpPr>
            <a:spLocks xmlns:a="http://schemas.openxmlformats.org/drawingml/2006/main" noGrp="1"/>
          </p:cNvSpPr>
          <p:nvPr/>
        </p:nvSpPr>
        <p:spPr>
          <a:xfrm xmlns:a="http://schemas.openxmlformats.org/drawingml/2006/main">
            <a:off x="10144125" y="4114800"/>
            <a:ext cx="1276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B6172"/>
                </a:solidFill>
                <a:latin typeface="Consolas"/>
                <a:ea typeface="Consolas"/>
                <a:cs typeface="Consolas"/>
              </a:defRPr>
            </a:defPPr>
            <a:lvl1pPr algn="ctr">
              <a:defRPr sz="1650" b="1">
                <a:solidFill>
                  <a:srgbClr val="0B6172"/>
                </a:solidFill>
                <a:latin typeface="Consolas"/>
                <a:ea typeface="Consolas"/>
                <a:cs typeface="Consolas"/>
              </a:defRPr>
            </a:lvl1pPr>
            <a:lvl2pPr algn="ctr">
              <a:defRPr sz="1650" b="1">
                <a:solidFill>
                  <a:srgbClr val="0B6172"/>
                </a:solidFill>
                <a:latin typeface="Consolas"/>
                <a:ea typeface="Consolas"/>
                <a:cs typeface="Consolas"/>
              </a:defRPr>
            </a:lvl2pPr>
            <a:lvl3pPr algn="ctr">
              <a:defRPr sz="1650" b="1">
                <a:solidFill>
                  <a:srgbClr val="0B6172"/>
                </a:solidFill>
                <a:latin typeface="Consolas"/>
                <a:ea typeface="Consolas"/>
                <a:cs typeface="Consolas"/>
              </a:defRPr>
            </a:lvl3pPr>
            <a:lvl4pPr algn="ctr">
              <a:defRPr sz="1650" b="1">
                <a:solidFill>
                  <a:srgbClr val="0B6172"/>
                </a:solidFill>
                <a:latin typeface="Consolas"/>
                <a:ea typeface="Consolas"/>
                <a:cs typeface="Consolas"/>
              </a:defRPr>
            </a:lvl4pPr>
            <a:lvl5pPr algn="ctr">
              <a:defRPr sz="1650" b="1">
                <a:solidFill>
                  <a:srgbClr val="0B6172"/>
                </a:solidFill>
                <a:latin typeface="Consolas"/>
                <a:ea typeface="Consolas"/>
                <a:cs typeface="Consolas"/>
              </a:defRPr>
            </a:lvl5pPr>
            <a:lvl6pPr algn="ctr">
              <a:defRPr sz="1650" b="1">
                <a:solidFill>
                  <a:srgbClr val="0B6172"/>
                </a:solidFill>
                <a:latin typeface="Consolas"/>
                <a:ea typeface="Consolas"/>
                <a:cs typeface="Consolas"/>
              </a:defRPr>
            </a:lvl6pPr>
            <a:lvl7pPr algn="ctr">
              <a:defRPr sz="1650" b="1">
                <a:solidFill>
                  <a:srgbClr val="0B6172"/>
                </a:solidFill>
                <a:latin typeface="Consolas"/>
                <a:ea typeface="Consolas"/>
                <a:cs typeface="Consolas"/>
              </a:defRPr>
            </a:lvl7pPr>
            <a:lvl8pPr algn="ctr">
              <a:defRPr sz="1650" b="1">
                <a:solidFill>
                  <a:srgbClr val="0B6172"/>
                </a:solidFill>
                <a:latin typeface="Consolas"/>
                <a:ea typeface="Consolas"/>
                <a:cs typeface="Consolas"/>
              </a:defRPr>
            </a:lvl8pPr>
            <a:lvl9pPr algn="ctr">
              <a:defRPr sz="1650" b="1">
                <a:solidFill>
                  <a:srgbClr val="0B6172"/>
                </a:solidFill>
                <a:latin typeface="Consolas"/>
                <a:ea typeface="Consolas"/>
                <a:cs typeface="Consolas"/>
              </a:defRPr>
            </a:lvl9pPr>
          </a:lstStyle>
          <a:p xmlns:a="http://schemas.openxmlformats.org/drawingml/2006/main">
            <a:pPr algn="ctr">
              <a:defRPr sz="1650" b="1">
                <a:solidFill>
                  <a:srgbClr val="0B6172"/>
                </a:solidFill>
                <a:latin typeface="Consolas"/>
                <a:ea typeface="Consolas"/>
                <a:cs typeface="Consolas"/>
              </a:defRPr>
            </a:pPr>
            <a:r>
              <a:rPr sz="1650" b="1">
                <a:solidFill>
                  <a:srgbClr val="0B6172"/>
                </a:solidFill>
                <a:latin typeface="Consolas"/>
                <a:ea typeface="Consolas"/>
                <a:cs typeface="Consolas"/>
              </a:rPr>
              <a:t>AGENTS.md</a:t>
            </a:r>
          </a:p>
        </p:txBody>
      </p:sp>
      <p:sp>
        <p:nvSpPr>
          <p:cNvPr id="24" name="">
            <a:extLst xmlns:a="http://schemas.openxmlformats.org/drawingml/2006/main">
              <a:ext uri="{FF2B5EF4-FFF2-40B4-BE49-F238E27FC236}">
                <a16:creationId xmlns:a16="http://schemas.microsoft.com/office/drawing/2014/main" id="{579B89CF-61D0-4931-BC4C-02FAF5ADFA48}"/>
              </a:ext>
            </a:extLst>
          </p:cNvPr>
          <p:cNvSpPr>
            <a:spLocks xmlns:a="http://schemas.openxmlformats.org/drawingml/2006/main" noGrp="1"/>
          </p:cNvSpPr>
          <p:nvPr/>
        </p:nvSpPr>
        <p:spPr>
          <a:xfrm xmlns:a="http://schemas.openxmlformats.org/drawingml/2006/main">
            <a:off x="609600" y="5257800"/>
            <a:ext cx="52197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5" name="">
            <a:extLst xmlns:a="http://schemas.openxmlformats.org/drawingml/2006/main">
              <a:ext uri="{FF2B5EF4-FFF2-40B4-BE49-F238E27FC236}">
                <a16:creationId xmlns:a16="http://schemas.microsoft.com/office/drawing/2014/main" id="{3B576BCA-BC46-43E4-BA32-2DC0C07B3E50}"/>
              </a:ext>
            </a:extLst>
          </p:cNvPr>
          <p:cNvSpPr>
            <a:spLocks xmlns:a="http://schemas.openxmlformats.org/drawingml/2006/main" noGrp="1"/>
          </p:cNvSpPr>
          <p:nvPr/>
        </p:nvSpPr>
        <p:spPr>
          <a:xfrm xmlns:a="http://schemas.openxmlformats.org/drawingml/2006/main">
            <a:off x="6362700" y="5257800"/>
            <a:ext cx="5219700" cy="3905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6" name="다음 작업에서는 목표가 달라짐">
            <a:extLst xmlns:a="http://schemas.openxmlformats.org/drawingml/2006/main">
              <a:ext uri="{FF2B5EF4-FFF2-40B4-BE49-F238E27FC236}">
                <a16:creationId xmlns:a16="http://schemas.microsoft.com/office/drawing/2014/main" id="{E9095771-4A9B-4CED-9C89-BB8D0CAB58AF}"/>
              </a:ext>
            </a:extLst>
          </p:cNvPr>
          <p:cNvSpPr>
            <a:spLocks xmlns:a="http://schemas.openxmlformats.org/drawingml/2006/main" noGrp="1"/>
          </p:cNvSpPr>
          <p:nvPr/>
        </p:nvSpPr>
        <p:spPr>
          <a:xfrm xmlns:a="http://schemas.openxmlformats.org/drawingml/2006/main">
            <a:off x="762000" y="5286375"/>
            <a:ext cx="491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다음 작업에서는 목표가 달라짐</a:t>
            </a:r>
          </a:p>
        </p:txBody>
      </p:sp>
      <p:sp>
        <p:nvSpPr>
          <p:cNvPr id="27" name="여러 작업에서 다시 참고">
            <a:extLst xmlns:a="http://schemas.openxmlformats.org/drawingml/2006/main">
              <a:ext uri="{FF2B5EF4-FFF2-40B4-BE49-F238E27FC236}">
                <a16:creationId xmlns:a16="http://schemas.microsoft.com/office/drawing/2014/main" id="{1D0EE21E-A60F-4F5C-B347-95FFD400194E}"/>
              </a:ext>
            </a:extLst>
          </p:cNvPr>
          <p:cNvSpPr>
            <a:spLocks xmlns:a="http://schemas.openxmlformats.org/drawingml/2006/main" noGrp="1"/>
          </p:cNvSpPr>
          <p:nvPr/>
        </p:nvSpPr>
        <p:spPr>
          <a:xfrm xmlns:a="http://schemas.openxmlformats.org/drawingml/2006/main">
            <a:off x="6515100" y="5286375"/>
            <a:ext cx="491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여러 작업에서 다시 참고</a:t>
            </a:r>
          </a:p>
        </p:txBody>
      </p:sp>
      <p:sp>
        <p:nvSpPr>
          <p:cNvPr id="28" name="Legacy module connection">
            <a:extLst xmlns:a="http://schemas.openxmlformats.org/drawingml/2006/main">
              <a:ext uri="{FF2B5EF4-FFF2-40B4-BE49-F238E27FC236}">
                <a16:creationId xmlns:a16="http://schemas.microsoft.com/office/drawing/2014/main" id="{5FF4E535-39A6-4C79-A0A7-D78792658367}"/>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360084336"/>
      </p:ext>
    </p:extLst>
  </p:cSld>
</p:sld>
</file>

<file path=ppt/slides/slide3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0" name="ACT 2 · Context가 쌓이는 과정">
            <a:extLst xmlns:a="http://schemas.openxmlformats.org/drawingml/2006/main">
              <a:ext uri="{FF2B5EF4-FFF2-40B4-BE49-F238E27FC236}">
                <a16:creationId xmlns:a16="http://schemas.microsoft.com/office/drawing/2014/main" id="{2DBCF7F5-CB80-477A-80AE-1A813A1D2508}"/>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Context가 쌓이는 과정</a:t>
            </a:r>
          </a:p>
        </p:txBody>
      </p:sp>
      <p:sp>
        <p:nvSpPr>
          <p:cNvPr id="2" name="S36">
            <a:extLst xmlns:a="http://schemas.openxmlformats.org/drawingml/2006/main">
              <a:ext uri="{FF2B5EF4-FFF2-40B4-BE49-F238E27FC236}">
                <a16:creationId xmlns:a16="http://schemas.microsoft.com/office/drawing/2014/main" id="{03CC1D1D-AE3A-4026-B4EF-C1C4BBDFBDFB}"/>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S36</a:t>
            </a:r>
          </a:p>
        </p:txBody>
      </p:sp>
      <p:sp>
        <p:nvSpPr>
          <p:cNvPr id="3" name="정확한 정보도 계속 늘어난다">
            <a:extLst xmlns:a="http://schemas.openxmlformats.org/drawingml/2006/main">
              <a:ext uri="{FF2B5EF4-FFF2-40B4-BE49-F238E27FC236}">
                <a16:creationId xmlns:a16="http://schemas.microsoft.com/office/drawing/2014/main" id="{2A0252C2-67E1-4CF1-B707-0474CD05F518}"/>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정확한 정보도 계속 늘어난다</a:t>
            </a:r>
          </a:p>
        </p:txBody>
      </p:sp>
      <p:sp>
        <p:nvSpPr>
          <p:cNvPr id="4" name="">
            <a:extLst xmlns:a="http://schemas.openxmlformats.org/drawingml/2006/main">
              <a:ext uri="{FF2B5EF4-FFF2-40B4-BE49-F238E27FC236}">
                <a16:creationId xmlns:a16="http://schemas.microsoft.com/office/drawing/2014/main" id="{165EF2AC-E28E-4732-8A5A-4DE502CE4B53}"/>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실제 AGENTS.md 전후 내용을 바탕으로 재구성 · 문서는 교육용 생성 도식">
            <a:extLst xmlns:a="http://schemas.openxmlformats.org/drawingml/2006/main">
              <a:ext uri="{FF2B5EF4-FFF2-40B4-BE49-F238E27FC236}">
                <a16:creationId xmlns:a16="http://schemas.microsoft.com/office/drawing/2014/main" id="{03E17A80-49E4-4AB5-AB83-3B67AC055778}"/>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실제 AGENTS.md 전후 내용을 바탕으로 재구성 · 문서는 교육용 생성 도식</a:t>
            </a:r>
          </a:p>
        </p:txBody>
      </p:sp>
      <p:sp>
        <p:nvSpPr>
          <p:cNvPr id="6" name="이야기 속 두 시점 비교 · 정보 증가가 실패를 일으켰다는 관찰은 아님">
            <a:extLst xmlns:a="http://schemas.openxmlformats.org/drawingml/2006/main">
              <a:ext uri="{FF2B5EF4-FFF2-40B4-BE49-F238E27FC236}">
                <a16:creationId xmlns:a16="http://schemas.microsoft.com/office/drawing/2014/main" id="{9F573ECF-432F-4641-8300-40CA6C1B113B}"/>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이야기 속 두 시점 비교 · 정보 증가가 실패를 일으켰다는 관찰은 아님</a:t>
            </a:r>
          </a:p>
        </p:txBody>
      </p:sp>
      <p:sp>
        <p:nvSpPr>
          <p:cNvPr id="7" name="프로젝트 초기">
            <a:extLst xmlns:a="http://schemas.openxmlformats.org/drawingml/2006/main">
              <a:ext uri="{FF2B5EF4-FFF2-40B4-BE49-F238E27FC236}">
                <a16:creationId xmlns:a16="http://schemas.microsoft.com/office/drawing/2014/main" id="{1F1F23AA-DF6C-41E0-B59D-4FAB9B55072C}"/>
              </a:ext>
            </a:extLst>
          </p:cNvPr>
          <p:cNvSpPr>
            <a:spLocks xmlns:a="http://schemas.openxmlformats.org/drawingml/2006/main" noGrp="1"/>
          </p:cNvSpPr>
          <p:nvPr/>
        </p:nvSpPr>
        <p:spPr>
          <a:xfrm xmlns:a="http://schemas.openxmlformats.org/drawingml/2006/main">
            <a:off x="609600" y="1876425"/>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4D5A68"/>
                </a:solidFill>
                <a:latin typeface="Malgun Gothic"/>
                <a:ea typeface="Malgun Gothic"/>
                <a:cs typeface="Malgun Gothic"/>
              </a:defRPr>
            </a:defPPr>
            <a:lvl1pPr algn="l">
              <a:defRPr sz="2325" b="1">
                <a:solidFill>
                  <a:srgbClr val="4D5A68"/>
                </a:solidFill>
                <a:latin typeface="Malgun Gothic"/>
                <a:ea typeface="Malgun Gothic"/>
                <a:cs typeface="Malgun Gothic"/>
              </a:defRPr>
            </a:lvl1pPr>
            <a:lvl2pPr algn="l">
              <a:defRPr sz="2325" b="1">
                <a:solidFill>
                  <a:srgbClr val="4D5A68"/>
                </a:solidFill>
                <a:latin typeface="Malgun Gothic"/>
                <a:ea typeface="Malgun Gothic"/>
                <a:cs typeface="Malgun Gothic"/>
              </a:defRPr>
            </a:lvl2pPr>
            <a:lvl3pPr algn="l">
              <a:defRPr sz="2325" b="1">
                <a:solidFill>
                  <a:srgbClr val="4D5A68"/>
                </a:solidFill>
                <a:latin typeface="Malgun Gothic"/>
                <a:ea typeface="Malgun Gothic"/>
                <a:cs typeface="Malgun Gothic"/>
              </a:defRPr>
            </a:lvl3pPr>
            <a:lvl4pPr algn="l">
              <a:defRPr sz="2325" b="1">
                <a:solidFill>
                  <a:srgbClr val="4D5A68"/>
                </a:solidFill>
                <a:latin typeface="Malgun Gothic"/>
                <a:ea typeface="Malgun Gothic"/>
                <a:cs typeface="Malgun Gothic"/>
              </a:defRPr>
            </a:lvl4pPr>
            <a:lvl5pPr algn="l">
              <a:defRPr sz="2325" b="1">
                <a:solidFill>
                  <a:srgbClr val="4D5A68"/>
                </a:solidFill>
                <a:latin typeface="Malgun Gothic"/>
                <a:ea typeface="Malgun Gothic"/>
                <a:cs typeface="Malgun Gothic"/>
              </a:defRPr>
            </a:lvl5pPr>
            <a:lvl6pPr algn="l">
              <a:defRPr sz="2325" b="1">
                <a:solidFill>
                  <a:srgbClr val="4D5A68"/>
                </a:solidFill>
                <a:latin typeface="Malgun Gothic"/>
                <a:ea typeface="Malgun Gothic"/>
                <a:cs typeface="Malgun Gothic"/>
              </a:defRPr>
            </a:lvl6pPr>
            <a:lvl7pPr algn="l">
              <a:defRPr sz="2325" b="1">
                <a:solidFill>
                  <a:srgbClr val="4D5A68"/>
                </a:solidFill>
                <a:latin typeface="Malgun Gothic"/>
                <a:ea typeface="Malgun Gothic"/>
                <a:cs typeface="Malgun Gothic"/>
              </a:defRPr>
            </a:lvl7pPr>
            <a:lvl8pPr algn="l">
              <a:defRPr sz="2325" b="1">
                <a:solidFill>
                  <a:srgbClr val="4D5A68"/>
                </a:solidFill>
                <a:latin typeface="Malgun Gothic"/>
                <a:ea typeface="Malgun Gothic"/>
                <a:cs typeface="Malgun Gothic"/>
              </a:defRPr>
            </a:lvl8pPr>
            <a:lvl9pPr algn="l">
              <a:defRPr sz="2325" b="1">
                <a:solidFill>
                  <a:srgbClr val="4D5A68"/>
                </a:solidFill>
                <a:latin typeface="Malgun Gothic"/>
                <a:ea typeface="Malgun Gothic"/>
                <a:cs typeface="Malgun Gothic"/>
              </a:defRPr>
            </a:lvl9pPr>
          </a:lstStyle>
          <a:p xmlns:a="http://schemas.openxmlformats.org/drawingml/2006/main">
            <a:pPr algn="l">
              <a:defRPr sz="2325" b="1">
                <a:solidFill>
                  <a:srgbClr val="4D5A68"/>
                </a:solidFill>
                <a:latin typeface="Malgun Gothic"/>
                <a:ea typeface="Malgun Gothic"/>
                <a:cs typeface="Malgun Gothic"/>
              </a:defRPr>
            </a:pPr>
            <a:r>
              <a:rPr sz="2325" b="1">
                <a:solidFill>
                  <a:srgbClr val="4D5A68"/>
                </a:solidFill>
                <a:latin typeface="Malgun Gothic"/>
                <a:ea typeface="Malgun Gothic"/>
                <a:cs typeface="Malgun Gothic"/>
              </a:rPr>
              <a:t>프로젝트 초기</a:t>
            </a:r>
          </a:p>
        </p:txBody>
      </p:sp>
      <p:sp>
        <p:nvSpPr>
          <p:cNvPr id="8" name="현재 프로젝트">
            <a:extLst xmlns:a="http://schemas.openxmlformats.org/drawingml/2006/main">
              <a:ext uri="{FF2B5EF4-FFF2-40B4-BE49-F238E27FC236}">
                <a16:creationId xmlns:a16="http://schemas.microsoft.com/office/drawing/2014/main" id="{4CE562FE-5173-4234-842E-99CF8C21D42E}"/>
              </a:ext>
            </a:extLst>
          </p:cNvPr>
          <p:cNvSpPr>
            <a:spLocks xmlns:a="http://schemas.openxmlformats.org/drawingml/2006/main" noGrp="1"/>
          </p:cNvSpPr>
          <p:nvPr/>
        </p:nvSpPr>
        <p:spPr>
          <a:xfrm xmlns:a="http://schemas.openxmlformats.org/drawingml/2006/main">
            <a:off x="4076700" y="18764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현재 프로젝트</a:t>
            </a:r>
          </a:p>
        </p:txBody>
      </p:sp>
      <p:pic>
        <p:nvPicPr>
          <p:cNvPr id="9" name="">
            <a:extLst xmlns:a="http://schemas.openxmlformats.org/drawingml/2006/main">
              <a:ext uri="{FF2B5EF4-FFF2-40B4-BE49-F238E27FC236}">
                <a16:creationId xmlns:a16="http://schemas.microsoft.com/office/drawing/2014/main" id="{46B353C7-2E93-4CBC-AD74-7AA6BC541616}"/>
              </a:ext>
            </a:extLst>
          </p:cNvPr>
          <p:cNvPicPr>
            <a:picLocks xmlns:a="http://schemas.openxmlformats.org/drawingml/2006/main" noChangeAspect="1"/>
          </p:cNvPicPr>
          <p:nvPr/>
        </p:nvPicPr>
        <p:blipFill>
          <a:blip xmlns:r="http://schemas.openxmlformats.org/officeDocument/2006/relationships" xmlns:a="http://schemas.openxmlformats.org/drawingml/2006/main" r:embed="Rb1780407776445dd"/>
          <a:srcRect xmlns:a="http://schemas.openxmlformats.org/drawingml/2006/main" l="16323" t="0" r="16066" b="0"/>
          <a:stretch xmlns:a="http://schemas.openxmlformats.org/drawingml/2006/main"/>
        </p:blipFill>
        <p:spPr>
          <a:xfrm xmlns:a="http://schemas.openxmlformats.org/drawingml/2006/main">
            <a:off x="609600" y="2266950"/>
            <a:ext cx="5276850" cy="3257550"/>
          </a:xfrm>
          <a:prstGeom xmlns:a="http://schemas.openxmlformats.org/drawingml/2006/main" prst="rect">
            <a:avLst/>
          </a:prstGeom>
        </p:spPr>
      </p:pic>
      <p:sp>
        <p:nvSpPr>
          <p:cNvPr id="10" name="AGENTS.md">
            <a:extLst xmlns:a="http://schemas.openxmlformats.org/drawingml/2006/main">
              <a:ext uri="{FF2B5EF4-FFF2-40B4-BE49-F238E27FC236}">
                <a16:creationId xmlns:a16="http://schemas.microsoft.com/office/drawing/2014/main" id="{7C7ADE5D-281E-4345-AB25-D5CB9050E261}"/>
              </a:ext>
            </a:extLst>
          </p:cNvPr>
          <p:cNvSpPr>
            <a:spLocks xmlns:a="http://schemas.openxmlformats.org/drawingml/2006/main" noGrp="1"/>
          </p:cNvSpPr>
          <p:nvPr/>
        </p:nvSpPr>
        <p:spPr>
          <a:xfrm xmlns:a="http://schemas.openxmlformats.org/drawingml/2006/main">
            <a:off x="800100" y="2867025"/>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7212B"/>
                </a:solidFill>
                <a:latin typeface="Consolas"/>
                <a:ea typeface="Consolas"/>
                <a:cs typeface="Consolas"/>
              </a:defRPr>
            </a:defPPr>
            <a:lvl1pPr algn="ctr">
              <a:defRPr sz="1650" b="1">
                <a:solidFill>
                  <a:srgbClr val="17212B"/>
                </a:solidFill>
                <a:latin typeface="Consolas"/>
                <a:ea typeface="Consolas"/>
                <a:cs typeface="Consolas"/>
              </a:defRPr>
            </a:lvl1pPr>
            <a:lvl2pPr algn="ctr">
              <a:defRPr sz="1650" b="1">
                <a:solidFill>
                  <a:srgbClr val="17212B"/>
                </a:solidFill>
                <a:latin typeface="Consolas"/>
                <a:ea typeface="Consolas"/>
                <a:cs typeface="Consolas"/>
              </a:defRPr>
            </a:lvl2pPr>
            <a:lvl3pPr algn="ctr">
              <a:defRPr sz="1650" b="1">
                <a:solidFill>
                  <a:srgbClr val="17212B"/>
                </a:solidFill>
                <a:latin typeface="Consolas"/>
                <a:ea typeface="Consolas"/>
                <a:cs typeface="Consolas"/>
              </a:defRPr>
            </a:lvl3pPr>
            <a:lvl4pPr algn="ctr">
              <a:defRPr sz="1650" b="1">
                <a:solidFill>
                  <a:srgbClr val="17212B"/>
                </a:solidFill>
                <a:latin typeface="Consolas"/>
                <a:ea typeface="Consolas"/>
                <a:cs typeface="Consolas"/>
              </a:defRPr>
            </a:lvl4pPr>
            <a:lvl5pPr algn="ctr">
              <a:defRPr sz="1650" b="1">
                <a:solidFill>
                  <a:srgbClr val="17212B"/>
                </a:solidFill>
                <a:latin typeface="Consolas"/>
                <a:ea typeface="Consolas"/>
                <a:cs typeface="Consolas"/>
              </a:defRPr>
            </a:lvl5pPr>
            <a:lvl6pPr algn="ctr">
              <a:defRPr sz="1650" b="1">
                <a:solidFill>
                  <a:srgbClr val="17212B"/>
                </a:solidFill>
                <a:latin typeface="Consolas"/>
                <a:ea typeface="Consolas"/>
                <a:cs typeface="Consolas"/>
              </a:defRPr>
            </a:lvl6pPr>
            <a:lvl7pPr algn="ctr">
              <a:defRPr sz="1650" b="1">
                <a:solidFill>
                  <a:srgbClr val="17212B"/>
                </a:solidFill>
                <a:latin typeface="Consolas"/>
                <a:ea typeface="Consolas"/>
                <a:cs typeface="Consolas"/>
              </a:defRPr>
            </a:lvl7pPr>
            <a:lvl8pPr algn="ctr">
              <a:defRPr sz="1650" b="1">
                <a:solidFill>
                  <a:srgbClr val="17212B"/>
                </a:solidFill>
                <a:latin typeface="Consolas"/>
                <a:ea typeface="Consolas"/>
                <a:cs typeface="Consolas"/>
              </a:defRPr>
            </a:lvl8pPr>
            <a:lvl9pPr algn="ctr">
              <a:defRPr sz="1650" b="1">
                <a:solidFill>
                  <a:srgbClr val="17212B"/>
                </a:solidFill>
                <a:latin typeface="Consolas"/>
                <a:ea typeface="Consolas"/>
                <a:cs typeface="Consolas"/>
              </a:defRPr>
            </a:lvl9pPr>
          </a:lstStyle>
          <a:p xmlns:a="http://schemas.openxmlformats.org/drawingml/2006/main">
            <a:pPr algn="ctr">
              <a:defRPr sz="1650" b="1">
                <a:solidFill>
                  <a:srgbClr val="17212B"/>
                </a:solidFill>
                <a:latin typeface="Consolas"/>
                <a:ea typeface="Consolas"/>
                <a:cs typeface="Consolas"/>
              </a:defRPr>
            </a:pPr>
            <a:r>
              <a:rPr sz="1650" b="1">
                <a:solidFill>
                  <a:srgbClr val="17212B"/>
                </a:solidFill>
                <a:latin typeface="Consolas"/>
                <a:ea typeface="Consolas"/>
                <a:cs typeface="Consolas"/>
              </a:rPr>
              <a:t>AGENTS.md</a:t>
            </a:r>
          </a:p>
        </p:txBody>
      </p:sp>
      <p:sp>
        <p:nvSpPr>
          <p:cNvPr id="11" name="AGENTS.md">
            <a:extLst xmlns:a="http://schemas.openxmlformats.org/drawingml/2006/main">
              <a:ext uri="{FF2B5EF4-FFF2-40B4-BE49-F238E27FC236}">
                <a16:creationId xmlns:a16="http://schemas.microsoft.com/office/drawing/2014/main" id="{5A5B6CCB-8DC4-47B7-B579-26FF459ECBB5}"/>
              </a:ext>
            </a:extLst>
          </p:cNvPr>
          <p:cNvSpPr>
            <a:spLocks xmlns:a="http://schemas.openxmlformats.org/drawingml/2006/main" noGrp="1"/>
          </p:cNvSpPr>
          <p:nvPr/>
        </p:nvSpPr>
        <p:spPr>
          <a:xfrm xmlns:a="http://schemas.openxmlformats.org/drawingml/2006/main">
            <a:off x="4276725" y="2867025"/>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7212B"/>
                </a:solidFill>
                <a:latin typeface="Consolas"/>
                <a:ea typeface="Consolas"/>
                <a:cs typeface="Consolas"/>
              </a:defRPr>
            </a:defPPr>
            <a:lvl1pPr algn="ctr">
              <a:defRPr sz="1650" b="1">
                <a:solidFill>
                  <a:srgbClr val="17212B"/>
                </a:solidFill>
                <a:latin typeface="Consolas"/>
                <a:ea typeface="Consolas"/>
                <a:cs typeface="Consolas"/>
              </a:defRPr>
            </a:lvl1pPr>
            <a:lvl2pPr algn="ctr">
              <a:defRPr sz="1650" b="1">
                <a:solidFill>
                  <a:srgbClr val="17212B"/>
                </a:solidFill>
                <a:latin typeface="Consolas"/>
                <a:ea typeface="Consolas"/>
                <a:cs typeface="Consolas"/>
              </a:defRPr>
            </a:lvl2pPr>
            <a:lvl3pPr algn="ctr">
              <a:defRPr sz="1650" b="1">
                <a:solidFill>
                  <a:srgbClr val="17212B"/>
                </a:solidFill>
                <a:latin typeface="Consolas"/>
                <a:ea typeface="Consolas"/>
                <a:cs typeface="Consolas"/>
              </a:defRPr>
            </a:lvl3pPr>
            <a:lvl4pPr algn="ctr">
              <a:defRPr sz="1650" b="1">
                <a:solidFill>
                  <a:srgbClr val="17212B"/>
                </a:solidFill>
                <a:latin typeface="Consolas"/>
                <a:ea typeface="Consolas"/>
                <a:cs typeface="Consolas"/>
              </a:defRPr>
            </a:lvl4pPr>
            <a:lvl5pPr algn="ctr">
              <a:defRPr sz="1650" b="1">
                <a:solidFill>
                  <a:srgbClr val="17212B"/>
                </a:solidFill>
                <a:latin typeface="Consolas"/>
                <a:ea typeface="Consolas"/>
                <a:cs typeface="Consolas"/>
              </a:defRPr>
            </a:lvl5pPr>
            <a:lvl6pPr algn="ctr">
              <a:defRPr sz="1650" b="1">
                <a:solidFill>
                  <a:srgbClr val="17212B"/>
                </a:solidFill>
                <a:latin typeface="Consolas"/>
                <a:ea typeface="Consolas"/>
                <a:cs typeface="Consolas"/>
              </a:defRPr>
            </a:lvl6pPr>
            <a:lvl7pPr algn="ctr">
              <a:defRPr sz="1650" b="1">
                <a:solidFill>
                  <a:srgbClr val="17212B"/>
                </a:solidFill>
                <a:latin typeface="Consolas"/>
                <a:ea typeface="Consolas"/>
                <a:cs typeface="Consolas"/>
              </a:defRPr>
            </a:lvl7pPr>
            <a:lvl8pPr algn="ctr">
              <a:defRPr sz="1650" b="1">
                <a:solidFill>
                  <a:srgbClr val="17212B"/>
                </a:solidFill>
                <a:latin typeface="Consolas"/>
                <a:ea typeface="Consolas"/>
                <a:cs typeface="Consolas"/>
              </a:defRPr>
            </a:lvl8pPr>
            <a:lvl9pPr algn="ctr">
              <a:defRPr sz="1650" b="1">
                <a:solidFill>
                  <a:srgbClr val="17212B"/>
                </a:solidFill>
                <a:latin typeface="Consolas"/>
                <a:ea typeface="Consolas"/>
                <a:cs typeface="Consolas"/>
              </a:defRPr>
            </a:lvl9pPr>
          </a:lstStyle>
          <a:p xmlns:a="http://schemas.openxmlformats.org/drawingml/2006/main">
            <a:pPr algn="ctr">
              <a:defRPr sz="1650" b="1">
                <a:solidFill>
                  <a:srgbClr val="17212B"/>
                </a:solidFill>
                <a:latin typeface="Consolas"/>
                <a:ea typeface="Consolas"/>
                <a:cs typeface="Consolas"/>
              </a:defRPr>
            </a:pPr>
            <a:r>
              <a:rPr sz="1650" b="1">
                <a:solidFill>
                  <a:srgbClr val="17212B"/>
                </a:solidFill>
                <a:latin typeface="Consolas"/>
                <a:ea typeface="Consolas"/>
                <a:cs typeface="Consolas"/>
              </a:rPr>
              <a:t>AGENTS.md</a:t>
            </a:r>
          </a:p>
        </p:txBody>
      </p:sp>
      <p:sp>
        <p:nvSpPr>
          <p:cNvPr id="12" name="프로젝트 진행">
            <a:extLst xmlns:a="http://schemas.openxmlformats.org/drawingml/2006/main">
              <a:ext uri="{FF2B5EF4-FFF2-40B4-BE49-F238E27FC236}">
                <a16:creationId xmlns:a16="http://schemas.microsoft.com/office/drawing/2014/main" id="{B38FABC0-A471-48C8-92A0-312CFFBFBD5E}"/>
              </a:ext>
            </a:extLst>
          </p:cNvPr>
          <p:cNvSpPr>
            <a:spLocks xmlns:a="http://schemas.openxmlformats.org/drawingml/2006/main" noGrp="1"/>
          </p:cNvSpPr>
          <p:nvPr/>
        </p:nvSpPr>
        <p:spPr>
          <a:xfrm xmlns:a="http://schemas.openxmlformats.org/drawingml/2006/main">
            <a:off x="2571750" y="32766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4D5A68"/>
                </a:solidFill>
                <a:latin typeface="Malgun Gothic"/>
                <a:ea typeface="Malgun Gothic"/>
                <a:cs typeface="Malgun Gothic"/>
              </a:defRPr>
            </a:defPPr>
            <a:lvl1pPr algn="ctr">
              <a:defRPr sz="1725" b="1">
                <a:solidFill>
                  <a:srgbClr val="4D5A68"/>
                </a:solidFill>
                <a:latin typeface="Malgun Gothic"/>
                <a:ea typeface="Malgun Gothic"/>
                <a:cs typeface="Malgun Gothic"/>
              </a:defRPr>
            </a:lvl1pPr>
            <a:lvl2pPr algn="ctr">
              <a:defRPr sz="1725" b="1">
                <a:solidFill>
                  <a:srgbClr val="4D5A68"/>
                </a:solidFill>
                <a:latin typeface="Malgun Gothic"/>
                <a:ea typeface="Malgun Gothic"/>
                <a:cs typeface="Malgun Gothic"/>
              </a:defRPr>
            </a:lvl2pPr>
            <a:lvl3pPr algn="ctr">
              <a:defRPr sz="1725" b="1">
                <a:solidFill>
                  <a:srgbClr val="4D5A68"/>
                </a:solidFill>
                <a:latin typeface="Malgun Gothic"/>
                <a:ea typeface="Malgun Gothic"/>
                <a:cs typeface="Malgun Gothic"/>
              </a:defRPr>
            </a:lvl3pPr>
            <a:lvl4pPr algn="ctr">
              <a:defRPr sz="1725" b="1">
                <a:solidFill>
                  <a:srgbClr val="4D5A68"/>
                </a:solidFill>
                <a:latin typeface="Malgun Gothic"/>
                <a:ea typeface="Malgun Gothic"/>
                <a:cs typeface="Malgun Gothic"/>
              </a:defRPr>
            </a:lvl4pPr>
            <a:lvl5pPr algn="ctr">
              <a:defRPr sz="1725" b="1">
                <a:solidFill>
                  <a:srgbClr val="4D5A68"/>
                </a:solidFill>
                <a:latin typeface="Malgun Gothic"/>
                <a:ea typeface="Malgun Gothic"/>
                <a:cs typeface="Malgun Gothic"/>
              </a:defRPr>
            </a:lvl5pPr>
            <a:lvl6pPr algn="ctr">
              <a:defRPr sz="1725" b="1">
                <a:solidFill>
                  <a:srgbClr val="4D5A68"/>
                </a:solidFill>
                <a:latin typeface="Malgun Gothic"/>
                <a:ea typeface="Malgun Gothic"/>
                <a:cs typeface="Malgun Gothic"/>
              </a:defRPr>
            </a:lvl6pPr>
            <a:lvl7pPr algn="ctr">
              <a:defRPr sz="1725" b="1">
                <a:solidFill>
                  <a:srgbClr val="4D5A68"/>
                </a:solidFill>
                <a:latin typeface="Malgun Gothic"/>
                <a:ea typeface="Malgun Gothic"/>
                <a:cs typeface="Malgun Gothic"/>
              </a:defRPr>
            </a:lvl7pPr>
            <a:lvl8pPr algn="ctr">
              <a:defRPr sz="1725" b="1">
                <a:solidFill>
                  <a:srgbClr val="4D5A68"/>
                </a:solidFill>
                <a:latin typeface="Malgun Gothic"/>
                <a:ea typeface="Malgun Gothic"/>
                <a:cs typeface="Malgun Gothic"/>
              </a:defRPr>
            </a:lvl8pPr>
            <a:lvl9pPr algn="ctr">
              <a:defRPr sz="1725" b="1">
                <a:solidFill>
                  <a:srgbClr val="4D5A68"/>
                </a:solidFill>
                <a:latin typeface="Malgun Gothic"/>
                <a:ea typeface="Malgun Gothic"/>
                <a:cs typeface="Malgun Gothic"/>
              </a:defRPr>
            </a:lvl9pPr>
          </a:lstStyle>
          <a:p xmlns:a="http://schemas.openxmlformats.org/drawingml/2006/main">
            <a:pPr algn="ctr">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프로젝트 진행</a:t>
            </a:r>
          </a:p>
        </p:txBody>
      </p:sp>
      <p:sp>
        <p:nvSpPr>
          <p:cNvPr id="13" name="">
            <a:extLst xmlns:a="http://schemas.openxmlformats.org/drawingml/2006/main">
              <a:ext uri="{FF2B5EF4-FFF2-40B4-BE49-F238E27FC236}">
                <a16:creationId xmlns:a16="http://schemas.microsoft.com/office/drawing/2014/main" id="{AA974E87-34E0-4665-ADA7-B3F11363A44C}"/>
              </a:ext>
            </a:extLst>
          </p:cNvPr>
          <p:cNvSpPr>
            <a:spLocks xmlns:a="http://schemas.openxmlformats.org/drawingml/2006/main" noGrp="1"/>
          </p:cNvSpPr>
          <p:nvPr/>
        </p:nvSpPr>
        <p:spPr>
          <a:xfrm xmlns:a="http://schemas.openxmlformats.org/drawingml/2006/main">
            <a:off x="2924175" y="3705225"/>
            <a:ext cx="647700" cy="2667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4" name="목적 · 실행 · 테스트&#10;기본 제약">
            <a:extLst xmlns:a="http://schemas.openxmlformats.org/drawingml/2006/main">
              <a:ext uri="{FF2B5EF4-FFF2-40B4-BE49-F238E27FC236}">
                <a16:creationId xmlns:a16="http://schemas.microsoft.com/office/drawing/2014/main" id="{7C61FFB7-EDF5-4D94-8AF1-04A589811264}"/>
              </a:ext>
            </a:extLst>
          </p:cNvPr>
          <p:cNvSpPr>
            <a:spLocks xmlns:a="http://schemas.openxmlformats.org/drawingml/2006/main" noGrp="1"/>
          </p:cNvSpPr>
          <p:nvPr/>
        </p:nvSpPr>
        <p:spPr>
          <a:xfrm xmlns:a="http://schemas.openxmlformats.org/drawingml/2006/main">
            <a:off x="609600" y="4524375"/>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목적 · 실행 · 테스트</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기본 제약</a:t>
            </a:r>
          </a:p>
        </p:txBody>
      </p:sp>
      <p:sp>
        <p:nvSpPr>
          <p:cNvPr id="15" name="새로 기록한 정보">
            <a:extLst xmlns:a="http://schemas.openxmlformats.org/drawingml/2006/main">
              <a:ext uri="{FF2B5EF4-FFF2-40B4-BE49-F238E27FC236}">
                <a16:creationId xmlns:a16="http://schemas.microsoft.com/office/drawing/2014/main" id="{E47CEACE-FE49-4ECC-8C13-B633E1855F74}"/>
              </a:ext>
            </a:extLst>
          </p:cNvPr>
          <p:cNvSpPr>
            <a:spLocks xmlns:a="http://schemas.openxmlformats.org/drawingml/2006/main" noGrp="1"/>
          </p:cNvSpPr>
          <p:nvPr/>
        </p:nvSpPr>
        <p:spPr>
          <a:xfrm xmlns:a="http://schemas.openxmlformats.org/drawingml/2006/main">
            <a:off x="7086600" y="2533650"/>
            <a:ext cx="4495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새로 기록한 정보</a:t>
            </a:r>
          </a:p>
        </p:txBody>
      </p:sp>
      <p:sp>
        <p:nvSpPr>
          <p:cNvPr id="16" name="">
            <a:extLst xmlns:a="http://schemas.openxmlformats.org/drawingml/2006/main">
              <a:ext uri="{FF2B5EF4-FFF2-40B4-BE49-F238E27FC236}">
                <a16:creationId xmlns:a16="http://schemas.microsoft.com/office/drawing/2014/main" id="{0228B03B-7438-4058-9B6D-C34B656CE1C5}"/>
              </a:ext>
            </a:extLst>
          </p:cNvPr>
          <p:cNvSpPr>
            <a:spLocks xmlns:a="http://schemas.openxmlformats.org/drawingml/2006/main" noGrp="1"/>
          </p:cNvSpPr>
          <p:nvPr/>
        </p:nvSpPr>
        <p:spPr>
          <a:xfrm xmlns:a="http://schemas.openxmlformats.org/drawingml/2006/main">
            <a:off x="7086600" y="3057525"/>
            <a:ext cx="4495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7" name="처리 순서">
            <a:extLst xmlns:a="http://schemas.openxmlformats.org/drawingml/2006/main">
              <a:ext uri="{FF2B5EF4-FFF2-40B4-BE49-F238E27FC236}">
                <a16:creationId xmlns:a16="http://schemas.microsoft.com/office/drawing/2014/main" id="{97908C1C-155F-45A1-8996-A49392CD8201}"/>
              </a:ext>
            </a:extLst>
          </p:cNvPr>
          <p:cNvSpPr>
            <a:spLocks xmlns:a="http://schemas.openxmlformats.org/drawingml/2006/main" noGrp="1"/>
          </p:cNvSpPr>
          <p:nvPr/>
        </p:nvSpPr>
        <p:spPr>
          <a:xfrm xmlns:a="http://schemas.openxmlformats.org/drawingml/2006/main">
            <a:off x="7086600" y="3133725"/>
            <a:ext cx="1562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처리 순서</a:t>
            </a:r>
          </a:p>
        </p:txBody>
      </p:sp>
      <p:sp>
        <p:nvSpPr>
          <p:cNvPr id="18" name="load → … → write">
            <a:extLst xmlns:a="http://schemas.openxmlformats.org/drawingml/2006/main">
              <a:ext uri="{FF2B5EF4-FFF2-40B4-BE49-F238E27FC236}">
                <a16:creationId xmlns:a16="http://schemas.microsoft.com/office/drawing/2014/main" id="{D186931E-85A2-4D2F-A2B2-D028027DD779}"/>
              </a:ext>
            </a:extLst>
          </p:cNvPr>
          <p:cNvSpPr>
            <a:spLocks xmlns:a="http://schemas.openxmlformats.org/drawingml/2006/main" noGrp="1"/>
          </p:cNvSpPr>
          <p:nvPr/>
        </p:nvSpPr>
        <p:spPr>
          <a:xfrm xmlns:a="http://schemas.openxmlformats.org/drawingml/2006/main">
            <a:off x="8820150" y="3133725"/>
            <a:ext cx="276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load → … → write</a:t>
            </a:r>
          </a:p>
        </p:txBody>
      </p:sp>
      <p:sp>
        <p:nvSpPr>
          <p:cNvPr id="19" name="">
            <a:extLst xmlns:a="http://schemas.openxmlformats.org/drawingml/2006/main">
              <a:ext uri="{FF2B5EF4-FFF2-40B4-BE49-F238E27FC236}">
                <a16:creationId xmlns:a16="http://schemas.microsoft.com/office/drawing/2014/main" id="{1C29CD2C-C6EA-4A5B-8826-44A7F24472D4}"/>
              </a:ext>
            </a:extLst>
          </p:cNvPr>
          <p:cNvSpPr>
            <a:spLocks xmlns:a="http://schemas.openxmlformats.org/drawingml/2006/main" noGrp="1"/>
          </p:cNvSpPr>
          <p:nvPr/>
        </p:nvSpPr>
        <p:spPr>
          <a:xfrm xmlns:a="http://schemas.openxmlformats.org/drawingml/2006/main">
            <a:off x="7086600" y="3581400"/>
            <a:ext cx="4495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이미지 명세">
            <a:extLst xmlns:a="http://schemas.openxmlformats.org/drawingml/2006/main">
              <a:ext uri="{FF2B5EF4-FFF2-40B4-BE49-F238E27FC236}">
                <a16:creationId xmlns:a16="http://schemas.microsoft.com/office/drawing/2014/main" id="{A9D397F9-DF76-49D0-B0DB-0E3636EABAEF}"/>
              </a:ext>
            </a:extLst>
          </p:cNvPr>
          <p:cNvSpPr>
            <a:spLocks xmlns:a="http://schemas.openxmlformats.org/drawingml/2006/main" noGrp="1"/>
          </p:cNvSpPr>
          <p:nvPr/>
        </p:nvSpPr>
        <p:spPr>
          <a:xfrm xmlns:a="http://schemas.openxmlformats.org/drawingml/2006/main">
            <a:off x="7086600" y="3657600"/>
            <a:ext cx="1562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이미지 명세</a:t>
            </a:r>
          </a:p>
        </p:txBody>
      </p:sp>
      <p:sp>
        <p:nvSpPr>
          <p:cNvPr id="21" name="crop의 경계 규칙">
            <a:extLst xmlns:a="http://schemas.openxmlformats.org/drawingml/2006/main">
              <a:ext uri="{FF2B5EF4-FFF2-40B4-BE49-F238E27FC236}">
                <a16:creationId xmlns:a16="http://schemas.microsoft.com/office/drawing/2014/main" id="{649FDE11-081E-4173-ABFD-4ACBAE2D728E}"/>
              </a:ext>
            </a:extLst>
          </p:cNvPr>
          <p:cNvSpPr>
            <a:spLocks xmlns:a="http://schemas.openxmlformats.org/drawingml/2006/main" noGrp="1"/>
          </p:cNvSpPr>
          <p:nvPr/>
        </p:nvSpPr>
        <p:spPr>
          <a:xfrm xmlns:a="http://schemas.openxmlformats.org/drawingml/2006/main">
            <a:off x="8820150" y="3657600"/>
            <a:ext cx="276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crop의 경계 규칙</a:t>
            </a:r>
          </a:p>
        </p:txBody>
      </p:sp>
      <p:sp>
        <p:nvSpPr>
          <p:cNvPr id="22" name="">
            <a:extLst xmlns:a="http://schemas.openxmlformats.org/drawingml/2006/main">
              <a:ext uri="{FF2B5EF4-FFF2-40B4-BE49-F238E27FC236}">
                <a16:creationId xmlns:a16="http://schemas.microsoft.com/office/drawing/2014/main" id="{8D7B8C2D-7D3B-421B-8255-725E39268B5A}"/>
              </a:ext>
            </a:extLst>
          </p:cNvPr>
          <p:cNvSpPr>
            <a:spLocks xmlns:a="http://schemas.openxmlformats.org/drawingml/2006/main" noGrp="1"/>
          </p:cNvSpPr>
          <p:nvPr/>
        </p:nvSpPr>
        <p:spPr>
          <a:xfrm xmlns:a="http://schemas.openxmlformats.org/drawingml/2006/main">
            <a:off x="7086600" y="4105275"/>
            <a:ext cx="4495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3" name="테스트 구조">
            <a:extLst xmlns:a="http://schemas.openxmlformats.org/drawingml/2006/main">
              <a:ext uri="{FF2B5EF4-FFF2-40B4-BE49-F238E27FC236}">
                <a16:creationId xmlns:a16="http://schemas.microsoft.com/office/drawing/2014/main" id="{91EA5C1E-63CC-4A86-832C-344F988C0C51}"/>
              </a:ext>
            </a:extLst>
          </p:cNvPr>
          <p:cNvSpPr>
            <a:spLocks xmlns:a="http://schemas.openxmlformats.org/drawingml/2006/main" noGrp="1"/>
          </p:cNvSpPr>
          <p:nvPr/>
        </p:nvSpPr>
        <p:spPr>
          <a:xfrm xmlns:a="http://schemas.openxmlformats.org/drawingml/2006/main">
            <a:off x="7086600" y="4181475"/>
            <a:ext cx="1562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테스트 구조</a:t>
            </a:r>
          </a:p>
        </p:txBody>
      </p:sp>
      <p:sp>
        <p:nvSpPr>
          <p:cNvPr id="24" name="모듈별 · 입출력 검사">
            <a:extLst xmlns:a="http://schemas.openxmlformats.org/drawingml/2006/main">
              <a:ext uri="{FF2B5EF4-FFF2-40B4-BE49-F238E27FC236}">
                <a16:creationId xmlns:a16="http://schemas.microsoft.com/office/drawing/2014/main" id="{4C8F0AE7-47AD-4777-8ACA-65E20A4CBFB8}"/>
              </a:ext>
            </a:extLst>
          </p:cNvPr>
          <p:cNvSpPr>
            <a:spLocks xmlns:a="http://schemas.openxmlformats.org/drawingml/2006/main" noGrp="1"/>
          </p:cNvSpPr>
          <p:nvPr/>
        </p:nvSpPr>
        <p:spPr>
          <a:xfrm xmlns:a="http://schemas.openxmlformats.org/drawingml/2006/main">
            <a:off x="8820150" y="4181475"/>
            <a:ext cx="276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모듈별 · 입출력 검사</a:t>
            </a:r>
          </a:p>
        </p:txBody>
      </p:sp>
      <p:sp>
        <p:nvSpPr>
          <p:cNvPr id="25" name="">
            <a:extLst xmlns:a="http://schemas.openxmlformats.org/drawingml/2006/main">
              <a:ext uri="{FF2B5EF4-FFF2-40B4-BE49-F238E27FC236}">
                <a16:creationId xmlns:a16="http://schemas.microsoft.com/office/drawing/2014/main" id="{862B9BEA-2897-4D5B-B307-0D63ED60C3EB}"/>
              </a:ext>
            </a:extLst>
          </p:cNvPr>
          <p:cNvSpPr>
            <a:spLocks xmlns:a="http://schemas.openxmlformats.org/drawingml/2006/main" noGrp="1"/>
          </p:cNvSpPr>
          <p:nvPr/>
        </p:nvSpPr>
        <p:spPr>
          <a:xfrm xmlns:a="http://schemas.openxmlformats.org/drawingml/2006/main">
            <a:off x="7086600" y="4629150"/>
            <a:ext cx="4495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6" name="CLI 출력">
            <a:extLst xmlns:a="http://schemas.openxmlformats.org/drawingml/2006/main">
              <a:ext uri="{FF2B5EF4-FFF2-40B4-BE49-F238E27FC236}">
                <a16:creationId xmlns:a16="http://schemas.microsoft.com/office/drawing/2014/main" id="{AF8EBEC4-AEFE-49B5-A61D-1503410FC078}"/>
              </a:ext>
            </a:extLst>
          </p:cNvPr>
          <p:cNvSpPr>
            <a:spLocks xmlns:a="http://schemas.openxmlformats.org/drawingml/2006/main" noGrp="1"/>
          </p:cNvSpPr>
          <p:nvPr/>
        </p:nvSpPr>
        <p:spPr>
          <a:xfrm xmlns:a="http://schemas.openxmlformats.org/drawingml/2006/main">
            <a:off x="7086600" y="4705350"/>
            <a:ext cx="1562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CLI 출력</a:t>
            </a:r>
          </a:p>
        </p:txBody>
      </p:sp>
      <p:sp>
        <p:nvSpPr>
          <p:cNvPr id="27" name="크기 · 통계 필드">
            <a:extLst xmlns:a="http://schemas.openxmlformats.org/drawingml/2006/main">
              <a:ext uri="{FF2B5EF4-FFF2-40B4-BE49-F238E27FC236}">
                <a16:creationId xmlns:a16="http://schemas.microsoft.com/office/drawing/2014/main" id="{8995228D-C6C4-4658-8649-3FEE5581C4E6}"/>
              </a:ext>
            </a:extLst>
          </p:cNvPr>
          <p:cNvSpPr>
            <a:spLocks xmlns:a="http://schemas.openxmlformats.org/drawingml/2006/main" noGrp="1"/>
          </p:cNvSpPr>
          <p:nvPr/>
        </p:nvSpPr>
        <p:spPr>
          <a:xfrm xmlns:a="http://schemas.openxmlformats.org/drawingml/2006/main">
            <a:off x="8820150" y="4705350"/>
            <a:ext cx="276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크기 · 통계 필드</a:t>
            </a:r>
          </a:p>
        </p:txBody>
      </p:sp>
      <p:sp>
        <p:nvSpPr>
          <p:cNvPr id="28" name="이번 작업에도 모두 필요할까?">
            <a:extLst xmlns:a="http://schemas.openxmlformats.org/drawingml/2006/main">
              <a:ext uri="{FF2B5EF4-FFF2-40B4-BE49-F238E27FC236}">
                <a16:creationId xmlns:a16="http://schemas.microsoft.com/office/drawing/2014/main" id="{A10170CC-2693-483D-986E-6FF2B91158A2}"/>
              </a:ext>
            </a:extLst>
          </p:cNvPr>
          <p:cNvSpPr>
            <a:spLocks xmlns:a="http://schemas.openxmlformats.org/drawingml/2006/main" noGrp="1"/>
          </p:cNvSpPr>
          <p:nvPr/>
        </p:nvSpPr>
        <p:spPr>
          <a:xfrm xmlns:a="http://schemas.openxmlformats.org/drawingml/2006/main">
            <a:off x="7086600" y="5267325"/>
            <a:ext cx="4495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이번 작업에도 모두 필요할까?</a:t>
            </a:r>
          </a:p>
        </p:txBody>
      </p:sp>
      <p:sp>
        <p:nvSpPr>
          <p:cNvPr id="29" name="Legacy module connection">
            <a:extLst xmlns:a="http://schemas.openxmlformats.org/drawingml/2006/main">
              <a:ext uri="{FF2B5EF4-FFF2-40B4-BE49-F238E27FC236}">
                <a16:creationId xmlns:a16="http://schemas.microsoft.com/office/drawing/2014/main" id="{6EBC2E0A-B4F8-4E53-A262-CC15CC796FB7}"/>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241354760"/>
      </p:ext>
    </p:extLst>
  </p:cSld>
</p:sld>
</file>

<file path=ppt/slides/slide3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2 · 관련성을 확인하기">
            <a:extLst xmlns:a="http://schemas.openxmlformats.org/drawingml/2006/main">
              <a:ext uri="{FF2B5EF4-FFF2-40B4-BE49-F238E27FC236}">
                <a16:creationId xmlns:a16="http://schemas.microsoft.com/office/drawing/2014/main" id="{7EC240A6-3F1B-4E67-BFF3-73CF60C6E203}"/>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관련성을 확인하기</a:t>
            </a:r>
          </a:p>
        </p:txBody>
      </p:sp>
      <p:sp>
        <p:nvSpPr>
          <p:cNvPr id="2" name="S37">
            <a:extLst xmlns:a="http://schemas.openxmlformats.org/drawingml/2006/main">
              <a:ext uri="{FF2B5EF4-FFF2-40B4-BE49-F238E27FC236}">
                <a16:creationId xmlns:a16="http://schemas.microsoft.com/office/drawing/2014/main" id="{C6E05A32-6A07-4B52-8550-2B7B43A9AAD4}"/>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S37</a:t>
            </a:r>
          </a:p>
        </p:txBody>
      </p:sp>
      <p:sp>
        <p:nvSpPr>
          <p:cNvPr id="3" name="정확하지만 이번 작업에는 불필요한 정보">
            <a:extLst xmlns:a="http://schemas.openxmlformats.org/drawingml/2006/main">
              <a:ext uri="{FF2B5EF4-FFF2-40B4-BE49-F238E27FC236}">
                <a16:creationId xmlns:a16="http://schemas.microsoft.com/office/drawing/2014/main" id="{343C99CD-4F21-4323-B63C-E509218B08A8}"/>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정확하지만 이번 작업에는 불필요한 정보</a:t>
            </a:r>
          </a:p>
        </p:txBody>
      </p:sp>
      <p:sp>
        <p:nvSpPr>
          <p:cNvPr id="4" name="">
            <a:extLst xmlns:a="http://schemas.openxmlformats.org/drawingml/2006/main">
              <a:ext uri="{FF2B5EF4-FFF2-40B4-BE49-F238E27FC236}">
                <a16:creationId xmlns:a16="http://schemas.microsoft.com/office/drawing/2014/main" id="{350604AC-5414-472F-8812-66081B8D6249}"/>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4 · Codex CLI 0.154.0 · 실제 요청 / AGENTS.md 지침 발췌·번역">
            <a:extLst xmlns:a="http://schemas.openxmlformats.org/drawingml/2006/main">
              <a:ext uri="{FF2B5EF4-FFF2-40B4-BE49-F238E27FC236}">
                <a16:creationId xmlns:a16="http://schemas.microsoft.com/office/drawing/2014/main" id="{A0C2D5CA-F99D-43EE-AB2A-500D6E081747}"/>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TRIAL-004 · Codex CLI 0.154.0 · 실제 요청 / AGENTS.md 지침 발췌·번역</a:t>
            </a:r>
          </a:p>
        </p:txBody>
      </p:sp>
      <p:sp>
        <p:nvSpPr>
          <p:cNvPr id="6" name="AGENTS.md도 읽음 · 혼란·Context 관련 실패는 관찰되지 않음 · 성능 효과 미측정">
            <a:extLst xmlns:a="http://schemas.openxmlformats.org/drawingml/2006/main">
              <a:ext uri="{FF2B5EF4-FFF2-40B4-BE49-F238E27FC236}">
                <a16:creationId xmlns:a16="http://schemas.microsoft.com/office/drawing/2014/main" id="{ED4549E7-DFF2-4832-8938-5148B02F3669}"/>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AGENTS.md도 읽음 · 혼란·Context 관련 실패는 관찰되지 않음 · 성능 효과 미측정</a:t>
            </a:r>
          </a:p>
        </p:txBody>
      </p:sp>
      <p:sp>
        <p:nvSpPr>
          <p:cNvPr id="7" name="README 수정 요청">
            <a:extLst xmlns:a="http://schemas.openxmlformats.org/drawingml/2006/main">
              <a:ext uri="{FF2B5EF4-FFF2-40B4-BE49-F238E27FC236}">
                <a16:creationId xmlns:a16="http://schemas.microsoft.com/office/drawing/2014/main" id="{B8BE2582-D324-4DAE-B725-913E0C2DD477}"/>
              </a:ext>
            </a:extLst>
          </p:cNvPr>
          <p:cNvSpPr>
            <a:spLocks xmlns:a="http://schemas.openxmlformats.org/drawingml/2006/main" noGrp="1"/>
          </p:cNvSpPr>
          <p:nvPr/>
        </p:nvSpPr>
        <p:spPr>
          <a:xfrm xmlns:a="http://schemas.openxmlformats.org/drawingml/2006/main">
            <a:off x="609600" y="1704975"/>
            <a:ext cx="4419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README 수정 요청</a:t>
            </a:r>
          </a:p>
        </p:txBody>
      </p:sp>
      <p:sp>
        <p:nvSpPr>
          <p:cNvPr id="8" name="AGENTS.md에 적힌 내용">
            <a:extLst xmlns:a="http://schemas.openxmlformats.org/drawingml/2006/main">
              <a:ext uri="{FF2B5EF4-FFF2-40B4-BE49-F238E27FC236}">
                <a16:creationId xmlns:a16="http://schemas.microsoft.com/office/drawing/2014/main" id="{32D626E3-2A25-49E3-9502-420591F979EE}"/>
              </a:ext>
            </a:extLst>
          </p:cNvPr>
          <p:cNvSpPr>
            <a:spLocks xmlns:a="http://schemas.openxmlformats.org/drawingml/2006/main" noGrp="1"/>
          </p:cNvSpPr>
          <p:nvPr/>
        </p:nvSpPr>
        <p:spPr>
          <a:xfrm xmlns:a="http://schemas.openxmlformats.org/drawingml/2006/main">
            <a:off x="5829300" y="1704975"/>
            <a:ext cx="5753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AGENTS.md에 적힌 내용</a:t>
            </a:r>
          </a:p>
        </p:txBody>
      </p:sp>
      <p:sp>
        <p:nvSpPr>
          <p:cNvPr id="9" name="">
            <a:extLst xmlns:a="http://schemas.openxmlformats.org/drawingml/2006/main">
              <a:ext uri="{FF2B5EF4-FFF2-40B4-BE49-F238E27FC236}">
                <a16:creationId xmlns:a16="http://schemas.microsoft.com/office/drawing/2014/main" id="{028A432E-45CE-42E3-9B2A-35ED6CDFE2FE}"/>
              </a:ext>
            </a:extLst>
          </p:cNvPr>
          <p:cNvSpPr>
            <a:spLocks xmlns:a="http://schemas.openxmlformats.org/drawingml/2006/main" noGrp="1"/>
          </p:cNvSpPr>
          <p:nvPr/>
        </p:nvSpPr>
        <p:spPr>
          <a:xfrm xmlns:a="http://schemas.openxmlformats.org/drawingml/2006/main">
            <a:off x="609600" y="2171700"/>
            <a:ext cx="44196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14288">
            <a:solidFill>
              <a:srgbClr val="C7D0DA"/>
            </a:solidFill>
            <a:prstDash val="solid"/>
          </a:ln>
        </p:spPr>
      </p:sp>
      <p:sp>
        <p:nvSpPr>
          <p:cNvPr id="10" name="Prompt · 실제 요청 발췌·번역">
            <a:extLst xmlns:a="http://schemas.openxmlformats.org/drawingml/2006/main">
              <a:ext uri="{FF2B5EF4-FFF2-40B4-BE49-F238E27FC236}">
                <a16:creationId xmlns:a16="http://schemas.microsoft.com/office/drawing/2014/main" id="{92C15103-1859-4C65-9C31-343AA76432AC}"/>
              </a:ext>
            </a:extLst>
          </p:cNvPr>
          <p:cNvSpPr>
            <a:spLocks xmlns:a="http://schemas.openxmlformats.org/drawingml/2006/main" noGrp="1"/>
          </p:cNvSpPr>
          <p:nvPr/>
        </p:nvSpPr>
        <p:spPr>
          <a:xfrm xmlns:a="http://schemas.openxmlformats.org/drawingml/2006/main">
            <a:off x="800100" y="2276475"/>
            <a:ext cx="403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4D5A68"/>
                </a:solidFill>
                <a:latin typeface="Malgun Gothic"/>
                <a:ea typeface="Malgun Gothic"/>
                <a:cs typeface="Malgun Gothic"/>
              </a:defRPr>
            </a:defPPr>
            <a:lvl1pPr algn="l">
              <a:defRPr sz="1650" b="1">
                <a:solidFill>
                  <a:srgbClr val="4D5A68"/>
                </a:solidFill>
                <a:latin typeface="Malgun Gothic"/>
                <a:ea typeface="Malgun Gothic"/>
                <a:cs typeface="Malgun Gothic"/>
              </a:defRPr>
            </a:lvl1pPr>
            <a:lvl2pPr algn="l">
              <a:defRPr sz="1650" b="1">
                <a:solidFill>
                  <a:srgbClr val="4D5A68"/>
                </a:solidFill>
                <a:latin typeface="Malgun Gothic"/>
                <a:ea typeface="Malgun Gothic"/>
                <a:cs typeface="Malgun Gothic"/>
              </a:defRPr>
            </a:lvl2pPr>
            <a:lvl3pPr algn="l">
              <a:defRPr sz="1650" b="1">
                <a:solidFill>
                  <a:srgbClr val="4D5A68"/>
                </a:solidFill>
                <a:latin typeface="Malgun Gothic"/>
                <a:ea typeface="Malgun Gothic"/>
                <a:cs typeface="Malgun Gothic"/>
              </a:defRPr>
            </a:lvl3pPr>
            <a:lvl4pPr algn="l">
              <a:defRPr sz="1650" b="1">
                <a:solidFill>
                  <a:srgbClr val="4D5A68"/>
                </a:solidFill>
                <a:latin typeface="Malgun Gothic"/>
                <a:ea typeface="Malgun Gothic"/>
                <a:cs typeface="Malgun Gothic"/>
              </a:defRPr>
            </a:lvl4pPr>
            <a:lvl5pPr algn="l">
              <a:defRPr sz="1650" b="1">
                <a:solidFill>
                  <a:srgbClr val="4D5A68"/>
                </a:solidFill>
                <a:latin typeface="Malgun Gothic"/>
                <a:ea typeface="Malgun Gothic"/>
                <a:cs typeface="Malgun Gothic"/>
              </a:defRPr>
            </a:lvl5pPr>
            <a:lvl6pPr algn="l">
              <a:defRPr sz="1650" b="1">
                <a:solidFill>
                  <a:srgbClr val="4D5A68"/>
                </a:solidFill>
                <a:latin typeface="Malgun Gothic"/>
                <a:ea typeface="Malgun Gothic"/>
                <a:cs typeface="Malgun Gothic"/>
              </a:defRPr>
            </a:lvl6pPr>
            <a:lvl7pPr algn="l">
              <a:defRPr sz="1650" b="1">
                <a:solidFill>
                  <a:srgbClr val="4D5A68"/>
                </a:solidFill>
                <a:latin typeface="Malgun Gothic"/>
                <a:ea typeface="Malgun Gothic"/>
                <a:cs typeface="Malgun Gothic"/>
              </a:defRPr>
            </a:lvl7pPr>
            <a:lvl8pPr algn="l">
              <a:defRPr sz="1650" b="1">
                <a:solidFill>
                  <a:srgbClr val="4D5A68"/>
                </a:solidFill>
                <a:latin typeface="Malgun Gothic"/>
                <a:ea typeface="Malgun Gothic"/>
                <a:cs typeface="Malgun Gothic"/>
              </a:defRPr>
            </a:lvl8pPr>
            <a:lvl9pPr algn="l">
              <a:defRPr sz="1650" b="1">
                <a:solidFill>
                  <a:srgbClr val="4D5A68"/>
                </a:solidFill>
                <a:latin typeface="Malgun Gothic"/>
                <a:ea typeface="Malgun Gothic"/>
                <a:cs typeface="Malgun Gothic"/>
              </a:defRPr>
            </a:lvl9pPr>
          </a:lstStyle>
          <a:p xmlns:a="http://schemas.openxmlformats.org/drawingml/2006/main">
            <a:pPr algn="l">
              <a:defRPr sz="1650" b="1">
                <a:solidFill>
                  <a:srgbClr val="4D5A68"/>
                </a:solidFill>
                <a:latin typeface="Malgun Gothic"/>
                <a:ea typeface="Malgun Gothic"/>
                <a:cs typeface="Malgun Gothic"/>
              </a:defRPr>
            </a:pPr>
            <a:r>
              <a:rPr sz="1650" b="1">
                <a:solidFill>
                  <a:srgbClr val="4D5A68"/>
                </a:solidFill>
                <a:latin typeface="Malgun Gothic"/>
                <a:ea typeface="Malgun Gothic"/>
                <a:cs typeface="Malgun Gothic"/>
              </a:rPr>
              <a:t>Prompt · 실제 요청 발췌·번역</a:t>
            </a:r>
          </a:p>
        </p:txBody>
      </p:sp>
      <p:sp>
        <p:nvSpPr>
          <p:cNvPr id="11" name="">
            <a:extLst xmlns:a="http://schemas.openxmlformats.org/drawingml/2006/main">
              <a:ext uri="{FF2B5EF4-FFF2-40B4-BE49-F238E27FC236}">
                <a16:creationId xmlns:a16="http://schemas.microsoft.com/office/drawing/2014/main" id="{A1B3554C-D5CA-4E95-8D55-E18DE26C9D03}"/>
              </a:ext>
            </a:extLst>
          </p:cNvPr>
          <p:cNvSpPr>
            <a:spLocks xmlns:a="http://schemas.openxmlformats.org/drawingml/2006/main" noGrp="1"/>
          </p:cNvSpPr>
          <p:nvPr/>
        </p:nvSpPr>
        <p:spPr>
          <a:xfrm xmlns:a="http://schemas.openxmlformats.org/drawingml/2006/main">
            <a:off x="800100" y="2647950"/>
            <a:ext cx="40386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2" name="README의 Build 안내에&#10;빌드 도구·고정 버전을 적어줘.&#10;pyproject.toml을 기준으로&#10;REA">
            <a:extLst xmlns:a="http://schemas.openxmlformats.org/drawingml/2006/main">
              <a:ext uri="{FF2B5EF4-FFF2-40B4-BE49-F238E27FC236}">
                <a16:creationId xmlns:a16="http://schemas.microsoft.com/office/drawing/2014/main" id="{E0F0BEE9-8F4C-46E6-8023-474E675FBEF4}"/>
              </a:ext>
            </a:extLst>
          </p:cNvPr>
          <p:cNvSpPr>
            <a:spLocks xmlns:a="http://schemas.openxmlformats.org/drawingml/2006/main" noGrp="1"/>
          </p:cNvSpPr>
          <p:nvPr/>
        </p:nvSpPr>
        <p:spPr>
          <a:xfrm xmlns:a="http://schemas.openxmlformats.org/drawingml/2006/main">
            <a:off x="800100" y="2733675"/>
            <a:ext cx="403860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README의 Build 안내에</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빌드 도구·고정 버전을 적어줘.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pyproject.toml을 기준으로</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README.md만 바꿔줘.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기존 명령은 유지하고</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패키지 설치·설정 변경은 하지 마.</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관련 검증 결과를 보고해줘.</a:t>
            </a:r>
          </a:p>
        </p:txBody>
      </p:sp>
      <p:sp>
        <p:nvSpPr>
          <p:cNvPr id="13" name="">
            <a:extLst xmlns:a="http://schemas.openxmlformats.org/drawingml/2006/main">
              <a:ext uri="{FF2B5EF4-FFF2-40B4-BE49-F238E27FC236}">
                <a16:creationId xmlns:a16="http://schemas.microsoft.com/office/drawing/2014/main" id="{1E640046-312C-4B1D-9564-FCB4AB2EF1DC}"/>
              </a:ext>
            </a:extLst>
          </p:cNvPr>
          <p:cNvSpPr>
            <a:spLocks xmlns:a="http://schemas.openxmlformats.org/drawingml/2006/main" noGrp="1"/>
          </p:cNvSpPr>
          <p:nvPr/>
        </p:nvSpPr>
        <p:spPr>
          <a:xfrm xmlns:a="http://schemas.openxmlformats.org/drawingml/2006/main">
            <a:off x="5257800" y="2800350"/>
            <a:ext cx="342900" cy="23812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7F235B0-84C9-45D4-9AD2-66D0C0B83920}"/>
              </a:ext>
            </a:extLst>
          </p:cNvPr>
          <p:cNvSpPr>
            <a:spLocks xmlns:a="http://schemas.openxmlformats.org/drawingml/2006/main" noGrp="1"/>
          </p:cNvSpPr>
          <p:nvPr/>
        </p:nvSpPr>
        <p:spPr>
          <a:xfrm xmlns:a="http://schemas.openxmlformats.org/drawingml/2006/main">
            <a:off x="5829300" y="2171700"/>
            <a:ext cx="5753100" cy="1438275"/>
          </a:xfrm>
          <a:prstGeom xmlns:a="http://schemas.openxmlformats.org/drawingml/2006/main" prst="rect">
            <a:avLst/>
          </a:prstGeom>
          <a:solidFill xmlns:a="http://schemas.openxmlformats.org/drawingml/2006/main">
            <a:srgbClr val="E0EFF0"/>
          </a:solidFill>
          <a:ln xmlns:a="http://schemas.openxmlformats.org/drawingml/2006/main" w="19050">
            <a:solidFill>
              <a:srgbClr val="0B6172"/>
            </a:solidFill>
            <a:prstDash val="solid"/>
          </a:ln>
        </p:spPr>
      </p:sp>
      <p:sp>
        <p:nvSpPr>
          <p:cNvPr id="15" name="이번 수정에 필요한 지침">
            <a:extLst xmlns:a="http://schemas.openxmlformats.org/drawingml/2006/main">
              <a:ext uri="{FF2B5EF4-FFF2-40B4-BE49-F238E27FC236}">
                <a16:creationId xmlns:a16="http://schemas.microsoft.com/office/drawing/2014/main" id="{FD22B946-3DA1-4377-8BEC-4EA4B91A3C28}"/>
              </a:ext>
            </a:extLst>
          </p:cNvPr>
          <p:cNvSpPr>
            <a:spLocks xmlns:a="http://schemas.openxmlformats.org/drawingml/2006/main" noGrp="1"/>
          </p:cNvSpPr>
          <p:nvPr/>
        </p:nvSpPr>
        <p:spPr>
          <a:xfrm xmlns:a="http://schemas.openxmlformats.org/drawingml/2006/main">
            <a:off x="6038850" y="2286000"/>
            <a:ext cx="5334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이번 수정에 필요한 지침</a:t>
            </a:r>
          </a:p>
        </p:txBody>
      </p:sp>
      <p:sp>
        <p:nvSpPr>
          <p:cNvPr id="16" name="README의 빌드·실행 안내 참조&#10;변경 범위 제한 · 관련 동작 검증">
            <a:extLst xmlns:a="http://schemas.openxmlformats.org/drawingml/2006/main">
              <a:ext uri="{FF2B5EF4-FFF2-40B4-BE49-F238E27FC236}">
                <a16:creationId xmlns:a16="http://schemas.microsoft.com/office/drawing/2014/main" id="{209FF44C-B0CF-4316-A0B3-20ACD31E9DAE}"/>
              </a:ext>
            </a:extLst>
          </p:cNvPr>
          <p:cNvSpPr>
            <a:spLocks xmlns:a="http://schemas.openxmlformats.org/drawingml/2006/main" noGrp="1"/>
          </p:cNvSpPr>
          <p:nvPr/>
        </p:nvSpPr>
        <p:spPr>
          <a:xfrm xmlns:a="http://schemas.openxmlformats.org/drawingml/2006/main">
            <a:off x="6038850" y="2714625"/>
            <a:ext cx="533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README의 빌드·실행 안내 참조</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변경 범위 제한 · 관련 동작 검증</a:t>
            </a:r>
          </a:p>
        </p:txBody>
      </p:sp>
      <p:sp>
        <p:nvSpPr>
          <p:cNvPr id="17" name="Build / Run · Core Constraints">
            <a:extLst xmlns:a="http://schemas.openxmlformats.org/drawingml/2006/main">
              <a:ext uri="{FF2B5EF4-FFF2-40B4-BE49-F238E27FC236}">
                <a16:creationId xmlns:a16="http://schemas.microsoft.com/office/drawing/2014/main" id="{CF4399F2-703A-406C-8155-D31D0CAD6D7A}"/>
              </a:ext>
            </a:extLst>
          </p:cNvPr>
          <p:cNvSpPr>
            <a:spLocks xmlns:a="http://schemas.openxmlformats.org/drawingml/2006/main" noGrp="1"/>
          </p:cNvSpPr>
          <p:nvPr/>
        </p:nvSpPr>
        <p:spPr>
          <a:xfrm xmlns:a="http://schemas.openxmlformats.org/drawingml/2006/main">
            <a:off x="6038850" y="3352800"/>
            <a:ext cx="5334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0B6172"/>
                </a:solidFill>
                <a:latin typeface="Consolas"/>
                <a:ea typeface="Consolas"/>
                <a:cs typeface="Consolas"/>
              </a:defRPr>
            </a:defPPr>
            <a:lvl1pPr algn="l">
              <a:defRPr sz="1500" b="0">
                <a:solidFill>
                  <a:srgbClr val="0B6172"/>
                </a:solidFill>
                <a:latin typeface="Consolas"/>
                <a:ea typeface="Consolas"/>
                <a:cs typeface="Consolas"/>
              </a:defRPr>
            </a:lvl1pPr>
            <a:lvl2pPr algn="l">
              <a:defRPr sz="1500" b="0">
                <a:solidFill>
                  <a:srgbClr val="0B6172"/>
                </a:solidFill>
                <a:latin typeface="Consolas"/>
                <a:ea typeface="Consolas"/>
                <a:cs typeface="Consolas"/>
              </a:defRPr>
            </a:lvl2pPr>
            <a:lvl3pPr algn="l">
              <a:defRPr sz="1500" b="0">
                <a:solidFill>
                  <a:srgbClr val="0B6172"/>
                </a:solidFill>
                <a:latin typeface="Consolas"/>
                <a:ea typeface="Consolas"/>
                <a:cs typeface="Consolas"/>
              </a:defRPr>
            </a:lvl3pPr>
            <a:lvl4pPr algn="l">
              <a:defRPr sz="1500" b="0">
                <a:solidFill>
                  <a:srgbClr val="0B6172"/>
                </a:solidFill>
                <a:latin typeface="Consolas"/>
                <a:ea typeface="Consolas"/>
                <a:cs typeface="Consolas"/>
              </a:defRPr>
            </a:lvl4pPr>
            <a:lvl5pPr algn="l">
              <a:defRPr sz="1500" b="0">
                <a:solidFill>
                  <a:srgbClr val="0B6172"/>
                </a:solidFill>
                <a:latin typeface="Consolas"/>
                <a:ea typeface="Consolas"/>
                <a:cs typeface="Consolas"/>
              </a:defRPr>
            </a:lvl5pPr>
            <a:lvl6pPr algn="l">
              <a:defRPr sz="1500" b="0">
                <a:solidFill>
                  <a:srgbClr val="0B6172"/>
                </a:solidFill>
                <a:latin typeface="Consolas"/>
                <a:ea typeface="Consolas"/>
                <a:cs typeface="Consolas"/>
              </a:defRPr>
            </a:lvl6pPr>
            <a:lvl7pPr algn="l">
              <a:defRPr sz="1500" b="0">
                <a:solidFill>
                  <a:srgbClr val="0B6172"/>
                </a:solidFill>
                <a:latin typeface="Consolas"/>
                <a:ea typeface="Consolas"/>
                <a:cs typeface="Consolas"/>
              </a:defRPr>
            </a:lvl7pPr>
            <a:lvl8pPr algn="l">
              <a:defRPr sz="1500" b="0">
                <a:solidFill>
                  <a:srgbClr val="0B6172"/>
                </a:solidFill>
                <a:latin typeface="Consolas"/>
                <a:ea typeface="Consolas"/>
                <a:cs typeface="Consolas"/>
              </a:defRPr>
            </a:lvl8pPr>
            <a:lvl9pPr algn="l">
              <a:defRPr sz="1500" b="0">
                <a:solidFill>
                  <a:srgbClr val="0B6172"/>
                </a:solidFill>
                <a:latin typeface="Consolas"/>
                <a:ea typeface="Consolas"/>
                <a:cs typeface="Consolas"/>
              </a:defRPr>
            </a:lvl9pPr>
          </a:lstStyle>
          <a:p xmlns:a="http://schemas.openxmlformats.org/drawingml/2006/main">
            <a:pPr algn="l">
              <a:defRPr sz="1500" b="0">
                <a:solidFill>
                  <a:srgbClr val="0B6172"/>
                </a:solidFill>
                <a:latin typeface="Consolas"/>
                <a:ea typeface="Consolas"/>
                <a:cs typeface="Consolas"/>
              </a:defRPr>
            </a:pPr>
            <a:r>
              <a:rPr sz="1500" b="0">
                <a:solidFill>
                  <a:srgbClr val="0B6172"/>
                </a:solidFill>
                <a:latin typeface="Consolas"/>
                <a:ea typeface="Consolas"/>
                <a:cs typeface="Consolas"/>
              </a:rPr>
              <a:t>Build / Run · Core Constraints</a:t>
            </a:r>
          </a:p>
        </p:txBody>
      </p:sp>
      <p:sp>
        <p:nvSpPr>
          <p:cNvPr id="18" name="">
            <a:extLst xmlns:a="http://schemas.openxmlformats.org/drawingml/2006/main">
              <a:ext uri="{FF2B5EF4-FFF2-40B4-BE49-F238E27FC236}">
                <a16:creationId xmlns:a16="http://schemas.microsoft.com/office/drawing/2014/main" id="{1A70F550-5EC5-4A7D-9FBA-0920270E9FF0}"/>
              </a:ext>
            </a:extLst>
          </p:cNvPr>
          <p:cNvSpPr>
            <a:spLocks xmlns:a="http://schemas.openxmlformats.org/drawingml/2006/main" noGrp="1"/>
          </p:cNvSpPr>
          <p:nvPr/>
        </p:nvSpPr>
        <p:spPr>
          <a:xfrm xmlns:a="http://schemas.openxmlformats.org/drawingml/2006/main">
            <a:off x="5829300" y="3810000"/>
            <a:ext cx="5753100" cy="1314450"/>
          </a:xfrm>
          <a:prstGeom xmlns:a="http://schemas.openxmlformats.org/drawingml/2006/main" prst="rect">
            <a:avLst/>
          </a:prstGeom>
          <a:solidFill xmlns:a="http://schemas.openxmlformats.org/drawingml/2006/main">
            <a:srgbClr val="F4F6F8"/>
          </a:solidFill>
          <a:ln xmlns:a="http://schemas.openxmlformats.org/drawingml/2006/main" w="14288">
            <a:solidFill>
              <a:srgbClr val="4D5A68"/>
            </a:solidFill>
            <a:prstDash val="dash"/>
          </a:ln>
        </p:spPr>
      </p:sp>
      <p:sp>
        <p:nvSpPr>
          <p:cNvPr id="19" name="정확하지만, 이번 수정에는 불필요">
            <a:extLst xmlns:a="http://schemas.openxmlformats.org/drawingml/2006/main">
              <a:ext uri="{FF2B5EF4-FFF2-40B4-BE49-F238E27FC236}">
                <a16:creationId xmlns:a16="http://schemas.microsoft.com/office/drawing/2014/main" id="{AA2D36B9-E9CD-40BF-BA56-0AFCE68A568E}"/>
              </a:ext>
            </a:extLst>
          </p:cNvPr>
          <p:cNvSpPr>
            <a:spLocks xmlns:a="http://schemas.openxmlformats.org/drawingml/2006/main" noGrp="1"/>
          </p:cNvSpPr>
          <p:nvPr/>
        </p:nvSpPr>
        <p:spPr>
          <a:xfrm xmlns:a="http://schemas.openxmlformats.org/drawingml/2006/main">
            <a:off x="6038850" y="3905250"/>
            <a:ext cx="5334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4D5A68"/>
                </a:solidFill>
                <a:latin typeface="Malgun Gothic"/>
                <a:ea typeface="Malgun Gothic"/>
                <a:cs typeface="Malgun Gothic"/>
              </a:defRPr>
            </a:defPPr>
            <a:lvl1pPr algn="l">
              <a:defRPr sz="1950" b="1">
                <a:solidFill>
                  <a:srgbClr val="4D5A68"/>
                </a:solidFill>
                <a:latin typeface="Malgun Gothic"/>
                <a:ea typeface="Malgun Gothic"/>
                <a:cs typeface="Malgun Gothic"/>
              </a:defRPr>
            </a:lvl1pPr>
            <a:lvl2pPr algn="l">
              <a:defRPr sz="1950" b="1">
                <a:solidFill>
                  <a:srgbClr val="4D5A68"/>
                </a:solidFill>
                <a:latin typeface="Malgun Gothic"/>
                <a:ea typeface="Malgun Gothic"/>
                <a:cs typeface="Malgun Gothic"/>
              </a:defRPr>
            </a:lvl2pPr>
            <a:lvl3pPr algn="l">
              <a:defRPr sz="1950" b="1">
                <a:solidFill>
                  <a:srgbClr val="4D5A68"/>
                </a:solidFill>
                <a:latin typeface="Malgun Gothic"/>
                <a:ea typeface="Malgun Gothic"/>
                <a:cs typeface="Malgun Gothic"/>
              </a:defRPr>
            </a:lvl3pPr>
            <a:lvl4pPr algn="l">
              <a:defRPr sz="1950" b="1">
                <a:solidFill>
                  <a:srgbClr val="4D5A68"/>
                </a:solidFill>
                <a:latin typeface="Malgun Gothic"/>
                <a:ea typeface="Malgun Gothic"/>
                <a:cs typeface="Malgun Gothic"/>
              </a:defRPr>
            </a:lvl4pPr>
            <a:lvl5pPr algn="l">
              <a:defRPr sz="1950" b="1">
                <a:solidFill>
                  <a:srgbClr val="4D5A68"/>
                </a:solidFill>
                <a:latin typeface="Malgun Gothic"/>
                <a:ea typeface="Malgun Gothic"/>
                <a:cs typeface="Malgun Gothic"/>
              </a:defRPr>
            </a:lvl5pPr>
            <a:lvl6pPr algn="l">
              <a:defRPr sz="1950" b="1">
                <a:solidFill>
                  <a:srgbClr val="4D5A68"/>
                </a:solidFill>
                <a:latin typeface="Malgun Gothic"/>
                <a:ea typeface="Malgun Gothic"/>
                <a:cs typeface="Malgun Gothic"/>
              </a:defRPr>
            </a:lvl6pPr>
            <a:lvl7pPr algn="l">
              <a:defRPr sz="1950" b="1">
                <a:solidFill>
                  <a:srgbClr val="4D5A68"/>
                </a:solidFill>
                <a:latin typeface="Malgun Gothic"/>
                <a:ea typeface="Malgun Gothic"/>
                <a:cs typeface="Malgun Gothic"/>
              </a:defRPr>
            </a:lvl7pPr>
            <a:lvl8pPr algn="l">
              <a:defRPr sz="1950" b="1">
                <a:solidFill>
                  <a:srgbClr val="4D5A68"/>
                </a:solidFill>
                <a:latin typeface="Malgun Gothic"/>
                <a:ea typeface="Malgun Gothic"/>
                <a:cs typeface="Malgun Gothic"/>
              </a:defRPr>
            </a:lvl8pPr>
            <a:lvl9pPr algn="l">
              <a:defRPr sz="1950" b="1">
                <a:solidFill>
                  <a:srgbClr val="4D5A68"/>
                </a:solidFill>
                <a:latin typeface="Malgun Gothic"/>
                <a:ea typeface="Malgun Gothic"/>
                <a:cs typeface="Malgun Gothic"/>
              </a:defRPr>
            </a:lvl9pPr>
          </a:lstStyle>
          <a:p xmlns:a="http://schemas.openxmlformats.org/drawingml/2006/main">
            <a:pPr algn="l">
              <a:defRPr sz="1950" b="1">
                <a:solidFill>
                  <a:srgbClr val="4D5A68"/>
                </a:solidFill>
                <a:latin typeface="Malgun Gothic"/>
                <a:ea typeface="Malgun Gothic"/>
                <a:cs typeface="Malgun Gothic"/>
              </a:defRPr>
            </a:pPr>
            <a:r>
              <a:rPr sz="1950" b="1">
                <a:solidFill>
                  <a:srgbClr val="4D5A68"/>
                </a:solidFill>
                <a:latin typeface="Malgun Gothic"/>
                <a:ea typeface="Malgun Gothic"/>
                <a:cs typeface="Malgun Gothic"/>
              </a:rPr>
              <a:t>정확하지만, 이번 수정에는 불필요</a:t>
            </a:r>
          </a:p>
        </p:txBody>
      </p:sp>
      <p:sp>
        <p:nvSpPr>
          <p:cNvPr id="20" name="crop · resize의 이미지 명세&#10;처리 순서 · 테스트 구조 · CLI 필드">
            <a:extLst xmlns:a="http://schemas.openxmlformats.org/drawingml/2006/main">
              <a:ext uri="{FF2B5EF4-FFF2-40B4-BE49-F238E27FC236}">
                <a16:creationId xmlns:a16="http://schemas.microsoft.com/office/drawing/2014/main" id="{30F41233-2E08-46AA-AFC8-CFBE5302484D}"/>
              </a:ext>
            </a:extLst>
          </p:cNvPr>
          <p:cNvSpPr>
            <a:spLocks xmlns:a="http://schemas.openxmlformats.org/drawingml/2006/main" noGrp="1"/>
          </p:cNvSpPr>
          <p:nvPr/>
        </p:nvSpPr>
        <p:spPr>
          <a:xfrm xmlns:a="http://schemas.openxmlformats.org/drawingml/2006/main">
            <a:off x="6038850" y="4295775"/>
            <a:ext cx="533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4D5A68"/>
                </a:solidFill>
                <a:latin typeface="Malgun Gothic"/>
                <a:ea typeface="Malgun Gothic"/>
                <a:cs typeface="Malgun Gothic"/>
              </a:defRPr>
            </a:defPPr>
            <a:lvl1pPr algn="l">
              <a:defRPr sz="1875" b="0">
                <a:solidFill>
                  <a:srgbClr val="4D5A68"/>
                </a:solidFill>
                <a:latin typeface="Malgun Gothic"/>
                <a:ea typeface="Malgun Gothic"/>
                <a:cs typeface="Malgun Gothic"/>
              </a:defRPr>
            </a:lvl1pPr>
            <a:lvl2pPr algn="l">
              <a:defRPr sz="1875" b="0">
                <a:solidFill>
                  <a:srgbClr val="4D5A68"/>
                </a:solidFill>
                <a:latin typeface="Malgun Gothic"/>
                <a:ea typeface="Malgun Gothic"/>
                <a:cs typeface="Malgun Gothic"/>
              </a:defRPr>
            </a:lvl2pPr>
            <a:lvl3pPr algn="l">
              <a:defRPr sz="1875" b="0">
                <a:solidFill>
                  <a:srgbClr val="4D5A68"/>
                </a:solidFill>
                <a:latin typeface="Malgun Gothic"/>
                <a:ea typeface="Malgun Gothic"/>
                <a:cs typeface="Malgun Gothic"/>
              </a:defRPr>
            </a:lvl3pPr>
            <a:lvl4pPr algn="l">
              <a:defRPr sz="1875" b="0">
                <a:solidFill>
                  <a:srgbClr val="4D5A68"/>
                </a:solidFill>
                <a:latin typeface="Malgun Gothic"/>
                <a:ea typeface="Malgun Gothic"/>
                <a:cs typeface="Malgun Gothic"/>
              </a:defRPr>
            </a:lvl4pPr>
            <a:lvl5pPr algn="l">
              <a:defRPr sz="1875" b="0">
                <a:solidFill>
                  <a:srgbClr val="4D5A68"/>
                </a:solidFill>
                <a:latin typeface="Malgun Gothic"/>
                <a:ea typeface="Malgun Gothic"/>
                <a:cs typeface="Malgun Gothic"/>
              </a:defRPr>
            </a:lvl5pPr>
            <a:lvl6pPr algn="l">
              <a:defRPr sz="1875" b="0">
                <a:solidFill>
                  <a:srgbClr val="4D5A68"/>
                </a:solidFill>
                <a:latin typeface="Malgun Gothic"/>
                <a:ea typeface="Malgun Gothic"/>
                <a:cs typeface="Malgun Gothic"/>
              </a:defRPr>
            </a:lvl6pPr>
            <a:lvl7pPr algn="l">
              <a:defRPr sz="1875" b="0">
                <a:solidFill>
                  <a:srgbClr val="4D5A68"/>
                </a:solidFill>
                <a:latin typeface="Malgun Gothic"/>
                <a:ea typeface="Malgun Gothic"/>
                <a:cs typeface="Malgun Gothic"/>
              </a:defRPr>
            </a:lvl7pPr>
            <a:lvl8pPr algn="l">
              <a:defRPr sz="1875" b="0">
                <a:solidFill>
                  <a:srgbClr val="4D5A68"/>
                </a:solidFill>
                <a:latin typeface="Malgun Gothic"/>
                <a:ea typeface="Malgun Gothic"/>
                <a:cs typeface="Malgun Gothic"/>
              </a:defRPr>
            </a:lvl8pPr>
            <a:lvl9pPr algn="l">
              <a:defRPr sz="1875" b="0">
                <a:solidFill>
                  <a:srgbClr val="4D5A68"/>
                </a:solidFill>
                <a:latin typeface="Malgun Gothic"/>
                <a:ea typeface="Malgun Gothic"/>
                <a:cs typeface="Malgun Gothic"/>
              </a:defRPr>
            </a:lvl9pPr>
          </a:lstStyle>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crop · resize의 이미지 명세</a:t>
            </a:r>
          </a:p>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처리 순서 · 테스트 구조 · CLI 필드</a:t>
            </a:r>
          </a:p>
        </p:txBody>
      </p:sp>
      <p:sp>
        <p:nvSpPr>
          <p:cNvPr id="21" name="Architecture · Image Contract · Test 구조 · CLI Summary">
            <a:extLst xmlns:a="http://schemas.openxmlformats.org/drawingml/2006/main">
              <a:ext uri="{FF2B5EF4-FFF2-40B4-BE49-F238E27FC236}">
                <a16:creationId xmlns:a16="http://schemas.microsoft.com/office/drawing/2014/main" id="{01C11B61-BDA6-46E1-BFA4-F24B1CE7AC02}"/>
              </a:ext>
            </a:extLst>
          </p:cNvPr>
          <p:cNvSpPr>
            <a:spLocks xmlns:a="http://schemas.openxmlformats.org/drawingml/2006/main" noGrp="1"/>
          </p:cNvSpPr>
          <p:nvPr/>
        </p:nvSpPr>
        <p:spPr>
          <a:xfrm xmlns:a="http://schemas.openxmlformats.org/drawingml/2006/main">
            <a:off x="6038850" y="4867275"/>
            <a:ext cx="5334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Architecture · Image Contract · Test 구조 · CLI Summary</a:t>
            </a:r>
          </a:p>
        </p:txBody>
      </p:sp>
      <p:sp>
        <p:nvSpPr>
          <p:cNvPr id="22" name="필요한 Context는 이번 작업의 질문에 따라 달라진다">
            <a:extLst xmlns:a="http://schemas.openxmlformats.org/drawingml/2006/main">
              <a:ext uri="{FF2B5EF4-FFF2-40B4-BE49-F238E27FC236}">
                <a16:creationId xmlns:a16="http://schemas.microsoft.com/office/drawing/2014/main" id="{06777C5D-C6F2-4520-8314-902D5178864B}"/>
              </a:ext>
            </a:extLst>
          </p:cNvPr>
          <p:cNvSpPr>
            <a:spLocks xmlns:a="http://schemas.openxmlformats.org/drawingml/2006/main" noGrp="1"/>
          </p:cNvSpPr>
          <p:nvPr/>
        </p:nvSpPr>
        <p:spPr>
          <a:xfrm xmlns:a="http://schemas.openxmlformats.org/drawingml/2006/main">
            <a:off x="609600" y="53244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필요한 Context는 이번 작업의 질문에 따라 달라진다</a:t>
            </a:r>
          </a:p>
        </p:txBody>
      </p:sp>
      <p:sp>
        <p:nvSpPr>
          <p:cNvPr id="23" name="Legacy module connection">
            <a:extLst xmlns:a="http://schemas.openxmlformats.org/drawingml/2006/main">
              <a:ext uri="{FF2B5EF4-FFF2-40B4-BE49-F238E27FC236}">
                <a16:creationId xmlns:a16="http://schemas.microsoft.com/office/drawing/2014/main" id="{932B76F7-2A5F-421E-AA52-3F1B132EE86D}"/>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326174224"/>
      </p:ext>
    </p:extLst>
  </p:cSld>
</p:sld>
</file>

<file path=ppt/slides/slide3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1" name="ACT 2 · 이번에는 Context의 범위를 정리">
            <a:extLst xmlns:a="http://schemas.openxmlformats.org/drawingml/2006/main">
              <a:ext uri="{FF2B5EF4-FFF2-40B4-BE49-F238E27FC236}">
                <a16:creationId xmlns:a16="http://schemas.microsoft.com/office/drawing/2014/main" id="{A199DA99-711B-4191-BE3B-56387DB7830B}"/>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이번에는 Context의 범위를 정리</a:t>
            </a:r>
          </a:p>
        </p:txBody>
      </p:sp>
      <p:sp>
        <p:nvSpPr>
          <p:cNvPr id="2" name="S38">
            <a:extLst xmlns:a="http://schemas.openxmlformats.org/drawingml/2006/main">
              <a:ext uri="{FF2B5EF4-FFF2-40B4-BE49-F238E27FC236}">
                <a16:creationId xmlns:a16="http://schemas.microsoft.com/office/drawing/2014/main" id="{323A798B-7423-461A-9C95-90C58FD94A90}"/>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S38</a:t>
            </a:r>
          </a:p>
        </p:txBody>
      </p:sp>
      <p:sp>
        <p:nvSpPr>
          <p:cNvPr id="3" name="정보의 범위와 제공 시점">
            <a:extLst xmlns:a="http://schemas.openxmlformats.org/drawingml/2006/main">
              <a:ext uri="{FF2B5EF4-FFF2-40B4-BE49-F238E27FC236}">
                <a16:creationId xmlns:a16="http://schemas.microsoft.com/office/drawing/2014/main" id="{19F904D9-7025-48EA-B754-5D065D0049A2}"/>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정보의 범위와 제공 시점</a:t>
            </a:r>
          </a:p>
        </p:txBody>
      </p:sp>
      <p:sp>
        <p:nvSpPr>
          <p:cNvPr id="4" name="">
            <a:extLst xmlns:a="http://schemas.openxmlformats.org/drawingml/2006/main">
              <a:ext uri="{FF2B5EF4-FFF2-40B4-BE49-F238E27FC236}">
                <a16:creationId xmlns:a16="http://schemas.microsoft.com/office/drawing/2014/main" id="{03ABA6BB-BB58-4146-B639-BF333F0CEFB0}"/>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구분 · 정보의 범위와 수행 방법은 서로 다른 축">
            <a:extLst xmlns:a="http://schemas.openxmlformats.org/drawingml/2006/main">
              <a:ext uri="{FF2B5EF4-FFF2-40B4-BE49-F238E27FC236}">
                <a16:creationId xmlns:a16="http://schemas.microsoft.com/office/drawing/2014/main" id="{A32DD511-04A7-4C42-82EE-6E5028C42E4D}"/>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구분 · 정보의 범위와 수행 방법은 서로 다른 축</a:t>
            </a:r>
          </a:p>
        </p:txBody>
      </p:sp>
      <p:sp>
        <p:nvSpPr>
          <p:cNvPr id="6" name="공식 제품 분류가 아님 · 오른쪽은 다음 ACT의 미해결 질문">
            <a:extLst xmlns:a="http://schemas.openxmlformats.org/drawingml/2006/main">
              <a:ext uri="{FF2B5EF4-FFF2-40B4-BE49-F238E27FC236}">
                <a16:creationId xmlns:a16="http://schemas.microsoft.com/office/drawing/2014/main" id="{8392314A-D0B7-462B-8B9B-02C22ACEEB51}"/>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공식 제품 분류가 아님 · 오른쪽은 다음 ACT의 미해결 질문</a:t>
            </a:r>
          </a:p>
        </p:txBody>
      </p:sp>
      <p:sp>
        <p:nvSpPr>
          <p:cNvPr id="7" name="공통 안내와 상세는 나누고, 작업 방법은 질문으로 남긴다">
            <a:extLst xmlns:a="http://schemas.openxmlformats.org/drawingml/2006/main">
              <a:ext uri="{FF2B5EF4-FFF2-40B4-BE49-F238E27FC236}">
                <a16:creationId xmlns:a16="http://schemas.microsoft.com/office/drawing/2014/main" id="{99569611-5108-4C23-9A0A-0D5805BF3F50}"/>
              </a:ext>
            </a:extLst>
          </p:cNvPr>
          <p:cNvSpPr>
            <a:spLocks xmlns:a="http://schemas.openxmlformats.org/drawingml/2006/main" noGrp="1"/>
          </p:cNvSpPr>
          <p:nvPr/>
        </p:nvSpPr>
        <p:spPr>
          <a:xfrm xmlns:a="http://schemas.openxmlformats.org/drawingml/2006/main">
            <a:off x="609600" y="17240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공통 안내와 상세는 나누고, 작업 방법은 질문으로 남긴다</a:t>
            </a:r>
          </a:p>
        </p:txBody>
      </p:sp>
      <p:sp>
        <p:nvSpPr>
          <p:cNvPr id="8" name="여러 작업의 기본 안내">
            <a:extLst xmlns:a="http://schemas.openxmlformats.org/drawingml/2006/main">
              <a:ext uri="{FF2B5EF4-FFF2-40B4-BE49-F238E27FC236}">
                <a16:creationId xmlns:a16="http://schemas.microsoft.com/office/drawing/2014/main" id="{E63B848F-3EF4-4687-83D9-69A18223094A}"/>
              </a:ext>
            </a:extLst>
          </p:cNvPr>
          <p:cNvSpPr>
            <a:spLocks xmlns:a="http://schemas.openxmlformats.org/drawingml/2006/main" noGrp="1"/>
          </p:cNvSpPr>
          <p:nvPr/>
        </p:nvSpPr>
        <p:spPr>
          <a:xfrm xmlns:a="http://schemas.openxmlformats.org/drawingml/2006/main">
            <a:off x="609600" y="2409825"/>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여러 작업의 기본 안내</a:t>
            </a:r>
          </a:p>
        </p:txBody>
      </p:sp>
      <p:sp>
        <p:nvSpPr>
          <p:cNvPr id="9" name="">
            <a:extLst xmlns:a="http://schemas.openxmlformats.org/drawingml/2006/main">
              <a:ext uri="{FF2B5EF4-FFF2-40B4-BE49-F238E27FC236}">
                <a16:creationId xmlns:a16="http://schemas.microsoft.com/office/drawing/2014/main" id="{35AF7C61-214D-4727-8987-D0D7E78ECED8}"/>
              </a:ext>
            </a:extLst>
          </p:cNvPr>
          <p:cNvSpPr>
            <a:spLocks xmlns:a="http://schemas.openxmlformats.org/drawingml/2006/main" noGrp="1"/>
          </p:cNvSpPr>
          <p:nvPr/>
        </p:nvSpPr>
        <p:spPr>
          <a:xfrm xmlns:a="http://schemas.openxmlformats.org/drawingml/2006/main">
            <a:off x="609600" y="29432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0" name="질문에 맞춰 찾을 상세">
            <a:extLst xmlns:a="http://schemas.openxmlformats.org/drawingml/2006/main">
              <a:ext uri="{FF2B5EF4-FFF2-40B4-BE49-F238E27FC236}">
                <a16:creationId xmlns:a16="http://schemas.microsoft.com/office/drawing/2014/main" id="{132C367B-3A73-4CA7-AEE7-2CF055DFC7E5}"/>
              </a:ext>
            </a:extLst>
          </p:cNvPr>
          <p:cNvSpPr>
            <a:spLocks xmlns:a="http://schemas.openxmlformats.org/drawingml/2006/main" noGrp="1"/>
          </p:cNvSpPr>
          <p:nvPr/>
        </p:nvSpPr>
        <p:spPr>
          <a:xfrm xmlns:a="http://schemas.openxmlformats.org/drawingml/2006/main">
            <a:off x="4419600" y="2409825"/>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질문에 맞춰 찾을 상세</a:t>
            </a:r>
          </a:p>
        </p:txBody>
      </p:sp>
      <p:sp>
        <p:nvSpPr>
          <p:cNvPr id="11" name="">
            <a:extLst xmlns:a="http://schemas.openxmlformats.org/drawingml/2006/main">
              <a:ext uri="{FF2B5EF4-FFF2-40B4-BE49-F238E27FC236}">
                <a16:creationId xmlns:a16="http://schemas.microsoft.com/office/drawing/2014/main" id="{E3C82590-2753-4D69-BA66-5F6E4C2A3B41}"/>
              </a:ext>
            </a:extLst>
          </p:cNvPr>
          <p:cNvSpPr>
            <a:spLocks xmlns:a="http://schemas.openxmlformats.org/drawingml/2006/main" noGrp="1"/>
          </p:cNvSpPr>
          <p:nvPr/>
        </p:nvSpPr>
        <p:spPr>
          <a:xfrm xmlns:a="http://schemas.openxmlformats.org/drawingml/2006/main">
            <a:off x="4419600" y="29432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2" name="아직 남은 질문">
            <a:extLst xmlns:a="http://schemas.openxmlformats.org/drawingml/2006/main">
              <a:ext uri="{FF2B5EF4-FFF2-40B4-BE49-F238E27FC236}">
                <a16:creationId xmlns:a16="http://schemas.microsoft.com/office/drawing/2014/main" id="{5866790D-1749-44C3-9CAC-8B119C5B631B}"/>
              </a:ext>
            </a:extLst>
          </p:cNvPr>
          <p:cNvSpPr>
            <a:spLocks xmlns:a="http://schemas.openxmlformats.org/drawingml/2006/main" noGrp="1"/>
          </p:cNvSpPr>
          <p:nvPr/>
        </p:nvSpPr>
        <p:spPr>
          <a:xfrm xmlns:a="http://schemas.openxmlformats.org/drawingml/2006/main">
            <a:off x="8229600" y="2409825"/>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4D5A68"/>
                </a:solidFill>
                <a:latin typeface="Malgun Gothic"/>
                <a:ea typeface="Malgun Gothic"/>
                <a:cs typeface="Malgun Gothic"/>
              </a:defRPr>
            </a:defPPr>
            <a:lvl1pPr algn="l">
              <a:defRPr sz="2100" b="1">
                <a:solidFill>
                  <a:srgbClr val="4D5A68"/>
                </a:solidFill>
                <a:latin typeface="Malgun Gothic"/>
                <a:ea typeface="Malgun Gothic"/>
                <a:cs typeface="Malgun Gothic"/>
              </a:defRPr>
            </a:lvl1pPr>
            <a:lvl2pPr algn="l">
              <a:defRPr sz="2100" b="1">
                <a:solidFill>
                  <a:srgbClr val="4D5A68"/>
                </a:solidFill>
                <a:latin typeface="Malgun Gothic"/>
                <a:ea typeface="Malgun Gothic"/>
                <a:cs typeface="Malgun Gothic"/>
              </a:defRPr>
            </a:lvl2pPr>
            <a:lvl3pPr algn="l">
              <a:defRPr sz="2100" b="1">
                <a:solidFill>
                  <a:srgbClr val="4D5A68"/>
                </a:solidFill>
                <a:latin typeface="Malgun Gothic"/>
                <a:ea typeface="Malgun Gothic"/>
                <a:cs typeface="Malgun Gothic"/>
              </a:defRPr>
            </a:lvl3pPr>
            <a:lvl4pPr algn="l">
              <a:defRPr sz="2100" b="1">
                <a:solidFill>
                  <a:srgbClr val="4D5A68"/>
                </a:solidFill>
                <a:latin typeface="Malgun Gothic"/>
                <a:ea typeface="Malgun Gothic"/>
                <a:cs typeface="Malgun Gothic"/>
              </a:defRPr>
            </a:lvl4pPr>
            <a:lvl5pPr algn="l">
              <a:defRPr sz="2100" b="1">
                <a:solidFill>
                  <a:srgbClr val="4D5A68"/>
                </a:solidFill>
                <a:latin typeface="Malgun Gothic"/>
                <a:ea typeface="Malgun Gothic"/>
                <a:cs typeface="Malgun Gothic"/>
              </a:defRPr>
            </a:lvl5pPr>
            <a:lvl6pPr algn="l">
              <a:defRPr sz="2100" b="1">
                <a:solidFill>
                  <a:srgbClr val="4D5A68"/>
                </a:solidFill>
                <a:latin typeface="Malgun Gothic"/>
                <a:ea typeface="Malgun Gothic"/>
                <a:cs typeface="Malgun Gothic"/>
              </a:defRPr>
            </a:lvl6pPr>
            <a:lvl7pPr algn="l">
              <a:defRPr sz="2100" b="1">
                <a:solidFill>
                  <a:srgbClr val="4D5A68"/>
                </a:solidFill>
                <a:latin typeface="Malgun Gothic"/>
                <a:ea typeface="Malgun Gothic"/>
                <a:cs typeface="Malgun Gothic"/>
              </a:defRPr>
            </a:lvl7pPr>
            <a:lvl8pPr algn="l">
              <a:defRPr sz="2100" b="1">
                <a:solidFill>
                  <a:srgbClr val="4D5A68"/>
                </a:solidFill>
                <a:latin typeface="Malgun Gothic"/>
                <a:ea typeface="Malgun Gothic"/>
                <a:cs typeface="Malgun Gothic"/>
              </a:defRPr>
            </a:lvl8pPr>
            <a:lvl9pPr algn="l">
              <a:defRPr sz="2100" b="1">
                <a:solidFill>
                  <a:srgbClr val="4D5A68"/>
                </a:solidFill>
                <a:latin typeface="Malgun Gothic"/>
                <a:ea typeface="Malgun Gothic"/>
                <a:cs typeface="Malgun Gothic"/>
              </a:defRPr>
            </a:lvl9pPr>
          </a:lstStyle>
          <a:p xmlns:a="http://schemas.openxmlformats.org/drawingml/2006/main">
            <a:pPr algn="l">
              <a:defRPr sz="2100" b="1">
                <a:solidFill>
                  <a:srgbClr val="4D5A68"/>
                </a:solidFill>
                <a:latin typeface="Malgun Gothic"/>
                <a:ea typeface="Malgun Gothic"/>
                <a:cs typeface="Malgun Gothic"/>
              </a:defRPr>
            </a:pPr>
            <a:r>
              <a:rPr sz="2100" b="1">
                <a:solidFill>
                  <a:srgbClr val="4D5A68"/>
                </a:solidFill>
                <a:latin typeface="Malgun Gothic"/>
                <a:ea typeface="Malgun Gothic"/>
                <a:cs typeface="Malgun Gothic"/>
              </a:rPr>
              <a:t>아직 남은 질문</a:t>
            </a:r>
          </a:p>
        </p:txBody>
      </p:sp>
      <p:sp>
        <p:nvSpPr>
          <p:cNvPr id="13" name="">
            <a:extLst xmlns:a="http://schemas.openxmlformats.org/drawingml/2006/main">
              <a:ext uri="{FF2B5EF4-FFF2-40B4-BE49-F238E27FC236}">
                <a16:creationId xmlns:a16="http://schemas.microsoft.com/office/drawing/2014/main" id="{41F353B6-4DFC-4F78-A8BB-F1946502A4E9}"/>
              </a:ext>
            </a:extLst>
          </p:cNvPr>
          <p:cNvSpPr>
            <a:spLocks xmlns:a="http://schemas.openxmlformats.org/drawingml/2006/main" noGrp="1"/>
          </p:cNvSpPr>
          <p:nvPr/>
        </p:nvSpPr>
        <p:spPr>
          <a:xfrm xmlns:a="http://schemas.openxmlformats.org/drawingml/2006/main">
            <a:off x="8229600" y="2943225"/>
            <a:ext cx="3352800" cy="0"/>
          </a:xfrm>
          <a:prstGeom xmlns:a="http://schemas.openxmlformats.org/drawingml/2006/main" prst="line">
            <a:avLst/>
          </a:prstGeom>
          <a:noFill xmlns:a="http://schemas.openxmlformats.org/drawingml/2006/main"/>
          <a:ln xmlns:a="http://schemas.openxmlformats.org/drawingml/2006/main" w="9525">
            <a:solidFill>
              <a:srgbClr val="4D5A68"/>
            </a:solidFill>
            <a:prstDash val="dash"/>
          </a:ln>
        </p:spPr>
      </p:sp>
      <p:sp>
        <p:nvSpPr>
          <p:cNvPr id="14" name="">
            <a:extLst xmlns:a="http://schemas.openxmlformats.org/drawingml/2006/main">
              <a:ext uri="{FF2B5EF4-FFF2-40B4-BE49-F238E27FC236}">
                <a16:creationId xmlns:a16="http://schemas.microsoft.com/office/drawing/2014/main" id="{F53BD561-64AD-4B21-AA44-7F92A10EBF6C}"/>
              </a:ext>
            </a:extLst>
          </p:cNvPr>
          <p:cNvSpPr>
            <a:spLocks xmlns:a="http://schemas.openxmlformats.org/drawingml/2006/main" noGrp="1"/>
          </p:cNvSpPr>
          <p:nvPr/>
        </p:nvSpPr>
        <p:spPr>
          <a:xfrm xmlns:a="http://schemas.openxmlformats.org/drawingml/2006/main">
            <a:off x="609600" y="3276600"/>
            <a:ext cx="9906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5" name="README">
            <a:extLst xmlns:a="http://schemas.openxmlformats.org/drawingml/2006/main">
              <a:ext uri="{FF2B5EF4-FFF2-40B4-BE49-F238E27FC236}">
                <a16:creationId xmlns:a16="http://schemas.microsoft.com/office/drawing/2014/main" id="{FD905288-0EE6-4B12-B941-6828972FF585}"/>
              </a:ext>
            </a:extLst>
          </p:cNvPr>
          <p:cNvSpPr>
            <a:spLocks xmlns:a="http://schemas.openxmlformats.org/drawingml/2006/main" noGrp="1"/>
          </p:cNvSpPr>
          <p:nvPr/>
        </p:nvSpPr>
        <p:spPr>
          <a:xfrm xmlns:a="http://schemas.openxmlformats.org/drawingml/2006/main">
            <a:off x="609600" y="3343275"/>
            <a:ext cx="990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7212B"/>
                </a:solidFill>
                <a:latin typeface="Malgun Gothic"/>
                <a:ea typeface="Malgun Gothic"/>
                <a:cs typeface="Malgun Gothic"/>
              </a:defRPr>
            </a:defPPr>
            <a:lvl1pPr algn="ctr">
              <a:defRPr sz="1650" b="1">
                <a:solidFill>
                  <a:srgbClr val="17212B"/>
                </a:solidFill>
                <a:latin typeface="Malgun Gothic"/>
                <a:ea typeface="Malgun Gothic"/>
                <a:cs typeface="Malgun Gothic"/>
              </a:defRPr>
            </a:lvl1pPr>
            <a:lvl2pPr algn="ctr">
              <a:defRPr sz="1650" b="1">
                <a:solidFill>
                  <a:srgbClr val="17212B"/>
                </a:solidFill>
                <a:latin typeface="Malgun Gothic"/>
                <a:ea typeface="Malgun Gothic"/>
                <a:cs typeface="Malgun Gothic"/>
              </a:defRPr>
            </a:lvl2pPr>
            <a:lvl3pPr algn="ctr">
              <a:defRPr sz="1650" b="1">
                <a:solidFill>
                  <a:srgbClr val="17212B"/>
                </a:solidFill>
                <a:latin typeface="Malgun Gothic"/>
                <a:ea typeface="Malgun Gothic"/>
                <a:cs typeface="Malgun Gothic"/>
              </a:defRPr>
            </a:lvl3pPr>
            <a:lvl4pPr algn="ctr">
              <a:defRPr sz="1650" b="1">
                <a:solidFill>
                  <a:srgbClr val="17212B"/>
                </a:solidFill>
                <a:latin typeface="Malgun Gothic"/>
                <a:ea typeface="Malgun Gothic"/>
                <a:cs typeface="Malgun Gothic"/>
              </a:defRPr>
            </a:lvl4pPr>
            <a:lvl5pPr algn="ctr">
              <a:defRPr sz="1650" b="1">
                <a:solidFill>
                  <a:srgbClr val="17212B"/>
                </a:solidFill>
                <a:latin typeface="Malgun Gothic"/>
                <a:ea typeface="Malgun Gothic"/>
                <a:cs typeface="Malgun Gothic"/>
              </a:defRPr>
            </a:lvl5pPr>
            <a:lvl6pPr algn="ctr">
              <a:defRPr sz="1650" b="1">
                <a:solidFill>
                  <a:srgbClr val="17212B"/>
                </a:solidFill>
                <a:latin typeface="Malgun Gothic"/>
                <a:ea typeface="Malgun Gothic"/>
                <a:cs typeface="Malgun Gothic"/>
              </a:defRPr>
            </a:lvl6pPr>
            <a:lvl7pPr algn="ctr">
              <a:defRPr sz="1650" b="1">
                <a:solidFill>
                  <a:srgbClr val="17212B"/>
                </a:solidFill>
                <a:latin typeface="Malgun Gothic"/>
                <a:ea typeface="Malgun Gothic"/>
                <a:cs typeface="Malgun Gothic"/>
              </a:defRPr>
            </a:lvl7pPr>
            <a:lvl8pPr algn="ctr">
              <a:defRPr sz="1650" b="1">
                <a:solidFill>
                  <a:srgbClr val="17212B"/>
                </a:solidFill>
                <a:latin typeface="Malgun Gothic"/>
                <a:ea typeface="Malgun Gothic"/>
                <a:cs typeface="Malgun Gothic"/>
              </a:defRPr>
            </a:lvl8pPr>
            <a:lvl9pPr algn="ctr">
              <a:defRPr sz="1650" b="1">
                <a:solidFill>
                  <a:srgbClr val="17212B"/>
                </a:solidFill>
                <a:latin typeface="Malgun Gothic"/>
                <a:ea typeface="Malgun Gothic"/>
                <a:cs typeface="Malgun Gothic"/>
              </a:defRPr>
            </a:lvl9pPr>
          </a:lstStyle>
          <a:p xmlns:a="http://schemas.openxmlformats.org/drawingml/2006/main">
            <a:pPr algn="ctr">
              <a:defRPr sz="1650" b="1">
                <a:solidFill>
                  <a:srgbClr val="17212B"/>
                </a:solidFill>
                <a:latin typeface="Malgun Gothic"/>
                <a:ea typeface="Malgun Gothic"/>
                <a:cs typeface="Malgun Gothic"/>
              </a:defRPr>
            </a:pPr>
            <a:r>
              <a:rPr sz="1650" b="1">
                <a:solidFill>
                  <a:srgbClr val="17212B"/>
                </a:solidFill>
                <a:latin typeface="Malgun Gothic"/>
                <a:ea typeface="Malgun Gothic"/>
                <a:cs typeface="Malgun Gothic"/>
              </a:rPr>
              <a:t>README</a:t>
            </a:r>
          </a:p>
        </p:txBody>
      </p:sp>
      <p:sp>
        <p:nvSpPr>
          <p:cNvPr id="16" name="">
            <a:extLst xmlns:a="http://schemas.openxmlformats.org/drawingml/2006/main">
              <a:ext uri="{FF2B5EF4-FFF2-40B4-BE49-F238E27FC236}">
                <a16:creationId xmlns:a16="http://schemas.microsoft.com/office/drawing/2014/main" id="{602EC781-FBA8-4F49-8921-331368F0F4FF}"/>
              </a:ext>
            </a:extLst>
          </p:cNvPr>
          <p:cNvSpPr>
            <a:spLocks xmlns:a="http://schemas.openxmlformats.org/drawingml/2006/main" noGrp="1"/>
          </p:cNvSpPr>
          <p:nvPr/>
        </p:nvSpPr>
        <p:spPr>
          <a:xfrm xmlns:a="http://schemas.openxmlformats.org/drawingml/2006/main">
            <a:off x="1790700" y="3276600"/>
            <a:ext cx="9906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7" name="crop">
            <a:extLst xmlns:a="http://schemas.openxmlformats.org/drawingml/2006/main">
              <a:ext uri="{FF2B5EF4-FFF2-40B4-BE49-F238E27FC236}">
                <a16:creationId xmlns:a16="http://schemas.microsoft.com/office/drawing/2014/main" id="{2ACB8139-579C-4637-AC9C-73D3A0D2C81E}"/>
              </a:ext>
            </a:extLst>
          </p:cNvPr>
          <p:cNvSpPr>
            <a:spLocks xmlns:a="http://schemas.openxmlformats.org/drawingml/2006/main" noGrp="1"/>
          </p:cNvSpPr>
          <p:nvPr/>
        </p:nvSpPr>
        <p:spPr>
          <a:xfrm xmlns:a="http://schemas.openxmlformats.org/drawingml/2006/main">
            <a:off x="1790700" y="3343275"/>
            <a:ext cx="990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7212B"/>
                </a:solidFill>
                <a:latin typeface="Malgun Gothic"/>
                <a:ea typeface="Malgun Gothic"/>
                <a:cs typeface="Malgun Gothic"/>
              </a:defRPr>
            </a:defPPr>
            <a:lvl1pPr algn="ctr">
              <a:defRPr sz="1650" b="1">
                <a:solidFill>
                  <a:srgbClr val="17212B"/>
                </a:solidFill>
                <a:latin typeface="Malgun Gothic"/>
                <a:ea typeface="Malgun Gothic"/>
                <a:cs typeface="Malgun Gothic"/>
              </a:defRPr>
            </a:lvl1pPr>
            <a:lvl2pPr algn="ctr">
              <a:defRPr sz="1650" b="1">
                <a:solidFill>
                  <a:srgbClr val="17212B"/>
                </a:solidFill>
                <a:latin typeface="Malgun Gothic"/>
                <a:ea typeface="Malgun Gothic"/>
                <a:cs typeface="Malgun Gothic"/>
              </a:defRPr>
            </a:lvl2pPr>
            <a:lvl3pPr algn="ctr">
              <a:defRPr sz="1650" b="1">
                <a:solidFill>
                  <a:srgbClr val="17212B"/>
                </a:solidFill>
                <a:latin typeface="Malgun Gothic"/>
                <a:ea typeface="Malgun Gothic"/>
                <a:cs typeface="Malgun Gothic"/>
              </a:defRPr>
            </a:lvl3pPr>
            <a:lvl4pPr algn="ctr">
              <a:defRPr sz="1650" b="1">
                <a:solidFill>
                  <a:srgbClr val="17212B"/>
                </a:solidFill>
                <a:latin typeface="Malgun Gothic"/>
                <a:ea typeface="Malgun Gothic"/>
                <a:cs typeface="Malgun Gothic"/>
              </a:defRPr>
            </a:lvl4pPr>
            <a:lvl5pPr algn="ctr">
              <a:defRPr sz="1650" b="1">
                <a:solidFill>
                  <a:srgbClr val="17212B"/>
                </a:solidFill>
                <a:latin typeface="Malgun Gothic"/>
                <a:ea typeface="Malgun Gothic"/>
                <a:cs typeface="Malgun Gothic"/>
              </a:defRPr>
            </a:lvl5pPr>
            <a:lvl6pPr algn="ctr">
              <a:defRPr sz="1650" b="1">
                <a:solidFill>
                  <a:srgbClr val="17212B"/>
                </a:solidFill>
                <a:latin typeface="Malgun Gothic"/>
                <a:ea typeface="Malgun Gothic"/>
                <a:cs typeface="Malgun Gothic"/>
              </a:defRPr>
            </a:lvl6pPr>
            <a:lvl7pPr algn="ctr">
              <a:defRPr sz="1650" b="1">
                <a:solidFill>
                  <a:srgbClr val="17212B"/>
                </a:solidFill>
                <a:latin typeface="Malgun Gothic"/>
                <a:ea typeface="Malgun Gothic"/>
                <a:cs typeface="Malgun Gothic"/>
              </a:defRPr>
            </a:lvl7pPr>
            <a:lvl8pPr algn="ctr">
              <a:defRPr sz="1650" b="1">
                <a:solidFill>
                  <a:srgbClr val="17212B"/>
                </a:solidFill>
                <a:latin typeface="Malgun Gothic"/>
                <a:ea typeface="Malgun Gothic"/>
                <a:cs typeface="Malgun Gothic"/>
              </a:defRPr>
            </a:lvl8pPr>
            <a:lvl9pPr algn="ctr">
              <a:defRPr sz="1650" b="1">
                <a:solidFill>
                  <a:srgbClr val="17212B"/>
                </a:solidFill>
                <a:latin typeface="Malgun Gothic"/>
                <a:ea typeface="Malgun Gothic"/>
                <a:cs typeface="Malgun Gothic"/>
              </a:defRPr>
            </a:lvl9pPr>
          </a:lstStyle>
          <a:p xmlns:a="http://schemas.openxmlformats.org/drawingml/2006/main">
            <a:pPr algn="ctr">
              <a:defRPr sz="1650" b="1">
                <a:solidFill>
                  <a:srgbClr val="17212B"/>
                </a:solidFill>
                <a:latin typeface="Malgun Gothic"/>
                <a:ea typeface="Malgun Gothic"/>
                <a:cs typeface="Malgun Gothic"/>
              </a:defRPr>
            </a:pPr>
            <a:r>
              <a:rPr sz="1650" b="1">
                <a:solidFill>
                  <a:srgbClr val="17212B"/>
                </a:solidFill>
                <a:latin typeface="Malgun Gothic"/>
                <a:ea typeface="Malgun Gothic"/>
                <a:cs typeface="Malgun Gothic"/>
              </a:rPr>
              <a:t>crop</a:t>
            </a:r>
          </a:p>
        </p:txBody>
      </p:sp>
      <p:sp>
        <p:nvSpPr>
          <p:cNvPr id="18" name="">
            <a:extLst xmlns:a="http://schemas.openxmlformats.org/drawingml/2006/main">
              <a:ext uri="{FF2B5EF4-FFF2-40B4-BE49-F238E27FC236}">
                <a16:creationId xmlns:a16="http://schemas.microsoft.com/office/drawing/2014/main" id="{C78F4936-1434-4AE4-B643-5B421AE3EC6E}"/>
              </a:ext>
            </a:extLst>
          </p:cNvPr>
          <p:cNvSpPr>
            <a:spLocks xmlns:a="http://schemas.openxmlformats.org/drawingml/2006/main" noGrp="1"/>
          </p:cNvSpPr>
          <p:nvPr/>
        </p:nvSpPr>
        <p:spPr>
          <a:xfrm xmlns:a="http://schemas.openxmlformats.org/drawingml/2006/main">
            <a:off x="2971800" y="3276600"/>
            <a:ext cx="9906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9" name="성능 조사">
            <a:extLst xmlns:a="http://schemas.openxmlformats.org/drawingml/2006/main">
              <a:ext uri="{FF2B5EF4-FFF2-40B4-BE49-F238E27FC236}">
                <a16:creationId xmlns:a16="http://schemas.microsoft.com/office/drawing/2014/main" id="{676AD42C-93DE-42DC-99CA-4922F8CEBDB7}"/>
              </a:ext>
            </a:extLst>
          </p:cNvPr>
          <p:cNvSpPr>
            <a:spLocks xmlns:a="http://schemas.openxmlformats.org/drawingml/2006/main" noGrp="1"/>
          </p:cNvSpPr>
          <p:nvPr/>
        </p:nvSpPr>
        <p:spPr>
          <a:xfrm xmlns:a="http://schemas.openxmlformats.org/drawingml/2006/main">
            <a:off x="2971800" y="3343275"/>
            <a:ext cx="990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7212B"/>
                </a:solidFill>
                <a:latin typeface="Malgun Gothic"/>
                <a:ea typeface="Malgun Gothic"/>
                <a:cs typeface="Malgun Gothic"/>
              </a:defRPr>
            </a:defPPr>
            <a:lvl1pPr algn="ctr">
              <a:defRPr sz="1650" b="1">
                <a:solidFill>
                  <a:srgbClr val="17212B"/>
                </a:solidFill>
                <a:latin typeface="Malgun Gothic"/>
                <a:ea typeface="Malgun Gothic"/>
                <a:cs typeface="Malgun Gothic"/>
              </a:defRPr>
            </a:lvl1pPr>
            <a:lvl2pPr algn="ctr">
              <a:defRPr sz="1650" b="1">
                <a:solidFill>
                  <a:srgbClr val="17212B"/>
                </a:solidFill>
                <a:latin typeface="Malgun Gothic"/>
                <a:ea typeface="Malgun Gothic"/>
                <a:cs typeface="Malgun Gothic"/>
              </a:defRPr>
            </a:lvl2pPr>
            <a:lvl3pPr algn="ctr">
              <a:defRPr sz="1650" b="1">
                <a:solidFill>
                  <a:srgbClr val="17212B"/>
                </a:solidFill>
                <a:latin typeface="Malgun Gothic"/>
                <a:ea typeface="Malgun Gothic"/>
                <a:cs typeface="Malgun Gothic"/>
              </a:defRPr>
            </a:lvl3pPr>
            <a:lvl4pPr algn="ctr">
              <a:defRPr sz="1650" b="1">
                <a:solidFill>
                  <a:srgbClr val="17212B"/>
                </a:solidFill>
                <a:latin typeface="Malgun Gothic"/>
                <a:ea typeface="Malgun Gothic"/>
                <a:cs typeface="Malgun Gothic"/>
              </a:defRPr>
            </a:lvl4pPr>
            <a:lvl5pPr algn="ctr">
              <a:defRPr sz="1650" b="1">
                <a:solidFill>
                  <a:srgbClr val="17212B"/>
                </a:solidFill>
                <a:latin typeface="Malgun Gothic"/>
                <a:ea typeface="Malgun Gothic"/>
                <a:cs typeface="Malgun Gothic"/>
              </a:defRPr>
            </a:lvl5pPr>
            <a:lvl6pPr algn="ctr">
              <a:defRPr sz="1650" b="1">
                <a:solidFill>
                  <a:srgbClr val="17212B"/>
                </a:solidFill>
                <a:latin typeface="Malgun Gothic"/>
                <a:ea typeface="Malgun Gothic"/>
                <a:cs typeface="Malgun Gothic"/>
              </a:defRPr>
            </a:lvl6pPr>
            <a:lvl7pPr algn="ctr">
              <a:defRPr sz="1650" b="1">
                <a:solidFill>
                  <a:srgbClr val="17212B"/>
                </a:solidFill>
                <a:latin typeface="Malgun Gothic"/>
                <a:ea typeface="Malgun Gothic"/>
                <a:cs typeface="Malgun Gothic"/>
              </a:defRPr>
            </a:lvl7pPr>
            <a:lvl8pPr algn="ctr">
              <a:defRPr sz="1650" b="1">
                <a:solidFill>
                  <a:srgbClr val="17212B"/>
                </a:solidFill>
                <a:latin typeface="Malgun Gothic"/>
                <a:ea typeface="Malgun Gothic"/>
                <a:cs typeface="Malgun Gothic"/>
              </a:defRPr>
            </a:lvl8pPr>
            <a:lvl9pPr algn="ctr">
              <a:defRPr sz="1650" b="1">
                <a:solidFill>
                  <a:srgbClr val="17212B"/>
                </a:solidFill>
                <a:latin typeface="Malgun Gothic"/>
                <a:ea typeface="Malgun Gothic"/>
                <a:cs typeface="Malgun Gothic"/>
              </a:defRPr>
            </a:lvl9pPr>
          </a:lstStyle>
          <a:p xmlns:a="http://schemas.openxmlformats.org/drawingml/2006/main">
            <a:pPr algn="ctr">
              <a:defRPr sz="1650" b="1">
                <a:solidFill>
                  <a:srgbClr val="17212B"/>
                </a:solidFill>
                <a:latin typeface="Malgun Gothic"/>
                <a:ea typeface="Malgun Gothic"/>
                <a:cs typeface="Malgun Gothic"/>
              </a:defRPr>
            </a:pPr>
            <a:r>
              <a:rPr sz="1650" b="1">
                <a:solidFill>
                  <a:srgbClr val="17212B"/>
                </a:solidFill>
                <a:latin typeface="Malgun Gothic"/>
                <a:ea typeface="Malgun Gothic"/>
                <a:cs typeface="Malgun Gothic"/>
              </a:rPr>
              <a:t>성능 조사</a:t>
            </a:r>
          </a:p>
        </p:txBody>
      </p:sp>
      <p:sp>
        <p:nvSpPr>
          <p:cNvPr id="20" name="">
            <a:extLst xmlns:a="http://schemas.openxmlformats.org/drawingml/2006/main">
              <a:ext uri="{FF2B5EF4-FFF2-40B4-BE49-F238E27FC236}">
                <a16:creationId xmlns:a16="http://schemas.microsoft.com/office/drawing/2014/main" id="{785C2DDF-AED1-48B8-B526-CA6F30606E51}"/>
              </a:ext>
            </a:extLst>
          </p:cNvPr>
          <p:cNvSpPr>
            <a:spLocks xmlns:a="http://schemas.openxmlformats.org/drawingml/2006/main" noGrp="1"/>
          </p:cNvSpPr>
          <p:nvPr/>
        </p:nvSpPr>
        <p:spPr>
          <a:xfrm xmlns:a="http://schemas.openxmlformats.org/drawingml/2006/main">
            <a:off x="2152650" y="3905250"/>
            <a:ext cx="266700" cy="171450"/>
          </a:xfrm>
          <a:prstGeom xmlns:a="http://schemas.openxmlformats.org/drawingml/2006/main" prst="downArrow">
            <a:avLst/>
          </a:prstGeom>
          <a:solidFill xmlns:a="http://schemas.openxmlformats.org/drawingml/2006/main">
            <a:srgbClr val="0B617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011ED7D-4F44-4F80-B081-8FB745C986D6}"/>
              </a:ext>
            </a:extLst>
          </p:cNvPr>
          <p:cNvSpPr>
            <a:spLocks xmlns:a="http://schemas.openxmlformats.org/drawingml/2006/main" noGrp="1"/>
          </p:cNvSpPr>
          <p:nvPr/>
        </p:nvSpPr>
        <p:spPr>
          <a:xfrm xmlns:a="http://schemas.openxmlformats.org/drawingml/2006/main">
            <a:off x="609600" y="4238625"/>
            <a:ext cx="3352800" cy="781050"/>
          </a:xfrm>
          <a:prstGeom xmlns:a="http://schemas.openxmlformats.org/drawingml/2006/main" prst="rect">
            <a:avLst/>
          </a:prstGeom>
          <a:solidFill xmlns:a="http://schemas.openxmlformats.org/drawingml/2006/main">
            <a:srgbClr val="E0EFF0"/>
          </a:solidFill>
          <a:ln xmlns:a="http://schemas.openxmlformats.org/drawingml/2006/main" w="14288">
            <a:solidFill>
              <a:srgbClr val="0B6172"/>
            </a:solidFill>
            <a:prstDash val="solid"/>
          </a:ln>
        </p:spPr>
      </p:sp>
      <p:sp>
        <p:nvSpPr>
          <p:cNvPr id="22" name="목적 · 공통 제약&#10;실행·검증의 시작점">
            <a:extLst xmlns:a="http://schemas.openxmlformats.org/drawingml/2006/main">
              <a:ext uri="{FF2B5EF4-FFF2-40B4-BE49-F238E27FC236}">
                <a16:creationId xmlns:a16="http://schemas.microsoft.com/office/drawing/2014/main" id="{56F10277-FBD7-4B89-B875-34B48EAE4C50}"/>
              </a:ext>
            </a:extLst>
          </p:cNvPr>
          <p:cNvSpPr>
            <a:spLocks xmlns:a="http://schemas.openxmlformats.org/drawingml/2006/main" noGrp="1"/>
          </p:cNvSpPr>
          <p:nvPr/>
        </p:nvSpPr>
        <p:spPr>
          <a:xfrm xmlns:a="http://schemas.openxmlformats.org/drawingml/2006/main">
            <a:off x="781050" y="4314825"/>
            <a:ext cx="3009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1">
                <a:solidFill>
                  <a:srgbClr val="17212B"/>
                </a:solidFill>
                <a:latin typeface="Malgun Gothic"/>
                <a:ea typeface="Malgun Gothic"/>
                <a:cs typeface="Malgun Gothic"/>
              </a:defRPr>
            </a:defPPr>
            <a:lvl1pPr algn="ctr">
              <a:defRPr sz="1950" b="1">
                <a:solidFill>
                  <a:srgbClr val="17212B"/>
                </a:solidFill>
                <a:latin typeface="Malgun Gothic"/>
                <a:ea typeface="Malgun Gothic"/>
                <a:cs typeface="Malgun Gothic"/>
              </a:defRPr>
            </a:lvl1pPr>
            <a:lvl2pPr algn="ctr">
              <a:defRPr sz="1950" b="1">
                <a:solidFill>
                  <a:srgbClr val="17212B"/>
                </a:solidFill>
                <a:latin typeface="Malgun Gothic"/>
                <a:ea typeface="Malgun Gothic"/>
                <a:cs typeface="Malgun Gothic"/>
              </a:defRPr>
            </a:lvl2pPr>
            <a:lvl3pPr algn="ctr">
              <a:defRPr sz="1950" b="1">
                <a:solidFill>
                  <a:srgbClr val="17212B"/>
                </a:solidFill>
                <a:latin typeface="Malgun Gothic"/>
                <a:ea typeface="Malgun Gothic"/>
                <a:cs typeface="Malgun Gothic"/>
              </a:defRPr>
            </a:lvl3pPr>
            <a:lvl4pPr algn="ctr">
              <a:defRPr sz="1950" b="1">
                <a:solidFill>
                  <a:srgbClr val="17212B"/>
                </a:solidFill>
                <a:latin typeface="Malgun Gothic"/>
                <a:ea typeface="Malgun Gothic"/>
                <a:cs typeface="Malgun Gothic"/>
              </a:defRPr>
            </a:lvl4pPr>
            <a:lvl5pPr algn="ctr">
              <a:defRPr sz="1950" b="1">
                <a:solidFill>
                  <a:srgbClr val="17212B"/>
                </a:solidFill>
                <a:latin typeface="Malgun Gothic"/>
                <a:ea typeface="Malgun Gothic"/>
                <a:cs typeface="Malgun Gothic"/>
              </a:defRPr>
            </a:lvl5pPr>
            <a:lvl6pPr algn="ctr">
              <a:defRPr sz="1950" b="1">
                <a:solidFill>
                  <a:srgbClr val="17212B"/>
                </a:solidFill>
                <a:latin typeface="Malgun Gothic"/>
                <a:ea typeface="Malgun Gothic"/>
                <a:cs typeface="Malgun Gothic"/>
              </a:defRPr>
            </a:lvl6pPr>
            <a:lvl7pPr algn="ctr">
              <a:defRPr sz="1950" b="1">
                <a:solidFill>
                  <a:srgbClr val="17212B"/>
                </a:solidFill>
                <a:latin typeface="Malgun Gothic"/>
                <a:ea typeface="Malgun Gothic"/>
                <a:cs typeface="Malgun Gothic"/>
              </a:defRPr>
            </a:lvl7pPr>
            <a:lvl8pPr algn="ctr">
              <a:defRPr sz="1950" b="1">
                <a:solidFill>
                  <a:srgbClr val="17212B"/>
                </a:solidFill>
                <a:latin typeface="Malgun Gothic"/>
                <a:ea typeface="Malgun Gothic"/>
                <a:cs typeface="Malgun Gothic"/>
              </a:defRPr>
            </a:lvl8pPr>
            <a:lvl9pPr algn="ctr">
              <a:defRPr sz="1950" b="1">
                <a:solidFill>
                  <a:srgbClr val="17212B"/>
                </a:solidFill>
                <a:latin typeface="Malgun Gothic"/>
                <a:ea typeface="Malgun Gothic"/>
                <a:cs typeface="Malgun Gothic"/>
              </a:defRPr>
            </a:lvl9pPr>
          </a:lstStyle>
          <a:p xmlns:a="http://schemas.openxmlformats.org/drawingml/2006/main">
            <a:pPr algn="ctr">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목적 · 공통 제약</a:t>
            </a:r>
          </a:p>
          <a:p xmlns:a="http://schemas.openxmlformats.org/drawingml/2006/main">
            <a:pPr algn="ctr">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실행·검증의 시작점</a:t>
            </a:r>
          </a:p>
        </p:txBody>
      </p:sp>
      <p:sp>
        <p:nvSpPr>
          <p:cNvPr id="23" name="README">
            <a:extLst xmlns:a="http://schemas.openxmlformats.org/drawingml/2006/main">
              <a:ext uri="{FF2B5EF4-FFF2-40B4-BE49-F238E27FC236}">
                <a16:creationId xmlns:a16="http://schemas.microsoft.com/office/drawing/2014/main" id="{CAC3328F-98A0-4395-B9A0-C666D6E9DD92}"/>
              </a:ext>
            </a:extLst>
          </p:cNvPr>
          <p:cNvSpPr>
            <a:spLocks xmlns:a="http://schemas.openxmlformats.org/drawingml/2006/main" noGrp="1"/>
          </p:cNvSpPr>
          <p:nvPr/>
        </p:nvSpPr>
        <p:spPr>
          <a:xfrm xmlns:a="http://schemas.openxmlformats.org/drawingml/2006/main">
            <a:off x="4419600" y="3276600"/>
            <a:ext cx="108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README</a:t>
            </a:r>
          </a:p>
        </p:txBody>
      </p:sp>
      <p:sp>
        <p:nvSpPr>
          <p:cNvPr id="24" name="">
            <a:extLst xmlns:a="http://schemas.openxmlformats.org/drawingml/2006/main">
              <a:ext uri="{FF2B5EF4-FFF2-40B4-BE49-F238E27FC236}">
                <a16:creationId xmlns:a16="http://schemas.microsoft.com/office/drawing/2014/main" id="{17BE9E32-5FBE-432B-8597-2B9EB6CC5DE8}"/>
              </a:ext>
            </a:extLst>
          </p:cNvPr>
          <p:cNvSpPr>
            <a:spLocks xmlns:a="http://schemas.openxmlformats.org/drawingml/2006/main" noGrp="1"/>
          </p:cNvSpPr>
          <p:nvPr/>
        </p:nvSpPr>
        <p:spPr>
          <a:xfrm xmlns:a="http://schemas.openxmlformats.org/drawingml/2006/main">
            <a:off x="5534025" y="3400425"/>
            <a:ext cx="238125"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1E8EE2F-285A-4336-AFC6-EA5F4059A941}"/>
              </a:ext>
            </a:extLst>
          </p:cNvPr>
          <p:cNvSpPr>
            <a:spLocks xmlns:a="http://schemas.openxmlformats.org/drawingml/2006/main" noGrp="1"/>
          </p:cNvSpPr>
          <p:nvPr/>
        </p:nvSpPr>
        <p:spPr>
          <a:xfrm xmlns:a="http://schemas.openxmlformats.org/drawingml/2006/main">
            <a:off x="5934075" y="3276600"/>
            <a:ext cx="1838325" cy="457200"/>
          </a:xfrm>
          <a:prstGeom xmlns:a="http://schemas.openxmlformats.org/drawingml/2006/main" prst="rect">
            <a:avLst/>
          </a:prstGeom>
          <a:solidFill xmlns:a="http://schemas.openxmlformats.org/drawingml/2006/main">
            <a:srgbClr val="FFFFFF"/>
          </a:solidFill>
          <a:ln xmlns:a="http://schemas.openxmlformats.org/drawingml/2006/main" w="14288">
            <a:solidFill>
              <a:srgbClr val="0B6172"/>
            </a:solidFill>
            <a:prstDash val="solid"/>
          </a:ln>
        </p:spPr>
      </p:sp>
      <p:sp>
        <p:nvSpPr>
          <p:cNvPr id="26" name="빌드 안내">
            <a:extLst xmlns:a="http://schemas.openxmlformats.org/drawingml/2006/main">
              <a:ext uri="{FF2B5EF4-FFF2-40B4-BE49-F238E27FC236}">
                <a16:creationId xmlns:a16="http://schemas.microsoft.com/office/drawing/2014/main" id="{19308AB2-8CE1-4F1E-A4BD-15DB06EDF5F7}"/>
              </a:ext>
            </a:extLst>
          </p:cNvPr>
          <p:cNvSpPr>
            <a:spLocks xmlns:a="http://schemas.openxmlformats.org/drawingml/2006/main" noGrp="1"/>
          </p:cNvSpPr>
          <p:nvPr/>
        </p:nvSpPr>
        <p:spPr>
          <a:xfrm xmlns:a="http://schemas.openxmlformats.org/drawingml/2006/main">
            <a:off x="6010275" y="3343275"/>
            <a:ext cx="1685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0B6172"/>
                </a:solidFill>
                <a:latin typeface="Malgun Gothic"/>
                <a:ea typeface="Malgun Gothic"/>
                <a:cs typeface="Malgun Gothic"/>
              </a:defRPr>
            </a:defPPr>
            <a:lvl1pPr algn="ctr">
              <a:defRPr sz="1875" b="1">
                <a:solidFill>
                  <a:srgbClr val="0B6172"/>
                </a:solidFill>
                <a:latin typeface="Malgun Gothic"/>
                <a:ea typeface="Malgun Gothic"/>
                <a:cs typeface="Malgun Gothic"/>
              </a:defRPr>
            </a:lvl1pPr>
            <a:lvl2pPr algn="ctr">
              <a:defRPr sz="1875" b="1">
                <a:solidFill>
                  <a:srgbClr val="0B6172"/>
                </a:solidFill>
                <a:latin typeface="Malgun Gothic"/>
                <a:ea typeface="Malgun Gothic"/>
                <a:cs typeface="Malgun Gothic"/>
              </a:defRPr>
            </a:lvl2pPr>
            <a:lvl3pPr algn="ctr">
              <a:defRPr sz="1875" b="1">
                <a:solidFill>
                  <a:srgbClr val="0B6172"/>
                </a:solidFill>
                <a:latin typeface="Malgun Gothic"/>
                <a:ea typeface="Malgun Gothic"/>
                <a:cs typeface="Malgun Gothic"/>
              </a:defRPr>
            </a:lvl3pPr>
            <a:lvl4pPr algn="ctr">
              <a:defRPr sz="1875" b="1">
                <a:solidFill>
                  <a:srgbClr val="0B6172"/>
                </a:solidFill>
                <a:latin typeface="Malgun Gothic"/>
                <a:ea typeface="Malgun Gothic"/>
                <a:cs typeface="Malgun Gothic"/>
              </a:defRPr>
            </a:lvl4pPr>
            <a:lvl5pPr algn="ctr">
              <a:defRPr sz="1875" b="1">
                <a:solidFill>
                  <a:srgbClr val="0B6172"/>
                </a:solidFill>
                <a:latin typeface="Malgun Gothic"/>
                <a:ea typeface="Malgun Gothic"/>
                <a:cs typeface="Malgun Gothic"/>
              </a:defRPr>
            </a:lvl5pPr>
            <a:lvl6pPr algn="ctr">
              <a:defRPr sz="1875" b="1">
                <a:solidFill>
                  <a:srgbClr val="0B6172"/>
                </a:solidFill>
                <a:latin typeface="Malgun Gothic"/>
                <a:ea typeface="Malgun Gothic"/>
                <a:cs typeface="Malgun Gothic"/>
              </a:defRPr>
            </a:lvl6pPr>
            <a:lvl7pPr algn="ctr">
              <a:defRPr sz="1875" b="1">
                <a:solidFill>
                  <a:srgbClr val="0B6172"/>
                </a:solidFill>
                <a:latin typeface="Malgun Gothic"/>
                <a:ea typeface="Malgun Gothic"/>
                <a:cs typeface="Malgun Gothic"/>
              </a:defRPr>
            </a:lvl7pPr>
            <a:lvl8pPr algn="ctr">
              <a:defRPr sz="1875" b="1">
                <a:solidFill>
                  <a:srgbClr val="0B6172"/>
                </a:solidFill>
                <a:latin typeface="Malgun Gothic"/>
                <a:ea typeface="Malgun Gothic"/>
                <a:cs typeface="Malgun Gothic"/>
              </a:defRPr>
            </a:lvl8pPr>
            <a:lvl9pPr algn="ctr">
              <a:defRPr sz="1875" b="1">
                <a:solidFill>
                  <a:srgbClr val="0B6172"/>
                </a:solidFill>
                <a:latin typeface="Malgun Gothic"/>
                <a:ea typeface="Malgun Gothic"/>
                <a:cs typeface="Malgun Gothic"/>
              </a:defRPr>
            </a:lvl9pPr>
          </a:lstStyle>
          <a:p xmlns:a="http://schemas.openxmlformats.org/drawingml/2006/main">
            <a:pPr algn="ctr">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빌드 안내</a:t>
            </a:r>
          </a:p>
        </p:txBody>
      </p:sp>
      <p:sp>
        <p:nvSpPr>
          <p:cNvPr id="27" name="crop">
            <a:extLst xmlns:a="http://schemas.openxmlformats.org/drawingml/2006/main">
              <a:ext uri="{FF2B5EF4-FFF2-40B4-BE49-F238E27FC236}">
                <a16:creationId xmlns:a16="http://schemas.microsoft.com/office/drawing/2014/main" id="{73BE3283-11D0-40DE-AF7B-1DF191B79219}"/>
              </a:ext>
            </a:extLst>
          </p:cNvPr>
          <p:cNvSpPr>
            <a:spLocks xmlns:a="http://schemas.openxmlformats.org/drawingml/2006/main" noGrp="1"/>
          </p:cNvSpPr>
          <p:nvPr/>
        </p:nvSpPr>
        <p:spPr>
          <a:xfrm xmlns:a="http://schemas.openxmlformats.org/drawingml/2006/main">
            <a:off x="4419600" y="4324350"/>
            <a:ext cx="108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crop</a:t>
            </a:r>
          </a:p>
        </p:txBody>
      </p:sp>
      <p:sp>
        <p:nvSpPr>
          <p:cNvPr id="28" name="">
            <a:extLst xmlns:a="http://schemas.openxmlformats.org/drawingml/2006/main">
              <a:ext uri="{FF2B5EF4-FFF2-40B4-BE49-F238E27FC236}">
                <a16:creationId xmlns:a16="http://schemas.microsoft.com/office/drawing/2014/main" id="{4FA65B1B-A207-4347-A699-B2204D3D02AD}"/>
              </a:ext>
            </a:extLst>
          </p:cNvPr>
          <p:cNvSpPr>
            <a:spLocks xmlns:a="http://schemas.openxmlformats.org/drawingml/2006/main" noGrp="1"/>
          </p:cNvSpPr>
          <p:nvPr/>
        </p:nvSpPr>
        <p:spPr>
          <a:xfrm xmlns:a="http://schemas.openxmlformats.org/drawingml/2006/main">
            <a:off x="5534025" y="4448175"/>
            <a:ext cx="238125"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E6975AE-5218-4A4E-B853-6D9C581F1870}"/>
              </a:ext>
            </a:extLst>
          </p:cNvPr>
          <p:cNvSpPr>
            <a:spLocks xmlns:a="http://schemas.openxmlformats.org/drawingml/2006/main" noGrp="1"/>
          </p:cNvSpPr>
          <p:nvPr/>
        </p:nvSpPr>
        <p:spPr>
          <a:xfrm xmlns:a="http://schemas.openxmlformats.org/drawingml/2006/main">
            <a:off x="5934075" y="4324350"/>
            <a:ext cx="1838325" cy="457200"/>
          </a:xfrm>
          <a:prstGeom xmlns:a="http://schemas.openxmlformats.org/drawingml/2006/main" prst="rect">
            <a:avLst/>
          </a:prstGeom>
          <a:solidFill xmlns:a="http://schemas.openxmlformats.org/drawingml/2006/main">
            <a:srgbClr val="FFFFFF"/>
          </a:solidFill>
          <a:ln xmlns:a="http://schemas.openxmlformats.org/drawingml/2006/main" w="14288">
            <a:solidFill>
              <a:srgbClr val="0B6172"/>
            </a:solidFill>
            <a:prstDash val="solid"/>
          </a:ln>
        </p:spPr>
      </p:sp>
      <p:sp>
        <p:nvSpPr>
          <p:cNvPr id="30" name="이미지 명세">
            <a:extLst xmlns:a="http://schemas.openxmlformats.org/drawingml/2006/main">
              <a:ext uri="{FF2B5EF4-FFF2-40B4-BE49-F238E27FC236}">
                <a16:creationId xmlns:a16="http://schemas.microsoft.com/office/drawing/2014/main" id="{34DEDCE6-B2DA-4D41-832C-3E92858B94FA}"/>
              </a:ext>
            </a:extLst>
          </p:cNvPr>
          <p:cNvSpPr>
            <a:spLocks xmlns:a="http://schemas.openxmlformats.org/drawingml/2006/main" noGrp="1"/>
          </p:cNvSpPr>
          <p:nvPr/>
        </p:nvSpPr>
        <p:spPr>
          <a:xfrm xmlns:a="http://schemas.openxmlformats.org/drawingml/2006/main">
            <a:off x="6010275" y="4391025"/>
            <a:ext cx="1685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0B6172"/>
                </a:solidFill>
                <a:latin typeface="Malgun Gothic"/>
                <a:ea typeface="Malgun Gothic"/>
                <a:cs typeface="Malgun Gothic"/>
              </a:defRPr>
            </a:defPPr>
            <a:lvl1pPr algn="ctr">
              <a:defRPr sz="1875" b="1">
                <a:solidFill>
                  <a:srgbClr val="0B6172"/>
                </a:solidFill>
                <a:latin typeface="Malgun Gothic"/>
                <a:ea typeface="Malgun Gothic"/>
                <a:cs typeface="Malgun Gothic"/>
              </a:defRPr>
            </a:lvl1pPr>
            <a:lvl2pPr algn="ctr">
              <a:defRPr sz="1875" b="1">
                <a:solidFill>
                  <a:srgbClr val="0B6172"/>
                </a:solidFill>
                <a:latin typeface="Malgun Gothic"/>
                <a:ea typeface="Malgun Gothic"/>
                <a:cs typeface="Malgun Gothic"/>
              </a:defRPr>
            </a:lvl2pPr>
            <a:lvl3pPr algn="ctr">
              <a:defRPr sz="1875" b="1">
                <a:solidFill>
                  <a:srgbClr val="0B6172"/>
                </a:solidFill>
                <a:latin typeface="Malgun Gothic"/>
                <a:ea typeface="Malgun Gothic"/>
                <a:cs typeface="Malgun Gothic"/>
              </a:defRPr>
            </a:lvl3pPr>
            <a:lvl4pPr algn="ctr">
              <a:defRPr sz="1875" b="1">
                <a:solidFill>
                  <a:srgbClr val="0B6172"/>
                </a:solidFill>
                <a:latin typeface="Malgun Gothic"/>
                <a:ea typeface="Malgun Gothic"/>
                <a:cs typeface="Malgun Gothic"/>
              </a:defRPr>
            </a:lvl4pPr>
            <a:lvl5pPr algn="ctr">
              <a:defRPr sz="1875" b="1">
                <a:solidFill>
                  <a:srgbClr val="0B6172"/>
                </a:solidFill>
                <a:latin typeface="Malgun Gothic"/>
                <a:ea typeface="Malgun Gothic"/>
                <a:cs typeface="Malgun Gothic"/>
              </a:defRPr>
            </a:lvl5pPr>
            <a:lvl6pPr algn="ctr">
              <a:defRPr sz="1875" b="1">
                <a:solidFill>
                  <a:srgbClr val="0B6172"/>
                </a:solidFill>
                <a:latin typeface="Malgun Gothic"/>
                <a:ea typeface="Malgun Gothic"/>
                <a:cs typeface="Malgun Gothic"/>
              </a:defRPr>
            </a:lvl6pPr>
            <a:lvl7pPr algn="ctr">
              <a:defRPr sz="1875" b="1">
                <a:solidFill>
                  <a:srgbClr val="0B6172"/>
                </a:solidFill>
                <a:latin typeface="Malgun Gothic"/>
                <a:ea typeface="Malgun Gothic"/>
                <a:cs typeface="Malgun Gothic"/>
              </a:defRPr>
            </a:lvl7pPr>
            <a:lvl8pPr algn="ctr">
              <a:defRPr sz="1875" b="1">
                <a:solidFill>
                  <a:srgbClr val="0B6172"/>
                </a:solidFill>
                <a:latin typeface="Malgun Gothic"/>
                <a:ea typeface="Malgun Gothic"/>
                <a:cs typeface="Malgun Gothic"/>
              </a:defRPr>
            </a:lvl8pPr>
            <a:lvl9pPr algn="ctr">
              <a:defRPr sz="1875" b="1">
                <a:solidFill>
                  <a:srgbClr val="0B6172"/>
                </a:solidFill>
                <a:latin typeface="Malgun Gothic"/>
                <a:ea typeface="Malgun Gothic"/>
                <a:cs typeface="Malgun Gothic"/>
              </a:defRPr>
            </a:lvl9pPr>
          </a:lstStyle>
          <a:p xmlns:a="http://schemas.openxmlformats.org/drawingml/2006/main">
            <a:pPr algn="ctr">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이미지 명세</a:t>
            </a:r>
          </a:p>
        </p:txBody>
      </p:sp>
      <p:sp>
        <p:nvSpPr>
          <p:cNvPr id="31" name="">
            <a:extLst xmlns:a="http://schemas.openxmlformats.org/drawingml/2006/main">
              <a:ext uri="{FF2B5EF4-FFF2-40B4-BE49-F238E27FC236}">
                <a16:creationId xmlns:a16="http://schemas.microsoft.com/office/drawing/2014/main" id="{D3E2206F-638C-4C23-98FE-8E253B7AE31A}"/>
              </a:ext>
            </a:extLst>
          </p:cNvPr>
          <p:cNvSpPr>
            <a:spLocks xmlns:a="http://schemas.openxmlformats.org/drawingml/2006/main" noGrp="1"/>
          </p:cNvSpPr>
          <p:nvPr/>
        </p:nvSpPr>
        <p:spPr>
          <a:xfrm xmlns:a="http://schemas.openxmlformats.org/drawingml/2006/main">
            <a:off x="8229600" y="3276600"/>
            <a:ext cx="3352800" cy="742950"/>
          </a:xfrm>
          <a:prstGeom xmlns:a="http://schemas.openxmlformats.org/drawingml/2006/main" prst="rect">
            <a:avLst/>
          </a:prstGeom>
          <a:solidFill xmlns:a="http://schemas.openxmlformats.org/drawingml/2006/main">
            <a:srgbClr val="F4F6F8"/>
          </a:solidFill>
          <a:ln xmlns:a="http://schemas.openxmlformats.org/drawingml/2006/main" w="14288">
            <a:solidFill>
              <a:srgbClr val="4D5A68"/>
            </a:solidFill>
            <a:prstDash val="dash"/>
          </a:ln>
        </p:spPr>
      </p:sp>
      <p:sp>
        <p:nvSpPr>
          <p:cNvPr id="32" name="성능 요청 A">
            <a:extLst xmlns:a="http://schemas.openxmlformats.org/drawingml/2006/main">
              <a:ext uri="{FF2B5EF4-FFF2-40B4-BE49-F238E27FC236}">
                <a16:creationId xmlns:a16="http://schemas.microsoft.com/office/drawing/2014/main" id="{A1C3815D-EC58-4653-B104-B8365B007845}"/>
              </a:ext>
            </a:extLst>
          </p:cNvPr>
          <p:cNvSpPr>
            <a:spLocks xmlns:a="http://schemas.openxmlformats.org/drawingml/2006/main" noGrp="1"/>
          </p:cNvSpPr>
          <p:nvPr/>
        </p:nvSpPr>
        <p:spPr>
          <a:xfrm xmlns:a="http://schemas.openxmlformats.org/drawingml/2006/main">
            <a:off x="8401050" y="3343275"/>
            <a:ext cx="3009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성능 요청 A</a:t>
            </a:r>
          </a:p>
        </p:txBody>
      </p:sp>
      <p:sp>
        <p:nvSpPr>
          <p:cNvPr id="33" name="측정 · 조사 · 검증 …">
            <a:extLst xmlns:a="http://schemas.openxmlformats.org/drawingml/2006/main">
              <a:ext uri="{FF2B5EF4-FFF2-40B4-BE49-F238E27FC236}">
                <a16:creationId xmlns:a16="http://schemas.microsoft.com/office/drawing/2014/main" id="{6B3F23C4-3AFC-4E03-B415-76C182D25CEE}"/>
              </a:ext>
            </a:extLst>
          </p:cNvPr>
          <p:cNvSpPr>
            <a:spLocks xmlns:a="http://schemas.openxmlformats.org/drawingml/2006/main" noGrp="1"/>
          </p:cNvSpPr>
          <p:nvPr/>
        </p:nvSpPr>
        <p:spPr>
          <a:xfrm xmlns:a="http://schemas.openxmlformats.org/drawingml/2006/main">
            <a:off x="8401050" y="3657600"/>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측정 · 조사 · 검증 …</a:t>
            </a:r>
          </a:p>
        </p:txBody>
      </p:sp>
      <p:sp>
        <p:nvSpPr>
          <p:cNvPr id="34" name="">
            <a:extLst xmlns:a="http://schemas.openxmlformats.org/drawingml/2006/main">
              <a:ext uri="{FF2B5EF4-FFF2-40B4-BE49-F238E27FC236}">
                <a16:creationId xmlns:a16="http://schemas.microsoft.com/office/drawing/2014/main" id="{E207D465-5BE5-42BB-A983-E75D33254953}"/>
              </a:ext>
            </a:extLst>
          </p:cNvPr>
          <p:cNvSpPr>
            <a:spLocks xmlns:a="http://schemas.openxmlformats.org/drawingml/2006/main" noGrp="1"/>
          </p:cNvSpPr>
          <p:nvPr/>
        </p:nvSpPr>
        <p:spPr>
          <a:xfrm xmlns:a="http://schemas.openxmlformats.org/drawingml/2006/main">
            <a:off x="8229600" y="4162425"/>
            <a:ext cx="3352800" cy="742950"/>
          </a:xfrm>
          <a:prstGeom xmlns:a="http://schemas.openxmlformats.org/drawingml/2006/main" prst="rect">
            <a:avLst/>
          </a:prstGeom>
          <a:solidFill xmlns:a="http://schemas.openxmlformats.org/drawingml/2006/main">
            <a:srgbClr val="F4F6F8"/>
          </a:solidFill>
          <a:ln xmlns:a="http://schemas.openxmlformats.org/drawingml/2006/main" w="14288">
            <a:solidFill>
              <a:srgbClr val="4D5A68"/>
            </a:solidFill>
            <a:prstDash val="dash"/>
          </a:ln>
        </p:spPr>
      </p:sp>
      <p:sp>
        <p:nvSpPr>
          <p:cNvPr id="35" name="성능 요청 B">
            <a:extLst xmlns:a="http://schemas.openxmlformats.org/drawingml/2006/main">
              <a:ext uri="{FF2B5EF4-FFF2-40B4-BE49-F238E27FC236}">
                <a16:creationId xmlns:a16="http://schemas.microsoft.com/office/drawing/2014/main" id="{97719631-28CA-42D1-99D1-988CF7A755DD}"/>
              </a:ext>
            </a:extLst>
          </p:cNvPr>
          <p:cNvSpPr>
            <a:spLocks xmlns:a="http://schemas.openxmlformats.org/drawingml/2006/main" noGrp="1"/>
          </p:cNvSpPr>
          <p:nvPr/>
        </p:nvSpPr>
        <p:spPr>
          <a:xfrm xmlns:a="http://schemas.openxmlformats.org/drawingml/2006/main">
            <a:off x="8401050" y="4229100"/>
            <a:ext cx="3009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성능 요청 B</a:t>
            </a:r>
          </a:p>
        </p:txBody>
      </p:sp>
      <p:sp>
        <p:nvSpPr>
          <p:cNvPr id="36" name="측정 · 조사 · 검증 …">
            <a:extLst xmlns:a="http://schemas.openxmlformats.org/drawingml/2006/main">
              <a:ext uri="{FF2B5EF4-FFF2-40B4-BE49-F238E27FC236}">
                <a16:creationId xmlns:a16="http://schemas.microsoft.com/office/drawing/2014/main" id="{EF2B4562-BED1-47D5-812F-922ADCB61708}"/>
              </a:ext>
            </a:extLst>
          </p:cNvPr>
          <p:cNvSpPr>
            <a:spLocks xmlns:a="http://schemas.openxmlformats.org/drawingml/2006/main" noGrp="1"/>
          </p:cNvSpPr>
          <p:nvPr/>
        </p:nvSpPr>
        <p:spPr>
          <a:xfrm xmlns:a="http://schemas.openxmlformats.org/drawingml/2006/main">
            <a:off x="8401050" y="45434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측정 · 조사 · 검증 …</a:t>
            </a:r>
          </a:p>
        </p:txBody>
      </p:sp>
      <p:sp>
        <p:nvSpPr>
          <p:cNvPr id="37" name="공통으로 참고할 범위">
            <a:extLst xmlns:a="http://schemas.openxmlformats.org/drawingml/2006/main">
              <a:ext uri="{FF2B5EF4-FFF2-40B4-BE49-F238E27FC236}">
                <a16:creationId xmlns:a16="http://schemas.microsoft.com/office/drawing/2014/main" id="{B2997357-C2E0-4948-A6ED-FAEE8589D1A1}"/>
              </a:ext>
            </a:extLst>
          </p:cNvPr>
          <p:cNvSpPr>
            <a:spLocks xmlns:a="http://schemas.openxmlformats.org/drawingml/2006/main" noGrp="1"/>
          </p:cNvSpPr>
          <p:nvPr/>
        </p:nvSpPr>
        <p:spPr>
          <a:xfrm xmlns:a="http://schemas.openxmlformats.org/drawingml/2006/main">
            <a:off x="609600" y="52578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공통으로 참고할 범위</a:t>
            </a:r>
          </a:p>
        </p:txBody>
      </p:sp>
      <p:sp>
        <p:nvSpPr>
          <p:cNvPr id="38" name="필요한 때 상세를 확인">
            <a:extLst xmlns:a="http://schemas.openxmlformats.org/drawingml/2006/main">
              <a:ext uri="{FF2B5EF4-FFF2-40B4-BE49-F238E27FC236}">
                <a16:creationId xmlns:a16="http://schemas.microsoft.com/office/drawing/2014/main" id="{6B50D4E1-23DF-44DB-826B-8235A11D5734}"/>
              </a:ext>
            </a:extLst>
          </p:cNvPr>
          <p:cNvSpPr>
            <a:spLocks xmlns:a="http://schemas.openxmlformats.org/drawingml/2006/main" noGrp="1"/>
          </p:cNvSpPr>
          <p:nvPr/>
        </p:nvSpPr>
        <p:spPr>
          <a:xfrm xmlns:a="http://schemas.openxmlformats.org/drawingml/2006/main">
            <a:off x="4419600" y="52578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필요한 때 상세를 확인</a:t>
            </a:r>
          </a:p>
        </p:txBody>
      </p:sp>
      <p:sp>
        <p:nvSpPr>
          <p:cNvPr id="39" name="방법의 반복은 ACT 3에서">
            <a:extLst xmlns:a="http://schemas.openxmlformats.org/drawingml/2006/main">
              <a:ext uri="{FF2B5EF4-FFF2-40B4-BE49-F238E27FC236}">
                <a16:creationId xmlns:a16="http://schemas.microsoft.com/office/drawing/2014/main" id="{47E967A5-E522-4E68-9FE3-BE2F18484784}"/>
              </a:ext>
            </a:extLst>
          </p:cNvPr>
          <p:cNvSpPr>
            <a:spLocks xmlns:a="http://schemas.openxmlformats.org/drawingml/2006/main" noGrp="1"/>
          </p:cNvSpPr>
          <p:nvPr/>
        </p:nvSpPr>
        <p:spPr>
          <a:xfrm xmlns:a="http://schemas.openxmlformats.org/drawingml/2006/main">
            <a:off x="8229600" y="52578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Malgun Gothic"/>
                <a:ea typeface="Malgun Gothic"/>
                <a:cs typeface="Malgun Gothic"/>
              </a:defRPr>
            </a:defPPr>
            <a:lvl1pPr algn="l">
              <a:defRPr sz="1800" b="1">
                <a:solidFill>
                  <a:srgbClr val="4D5A68"/>
                </a:solidFill>
                <a:latin typeface="Malgun Gothic"/>
                <a:ea typeface="Malgun Gothic"/>
                <a:cs typeface="Malgun Gothic"/>
              </a:defRPr>
            </a:lvl1pPr>
            <a:lvl2pPr algn="l">
              <a:defRPr sz="1800" b="1">
                <a:solidFill>
                  <a:srgbClr val="4D5A68"/>
                </a:solidFill>
                <a:latin typeface="Malgun Gothic"/>
                <a:ea typeface="Malgun Gothic"/>
                <a:cs typeface="Malgun Gothic"/>
              </a:defRPr>
            </a:lvl2pPr>
            <a:lvl3pPr algn="l">
              <a:defRPr sz="1800" b="1">
                <a:solidFill>
                  <a:srgbClr val="4D5A68"/>
                </a:solidFill>
                <a:latin typeface="Malgun Gothic"/>
                <a:ea typeface="Malgun Gothic"/>
                <a:cs typeface="Malgun Gothic"/>
              </a:defRPr>
            </a:lvl3pPr>
            <a:lvl4pPr algn="l">
              <a:defRPr sz="1800" b="1">
                <a:solidFill>
                  <a:srgbClr val="4D5A68"/>
                </a:solidFill>
                <a:latin typeface="Malgun Gothic"/>
                <a:ea typeface="Malgun Gothic"/>
                <a:cs typeface="Malgun Gothic"/>
              </a:defRPr>
            </a:lvl4pPr>
            <a:lvl5pPr algn="l">
              <a:defRPr sz="1800" b="1">
                <a:solidFill>
                  <a:srgbClr val="4D5A68"/>
                </a:solidFill>
                <a:latin typeface="Malgun Gothic"/>
                <a:ea typeface="Malgun Gothic"/>
                <a:cs typeface="Malgun Gothic"/>
              </a:defRPr>
            </a:lvl5pPr>
            <a:lvl6pPr algn="l">
              <a:defRPr sz="1800" b="1">
                <a:solidFill>
                  <a:srgbClr val="4D5A68"/>
                </a:solidFill>
                <a:latin typeface="Malgun Gothic"/>
                <a:ea typeface="Malgun Gothic"/>
                <a:cs typeface="Malgun Gothic"/>
              </a:defRPr>
            </a:lvl6pPr>
            <a:lvl7pPr algn="l">
              <a:defRPr sz="1800" b="1">
                <a:solidFill>
                  <a:srgbClr val="4D5A68"/>
                </a:solidFill>
                <a:latin typeface="Malgun Gothic"/>
                <a:ea typeface="Malgun Gothic"/>
                <a:cs typeface="Malgun Gothic"/>
              </a:defRPr>
            </a:lvl7pPr>
            <a:lvl8pPr algn="l">
              <a:defRPr sz="1800" b="1">
                <a:solidFill>
                  <a:srgbClr val="4D5A68"/>
                </a:solidFill>
                <a:latin typeface="Malgun Gothic"/>
                <a:ea typeface="Malgun Gothic"/>
                <a:cs typeface="Malgun Gothic"/>
              </a:defRPr>
            </a:lvl8pPr>
            <a:lvl9pPr algn="l">
              <a:defRPr sz="1800" b="1">
                <a:solidFill>
                  <a:srgbClr val="4D5A68"/>
                </a:solidFill>
                <a:latin typeface="Malgun Gothic"/>
                <a:ea typeface="Malgun Gothic"/>
                <a:cs typeface="Malgun Gothic"/>
              </a:defRPr>
            </a:lvl9pPr>
          </a:lstStyle>
          <a:p xmlns:a="http://schemas.openxmlformats.org/drawingml/2006/main">
            <a:pPr algn="l">
              <a:defRPr sz="1800" b="1">
                <a:solidFill>
                  <a:srgbClr val="4D5A68"/>
                </a:solidFill>
                <a:latin typeface="Malgun Gothic"/>
                <a:ea typeface="Malgun Gothic"/>
                <a:cs typeface="Malgun Gothic"/>
              </a:defRPr>
            </a:pPr>
            <a:r>
              <a:rPr sz="1800" b="1">
                <a:solidFill>
                  <a:srgbClr val="4D5A68"/>
                </a:solidFill>
                <a:latin typeface="Malgun Gothic"/>
                <a:ea typeface="Malgun Gothic"/>
                <a:cs typeface="Malgun Gothic"/>
              </a:rPr>
              <a:t>방법의 반복은 ACT 3에서</a:t>
            </a:r>
          </a:p>
        </p:txBody>
      </p:sp>
      <p:sp>
        <p:nvSpPr>
          <p:cNvPr id="40" name="Legacy module connection">
            <a:extLst xmlns:a="http://schemas.openxmlformats.org/drawingml/2006/main">
              <a:ext uri="{FF2B5EF4-FFF2-40B4-BE49-F238E27FC236}">
                <a16:creationId xmlns:a16="http://schemas.microsoft.com/office/drawing/2014/main" id="{2A1E8B46-5B59-4150-919A-E82A1A33FF64}"/>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17873204"/>
      </p:ext>
    </p:extLst>
  </p:cSld>
</p:sld>
</file>

<file path=ppt/slides/slide3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7" name="ACT 2 · Lost in the Middle이 확인한 질문">
            <a:extLst xmlns:a="http://schemas.openxmlformats.org/drawingml/2006/main">
              <a:ext uri="{FF2B5EF4-FFF2-40B4-BE49-F238E27FC236}">
                <a16:creationId xmlns:a16="http://schemas.microsoft.com/office/drawing/2014/main" id="{E59FFCB3-782F-48D6-B250-DE0F8F569BC4}"/>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Lost in the Middle이 확인한 질문</a:t>
            </a:r>
          </a:p>
        </p:txBody>
      </p:sp>
      <p:sp>
        <p:nvSpPr>
          <p:cNvPr id="2" name="S39">
            <a:extLst xmlns:a="http://schemas.openxmlformats.org/drawingml/2006/main">
              <a:ext uri="{FF2B5EF4-FFF2-40B4-BE49-F238E27FC236}">
                <a16:creationId xmlns:a16="http://schemas.microsoft.com/office/drawing/2014/main" id="{D1D3E376-D657-45FB-8E0F-79D4A0BC67F3}"/>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S39</a:t>
            </a:r>
          </a:p>
        </p:txBody>
      </p:sp>
      <p:sp>
        <p:nvSpPr>
          <p:cNvPr id="3" name="많이 담아도 같은 근거를 똑같이 쓰는가?">
            <a:extLst xmlns:a="http://schemas.openxmlformats.org/drawingml/2006/main">
              <a:ext uri="{FF2B5EF4-FFF2-40B4-BE49-F238E27FC236}">
                <a16:creationId xmlns:a16="http://schemas.microsoft.com/office/drawing/2014/main" id="{177F00A6-0655-45D5-98F0-B15526ADB9B7}"/>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많이 담아도 같은 근거를 똑같이 쓰는가?</a:t>
            </a:r>
          </a:p>
        </p:txBody>
      </p:sp>
      <p:sp>
        <p:nvSpPr>
          <p:cNvPr id="4" name="">
            <a:extLst xmlns:a="http://schemas.openxmlformats.org/drawingml/2006/main">
              <a:ext uri="{FF2B5EF4-FFF2-40B4-BE49-F238E27FC236}">
                <a16:creationId xmlns:a16="http://schemas.microsoft.com/office/drawing/2014/main" id="{89521062-0644-4303-8388-93DB47FF6A6D}"/>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Liu et al., TACL 2024 · aclanthology.org/2024.tacl-1.9/ · CL">
            <a:extLst xmlns:a="http://schemas.openxmlformats.org/drawingml/2006/main">
              <a:ext uri="{FF2B5EF4-FFF2-40B4-BE49-F238E27FC236}">
                <a16:creationId xmlns:a16="http://schemas.microsoft.com/office/drawing/2014/main" id="{AAF13516-EFC7-4325-82E1-A3D50CF9338E}"/>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Liu et al., TACL 2024 · aclanthology.org/2024.tacl-1.9/ · CLM-0014</a:t>
            </a:r>
          </a:p>
        </p:txBody>
      </p:sp>
      <p:sp>
        <p:nvSpPr>
          <p:cNvPr id="6" name="연구 과제 재구성 · 현재 Codex의 실패율·보편 한계·Routing 효과를 입증하지 않음">
            <a:extLst xmlns:a="http://schemas.openxmlformats.org/drawingml/2006/main">
              <a:ext uri="{FF2B5EF4-FFF2-40B4-BE49-F238E27FC236}">
                <a16:creationId xmlns:a16="http://schemas.microsoft.com/office/drawing/2014/main" id="{675744A1-BCC5-4962-B037-D228EDF0F26B}"/>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연구 과제 재구성 · 현재 Codex의 실패율·보편 한계·Routing 효과를 입증하지 않음</a:t>
            </a:r>
          </a:p>
        </p:txBody>
      </p:sp>
      <p:sp>
        <p:nvSpPr>
          <p:cNvPr id="7" name="문서 질문 답변 · 합성 key-value 검색">
            <a:extLst xmlns:a="http://schemas.openxmlformats.org/drawingml/2006/main">
              <a:ext uri="{FF2B5EF4-FFF2-40B4-BE49-F238E27FC236}">
                <a16:creationId xmlns:a16="http://schemas.microsoft.com/office/drawing/2014/main" id="{6B68F7BF-D635-4464-81FF-43DC2E78F8F1}"/>
              </a:ext>
            </a:extLst>
          </p:cNvPr>
          <p:cNvSpPr>
            <a:spLocks xmlns:a="http://schemas.openxmlformats.org/drawingml/2006/main" noGrp="1"/>
          </p:cNvSpPr>
          <p:nvPr/>
        </p:nvSpPr>
        <p:spPr>
          <a:xfrm xmlns:a="http://schemas.openxmlformats.org/drawingml/2006/main">
            <a:off x="609600" y="17430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문서 질문 답변 · 합성 key-value 검색</a:t>
            </a:r>
          </a:p>
        </p:txBody>
      </p:sp>
      <p:sp>
        <p:nvSpPr>
          <p:cNvPr id="8" name="입력 안에서 같은 근거의 위치를 바꿨다">
            <a:extLst xmlns:a="http://schemas.openxmlformats.org/drawingml/2006/main">
              <a:ext uri="{FF2B5EF4-FFF2-40B4-BE49-F238E27FC236}">
                <a16:creationId xmlns:a16="http://schemas.microsoft.com/office/drawing/2014/main" id="{3A6236DA-3B0D-4DD2-A516-F609559EB0BD}"/>
              </a:ext>
            </a:extLst>
          </p:cNvPr>
          <p:cNvSpPr>
            <a:spLocks xmlns:a="http://schemas.openxmlformats.org/drawingml/2006/main" noGrp="1"/>
          </p:cNvSpPr>
          <p:nvPr/>
        </p:nvSpPr>
        <p:spPr>
          <a:xfrm xmlns:a="http://schemas.openxmlformats.org/drawingml/2006/main">
            <a:off x="609600" y="234315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입력 안에서 같은 근거의 위치를 바꿨다</a:t>
            </a:r>
          </a:p>
        </p:txBody>
      </p:sp>
      <p:sp>
        <p:nvSpPr>
          <p:cNvPr id="9" name="앞">
            <a:extLst xmlns:a="http://schemas.openxmlformats.org/drawingml/2006/main">
              <a:ext uri="{FF2B5EF4-FFF2-40B4-BE49-F238E27FC236}">
                <a16:creationId xmlns:a16="http://schemas.microsoft.com/office/drawing/2014/main" id="{CF068ADB-EF9E-4834-A382-D76D6AB593F9}"/>
              </a:ext>
            </a:extLst>
          </p:cNvPr>
          <p:cNvSpPr>
            <a:spLocks xmlns:a="http://schemas.openxmlformats.org/drawingml/2006/main" noGrp="1"/>
          </p:cNvSpPr>
          <p:nvPr/>
        </p:nvSpPr>
        <p:spPr>
          <a:xfrm xmlns:a="http://schemas.openxmlformats.org/drawingml/2006/main">
            <a:off x="609600" y="29813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앞</a:t>
            </a:r>
          </a:p>
        </p:txBody>
      </p:sp>
      <p:sp>
        <p:nvSpPr>
          <p:cNvPr id="10" name="">
            <a:extLst xmlns:a="http://schemas.openxmlformats.org/drawingml/2006/main">
              <a:ext uri="{FF2B5EF4-FFF2-40B4-BE49-F238E27FC236}">
                <a16:creationId xmlns:a16="http://schemas.microsoft.com/office/drawing/2014/main" id="{2C95D2E2-5DCC-42A8-A5DF-D98A31CA6E7A}"/>
              </a:ext>
            </a:extLst>
          </p:cNvPr>
          <p:cNvSpPr>
            <a:spLocks xmlns:a="http://schemas.openxmlformats.org/drawingml/2006/main" noGrp="1"/>
          </p:cNvSpPr>
          <p:nvPr/>
        </p:nvSpPr>
        <p:spPr>
          <a:xfrm xmlns:a="http://schemas.openxmlformats.org/drawingml/2006/main">
            <a:off x="1447800" y="2933700"/>
            <a:ext cx="895350" cy="419100"/>
          </a:xfrm>
          <a:prstGeom xmlns:a="http://schemas.openxmlformats.org/drawingml/2006/main" prst="rect">
            <a:avLst/>
          </a:prstGeom>
          <a:solidFill xmlns:a="http://schemas.openxmlformats.org/drawingml/2006/main">
            <a:srgbClr val="E0EFF0"/>
          </a:solidFill>
          <a:ln xmlns:a="http://schemas.openxmlformats.org/drawingml/2006/main" w="19050">
            <a:solidFill>
              <a:srgbClr val="0B6172"/>
            </a:solidFill>
            <a:prstDash val="solid"/>
          </a:ln>
        </p:spPr>
      </p:sp>
      <p:sp>
        <p:nvSpPr>
          <p:cNvPr id="11" name="근거">
            <a:extLst xmlns:a="http://schemas.openxmlformats.org/drawingml/2006/main">
              <a:ext uri="{FF2B5EF4-FFF2-40B4-BE49-F238E27FC236}">
                <a16:creationId xmlns:a16="http://schemas.microsoft.com/office/drawing/2014/main" id="{2FAFF8D2-3C7B-4569-9FBB-520031228AE8}"/>
              </a:ext>
            </a:extLst>
          </p:cNvPr>
          <p:cNvSpPr>
            <a:spLocks xmlns:a="http://schemas.openxmlformats.org/drawingml/2006/main" noGrp="1"/>
          </p:cNvSpPr>
          <p:nvPr/>
        </p:nvSpPr>
        <p:spPr>
          <a:xfrm xmlns:a="http://schemas.openxmlformats.org/drawingml/2006/main">
            <a:off x="1447800" y="2990850"/>
            <a:ext cx="895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0B6172"/>
                </a:solidFill>
                <a:latin typeface="Malgun Gothic"/>
                <a:ea typeface="Malgun Gothic"/>
                <a:cs typeface="Malgun Gothic"/>
              </a:defRPr>
            </a:defPPr>
            <a:lvl1pPr algn="ctr">
              <a:defRPr sz="1725" b="1">
                <a:solidFill>
                  <a:srgbClr val="0B6172"/>
                </a:solidFill>
                <a:latin typeface="Malgun Gothic"/>
                <a:ea typeface="Malgun Gothic"/>
                <a:cs typeface="Malgun Gothic"/>
              </a:defRPr>
            </a:lvl1pPr>
            <a:lvl2pPr algn="ctr">
              <a:defRPr sz="1725" b="1">
                <a:solidFill>
                  <a:srgbClr val="0B6172"/>
                </a:solidFill>
                <a:latin typeface="Malgun Gothic"/>
                <a:ea typeface="Malgun Gothic"/>
                <a:cs typeface="Malgun Gothic"/>
              </a:defRPr>
            </a:lvl2pPr>
            <a:lvl3pPr algn="ctr">
              <a:defRPr sz="1725" b="1">
                <a:solidFill>
                  <a:srgbClr val="0B6172"/>
                </a:solidFill>
                <a:latin typeface="Malgun Gothic"/>
                <a:ea typeface="Malgun Gothic"/>
                <a:cs typeface="Malgun Gothic"/>
              </a:defRPr>
            </a:lvl3pPr>
            <a:lvl4pPr algn="ctr">
              <a:defRPr sz="1725" b="1">
                <a:solidFill>
                  <a:srgbClr val="0B6172"/>
                </a:solidFill>
                <a:latin typeface="Malgun Gothic"/>
                <a:ea typeface="Malgun Gothic"/>
                <a:cs typeface="Malgun Gothic"/>
              </a:defRPr>
            </a:lvl4pPr>
            <a:lvl5pPr algn="ctr">
              <a:defRPr sz="1725" b="1">
                <a:solidFill>
                  <a:srgbClr val="0B6172"/>
                </a:solidFill>
                <a:latin typeface="Malgun Gothic"/>
                <a:ea typeface="Malgun Gothic"/>
                <a:cs typeface="Malgun Gothic"/>
              </a:defRPr>
            </a:lvl5pPr>
            <a:lvl6pPr algn="ctr">
              <a:defRPr sz="1725" b="1">
                <a:solidFill>
                  <a:srgbClr val="0B6172"/>
                </a:solidFill>
                <a:latin typeface="Malgun Gothic"/>
                <a:ea typeface="Malgun Gothic"/>
                <a:cs typeface="Malgun Gothic"/>
              </a:defRPr>
            </a:lvl6pPr>
            <a:lvl7pPr algn="ctr">
              <a:defRPr sz="1725" b="1">
                <a:solidFill>
                  <a:srgbClr val="0B6172"/>
                </a:solidFill>
                <a:latin typeface="Malgun Gothic"/>
                <a:ea typeface="Malgun Gothic"/>
                <a:cs typeface="Malgun Gothic"/>
              </a:defRPr>
            </a:lvl7pPr>
            <a:lvl8pPr algn="ctr">
              <a:defRPr sz="1725" b="1">
                <a:solidFill>
                  <a:srgbClr val="0B6172"/>
                </a:solidFill>
                <a:latin typeface="Malgun Gothic"/>
                <a:ea typeface="Malgun Gothic"/>
                <a:cs typeface="Malgun Gothic"/>
              </a:defRPr>
            </a:lvl8pPr>
            <a:lvl9pPr algn="ctr">
              <a:defRPr sz="1725" b="1">
                <a:solidFill>
                  <a:srgbClr val="0B6172"/>
                </a:solidFill>
                <a:latin typeface="Malgun Gothic"/>
                <a:ea typeface="Malgun Gothic"/>
                <a:cs typeface="Malgun Gothic"/>
              </a:defRPr>
            </a:lvl9pPr>
          </a:lstStyle>
          <a:p xmlns:a="http://schemas.openxmlformats.org/drawingml/2006/main">
            <a:pPr algn="ctr">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근거</a:t>
            </a:r>
          </a:p>
        </p:txBody>
      </p:sp>
      <p:sp>
        <p:nvSpPr>
          <p:cNvPr id="12" name="">
            <a:extLst xmlns:a="http://schemas.openxmlformats.org/drawingml/2006/main">
              <a:ext uri="{FF2B5EF4-FFF2-40B4-BE49-F238E27FC236}">
                <a16:creationId xmlns:a16="http://schemas.microsoft.com/office/drawing/2014/main" id="{48110CD0-4158-46DC-B1BC-8B1408E9CF7A}"/>
              </a:ext>
            </a:extLst>
          </p:cNvPr>
          <p:cNvSpPr>
            <a:spLocks xmlns:a="http://schemas.openxmlformats.org/drawingml/2006/main" noGrp="1"/>
          </p:cNvSpPr>
          <p:nvPr/>
        </p:nvSpPr>
        <p:spPr>
          <a:xfrm xmlns:a="http://schemas.openxmlformats.org/drawingml/2006/main">
            <a:off x="2438400" y="2933700"/>
            <a:ext cx="8953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3" name="">
            <a:extLst xmlns:a="http://schemas.openxmlformats.org/drawingml/2006/main">
              <a:ext uri="{FF2B5EF4-FFF2-40B4-BE49-F238E27FC236}">
                <a16:creationId xmlns:a16="http://schemas.microsoft.com/office/drawing/2014/main" id="{8B75607F-6FCC-4117-8702-CCDA138974FE}"/>
              </a:ext>
            </a:extLst>
          </p:cNvPr>
          <p:cNvSpPr>
            <a:spLocks xmlns:a="http://schemas.openxmlformats.org/drawingml/2006/main" noGrp="1"/>
          </p:cNvSpPr>
          <p:nvPr/>
        </p:nvSpPr>
        <p:spPr>
          <a:xfrm xmlns:a="http://schemas.openxmlformats.org/drawingml/2006/main">
            <a:off x="3429000" y="2933700"/>
            <a:ext cx="8953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4" name="">
            <a:extLst xmlns:a="http://schemas.openxmlformats.org/drawingml/2006/main">
              <a:ext uri="{FF2B5EF4-FFF2-40B4-BE49-F238E27FC236}">
                <a16:creationId xmlns:a16="http://schemas.microsoft.com/office/drawing/2014/main" id="{D9CD612F-45D4-4EC6-9119-615CD89BCCB3}"/>
              </a:ext>
            </a:extLst>
          </p:cNvPr>
          <p:cNvSpPr>
            <a:spLocks xmlns:a="http://schemas.openxmlformats.org/drawingml/2006/main" noGrp="1"/>
          </p:cNvSpPr>
          <p:nvPr/>
        </p:nvSpPr>
        <p:spPr>
          <a:xfrm xmlns:a="http://schemas.openxmlformats.org/drawingml/2006/main">
            <a:off x="4419600" y="2933700"/>
            <a:ext cx="8953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5" name="">
            <a:extLst xmlns:a="http://schemas.openxmlformats.org/drawingml/2006/main">
              <a:ext uri="{FF2B5EF4-FFF2-40B4-BE49-F238E27FC236}">
                <a16:creationId xmlns:a16="http://schemas.microsoft.com/office/drawing/2014/main" id="{D059392F-A5D5-48D1-AF63-55DCFF9C9BB0}"/>
              </a:ext>
            </a:extLst>
          </p:cNvPr>
          <p:cNvSpPr>
            <a:spLocks xmlns:a="http://schemas.openxmlformats.org/drawingml/2006/main" noGrp="1"/>
          </p:cNvSpPr>
          <p:nvPr/>
        </p:nvSpPr>
        <p:spPr>
          <a:xfrm xmlns:a="http://schemas.openxmlformats.org/drawingml/2006/main">
            <a:off x="5410200" y="2933700"/>
            <a:ext cx="8953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6" name="중간">
            <a:extLst xmlns:a="http://schemas.openxmlformats.org/drawingml/2006/main">
              <a:ext uri="{FF2B5EF4-FFF2-40B4-BE49-F238E27FC236}">
                <a16:creationId xmlns:a16="http://schemas.microsoft.com/office/drawing/2014/main" id="{552350DD-2672-4A0F-9E23-CF3C26978617}"/>
              </a:ext>
            </a:extLst>
          </p:cNvPr>
          <p:cNvSpPr>
            <a:spLocks xmlns:a="http://schemas.openxmlformats.org/drawingml/2006/main" noGrp="1"/>
          </p:cNvSpPr>
          <p:nvPr/>
        </p:nvSpPr>
        <p:spPr>
          <a:xfrm xmlns:a="http://schemas.openxmlformats.org/drawingml/2006/main">
            <a:off x="609600" y="36671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중간</a:t>
            </a:r>
          </a:p>
        </p:txBody>
      </p:sp>
      <p:sp>
        <p:nvSpPr>
          <p:cNvPr id="17" name="">
            <a:extLst xmlns:a="http://schemas.openxmlformats.org/drawingml/2006/main">
              <a:ext uri="{FF2B5EF4-FFF2-40B4-BE49-F238E27FC236}">
                <a16:creationId xmlns:a16="http://schemas.microsoft.com/office/drawing/2014/main" id="{5D2E367B-1EB7-420C-9AB3-A2F058B5472F}"/>
              </a:ext>
            </a:extLst>
          </p:cNvPr>
          <p:cNvSpPr>
            <a:spLocks xmlns:a="http://schemas.openxmlformats.org/drawingml/2006/main" noGrp="1"/>
          </p:cNvSpPr>
          <p:nvPr/>
        </p:nvSpPr>
        <p:spPr>
          <a:xfrm xmlns:a="http://schemas.openxmlformats.org/drawingml/2006/main">
            <a:off x="1447800" y="3619500"/>
            <a:ext cx="8953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8" name="">
            <a:extLst xmlns:a="http://schemas.openxmlformats.org/drawingml/2006/main">
              <a:ext uri="{FF2B5EF4-FFF2-40B4-BE49-F238E27FC236}">
                <a16:creationId xmlns:a16="http://schemas.microsoft.com/office/drawing/2014/main" id="{F660FCFB-E503-474F-9CEE-1AD5ED2E2534}"/>
              </a:ext>
            </a:extLst>
          </p:cNvPr>
          <p:cNvSpPr>
            <a:spLocks xmlns:a="http://schemas.openxmlformats.org/drawingml/2006/main" noGrp="1"/>
          </p:cNvSpPr>
          <p:nvPr/>
        </p:nvSpPr>
        <p:spPr>
          <a:xfrm xmlns:a="http://schemas.openxmlformats.org/drawingml/2006/main">
            <a:off x="2438400" y="3619500"/>
            <a:ext cx="8953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9" name="">
            <a:extLst xmlns:a="http://schemas.openxmlformats.org/drawingml/2006/main">
              <a:ext uri="{FF2B5EF4-FFF2-40B4-BE49-F238E27FC236}">
                <a16:creationId xmlns:a16="http://schemas.microsoft.com/office/drawing/2014/main" id="{E427994A-1928-4A3D-B51C-D7E87FEDAAE4}"/>
              </a:ext>
            </a:extLst>
          </p:cNvPr>
          <p:cNvSpPr>
            <a:spLocks xmlns:a="http://schemas.openxmlformats.org/drawingml/2006/main" noGrp="1"/>
          </p:cNvSpPr>
          <p:nvPr/>
        </p:nvSpPr>
        <p:spPr>
          <a:xfrm xmlns:a="http://schemas.openxmlformats.org/drawingml/2006/main">
            <a:off x="3429000" y="3619500"/>
            <a:ext cx="895350" cy="419100"/>
          </a:xfrm>
          <a:prstGeom xmlns:a="http://schemas.openxmlformats.org/drawingml/2006/main" prst="rect">
            <a:avLst/>
          </a:prstGeom>
          <a:solidFill xmlns:a="http://schemas.openxmlformats.org/drawingml/2006/main">
            <a:srgbClr val="E0EFF0"/>
          </a:solidFill>
          <a:ln xmlns:a="http://schemas.openxmlformats.org/drawingml/2006/main" w="19050">
            <a:solidFill>
              <a:srgbClr val="0B6172"/>
            </a:solidFill>
            <a:prstDash val="solid"/>
          </a:ln>
        </p:spPr>
      </p:sp>
      <p:sp>
        <p:nvSpPr>
          <p:cNvPr id="20" name="근거">
            <a:extLst xmlns:a="http://schemas.openxmlformats.org/drawingml/2006/main">
              <a:ext uri="{FF2B5EF4-FFF2-40B4-BE49-F238E27FC236}">
                <a16:creationId xmlns:a16="http://schemas.microsoft.com/office/drawing/2014/main" id="{8F5CC948-E0B9-4DE1-8453-4BED4D268EED}"/>
              </a:ext>
            </a:extLst>
          </p:cNvPr>
          <p:cNvSpPr>
            <a:spLocks xmlns:a="http://schemas.openxmlformats.org/drawingml/2006/main" noGrp="1"/>
          </p:cNvSpPr>
          <p:nvPr/>
        </p:nvSpPr>
        <p:spPr>
          <a:xfrm xmlns:a="http://schemas.openxmlformats.org/drawingml/2006/main">
            <a:off x="3429000" y="3676650"/>
            <a:ext cx="895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0B6172"/>
                </a:solidFill>
                <a:latin typeface="Malgun Gothic"/>
                <a:ea typeface="Malgun Gothic"/>
                <a:cs typeface="Malgun Gothic"/>
              </a:defRPr>
            </a:defPPr>
            <a:lvl1pPr algn="ctr">
              <a:defRPr sz="1725" b="1">
                <a:solidFill>
                  <a:srgbClr val="0B6172"/>
                </a:solidFill>
                <a:latin typeface="Malgun Gothic"/>
                <a:ea typeface="Malgun Gothic"/>
                <a:cs typeface="Malgun Gothic"/>
              </a:defRPr>
            </a:lvl1pPr>
            <a:lvl2pPr algn="ctr">
              <a:defRPr sz="1725" b="1">
                <a:solidFill>
                  <a:srgbClr val="0B6172"/>
                </a:solidFill>
                <a:latin typeface="Malgun Gothic"/>
                <a:ea typeface="Malgun Gothic"/>
                <a:cs typeface="Malgun Gothic"/>
              </a:defRPr>
            </a:lvl2pPr>
            <a:lvl3pPr algn="ctr">
              <a:defRPr sz="1725" b="1">
                <a:solidFill>
                  <a:srgbClr val="0B6172"/>
                </a:solidFill>
                <a:latin typeface="Malgun Gothic"/>
                <a:ea typeface="Malgun Gothic"/>
                <a:cs typeface="Malgun Gothic"/>
              </a:defRPr>
            </a:lvl3pPr>
            <a:lvl4pPr algn="ctr">
              <a:defRPr sz="1725" b="1">
                <a:solidFill>
                  <a:srgbClr val="0B6172"/>
                </a:solidFill>
                <a:latin typeface="Malgun Gothic"/>
                <a:ea typeface="Malgun Gothic"/>
                <a:cs typeface="Malgun Gothic"/>
              </a:defRPr>
            </a:lvl4pPr>
            <a:lvl5pPr algn="ctr">
              <a:defRPr sz="1725" b="1">
                <a:solidFill>
                  <a:srgbClr val="0B6172"/>
                </a:solidFill>
                <a:latin typeface="Malgun Gothic"/>
                <a:ea typeface="Malgun Gothic"/>
                <a:cs typeface="Malgun Gothic"/>
              </a:defRPr>
            </a:lvl5pPr>
            <a:lvl6pPr algn="ctr">
              <a:defRPr sz="1725" b="1">
                <a:solidFill>
                  <a:srgbClr val="0B6172"/>
                </a:solidFill>
                <a:latin typeface="Malgun Gothic"/>
                <a:ea typeface="Malgun Gothic"/>
                <a:cs typeface="Malgun Gothic"/>
              </a:defRPr>
            </a:lvl6pPr>
            <a:lvl7pPr algn="ctr">
              <a:defRPr sz="1725" b="1">
                <a:solidFill>
                  <a:srgbClr val="0B6172"/>
                </a:solidFill>
                <a:latin typeface="Malgun Gothic"/>
                <a:ea typeface="Malgun Gothic"/>
                <a:cs typeface="Malgun Gothic"/>
              </a:defRPr>
            </a:lvl7pPr>
            <a:lvl8pPr algn="ctr">
              <a:defRPr sz="1725" b="1">
                <a:solidFill>
                  <a:srgbClr val="0B6172"/>
                </a:solidFill>
                <a:latin typeface="Malgun Gothic"/>
                <a:ea typeface="Malgun Gothic"/>
                <a:cs typeface="Malgun Gothic"/>
              </a:defRPr>
            </a:lvl8pPr>
            <a:lvl9pPr algn="ctr">
              <a:defRPr sz="1725" b="1">
                <a:solidFill>
                  <a:srgbClr val="0B6172"/>
                </a:solidFill>
                <a:latin typeface="Malgun Gothic"/>
                <a:ea typeface="Malgun Gothic"/>
                <a:cs typeface="Malgun Gothic"/>
              </a:defRPr>
            </a:lvl9pPr>
          </a:lstStyle>
          <a:p xmlns:a="http://schemas.openxmlformats.org/drawingml/2006/main">
            <a:pPr algn="ctr">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근거</a:t>
            </a:r>
          </a:p>
        </p:txBody>
      </p:sp>
      <p:sp>
        <p:nvSpPr>
          <p:cNvPr id="21" name="">
            <a:extLst xmlns:a="http://schemas.openxmlformats.org/drawingml/2006/main">
              <a:ext uri="{FF2B5EF4-FFF2-40B4-BE49-F238E27FC236}">
                <a16:creationId xmlns:a16="http://schemas.microsoft.com/office/drawing/2014/main" id="{6684592B-DC67-479C-A043-2D766C02B303}"/>
              </a:ext>
            </a:extLst>
          </p:cNvPr>
          <p:cNvSpPr>
            <a:spLocks xmlns:a="http://schemas.openxmlformats.org/drawingml/2006/main" noGrp="1"/>
          </p:cNvSpPr>
          <p:nvPr/>
        </p:nvSpPr>
        <p:spPr>
          <a:xfrm xmlns:a="http://schemas.openxmlformats.org/drawingml/2006/main">
            <a:off x="4419600" y="3619500"/>
            <a:ext cx="8953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2" name="">
            <a:extLst xmlns:a="http://schemas.openxmlformats.org/drawingml/2006/main">
              <a:ext uri="{FF2B5EF4-FFF2-40B4-BE49-F238E27FC236}">
                <a16:creationId xmlns:a16="http://schemas.microsoft.com/office/drawing/2014/main" id="{43D4D6E7-3E11-448C-8A6D-FAB58E52DD90}"/>
              </a:ext>
            </a:extLst>
          </p:cNvPr>
          <p:cNvSpPr>
            <a:spLocks xmlns:a="http://schemas.openxmlformats.org/drawingml/2006/main" noGrp="1"/>
          </p:cNvSpPr>
          <p:nvPr/>
        </p:nvSpPr>
        <p:spPr>
          <a:xfrm xmlns:a="http://schemas.openxmlformats.org/drawingml/2006/main">
            <a:off x="5410200" y="3619500"/>
            <a:ext cx="8953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3" name="뒤">
            <a:extLst xmlns:a="http://schemas.openxmlformats.org/drawingml/2006/main">
              <a:ext uri="{FF2B5EF4-FFF2-40B4-BE49-F238E27FC236}">
                <a16:creationId xmlns:a16="http://schemas.microsoft.com/office/drawing/2014/main" id="{44F193CA-8E76-4631-8DD1-0ED8894FCBD8}"/>
              </a:ext>
            </a:extLst>
          </p:cNvPr>
          <p:cNvSpPr>
            <a:spLocks xmlns:a="http://schemas.openxmlformats.org/drawingml/2006/main" noGrp="1"/>
          </p:cNvSpPr>
          <p:nvPr/>
        </p:nvSpPr>
        <p:spPr>
          <a:xfrm xmlns:a="http://schemas.openxmlformats.org/drawingml/2006/main">
            <a:off x="609600" y="43529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뒤</a:t>
            </a:r>
          </a:p>
        </p:txBody>
      </p:sp>
      <p:sp>
        <p:nvSpPr>
          <p:cNvPr id="24" name="">
            <a:extLst xmlns:a="http://schemas.openxmlformats.org/drawingml/2006/main">
              <a:ext uri="{FF2B5EF4-FFF2-40B4-BE49-F238E27FC236}">
                <a16:creationId xmlns:a16="http://schemas.microsoft.com/office/drawing/2014/main" id="{D8706376-8A32-4219-80D6-91E2BE8FE5F5}"/>
              </a:ext>
            </a:extLst>
          </p:cNvPr>
          <p:cNvSpPr>
            <a:spLocks xmlns:a="http://schemas.openxmlformats.org/drawingml/2006/main" noGrp="1"/>
          </p:cNvSpPr>
          <p:nvPr/>
        </p:nvSpPr>
        <p:spPr>
          <a:xfrm xmlns:a="http://schemas.openxmlformats.org/drawingml/2006/main">
            <a:off x="1447800" y="4305300"/>
            <a:ext cx="8953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5" name="">
            <a:extLst xmlns:a="http://schemas.openxmlformats.org/drawingml/2006/main">
              <a:ext uri="{FF2B5EF4-FFF2-40B4-BE49-F238E27FC236}">
                <a16:creationId xmlns:a16="http://schemas.microsoft.com/office/drawing/2014/main" id="{228E6894-A4D8-4EC4-9D93-05371FCEED43}"/>
              </a:ext>
            </a:extLst>
          </p:cNvPr>
          <p:cNvSpPr>
            <a:spLocks xmlns:a="http://schemas.openxmlformats.org/drawingml/2006/main" noGrp="1"/>
          </p:cNvSpPr>
          <p:nvPr/>
        </p:nvSpPr>
        <p:spPr>
          <a:xfrm xmlns:a="http://schemas.openxmlformats.org/drawingml/2006/main">
            <a:off x="2438400" y="4305300"/>
            <a:ext cx="8953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6" name="">
            <a:extLst xmlns:a="http://schemas.openxmlformats.org/drawingml/2006/main">
              <a:ext uri="{FF2B5EF4-FFF2-40B4-BE49-F238E27FC236}">
                <a16:creationId xmlns:a16="http://schemas.microsoft.com/office/drawing/2014/main" id="{4DFAA0AB-D348-4396-AEF2-594B41661ECB}"/>
              </a:ext>
            </a:extLst>
          </p:cNvPr>
          <p:cNvSpPr>
            <a:spLocks xmlns:a="http://schemas.openxmlformats.org/drawingml/2006/main" noGrp="1"/>
          </p:cNvSpPr>
          <p:nvPr/>
        </p:nvSpPr>
        <p:spPr>
          <a:xfrm xmlns:a="http://schemas.openxmlformats.org/drawingml/2006/main">
            <a:off x="3429000" y="4305300"/>
            <a:ext cx="8953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7" name="">
            <a:extLst xmlns:a="http://schemas.openxmlformats.org/drawingml/2006/main">
              <a:ext uri="{FF2B5EF4-FFF2-40B4-BE49-F238E27FC236}">
                <a16:creationId xmlns:a16="http://schemas.microsoft.com/office/drawing/2014/main" id="{6ADEB964-DDFE-47DC-97C4-77BF4D4CE8D6}"/>
              </a:ext>
            </a:extLst>
          </p:cNvPr>
          <p:cNvSpPr>
            <a:spLocks xmlns:a="http://schemas.openxmlformats.org/drawingml/2006/main" noGrp="1"/>
          </p:cNvSpPr>
          <p:nvPr/>
        </p:nvSpPr>
        <p:spPr>
          <a:xfrm xmlns:a="http://schemas.openxmlformats.org/drawingml/2006/main">
            <a:off x="4419600" y="4305300"/>
            <a:ext cx="8953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8" name="">
            <a:extLst xmlns:a="http://schemas.openxmlformats.org/drawingml/2006/main">
              <a:ext uri="{FF2B5EF4-FFF2-40B4-BE49-F238E27FC236}">
                <a16:creationId xmlns:a16="http://schemas.microsoft.com/office/drawing/2014/main" id="{6355144A-585E-45CA-BB89-92353FE8BD0F}"/>
              </a:ext>
            </a:extLst>
          </p:cNvPr>
          <p:cNvSpPr>
            <a:spLocks xmlns:a="http://schemas.openxmlformats.org/drawingml/2006/main" noGrp="1"/>
          </p:cNvSpPr>
          <p:nvPr/>
        </p:nvSpPr>
        <p:spPr>
          <a:xfrm xmlns:a="http://schemas.openxmlformats.org/drawingml/2006/main">
            <a:off x="5410200" y="4305300"/>
            <a:ext cx="895350" cy="419100"/>
          </a:xfrm>
          <a:prstGeom xmlns:a="http://schemas.openxmlformats.org/drawingml/2006/main" prst="rect">
            <a:avLst/>
          </a:prstGeom>
          <a:solidFill xmlns:a="http://schemas.openxmlformats.org/drawingml/2006/main">
            <a:srgbClr val="E0EFF0"/>
          </a:solidFill>
          <a:ln xmlns:a="http://schemas.openxmlformats.org/drawingml/2006/main" w="19050">
            <a:solidFill>
              <a:srgbClr val="0B6172"/>
            </a:solidFill>
            <a:prstDash val="solid"/>
          </a:ln>
        </p:spPr>
      </p:sp>
      <p:sp>
        <p:nvSpPr>
          <p:cNvPr id="29" name="근거">
            <a:extLst xmlns:a="http://schemas.openxmlformats.org/drawingml/2006/main">
              <a:ext uri="{FF2B5EF4-FFF2-40B4-BE49-F238E27FC236}">
                <a16:creationId xmlns:a16="http://schemas.microsoft.com/office/drawing/2014/main" id="{9E777EB2-259C-4A57-9FDB-1BEBFC807059}"/>
              </a:ext>
            </a:extLst>
          </p:cNvPr>
          <p:cNvSpPr>
            <a:spLocks xmlns:a="http://schemas.openxmlformats.org/drawingml/2006/main" noGrp="1"/>
          </p:cNvSpPr>
          <p:nvPr/>
        </p:nvSpPr>
        <p:spPr>
          <a:xfrm xmlns:a="http://schemas.openxmlformats.org/drawingml/2006/main">
            <a:off x="5410200" y="4362450"/>
            <a:ext cx="895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0B6172"/>
                </a:solidFill>
                <a:latin typeface="Malgun Gothic"/>
                <a:ea typeface="Malgun Gothic"/>
                <a:cs typeface="Malgun Gothic"/>
              </a:defRPr>
            </a:defPPr>
            <a:lvl1pPr algn="ctr">
              <a:defRPr sz="1725" b="1">
                <a:solidFill>
                  <a:srgbClr val="0B6172"/>
                </a:solidFill>
                <a:latin typeface="Malgun Gothic"/>
                <a:ea typeface="Malgun Gothic"/>
                <a:cs typeface="Malgun Gothic"/>
              </a:defRPr>
            </a:lvl1pPr>
            <a:lvl2pPr algn="ctr">
              <a:defRPr sz="1725" b="1">
                <a:solidFill>
                  <a:srgbClr val="0B6172"/>
                </a:solidFill>
                <a:latin typeface="Malgun Gothic"/>
                <a:ea typeface="Malgun Gothic"/>
                <a:cs typeface="Malgun Gothic"/>
              </a:defRPr>
            </a:lvl2pPr>
            <a:lvl3pPr algn="ctr">
              <a:defRPr sz="1725" b="1">
                <a:solidFill>
                  <a:srgbClr val="0B6172"/>
                </a:solidFill>
                <a:latin typeface="Malgun Gothic"/>
                <a:ea typeface="Malgun Gothic"/>
                <a:cs typeface="Malgun Gothic"/>
              </a:defRPr>
            </a:lvl3pPr>
            <a:lvl4pPr algn="ctr">
              <a:defRPr sz="1725" b="1">
                <a:solidFill>
                  <a:srgbClr val="0B6172"/>
                </a:solidFill>
                <a:latin typeface="Malgun Gothic"/>
                <a:ea typeface="Malgun Gothic"/>
                <a:cs typeface="Malgun Gothic"/>
              </a:defRPr>
            </a:lvl4pPr>
            <a:lvl5pPr algn="ctr">
              <a:defRPr sz="1725" b="1">
                <a:solidFill>
                  <a:srgbClr val="0B6172"/>
                </a:solidFill>
                <a:latin typeface="Malgun Gothic"/>
                <a:ea typeface="Malgun Gothic"/>
                <a:cs typeface="Malgun Gothic"/>
              </a:defRPr>
            </a:lvl5pPr>
            <a:lvl6pPr algn="ctr">
              <a:defRPr sz="1725" b="1">
                <a:solidFill>
                  <a:srgbClr val="0B6172"/>
                </a:solidFill>
                <a:latin typeface="Malgun Gothic"/>
                <a:ea typeface="Malgun Gothic"/>
                <a:cs typeface="Malgun Gothic"/>
              </a:defRPr>
            </a:lvl6pPr>
            <a:lvl7pPr algn="ctr">
              <a:defRPr sz="1725" b="1">
                <a:solidFill>
                  <a:srgbClr val="0B6172"/>
                </a:solidFill>
                <a:latin typeface="Malgun Gothic"/>
                <a:ea typeface="Malgun Gothic"/>
                <a:cs typeface="Malgun Gothic"/>
              </a:defRPr>
            </a:lvl7pPr>
            <a:lvl8pPr algn="ctr">
              <a:defRPr sz="1725" b="1">
                <a:solidFill>
                  <a:srgbClr val="0B6172"/>
                </a:solidFill>
                <a:latin typeface="Malgun Gothic"/>
                <a:ea typeface="Malgun Gothic"/>
                <a:cs typeface="Malgun Gothic"/>
              </a:defRPr>
            </a:lvl8pPr>
            <a:lvl9pPr algn="ctr">
              <a:defRPr sz="1725" b="1">
                <a:solidFill>
                  <a:srgbClr val="0B6172"/>
                </a:solidFill>
                <a:latin typeface="Malgun Gothic"/>
                <a:ea typeface="Malgun Gothic"/>
                <a:cs typeface="Malgun Gothic"/>
              </a:defRPr>
            </a:lvl9pPr>
          </a:lstStyle>
          <a:p xmlns:a="http://schemas.openxmlformats.org/drawingml/2006/main">
            <a:pPr algn="ctr">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근거</a:t>
            </a:r>
          </a:p>
        </p:txBody>
      </p:sp>
      <p:sp>
        <p:nvSpPr>
          <p:cNvPr id="30" name="관찰한 결과">
            <a:extLst xmlns:a="http://schemas.openxmlformats.org/drawingml/2006/main">
              <a:ext uri="{FF2B5EF4-FFF2-40B4-BE49-F238E27FC236}">
                <a16:creationId xmlns:a16="http://schemas.microsoft.com/office/drawing/2014/main" id="{91F2BDCB-D7ED-4678-A710-ADF4D7FABA37}"/>
              </a:ext>
            </a:extLst>
          </p:cNvPr>
          <p:cNvSpPr>
            <a:spLocks xmlns:a="http://schemas.openxmlformats.org/drawingml/2006/main" noGrp="1"/>
          </p:cNvSpPr>
          <p:nvPr/>
        </p:nvSpPr>
        <p:spPr>
          <a:xfrm xmlns:a="http://schemas.openxmlformats.org/drawingml/2006/main">
            <a:off x="7239000" y="2343150"/>
            <a:ext cx="434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관찰한 결과</a:t>
            </a:r>
          </a:p>
        </p:txBody>
      </p:sp>
      <p:sp>
        <p:nvSpPr>
          <p:cNvPr id="31" name="일부 당시 모델·과제에서&#10;중간 근거의 정답률 저하">
            <a:extLst xmlns:a="http://schemas.openxmlformats.org/drawingml/2006/main">
              <a:ext uri="{FF2B5EF4-FFF2-40B4-BE49-F238E27FC236}">
                <a16:creationId xmlns:a16="http://schemas.microsoft.com/office/drawing/2014/main" id="{CFE9E074-86B0-4FA3-A911-77B26B288A91}"/>
              </a:ext>
            </a:extLst>
          </p:cNvPr>
          <p:cNvSpPr>
            <a:spLocks xmlns:a="http://schemas.openxmlformats.org/drawingml/2006/main" noGrp="1"/>
          </p:cNvSpPr>
          <p:nvPr/>
        </p:nvSpPr>
        <p:spPr>
          <a:xfrm xmlns:a="http://schemas.openxmlformats.org/drawingml/2006/main">
            <a:off x="7239000" y="2905125"/>
            <a:ext cx="4343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일부 당시 모델·과제에서</a:t>
            </a:r>
          </a:p>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중간 근거의 정답률 저하</a:t>
            </a:r>
          </a:p>
        </p:txBody>
      </p:sp>
      <p:sp>
        <p:nvSpPr>
          <p:cNvPr id="32" name="">
            <a:extLst xmlns:a="http://schemas.openxmlformats.org/drawingml/2006/main">
              <a:ext uri="{FF2B5EF4-FFF2-40B4-BE49-F238E27FC236}">
                <a16:creationId xmlns:a16="http://schemas.microsoft.com/office/drawing/2014/main" id="{35ADF2B5-B946-4AF1-9DC1-AED45CDEE186}"/>
              </a:ext>
            </a:extLst>
          </p:cNvPr>
          <p:cNvSpPr>
            <a:spLocks xmlns:a="http://schemas.openxmlformats.org/drawingml/2006/main" noGrp="1"/>
          </p:cNvSpPr>
          <p:nvPr/>
        </p:nvSpPr>
        <p:spPr>
          <a:xfrm xmlns:a="http://schemas.openxmlformats.org/drawingml/2006/main">
            <a:off x="7239000" y="4038600"/>
            <a:ext cx="43434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33" name="업무에서 확인할 질문">
            <a:extLst xmlns:a="http://schemas.openxmlformats.org/drawingml/2006/main">
              <a:ext uri="{FF2B5EF4-FFF2-40B4-BE49-F238E27FC236}">
                <a16:creationId xmlns:a16="http://schemas.microsoft.com/office/drawing/2014/main" id="{E34BA477-A0A7-48A5-889B-40C3E77D1BC5}"/>
              </a:ext>
            </a:extLst>
          </p:cNvPr>
          <p:cNvSpPr>
            <a:spLocks xmlns:a="http://schemas.openxmlformats.org/drawingml/2006/main" noGrp="1"/>
          </p:cNvSpPr>
          <p:nvPr/>
        </p:nvSpPr>
        <p:spPr>
          <a:xfrm xmlns:a="http://schemas.openxmlformats.org/drawingml/2006/main">
            <a:off x="7239000" y="4219575"/>
            <a:ext cx="434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업무에서 확인할 질문</a:t>
            </a:r>
          </a:p>
        </p:txBody>
      </p:sp>
      <p:sp>
        <p:nvSpPr>
          <p:cNvPr id="34" name="넣어준 정보를&#10;실제 답의 근거로 썼는가?">
            <a:extLst xmlns:a="http://schemas.openxmlformats.org/drawingml/2006/main">
              <a:ext uri="{FF2B5EF4-FFF2-40B4-BE49-F238E27FC236}">
                <a16:creationId xmlns:a16="http://schemas.microsoft.com/office/drawing/2014/main" id="{4FE9206D-FE26-48E7-A430-69F61E14B5E3}"/>
              </a:ext>
            </a:extLst>
          </p:cNvPr>
          <p:cNvSpPr>
            <a:spLocks xmlns:a="http://schemas.openxmlformats.org/drawingml/2006/main" noGrp="1"/>
          </p:cNvSpPr>
          <p:nvPr/>
        </p:nvSpPr>
        <p:spPr>
          <a:xfrm xmlns:a="http://schemas.openxmlformats.org/drawingml/2006/main">
            <a:off x="7239000" y="4638675"/>
            <a:ext cx="4343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넣어준 정보를</a:t>
            </a:r>
          </a:p>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실제 답의 근거로 썼는가?</a:t>
            </a:r>
          </a:p>
        </p:txBody>
      </p:sp>
      <p:sp>
        <p:nvSpPr>
          <p:cNvPr id="35" name="도식은 위치 비교 구조만 표시&#10;정답률 수치·현재 제품의 성능 곡선이 아님">
            <a:extLst xmlns:a="http://schemas.openxmlformats.org/drawingml/2006/main">
              <a:ext uri="{FF2B5EF4-FFF2-40B4-BE49-F238E27FC236}">
                <a16:creationId xmlns:a16="http://schemas.microsoft.com/office/drawing/2014/main" id="{645D4DC3-6BB0-4ABB-A2CE-3DEC961865F3}"/>
              </a:ext>
            </a:extLst>
          </p:cNvPr>
          <p:cNvSpPr>
            <a:spLocks xmlns:a="http://schemas.openxmlformats.org/drawingml/2006/main" noGrp="1"/>
          </p:cNvSpPr>
          <p:nvPr/>
        </p:nvSpPr>
        <p:spPr>
          <a:xfrm xmlns:a="http://schemas.openxmlformats.org/drawingml/2006/main">
            <a:off x="609600" y="5219700"/>
            <a:ext cx="6134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도식은 위치 비교 구조만 표시</a:t>
            </a:r>
          </a:p>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정답률 수치·현재 제품의 성능 곡선이 아님</a:t>
            </a:r>
          </a:p>
        </p:txBody>
      </p:sp>
      <p:sp>
        <p:nvSpPr>
          <p:cNvPr id="36" name="Legacy module connection">
            <a:extLst xmlns:a="http://schemas.openxmlformats.org/drawingml/2006/main">
              <a:ext uri="{FF2B5EF4-FFF2-40B4-BE49-F238E27FC236}">
                <a16:creationId xmlns:a16="http://schemas.microsoft.com/office/drawing/2014/main" id="{AE4FF3F8-5327-47CF-B414-BA7CBC86A2B7}"/>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165674657"/>
      </p:ext>
    </p:extLst>
  </p:cSld>
</p:sld>
</file>

<file path=ppt/slides/slide4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3" name="ACT 2 · 코드 탐색의 결과를 근거로 확인">
            <a:extLst xmlns:a="http://schemas.openxmlformats.org/drawingml/2006/main">
              <a:ext uri="{FF2B5EF4-FFF2-40B4-BE49-F238E27FC236}">
                <a16:creationId xmlns:a16="http://schemas.microsoft.com/office/drawing/2014/main" id="{10D0510B-79A7-4243-976C-736F9F64BEB0}"/>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코드 탐색의 결과를 근거로 확인</a:t>
            </a:r>
          </a:p>
        </p:txBody>
      </p:sp>
      <p:sp>
        <p:nvSpPr>
          <p:cNvPr id="2" name="S40">
            <a:extLst xmlns:a="http://schemas.openxmlformats.org/drawingml/2006/main">
              <a:ext uri="{FF2B5EF4-FFF2-40B4-BE49-F238E27FC236}">
                <a16:creationId xmlns:a16="http://schemas.microsoft.com/office/drawing/2014/main" id="{18501A8A-0A44-4B8A-A7E2-CCA0D3343CE3}"/>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S40</a:t>
            </a:r>
          </a:p>
        </p:txBody>
      </p:sp>
      <p:sp>
        <p:nvSpPr>
          <p:cNvPr id="3" name="AI가 필요한 코드를 찾았다는 것을&#10;무엇으로 확인할까?">
            <a:extLst xmlns:a="http://schemas.openxmlformats.org/drawingml/2006/main">
              <a:ext uri="{FF2B5EF4-FFF2-40B4-BE49-F238E27FC236}">
                <a16:creationId xmlns:a16="http://schemas.microsoft.com/office/drawing/2014/main" id="{5323E529-4B3A-476A-8A75-42F04789EA83}"/>
              </a:ext>
            </a:extLst>
          </p:cNvPr>
          <p:cNvSpPr>
            <a:spLocks xmlns:a="http://schemas.openxmlformats.org/drawingml/2006/main" noGrp="1"/>
          </p:cNvSpPr>
          <p:nvPr/>
        </p:nvSpPr>
        <p:spPr>
          <a:xfrm xmlns:a="http://schemas.openxmlformats.org/drawingml/2006/main">
            <a:off x="609600" y="800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17212B"/>
                </a:solidFill>
                <a:latin typeface="Malgun Gothic"/>
                <a:ea typeface="Malgun Gothic"/>
                <a:cs typeface="Malgun Gothic"/>
              </a:defRPr>
            </a:defPPr>
            <a:lvl1pPr algn="l">
              <a:defRPr sz="3450" b="1">
                <a:solidFill>
                  <a:srgbClr val="17212B"/>
                </a:solidFill>
                <a:latin typeface="Malgun Gothic"/>
                <a:ea typeface="Malgun Gothic"/>
                <a:cs typeface="Malgun Gothic"/>
              </a:defRPr>
            </a:lvl1pPr>
            <a:lvl2pPr algn="l">
              <a:defRPr sz="3450" b="1">
                <a:solidFill>
                  <a:srgbClr val="17212B"/>
                </a:solidFill>
                <a:latin typeface="Malgun Gothic"/>
                <a:ea typeface="Malgun Gothic"/>
                <a:cs typeface="Malgun Gothic"/>
              </a:defRPr>
            </a:lvl2pPr>
            <a:lvl3pPr algn="l">
              <a:defRPr sz="3450" b="1">
                <a:solidFill>
                  <a:srgbClr val="17212B"/>
                </a:solidFill>
                <a:latin typeface="Malgun Gothic"/>
                <a:ea typeface="Malgun Gothic"/>
                <a:cs typeface="Malgun Gothic"/>
              </a:defRPr>
            </a:lvl3pPr>
            <a:lvl4pPr algn="l">
              <a:defRPr sz="3450" b="1">
                <a:solidFill>
                  <a:srgbClr val="17212B"/>
                </a:solidFill>
                <a:latin typeface="Malgun Gothic"/>
                <a:ea typeface="Malgun Gothic"/>
                <a:cs typeface="Malgun Gothic"/>
              </a:defRPr>
            </a:lvl4pPr>
            <a:lvl5pPr algn="l">
              <a:defRPr sz="3450" b="1">
                <a:solidFill>
                  <a:srgbClr val="17212B"/>
                </a:solidFill>
                <a:latin typeface="Malgun Gothic"/>
                <a:ea typeface="Malgun Gothic"/>
                <a:cs typeface="Malgun Gothic"/>
              </a:defRPr>
            </a:lvl5pPr>
            <a:lvl6pPr algn="l">
              <a:defRPr sz="3450" b="1">
                <a:solidFill>
                  <a:srgbClr val="17212B"/>
                </a:solidFill>
                <a:latin typeface="Malgun Gothic"/>
                <a:ea typeface="Malgun Gothic"/>
                <a:cs typeface="Malgun Gothic"/>
              </a:defRPr>
            </a:lvl6pPr>
            <a:lvl7pPr algn="l">
              <a:defRPr sz="3450" b="1">
                <a:solidFill>
                  <a:srgbClr val="17212B"/>
                </a:solidFill>
                <a:latin typeface="Malgun Gothic"/>
                <a:ea typeface="Malgun Gothic"/>
                <a:cs typeface="Malgun Gothic"/>
              </a:defRPr>
            </a:lvl7pPr>
            <a:lvl8pPr algn="l">
              <a:defRPr sz="3450" b="1">
                <a:solidFill>
                  <a:srgbClr val="17212B"/>
                </a:solidFill>
                <a:latin typeface="Malgun Gothic"/>
                <a:ea typeface="Malgun Gothic"/>
                <a:cs typeface="Malgun Gothic"/>
              </a:defRPr>
            </a:lvl8pPr>
            <a:lvl9pPr algn="l">
              <a:defRPr sz="3450" b="1">
                <a:solidFill>
                  <a:srgbClr val="17212B"/>
                </a:solidFill>
                <a:latin typeface="Malgun Gothic"/>
                <a:ea typeface="Malgun Gothic"/>
                <a:cs typeface="Malgun Gothic"/>
              </a:defRPr>
            </a:lvl9pPr>
          </a:lstStyle>
          <a:p xmlns:a="http://schemas.openxmlformats.org/drawingml/2006/main">
            <a:pPr algn="l">
              <a:defRPr sz="3450" b="1">
                <a:solidFill>
                  <a:srgbClr val="17212B"/>
                </a:solidFill>
                <a:latin typeface="Malgun Gothic"/>
                <a:ea typeface="Malgun Gothic"/>
                <a:cs typeface="Malgun Gothic"/>
              </a:defRPr>
            </a:pPr>
            <a:r>
              <a:rPr sz="3450" b="1">
                <a:solidFill>
                  <a:srgbClr val="17212B"/>
                </a:solidFill>
                <a:latin typeface="Malgun Gothic"/>
                <a:ea typeface="Malgun Gothic"/>
                <a:cs typeface="Malgun Gothic"/>
              </a:rPr>
              <a:t>AI가 필요한 코드를 찾았다는 것을</a:t>
            </a:r>
          </a:p>
          <a:p xmlns:a="http://schemas.openxmlformats.org/drawingml/2006/main">
            <a:pPr algn="l">
              <a:defRPr sz="3450" b="1">
                <a:solidFill>
                  <a:srgbClr val="17212B"/>
                </a:solidFill>
                <a:latin typeface="Malgun Gothic"/>
                <a:ea typeface="Malgun Gothic"/>
                <a:cs typeface="Malgun Gothic"/>
              </a:defRPr>
            </a:pPr>
            <a:r>
              <a:rPr sz="3450" b="1">
                <a:solidFill>
                  <a:srgbClr val="17212B"/>
                </a:solidFill>
                <a:latin typeface="Malgun Gothic"/>
                <a:ea typeface="Malgun Gothic"/>
                <a:cs typeface="Malgun Gothic"/>
              </a:rPr>
              <a:t>무엇으로 확인할까?</a:t>
            </a:r>
          </a:p>
        </p:txBody>
      </p:sp>
      <p:sp>
        <p:nvSpPr>
          <p:cNvPr id="4" name="">
            <a:extLst xmlns:a="http://schemas.openxmlformats.org/drawingml/2006/main">
              <a:ext uri="{FF2B5EF4-FFF2-40B4-BE49-F238E27FC236}">
                <a16:creationId xmlns:a16="http://schemas.microsoft.com/office/drawing/2014/main" id="{D5277804-253F-4FB4-B4B9-98CD7C116663}"/>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확인 예 · STATE-00-FIXED crop 발췌 / RepoQA(2024): arxiv.org/">
            <a:extLst xmlns:a="http://schemas.openxmlformats.org/drawingml/2006/main">
              <a:ext uri="{FF2B5EF4-FFF2-40B4-BE49-F238E27FC236}">
                <a16:creationId xmlns:a16="http://schemas.microsoft.com/office/drawing/2014/main" id="{971561F5-7DFA-45C6-B55E-86E3B56322A2}"/>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확인 예 · STATE-00-FIXED crop 발췌 / RepoQA(2024): arxiv.org/abs/2406.06025</a:t>
            </a:r>
          </a:p>
        </p:txBody>
      </p:sp>
      <p:sp>
        <p:nvSpPr>
          <p:cNvPr id="6" name="세 질문은 교육용 기준 · RepoQA가 이 Routing·현재 Codex의 업무 성능을 검증한 것은 아님">
            <a:extLst xmlns:a="http://schemas.openxmlformats.org/drawingml/2006/main">
              <a:ext uri="{FF2B5EF4-FFF2-40B4-BE49-F238E27FC236}">
                <a16:creationId xmlns:a16="http://schemas.microsoft.com/office/drawing/2014/main" id="{5FCB47A2-072E-4DFC-A875-28EAFFC384D8}"/>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세 질문은 교육용 기준 · RepoQA가 이 Routing·현재 Codex의 업무 성능을 검증한 것은 아님</a:t>
            </a:r>
          </a:p>
        </p:txBody>
      </p:sp>
      <p:sp>
        <p:nvSpPr>
          <p:cNvPr id="7" name="확인할 작업 요청">
            <a:extLst xmlns:a="http://schemas.openxmlformats.org/drawingml/2006/main">
              <a:ext uri="{FF2B5EF4-FFF2-40B4-BE49-F238E27FC236}">
                <a16:creationId xmlns:a16="http://schemas.microsoft.com/office/drawing/2014/main" id="{42F0E723-C0B0-4FAD-B3B9-B7E82214D40E}"/>
              </a:ext>
            </a:extLst>
          </p:cNvPr>
          <p:cNvSpPr>
            <a:spLocks xmlns:a="http://schemas.openxmlformats.org/drawingml/2006/main" noGrp="1"/>
          </p:cNvSpPr>
          <p:nvPr/>
        </p:nvSpPr>
        <p:spPr>
          <a:xfrm xmlns:a="http://schemas.openxmlformats.org/drawingml/2006/main">
            <a:off x="609600" y="2114550"/>
            <a:ext cx="430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확인할 작업 요청</a:t>
            </a:r>
          </a:p>
        </p:txBody>
      </p:sp>
      <p:sp>
        <p:nvSpPr>
          <p:cNvPr id="8" name="업무용 확인 질문">
            <a:extLst xmlns:a="http://schemas.openxmlformats.org/drawingml/2006/main">
              <a:ext uri="{FF2B5EF4-FFF2-40B4-BE49-F238E27FC236}">
                <a16:creationId xmlns:a16="http://schemas.microsoft.com/office/drawing/2014/main" id="{05CFC5A3-B98C-4A1F-A7C9-36C644E303CD}"/>
              </a:ext>
            </a:extLst>
          </p:cNvPr>
          <p:cNvSpPr>
            <a:spLocks xmlns:a="http://schemas.openxmlformats.org/drawingml/2006/main" noGrp="1"/>
          </p:cNvSpPr>
          <p:nvPr/>
        </p:nvSpPr>
        <p:spPr>
          <a:xfrm xmlns:a="http://schemas.openxmlformats.org/drawingml/2006/main">
            <a:off x="5486400" y="2114550"/>
            <a:ext cx="609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업무용 확인 질문</a:t>
            </a:r>
          </a:p>
        </p:txBody>
      </p:sp>
      <p:sp>
        <p:nvSpPr>
          <p:cNvPr id="9" name="">
            <a:extLst xmlns:a="http://schemas.openxmlformats.org/drawingml/2006/main">
              <a:ext uri="{FF2B5EF4-FFF2-40B4-BE49-F238E27FC236}">
                <a16:creationId xmlns:a16="http://schemas.microsoft.com/office/drawing/2014/main" id="{B745CF1D-6F5A-4395-A56E-E85717288DE6}"/>
              </a:ext>
            </a:extLst>
          </p:cNvPr>
          <p:cNvSpPr>
            <a:spLocks xmlns:a="http://schemas.openxmlformats.org/drawingml/2006/main" noGrp="1"/>
          </p:cNvSpPr>
          <p:nvPr/>
        </p:nvSpPr>
        <p:spPr>
          <a:xfrm xmlns:a="http://schemas.openxmlformats.org/drawingml/2006/main">
            <a:off x="609600" y="2524125"/>
            <a:ext cx="4305300" cy="838200"/>
          </a:xfrm>
          <a:prstGeom xmlns:a="http://schemas.openxmlformats.org/drawingml/2006/main" prst="roundRect">
            <a:avLst>
              <a:gd name="adj" fmla="val 11364"/>
            </a:avLst>
          </a:prstGeom>
          <a:solidFill xmlns:a="http://schemas.openxmlformats.org/drawingml/2006/main">
            <a:srgbClr val="FFFFFF"/>
          </a:solidFill>
          <a:ln xmlns:a="http://schemas.openxmlformats.org/drawingml/2006/main" w="14288">
            <a:solidFill>
              <a:srgbClr val="C7D0DA"/>
            </a:solidFill>
            <a:prstDash val="solid"/>
          </a:ln>
        </p:spPr>
      </p:sp>
      <p:sp>
        <p:nvSpPr>
          <p:cNvPr id="10" name="crop 끝 좌표를 제외하는&#10;구현을 찾아줘.">
            <a:extLst xmlns:a="http://schemas.openxmlformats.org/drawingml/2006/main">
              <a:ext uri="{FF2B5EF4-FFF2-40B4-BE49-F238E27FC236}">
                <a16:creationId xmlns:a16="http://schemas.microsoft.com/office/drawing/2014/main" id="{FC2282DA-5399-49AF-994D-EB9FD306F4BF}"/>
              </a:ext>
            </a:extLst>
          </p:cNvPr>
          <p:cNvSpPr>
            <a:spLocks xmlns:a="http://schemas.openxmlformats.org/drawingml/2006/main" noGrp="1"/>
          </p:cNvSpPr>
          <p:nvPr/>
        </p:nvSpPr>
        <p:spPr>
          <a:xfrm xmlns:a="http://schemas.openxmlformats.org/drawingml/2006/main">
            <a:off x="800100" y="2609850"/>
            <a:ext cx="3924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crop 끝 좌표를 제외하는</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구현을 찾아줘.</a:t>
            </a:r>
          </a:p>
        </p:txBody>
      </p:sp>
      <p:sp>
        <p:nvSpPr>
          <p:cNvPr id="11" name="">
            <a:extLst xmlns:a="http://schemas.openxmlformats.org/drawingml/2006/main">
              <a:ext uri="{FF2B5EF4-FFF2-40B4-BE49-F238E27FC236}">
                <a16:creationId xmlns:a16="http://schemas.microsoft.com/office/drawing/2014/main" id="{CD5B015C-5526-4E7B-B0B8-0DE33CF6E48E}"/>
              </a:ext>
            </a:extLst>
          </p:cNvPr>
          <p:cNvSpPr>
            <a:spLocks xmlns:a="http://schemas.openxmlformats.org/drawingml/2006/main" noGrp="1"/>
          </p:cNvSpPr>
          <p:nvPr/>
        </p:nvSpPr>
        <p:spPr>
          <a:xfrm xmlns:a="http://schemas.openxmlformats.org/drawingml/2006/main">
            <a:off x="2647950" y="3409950"/>
            <a:ext cx="228600" cy="171450"/>
          </a:xfrm>
          <a:prstGeom xmlns:a="http://schemas.openxmlformats.org/drawingml/2006/main" prst="downArrow">
            <a:avLst/>
          </a:prstGeom>
          <a:solidFill xmlns:a="http://schemas.openxmlformats.org/drawingml/2006/main">
            <a:srgbClr val="0B61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E87C174-FC4C-4A30-A380-C79DA8443C2D}"/>
              </a:ext>
            </a:extLst>
          </p:cNvPr>
          <p:cNvSpPr>
            <a:spLocks xmlns:a="http://schemas.openxmlformats.org/drawingml/2006/main" noGrp="1"/>
          </p:cNvSpPr>
          <p:nvPr/>
        </p:nvSpPr>
        <p:spPr>
          <a:xfrm xmlns:a="http://schemas.openxmlformats.org/drawingml/2006/main">
            <a:off x="609600" y="3657600"/>
            <a:ext cx="4305300" cy="12573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13" name="기존 crop 구현의 일부">
            <a:extLst xmlns:a="http://schemas.openxmlformats.org/drawingml/2006/main">
              <a:ext uri="{FF2B5EF4-FFF2-40B4-BE49-F238E27FC236}">
                <a16:creationId xmlns:a16="http://schemas.microsoft.com/office/drawing/2014/main" id="{DB96EBF3-E773-4DFD-B2A9-781A78533102}"/>
              </a:ext>
            </a:extLst>
          </p:cNvPr>
          <p:cNvSpPr>
            <a:spLocks xmlns:a="http://schemas.openxmlformats.org/drawingml/2006/main" noGrp="1"/>
          </p:cNvSpPr>
          <p:nvPr/>
        </p:nvSpPr>
        <p:spPr>
          <a:xfrm xmlns:a="http://schemas.openxmlformats.org/drawingml/2006/main">
            <a:off x="800100" y="3724275"/>
            <a:ext cx="3924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FFFFFF"/>
                </a:solidFill>
                <a:latin typeface="Malgun Gothic"/>
                <a:ea typeface="Malgun Gothic"/>
                <a:cs typeface="Malgun Gothic"/>
              </a:defRPr>
            </a:defPPr>
            <a:lvl1pPr algn="l">
              <a:defRPr sz="1800" b="1">
                <a:solidFill>
                  <a:srgbClr val="FFFFFF"/>
                </a:solidFill>
                <a:latin typeface="Malgun Gothic"/>
                <a:ea typeface="Malgun Gothic"/>
                <a:cs typeface="Malgun Gothic"/>
              </a:defRPr>
            </a:lvl1pPr>
            <a:lvl2pPr algn="l">
              <a:defRPr sz="1800" b="1">
                <a:solidFill>
                  <a:srgbClr val="FFFFFF"/>
                </a:solidFill>
                <a:latin typeface="Malgun Gothic"/>
                <a:ea typeface="Malgun Gothic"/>
                <a:cs typeface="Malgun Gothic"/>
              </a:defRPr>
            </a:lvl2pPr>
            <a:lvl3pPr algn="l">
              <a:defRPr sz="1800" b="1">
                <a:solidFill>
                  <a:srgbClr val="FFFFFF"/>
                </a:solidFill>
                <a:latin typeface="Malgun Gothic"/>
                <a:ea typeface="Malgun Gothic"/>
                <a:cs typeface="Malgun Gothic"/>
              </a:defRPr>
            </a:lvl3pPr>
            <a:lvl4pPr algn="l">
              <a:defRPr sz="1800" b="1">
                <a:solidFill>
                  <a:srgbClr val="FFFFFF"/>
                </a:solidFill>
                <a:latin typeface="Malgun Gothic"/>
                <a:ea typeface="Malgun Gothic"/>
                <a:cs typeface="Malgun Gothic"/>
              </a:defRPr>
            </a:lvl4pPr>
            <a:lvl5pPr algn="l">
              <a:defRPr sz="1800" b="1">
                <a:solidFill>
                  <a:srgbClr val="FFFFFF"/>
                </a:solidFill>
                <a:latin typeface="Malgun Gothic"/>
                <a:ea typeface="Malgun Gothic"/>
                <a:cs typeface="Malgun Gothic"/>
              </a:defRPr>
            </a:lvl5pPr>
            <a:lvl6pPr algn="l">
              <a:defRPr sz="1800" b="1">
                <a:solidFill>
                  <a:srgbClr val="FFFFFF"/>
                </a:solidFill>
                <a:latin typeface="Malgun Gothic"/>
                <a:ea typeface="Malgun Gothic"/>
                <a:cs typeface="Malgun Gothic"/>
              </a:defRPr>
            </a:lvl6pPr>
            <a:lvl7pPr algn="l">
              <a:defRPr sz="1800" b="1">
                <a:solidFill>
                  <a:srgbClr val="FFFFFF"/>
                </a:solidFill>
                <a:latin typeface="Malgun Gothic"/>
                <a:ea typeface="Malgun Gothic"/>
                <a:cs typeface="Malgun Gothic"/>
              </a:defRPr>
            </a:lvl7pPr>
            <a:lvl8pPr algn="l">
              <a:defRPr sz="1800" b="1">
                <a:solidFill>
                  <a:srgbClr val="FFFFFF"/>
                </a:solidFill>
                <a:latin typeface="Malgun Gothic"/>
                <a:ea typeface="Malgun Gothic"/>
                <a:cs typeface="Malgun Gothic"/>
              </a:defRPr>
            </a:lvl8pPr>
            <a:lvl9pPr algn="l">
              <a:defRPr sz="1800" b="1">
                <a:solidFill>
                  <a:srgbClr val="FFFFFF"/>
                </a:solidFill>
                <a:latin typeface="Malgun Gothic"/>
                <a:ea typeface="Malgun Gothic"/>
                <a:cs typeface="Malgun Gothic"/>
              </a:defRPr>
            </a:lvl9pPr>
          </a:lstStyle>
          <a:p xmlns:a="http://schemas.openxmlformats.org/drawingml/2006/main">
            <a:pPr algn="l">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기존 crop 구현의 일부</a:t>
            </a:r>
          </a:p>
        </p:txBody>
      </p:sp>
      <p:sp>
        <p:nvSpPr>
          <p:cNvPr id="14" name="src/graypipe/transform.py">
            <a:extLst xmlns:a="http://schemas.openxmlformats.org/drawingml/2006/main">
              <a:ext uri="{FF2B5EF4-FFF2-40B4-BE49-F238E27FC236}">
                <a16:creationId xmlns:a16="http://schemas.microsoft.com/office/drawing/2014/main" id="{3ECCED44-A7D1-4255-A38E-49B453C8DA38}"/>
              </a:ext>
            </a:extLst>
          </p:cNvPr>
          <p:cNvSpPr>
            <a:spLocks xmlns:a="http://schemas.openxmlformats.org/drawingml/2006/main" noGrp="1"/>
          </p:cNvSpPr>
          <p:nvPr/>
        </p:nvSpPr>
        <p:spPr>
          <a:xfrm xmlns:a="http://schemas.openxmlformats.org/drawingml/2006/main">
            <a:off x="800100" y="4067175"/>
            <a:ext cx="3924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C7D0DA"/>
                </a:solidFill>
                <a:latin typeface="Consolas"/>
                <a:ea typeface="Consolas"/>
                <a:cs typeface="Consolas"/>
              </a:defRPr>
            </a:defPPr>
            <a:lvl1pPr algn="l">
              <a:defRPr sz="1800" b="0">
                <a:solidFill>
                  <a:srgbClr val="C7D0DA"/>
                </a:solidFill>
                <a:latin typeface="Consolas"/>
                <a:ea typeface="Consolas"/>
                <a:cs typeface="Consolas"/>
              </a:defRPr>
            </a:lvl1pPr>
            <a:lvl2pPr algn="l">
              <a:defRPr sz="1800" b="0">
                <a:solidFill>
                  <a:srgbClr val="C7D0DA"/>
                </a:solidFill>
                <a:latin typeface="Consolas"/>
                <a:ea typeface="Consolas"/>
                <a:cs typeface="Consolas"/>
              </a:defRPr>
            </a:lvl2pPr>
            <a:lvl3pPr algn="l">
              <a:defRPr sz="1800" b="0">
                <a:solidFill>
                  <a:srgbClr val="C7D0DA"/>
                </a:solidFill>
                <a:latin typeface="Consolas"/>
                <a:ea typeface="Consolas"/>
                <a:cs typeface="Consolas"/>
              </a:defRPr>
            </a:lvl3pPr>
            <a:lvl4pPr algn="l">
              <a:defRPr sz="1800" b="0">
                <a:solidFill>
                  <a:srgbClr val="C7D0DA"/>
                </a:solidFill>
                <a:latin typeface="Consolas"/>
                <a:ea typeface="Consolas"/>
                <a:cs typeface="Consolas"/>
              </a:defRPr>
            </a:lvl4pPr>
            <a:lvl5pPr algn="l">
              <a:defRPr sz="1800" b="0">
                <a:solidFill>
                  <a:srgbClr val="C7D0DA"/>
                </a:solidFill>
                <a:latin typeface="Consolas"/>
                <a:ea typeface="Consolas"/>
                <a:cs typeface="Consolas"/>
              </a:defRPr>
            </a:lvl5pPr>
            <a:lvl6pPr algn="l">
              <a:defRPr sz="1800" b="0">
                <a:solidFill>
                  <a:srgbClr val="C7D0DA"/>
                </a:solidFill>
                <a:latin typeface="Consolas"/>
                <a:ea typeface="Consolas"/>
                <a:cs typeface="Consolas"/>
              </a:defRPr>
            </a:lvl6pPr>
            <a:lvl7pPr algn="l">
              <a:defRPr sz="1800" b="0">
                <a:solidFill>
                  <a:srgbClr val="C7D0DA"/>
                </a:solidFill>
                <a:latin typeface="Consolas"/>
                <a:ea typeface="Consolas"/>
                <a:cs typeface="Consolas"/>
              </a:defRPr>
            </a:lvl7pPr>
            <a:lvl8pPr algn="l">
              <a:defRPr sz="1800" b="0">
                <a:solidFill>
                  <a:srgbClr val="C7D0DA"/>
                </a:solidFill>
                <a:latin typeface="Consolas"/>
                <a:ea typeface="Consolas"/>
                <a:cs typeface="Consolas"/>
              </a:defRPr>
            </a:lvl8pPr>
            <a:lvl9pPr algn="l">
              <a:defRPr sz="1800" b="0">
                <a:solidFill>
                  <a:srgbClr val="C7D0DA"/>
                </a:solidFill>
                <a:latin typeface="Consolas"/>
                <a:ea typeface="Consolas"/>
                <a:cs typeface="Consolas"/>
              </a:defRPr>
            </a:lvl9pPr>
          </a:lstStyle>
          <a:p xmlns:a="http://schemas.openxmlformats.org/drawingml/2006/main">
            <a:pPr algn="l">
              <a:defRPr sz="1800" b="0">
                <a:solidFill>
                  <a:srgbClr val="C7D0DA"/>
                </a:solidFill>
                <a:latin typeface="Consolas"/>
                <a:ea typeface="Consolas"/>
                <a:cs typeface="Consolas"/>
              </a:defRPr>
            </a:pPr>
            <a:r>
              <a:rPr sz="1800" b="0">
                <a:solidFill>
                  <a:srgbClr val="C7D0DA"/>
                </a:solidFill>
                <a:latin typeface="Consolas"/>
                <a:ea typeface="Consolas"/>
                <a:cs typeface="Consolas"/>
              </a:rPr>
              <a:t>src/graypipe/transform.py</a:t>
            </a:r>
          </a:p>
        </p:txBody>
      </p:sp>
      <p:sp>
        <p:nvSpPr>
          <p:cNvPr id="15" name="row[x_start : x_end]">
            <a:extLst xmlns:a="http://schemas.openxmlformats.org/drawingml/2006/main">
              <a:ext uri="{FF2B5EF4-FFF2-40B4-BE49-F238E27FC236}">
                <a16:creationId xmlns:a16="http://schemas.microsoft.com/office/drawing/2014/main" id="{14375582-3A12-4C8F-9291-C2999B2CE9AA}"/>
              </a:ext>
            </a:extLst>
          </p:cNvPr>
          <p:cNvSpPr>
            <a:spLocks xmlns:a="http://schemas.openxmlformats.org/drawingml/2006/main" noGrp="1"/>
          </p:cNvSpPr>
          <p:nvPr/>
        </p:nvSpPr>
        <p:spPr>
          <a:xfrm xmlns:a="http://schemas.openxmlformats.org/drawingml/2006/main">
            <a:off x="800100" y="4438650"/>
            <a:ext cx="392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FFFFFF"/>
                </a:solidFill>
                <a:latin typeface="Consolas"/>
                <a:ea typeface="Consolas"/>
                <a:cs typeface="Consolas"/>
              </a:defRPr>
            </a:defPPr>
            <a:lvl1pPr algn="l">
              <a:defRPr sz="2100" b="1">
                <a:solidFill>
                  <a:srgbClr val="FFFFFF"/>
                </a:solidFill>
                <a:latin typeface="Consolas"/>
                <a:ea typeface="Consolas"/>
                <a:cs typeface="Consolas"/>
              </a:defRPr>
            </a:lvl1pPr>
            <a:lvl2pPr algn="l">
              <a:defRPr sz="2100" b="1">
                <a:solidFill>
                  <a:srgbClr val="FFFFFF"/>
                </a:solidFill>
                <a:latin typeface="Consolas"/>
                <a:ea typeface="Consolas"/>
                <a:cs typeface="Consolas"/>
              </a:defRPr>
            </a:lvl2pPr>
            <a:lvl3pPr algn="l">
              <a:defRPr sz="2100" b="1">
                <a:solidFill>
                  <a:srgbClr val="FFFFFF"/>
                </a:solidFill>
                <a:latin typeface="Consolas"/>
                <a:ea typeface="Consolas"/>
                <a:cs typeface="Consolas"/>
              </a:defRPr>
            </a:lvl3pPr>
            <a:lvl4pPr algn="l">
              <a:defRPr sz="2100" b="1">
                <a:solidFill>
                  <a:srgbClr val="FFFFFF"/>
                </a:solidFill>
                <a:latin typeface="Consolas"/>
                <a:ea typeface="Consolas"/>
                <a:cs typeface="Consolas"/>
              </a:defRPr>
            </a:lvl4pPr>
            <a:lvl5pPr algn="l">
              <a:defRPr sz="2100" b="1">
                <a:solidFill>
                  <a:srgbClr val="FFFFFF"/>
                </a:solidFill>
                <a:latin typeface="Consolas"/>
                <a:ea typeface="Consolas"/>
                <a:cs typeface="Consolas"/>
              </a:defRPr>
            </a:lvl5pPr>
            <a:lvl6pPr algn="l">
              <a:defRPr sz="2100" b="1">
                <a:solidFill>
                  <a:srgbClr val="FFFFFF"/>
                </a:solidFill>
                <a:latin typeface="Consolas"/>
                <a:ea typeface="Consolas"/>
                <a:cs typeface="Consolas"/>
              </a:defRPr>
            </a:lvl6pPr>
            <a:lvl7pPr algn="l">
              <a:defRPr sz="2100" b="1">
                <a:solidFill>
                  <a:srgbClr val="FFFFFF"/>
                </a:solidFill>
                <a:latin typeface="Consolas"/>
                <a:ea typeface="Consolas"/>
                <a:cs typeface="Consolas"/>
              </a:defRPr>
            </a:lvl7pPr>
            <a:lvl8pPr algn="l">
              <a:defRPr sz="2100" b="1">
                <a:solidFill>
                  <a:srgbClr val="FFFFFF"/>
                </a:solidFill>
                <a:latin typeface="Consolas"/>
                <a:ea typeface="Consolas"/>
                <a:cs typeface="Consolas"/>
              </a:defRPr>
            </a:lvl8pPr>
            <a:lvl9pPr algn="l">
              <a:defRPr sz="2100" b="1">
                <a:solidFill>
                  <a:srgbClr val="FFFFFF"/>
                </a:solidFill>
                <a:latin typeface="Consolas"/>
                <a:ea typeface="Consolas"/>
                <a:cs typeface="Consolas"/>
              </a:defRPr>
            </a:lvl9pPr>
          </a:lstStyle>
          <a:p xmlns:a="http://schemas.openxmlformats.org/drawingml/2006/main">
            <a:pPr algn="l">
              <a:defRPr sz="2100" b="1">
                <a:solidFill>
                  <a:srgbClr val="FFFFFF"/>
                </a:solidFill>
                <a:latin typeface="Consolas"/>
                <a:ea typeface="Consolas"/>
                <a:cs typeface="Consolas"/>
              </a:defRPr>
            </a:pPr>
            <a:r>
              <a:rPr sz="2100" b="1">
                <a:solidFill>
                  <a:srgbClr val="FFFFFF"/>
                </a:solidFill>
                <a:latin typeface="Consolas"/>
                <a:ea typeface="Consolas"/>
                <a:cs typeface="Consolas"/>
              </a:rPr>
              <a:t>row[x_start : x_end]</a:t>
            </a:r>
          </a:p>
        </p:txBody>
      </p:sp>
      <p:sp>
        <p:nvSpPr>
          <p:cNvPr id="16" name="발췌 · 새 Agent 탐색 기록 아님">
            <a:extLst xmlns:a="http://schemas.openxmlformats.org/drawingml/2006/main">
              <a:ext uri="{FF2B5EF4-FFF2-40B4-BE49-F238E27FC236}">
                <a16:creationId xmlns:a16="http://schemas.microsoft.com/office/drawing/2014/main" id="{52D0C38F-E733-40D6-AFF9-7C536ACC9B93}"/>
              </a:ext>
            </a:extLst>
          </p:cNvPr>
          <p:cNvSpPr>
            <a:spLocks xmlns:a="http://schemas.openxmlformats.org/drawingml/2006/main" noGrp="1"/>
          </p:cNvSpPr>
          <p:nvPr/>
        </p:nvSpPr>
        <p:spPr>
          <a:xfrm xmlns:a="http://schemas.openxmlformats.org/drawingml/2006/main">
            <a:off x="609600" y="4981575"/>
            <a:ext cx="430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발췌 · 새 Agent 탐색 기록 아님</a:t>
            </a:r>
          </a:p>
        </p:txBody>
      </p:sp>
      <p:sp>
        <p:nvSpPr>
          <p:cNvPr id="17" name="">
            <a:extLst xmlns:a="http://schemas.openxmlformats.org/drawingml/2006/main">
              <a:ext uri="{FF2B5EF4-FFF2-40B4-BE49-F238E27FC236}">
                <a16:creationId xmlns:a16="http://schemas.microsoft.com/office/drawing/2014/main" id="{D7766CF9-4C0C-48DE-B90D-A74E12EFE594}"/>
              </a:ext>
            </a:extLst>
          </p:cNvPr>
          <p:cNvSpPr>
            <a:spLocks xmlns:a="http://schemas.openxmlformats.org/drawingml/2006/main" noGrp="1"/>
          </p:cNvSpPr>
          <p:nvPr/>
        </p:nvSpPr>
        <p:spPr>
          <a:xfrm xmlns:a="http://schemas.openxmlformats.org/drawingml/2006/main">
            <a:off x="5067300" y="3952875"/>
            <a:ext cx="247650"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8" name="01">
            <a:extLst xmlns:a="http://schemas.openxmlformats.org/drawingml/2006/main">
              <a:ext uri="{FF2B5EF4-FFF2-40B4-BE49-F238E27FC236}">
                <a16:creationId xmlns:a16="http://schemas.microsoft.com/office/drawing/2014/main" id="{6DE28F61-42D1-4E17-897F-8386F2A4A6EB}"/>
              </a:ext>
            </a:extLst>
          </p:cNvPr>
          <p:cNvSpPr>
            <a:spLocks xmlns:a="http://schemas.openxmlformats.org/drawingml/2006/main" noGrp="1"/>
          </p:cNvSpPr>
          <p:nvPr/>
        </p:nvSpPr>
        <p:spPr>
          <a:xfrm xmlns:a="http://schemas.openxmlformats.org/drawingml/2006/main">
            <a:off x="5486400" y="2571750"/>
            <a:ext cx="428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Consolas"/>
                <a:ea typeface="Consolas"/>
                <a:cs typeface="Consolas"/>
              </a:defRPr>
            </a:defPPr>
            <a:lvl1pPr algn="l">
              <a:defRPr sz="1950" b="1">
                <a:solidFill>
                  <a:srgbClr val="0B6172"/>
                </a:solidFill>
                <a:latin typeface="Consolas"/>
                <a:ea typeface="Consolas"/>
                <a:cs typeface="Consolas"/>
              </a:defRPr>
            </a:lvl1pPr>
            <a:lvl2pPr algn="l">
              <a:defRPr sz="1950" b="1">
                <a:solidFill>
                  <a:srgbClr val="0B6172"/>
                </a:solidFill>
                <a:latin typeface="Consolas"/>
                <a:ea typeface="Consolas"/>
                <a:cs typeface="Consolas"/>
              </a:defRPr>
            </a:lvl2pPr>
            <a:lvl3pPr algn="l">
              <a:defRPr sz="1950" b="1">
                <a:solidFill>
                  <a:srgbClr val="0B6172"/>
                </a:solidFill>
                <a:latin typeface="Consolas"/>
                <a:ea typeface="Consolas"/>
                <a:cs typeface="Consolas"/>
              </a:defRPr>
            </a:lvl3pPr>
            <a:lvl4pPr algn="l">
              <a:defRPr sz="1950" b="1">
                <a:solidFill>
                  <a:srgbClr val="0B6172"/>
                </a:solidFill>
                <a:latin typeface="Consolas"/>
                <a:ea typeface="Consolas"/>
                <a:cs typeface="Consolas"/>
              </a:defRPr>
            </a:lvl4pPr>
            <a:lvl5pPr algn="l">
              <a:defRPr sz="1950" b="1">
                <a:solidFill>
                  <a:srgbClr val="0B6172"/>
                </a:solidFill>
                <a:latin typeface="Consolas"/>
                <a:ea typeface="Consolas"/>
                <a:cs typeface="Consolas"/>
              </a:defRPr>
            </a:lvl5pPr>
            <a:lvl6pPr algn="l">
              <a:defRPr sz="1950" b="1">
                <a:solidFill>
                  <a:srgbClr val="0B6172"/>
                </a:solidFill>
                <a:latin typeface="Consolas"/>
                <a:ea typeface="Consolas"/>
                <a:cs typeface="Consolas"/>
              </a:defRPr>
            </a:lvl6pPr>
            <a:lvl7pPr algn="l">
              <a:defRPr sz="1950" b="1">
                <a:solidFill>
                  <a:srgbClr val="0B6172"/>
                </a:solidFill>
                <a:latin typeface="Consolas"/>
                <a:ea typeface="Consolas"/>
                <a:cs typeface="Consolas"/>
              </a:defRPr>
            </a:lvl7pPr>
            <a:lvl8pPr algn="l">
              <a:defRPr sz="1950" b="1">
                <a:solidFill>
                  <a:srgbClr val="0B6172"/>
                </a:solidFill>
                <a:latin typeface="Consolas"/>
                <a:ea typeface="Consolas"/>
                <a:cs typeface="Consolas"/>
              </a:defRPr>
            </a:lvl8pPr>
            <a:lvl9pPr algn="l">
              <a:defRPr sz="1950" b="1">
                <a:solidFill>
                  <a:srgbClr val="0B6172"/>
                </a:solidFill>
                <a:latin typeface="Consolas"/>
                <a:ea typeface="Consolas"/>
                <a:cs typeface="Consolas"/>
              </a:defRPr>
            </a:lvl9pPr>
          </a:lstStyle>
          <a:p xmlns:a="http://schemas.openxmlformats.org/drawingml/2006/main">
            <a:pPr algn="l">
              <a:defRPr sz="1950" b="1">
                <a:solidFill>
                  <a:srgbClr val="0B6172"/>
                </a:solidFill>
                <a:latin typeface="Consolas"/>
                <a:ea typeface="Consolas"/>
                <a:cs typeface="Consolas"/>
              </a:defRPr>
            </a:pPr>
            <a:r>
              <a:rPr sz="1950" b="1">
                <a:solidFill>
                  <a:srgbClr val="0B6172"/>
                </a:solidFill>
                <a:latin typeface="Consolas"/>
                <a:ea typeface="Consolas"/>
                <a:cs typeface="Consolas"/>
              </a:rPr>
              <a:t>01</a:t>
            </a:r>
          </a:p>
        </p:txBody>
      </p:sp>
      <p:sp>
        <p:nvSpPr>
          <p:cNvPr id="19" name="위치를 특정했나?">
            <a:extLst xmlns:a="http://schemas.openxmlformats.org/drawingml/2006/main">
              <a:ext uri="{FF2B5EF4-FFF2-40B4-BE49-F238E27FC236}">
                <a16:creationId xmlns:a16="http://schemas.microsoft.com/office/drawing/2014/main" id="{B794440E-7028-47B6-96C4-BBEF11BD36F3}"/>
              </a:ext>
            </a:extLst>
          </p:cNvPr>
          <p:cNvSpPr>
            <a:spLocks xmlns:a="http://schemas.openxmlformats.org/drawingml/2006/main" noGrp="1"/>
          </p:cNvSpPr>
          <p:nvPr/>
        </p:nvSpPr>
        <p:spPr>
          <a:xfrm xmlns:a="http://schemas.openxmlformats.org/drawingml/2006/main">
            <a:off x="6038850" y="2571750"/>
            <a:ext cx="5543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위치를 특정했나?</a:t>
            </a:r>
          </a:p>
        </p:txBody>
      </p:sp>
      <p:sp>
        <p:nvSpPr>
          <p:cNvPr id="20" name="파일 경로 · 함수 · 관련 줄">
            <a:extLst xmlns:a="http://schemas.openxmlformats.org/drawingml/2006/main">
              <a:ext uri="{FF2B5EF4-FFF2-40B4-BE49-F238E27FC236}">
                <a16:creationId xmlns:a16="http://schemas.microsoft.com/office/drawing/2014/main" id="{8BA578C5-BC3C-4CF4-B517-3877E9E45174}"/>
              </a:ext>
            </a:extLst>
          </p:cNvPr>
          <p:cNvSpPr>
            <a:spLocks xmlns:a="http://schemas.openxmlformats.org/drawingml/2006/main" noGrp="1"/>
          </p:cNvSpPr>
          <p:nvPr/>
        </p:nvSpPr>
        <p:spPr>
          <a:xfrm xmlns:a="http://schemas.openxmlformats.org/drawingml/2006/main">
            <a:off x="6038850" y="2971800"/>
            <a:ext cx="554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4D5A68"/>
                </a:solidFill>
                <a:latin typeface="Malgun Gothic"/>
                <a:ea typeface="Malgun Gothic"/>
                <a:cs typeface="Malgun Gothic"/>
              </a:defRPr>
            </a:defPPr>
            <a:lvl1pPr algn="l">
              <a:defRPr sz="1875" b="0">
                <a:solidFill>
                  <a:srgbClr val="4D5A68"/>
                </a:solidFill>
                <a:latin typeface="Malgun Gothic"/>
                <a:ea typeface="Malgun Gothic"/>
                <a:cs typeface="Malgun Gothic"/>
              </a:defRPr>
            </a:lvl1pPr>
            <a:lvl2pPr algn="l">
              <a:defRPr sz="1875" b="0">
                <a:solidFill>
                  <a:srgbClr val="4D5A68"/>
                </a:solidFill>
                <a:latin typeface="Malgun Gothic"/>
                <a:ea typeface="Malgun Gothic"/>
                <a:cs typeface="Malgun Gothic"/>
              </a:defRPr>
            </a:lvl2pPr>
            <a:lvl3pPr algn="l">
              <a:defRPr sz="1875" b="0">
                <a:solidFill>
                  <a:srgbClr val="4D5A68"/>
                </a:solidFill>
                <a:latin typeface="Malgun Gothic"/>
                <a:ea typeface="Malgun Gothic"/>
                <a:cs typeface="Malgun Gothic"/>
              </a:defRPr>
            </a:lvl3pPr>
            <a:lvl4pPr algn="l">
              <a:defRPr sz="1875" b="0">
                <a:solidFill>
                  <a:srgbClr val="4D5A68"/>
                </a:solidFill>
                <a:latin typeface="Malgun Gothic"/>
                <a:ea typeface="Malgun Gothic"/>
                <a:cs typeface="Malgun Gothic"/>
              </a:defRPr>
            </a:lvl4pPr>
            <a:lvl5pPr algn="l">
              <a:defRPr sz="1875" b="0">
                <a:solidFill>
                  <a:srgbClr val="4D5A68"/>
                </a:solidFill>
                <a:latin typeface="Malgun Gothic"/>
                <a:ea typeface="Malgun Gothic"/>
                <a:cs typeface="Malgun Gothic"/>
              </a:defRPr>
            </a:lvl5pPr>
            <a:lvl6pPr algn="l">
              <a:defRPr sz="1875" b="0">
                <a:solidFill>
                  <a:srgbClr val="4D5A68"/>
                </a:solidFill>
                <a:latin typeface="Malgun Gothic"/>
                <a:ea typeface="Malgun Gothic"/>
                <a:cs typeface="Malgun Gothic"/>
              </a:defRPr>
            </a:lvl6pPr>
            <a:lvl7pPr algn="l">
              <a:defRPr sz="1875" b="0">
                <a:solidFill>
                  <a:srgbClr val="4D5A68"/>
                </a:solidFill>
                <a:latin typeface="Malgun Gothic"/>
                <a:ea typeface="Malgun Gothic"/>
                <a:cs typeface="Malgun Gothic"/>
              </a:defRPr>
            </a:lvl7pPr>
            <a:lvl8pPr algn="l">
              <a:defRPr sz="1875" b="0">
                <a:solidFill>
                  <a:srgbClr val="4D5A68"/>
                </a:solidFill>
                <a:latin typeface="Malgun Gothic"/>
                <a:ea typeface="Malgun Gothic"/>
                <a:cs typeface="Malgun Gothic"/>
              </a:defRPr>
            </a:lvl8pPr>
            <a:lvl9pPr algn="l">
              <a:defRPr sz="1875" b="0">
                <a:solidFill>
                  <a:srgbClr val="4D5A68"/>
                </a:solidFill>
                <a:latin typeface="Malgun Gothic"/>
                <a:ea typeface="Malgun Gothic"/>
                <a:cs typeface="Malgun Gothic"/>
              </a:defRPr>
            </a:lvl9pPr>
          </a:lstStyle>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파일 경로 · 함수 · 관련 줄</a:t>
            </a:r>
          </a:p>
        </p:txBody>
      </p:sp>
      <p:sp>
        <p:nvSpPr>
          <p:cNvPr id="21" name="">
            <a:extLst xmlns:a="http://schemas.openxmlformats.org/drawingml/2006/main">
              <a:ext uri="{FF2B5EF4-FFF2-40B4-BE49-F238E27FC236}">
                <a16:creationId xmlns:a16="http://schemas.microsoft.com/office/drawing/2014/main" id="{3DB77BCD-1C7C-45AC-8E42-A804A9258810}"/>
              </a:ext>
            </a:extLst>
          </p:cNvPr>
          <p:cNvSpPr>
            <a:spLocks xmlns:a="http://schemas.openxmlformats.org/drawingml/2006/main" noGrp="1"/>
          </p:cNvSpPr>
          <p:nvPr/>
        </p:nvSpPr>
        <p:spPr>
          <a:xfrm xmlns:a="http://schemas.openxmlformats.org/drawingml/2006/main">
            <a:off x="5486400" y="3333750"/>
            <a:ext cx="6096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2" name="02">
            <a:extLst xmlns:a="http://schemas.openxmlformats.org/drawingml/2006/main">
              <a:ext uri="{FF2B5EF4-FFF2-40B4-BE49-F238E27FC236}">
                <a16:creationId xmlns:a16="http://schemas.microsoft.com/office/drawing/2014/main" id="{F1CE9ADF-8FD1-4E69-9B90-AACC4BDAFB90}"/>
              </a:ext>
            </a:extLst>
          </p:cNvPr>
          <p:cNvSpPr>
            <a:spLocks xmlns:a="http://schemas.openxmlformats.org/drawingml/2006/main" noGrp="1"/>
          </p:cNvSpPr>
          <p:nvPr/>
        </p:nvSpPr>
        <p:spPr>
          <a:xfrm xmlns:a="http://schemas.openxmlformats.org/drawingml/2006/main">
            <a:off x="5486400" y="3505200"/>
            <a:ext cx="428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Consolas"/>
                <a:ea typeface="Consolas"/>
                <a:cs typeface="Consolas"/>
              </a:defRPr>
            </a:defPPr>
            <a:lvl1pPr algn="l">
              <a:defRPr sz="1950" b="1">
                <a:solidFill>
                  <a:srgbClr val="0B6172"/>
                </a:solidFill>
                <a:latin typeface="Consolas"/>
                <a:ea typeface="Consolas"/>
                <a:cs typeface="Consolas"/>
              </a:defRPr>
            </a:lvl1pPr>
            <a:lvl2pPr algn="l">
              <a:defRPr sz="1950" b="1">
                <a:solidFill>
                  <a:srgbClr val="0B6172"/>
                </a:solidFill>
                <a:latin typeface="Consolas"/>
                <a:ea typeface="Consolas"/>
                <a:cs typeface="Consolas"/>
              </a:defRPr>
            </a:lvl2pPr>
            <a:lvl3pPr algn="l">
              <a:defRPr sz="1950" b="1">
                <a:solidFill>
                  <a:srgbClr val="0B6172"/>
                </a:solidFill>
                <a:latin typeface="Consolas"/>
                <a:ea typeface="Consolas"/>
                <a:cs typeface="Consolas"/>
              </a:defRPr>
            </a:lvl3pPr>
            <a:lvl4pPr algn="l">
              <a:defRPr sz="1950" b="1">
                <a:solidFill>
                  <a:srgbClr val="0B6172"/>
                </a:solidFill>
                <a:latin typeface="Consolas"/>
                <a:ea typeface="Consolas"/>
                <a:cs typeface="Consolas"/>
              </a:defRPr>
            </a:lvl4pPr>
            <a:lvl5pPr algn="l">
              <a:defRPr sz="1950" b="1">
                <a:solidFill>
                  <a:srgbClr val="0B6172"/>
                </a:solidFill>
                <a:latin typeface="Consolas"/>
                <a:ea typeface="Consolas"/>
                <a:cs typeface="Consolas"/>
              </a:defRPr>
            </a:lvl5pPr>
            <a:lvl6pPr algn="l">
              <a:defRPr sz="1950" b="1">
                <a:solidFill>
                  <a:srgbClr val="0B6172"/>
                </a:solidFill>
                <a:latin typeface="Consolas"/>
                <a:ea typeface="Consolas"/>
                <a:cs typeface="Consolas"/>
              </a:defRPr>
            </a:lvl6pPr>
            <a:lvl7pPr algn="l">
              <a:defRPr sz="1950" b="1">
                <a:solidFill>
                  <a:srgbClr val="0B6172"/>
                </a:solidFill>
                <a:latin typeface="Consolas"/>
                <a:ea typeface="Consolas"/>
                <a:cs typeface="Consolas"/>
              </a:defRPr>
            </a:lvl7pPr>
            <a:lvl8pPr algn="l">
              <a:defRPr sz="1950" b="1">
                <a:solidFill>
                  <a:srgbClr val="0B6172"/>
                </a:solidFill>
                <a:latin typeface="Consolas"/>
                <a:ea typeface="Consolas"/>
                <a:cs typeface="Consolas"/>
              </a:defRPr>
            </a:lvl8pPr>
            <a:lvl9pPr algn="l">
              <a:defRPr sz="1950" b="1">
                <a:solidFill>
                  <a:srgbClr val="0B6172"/>
                </a:solidFill>
                <a:latin typeface="Consolas"/>
                <a:ea typeface="Consolas"/>
                <a:cs typeface="Consolas"/>
              </a:defRPr>
            </a:lvl9pPr>
          </a:lstStyle>
          <a:p xmlns:a="http://schemas.openxmlformats.org/drawingml/2006/main">
            <a:pPr algn="l">
              <a:defRPr sz="1950" b="1">
                <a:solidFill>
                  <a:srgbClr val="0B6172"/>
                </a:solidFill>
                <a:latin typeface="Consolas"/>
                <a:ea typeface="Consolas"/>
                <a:cs typeface="Consolas"/>
              </a:defRPr>
            </a:pPr>
            <a:r>
              <a:rPr sz="1950" b="1">
                <a:solidFill>
                  <a:srgbClr val="0B6172"/>
                </a:solidFill>
                <a:latin typeface="Consolas"/>
                <a:ea typeface="Consolas"/>
                <a:cs typeface="Consolas"/>
              </a:rPr>
              <a:t>02</a:t>
            </a:r>
          </a:p>
        </p:txBody>
      </p:sp>
      <p:sp>
        <p:nvSpPr>
          <p:cNvPr id="23" name="요청한 동작과 맞나?">
            <a:extLst xmlns:a="http://schemas.openxmlformats.org/drawingml/2006/main">
              <a:ext uri="{FF2B5EF4-FFF2-40B4-BE49-F238E27FC236}">
                <a16:creationId xmlns:a16="http://schemas.microsoft.com/office/drawing/2014/main" id="{F9297EA3-BA7A-40D7-820E-E5D3005FEB0E}"/>
              </a:ext>
            </a:extLst>
          </p:cNvPr>
          <p:cNvSpPr>
            <a:spLocks xmlns:a="http://schemas.openxmlformats.org/drawingml/2006/main" noGrp="1"/>
          </p:cNvSpPr>
          <p:nvPr/>
        </p:nvSpPr>
        <p:spPr>
          <a:xfrm xmlns:a="http://schemas.openxmlformats.org/drawingml/2006/main">
            <a:off x="6038850" y="3505200"/>
            <a:ext cx="5543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요청한 동작과 맞나?</a:t>
            </a:r>
          </a:p>
        </p:txBody>
      </p:sp>
      <p:sp>
        <p:nvSpPr>
          <p:cNvPr id="24" name="끝 좌표 제외 명세와 코드를 대조">
            <a:extLst xmlns:a="http://schemas.openxmlformats.org/drawingml/2006/main">
              <a:ext uri="{FF2B5EF4-FFF2-40B4-BE49-F238E27FC236}">
                <a16:creationId xmlns:a16="http://schemas.microsoft.com/office/drawing/2014/main" id="{6D3B92DB-CA1A-46B1-B508-87F01DEA3910}"/>
              </a:ext>
            </a:extLst>
          </p:cNvPr>
          <p:cNvSpPr>
            <a:spLocks xmlns:a="http://schemas.openxmlformats.org/drawingml/2006/main" noGrp="1"/>
          </p:cNvSpPr>
          <p:nvPr/>
        </p:nvSpPr>
        <p:spPr>
          <a:xfrm xmlns:a="http://schemas.openxmlformats.org/drawingml/2006/main">
            <a:off x="6038850" y="3905250"/>
            <a:ext cx="554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4D5A68"/>
                </a:solidFill>
                <a:latin typeface="Malgun Gothic"/>
                <a:ea typeface="Malgun Gothic"/>
                <a:cs typeface="Malgun Gothic"/>
              </a:defRPr>
            </a:defPPr>
            <a:lvl1pPr algn="l">
              <a:defRPr sz="1875" b="0">
                <a:solidFill>
                  <a:srgbClr val="4D5A68"/>
                </a:solidFill>
                <a:latin typeface="Malgun Gothic"/>
                <a:ea typeface="Malgun Gothic"/>
                <a:cs typeface="Malgun Gothic"/>
              </a:defRPr>
            </a:lvl1pPr>
            <a:lvl2pPr algn="l">
              <a:defRPr sz="1875" b="0">
                <a:solidFill>
                  <a:srgbClr val="4D5A68"/>
                </a:solidFill>
                <a:latin typeface="Malgun Gothic"/>
                <a:ea typeface="Malgun Gothic"/>
                <a:cs typeface="Malgun Gothic"/>
              </a:defRPr>
            </a:lvl2pPr>
            <a:lvl3pPr algn="l">
              <a:defRPr sz="1875" b="0">
                <a:solidFill>
                  <a:srgbClr val="4D5A68"/>
                </a:solidFill>
                <a:latin typeface="Malgun Gothic"/>
                <a:ea typeface="Malgun Gothic"/>
                <a:cs typeface="Malgun Gothic"/>
              </a:defRPr>
            </a:lvl3pPr>
            <a:lvl4pPr algn="l">
              <a:defRPr sz="1875" b="0">
                <a:solidFill>
                  <a:srgbClr val="4D5A68"/>
                </a:solidFill>
                <a:latin typeface="Malgun Gothic"/>
                <a:ea typeface="Malgun Gothic"/>
                <a:cs typeface="Malgun Gothic"/>
              </a:defRPr>
            </a:lvl4pPr>
            <a:lvl5pPr algn="l">
              <a:defRPr sz="1875" b="0">
                <a:solidFill>
                  <a:srgbClr val="4D5A68"/>
                </a:solidFill>
                <a:latin typeface="Malgun Gothic"/>
                <a:ea typeface="Malgun Gothic"/>
                <a:cs typeface="Malgun Gothic"/>
              </a:defRPr>
            </a:lvl5pPr>
            <a:lvl6pPr algn="l">
              <a:defRPr sz="1875" b="0">
                <a:solidFill>
                  <a:srgbClr val="4D5A68"/>
                </a:solidFill>
                <a:latin typeface="Malgun Gothic"/>
                <a:ea typeface="Malgun Gothic"/>
                <a:cs typeface="Malgun Gothic"/>
              </a:defRPr>
            </a:lvl6pPr>
            <a:lvl7pPr algn="l">
              <a:defRPr sz="1875" b="0">
                <a:solidFill>
                  <a:srgbClr val="4D5A68"/>
                </a:solidFill>
                <a:latin typeface="Malgun Gothic"/>
                <a:ea typeface="Malgun Gothic"/>
                <a:cs typeface="Malgun Gothic"/>
              </a:defRPr>
            </a:lvl7pPr>
            <a:lvl8pPr algn="l">
              <a:defRPr sz="1875" b="0">
                <a:solidFill>
                  <a:srgbClr val="4D5A68"/>
                </a:solidFill>
                <a:latin typeface="Malgun Gothic"/>
                <a:ea typeface="Malgun Gothic"/>
                <a:cs typeface="Malgun Gothic"/>
              </a:defRPr>
            </a:lvl8pPr>
            <a:lvl9pPr algn="l">
              <a:defRPr sz="1875" b="0">
                <a:solidFill>
                  <a:srgbClr val="4D5A68"/>
                </a:solidFill>
                <a:latin typeface="Malgun Gothic"/>
                <a:ea typeface="Malgun Gothic"/>
                <a:cs typeface="Malgun Gothic"/>
              </a:defRPr>
            </a:lvl9pPr>
          </a:lstStyle>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끝 좌표 제외 명세와 코드를 대조</a:t>
            </a:r>
          </a:p>
        </p:txBody>
      </p:sp>
      <p:sp>
        <p:nvSpPr>
          <p:cNvPr id="25" name="">
            <a:extLst xmlns:a="http://schemas.openxmlformats.org/drawingml/2006/main">
              <a:ext uri="{FF2B5EF4-FFF2-40B4-BE49-F238E27FC236}">
                <a16:creationId xmlns:a16="http://schemas.microsoft.com/office/drawing/2014/main" id="{14C375D7-2CE4-4B2A-B6B2-904B10E71F08}"/>
              </a:ext>
            </a:extLst>
          </p:cNvPr>
          <p:cNvSpPr>
            <a:spLocks xmlns:a="http://schemas.openxmlformats.org/drawingml/2006/main" noGrp="1"/>
          </p:cNvSpPr>
          <p:nvPr/>
        </p:nvSpPr>
        <p:spPr>
          <a:xfrm xmlns:a="http://schemas.openxmlformats.org/drawingml/2006/main">
            <a:off x="5486400" y="4267200"/>
            <a:ext cx="6096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6" name="03">
            <a:extLst xmlns:a="http://schemas.openxmlformats.org/drawingml/2006/main">
              <a:ext uri="{FF2B5EF4-FFF2-40B4-BE49-F238E27FC236}">
                <a16:creationId xmlns:a16="http://schemas.microsoft.com/office/drawing/2014/main" id="{A3C20A9E-10DB-41A0-8B6E-93CBD703B732}"/>
              </a:ext>
            </a:extLst>
          </p:cNvPr>
          <p:cNvSpPr>
            <a:spLocks xmlns:a="http://schemas.openxmlformats.org/drawingml/2006/main" noGrp="1"/>
          </p:cNvSpPr>
          <p:nvPr/>
        </p:nvSpPr>
        <p:spPr>
          <a:xfrm xmlns:a="http://schemas.openxmlformats.org/drawingml/2006/main">
            <a:off x="5486400" y="4438650"/>
            <a:ext cx="428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Consolas"/>
                <a:ea typeface="Consolas"/>
                <a:cs typeface="Consolas"/>
              </a:defRPr>
            </a:defPPr>
            <a:lvl1pPr algn="l">
              <a:defRPr sz="1950" b="1">
                <a:solidFill>
                  <a:srgbClr val="0B6172"/>
                </a:solidFill>
                <a:latin typeface="Consolas"/>
                <a:ea typeface="Consolas"/>
                <a:cs typeface="Consolas"/>
              </a:defRPr>
            </a:lvl1pPr>
            <a:lvl2pPr algn="l">
              <a:defRPr sz="1950" b="1">
                <a:solidFill>
                  <a:srgbClr val="0B6172"/>
                </a:solidFill>
                <a:latin typeface="Consolas"/>
                <a:ea typeface="Consolas"/>
                <a:cs typeface="Consolas"/>
              </a:defRPr>
            </a:lvl2pPr>
            <a:lvl3pPr algn="l">
              <a:defRPr sz="1950" b="1">
                <a:solidFill>
                  <a:srgbClr val="0B6172"/>
                </a:solidFill>
                <a:latin typeface="Consolas"/>
                <a:ea typeface="Consolas"/>
                <a:cs typeface="Consolas"/>
              </a:defRPr>
            </a:lvl3pPr>
            <a:lvl4pPr algn="l">
              <a:defRPr sz="1950" b="1">
                <a:solidFill>
                  <a:srgbClr val="0B6172"/>
                </a:solidFill>
                <a:latin typeface="Consolas"/>
                <a:ea typeface="Consolas"/>
                <a:cs typeface="Consolas"/>
              </a:defRPr>
            </a:lvl4pPr>
            <a:lvl5pPr algn="l">
              <a:defRPr sz="1950" b="1">
                <a:solidFill>
                  <a:srgbClr val="0B6172"/>
                </a:solidFill>
                <a:latin typeface="Consolas"/>
                <a:ea typeface="Consolas"/>
                <a:cs typeface="Consolas"/>
              </a:defRPr>
            </a:lvl5pPr>
            <a:lvl6pPr algn="l">
              <a:defRPr sz="1950" b="1">
                <a:solidFill>
                  <a:srgbClr val="0B6172"/>
                </a:solidFill>
                <a:latin typeface="Consolas"/>
                <a:ea typeface="Consolas"/>
                <a:cs typeface="Consolas"/>
              </a:defRPr>
            </a:lvl6pPr>
            <a:lvl7pPr algn="l">
              <a:defRPr sz="1950" b="1">
                <a:solidFill>
                  <a:srgbClr val="0B6172"/>
                </a:solidFill>
                <a:latin typeface="Consolas"/>
                <a:ea typeface="Consolas"/>
                <a:cs typeface="Consolas"/>
              </a:defRPr>
            </a:lvl7pPr>
            <a:lvl8pPr algn="l">
              <a:defRPr sz="1950" b="1">
                <a:solidFill>
                  <a:srgbClr val="0B6172"/>
                </a:solidFill>
                <a:latin typeface="Consolas"/>
                <a:ea typeface="Consolas"/>
                <a:cs typeface="Consolas"/>
              </a:defRPr>
            </a:lvl8pPr>
            <a:lvl9pPr algn="l">
              <a:defRPr sz="1950" b="1">
                <a:solidFill>
                  <a:srgbClr val="0B6172"/>
                </a:solidFill>
                <a:latin typeface="Consolas"/>
                <a:ea typeface="Consolas"/>
                <a:cs typeface="Consolas"/>
              </a:defRPr>
            </a:lvl9pPr>
          </a:lstStyle>
          <a:p xmlns:a="http://schemas.openxmlformats.org/drawingml/2006/main">
            <a:pPr algn="l">
              <a:defRPr sz="1950" b="1">
                <a:solidFill>
                  <a:srgbClr val="0B6172"/>
                </a:solidFill>
                <a:latin typeface="Consolas"/>
                <a:ea typeface="Consolas"/>
                <a:cs typeface="Consolas"/>
              </a:defRPr>
            </a:pPr>
            <a:r>
              <a:rPr sz="1950" b="1">
                <a:solidFill>
                  <a:srgbClr val="0B6172"/>
                </a:solidFill>
                <a:latin typeface="Consolas"/>
                <a:ea typeface="Consolas"/>
                <a:cs typeface="Consolas"/>
              </a:rPr>
              <a:t>03</a:t>
            </a:r>
          </a:p>
        </p:txBody>
      </p:sp>
      <p:sp>
        <p:nvSpPr>
          <p:cNvPr id="27" name="주변 근거도 맞나?">
            <a:extLst xmlns:a="http://schemas.openxmlformats.org/drawingml/2006/main">
              <a:ext uri="{FF2B5EF4-FFF2-40B4-BE49-F238E27FC236}">
                <a16:creationId xmlns:a16="http://schemas.microsoft.com/office/drawing/2014/main" id="{33DA06A3-0420-40AB-9C5F-BD9640A0FDF8}"/>
              </a:ext>
            </a:extLst>
          </p:cNvPr>
          <p:cNvSpPr>
            <a:spLocks xmlns:a="http://schemas.openxmlformats.org/drawingml/2006/main" noGrp="1"/>
          </p:cNvSpPr>
          <p:nvPr/>
        </p:nvSpPr>
        <p:spPr>
          <a:xfrm xmlns:a="http://schemas.openxmlformats.org/drawingml/2006/main">
            <a:off x="6038850" y="4438650"/>
            <a:ext cx="5543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주변 근거도 맞나?</a:t>
            </a:r>
          </a:p>
        </p:txBody>
      </p:sp>
      <p:sp>
        <p:nvSpPr>
          <p:cNvPr id="28" name="필요한 호출부·테스트 기대값 확인">
            <a:extLst xmlns:a="http://schemas.openxmlformats.org/drawingml/2006/main">
              <a:ext uri="{FF2B5EF4-FFF2-40B4-BE49-F238E27FC236}">
                <a16:creationId xmlns:a16="http://schemas.microsoft.com/office/drawing/2014/main" id="{009F7E6B-590F-4529-8BF9-BE1BF285511D}"/>
              </a:ext>
            </a:extLst>
          </p:cNvPr>
          <p:cNvSpPr>
            <a:spLocks xmlns:a="http://schemas.openxmlformats.org/drawingml/2006/main" noGrp="1"/>
          </p:cNvSpPr>
          <p:nvPr/>
        </p:nvSpPr>
        <p:spPr>
          <a:xfrm xmlns:a="http://schemas.openxmlformats.org/drawingml/2006/main">
            <a:off x="6038850" y="4838700"/>
            <a:ext cx="554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4D5A68"/>
                </a:solidFill>
                <a:latin typeface="Malgun Gothic"/>
                <a:ea typeface="Malgun Gothic"/>
                <a:cs typeface="Malgun Gothic"/>
              </a:defRPr>
            </a:defPPr>
            <a:lvl1pPr algn="l">
              <a:defRPr sz="1875" b="0">
                <a:solidFill>
                  <a:srgbClr val="4D5A68"/>
                </a:solidFill>
                <a:latin typeface="Malgun Gothic"/>
                <a:ea typeface="Malgun Gothic"/>
                <a:cs typeface="Malgun Gothic"/>
              </a:defRPr>
            </a:lvl1pPr>
            <a:lvl2pPr algn="l">
              <a:defRPr sz="1875" b="0">
                <a:solidFill>
                  <a:srgbClr val="4D5A68"/>
                </a:solidFill>
                <a:latin typeface="Malgun Gothic"/>
                <a:ea typeface="Malgun Gothic"/>
                <a:cs typeface="Malgun Gothic"/>
              </a:defRPr>
            </a:lvl2pPr>
            <a:lvl3pPr algn="l">
              <a:defRPr sz="1875" b="0">
                <a:solidFill>
                  <a:srgbClr val="4D5A68"/>
                </a:solidFill>
                <a:latin typeface="Malgun Gothic"/>
                <a:ea typeface="Malgun Gothic"/>
                <a:cs typeface="Malgun Gothic"/>
              </a:defRPr>
            </a:lvl3pPr>
            <a:lvl4pPr algn="l">
              <a:defRPr sz="1875" b="0">
                <a:solidFill>
                  <a:srgbClr val="4D5A68"/>
                </a:solidFill>
                <a:latin typeface="Malgun Gothic"/>
                <a:ea typeface="Malgun Gothic"/>
                <a:cs typeface="Malgun Gothic"/>
              </a:defRPr>
            </a:lvl4pPr>
            <a:lvl5pPr algn="l">
              <a:defRPr sz="1875" b="0">
                <a:solidFill>
                  <a:srgbClr val="4D5A68"/>
                </a:solidFill>
                <a:latin typeface="Malgun Gothic"/>
                <a:ea typeface="Malgun Gothic"/>
                <a:cs typeface="Malgun Gothic"/>
              </a:defRPr>
            </a:lvl5pPr>
            <a:lvl6pPr algn="l">
              <a:defRPr sz="1875" b="0">
                <a:solidFill>
                  <a:srgbClr val="4D5A68"/>
                </a:solidFill>
                <a:latin typeface="Malgun Gothic"/>
                <a:ea typeface="Malgun Gothic"/>
                <a:cs typeface="Malgun Gothic"/>
              </a:defRPr>
            </a:lvl6pPr>
            <a:lvl7pPr algn="l">
              <a:defRPr sz="1875" b="0">
                <a:solidFill>
                  <a:srgbClr val="4D5A68"/>
                </a:solidFill>
                <a:latin typeface="Malgun Gothic"/>
                <a:ea typeface="Malgun Gothic"/>
                <a:cs typeface="Malgun Gothic"/>
              </a:defRPr>
            </a:lvl7pPr>
            <a:lvl8pPr algn="l">
              <a:defRPr sz="1875" b="0">
                <a:solidFill>
                  <a:srgbClr val="4D5A68"/>
                </a:solidFill>
                <a:latin typeface="Malgun Gothic"/>
                <a:ea typeface="Malgun Gothic"/>
                <a:cs typeface="Malgun Gothic"/>
              </a:defRPr>
            </a:lvl8pPr>
            <a:lvl9pPr algn="l">
              <a:defRPr sz="1875" b="0">
                <a:solidFill>
                  <a:srgbClr val="4D5A68"/>
                </a:solidFill>
                <a:latin typeface="Malgun Gothic"/>
                <a:ea typeface="Malgun Gothic"/>
                <a:cs typeface="Malgun Gothic"/>
              </a:defRPr>
            </a:lvl9pPr>
          </a:lstStyle>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필요한 호출부·테스트 기대값 확인</a:t>
            </a:r>
          </a:p>
        </p:txBody>
      </p:sp>
      <p:sp>
        <p:nvSpPr>
          <p:cNvPr id="29" name="">
            <a:extLst xmlns:a="http://schemas.openxmlformats.org/drawingml/2006/main">
              <a:ext uri="{FF2B5EF4-FFF2-40B4-BE49-F238E27FC236}">
                <a16:creationId xmlns:a16="http://schemas.microsoft.com/office/drawing/2014/main" id="{0F298668-23E5-482A-ACA4-DF00936E98C2}"/>
              </a:ext>
            </a:extLst>
          </p:cNvPr>
          <p:cNvSpPr>
            <a:spLocks xmlns:a="http://schemas.openxmlformats.org/drawingml/2006/main" noGrp="1"/>
          </p:cNvSpPr>
          <p:nvPr/>
        </p:nvSpPr>
        <p:spPr>
          <a:xfrm xmlns:a="http://schemas.openxmlformats.org/drawingml/2006/main">
            <a:off x="609600" y="5324475"/>
            <a:ext cx="10972800" cy="40957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30" name="보조 근거 · RepoQA">
            <a:extLst xmlns:a="http://schemas.openxmlformats.org/drawingml/2006/main">
              <a:ext uri="{FF2B5EF4-FFF2-40B4-BE49-F238E27FC236}">
                <a16:creationId xmlns:a16="http://schemas.microsoft.com/office/drawing/2014/main" id="{3D1F0598-FD4D-4DB7-BFA0-5B6FDD5326D5}"/>
              </a:ext>
            </a:extLst>
          </p:cNvPr>
          <p:cNvSpPr>
            <a:spLocks xmlns:a="http://schemas.openxmlformats.org/drawingml/2006/main" noGrp="1"/>
          </p:cNvSpPr>
          <p:nvPr/>
        </p:nvSpPr>
        <p:spPr>
          <a:xfrm xmlns:a="http://schemas.openxmlformats.org/drawingml/2006/main">
            <a:off x="762000" y="5381625"/>
            <a:ext cx="2543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보조 근거 · RepoQA</a:t>
            </a:r>
          </a:p>
        </p:txBody>
      </p:sp>
      <p:sp>
        <p:nvSpPr>
          <p:cNvPr id="31" name="기능 설명으로 함수를 찾는 과제를 평가한 연구">
            <a:extLst xmlns:a="http://schemas.openxmlformats.org/drawingml/2006/main">
              <a:ext uri="{FF2B5EF4-FFF2-40B4-BE49-F238E27FC236}">
                <a16:creationId xmlns:a16="http://schemas.microsoft.com/office/drawing/2014/main" id="{4AFFF555-D763-4904-B2BA-AEB6B2DF4F80}"/>
              </a:ext>
            </a:extLst>
          </p:cNvPr>
          <p:cNvSpPr>
            <a:spLocks xmlns:a="http://schemas.openxmlformats.org/drawingml/2006/main" noGrp="1"/>
          </p:cNvSpPr>
          <p:nvPr/>
        </p:nvSpPr>
        <p:spPr>
          <a:xfrm xmlns:a="http://schemas.openxmlformats.org/drawingml/2006/main">
            <a:off x="3486150" y="5381625"/>
            <a:ext cx="794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기능 설명으로 함수를 찾는 과제를 평가한 연구</a:t>
            </a:r>
          </a:p>
        </p:txBody>
      </p:sp>
      <p:sp>
        <p:nvSpPr>
          <p:cNvPr id="32" name="Legacy module connection">
            <a:extLst xmlns:a="http://schemas.openxmlformats.org/drawingml/2006/main">
              <a:ext uri="{FF2B5EF4-FFF2-40B4-BE49-F238E27FC236}">
                <a16:creationId xmlns:a16="http://schemas.microsoft.com/office/drawing/2014/main" id="{F424CEC3-E0CD-4241-ABEC-67A5B17643CB}"/>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815980773"/>
      </p:ext>
    </p:extLst>
  </p:cSld>
</p:sld>
</file>

<file path=ppt/slides/slide4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ACT 2 · 한 질문에서 답변 근거까지">
            <a:extLst xmlns:a="http://schemas.openxmlformats.org/drawingml/2006/main">
              <a:ext uri="{FF2B5EF4-FFF2-40B4-BE49-F238E27FC236}">
                <a16:creationId xmlns:a16="http://schemas.microsoft.com/office/drawing/2014/main" id="{CB6E2B79-FF16-4BF9-87E2-75031A987BDE}"/>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한 질문에서 답변 근거까지</a:t>
            </a:r>
          </a:p>
        </p:txBody>
      </p:sp>
      <p:sp>
        <p:nvSpPr>
          <p:cNvPr id="2" name="S41">
            <a:extLst xmlns:a="http://schemas.openxmlformats.org/drawingml/2006/main">
              <a:ext uri="{FF2B5EF4-FFF2-40B4-BE49-F238E27FC236}">
                <a16:creationId xmlns:a16="http://schemas.microsoft.com/office/drawing/2014/main" id="{6C97629D-AF93-49F7-AD91-483692B95FCF}"/>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S41</a:t>
            </a:r>
          </a:p>
        </p:txBody>
      </p:sp>
      <p:sp>
        <p:nvSpPr>
          <p:cNvPr id="3" name="필요한 상세 정보로 가는 길">
            <a:extLst xmlns:a="http://schemas.openxmlformats.org/drawingml/2006/main">
              <a:ext uri="{FF2B5EF4-FFF2-40B4-BE49-F238E27FC236}">
                <a16:creationId xmlns:a16="http://schemas.microsoft.com/office/drawing/2014/main" id="{BC8CF686-9066-4ED9-9DAD-B9AA3BEB804D}"/>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필요한 상세 정보로 가는 길</a:t>
            </a:r>
          </a:p>
        </p:txBody>
      </p:sp>
      <p:sp>
        <p:nvSpPr>
          <p:cNvPr id="4" name="">
            <a:extLst xmlns:a="http://schemas.openxmlformats.org/drawingml/2006/main">
              <a:ext uri="{FF2B5EF4-FFF2-40B4-BE49-F238E27FC236}">
                <a16:creationId xmlns:a16="http://schemas.microsoft.com/office/drawing/2014/main" id="{D5B849ED-27B4-4359-9E7A-B4277AEE20A2}"/>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탐색 경로 · 저장된 명세 기반 재구성 · 실제 읽기 순서가 아님">
            <a:extLst xmlns:a="http://schemas.openxmlformats.org/drawingml/2006/main">
              <a:ext uri="{FF2B5EF4-FFF2-40B4-BE49-F238E27FC236}">
                <a16:creationId xmlns:a16="http://schemas.microsoft.com/office/drawing/2014/main" id="{06090914-9A8D-481D-9A53-0CEF95487700}"/>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탐색 경로 · 저장된 명세 기반 재구성 · 실제 읽기 순서가 아님</a:t>
            </a:r>
          </a:p>
        </p:txBody>
      </p:sp>
      <p:sp>
        <p:nvSpPr>
          <p:cNvPr id="6" name="자동 탐색·완벽한 선택·성능 향상·토큰 절약을 입증한 그림이 아님">
            <a:extLst xmlns:a="http://schemas.openxmlformats.org/drawingml/2006/main">
              <a:ext uri="{FF2B5EF4-FFF2-40B4-BE49-F238E27FC236}">
                <a16:creationId xmlns:a16="http://schemas.microsoft.com/office/drawing/2014/main" id="{6DE3B516-B42A-47B7-9896-DF14D1A62D39}"/>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자동 탐색·완벽한 선택·성능 향상·토큰 절약을 입증한 그림이 아님</a:t>
            </a:r>
          </a:p>
        </p:txBody>
      </p:sp>
      <p:sp>
        <p:nvSpPr>
          <p:cNvPr id="7" name="이 요청은 어떤 문서를 근거로 답해야 할까?">
            <a:extLst xmlns:a="http://schemas.openxmlformats.org/drawingml/2006/main">
              <a:ext uri="{FF2B5EF4-FFF2-40B4-BE49-F238E27FC236}">
                <a16:creationId xmlns:a16="http://schemas.microsoft.com/office/drawing/2014/main" id="{E906FE02-D2E8-4140-B584-D1257B0DE264}"/>
              </a:ext>
            </a:extLst>
          </p:cNvPr>
          <p:cNvSpPr>
            <a:spLocks xmlns:a="http://schemas.openxmlformats.org/drawingml/2006/main" noGrp="1"/>
          </p:cNvSpPr>
          <p:nvPr/>
        </p:nvSpPr>
        <p:spPr>
          <a:xfrm xmlns:a="http://schemas.openxmlformats.org/drawingml/2006/main">
            <a:off x="609600" y="17526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이 요청은 어떤 문서를 근거로 답해야 할까?</a:t>
            </a:r>
          </a:p>
        </p:txBody>
      </p:sp>
      <p:sp>
        <p:nvSpPr>
          <p:cNvPr id="8" name="">
            <a:extLst xmlns:a="http://schemas.openxmlformats.org/drawingml/2006/main">
              <a:ext uri="{FF2B5EF4-FFF2-40B4-BE49-F238E27FC236}">
                <a16:creationId xmlns:a16="http://schemas.microsoft.com/office/drawing/2014/main" id="{4BBBC6C9-B172-409C-BCDE-6881ED4F08DC}"/>
              </a:ext>
            </a:extLst>
          </p:cNvPr>
          <p:cNvSpPr>
            <a:spLocks xmlns:a="http://schemas.openxmlformats.org/drawingml/2006/main" noGrp="1"/>
          </p:cNvSpPr>
          <p:nvPr/>
        </p:nvSpPr>
        <p:spPr>
          <a:xfrm xmlns:a="http://schemas.openxmlformats.org/drawingml/2006/main">
            <a:off x="609600" y="2838450"/>
            <a:ext cx="2857500" cy="1981200"/>
          </a:xfrm>
          <a:prstGeom xmlns:a="http://schemas.openxmlformats.org/drawingml/2006/main" prst="roundRect">
            <a:avLst>
              <a:gd name="adj" fmla="val 4808"/>
            </a:avLst>
          </a:prstGeom>
          <a:solidFill xmlns:a="http://schemas.openxmlformats.org/drawingml/2006/main">
            <a:srgbClr val="FFFFFF"/>
          </a:solidFill>
          <a:ln xmlns:a="http://schemas.openxmlformats.org/drawingml/2006/main" w="14288">
            <a:solidFill>
              <a:srgbClr val="C7D0DA"/>
            </a:solidFill>
            <a:prstDash val="solid"/>
          </a:ln>
        </p:spPr>
      </p:sp>
      <p:sp>
        <p:nvSpPr>
          <p:cNvPr id="9" name="01  작업 요청">
            <a:extLst xmlns:a="http://schemas.openxmlformats.org/drawingml/2006/main">
              <a:ext uri="{FF2B5EF4-FFF2-40B4-BE49-F238E27FC236}">
                <a16:creationId xmlns:a16="http://schemas.microsoft.com/office/drawing/2014/main" id="{B4675833-625A-4C9D-B8B4-E081590A75A6}"/>
              </a:ext>
            </a:extLst>
          </p:cNvPr>
          <p:cNvSpPr>
            <a:spLocks xmlns:a="http://schemas.openxmlformats.org/drawingml/2006/main" noGrp="1"/>
          </p:cNvSpPr>
          <p:nvPr/>
        </p:nvSpPr>
        <p:spPr>
          <a:xfrm xmlns:a="http://schemas.openxmlformats.org/drawingml/2006/main">
            <a:off x="800100" y="29337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01  작업 요청</a:t>
            </a:r>
          </a:p>
        </p:txBody>
      </p:sp>
      <p:sp>
        <p:nvSpPr>
          <p:cNvPr id="10" name="">
            <a:extLst xmlns:a="http://schemas.openxmlformats.org/drawingml/2006/main">
              <a:ext uri="{FF2B5EF4-FFF2-40B4-BE49-F238E27FC236}">
                <a16:creationId xmlns:a16="http://schemas.microsoft.com/office/drawing/2014/main" id="{14EC010B-01C0-4423-AE93-9D6A8D0D12F2}"/>
              </a:ext>
            </a:extLst>
          </p:cNvPr>
          <p:cNvSpPr>
            <a:spLocks xmlns:a="http://schemas.openxmlformats.org/drawingml/2006/main" noGrp="1"/>
          </p:cNvSpPr>
          <p:nvPr/>
        </p:nvSpPr>
        <p:spPr>
          <a:xfrm xmlns:a="http://schemas.openxmlformats.org/drawingml/2006/main">
            <a:off x="800100" y="3333750"/>
            <a:ext cx="24765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1" name="crop 끝 좌표가&#10;포함되는지&#10;명세를 확인해줘.">
            <a:extLst xmlns:a="http://schemas.openxmlformats.org/drawingml/2006/main">
              <a:ext uri="{FF2B5EF4-FFF2-40B4-BE49-F238E27FC236}">
                <a16:creationId xmlns:a16="http://schemas.microsoft.com/office/drawing/2014/main" id="{905BF6C3-FE4B-409D-8480-AC40112C832B}"/>
              </a:ext>
            </a:extLst>
          </p:cNvPr>
          <p:cNvSpPr>
            <a:spLocks xmlns:a="http://schemas.openxmlformats.org/drawingml/2006/main" noGrp="1"/>
          </p:cNvSpPr>
          <p:nvPr/>
        </p:nvSpPr>
        <p:spPr>
          <a:xfrm xmlns:a="http://schemas.openxmlformats.org/drawingml/2006/main">
            <a:off x="800100" y="3486150"/>
            <a:ext cx="2476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17212B"/>
                </a:solidFill>
                <a:latin typeface="Malgun Gothic"/>
                <a:ea typeface="Malgun Gothic"/>
                <a:cs typeface="Malgun Gothic"/>
              </a:defRPr>
            </a:defPPr>
            <a:lvl1pPr algn="l">
              <a:defRPr sz="1950" b="0">
                <a:solidFill>
                  <a:srgbClr val="17212B"/>
                </a:solidFill>
                <a:latin typeface="Malgun Gothic"/>
                <a:ea typeface="Malgun Gothic"/>
                <a:cs typeface="Malgun Gothic"/>
              </a:defRPr>
            </a:lvl1pPr>
            <a:lvl2pPr algn="l">
              <a:defRPr sz="1950" b="0">
                <a:solidFill>
                  <a:srgbClr val="17212B"/>
                </a:solidFill>
                <a:latin typeface="Malgun Gothic"/>
                <a:ea typeface="Malgun Gothic"/>
                <a:cs typeface="Malgun Gothic"/>
              </a:defRPr>
            </a:lvl2pPr>
            <a:lvl3pPr algn="l">
              <a:defRPr sz="1950" b="0">
                <a:solidFill>
                  <a:srgbClr val="17212B"/>
                </a:solidFill>
                <a:latin typeface="Malgun Gothic"/>
                <a:ea typeface="Malgun Gothic"/>
                <a:cs typeface="Malgun Gothic"/>
              </a:defRPr>
            </a:lvl3pPr>
            <a:lvl4pPr algn="l">
              <a:defRPr sz="1950" b="0">
                <a:solidFill>
                  <a:srgbClr val="17212B"/>
                </a:solidFill>
                <a:latin typeface="Malgun Gothic"/>
                <a:ea typeface="Malgun Gothic"/>
                <a:cs typeface="Malgun Gothic"/>
              </a:defRPr>
            </a:lvl4pPr>
            <a:lvl5pPr algn="l">
              <a:defRPr sz="1950" b="0">
                <a:solidFill>
                  <a:srgbClr val="17212B"/>
                </a:solidFill>
                <a:latin typeface="Malgun Gothic"/>
                <a:ea typeface="Malgun Gothic"/>
                <a:cs typeface="Malgun Gothic"/>
              </a:defRPr>
            </a:lvl5pPr>
            <a:lvl6pPr algn="l">
              <a:defRPr sz="1950" b="0">
                <a:solidFill>
                  <a:srgbClr val="17212B"/>
                </a:solidFill>
                <a:latin typeface="Malgun Gothic"/>
                <a:ea typeface="Malgun Gothic"/>
                <a:cs typeface="Malgun Gothic"/>
              </a:defRPr>
            </a:lvl6pPr>
            <a:lvl7pPr algn="l">
              <a:defRPr sz="1950" b="0">
                <a:solidFill>
                  <a:srgbClr val="17212B"/>
                </a:solidFill>
                <a:latin typeface="Malgun Gothic"/>
                <a:ea typeface="Malgun Gothic"/>
                <a:cs typeface="Malgun Gothic"/>
              </a:defRPr>
            </a:lvl7pPr>
            <a:lvl8pPr algn="l">
              <a:defRPr sz="1950" b="0">
                <a:solidFill>
                  <a:srgbClr val="17212B"/>
                </a:solidFill>
                <a:latin typeface="Malgun Gothic"/>
                <a:ea typeface="Malgun Gothic"/>
                <a:cs typeface="Malgun Gothic"/>
              </a:defRPr>
            </a:lvl8pPr>
            <a:lvl9pPr algn="l">
              <a:defRPr sz="1950" b="0">
                <a:solidFill>
                  <a:srgbClr val="17212B"/>
                </a:solidFill>
                <a:latin typeface="Malgun Gothic"/>
                <a:ea typeface="Malgun Gothic"/>
                <a:cs typeface="Malgun Gothic"/>
              </a:defRPr>
            </a:lvl9pPr>
          </a:lstStyle>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crop 끝 좌표가</a:t>
            </a:r>
          </a:p>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포함되는지</a:t>
            </a:r>
          </a:p>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명세를 확인해줘.</a:t>
            </a:r>
          </a:p>
        </p:txBody>
      </p:sp>
      <p:sp>
        <p:nvSpPr>
          <p:cNvPr id="12" name="">
            <a:extLst xmlns:a="http://schemas.openxmlformats.org/drawingml/2006/main">
              <a:ext uri="{FF2B5EF4-FFF2-40B4-BE49-F238E27FC236}">
                <a16:creationId xmlns:a16="http://schemas.microsoft.com/office/drawing/2014/main" id="{213C5868-D8A0-43EA-B029-3FF2551FD8FC}"/>
              </a:ext>
            </a:extLst>
          </p:cNvPr>
          <p:cNvSpPr>
            <a:spLocks xmlns:a="http://schemas.openxmlformats.org/drawingml/2006/main" noGrp="1"/>
          </p:cNvSpPr>
          <p:nvPr/>
        </p:nvSpPr>
        <p:spPr>
          <a:xfrm xmlns:a="http://schemas.openxmlformats.org/drawingml/2006/main">
            <a:off x="4229100" y="2838450"/>
            <a:ext cx="3581400" cy="1981200"/>
          </a:xfrm>
          <a:prstGeom xmlns:a="http://schemas.openxmlformats.org/drawingml/2006/main" prst="rect">
            <a:avLst/>
          </a:prstGeom>
          <a:solidFill xmlns:a="http://schemas.openxmlformats.org/drawingml/2006/main">
            <a:srgbClr val="E0EFF0"/>
          </a:solidFill>
          <a:ln xmlns:a="http://schemas.openxmlformats.org/drawingml/2006/main" w="14288">
            <a:solidFill>
              <a:srgbClr val="0B6172"/>
            </a:solidFill>
            <a:prstDash val="solid"/>
          </a:ln>
        </p:spPr>
      </p:sp>
      <p:sp>
        <p:nvSpPr>
          <p:cNvPr id="13" name="02  기본 안내">
            <a:extLst xmlns:a="http://schemas.openxmlformats.org/drawingml/2006/main">
              <a:ext uri="{FF2B5EF4-FFF2-40B4-BE49-F238E27FC236}">
                <a16:creationId xmlns:a16="http://schemas.microsoft.com/office/drawing/2014/main" id="{A41DA211-E9D7-4B12-A97A-B3163C02298F}"/>
              </a:ext>
            </a:extLst>
          </p:cNvPr>
          <p:cNvSpPr>
            <a:spLocks xmlns:a="http://schemas.openxmlformats.org/drawingml/2006/main" noGrp="1"/>
          </p:cNvSpPr>
          <p:nvPr/>
        </p:nvSpPr>
        <p:spPr>
          <a:xfrm xmlns:a="http://schemas.openxmlformats.org/drawingml/2006/main">
            <a:off x="4438650" y="2971800"/>
            <a:ext cx="3162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02  기본 안내</a:t>
            </a:r>
          </a:p>
        </p:txBody>
      </p:sp>
      <p:sp>
        <p:nvSpPr>
          <p:cNvPr id="14" name="AGENTS.md">
            <a:extLst xmlns:a="http://schemas.openxmlformats.org/drawingml/2006/main">
              <a:ext uri="{FF2B5EF4-FFF2-40B4-BE49-F238E27FC236}">
                <a16:creationId xmlns:a16="http://schemas.microsoft.com/office/drawing/2014/main" id="{18B9DE7C-6F87-4E6D-9C10-3C8794DA553E}"/>
              </a:ext>
            </a:extLst>
          </p:cNvPr>
          <p:cNvSpPr>
            <a:spLocks xmlns:a="http://schemas.openxmlformats.org/drawingml/2006/main" noGrp="1"/>
          </p:cNvSpPr>
          <p:nvPr/>
        </p:nvSpPr>
        <p:spPr>
          <a:xfrm xmlns:a="http://schemas.openxmlformats.org/drawingml/2006/main">
            <a:off x="4438650" y="3476625"/>
            <a:ext cx="3162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Consolas"/>
                <a:ea typeface="Consolas"/>
                <a:cs typeface="Consolas"/>
              </a:defRPr>
            </a:defPPr>
            <a:lvl1pPr algn="l">
              <a:defRPr sz="2175" b="1">
                <a:solidFill>
                  <a:srgbClr val="17212B"/>
                </a:solidFill>
                <a:latin typeface="Consolas"/>
                <a:ea typeface="Consolas"/>
                <a:cs typeface="Consolas"/>
              </a:defRPr>
            </a:lvl1pPr>
            <a:lvl2pPr algn="l">
              <a:defRPr sz="2175" b="1">
                <a:solidFill>
                  <a:srgbClr val="17212B"/>
                </a:solidFill>
                <a:latin typeface="Consolas"/>
                <a:ea typeface="Consolas"/>
                <a:cs typeface="Consolas"/>
              </a:defRPr>
            </a:lvl2pPr>
            <a:lvl3pPr algn="l">
              <a:defRPr sz="2175" b="1">
                <a:solidFill>
                  <a:srgbClr val="17212B"/>
                </a:solidFill>
                <a:latin typeface="Consolas"/>
                <a:ea typeface="Consolas"/>
                <a:cs typeface="Consolas"/>
              </a:defRPr>
            </a:lvl3pPr>
            <a:lvl4pPr algn="l">
              <a:defRPr sz="2175" b="1">
                <a:solidFill>
                  <a:srgbClr val="17212B"/>
                </a:solidFill>
                <a:latin typeface="Consolas"/>
                <a:ea typeface="Consolas"/>
                <a:cs typeface="Consolas"/>
              </a:defRPr>
            </a:lvl4pPr>
            <a:lvl5pPr algn="l">
              <a:defRPr sz="2175" b="1">
                <a:solidFill>
                  <a:srgbClr val="17212B"/>
                </a:solidFill>
                <a:latin typeface="Consolas"/>
                <a:ea typeface="Consolas"/>
                <a:cs typeface="Consolas"/>
              </a:defRPr>
            </a:lvl5pPr>
            <a:lvl6pPr algn="l">
              <a:defRPr sz="2175" b="1">
                <a:solidFill>
                  <a:srgbClr val="17212B"/>
                </a:solidFill>
                <a:latin typeface="Consolas"/>
                <a:ea typeface="Consolas"/>
                <a:cs typeface="Consolas"/>
              </a:defRPr>
            </a:lvl6pPr>
            <a:lvl7pPr algn="l">
              <a:defRPr sz="2175" b="1">
                <a:solidFill>
                  <a:srgbClr val="17212B"/>
                </a:solidFill>
                <a:latin typeface="Consolas"/>
                <a:ea typeface="Consolas"/>
                <a:cs typeface="Consolas"/>
              </a:defRPr>
            </a:lvl7pPr>
            <a:lvl8pPr algn="l">
              <a:defRPr sz="2175" b="1">
                <a:solidFill>
                  <a:srgbClr val="17212B"/>
                </a:solidFill>
                <a:latin typeface="Consolas"/>
                <a:ea typeface="Consolas"/>
                <a:cs typeface="Consolas"/>
              </a:defRPr>
            </a:lvl8pPr>
            <a:lvl9pPr algn="l">
              <a:defRPr sz="2175" b="1">
                <a:solidFill>
                  <a:srgbClr val="17212B"/>
                </a:solidFill>
                <a:latin typeface="Consolas"/>
                <a:ea typeface="Consolas"/>
                <a:cs typeface="Consolas"/>
              </a:defRPr>
            </a:lvl9pPr>
          </a:lstStyle>
          <a:p xmlns:a="http://schemas.openxmlformats.org/drawingml/2006/main">
            <a:pPr algn="l">
              <a:defRPr sz="2175" b="1">
                <a:solidFill>
                  <a:srgbClr val="17212B"/>
                </a:solidFill>
                <a:latin typeface="Consolas"/>
                <a:ea typeface="Consolas"/>
                <a:cs typeface="Consolas"/>
              </a:defRPr>
            </a:pPr>
            <a:r>
              <a:rPr sz="2175" b="1">
                <a:solidFill>
                  <a:srgbClr val="17212B"/>
                </a:solidFill>
                <a:latin typeface="Consolas"/>
                <a:ea typeface="Consolas"/>
                <a:cs typeface="Consolas"/>
              </a:rPr>
              <a:t>AGENTS.md</a:t>
            </a:r>
          </a:p>
        </p:txBody>
      </p:sp>
      <p:sp>
        <p:nvSpPr>
          <p:cNvPr id="15" name="이미지 동작 · crop">
            <a:extLst xmlns:a="http://schemas.openxmlformats.org/drawingml/2006/main">
              <a:ext uri="{FF2B5EF4-FFF2-40B4-BE49-F238E27FC236}">
                <a16:creationId xmlns:a16="http://schemas.microsoft.com/office/drawing/2014/main" id="{43A8CB3D-14AE-426C-A5E3-01109095727B}"/>
              </a:ext>
            </a:extLst>
          </p:cNvPr>
          <p:cNvSpPr>
            <a:spLocks xmlns:a="http://schemas.openxmlformats.org/drawingml/2006/main" noGrp="1"/>
          </p:cNvSpPr>
          <p:nvPr/>
        </p:nvSpPr>
        <p:spPr>
          <a:xfrm xmlns:a="http://schemas.openxmlformats.org/drawingml/2006/main">
            <a:off x="4438650" y="3924300"/>
            <a:ext cx="316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이미지 동작 · crop</a:t>
            </a:r>
          </a:p>
        </p:txBody>
      </p:sp>
      <p:sp>
        <p:nvSpPr>
          <p:cNvPr id="16" name="관련 상세의 위치 안내">
            <a:extLst xmlns:a="http://schemas.openxmlformats.org/drawingml/2006/main">
              <a:ext uri="{FF2B5EF4-FFF2-40B4-BE49-F238E27FC236}">
                <a16:creationId xmlns:a16="http://schemas.microsoft.com/office/drawing/2014/main" id="{77171242-8BA7-4BEB-9BEA-2132A2350914}"/>
              </a:ext>
            </a:extLst>
          </p:cNvPr>
          <p:cNvSpPr>
            <a:spLocks xmlns:a="http://schemas.openxmlformats.org/drawingml/2006/main" noGrp="1"/>
          </p:cNvSpPr>
          <p:nvPr/>
        </p:nvSpPr>
        <p:spPr>
          <a:xfrm xmlns:a="http://schemas.openxmlformats.org/drawingml/2006/main">
            <a:off x="4438650" y="4371975"/>
            <a:ext cx="3162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관련 상세의 위치 안내</a:t>
            </a:r>
          </a:p>
        </p:txBody>
      </p:sp>
      <p:sp>
        <p:nvSpPr>
          <p:cNvPr id="17" name="">
            <a:extLst xmlns:a="http://schemas.openxmlformats.org/drawingml/2006/main">
              <a:ext uri="{FF2B5EF4-FFF2-40B4-BE49-F238E27FC236}">
                <a16:creationId xmlns:a16="http://schemas.microsoft.com/office/drawing/2014/main" id="{2F557636-13E2-42AB-8C91-06C0DE5105D5}"/>
              </a:ext>
            </a:extLst>
          </p:cNvPr>
          <p:cNvSpPr>
            <a:spLocks xmlns:a="http://schemas.openxmlformats.org/drawingml/2006/main" noGrp="1"/>
          </p:cNvSpPr>
          <p:nvPr/>
        </p:nvSpPr>
        <p:spPr>
          <a:xfrm xmlns:a="http://schemas.openxmlformats.org/drawingml/2006/main">
            <a:off x="8572500" y="2838450"/>
            <a:ext cx="3009900" cy="198120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18" name="03  답변 근거">
            <a:extLst xmlns:a="http://schemas.openxmlformats.org/drawingml/2006/main">
              <a:ext uri="{FF2B5EF4-FFF2-40B4-BE49-F238E27FC236}">
                <a16:creationId xmlns:a16="http://schemas.microsoft.com/office/drawing/2014/main" id="{D3EF5B36-2772-411A-8092-324B894CB902}"/>
              </a:ext>
            </a:extLst>
          </p:cNvPr>
          <p:cNvSpPr>
            <a:spLocks xmlns:a="http://schemas.openxmlformats.org/drawingml/2006/main" noGrp="1"/>
          </p:cNvSpPr>
          <p:nvPr/>
        </p:nvSpPr>
        <p:spPr>
          <a:xfrm xmlns:a="http://schemas.openxmlformats.org/drawingml/2006/main">
            <a:off x="8763000" y="2971800"/>
            <a:ext cx="2628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03  답변 근거</a:t>
            </a:r>
          </a:p>
        </p:txBody>
      </p:sp>
      <p:sp>
        <p:nvSpPr>
          <p:cNvPr id="19" name="docs/&#10;image-contracts.md">
            <a:extLst xmlns:a="http://schemas.openxmlformats.org/drawingml/2006/main">
              <a:ext uri="{FF2B5EF4-FFF2-40B4-BE49-F238E27FC236}">
                <a16:creationId xmlns:a16="http://schemas.microsoft.com/office/drawing/2014/main" id="{D270DA72-4120-4E8D-AEB3-21AE47A6B179}"/>
              </a:ext>
            </a:extLst>
          </p:cNvPr>
          <p:cNvSpPr>
            <a:spLocks xmlns:a="http://schemas.openxmlformats.org/drawingml/2006/main" noGrp="1"/>
          </p:cNvSpPr>
          <p:nvPr/>
        </p:nvSpPr>
        <p:spPr>
          <a:xfrm xmlns:a="http://schemas.openxmlformats.org/drawingml/2006/main">
            <a:off x="8763000" y="3457575"/>
            <a:ext cx="2628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7212B"/>
                </a:solidFill>
                <a:latin typeface="Consolas"/>
                <a:ea typeface="Consolas"/>
                <a:cs typeface="Consolas"/>
              </a:defRPr>
            </a:defPPr>
            <a:lvl1pPr algn="l">
              <a:defRPr sz="1800" b="1">
                <a:solidFill>
                  <a:srgbClr val="17212B"/>
                </a:solidFill>
                <a:latin typeface="Consolas"/>
                <a:ea typeface="Consolas"/>
                <a:cs typeface="Consolas"/>
              </a:defRPr>
            </a:lvl1pPr>
            <a:lvl2pPr algn="l">
              <a:defRPr sz="1800" b="1">
                <a:solidFill>
                  <a:srgbClr val="17212B"/>
                </a:solidFill>
                <a:latin typeface="Consolas"/>
                <a:ea typeface="Consolas"/>
                <a:cs typeface="Consolas"/>
              </a:defRPr>
            </a:lvl2pPr>
            <a:lvl3pPr algn="l">
              <a:defRPr sz="1800" b="1">
                <a:solidFill>
                  <a:srgbClr val="17212B"/>
                </a:solidFill>
                <a:latin typeface="Consolas"/>
                <a:ea typeface="Consolas"/>
                <a:cs typeface="Consolas"/>
              </a:defRPr>
            </a:lvl3pPr>
            <a:lvl4pPr algn="l">
              <a:defRPr sz="1800" b="1">
                <a:solidFill>
                  <a:srgbClr val="17212B"/>
                </a:solidFill>
                <a:latin typeface="Consolas"/>
                <a:ea typeface="Consolas"/>
                <a:cs typeface="Consolas"/>
              </a:defRPr>
            </a:lvl4pPr>
            <a:lvl5pPr algn="l">
              <a:defRPr sz="1800" b="1">
                <a:solidFill>
                  <a:srgbClr val="17212B"/>
                </a:solidFill>
                <a:latin typeface="Consolas"/>
                <a:ea typeface="Consolas"/>
                <a:cs typeface="Consolas"/>
              </a:defRPr>
            </a:lvl5pPr>
            <a:lvl6pPr algn="l">
              <a:defRPr sz="1800" b="1">
                <a:solidFill>
                  <a:srgbClr val="17212B"/>
                </a:solidFill>
                <a:latin typeface="Consolas"/>
                <a:ea typeface="Consolas"/>
                <a:cs typeface="Consolas"/>
              </a:defRPr>
            </a:lvl6pPr>
            <a:lvl7pPr algn="l">
              <a:defRPr sz="1800" b="1">
                <a:solidFill>
                  <a:srgbClr val="17212B"/>
                </a:solidFill>
                <a:latin typeface="Consolas"/>
                <a:ea typeface="Consolas"/>
                <a:cs typeface="Consolas"/>
              </a:defRPr>
            </a:lvl7pPr>
            <a:lvl8pPr algn="l">
              <a:defRPr sz="1800" b="1">
                <a:solidFill>
                  <a:srgbClr val="17212B"/>
                </a:solidFill>
                <a:latin typeface="Consolas"/>
                <a:ea typeface="Consolas"/>
                <a:cs typeface="Consolas"/>
              </a:defRPr>
            </a:lvl8pPr>
            <a:lvl9pPr algn="l">
              <a:defRPr sz="1800" b="1">
                <a:solidFill>
                  <a:srgbClr val="17212B"/>
                </a:solidFill>
                <a:latin typeface="Consolas"/>
                <a:ea typeface="Consolas"/>
                <a:cs typeface="Consolas"/>
              </a:defRPr>
            </a:lvl9pPr>
          </a:lstStyle>
          <a:p xmlns:a="http://schemas.openxmlformats.org/drawingml/2006/main">
            <a:pPr algn="l">
              <a:defRPr sz="1800" b="1">
                <a:solidFill>
                  <a:srgbClr val="17212B"/>
                </a:solidFill>
                <a:latin typeface="Consolas"/>
                <a:ea typeface="Consolas"/>
                <a:cs typeface="Consolas"/>
              </a:defRPr>
            </a:pPr>
            <a:r>
              <a:rPr sz="1800" b="1">
                <a:solidFill>
                  <a:srgbClr val="17212B"/>
                </a:solidFill>
                <a:latin typeface="Consolas"/>
                <a:ea typeface="Consolas"/>
                <a:cs typeface="Consolas"/>
              </a:rPr>
              <a:t>docs/</a:t>
            </a:r>
          </a:p>
          <a:p xmlns:a="http://schemas.openxmlformats.org/drawingml/2006/main">
            <a:pPr algn="l">
              <a:defRPr sz="1800" b="1">
                <a:solidFill>
                  <a:srgbClr val="17212B"/>
                </a:solidFill>
                <a:latin typeface="Consolas"/>
                <a:ea typeface="Consolas"/>
                <a:cs typeface="Consolas"/>
              </a:defRPr>
            </a:pPr>
            <a:r>
              <a:rPr sz="1800" b="1">
                <a:solidFill>
                  <a:srgbClr val="17212B"/>
                </a:solidFill>
                <a:latin typeface="Consolas"/>
                <a:ea typeface="Consolas"/>
                <a:cs typeface="Consolas"/>
              </a:rPr>
              <a:t>image-contracts.md</a:t>
            </a:r>
          </a:p>
        </p:txBody>
      </p:sp>
      <p:sp>
        <p:nvSpPr>
          <p:cNvPr id="20" name="[x_start, x_end)">
            <a:extLst xmlns:a="http://schemas.openxmlformats.org/drawingml/2006/main">
              <a:ext uri="{FF2B5EF4-FFF2-40B4-BE49-F238E27FC236}">
                <a16:creationId xmlns:a16="http://schemas.microsoft.com/office/drawing/2014/main" id="{AE551776-7615-48E2-BA65-984A9E8FEB98}"/>
              </a:ext>
            </a:extLst>
          </p:cNvPr>
          <p:cNvSpPr>
            <a:spLocks xmlns:a="http://schemas.openxmlformats.org/drawingml/2006/main" noGrp="1"/>
          </p:cNvSpPr>
          <p:nvPr/>
        </p:nvSpPr>
        <p:spPr>
          <a:xfrm xmlns:a="http://schemas.openxmlformats.org/drawingml/2006/main">
            <a:off x="8763000" y="4352925"/>
            <a:ext cx="2628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Consolas"/>
                <a:ea typeface="Consolas"/>
                <a:cs typeface="Consolas"/>
              </a:defRPr>
            </a:defPPr>
            <a:lvl1pPr algn="l">
              <a:defRPr sz="1875" b="1">
                <a:solidFill>
                  <a:srgbClr val="17212B"/>
                </a:solidFill>
                <a:latin typeface="Consolas"/>
                <a:ea typeface="Consolas"/>
                <a:cs typeface="Consolas"/>
              </a:defRPr>
            </a:lvl1pPr>
            <a:lvl2pPr algn="l">
              <a:defRPr sz="1875" b="1">
                <a:solidFill>
                  <a:srgbClr val="17212B"/>
                </a:solidFill>
                <a:latin typeface="Consolas"/>
                <a:ea typeface="Consolas"/>
                <a:cs typeface="Consolas"/>
              </a:defRPr>
            </a:lvl2pPr>
            <a:lvl3pPr algn="l">
              <a:defRPr sz="1875" b="1">
                <a:solidFill>
                  <a:srgbClr val="17212B"/>
                </a:solidFill>
                <a:latin typeface="Consolas"/>
                <a:ea typeface="Consolas"/>
                <a:cs typeface="Consolas"/>
              </a:defRPr>
            </a:lvl3pPr>
            <a:lvl4pPr algn="l">
              <a:defRPr sz="1875" b="1">
                <a:solidFill>
                  <a:srgbClr val="17212B"/>
                </a:solidFill>
                <a:latin typeface="Consolas"/>
                <a:ea typeface="Consolas"/>
                <a:cs typeface="Consolas"/>
              </a:defRPr>
            </a:lvl4pPr>
            <a:lvl5pPr algn="l">
              <a:defRPr sz="1875" b="1">
                <a:solidFill>
                  <a:srgbClr val="17212B"/>
                </a:solidFill>
                <a:latin typeface="Consolas"/>
                <a:ea typeface="Consolas"/>
                <a:cs typeface="Consolas"/>
              </a:defRPr>
            </a:lvl5pPr>
            <a:lvl6pPr algn="l">
              <a:defRPr sz="1875" b="1">
                <a:solidFill>
                  <a:srgbClr val="17212B"/>
                </a:solidFill>
                <a:latin typeface="Consolas"/>
                <a:ea typeface="Consolas"/>
                <a:cs typeface="Consolas"/>
              </a:defRPr>
            </a:lvl6pPr>
            <a:lvl7pPr algn="l">
              <a:defRPr sz="1875" b="1">
                <a:solidFill>
                  <a:srgbClr val="17212B"/>
                </a:solidFill>
                <a:latin typeface="Consolas"/>
                <a:ea typeface="Consolas"/>
                <a:cs typeface="Consolas"/>
              </a:defRPr>
            </a:lvl7pPr>
            <a:lvl8pPr algn="l">
              <a:defRPr sz="1875" b="1">
                <a:solidFill>
                  <a:srgbClr val="17212B"/>
                </a:solidFill>
                <a:latin typeface="Consolas"/>
                <a:ea typeface="Consolas"/>
                <a:cs typeface="Consolas"/>
              </a:defRPr>
            </a:lvl8pPr>
            <a:lvl9pPr algn="l">
              <a:defRPr sz="1875" b="1">
                <a:solidFill>
                  <a:srgbClr val="17212B"/>
                </a:solidFill>
                <a:latin typeface="Consolas"/>
                <a:ea typeface="Consolas"/>
                <a:cs typeface="Consolas"/>
              </a:defRPr>
            </a:lvl9pPr>
          </a:lstStyle>
          <a:p xmlns:a="http://schemas.openxmlformats.org/drawingml/2006/main">
            <a:pPr algn="l">
              <a:defRPr sz="1875" b="1">
                <a:solidFill>
                  <a:srgbClr val="17212B"/>
                </a:solidFill>
                <a:latin typeface="Consolas"/>
                <a:ea typeface="Consolas"/>
                <a:cs typeface="Consolas"/>
              </a:defRPr>
            </a:pPr>
            <a:r>
              <a:rPr sz="1875" b="1">
                <a:solidFill>
                  <a:srgbClr val="17212B"/>
                </a:solidFill>
                <a:latin typeface="Consolas"/>
                <a:ea typeface="Consolas"/>
                <a:cs typeface="Consolas"/>
              </a:rPr>
              <a:t>[x_start, x_end)</a:t>
            </a:r>
          </a:p>
        </p:txBody>
      </p:sp>
      <p:sp>
        <p:nvSpPr>
          <p:cNvPr id="21" name="">
            <a:extLst xmlns:a="http://schemas.openxmlformats.org/drawingml/2006/main">
              <a:ext uri="{FF2B5EF4-FFF2-40B4-BE49-F238E27FC236}">
                <a16:creationId xmlns:a16="http://schemas.microsoft.com/office/drawing/2014/main" id="{67C6836A-5D91-4E69-BA66-71E3412D19DC}"/>
              </a:ext>
            </a:extLst>
          </p:cNvPr>
          <p:cNvSpPr>
            <a:spLocks xmlns:a="http://schemas.openxmlformats.org/drawingml/2006/main" noGrp="1"/>
          </p:cNvSpPr>
          <p:nvPr/>
        </p:nvSpPr>
        <p:spPr>
          <a:xfrm xmlns:a="http://schemas.openxmlformats.org/drawingml/2006/main">
            <a:off x="3676650" y="3714750"/>
            <a:ext cx="285750" cy="2095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F87B97D-9D43-4CE2-B433-127CE465EE10}"/>
              </a:ext>
            </a:extLst>
          </p:cNvPr>
          <p:cNvSpPr>
            <a:spLocks xmlns:a="http://schemas.openxmlformats.org/drawingml/2006/main" noGrp="1"/>
          </p:cNvSpPr>
          <p:nvPr/>
        </p:nvSpPr>
        <p:spPr>
          <a:xfrm xmlns:a="http://schemas.openxmlformats.org/drawingml/2006/main">
            <a:off x="8020050" y="3714750"/>
            <a:ext cx="285750" cy="2095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3" name="질문 · 위치 안내 · 상세 명세를 연결한다">
            <a:extLst xmlns:a="http://schemas.openxmlformats.org/drawingml/2006/main">
              <a:ext uri="{FF2B5EF4-FFF2-40B4-BE49-F238E27FC236}">
                <a16:creationId xmlns:a16="http://schemas.microsoft.com/office/drawing/2014/main" id="{CCC1F97C-B9BC-4A55-AE03-BB8FE350B02A}"/>
              </a:ext>
            </a:extLst>
          </p:cNvPr>
          <p:cNvSpPr>
            <a:spLocks xmlns:a="http://schemas.openxmlformats.org/drawingml/2006/main" noGrp="1"/>
          </p:cNvSpPr>
          <p:nvPr/>
        </p:nvSpPr>
        <p:spPr>
          <a:xfrm xmlns:a="http://schemas.openxmlformats.org/drawingml/2006/main">
            <a:off x="609600" y="507682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질문 · 위치 안내 · 상세 명세를 연결한다</a:t>
            </a:r>
          </a:p>
        </p:txBody>
      </p:sp>
      <p:sp>
        <p:nvSpPr>
          <p:cNvPr id="24" name="C++ 예: 알고리즘 설명을 묻는 요청이라면 해당 모듈의 명세를 근거로 확인">
            <a:extLst xmlns:a="http://schemas.openxmlformats.org/drawingml/2006/main">
              <a:ext uri="{FF2B5EF4-FFF2-40B4-BE49-F238E27FC236}">
                <a16:creationId xmlns:a16="http://schemas.microsoft.com/office/drawing/2014/main" id="{70C84061-FE5B-4607-B457-EC2D234D86C5}"/>
              </a:ext>
            </a:extLst>
          </p:cNvPr>
          <p:cNvSpPr>
            <a:spLocks xmlns:a="http://schemas.openxmlformats.org/drawingml/2006/main" noGrp="1"/>
          </p:cNvSpPr>
          <p:nvPr/>
        </p:nvSpPr>
        <p:spPr>
          <a:xfrm xmlns:a="http://schemas.openxmlformats.org/drawingml/2006/main">
            <a:off x="609600" y="54959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C++ 예: 알고리즘 설명을 묻는 요청이라면 해당 모듈의 명세를 근거로 확인</a:t>
            </a:r>
          </a:p>
        </p:txBody>
      </p:sp>
      <p:sp>
        <p:nvSpPr>
          <p:cNvPr id="25" name="Legacy module connection">
            <a:extLst xmlns:a="http://schemas.openxmlformats.org/drawingml/2006/main">
              <a:ext uri="{FF2B5EF4-FFF2-40B4-BE49-F238E27FC236}">
                <a16:creationId xmlns:a16="http://schemas.microsoft.com/office/drawing/2014/main" id="{2F3F052A-6E1F-4AD6-A0EF-EED48544391E}"/>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679684794"/>
      </p:ext>
    </p:extLst>
  </p:cSld>
</p:sld>
</file>

<file path=ppt/slides/slide4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2" name="ACT 2 · 파일 이름보다 정보의 배치 기준">
            <a:extLst xmlns:a="http://schemas.openxmlformats.org/drawingml/2006/main">
              <a:ext uri="{FF2B5EF4-FFF2-40B4-BE49-F238E27FC236}">
                <a16:creationId xmlns:a16="http://schemas.microsoft.com/office/drawing/2014/main" id="{42201F29-FDA6-48FA-831C-60846C0EC5E0}"/>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파일 이름보다 정보의 배치 기준</a:t>
            </a:r>
          </a:p>
        </p:txBody>
      </p:sp>
      <p:sp>
        <p:nvSpPr>
          <p:cNvPr id="2" name="S42">
            <a:extLst xmlns:a="http://schemas.openxmlformats.org/drawingml/2006/main">
              <a:ext uri="{FF2B5EF4-FFF2-40B4-BE49-F238E27FC236}">
                <a16:creationId xmlns:a16="http://schemas.microsoft.com/office/drawing/2014/main" id="{9FE56E4E-78A4-414A-8768-A44FC5FBA576}"/>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S42</a:t>
            </a:r>
          </a:p>
        </p:txBody>
      </p:sp>
      <p:sp>
        <p:nvSpPr>
          <p:cNvPr id="3" name="AGENTS.md에는 무엇을 남길까?">
            <a:extLst xmlns:a="http://schemas.openxmlformats.org/drawingml/2006/main">
              <a:ext uri="{FF2B5EF4-FFF2-40B4-BE49-F238E27FC236}">
                <a16:creationId xmlns:a16="http://schemas.microsoft.com/office/drawing/2014/main" id="{9D2E8FF1-F8A2-4F70-ABBA-92FDEA597351}"/>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AGENTS.md에는 무엇을 남길까?</a:t>
            </a:r>
          </a:p>
        </p:txBody>
      </p:sp>
      <p:sp>
        <p:nvSpPr>
          <p:cNvPr id="4" name="">
            <a:extLst xmlns:a="http://schemas.openxmlformats.org/drawingml/2006/main">
              <a:ext uri="{FF2B5EF4-FFF2-40B4-BE49-F238E27FC236}">
                <a16:creationId xmlns:a16="http://schemas.microsoft.com/office/drawing/2014/main" id="{367F5C10-6156-449C-963E-56934644189F}"/>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배치 기준 · 명령·검증 규칙도 Project 안내에 포함될 수 있음">
            <a:extLst xmlns:a="http://schemas.openxmlformats.org/drawingml/2006/main">
              <a:ext uri="{FF2B5EF4-FFF2-40B4-BE49-F238E27FC236}">
                <a16:creationId xmlns:a16="http://schemas.microsoft.com/office/drawing/2014/main" id="{0D409C5E-DEE5-45D7-82A3-B7453F998F7F}"/>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배치 기준 · 명령·검증 규칙도 Project 안내에 포함될 수 있음</a:t>
            </a:r>
          </a:p>
        </p:txBody>
      </p:sp>
      <p:sp>
        <p:nvSpPr>
          <p:cNvPr id="6" name="원칙과 상세의 구분은 유지·참조 설계 · 실제 자동 읽기 결과나 제품의 강제 분류가 아님">
            <a:extLst xmlns:a="http://schemas.openxmlformats.org/drawingml/2006/main">
              <a:ext uri="{FF2B5EF4-FFF2-40B4-BE49-F238E27FC236}">
                <a16:creationId xmlns:a16="http://schemas.microsoft.com/office/drawing/2014/main" id="{77E1847F-9252-42A4-9FF0-A68BDF4B0616}"/>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원칙과 상세의 구분은 유지·참조 설계 · 실제 자동 읽기 결과나 제품의 강제 분류가 아님</a:t>
            </a:r>
          </a:p>
        </p:txBody>
      </p:sp>
      <p:sp>
        <p:nvSpPr>
          <p:cNvPr id="7" name="여러 작업의 출발점인가, 특정 질문의 깊은 근거인가?">
            <a:extLst xmlns:a="http://schemas.openxmlformats.org/drawingml/2006/main">
              <a:ext uri="{FF2B5EF4-FFF2-40B4-BE49-F238E27FC236}">
                <a16:creationId xmlns:a16="http://schemas.microsoft.com/office/drawing/2014/main" id="{B85F0342-2120-4B90-9F2E-5C57D2F3273F}"/>
              </a:ext>
            </a:extLst>
          </p:cNvPr>
          <p:cNvSpPr>
            <a:spLocks xmlns:a="http://schemas.openxmlformats.org/drawingml/2006/main" noGrp="1"/>
          </p:cNvSpPr>
          <p:nvPr/>
        </p:nvSpPr>
        <p:spPr>
          <a:xfrm xmlns:a="http://schemas.openxmlformats.org/drawingml/2006/main">
            <a:off x="609600" y="17526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여러 작업의 출발점인가, 특정 질문의 깊은 근거인가?</a:t>
            </a:r>
          </a:p>
        </p:txBody>
      </p:sp>
      <p:sp>
        <p:nvSpPr>
          <p:cNvPr id="8" name="공통 안내에 남길 것">
            <a:extLst xmlns:a="http://schemas.openxmlformats.org/drawingml/2006/main">
              <a:ext uri="{FF2B5EF4-FFF2-40B4-BE49-F238E27FC236}">
                <a16:creationId xmlns:a16="http://schemas.microsoft.com/office/drawing/2014/main" id="{3A37D8D0-2A8C-48CD-AB50-C039EEC75813}"/>
              </a:ext>
            </a:extLst>
          </p:cNvPr>
          <p:cNvSpPr>
            <a:spLocks xmlns:a="http://schemas.openxmlformats.org/drawingml/2006/main" noGrp="1"/>
          </p:cNvSpPr>
          <p:nvPr/>
        </p:nvSpPr>
        <p:spPr>
          <a:xfrm xmlns:a="http://schemas.openxmlformats.org/drawingml/2006/main">
            <a:off x="609600" y="2381250"/>
            <a:ext cx="516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공통 안내에 남길 것</a:t>
            </a:r>
          </a:p>
        </p:txBody>
      </p:sp>
      <p:sp>
        <p:nvSpPr>
          <p:cNvPr id="9" name="">
            <a:extLst xmlns:a="http://schemas.openxmlformats.org/drawingml/2006/main">
              <a:ext uri="{FF2B5EF4-FFF2-40B4-BE49-F238E27FC236}">
                <a16:creationId xmlns:a16="http://schemas.microsoft.com/office/drawing/2014/main" id="{40E26BDA-6791-408C-9A13-9371823C40DA}"/>
              </a:ext>
            </a:extLst>
          </p:cNvPr>
          <p:cNvSpPr>
            <a:spLocks xmlns:a="http://schemas.openxmlformats.org/drawingml/2006/main" noGrp="1"/>
          </p:cNvSpPr>
          <p:nvPr/>
        </p:nvSpPr>
        <p:spPr>
          <a:xfrm xmlns:a="http://schemas.openxmlformats.org/drawingml/2006/main">
            <a:off x="609600" y="2867025"/>
            <a:ext cx="5162550" cy="2257425"/>
          </a:xfrm>
          <a:prstGeom xmlns:a="http://schemas.openxmlformats.org/drawingml/2006/main" prst="rect">
            <a:avLst/>
          </a:prstGeom>
          <a:solidFill xmlns:a="http://schemas.openxmlformats.org/drawingml/2006/main">
            <a:srgbClr val="E0EFF0"/>
          </a:solidFill>
          <a:ln xmlns:a="http://schemas.openxmlformats.org/drawingml/2006/main" w="14288">
            <a:solidFill>
              <a:srgbClr val="0B6172"/>
            </a:solidFill>
            <a:prstDash val="solid"/>
          </a:ln>
        </p:spPr>
      </p:sp>
      <p:sp>
        <p:nvSpPr>
          <p:cNvPr id="10" name="적용 범위">
            <a:extLst xmlns:a="http://schemas.openxmlformats.org/drawingml/2006/main">
              <a:ext uri="{FF2B5EF4-FFF2-40B4-BE49-F238E27FC236}">
                <a16:creationId xmlns:a16="http://schemas.microsoft.com/office/drawing/2014/main" id="{3F6D6C33-9480-49C3-AD8D-E13E6D98FC4A}"/>
              </a:ext>
            </a:extLst>
          </p:cNvPr>
          <p:cNvSpPr>
            <a:spLocks xmlns:a="http://schemas.openxmlformats.org/drawingml/2006/main" noGrp="1"/>
          </p:cNvSpPr>
          <p:nvPr/>
        </p:nvSpPr>
        <p:spPr>
          <a:xfrm xmlns:a="http://schemas.openxmlformats.org/drawingml/2006/main">
            <a:off x="800100" y="3000375"/>
            <a:ext cx="1066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Malgun Gothic"/>
                <a:ea typeface="Malgun Gothic"/>
                <a:cs typeface="Malgun Gothic"/>
              </a:defRPr>
            </a:defPPr>
            <a:lvl1pPr algn="l">
              <a:defRPr sz="1800" b="1">
                <a:solidFill>
                  <a:srgbClr val="4D5A68"/>
                </a:solidFill>
                <a:latin typeface="Malgun Gothic"/>
                <a:ea typeface="Malgun Gothic"/>
                <a:cs typeface="Malgun Gothic"/>
              </a:defRPr>
            </a:lvl1pPr>
            <a:lvl2pPr algn="l">
              <a:defRPr sz="1800" b="1">
                <a:solidFill>
                  <a:srgbClr val="4D5A68"/>
                </a:solidFill>
                <a:latin typeface="Malgun Gothic"/>
                <a:ea typeface="Malgun Gothic"/>
                <a:cs typeface="Malgun Gothic"/>
              </a:defRPr>
            </a:lvl2pPr>
            <a:lvl3pPr algn="l">
              <a:defRPr sz="1800" b="1">
                <a:solidFill>
                  <a:srgbClr val="4D5A68"/>
                </a:solidFill>
                <a:latin typeface="Malgun Gothic"/>
                <a:ea typeface="Malgun Gothic"/>
                <a:cs typeface="Malgun Gothic"/>
              </a:defRPr>
            </a:lvl3pPr>
            <a:lvl4pPr algn="l">
              <a:defRPr sz="1800" b="1">
                <a:solidFill>
                  <a:srgbClr val="4D5A68"/>
                </a:solidFill>
                <a:latin typeface="Malgun Gothic"/>
                <a:ea typeface="Malgun Gothic"/>
                <a:cs typeface="Malgun Gothic"/>
              </a:defRPr>
            </a:lvl4pPr>
            <a:lvl5pPr algn="l">
              <a:defRPr sz="1800" b="1">
                <a:solidFill>
                  <a:srgbClr val="4D5A68"/>
                </a:solidFill>
                <a:latin typeface="Malgun Gothic"/>
                <a:ea typeface="Malgun Gothic"/>
                <a:cs typeface="Malgun Gothic"/>
              </a:defRPr>
            </a:lvl5pPr>
            <a:lvl6pPr algn="l">
              <a:defRPr sz="1800" b="1">
                <a:solidFill>
                  <a:srgbClr val="4D5A68"/>
                </a:solidFill>
                <a:latin typeface="Malgun Gothic"/>
                <a:ea typeface="Malgun Gothic"/>
                <a:cs typeface="Malgun Gothic"/>
              </a:defRPr>
            </a:lvl6pPr>
            <a:lvl7pPr algn="l">
              <a:defRPr sz="1800" b="1">
                <a:solidFill>
                  <a:srgbClr val="4D5A68"/>
                </a:solidFill>
                <a:latin typeface="Malgun Gothic"/>
                <a:ea typeface="Malgun Gothic"/>
                <a:cs typeface="Malgun Gothic"/>
              </a:defRPr>
            </a:lvl7pPr>
            <a:lvl8pPr algn="l">
              <a:defRPr sz="1800" b="1">
                <a:solidFill>
                  <a:srgbClr val="4D5A68"/>
                </a:solidFill>
                <a:latin typeface="Malgun Gothic"/>
                <a:ea typeface="Malgun Gothic"/>
                <a:cs typeface="Malgun Gothic"/>
              </a:defRPr>
            </a:lvl8pPr>
            <a:lvl9pPr algn="l">
              <a:defRPr sz="1800" b="1">
                <a:solidFill>
                  <a:srgbClr val="4D5A68"/>
                </a:solidFill>
                <a:latin typeface="Malgun Gothic"/>
                <a:ea typeface="Malgun Gothic"/>
                <a:cs typeface="Malgun Gothic"/>
              </a:defRPr>
            </a:lvl9pPr>
          </a:lstStyle>
          <a:p xmlns:a="http://schemas.openxmlformats.org/drawingml/2006/main">
            <a:pPr algn="l">
              <a:defRPr sz="1800" b="1">
                <a:solidFill>
                  <a:srgbClr val="4D5A68"/>
                </a:solidFill>
                <a:latin typeface="Malgun Gothic"/>
                <a:ea typeface="Malgun Gothic"/>
                <a:cs typeface="Malgun Gothic"/>
              </a:defRPr>
            </a:pPr>
            <a:r>
              <a:rPr sz="1800" b="1">
                <a:solidFill>
                  <a:srgbClr val="4D5A68"/>
                </a:solidFill>
                <a:latin typeface="Malgun Gothic"/>
                <a:ea typeface="Malgun Gothic"/>
                <a:cs typeface="Malgun Gothic"/>
              </a:rPr>
              <a:t>적용 범위</a:t>
            </a:r>
          </a:p>
        </p:txBody>
      </p:sp>
      <p:sp>
        <p:nvSpPr>
          <p:cNvPr id="11" name="여러 작업의 기본 방향">
            <a:extLst xmlns:a="http://schemas.openxmlformats.org/drawingml/2006/main">
              <a:ext uri="{FF2B5EF4-FFF2-40B4-BE49-F238E27FC236}">
                <a16:creationId xmlns:a16="http://schemas.microsoft.com/office/drawing/2014/main" id="{00F3603B-48E0-443D-AAFC-BF1590D28E56}"/>
              </a:ext>
            </a:extLst>
          </p:cNvPr>
          <p:cNvSpPr>
            <a:spLocks xmlns:a="http://schemas.openxmlformats.org/drawingml/2006/main" noGrp="1"/>
          </p:cNvSpPr>
          <p:nvPr/>
        </p:nvSpPr>
        <p:spPr>
          <a:xfrm xmlns:a="http://schemas.openxmlformats.org/drawingml/2006/main">
            <a:off x="2038350" y="3000375"/>
            <a:ext cx="3543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여러 작업의 기본 방향</a:t>
            </a:r>
          </a:p>
        </p:txBody>
      </p:sp>
      <p:sp>
        <p:nvSpPr>
          <p:cNvPr id="12" name="">
            <a:extLst xmlns:a="http://schemas.openxmlformats.org/drawingml/2006/main">
              <a:ext uri="{FF2B5EF4-FFF2-40B4-BE49-F238E27FC236}">
                <a16:creationId xmlns:a16="http://schemas.microsoft.com/office/drawing/2014/main" id="{95495D0A-1C9C-4B1D-BD54-E36D558CA05A}"/>
              </a:ext>
            </a:extLst>
          </p:cNvPr>
          <p:cNvSpPr>
            <a:spLocks xmlns:a="http://schemas.openxmlformats.org/drawingml/2006/main" noGrp="1"/>
          </p:cNvSpPr>
          <p:nvPr/>
        </p:nvSpPr>
        <p:spPr>
          <a:xfrm xmlns:a="http://schemas.openxmlformats.org/drawingml/2006/main">
            <a:off x="800100" y="3505200"/>
            <a:ext cx="47815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읽는 시점">
            <a:extLst xmlns:a="http://schemas.openxmlformats.org/drawingml/2006/main">
              <a:ext uri="{FF2B5EF4-FFF2-40B4-BE49-F238E27FC236}">
                <a16:creationId xmlns:a16="http://schemas.microsoft.com/office/drawing/2014/main" id="{3C2D04BB-B31A-4DDB-B038-BABBB60B160E}"/>
              </a:ext>
            </a:extLst>
          </p:cNvPr>
          <p:cNvSpPr>
            <a:spLocks xmlns:a="http://schemas.openxmlformats.org/drawingml/2006/main" noGrp="1"/>
          </p:cNvSpPr>
          <p:nvPr/>
        </p:nvSpPr>
        <p:spPr>
          <a:xfrm xmlns:a="http://schemas.openxmlformats.org/drawingml/2006/main">
            <a:off x="800100" y="3638550"/>
            <a:ext cx="1066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Malgun Gothic"/>
                <a:ea typeface="Malgun Gothic"/>
                <a:cs typeface="Malgun Gothic"/>
              </a:defRPr>
            </a:defPPr>
            <a:lvl1pPr algn="l">
              <a:defRPr sz="1800" b="1">
                <a:solidFill>
                  <a:srgbClr val="4D5A68"/>
                </a:solidFill>
                <a:latin typeface="Malgun Gothic"/>
                <a:ea typeface="Malgun Gothic"/>
                <a:cs typeface="Malgun Gothic"/>
              </a:defRPr>
            </a:lvl1pPr>
            <a:lvl2pPr algn="l">
              <a:defRPr sz="1800" b="1">
                <a:solidFill>
                  <a:srgbClr val="4D5A68"/>
                </a:solidFill>
                <a:latin typeface="Malgun Gothic"/>
                <a:ea typeface="Malgun Gothic"/>
                <a:cs typeface="Malgun Gothic"/>
              </a:defRPr>
            </a:lvl2pPr>
            <a:lvl3pPr algn="l">
              <a:defRPr sz="1800" b="1">
                <a:solidFill>
                  <a:srgbClr val="4D5A68"/>
                </a:solidFill>
                <a:latin typeface="Malgun Gothic"/>
                <a:ea typeface="Malgun Gothic"/>
                <a:cs typeface="Malgun Gothic"/>
              </a:defRPr>
            </a:lvl3pPr>
            <a:lvl4pPr algn="l">
              <a:defRPr sz="1800" b="1">
                <a:solidFill>
                  <a:srgbClr val="4D5A68"/>
                </a:solidFill>
                <a:latin typeface="Malgun Gothic"/>
                <a:ea typeface="Malgun Gothic"/>
                <a:cs typeface="Malgun Gothic"/>
              </a:defRPr>
            </a:lvl4pPr>
            <a:lvl5pPr algn="l">
              <a:defRPr sz="1800" b="1">
                <a:solidFill>
                  <a:srgbClr val="4D5A68"/>
                </a:solidFill>
                <a:latin typeface="Malgun Gothic"/>
                <a:ea typeface="Malgun Gothic"/>
                <a:cs typeface="Malgun Gothic"/>
              </a:defRPr>
            </a:lvl5pPr>
            <a:lvl6pPr algn="l">
              <a:defRPr sz="1800" b="1">
                <a:solidFill>
                  <a:srgbClr val="4D5A68"/>
                </a:solidFill>
                <a:latin typeface="Malgun Gothic"/>
                <a:ea typeface="Malgun Gothic"/>
                <a:cs typeface="Malgun Gothic"/>
              </a:defRPr>
            </a:lvl6pPr>
            <a:lvl7pPr algn="l">
              <a:defRPr sz="1800" b="1">
                <a:solidFill>
                  <a:srgbClr val="4D5A68"/>
                </a:solidFill>
                <a:latin typeface="Malgun Gothic"/>
                <a:ea typeface="Malgun Gothic"/>
                <a:cs typeface="Malgun Gothic"/>
              </a:defRPr>
            </a:lvl7pPr>
            <a:lvl8pPr algn="l">
              <a:defRPr sz="1800" b="1">
                <a:solidFill>
                  <a:srgbClr val="4D5A68"/>
                </a:solidFill>
                <a:latin typeface="Malgun Gothic"/>
                <a:ea typeface="Malgun Gothic"/>
                <a:cs typeface="Malgun Gothic"/>
              </a:defRPr>
            </a:lvl8pPr>
            <a:lvl9pPr algn="l">
              <a:defRPr sz="1800" b="1">
                <a:solidFill>
                  <a:srgbClr val="4D5A68"/>
                </a:solidFill>
                <a:latin typeface="Malgun Gothic"/>
                <a:ea typeface="Malgun Gothic"/>
                <a:cs typeface="Malgun Gothic"/>
              </a:defRPr>
            </a:lvl9pPr>
          </a:lstStyle>
          <a:p xmlns:a="http://schemas.openxmlformats.org/drawingml/2006/main">
            <a:pPr algn="l">
              <a:defRPr sz="1800" b="1">
                <a:solidFill>
                  <a:srgbClr val="4D5A68"/>
                </a:solidFill>
                <a:latin typeface="Malgun Gothic"/>
                <a:ea typeface="Malgun Gothic"/>
                <a:cs typeface="Malgun Gothic"/>
              </a:defRPr>
            </a:pPr>
            <a:r>
              <a:rPr sz="1800" b="1">
                <a:solidFill>
                  <a:srgbClr val="4D5A68"/>
                </a:solidFill>
                <a:latin typeface="Malgun Gothic"/>
                <a:ea typeface="Malgun Gothic"/>
                <a:cs typeface="Malgun Gothic"/>
              </a:rPr>
              <a:t>읽는 시점</a:t>
            </a:r>
          </a:p>
        </p:txBody>
      </p:sp>
      <p:sp>
        <p:nvSpPr>
          <p:cNvPr id="14" name="작업의 시작점">
            <a:extLst xmlns:a="http://schemas.openxmlformats.org/drawingml/2006/main">
              <a:ext uri="{FF2B5EF4-FFF2-40B4-BE49-F238E27FC236}">
                <a16:creationId xmlns:a16="http://schemas.microsoft.com/office/drawing/2014/main" id="{AC574364-CD2B-473D-BBD8-23C8C8455C28}"/>
              </a:ext>
            </a:extLst>
          </p:cNvPr>
          <p:cNvSpPr>
            <a:spLocks xmlns:a="http://schemas.openxmlformats.org/drawingml/2006/main" noGrp="1"/>
          </p:cNvSpPr>
          <p:nvPr/>
        </p:nvSpPr>
        <p:spPr>
          <a:xfrm xmlns:a="http://schemas.openxmlformats.org/drawingml/2006/main">
            <a:off x="2038350" y="3638550"/>
            <a:ext cx="3543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작업의 시작점</a:t>
            </a:r>
          </a:p>
        </p:txBody>
      </p:sp>
      <p:sp>
        <p:nvSpPr>
          <p:cNvPr id="15" name="">
            <a:extLst xmlns:a="http://schemas.openxmlformats.org/drawingml/2006/main">
              <a:ext uri="{FF2B5EF4-FFF2-40B4-BE49-F238E27FC236}">
                <a16:creationId xmlns:a16="http://schemas.microsoft.com/office/drawing/2014/main" id="{4DBB2FA1-2D9E-4CA6-8112-BFE13BBC832A}"/>
              </a:ext>
            </a:extLst>
          </p:cNvPr>
          <p:cNvSpPr>
            <a:spLocks xmlns:a="http://schemas.openxmlformats.org/drawingml/2006/main" noGrp="1"/>
          </p:cNvSpPr>
          <p:nvPr/>
        </p:nvSpPr>
        <p:spPr>
          <a:xfrm xmlns:a="http://schemas.openxmlformats.org/drawingml/2006/main">
            <a:off x="800100" y="4143375"/>
            <a:ext cx="47815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유지할 내용">
            <a:extLst xmlns:a="http://schemas.openxmlformats.org/drawingml/2006/main">
              <a:ext uri="{FF2B5EF4-FFF2-40B4-BE49-F238E27FC236}">
                <a16:creationId xmlns:a16="http://schemas.microsoft.com/office/drawing/2014/main" id="{8025FF9F-DB8C-458C-B05A-A402A04B056C}"/>
              </a:ext>
            </a:extLst>
          </p:cNvPr>
          <p:cNvSpPr>
            <a:spLocks xmlns:a="http://schemas.openxmlformats.org/drawingml/2006/main" noGrp="1"/>
          </p:cNvSpPr>
          <p:nvPr/>
        </p:nvSpPr>
        <p:spPr>
          <a:xfrm xmlns:a="http://schemas.openxmlformats.org/drawingml/2006/main">
            <a:off x="800100" y="4276725"/>
            <a:ext cx="1066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Malgun Gothic"/>
                <a:ea typeface="Malgun Gothic"/>
                <a:cs typeface="Malgun Gothic"/>
              </a:defRPr>
            </a:defPPr>
            <a:lvl1pPr algn="l">
              <a:defRPr sz="1800" b="1">
                <a:solidFill>
                  <a:srgbClr val="4D5A68"/>
                </a:solidFill>
                <a:latin typeface="Malgun Gothic"/>
                <a:ea typeface="Malgun Gothic"/>
                <a:cs typeface="Malgun Gothic"/>
              </a:defRPr>
            </a:lvl1pPr>
            <a:lvl2pPr algn="l">
              <a:defRPr sz="1800" b="1">
                <a:solidFill>
                  <a:srgbClr val="4D5A68"/>
                </a:solidFill>
                <a:latin typeface="Malgun Gothic"/>
                <a:ea typeface="Malgun Gothic"/>
                <a:cs typeface="Malgun Gothic"/>
              </a:defRPr>
            </a:lvl2pPr>
            <a:lvl3pPr algn="l">
              <a:defRPr sz="1800" b="1">
                <a:solidFill>
                  <a:srgbClr val="4D5A68"/>
                </a:solidFill>
                <a:latin typeface="Malgun Gothic"/>
                <a:ea typeface="Malgun Gothic"/>
                <a:cs typeface="Malgun Gothic"/>
              </a:defRPr>
            </a:lvl3pPr>
            <a:lvl4pPr algn="l">
              <a:defRPr sz="1800" b="1">
                <a:solidFill>
                  <a:srgbClr val="4D5A68"/>
                </a:solidFill>
                <a:latin typeface="Malgun Gothic"/>
                <a:ea typeface="Malgun Gothic"/>
                <a:cs typeface="Malgun Gothic"/>
              </a:defRPr>
            </a:lvl4pPr>
            <a:lvl5pPr algn="l">
              <a:defRPr sz="1800" b="1">
                <a:solidFill>
                  <a:srgbClr val="4D5A68"/>
                </a:solidFill>
                <a:latin typeface="Malgun Gothic"/>
                <a:ea typeface="Malgun Gothic"/>
                <a:cs typeface="Malgun Gothic"/>
              </a:defRPr>
            </a:lvl5pPr>
            <a:lvl6pPr algn="l">
              <a:defRPr sz="1800" b="1">
                <a:solidFill>
                  <a:srgbClr val="4D5A68"/>
                </a:solidFill>
                <a:latin typeface="Malgun Gothic"/>
                <a:ea typeface="Malgun Gothic"/>
                <a:cs typeface="Malgun Gothic"/>
              </a:defRPr>
            </a:lvl6pPr>
            <a:lvl7pPr algn="l">
              <a:defRPr sz="1800" b="1">
                <a:solidFill>
                  <a:srgbClr val="4D5A68"/>
                </a:solidFill>
                <a:latin typeface="Malgun Gothic"/>
                <a:ea typeface="Malgun Gothic"/>
                <a:cs typeface="Malgun Gothic"/>
              </a:defRPr>
            </a:lvl7pPr>
            <a:lvl8pPr algn="l">
              <a:defRPr sz="1800" b="1">
                <a:solidFill>
                  <a:srgbClr val="4D5A68"/>
                </a:solidFill>
                <a:latin typeface="Malgun Gothic"/>
                <a:ea typeface="Malgun Gothic"/>
                <a:cs typeface="Malgun Gothic"/>
              </a:defRPr>
            </a:lvl8pPr>
            <a:lvl9pPr algn="l">
              <a:defRPr sz="1800" b="1">
                <a:solidFill>
                  <a:srgbClr val="4D5A68"/>
                </a:solidFill>
                <a:latin typeface="Malgun Gothic"/>
                <a:ea typeface="Malgun Gothic"/>
                <a:cs typeface="Malgun Gothic"/>
              </a:defRPr>
            </a:lvl9pPr>
          </a:lstStyle>
          <a:p xmlns:a="http://schemas.openxmlformats.org/drawingml/2006/main">
            <a:pPr algn="l">
              <a:defRPr sz="1800" b="1">
                <a:solidFill>
                  <a:srgbClr val="4D5A68"/>
                </a:solidFill>
                <a:latin typeface="Malgun Gothic"/>
                <a:ea typeface="Malgun Gothic"/>
                <a:cs typeface="Malgun Gothic"/>
              </a:defRPr>
            </a:pPr>
            <a:r>
              <a:rPr sz="1800" b="1">
                <a:solidFill>
                  <a:srgbClr val="4D5A68"/>
                </a:solidFill>
                <a:latin typeface="Malgun Gothic"/>
                <a:ea typeface="Malgun Gothic"/>
                <a:cs typeface="Malgun Gothic"/>
              </a:rPr>
              <a:t>유지할 내용</a:t>
            </a:r>
          </a:p>
        </p:txBody>
      </p:sp>
      <p:sp>
        <p:nvSpPr>
          <p:cNvPr id="17" name="목적 · 제약 · 검증 진입점&#10;상세 문서의 위치">
            <a:extLst xmlns:a="http://schemas.openxmlformats.org/drawingml/2006/main">
              <a:ext uri="{FF2B5EF4-FFF2-40B4-BE49-F238E27FC236}">
                <a16:creationId xmlns:a16="http://schemas.microsoft.com/office/drawing/2014/main" id="{6CEE3A9D-51B0-45A8-8B85-8ACCACBD0A82}"/>
              </a:ext>
            </a:extLst>
          </p:cNvPr>
          <p:cNvSpPr>
            <a:spLocks xmlns:a="http://schemas.openxmlformats.org/drawingml/2006/main" noGrp="1"/>
          </p:cNvSpPr>
          <p:nvPr/>
        </p:nvSpPr>
        <p:spPr>
          <a:xfrm xmlns:a="http://schemas.openxmlformats.org/drawingml/2006/main">
            <a:off x="2038350" y="4276725"/>
            <a:ext cx="354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목적 · 제약 · 검증 진입점</a:t>
            </a:r>
          </a:p>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상세 문서의 위치</a:t>
            </a:r>
          </a:p>
        </p:txBody>
      </p:sp>
      <p:sp>
        <p:nvSpPr>
          <p:cNvPr id="18" name="관련 상세로 나눌 것">
            <a:extLst xmlns:a="http://schemas.openxmlformats.org/drawingml/2006/main">
              <a:ext uri="{FF2B5EF4-FFF2-40B4-BE49-F238E27FC236}">
                <a16:creationId xmlns:a16="http://schemas.microsoft.com/office/drawing/2014/main" id="{6F882934-292E-4FF8-9574-5C7886F23D70}"/>
              </a:ext>
            </a:extLst>
          </p:cNvPr>
          <p:cNvSpPr>
            <a:spLocks xmlns:a="http://schemas.openxmlformats.org/drawingml/2006/main" noGrp="1"/>
          </p:cNvSpPr>
          <p:nvPr/>
        </p:nvSpPr>
        <p:spPr>
          <a:xfrm xmlns:a="http://schemas.openxmlformats.org/drawingml/2006/main">
            <a:off x="6419850" y="2381250"/>
            <a:ext cx="516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관련 상세로 나눌 것</a:t>
            </a:r>
          </a:p>
        </p:txBody>
      </p:sp>
      <p:sp>
        <p:nvSpPr>
          <p:cNvPr id="19" name="">
            <a:extLst xmlns:a="http://schemas.openxmlformats.org/drawingml/2006/main">
              <a:ext uri="{FF2B5EF4-FFF2-40B4-BE49-F238E27FC236}">
                <a16:creationId xmlns:a16="http://schemas.microsoft.com/office/drawing/2014/main" id="{1F18E9BE-BD80-4635-B832-CFD970544B0D}"/>
              </a:ext>
            </a:extLst>
          </p:cNvPr>
          <p:cNvSpPr>
            <a:spLocks xmlns:a="http://schemas.openxmlformats.org/drawingml/2006/main" noGrp="1"/>
          </p:cNvSpPr>
          <p:nvPr/>
        </p:nvSpPr>
        <p:spPr>
          <a:xfrm xmlns:a="http://schemas.openxmlformats.org/drawingml/2006/main">
            <a:off x="6419850" y="2867025"/>
            <a:ext cx="5162550" cy="2257425"/>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20" name="적용 범위">
            <a:extLst xmlns:a="http://schemas.openxmlformats.org/drawingml/2006/main">
              <a:ext uri="{FF2B5EF4-FFF2-40B4-BE49-F238E27FC236}">
                <a16:creationId xmlns:a16="http://schemas.microsoft.com/office/drawing/2014/main" id="{43353D8D-ED06-4D3F-8C2C-8761F9BCD3E0}"/>
              </a:ext>
            </a:extLst>
          </p:cNvPr>
          <p:cNvSpPr>
            <a:spLocks xmlns:a="http://schemas.openxmlformats.org/drawingml/2006/main" noGrp="1"/>
          </p:cNvSpPr>
          <p:nvPr/>
        </p:nvSpPr>
        <p:spPr>
          <a:xfrm xmlns:a="http://schemas.openxmlformats.org/drawingml/2006/main">
            <a:off x="6610350" y="3000375"/>
            <a:ext cx="1066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Malgun Gothic"/>
                <a:ea typeface="Malgun Gothic"/>
                <a:cs typeface="Malgun Gothic"/>
              </a:defRPr>
            </a:defPPr>
            <a:lvl1pPr algn="l">
              <a:defRPr sz="1800" b="1">
                <a:solidFill>
                  <a:srgbClr val="4D5A68"/>
                </a:solidFill>
                <a:latin typeface="Malgun Gothic"/>
                <a:ea typeface="Malgun Gothic"/>
                <a:cs typeface="Malgun Gothic"/>
              </a:defRPr>
            </a:lvl1pPr>
            <a:lvl2pPr algn="l">
              <a:defRPr sz="1800" b="1">
                <a:solidFill>
                  <a:srgbClr val="4D5A68"/>
                </a:solidFill>
                <a:latin typeface="Malgun Gothic"/>
                <a:ea typeface="Malgun Gothic"/>
                <a:cs typeface="Malgun Gothic"/>
              </a:defRPr>
            </a:lvl2pPr>
            <a:lvl3pPr algn="l">
              <a:defRPr sz="1800" b="1">
                <a:solidFill>
                  <a:srgbClr val="4D5A68"/>
                </a:solidFill>
                <a:latin typeface="Malgun Gothic"/>
                <a:ea typeface="Malgun Gothic"/>
                <a:cs typeface="Malgun Gothic"/>
              </a:defRPr>
            </a:lvl3pPr>
            <a:lvl4pPr algn="l">
              <a:defRPr sz="1800" b="1">
                <a:solidFill>
                  <a:srgbClr val="4D5A68"/>
                </a:solidFill>
                <a:latin typeface="Malgun Gothic"/>
                <a:ea typeface="Malgun Gothic"/>
                <a:cs typeface="Malgun Gothic"/>
              </a:defRPr>
            </a:lvl4pPr>
            <a:lvl5pPr algn="l">
              <a:defRPr sz="1800" b="1">
                <a:solidFill>
                  <a:srgbClr val="4D5A68"/>
                </a:solidFill>
                <a:latin typeface="Malgun Gothic"/>
                <a:ea typeface="Malgun Gothic"/>
                <a:cs typeface="Malgun Gothic"/>
              </a:defRPr>
            </a:lvl5pPr>
            <a:lvl6pPr algn="l">
              <a:defRPr sz="1800" b="1">
                <a:solidFill>
                  <a:srgbClr val="4D5A68"/>
                </a:solidFill>
                <a:latin typeface="Malgun Gothic"/>
                <a:ea typeface="Malgun Gothic"/>
                <a:cs typeface="Malgun Gothic"/>
              </a:defRPr>
            </a:lvl6pPr>
            <a:lvl7pPr algn="l">
              <a:defRPr sz="1800" b="1">
                <a:solidFill>
                  <a:srgbClr val="4D5A68"/>
                </a:solidFill>
                <a:latin typeface="Malgun Gothic"/>
                <a:ea typeface="Malgun Gothic"/>
                <a:cs typeface="Malgun Gothic"/>
              </a:defRPr>
            </a:lvl7pPr>
            <a:lvl8pPr algn="l">
              <a:defRPr sz="1800" b="1">
                <a:solidFill>
                  <a:srgbClr val="4D5A68"/>
                </a:solidFill>
                <a:latin typeface="Malgun Gothic"/>
                <a:ea typeface="Malgun Gothic"/>
                <a:cs typeface="Malgun Gothic"/>
              </a:defRPr>
            </a:lvl8pPr>
            <a:lvl9pPr algn="l">
              <a:defRPr sz="1800" b="1">
                <a:solidFill>
                  <a:srgbClr val="4D5A68"/>
                </a:solidFill>
                <a:latin typeface="Malgun Gothic"/>
                <a:ea typeface="Malgun Gothic"/>
                <a:cs typeface="Malgun Gothic"/>
              </a:defRPr>
            </a:lvl9pPr>
          </a:lstStyle>
          <a:p xmlns:a="http://schemas.openxmlformats.org/drawingml/2006/main">
            <a:pPr algn="l">
              <a:defRPr sz="1800" b="1">
                <a:solidFill>
                  <a:srgbClr val="4D5A68"/>
                </a:solidFill>
                <a:latin typeface="Malgun Gothic"/>
                <a:ea typeface="Malgun Gothic"/>
                <a:cs typeface="Malgun Gothic"/>
              </a:defRPr>
            </a:pPr>
            <a:r>
              <a:rPr sz="1800" b="1">
                <a:solidFill>
                  <a:srgbClr val="4D5A68"/>
                </a:solidFill>
                <a:latin typeface="Malgun Gothic"/>
                <a:ea typeface="Malgun Gothic"/>
                <a:cs typeface="Malgun Gothic"/>
              </a:rPr>
              <a:t>적용 범위</a:t>
            </a:r>
          </a:p>
        </p:txBody>
      </p:sp>
      <p:sp>
        <p:nvSpPr>
          <p:cNvPr id="21" name="특정 질문의 세부 근거">
            <a:extLst xmlns:a="http://schemas.openxmlformats.org/drawingml/2006/main">
              <a:ext uri="{FF2B5EF4-FFF2-40B4-BE49-F238E27FC236}">
                <a16:creationId xmlns:a16="http://schemas.microsoft.com/office/drawing/2014/main" id="{4530572A-D8D5-4FBA-9C0C-888C2172D972}"/>
              </a:ext>
            </a:extLst>
          </p:cNvPr>
          <p:cNvSpPr>
            <a:spLocks xmlns:a="http://schemas.openxmlformats.org/drawingml/2006/main" noGrp="1"/>
          </p:cNvSpPr>
          <p:nvPr/>
        </p:nvSpPr>
        <p:spPr>
          <a:xfrm xmlns:a="http://schemas.openxmlformats.org/drawingml/2006/main">
            <a:off x="7848600" y="3000375"/>
            <a:ext cx="3543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특정 질문의 세부 근거</a:t>
            </a:r>
          </a:p>
        </p:txBody>
      </p:sp>
      <p:sp>
        <p:nvSpPr>
          <p:cNvPr id="22" name="">
            <a:extLst xmlns:a="http://schemas.openxmlformats.org/drawingml/2006/main">
              <a:ext uri="{FF2B5EF4-FFF2-40B4-BE49-F238E27FC236}">
                <a16:creationId xmlns:a16="http://schemas.microsoft.com/office/drawing/2014/main" id="{FB801771-588E-4199-88E2-140054C536FD}"/>
              </a:ext>
            </a:extLst>
          </p:cNvPr>
          <p:cNvSpPr>
            <a:spLocks xmlns:a="http://schemas.openxmlformats.org/drawingml/2006/main" noGrp="1"/>
          </p:cNvSpPr>
          <p:nvPr/>
        </p:nvSpPr>
        <p:spPr>
          <a:xfrm xmlns:a="http://schemas.openxmlformats.org/drawingml/2006/main">
            <a:off x="6610350" y="3505200"/>
            <a:ext cx="47815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3" name="읽는 시점">
            <a:extLst xmlns:a="http://schemas.openxmlformats.org/drawingml/2006/main">
              <a:ext uri="{FF2B5EF4-FFF2-40B4-BE49-F238E27FC236}">
                <a16:creationId xmlns:a16="http://schemas.microsoft.com/office/drawing/2014/main" id="{F98AD6FC-2129-4EE2-B501-0B8D2A116766}"/>
              </a:ext>
            </a:extLst>
          </p:cNvPr>
          <p:cNvSpPr>
            <a:spLocks xmlns:a="http://schemas.openxmlformats.org/drawingml/2006/main" noGrp="1"/>
          </p:cNvSpPr>
          <p:nvPr/>
        </p:nvSpPr>
        <p:spPr>
          <a:xfrm xmlns:a="http://schemas.openxmlformats.org/drawingml/2006/main">
            <a:off x="6610350" y="3638550"/>
            <a:ext cx="1066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Malgun Gothic"/>
                <a:ea typeface="Malgun Gothic"/>
                <a:cs typeface="Malgun Gothic"/>
              </a:defRPr>
            </a:defPPr>
            <a:lvl1pPr algn="l">
              <a:defRPr sz="1800" b="1">
                <a:solidFill>
                  <a:srgbClr val="4D5A68"/>
                </a:solidFill>
                <a:latin typeface="Malgun Gothic"/>
                <a:ea typeface="Malgun Gothic"/>
                <a:cs typeface="Malgun Gothic"/>
              </a:defRPr>
            </a:lvl1pPr>
            <a:lvl2pPr algn="l">
              <a:defRPr sz="1800" b="1">
                <a:solidFill>
                  <a:srgbClr val="4D5A68"/>
                </a:solidFill>
                <a:latin typeface="Malgun Gothic"/>
                <a:ea typeface="Malgun Gothic"/>
                <a:cs typeface="Malgun Gothic"/>
              </a:defRPr>
            </a:lvl2pPr>
            <a:lvl3pPr algn="l">
              <a:defRPr sz="1800" b="1">
                <a:solidFill>
                  <a:srgbClr val="4D5A68"/>
                </a:solidFill>
                <a:latin typeface="Malgun Gothic"/>
                <a:ea typeface="Malgun Gothic"/>
                <a:cs typeface="Malgun Gothic"/>
              </a:defRPr>
            </a:lvl3pPr>
            <a:lvl4pPr algn="l">
              <a:defRPr sz="1800" b="1">
                <a:solidFill>
                  <a:srgbClr val="4D5A68"/>
                </a:solidFill>
                <a:latin typeface="Malgun Gothic"/>
                <a:ea typeface="Malgun Gothic"/>
                <a:cs typeface="Malgun Gothic"/>
              </a:defRPr>
            </a:lvl4pPr>
            <a:lvl5pPr algn="l">
              <a:defRPr sz="1800" b="1">
                <a:solidFill>
                  <a:srgbClr val="4D5A68"/>
                </a:solidFill>
                <a:latin typeface="Malgun Gothic"/>
                <a:ea typeface="Malgun Gothic"/>
                <a:cs typeface="Malgun Gothic"/>
              </a:defRPr>
            </a:lvl5pPr>
            <a:lvl6pPr algn="l">
              <a:defRPr sz="1800" b="1">
                <a:solidFill>
                  <a:srgbClr val="4D5A68"/>
                </a:solidFill>
                <a:latin typeface="Malgun Gothic"/>
                <a:ea typeface="Malgun Gothic"/>
                <a:cs typeface="Malgun Gothic"/>
              </a:defRPr>
            </a:lvl6pPr>
            <a:lvl7pPr algn="l">
              <a:defRPr sz="1800" b="1">
                <a:solidFill>
                  <a:srgbClr val="4D5A68"/>
                </a:solidFill>
                <a:latin typeface="Malgun Gothic"/>
                <a:ea typeface="Malgun Gothic"/>
                <a:cs typeface="Malgun Gothic"/>
              </a:defRPr>
            </a:lvl7pPr>
            <a:lvl8pPr algn="l">
              <a:defRPr sz="1800" b="1">
                <a:solidFill>
                  <a:srgbClr val="4D5A68"/>
                </a:solidFill>
                <a:latin typeface="Malgun Gothic"/>
                <a:ea typeface="Malgun Gothic"/>
                <a:cs typeface="Malgun Gothic"/>
              </a:defRPr>
            </a:lvl8pPr>
            <a:lvl9pPr algn="l">
              <a:defRPr sz="1800" b="1">
                <a:solidFill>
                  <a:srgbClr val="4D5A68"/>
                </a:solidFill>
                <a:latin typeface="Malgun Gothic"/>
                <a:ea typeface="Malgun Gothic"/>
                <a:cs typeface="Malgun Gothic"/>
              </a:defRPr>
            </a:lvl9pPr>
          </a:lstStyle>
          <a:p xmlns:a="http://schemas.openxmlformats.org/drawingml/2006/main">
            <a:pPr algn="l">
              <a:defRPr sz="1800" b="1">
                <a:solidFill>
                  <a:srgbClr val="4D5A68"/>
                </a:solidFill>
                <a:latin typeface="Malgun Gothic"/>
                <a:ea typeface="Malgun Gothic"/>
                <a:cs typeface="Malgun Gothic"/>
              </a:defRPr>
            </a:pPr>
            <a:r>
              <a:rPr sz="1800" b="1">
                <a:solidFill>
                  <a:srgbClr val="4D5A68"/>
                </a:solidFill>
                <a:latin typeface="Malgun Gothic"/>
                <a:ea typeface="Malgun Gothic"/>
                <a:cs typeface="Malgun Gothic"/>
              </a:rPr>
              <a:t>읽는 시점</a:t>
            </a:r>
          </a:p>
        </p:txBody>
      </p:sp>
      <p:sp>
        <p:nvSpPr>
          <p:cNvPr id="24" name="해당 작업에 필요할 때">
            <a:extLst xmlns:a="http://schemas.openxmlformats.org/drawingml/2006/main">
              <a:ext uri="{FF2B5EF4-FFF2-40B4-BE49-F238E27FC236}">
                <a16:creationId xmlns:a16="http://schemas.microsoft.com/office/drawing/2014/main" id="{409B774B-54DB-4AE4-9F04-CC3CDABCB712}"/>
              </a:ext>
            </a:extLst>
          </p:cNvPr>
          <p:cNvSpPr>
            <a:spLocks xmlns:a="http://schemas.openxmlformats.org/drawingml/2006/main" noGrp="1"/>
          </p:cNvSpPr>
          <p:nvPr/>
        </p:nvSpPr>
        <p:spPr>
          <a:xfrm xmlns:a="http://schemas.openxmlformats.org/drawingml/2006/main">
            <a:off x="7848600" y="3638550"/>
            <a:ext cx="3543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해당 작업에 필요할 때</a:t>
            </a:r>
          </a:p>
        </p:txBody>
      </p:sp>
      <p:sp>
        <p:nvSpPr>
          <p:cNvPr id="25" name="">
            <a:extLst xmlns:a="http://schemas.openxmlformats.org/drawingml/2006/main">
              <a:ext uri="{FF2B5EF4-FFF2-40B4-BE49-F238E27FC236}">
                <a16:creationId xmlns:a16="http://schemas.microsoft.com/office/drawing/2014/main" id="{D3708EF5-C1A7-42A9-9018-2B3822367EE9}"/>
              </a:ext>
            </a:extLst>
          </p:cNvPr>
          <p:cNvSpPr>
            <a:spLocks xmlns:a="http://schemas.openxmlformats.org/drawingml/2006/main" noGrp="1"/>
          </p:cNvSpPr>
          <p:nvPr/>
        </p:nvSpPr>
        <p:spPr>
          <a:xfrm xmlns:a="http://schemas.openxmlformats.org/drawingml/2006/main">
            <a:off x="6610350" y="4143375"/>
            <a:ext cx="47815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6" name="유지할 내용">
            <a:extLst xmlns:a="http://schemas.openxmlformats.org/drawingml/2006/main">
              <a:ext uri="{FF2B5EF4-FFF2-40B4-BE49-F238E27FC236}">
                <a16:creationId xmlns:a16="http://schemas.microsoft.com/office/drawing/2014/main" id="{10FAC547-A2DF-4BFD-B49C-4D99ACEA8035}"/>
              </a:ext>
            </a:extLst>
          </p:cNvPr>
          <p:cNvSpPr>
            <a:spLocks xmlns:a="http://schemas.openxmlformats.org/drawingml/2006/main" noGrp="1"/>
          </p:cNvSpPr>
          <p:nvPr/>
        </p:nvSpPr>
        <p:spPr>
          <a:xfrm xmlns:a="http://schemas.openxmlformats.org/drawingml/2006/main">
            <a:off x="6610350" y="4276725"/>
            <a:ext cx="1066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Malgun Gothic"/>
                <a:ea typeface="Malgun Gothic"/>
                <a:cs typeface="Malgun Gothic"/>
              </a:defRPr>
            </a:defPPr>
            <a:lvl1pPr algn="l">
              <a:defRPr sz="1800" b="1">
                <a:solidFill>
                  <a:srgbClr val="4D5A68"/>
                </a:solidFill>
                <a:latin typeface="Malgun Gothic"/>
                <a:ea typeface="Malgun Gothic"/>
                <a:cs typeface="Malgun Gothic"/>
              </a:defRPr>
            </a:lvl1pPr>
            <a:lvl2pPr algn="l">
              <a:defRPr sz="1800" b="1">
                <a:solidFill>
                  <a:srgbClr val="4D5A68"/>
                </a:solidFill>
                <a:latin typeface="Malgun Gothic"/>
                <a:ea typeface="Malgun Gothic"/>
                <a:cs typeface="Malgun Gothic"/>
              </a:defRPr>
            </a:lvl2pPr>
            <a:lvl3pPr algn="l">
              <a:defRPr sz="1800" b="1">
                <a:solidFill>
                  <a:srgbClr val="4D5A68"/>
                </a:solidFill>
                <a:latin typeface="Malgun Gothic"/>
                <a:ea typeface="Malgun Gothic"/>
                <a:cs typeface="Malgun Gothic"/>
              </a:defRPr>
            </a:lvl3pPr>
            <a:lvl4pPr algn="l">
              <a:defRPr sz="1800" b="1">
                <a:solidFill>
                  <a:srgbClr val="4D5A68"/>
                </a:solidFill>
                <a:latin typeface="Malgun Gothic"/>
                <a:ea typeface="Malgun Gothic"/>
                <a:cs typeface="Malgun Gothic"/>
              </a:defRPr>
            </a:lvl4pPr>
            <a:lvl5pPr algn="l">
              <a:defRPr sz="1800" b="1">
                <a:solidFill>
                  <a:srgbClr val="4D5A68"/>
                </a:solidFill>
                <a:latin typeface="Malgun Gothic"/>
                <a:ea typeface="Malgun Gothic"/>
                <a:cs typeface="Malgun Gothic"/>
              </a:defRPr>
            </a:lvl5pPr>
            <a:lvl6pPr algn="l">
              <a:defRPr sz="1800" b="1">
                <a:solidFill>
                  <a:srgbClr val="4D5A68"/>
                </a:solidFill>
                <a:latin typeface="Malgun Gothic"/>
                <a:ea typeface="Malgun Gothic"/>
                <a:cs typeface="Malgun Gothic"/>
              </a:defRPr>
            </a:lvl6pPr>
            <a:lvl7pPr algn="l">
              <a:defRPr sz="1800" b="1">
                <a:solidFill>
                  <a:srgbClr val="4D5A68"/>
                </a:solidFill>
                <a:latin typeface="Malgun Gothic"/>
                <a:ea typeface="Malgun Gothic"/>
                <a:cs typeface="Malgun Gothic"/>
              </a:defRPr>
            </a:lvl7pPr>
            <a:lvl8pPr algn="l">
              <a:defRPr sz="1800" b="1">
                <a:solidFill>
                  <a:srgbClr val="4D5A68"/>
                </a:solidFill>
                <a:latin typeface="Malgun Gothic"/>
                <a:ea typeface="Malgun Gothic"/>
                <a:cs typeface="Malgun Gothic"/>
              </a:defRPr>
            </a:lvl8pPr>
            <a:lvl9pPr algn="l">
              <a:defRPr sz="1800" b="1">
                <a:solidFill>
                  <a:srgbClr val="4D5A68"/>
                </a:solidFill>
                <a:latin typeface="Malgun Gothic"/>
                <a:ea typeface="Malgun Gothic"/>
                <a:cs typeface="Malgun Gothic"/>
              </a:defRPr>
            </a:lvl9pPr>
          </a:lstStyle>
          <a:p xmlns:a="http://schemas.openxmlformats.org/drawingml/2006/main">
            <a:pPr algn="l">
              <a:defRPr sz="1800" b="1">
                <a:solidFill>
                  <a:srgbClr val="4D5A68"/>
                </a:solidFill>
                <a:latin typeface="Malgun Gothic"/>
                <a:ea typeface="Malgun Gothic"/>
                <a:cs typeface="Malgun Gothic"/>
              </a:defRPr>
            </a:pPr>
            <a:r>
              <a:rPr sz="1800" b="1">
                <a:solidFill>
                  <a:srgbClr val="4D5A68"/>
                </a:solidFill>
                <a:latin typeface="Malgun Gothic"/>
                <a:ea typeface="Malgun Gothic"/>
                <a:cs typeface="Malgun Gothic"/>
              </a:rPr>
              <a:t>유지할 내용</a:t>
            </a:r>
          </a:p>
        </p:txBody>
      </p:sp>
      <p:sp>
        <p:nvSpPr>
          <p:cNvPr id="27" name="깊은 동작 명세 · 모듈 구조&#10;테스트 구성 · 장비 조건">
            <a:extLst xmlns:a="http://schemas.openxmlformats.org/drawingml/2006/main">
              <a:ext uri="{FF2B5EF4-FFF2-40B4-BE49-F238E27FC236}">
                <a16:creationId xmlns:a16="http://schemas.microsoft.com/office/drawing/2014/main" id="{5ACE6DDB-8ABB-47FB-9C2A-3B37F808235C}"/>
              </a:ext>
            </a:extLst>
          </p:cNvPr>
          <p:cNvSpPr>
            <a:spLocks xmlns:a="http://schemas.openxmlformats.org/drawingml/2006/main" noGrp="1"/>
          </p:cNvSpPr>
          <p:nvPr/>
        </p:nvSpPr>
        <p:spPr>
          <a:xfrm xmlns:a="http://schemas.openxmlformats.org/drawingml/2006/main">
            <a:off x="7848600" y="4276725"/>
            <a:ext cx="3543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깊은 동작 명세 · 모듈 구조</a:t>
            </a:r>
          </a:p>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테스트 구성 · 장비 조건</a:t>
            </a:r>
          </a:p>
        </p:txBody>
      </p:sp>
      <p:sp>
        <p:nvSpPr>
          <p:cNvPr id="28" name="C++에 적용하면">
            <a:extLst xmlns:a="http://schemas.openxmlformats.org/drawingml/2006/main">
              <a:ext uri="{FF2B5EF4-FFF2-40B4-BE49-F238E27FC236}">
                <a16:creationId xmlns:a16="http://schemas.microsoft.com/office/drawing/2014/main" id="{B6C1AFE8-446A-405B-AE4F-B2428C95ED6A}"/>
              </a:ext>
            </a:extLst>
          </p:cNvPr>
          <p:cNvSpPr>
            <a:spLocks xmlns:a="http://schemas.openxmlformats.org/drawingml/2006/main" noGrp="1"/>
          </p:cNvSpPr>
          <p:nvPr/>
        </p:nvSpPr>
        <p:spPr>
          <a:xfrm xmlns:a="http://schemas.openxmlformats.org/drawingml/2006/main">
            <a:off x="609600" y="53530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C++에 적용하면</a:t>
            </a:r>
          </a:p>
        </p:txBody>
      </p:sp>
      <p:sp>
        <p:nvSpPr>
          <p:cNvPr id="29" name="공통 빌드·검증 진입점">
            <a:extLst xmlns:a="http://schemas.openxmlformats.org/drawingml/2006/main">
              <a:ext uri="{FF2B5EF4-FFF2-40B4-BE49-F238E27FC236}">
                <a16:creationId xmlns:a16="http://schemas.microsoft.com/office/drawing/2014/main" id="{70D75367-8062-4C5A-A9D6-1B7250D2ADF6}"/>
              </a:ext>
            </a:extLst>
          </p:cNvPr>
          <p:cNvSpPr>
            <a:spLocks xmlns:a="http://schemas.openxmlformats.org/drawingml/2006/main" noGrp="1"/>
          </p:cNvSpPr>
          <p:nvPr/>
        </p:nvSpPr>
        <p:spPr>
          <a:xfrm xmlns:a="http://schemas.openxmlformats.org/drawingml/2006/main">
            <a:off x="3162300" y="53530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공통 빌드·검증 진입점</a:t>
            </a:r>
          </a:p>
        </p:txBody>
      </p:sp>
      <p:sp>
        <p:nvSpPr>
          <p:cNvPr id="30" name="장비별 하드웨어 조건">
            <a:extLst xmlns:a="http://schemas.openxmlformats.org/drawingml/2006/main">
              <a:ext uri="{FF2B5EF4-FFF2-40B4-BE49-F238E27FC236}">
                <a16:creationId xmlns:a16="http://schemas.microsoft.com/office/drawing/2014/main" id="{1236E298-1602-47CD-89B6-9E9A21AB094B}"/>
              </a:ext>
            </a:extLst>
          </p:cNvPr>
          <p:cNvSpPr>
            <a:spLocks xmlns:a="http://schemas.openxmlformats.org/drawingml/2006/main" noGrp="1"/>
          </p:cNvSpPr>
          <p:nvPr/>
        </p:nvSpPr>
        <p:spPr>
          <a:xfrm xmlns:a="http://schemas.openxmlformats.org/drawingml/2006/main">
            <a:off x="7867650" y="53530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장비별 하드웨어 조건</a:t>
            </a:r>
          </a:p>
        </p:txBody>
      </p:sp>
      <p:sp>
        <p:nvSpPr>
          <p:cNvPr id="31" name="Legacy module connection">
            <a:extLst xmlns:a="http://schemas.openxmlformats.org/drawingml/2006/main">
              <a:ext uri="{FF2B5EF4-FFF2-40B4-BE49-F238E27FC236}">
                <a16:creationId xmlns:a16="http://schemas.microsoft.com/office/drawing/2014/main" id="{42FD591C-1BAD-4AEC-9561-1B899473A96F}"/>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43923489"/>
      </p:ext>
    </p:extLst>
  </p:cSld>
</p:sld>
</file>

<file path=ppt/slides/slide4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2" name="ACT 2 · 문서 재구성의 실제 전후">
            <a:extLst xmlns:a="http://schemas.openxmlformats.org/drawingml/2006/main">
              <a:ext uri="{FF2B5EF4-FFF2-40B4-BE49-F238E27FC236}">
                <a16:creationId xmlns:a16="http://schemas.microsoft.com/office/drawing/2014/main" id="{DB279B16-21C7-4DE2-821E-E388FE000FBF}"/>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문서 재구성의 실제 전후</a:t>
            </a:r>
          </a:p>
        </p:txBody>
      </p:sp>
      <p:sp>
        <p:nvSpPr>
          <p:cNvPr id="2" name="S43">
            <a:extLst xmlns:a="http://schemas.openxmlformats.org/drawingml/2006/main">
              <a:ext uri="{FF2B5EF4-FFF2-40B4-BE49-F238E27FC236}">
                <a16:creationId xmlns:a16="http://schemas.microsoft.com/office/drawing/2014/main" id="{1BB9922C-B5A2-44E1-864C-E9580547EE9A}"/>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S43</a:t>
            </a:r>
          </a:p>
        </p:txBody>
      </p:sp>
      <p:sp>
        <p:nvSpPr>
          <p:cNvPr id="3" name="정보를 지우지 않고 위치를 나누기">
            <a:extLst xmlns:a="http://schemas.openxmlformats.org/drawingml/2006/main">
              <a:ext uri="{FF2B5EF4-FFF2-40B4-BE49-F238E27FC236}">
                <a16:creationId xmlns:a16="http://schemas.microsoft.com/office/drawing/2014/main" id="{E12E47D2-D231-4ACB-B830-0DF29BDEC37D}"/>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정보를 지우지 않고 위치를 나누기</a:t>
            </a:r>
          </a:p>
        </p:txBody>
      </p:sp>
      <p:sp>
        <p:nvSpPr>
          <p:cNvPr id="4" name="">
            <a:extLst xmlns:a="http://schemas.openxmlformats.org/drawingml/2006/main">
              <a:ext uri="{FF2B5EF4-FFF2-40B4-BE49-F238E27FC236}">
                <a16:creationId xmlns:a16="http://schemas.microsoft.com/office/drawing/2014/main" id="{83DC704E-D1B9-459E-B46C-93BC535261F8}"/>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STATE-02 → STATE-03 · 실제 문서 재구성의 요약 · 원본 실행 화면 아님">
            <a:extLst xmlns:a="http://schemas.openxmlformats.org/drawingml/2006/main">
              <a:ext uri="{FF2B5EF4-FFF2-40B4-BE49-F238E27FC236}">
                <a16:creationId xmlns:a16="http://schemas.microsoft.com/office/drawing/2014/main" id="{522BCBCE-1329-4ED3-B670-236C11FE2F33}"/>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STATE-02 → STATE-03 · 실제 문서 재구성의 요약 · 원본 실행 화면 아님</a:t>
            </a:r>
          </a:p>
        </p:txBody>
      </p:sp>
      <p:sp>
        <p:nvSpPr>
          <p:cNvPr id="6" name="핵심 정보 보존·재서술/상세화 포함 · 자동 탐색·성능·토큰 효과는 미검증">
            <a:extLst xmlns:a="http://schemas.openxmlformats.org/drawingml/2006/main">
              <a:ext uri="{FF2B5EF4-FFF2-40B4-BE49-F238E27FC236}">
                <a16:creationId xmlns:a16="http://schemas.microsoft.com/office/drawing/2014/main" id="{60E5F1F1-3B2E-42E7-BB4B-99B70489D3C6}"/>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핵심 정보 보존·재서술/상세화 포함 · 자동 탐색·성능·토큰 효과는 미검증</a:t>
            </a:r>
          </a:p>
        </p:txBody>
      </p:sp>
      <p:sp>
        <p:nvSpPr>
          <p:cNvPr id="7" name="정리 기준을 실제 파일 구조에 적용했다">
            <a:extLst xmlns:a="http://schemas.openxmlformats.org/drawingml/2006/main">
              <a:ext uri="{FF2B5EF4-FFF2-40B4-BE49-F238E27FC236}">
                <a16:creationId xmlns:a16="http://schemas.microsoft.com/office/drawing/2014/main" id="{CCF5B832-2D43-4D49-A1D3-FF4F879C0DE5}"/>
              </a:ext>
            </a:extLst>
          </p:cNvPr>
          <p:cNvSpPr>
            <a:spLocks xmlns:a="http://schemas.openxmlformats.org/drawingml/2006/main" noGrp="1"/>
          </p:cNvSpPr>
          <p:nvPr/>
        </p:nvSpPr>
        <p:spPr>
          <a:xfrm xmlns:a="http://schemas.openxmlformats.org/drawingml/2006/main">
            <a:off x="609600" y="17526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정리 기준을 실제 파일 구조에 적용했다</a:t>
            </a:r>
          </a:p>
        </p:txBody>
      </p:sp>
      <p:sp>
        <p:nvSpPr>
          <p:cNvPr id="8" name="분리 전 · 한 문서에 함께">
            <a:extLst xmlns:a="http://schemas.openxmlformats.org/drawingml/2006/main">
              <a:ext uri="{FF2B5EF4-FFF2-40B4-BE49-F238E27FC236}">
                <a16:creationId xmlns:a16="http://schemas.microsoft.com/office/drawing/2014/main" id="{9FFD8EC5-2F99-4E28-8087-764B5EDD4031}"/>
              </a:ext>
            </a:extLst>
          </p:cNvPr>
          <p:cNvSpPr>
            <a:spLocks xmlns:a="http://schemas.openxmlformats.org/drawingml/2006/main" noGrp="1"/>
          </p:cNvSpPr>
          <p:nvPr/>
        </p:nvSpPr>
        <p:spPr>
          <a:xfrm xmlns:a="http://schemas.openxmlformats.org/drawingml/2006/main">
            <a:off x="609600" y="2324100"/>
            <a:ext cx="432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분리 전 · 한 문서에 함께</a:t>
            </a:r>
          </a:p>
        </p:txBody>
      </p:sp>
      <p:sp>
        <p:nvSpPr>
          <p:cNvPr id="9" name="분리 후 · 주제별로 배치">
            <a:extLst xmlns:a="http://schemas.openxmlformats.org/drawingml/2006/main">
              <a:ext uri="{FF2B5EF4-FFF2-40B4-BE49-F238E27FC236}">
                <a16:creationId xmlns:a16="http://schemas.microsoft.com/office/drawing/2014/main" id="{94E6FBEA-BD0D-4A39-86ED-1E6CFB01637B}"/>
              </a:ext>
            </a:extLst>
          </p:cNvPr>
          <p:cNvSpPr>
            <a:spLocks xmlns:a="http://schemas.openxmlformats.org/drawingml/2006/main" noGrp="1"/>
          </p:cNvSpPr>
          <p:nvPr/>
        </p:nvSpPr>
        <p:spPr>
          <a:xfrm xmlns:a="http://schemas.openxmlformats.org/drawingml/2006/main">
            <a:off x="6896100" y="2324100"/>
            <a:ext cx="4686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분리 후 · 주제별로 배치</a:t>
            </a:r>
          </a:p>
        </p:txBody>
      </p:sp>
      <p:sp>
        <p:nvSpPr>
          <p:cNvPr id="10" name="">
            <a:extLst xmlns:a="http://schemas.openxmlformats.org/drawingml/2006/main">
              <a:ext uri="{FF2B5EF4-FFF2-40B4-BE49-F238E27FC236}">
                <a16:creationId xmlns:a16="http://schemas.microsoft.com/office/drawing/2014/main" id="{56F84DCB-3544-487F-8DFA-CBAD3F120F12}"/>
              </a:ext>
            </a:extLst>
          </p:cNvPr>
          <p:cNvSpPr>
            <a:spLocks xmlns:a="http://schemas.openxmlformats.org/drawingml/2006/main" noGrp="1"/>
          </p:cNvSpPr>
          <p:nvPr/>
        </p:nvSpPr>
        <p:spPr>
          <a:xfrm xmlns:a="http://schemas.openxmlformats.org/drawingml/2006/main">
            <a:off x="609600" y="2724150"/>
            <a:ext cx="4324350" cy="240030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11" name="AGENTS.md">
            <a:extLst xmlns:a="http://schemas.openxmlformats.org/drawingml/2006/main">
              <a:ext uri="{FF2B5EF4-FFF2-40B4-BE49-F238E27FC236}">
                <a16:creationId xmlns:a16="http://schemas.microsoft.com/office/drawing/2014/main" id="{62E0C520-EEFE-4D59-B2AE-F74306402E4F}"/>
              </a:ext>
            </a:extLst>
          </p:cNvPr>
          <p:cNvSpPr>
            <a:spLocks xmlns:a="http://schemas.openxmlformats.org/drawingml/2006/main" noGrp="1"/>
          </p:cNvSpPr>
          <p:nvPr/>
        </p:nvSpPr>
        <p:spPr>
          <a:xfrm xmlns:a="http://schemas.openxmlformats.org/drawingml/2006/main">
            <a:off x="838200" y="2857500"/>
            <a:ext cx="3867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Consolas"/>
                <a:ea typeface="Consolas"/>
                <a:cs typeface="Consolas"/>
              </a:defRPr>
            </a:defPPr>
            <a:lvl1pPr algn="l">
              <a:defRPr sz="2175" b="1">
                <a:solidFill>
                  <a:srgbClr val="17212B"/>
                </a:solidFill>
                <a:latin typeface="Consolas"/>
                <a:ea typeface="Consolas"/>
                <a:cs typeface="Consolas"/>
              </a:defRPr>
            </a:lvl1pPr>
            <a:lvl2pPr algn="l">
              <a:defRPr sz="2175" b="1">
                <a:solidFill>
                  <a:srgbClr val="17212B"/>
                </a:solidFill>
                <a:latin typeface="Consolas"/>
                <a:ea typeface="Consolas"/>
                <a:cs typeface="Consolas"/>
              </a:defRPr>
            </a:lvl2pPr>
            <a:lvl3pPr algn="l">
              <a:defRPr sz="2175" b="1">
                <a:solidFill>
                  <a:srgbClr val="17212B"/>
                </a:solidFill>
                <a:latin typeface="Consolas"/>
                <a:ea typeface="Consolas"/>
                <a:cs typeface="Consolas"/>
              </a:defRPr>
            </a:lvl3pPr>
            <a:lvl4pPr algn="l">
              <a:defRPr sz="2175" b="1">
                <a:solidFill>
                  <a:srgbClr val="17212B"/>
                </a:solidFill>
                <a:latin typeface="Consolas"/>
                <a:ea typeface="Consolas"/>
                <a:cs typeface="Consolas"/>
              </a:defRPr>
            </a:lvl4pPr>
            <a:lvl5pPr algn="l">
              <a:defRPr sz="2175" b="1">
                <a:solidFill>
                  <a:srgbClr val="17212B"/>
                </a:solidFill>
                <a:latin typeface="Consolas"/>
                <a:ea typeface="Consolas"/>
                <a:cs typeface="Consolas"/>
              </a:defRPr>
            </a:lvl5pPr>
            <a:lvl6pPr algn="l">
              <a:defRPr sz="2175" b="1">
                <a:solidFill>
                  <a:srgbClr val="17212B"/>
                </a:solidFill>
                <a:latin typeface="Consolas"/>
                <a:ea typeface="Consolas"/>
                <a:cs typeface="Consolas"/>
              </a:defRPr>
            </a:lvl6pPr>
            <a:lvl7pPr algn="l">
              <a:defRPr sz="2175" b="1">
                <a:solidFill>
                  <a:srgbClr val="17212B"/>
                </a:solidFill>
                <a:latin typeface="Consolas"/>
                <a:ea typeface="Consolas"/>
                <a:cs typeface="Consolas"/>
              </a:defRPr>
            </a:lvl7pPr>
            <a:lvl8pPr algn="l">
              <a:defRPr sz="2175" b="1">
                <a:solidFill>
                  <a:srgbClr val="17212B"/>
                </a:solidFill>
                <a:latin typeface="Consolas"/>
                <a:ea typeface="Consolas"/>
                <a:cs typeface="Consolas"/>
              </a:defRPr>
            </a:lvl8pPr>
            <a:lvl9pPr algn="l">
              <a:defRPr sz="2175" b="1">
                <a:solidFill>
                  <a:srgbClr val="17212B"/>
                </a:solidFill>
                <a:latin typeface="Consolas"/>
                <a:ea typeface="Consolas"/>
                <a:cs typeface="Consolas"/>
              </a:defRPr>
            </a:lvl9pPr>
          </a:lstStyle>
          <a:p xmlns:a="http://schemas.openxmlformats.org/drawingml/2006/main">
            <a:pPr algn="l">
              <a:defRPr sz="2175" b="1">
                <a:solidFill>
                  <a:srgbClr val="17212B"/>
                </a:solidFill>
                <a:latin typeface="Consolas"/>
                <a:ea typeface="Consolas"/>
                <a:cs typeface="Consolas"/>
              </a:defRPr>
            </a:pPr>
            <a:r>
              <a:rPr sz="2175" b="1">
                <a:solidFill>
                  <a:srgbClr val="17212B"/>
                </a:solidFill>
                <a:latin typeface="Consolas"/>
                <a:ea typeface="Consolas"/>
                <a:cs typeface="Consolas"/>
              </a:rPr>
              <a:t>AGENTS.md</a:t>
            </a:r>
          </a:p>
        </p:txBody>
      </p:sp>
      <p:sp>
        <p:nvSpPr>
          <p:cNvPr id="12" name="">
            <a:extLst xmlns:a="http://schemas.openxmlformats.org/drawingml/2006/main">
              <a:ext uri="{FF2B5EF4-FFF2-40B4-BE49-F238E27FC236}">
                <a16:creationId xmlns:a16="http://schemas.microsoft.com/office/drawing/2014/main" id="{B693907F-642E-4AE3-8806-4B697DA576C3}"/>
              </a:ext>
            </a:extLst>
          </p:cNvPr>
          <p:cNvSpPr>
            <a:spLocks xmlns:a="http://schemas.openxmlformats.org/drawingml/2006/main" noGrp="1"/>
          </p:cNvSpPr>
          <p:nvPr/>
        </p:nvSpPr>
        <p:spPr>
          <a:xfrm xmlns:a="http://schemas.openxmlformats.org/drawingml/2006/main">
            <a:off x="800100" y="3352800"/>
            <a:ext cx="3943350" cy="3810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3" name="기본 안내 · 목적/제약/검증">
            <a:extLst xmlns:a="http://schemas.openxmlformats.org/drawingml/2006/main">
              <a:ext uri="{FF2B5EF4-FFF2-40B4-BE49-F238E27FC236}">
                <a16:creationId xmlns:a16="http://schemas.microsoft.com/office/drawing/2014/main" id="{B5EAC58D-0E34-4B76-8490-3CF8A8436132}"/>
              </a:ext>
            </a:extLst>
          </p:cNvPr>
          <p:cNvSpPr>
            <a:spLocks xmlns:a="http://schemas.openxmlformats.org/drawingml/2006/main" noGrp="1"/>
          </p:cNvSpPr>
          <p:nvPr/>
        </p:nvSpPr>
        <p:spPr>
          <a:xfrm xmlns:a="http://schemas.openxmlformats.org/drawingml/2006/main">
            <a:off x="914400" y="337185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기본 안내 · 목적/제약/검증</a:t>
            </a:r>
          </a:p>
        </p:txBody>
      </p:sp>
      <p:sp>
        <p:nvSpPr>
          <p:cNvPr id="14" name="">
            <a:extLst xmlns:a="http://schemas.openxmlformats.org/drawingml/2006/main">
              <a:ext uri="{FF2B5EF4-FFF2-40B4-BE49-F238E27FC236}">
                <a16:creationId xmlns:a16="http://schemas.microsoft.com/office/drawing/2014/main" id="{20D777DB-2556-4FDD-BAC9-5E4465254599}"/>
              </a:ext>
            </a:extLst>
          </p:cNvPr>
          <p:cNvSpPr>
            <a:spLocks xmlns:a="http://schemas.openxmlformats.org/drawingml/2006/main" noGrp="1"/>
          </p:cNvSpPr>
          <p:nvPr/>
        </p:nvSpPr>
        <p:spPr>
          <a:xfrm xmlns:a="http://schemas.openxmlformats.org/drawingml/2006/main">
            <a:off x="6896100" y="2724150"/>
            <a:ext cx="4686300" cy="971550"/>
          </a:xfrm>
          <a:prstGeom xmlns:a="http://schemas.openxmlformats.org/drawingml/2006/main" prst="rect">
            <a:avLst/>
          </a:prstGeom>
          <a:solidFill xmlns:a="http://schemas.openxmlformats.org/drawingml/2006/main">
            <a:srgbClr val="E0EFF0"/>
          </a:solidFill>
          <a:ln xmlns:a="http://schemas.openxmlformats.org/drawingml/2006/main" w="14288">
            <a:solidFill>
              <a:srgbClr val="0B6172"/>
            </a:solidFill>
            <a:prstDash val="solid"/>
          </a:ln>
        </p:spPr>
      </p:sp>
      <p:sp>
        <p:nvSpPr>
          <p:cNvPr id="15" name="AGENTS.md">
            <a:extLst xmlns:a="http://schemas.openxmlformats.org/drawingml/2006/main">
              <a:ext uri="{FF2B5EF4-FFF2-40B4-BE49-F238E27FC236}">
                <a16:creationId xmlns:a16="http://schemas.microsoft.com/office/drawing/2014/main" id="{B591B7BF-412D-49F7-9752-5F63EAEC09C3}"/>
              </a:ext>
            </a:extLst>
          </p:cNvPr>
          <p:cNvSpPr>
            <a:spLocks xmlns:a="http://schemas.openxmlformats.org/drawingml/2006/main" noGrp="1"/>
          </p:cNvSpPr>
          <p:nvPr/>
        </p:nvSpPr>
        <p:spPr>
          <a:xfrm xmlns:a="http://schemas.openxmlformats.org/drawingml/2006/main">
            <a:off x="7124700" y="2857500"/>
            <a:ext cx="4229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Consolas"/>
                <a:ea typeface="Consolas"/>
                <a:cs typeface="Consolas"/>
              </a:defRPr>
            </a:defPPr>
            <a:lvl1pPr algn="l">
              <a:defRPr sz="2175" b="1">
                <a:solidFill>
                  <a:srgbClr val="0B6172"/>
                </a:solidFill>
                <a:latin typeface="Consolas"/>
                <a:ea typeface="Consolas"/>
                <a:cs typeface="Consolas"/>
              </a:defRPr>
            </a:lvl1pPr>
            <a:lvl2pPr algn="l">
              <a:defRPr sz="2175" b="1">
                <a:solidFill>
                  <a:srgbClr val="0B6172"/>
                </a:solidFill>
                <a:latin typeface="Consolas"/>
                <a:ea typeface="Consolas"/>
                <a:cs typeface="Consolas"/>
              </a:defRPr>
            </a:lvl2pPr>
            <a:lvl3pPr algn="l">
              <a:defRPr sz="2175" b="1">
                <a:solidFill>
                  <a:srgbClr val="0B6172"/>
                </a:solidFill>
                <a:latin typeface="Consolas"/>
                <a:ea typeface="Consolas"/>
                <a:cs typeface="Consolas"/>
              </a:defRPr>
            </a:lvl3pPr>
            <a:lvl4pPr algn="l">
              <a:defRPr sz="2175" b="1">
                <a:solidFill>
                  <a:srgbClr val="0B6172"/>
                </a:solidFill>
                <a:latin typeface="Consolas"/>
                <a:ea typeface="Consolas"/>
                <a:cs typeface="Consolas"/>
              </a:defRPr>
            </a:lvl4pPr>
            <a:lvl5pPr algn="l">
              <a:defRPr sz="2175" b="1">
                <a:solidFill>
                  <a:srgbClr val="0B6172"/>
                </a:solidFill>
                <a:latin typeface="Consolas"/>
                <a:ea typeface="Consolas"/>
                <a:cs typeface="Consolas"/>
              </a:defRPr>
            </a:lvl5pPr>
            <a:lvl6pPr algn="l">
              <a:defRPr sz="2175" b="1">
                <a:solidFill>
                  <a:srgbClr val="0B6172"/>
                </a:solidFill>
                <a:latin typeface="Consolas"/>
                <a:ea typeface="Consolas"/>
                <a:cs typeface="Consolas"/>
              </a:defRPr>
            </a:lvl6pPr>
            <a:lvl7pPr algn="l">
              <a:defRPr sz="2175" b="1">
                <a:solidFill>
                  <a:srgbClr val="0B6172"/>
                </a:solidFill>
                <a:latin typeface="Consolas"/>
                <a:ea typeface="Consolas"/>
                <a:cs typeface="Consolas"/>
              </a:defRPr>
            </a:lvl7pPr>
            <a:lvl8pPr algn="l">
              <a:defRPr sz="2175" b="1">
                <a:solidFill>
                  <a:srgbClr val="0B6172"/>
                </a:solidFill>
                <a:latin typeface="Consolas"/>
                <a:ea typeface="Consolas"/>
                <a:cs typeface="Consolas"/>
              </a:defRPr>
            </a:lvl8pPr>
            <a:lvl9pPr algn="l">
              <a:defRPr sz="2175" b="1">
                <a:solidFill>
                  <a:srgbClr val="0B6172"/>
                </a:solidFill>
                <a:latin typeface="Consolas"/>
                <a:ea typeface="Consolas"/>
                <a:cs typeface="Consolas"/>
              </a:defRPr>
            </a:lvl9pPr>
          </a:lstStyle>
          <a:p xmlns:a="http://schemas.openxmlformats.org/drawingml/2006/main">
            <a:pPr algn="l">
              <a:defRPr sz="2175" b="1">
                <a:solidFill>
                  <a:srgbClr val="0B6172"/>
                </a:solidFill>
                <a:latin typeface="Consolas"/>
                <a:ea typeface="Consolas"/>
                <a:cs typeface="Consolas"/>
              </a:defRPr>
            </a:pPr>
            <a:r>
              <a:rPr sz="2175" b="1">
                <a:solidFill>
                  <a:srgbClr val="0B6172"/>
                </a:solidFill>
                <a:latin typeface="Consolas"/>
                <a:ea typeface="Consolas"/>
                <a:cs typeface="Consolas"/>
              </a:rPr>
              <a:t>AGENTS.md</a:t>
            </a:r>
          </a:p>
        </p:txBody>
      </p:sp>
      <p:sp>
        <p:nvSpPr>
          <p:cNvPr id="16" name="기본 안내 + 문서 위치 안내">
            <a:extLst xmlns:a="http://schemas.openxmlformats.org/drawingml/2006/main">
              <a:ext uri="{FF2B5EF4-FFF2-40B4-BE49-F238E27FC236}">
                <a16:creationId xmlns:a16="http://schemas.microsoft.com/office/drawing/2014/main" id="{1772042D-A6D0-4F0B-A106-4E6DC0159C83}"/>
              </a:ext>
            </a:extLst>
          </p:cNvPr>
          <p:cNvSpPr>
            <a:spLocks xmlns:a="http://schemas.openxmlformats.org/drawingml/2006/main" noGrp="1"/>
          </p:cNvSpPr>
          <p:nvPr/>
        </p:nvSpPr>
        <p:spPr>
          <a:xfrm xmlns:a="http://schemas.openxmlformats.org/drawingml/2006/main">
            <a:off x="7124700" y="335280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기본 안내 + 문서 위치 안내</a:t>
            </a:r>
          </a:p>
        </p:txBody>
      </p:sp>
      <p:sp>
        <p:nvSpPr>
          <p:cNvPr id="17" name="">
            <a:extLst xmlns:a="http://schemas.openxmlformats.org/drawingml/2006/main">
              <a:ext uri="{FF2B5EF4-FFF2-40B4-BE49-F238E27FC236}">
                <a16:creationId xmlns:a16="http://schemas.microsoft.com/office/drawing/2014/main" id="{C68DFA8A-FAAB-4789-AA85-08A3F4B752B9}"/>
              </a:ext>
            </a:extLst>
          </p:cNvPr>
          <p:cNvSpPr>
            <a:spLocks xmlns:a="http://schemas.openxmlformats.org/drawingml/2006/main" noGrp="1"/>
          </p:cNvSpPr>
          <p:nvPr/>
        </p:nvSpPr>
        <p:spPr>
          <a:xfrm xmlns:a="http://schemas.openxmlformats.org/drawingml/2006/main">
            <a:off x="5429250" y="3429000"/>
            <a:ext cx="876300" cy="2095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6EDEC6B-AF14-4AE8-810C-04D76D695467}"/>
              </a:ext>
            </a:extLst>
          </p:cNvPr>
          <p:cNvSpPr>
            <a:spLocks xmlns:a="http://schemas.openxmlformats.org/drawingml/2006/main" noGrp="1"/>
          </p:cNvSpPr>
          <p:nvPr/>
        </p:nvSpPr>
        <p:spPr>
          <a:xfrm xmlns:a="http://schemas.openxmlformats.org/drawingml/2006/main">
            <a:off x="838200" y="3790950"/>
            <a:ext cx="38671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A">
            <a:extLst xmlns:a="http://schemas.openxmlformats.org/drawingml/2006/main">
              <a:ext uri="{FF2B5EF4-FFF2-40B4-BE49-F238E27FC236}">
                <a16:creationId xmlns:a16="http://schemas.microsoft.com/office/drawing/2014/main" id="{0207736F-423F-4552-9F91-CDFABF01A47B}"/>
              </a:ext>
            </a:extLst>
          </p:cNvPr>
          <p:cNvSpPr>
            <a:spLocks xmlns:a="http://schemas.openxmlformats.org/drawingml/2006/main" noGrp="1"/>
          </p:cNvSpPr>
          <p:nvPr/>
        </p:nvSpPr>
        <p:spPr>
          <a:xfrm xmlns:a="http://schemas.openxmlformats.org/drawingml/2006/main">
            <a:off x="914400" y="38290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Consolas"/>
                <a:ea typeface="Consolas"/>
                <a:cs typeface="Consolas"/>
              </a:defRPr>
            </a:defPPr>
            <a:lvl1pPr algn="l">
              <a:defRPr sz="1875" b="1">
                <a:solidFill>
                  <a:srgbClr val="0B6172"/>
                </a:solidFill>
                <a:latin typeface="Consolas"/>
                <a:ea typeface="Consolas"/>
                <a:cs typeface="Consolas"/>
              </a:defRPr>
            </a:lvl1pPr>
            <a:lvl2pPr algn="l">
              <a:defRPr sz="1875" b="1">
                <a:solidFill>
                  <a:srgbClr val="0B6172"/>
                </a:solidFill>
                <a:latin typeface="Consolas"/>
                <a:ea typeface="Consolas"/>
                <a:cs typeface="Consolas"/>
              </a:defRPr>
            </a:lvl2pPr>
            <a:lvl3pPr algn="l">
              <a:defRPr sz="1875" b="1">
                <a:solidFill>
                  <a:srgbClr val="0B6172"/>
                </a:solidFill>
                <a:latin typeface="Consolas"/>
                <a:ea typeface="Consolas"/>
                <a:cs typeface="Consolas"/>
              </a:defRPr>
            </a:lvl3pPr>
            <a:lvl4pPr algn="l">
              <a:defRPr sz="1875" b="1">
                <a:solidFill>
                  <a:srgbClr val="0B6172"/>
                </a:solidFill>
                <a:latin typeface="Consolas"/>
                <a:ea typeface="Consolas"/>
                <a:cs typeface="Consolas"/>
              </a:defRPr>
            </a:lvl4pPr>
            <a:lvl5pPr algn="l">
              <a:defRPr sz="1875" b="1">
                <a:solidFill>
                  <a:srgbClr val="0B6172"/>
                </a:solidFill>
                <a:latin typeface="Consolas"/>
                <a:ea typeface="Consolas"/>
                <a:cs typeface="Consolas"/>
              </a:defRPr>
            </a:lvl5pPr>
            <a:lvl6pPr algn="l">
              <a:defRPr sz="1875" b="1">
                <a:solidFill>
                  <a:srgbClr val="0B6172"/>
                </a:solidFill>
                <a:latin typeface="Consolas"/>
                <a:ea typeface="Consolas"/>
                <a:cs typeface="Consolas"/>
              </a:defRPr>
            </a:lvl6pPr>
            <a:lvl7pPr algn="l">
              <a:defRPr sz="1875" b="1">
                <a:solidFill>
                  <a:srgbClr val="0B6172"/>
                </a:solidFill>
                <a:latin typeface="Consolas"/>
                <a:ea typeface="Consolas"/>
                <a:cs typeface="Consolas"/>
              </a:defRPr>
            </a:lvl7pPr>
            <a:lvl8pPr algn="l">
              <a:defRPr sz="1875" b="1">
                <a:solidFill>
                  <a:srgbClr val="0B6172"/>
                </a:solidFill>
                <a:latin typeface="Consolas"/>
                <a:ea typeface="Consolas"/>
                <a:cs typeface="Consolas"/>
              </a:defRPr>
            </a:lvl8pPr>
            <a:lvl9pPr algn="l">
              <a:defRPr sz="1875" b="1">
                <a:solidFill>
                  <a:srgbClr val="0B6172"/>
                </a:solidFill>
                <a:latin typeface="Consolas"/>
                <a:ea typeface="Consolas"/>
                <a:cs typeface="Consolas"/>
              </a:defRPr>
            </a:lvl9pPr>
          </a:lstStyle>
          <a:p xmlns:a="http://schemas.openxmlformats.org/drawingml/2006/main">
            <a:pPr algn="l">
              <a:defRPr sz="1875" b="1">
                <a:solidFill>
                  <a:srgbClr val="0B6172"/>
                </a:solidFill>
                <a:latin typeface="Consolas"/>
                <a:ea typeface="Consolas"/>
                <a:cs typeface="Consolas"/>
              </a:defRPr>
            </a:pPr>
            <a:r>
              <a:rPr sz="1875" b="1">
                <a:solidFill>
                  <a:srgbClr val="0B6172"/>
                </a:solidFill>
                <a:latin typeface="Consolas"/>
                <a:ea typeface="Consolas"/>
                <a:cs typeface="Consolas"/>
              </a:rPr>
              <a:t>A</a:t>
            </a:r>
          </a:p>
        </p:txBody>
      </p:sp>
      <p:sp>
        <p:nvSpPr>
          <p:cNvPr id="20" name="구조 · CLI 요약">
            <a:extLst xmlns:a="http://schemas.openxmlformats.org/drawingml/2006/main">
              <a:ext uri="{FF2B5EF4-FFF2-40B4-BE49-F238E27FC236}">
                <a16:creationId xmlns:a16="http://schemas.microsoft.com/office/drawing/2014/main" id="{43668510-CABD-48F9-BC80-4C943ED445DB}"/>
              </a:ext>
            </a:extLst>
          </p:cNvPr>
          <p:cNvSpPr>
            <a:spLocks xmlns:a="http://schemas.openxmlformats.org/drawingml/2006/main" noGrp="1"/>
          </p:cNvSpPr>
          <p:nvPr/>
        </p:nvSpPr>
        <p:spPr>
          <a:xfrm xmlns:a="http://schemas.openxmlformats.org/drawingml/2006/main">
            <a:off x="1409700" y="382905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17212B"/>
                </a:solidFill>
                <a:latin typeface="Malgun Gothic"/>
                <a:ea typeface="Malgun Gothic"/>
                <a:cs typeface="Malgun Gothic"/>
              </a:defRPr>
            </a:defPPr>
            <a:lvl1pPr algn="l">
              <a:defRPr sz="1950" b="0">
                <a:solidFill>
                  <a:srgbClr val="17212B"/>
                </a:solidFill>
                <a:latin typeface="Malgun Gothic"/>
                <a:ea typeface="Malgun Gothic"/>
                <a:cs typeface="Malgun Gothic"/>
              </a:defRPr>
            </a:lvl1pPr>
            <a:lvl2pPr algn="l">
              <a:defRPr sz="1950" b="0">
                <a:solidFill>
                  <a:srgbClr val="17212B"/>
                </a:solidFill>
                <a:latin typeface="Malgun Gothic"/>
                <a:ea typeface="Malgun Gothic"/>
                <a:cs typeface="Malgun Gothic"/>
              </a:defRPr>
            </a:lvl2pPr>
            <a:lvl3pPr algn="l">
              <a:defRPr sz="1950" b="0">
                <a:solidFill>
                  <a:srgbClr val="17212B"/>
                </a:solidFill>
                <a:latin typeface="Malgun Gothic"/>
                <a:ea typeface="Malgun Gothic"/>
                <a:cs typeface="Malgun Gothic"/>
              </a:defRPr>
            </a:lvl3pPr>
            <a:lvl4pPr algn="l">
              <a:defRPr sz="1950" b="0">
                <a:solidFill>
                  <a:srgbClr val="17212B"/>
                </a:solidFill>
                <a:latin typeface="Malgun Gothic"/>
                <a:ea typeface="Malgun Gothic"/>
                <a:cs typeface="Malgun Gothic"/>
              </a:defRPr>
            </a:lvl4pPr>
            <a:lvl5pPr algn="l">
              <a:defRPr sz="1950" b="0">
                <a:solidFill>
                  <a:srgbClr val="17212B"/>
                </a:solidFill>
                <a:latin typeface="Malgun Gothic"/>
                <a:ea typeface="Malgun Gothic"/>
                <a:cs typeface="Malgun Gothic"/>
              </a:defRPr>
            </a:lvl5pPr>
            <a:lvl6pPr algn="l">
              <a:defRPr sz="1950" b="0">
                <a:solidFill>
                  <a:srgbClr val="17212B"/>
                </a:solidFill>
                <a:latin typeface="Malgun Gothic"/>
                <a:ea typeface="Malgun Gothic"/>
                <a:cs typeface="Malgun Gothic"/>
              </a:defRPr>
            </a:lvl6pPr>
            <a:lvl7pPr algn="l">
              <a:defRPr sz="1950" b="0">
                <a:solidFill>
                  <a:srgbClr val="17212B"/>
                </a:solidFill>
                <a:latin typeface="Malgun Gothic"/>
                <a:ea typeface="Malgun Gothic"/>
                <a:cs typeface="Malgun Gothic"/>
              </a:defRPr>
            </a:lvl7pPr>
            <a:lvl8pPr algn="l">
              <a:defRPr sz="1950" b="0">
                <a:solidFill>
                  <a:srgbClr val="17212B"/>
                </a:solidFill>
                <a:latin typeface="Malgun Gothic"/>
                <a:ea typeface="Malgun Gothic"/>
                <a:cs typeface="Malgun Gothic"/>
              </a:defRPr>
            </a:lvl8pPr>
            <a:lvl9pPr algn="l">
              <a:defRPr sz="1950" b="0">
                <a:solidFill>
                  <a:srgbClr val="17212B"/>
                </a:solidFill>
                <a:latin typeface="Malgun Gothic"/>
                <a:ea typeface="Malgun Gothic"/>
                <a:cs typeface="Malgun Gothic"/>
              </a:defRPr>
            </a:lvl9pPr>
          </a:lstStyle>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구조 · CLI 요약</a:t>
            </a:r>
          </a:p>
        </p:txBody>
      </p:sp>
      <p:sp>
        <p:nvSpPr>
          <p:cNvPr id="21" name="">
            <a:extLst xmlns:a="http://schemas.openxmlformats.org/drawingml/2006/main">
              <a:ext uri="{FF2B5EF4-FFF2-40B4-BE49-F238E27FC236}">
                <a16:creationId xmlns:a16="http://schemas.microsoft.com/office/drawing/2014/main" id="{31D8C7A1-6CB0-47A2-9F9C-A1F41F0C6A26}"/>
              </a:ext>
            </a:extLst>
          </p:cNvPr>
          <p:cNvSpPr>
            <a:spLocks xmlns:a="http://schemas.openxmlformats.org/drawingml/2006/main" noGrp="1"/>
          </p:cNvSpPr>
          <p:nvPr/>
        </p:nvSpPr>
        <p:spPr>
          <a:xfrm xmlns:a="http://schemas.openxmlformats.org/drawingml/2006/main">
            <a:off x="5429250" y="3895725"/>
            <a:ext cx="876300" cy="2095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D7CE52A-119F-4050-A3E2-EF529B778999}"/>
              </a:ext>
            </a:extLst>
          </p:cNvPr>
          <p:cNvSpPr>
            <a:spLocks xmlns:a="http://schemas.openxmlformats.org/drawingml/2006/main" noGrp="1"/>
          </p:cNvSpPr>
          <p:nvPr/>
        </p:nvSpPr>
        <p:spPr>
          <a:xfrm xmlns:a="http://schemas.openxmlformats.org/drawingml/2006/main">
            <a:off x="6896100" y="3829050"/>
            <a:ext cx="4686300" cy="38100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23" name="A">
            <a:extLst xmlns:a="http://schemas.openxmlformats.org/drawingml/2006/main">
              <a:ext uri="{FF2B5EF4-FFF2-40B4-BE49-F238E27FC236}">
                <a16:creationId xmlns:a16="http://schemas.microsoft.com/office/drawing/2014/main" id="{935AE3C8-A3C3-48D8-9AB0-F3429EC6F5A2}"/>
              </a:ext>
            </a:extLst>
          </p:cNvPr>
          <p:cNvSpPr>
            <a:spLocks xmlns:a="http://schemas.openxmlformats.org/drawingml/2006/main" noGrp="1"/>
          </p:cNvSpPr>
          <p:nvPr/>
        </p:nvSpPr>
        <p:spPr>
          <a:xfrm xmlns:a="http://schemas.openxmlformats.org/drawingml/2006/main">
            <a:off x="7086600" y="3848100"/>
            <a:ext cx="323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A</a:t>
            </a:r>
          </a:p>
        </p:txBody>
      </p:sp>
      <p:sp>
        <p:nvSpPr>
          <p:cNvPr id="24" name="docs/architecture.md">
            <a:extLst xmlns:a="http://schemas.openxmlformats.org/drawingml/2006/main">
              <a:ext uri="{FF2B5EF4-FFF2-40B4-BE49-F238E27FC236}">
                <a16:creationId xmlns:a16="http://schemas.microsoft.com/office/drawing/2014/main" id="{695B4BDF-B70A-43ED-A1D7-A34846434AA2}"/>
              </a:ext>
            </a:extLst>
          </p:cNvPr>
          <p:cNvSpPr>
            <a:spLocks xmlns:a="http://schemas.openxmlformats.org/drawingml/2006/main" noGrp="1"/>
          </p:cNvSpPr>
          <p:nvPr/>
        </p:nvSpPr>
        <p:spPr>
          <a:xfrm xmlns:a="http://schemas.openxmlformats.org/drawingml/2006/main">
            <a:off x="7562850" y="3848100"/>
            <a:ext cx="3829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docs/architecture.md</a:t>
            </a:r>
          </a:p>
        </p:txBody>
      </p:sp>
      <p:sp>
        <p:nvSpPr>
          <p:cNvPr id="25" name="">
            <a:extLst xmlns:a="http://schemas.openxmlformats.org/drawingml/2006/main">
              <a:ext uri="{FF2B5EF4-FFF2-40B4-BE49-F238E27FC236}">
                <a16:creationId xmlns:a16="http://schemas.microsoft.com/office/drawing/2014/main" id="{BD1AB2BB-BA51-4FD6-B4BB-4C02F4BC9422}"/>
              </a:ext>
            </a:extLst>
          </p:cNvPr>
          <p:cNvSpPr>
            <a:spLocks xmlns:a="http://schemas.openxmlformats.org/drawingml/2006/main" noGrp="1"/>
          </p:cNvSpPr>
          <p:nvPr/>
        </p:nvSpPr>
        <p:spPr>
          <a:xfrm xmlns:a="http://schemas.openxmlformats.org/drawingml/2006/main">
            <a:off x="838200" y="4248150"/>
            <a:ext cx="38671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6" name="B">
            <a:extLst xmlns:a="http://schemas.openxmlformats.org/drawingml/2006/main">
              <a:ext uri="{FF2B5EF4-FFF2-40B4-BE49-F238E27FC236}">
                <a16:creationId xmlns:a16="http://schemas.microsoft.com/office/drawing/2014/main" id="{E1BE06B6-7AF2-439A-BE7F-40E636ABC573}"/>
              </a:ext>
            </a:extLst>
          </p:cNvPr>
          <p:cNvSpPr>
            <a:spLocks xmlns:a="http://schemas.openxmlformats.org/drawingml/2006/main" noGrp="1"/>
          </p:cNvSpPr>
          <p:nvPr/>
        </p:nvSpPr>
        <p:spPr>
          <a:xfrm xmlns:a="http://schemas.openxmlformats.org/drawingml/2006/main">
            <a:off x="914400" y="42862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Consolas"/>
                <a:ea typeface="Consolas"/>
                <a:cs typeface="Consolas"/>
              </a:defRPr>
            </a:defPPr>
            <a:lvl1pPr algn="l">
              <a:defRPr sz="1875" b="1">
                <a:solidFill>
                  <a:srgbClr val="0B6172"/>
                </a:solidFill>
                <a:latin typeface="Consolas"/>
                <a:ea typeface="Consolas"/>
                <a:cs typeface="Consolas"/>
              </a:defRPr>
            </a:lvl1pPr>
            <a:lvl2pPr algn="l">
              <a:defRPr sz="1875" b="1">
                <a:solidFill>
                  <a:srgbClr val="0B6172"/>
                </a:solidFill>
                <a:latin typeface="Consolas"/>
                <a:ea typeface="Consolas"/>
                <a:cs typeface="Consolas"/>
              </a:defRPr>
            </a:lvl2pPr>
            <a:lvl3pPr algn="l">
              <a:defRPr sz="1875" b="1">
                <a:solidFill>
                  <a:srgbClr val="0B6172"/>
                </a:solidFill>
                <a:latin typeface="Consolas"/>
                <a:ea typeface="Consolas"/>
                <a:cs typeface="Consolas"/>
              </a:defRPr>
            </a:lvl3pPr>
            <a:lvl4pPr algn="l">
              <a:defRPr sz="1875" b="1">
                <a:solidFill>
                  <a:srgbClr val="0B6172"/>
                </a:solidFill>
                <a:latin typeface="Consolas"/>
                <a:ea typeface="Consolas"/>
                <a:cs typeface="Consolas"/>
              </a:defRPr>
            </a:lvl4pPr>
            <a:lvl5pPr algn="l">
              <a:defRPr sz="1875" b="1">
                <a:solidFill>
                  <a:srgbClr val="0B6172"/>
                </a:solidFill>
                <a:latin typeface="Consolas"/>
                <a:ea typeface="Consolas"/>
                <a:cs typeface="Consolas"/>
              </a:defRPr>
            </a:lvl5pPr>
            <a:lvl6pPr algn="l">
              <a:defRPr sz="1875" b="1">
                <a:solidFill>
                  <a:srgbClr val="0B6172"/>
                </a:solidFill>
                <a:latin typeface="Consolas"/>
                <a:ea typeface="Consolas"/>
                <a:cs typeface="Consolas"/>
              </a:defRPr>
            </a:lvl6pPr>
            <a:lvl7pPr algn="l">
              <a:defRPr sz="1875" b="1">
                <a:solidFill>
                  <a:srgbClr val="0B6172"/>
                </a:solidFill>
                <a:latin typeface="Consolas"/>
                <a:ea typeface="Consolas"/>
                <a:cs typeface="Consolas"/>
              </a:defRPr>
            </a:lvl7pPr>
            <a:lvl8pPr algn="l">
              <a:defRPr sz="1875" b="1">
                <a:solidFill>
                  <a:srgbClr val="0B6172"/>
                </a:solidFill>
                <a:latin typeface="Consolas"/>
                <a:ea typeface="Consolas"/>
                <a:cs typeface="Consolas"/>
              </a:defRPr>
            </a:lvl8pPr>
            <a:lvl9pPr algn="l">
              <a:defRPr sz="1875" b="1">
                <a:solidFill>
                  <a:srgbClr val="0B6172"/>
                </a:solidFill>
                <a:latin typeface="Consolas"/>
                <a:ea typeface="Consolas"/>
                <a:cs typeface="Consolas"/>
              </a:defRPr>
            </a:lvl9pPr>
          </a:lstStyle>
          <a:p xmlns:a="http://schemas.openxmlformats.org/drawingml/2006/main">
            <a:pPr algn="l">
              <a:defRPr sz="1875" b="1">
                <a:solidFill>
                  <a:srgbClr val="0B6172"/>
                </a:solidFill>
                <a:latin typeface="Consolas"/>
                <a:ea typeface="Consolas"/>
                <a:cs typeface="Consolas"/>
              </a:defRPr>
            </a:pPr>
            <a:r>
              <a:rPr sz="1875" b="1">
                <a:solidFill>
                  <a:srgbClr val="0B6172"/>
                </a:solidFill>
                <a:latin typeface="Consolas"/>
                <a:ea typeface="Consolas"/>
                <a:cs typeface="Consolas"/>
              </a:rPr>
              <a:t>B</a:t>
            </a:r>
          </a:p>
        </p:txBody>
      </p:sp>
      <p:sp>
        <p:nvSpPr>
          <p:cNvPr id="27" name="이미지 명세">
            <a:extLst xmlns:a="http://schemas.openxmlformats.org/drawingml/2006/main">
              <a:ext uri="{FF2B5EF4-FFF2-40B4-BE49-F238E27FC236}">
                <a16:creationId xmlns:a16="http://schemas.microsoft.com/office/drawing/2014/main" id="{71FFA0C1-5FC2-406D-A835-A2C4BE73FA31}"/>
              </a:ext>
            </a:extLst>
          </p:cNvPr>
          <p:cNvSpPr>
            <a:spLocks xmlns:a="http://schemas.openxmlformats.org/drawingml/2006/main" noGrp="1"/>
          </p:cNvSpPr>
          <p:nvPr/>
        </p:nvSpPr>
        <p:spPr>
          <a:xfrm xmlns:a="http://schemas.openxmlformats.org/drawingml/2006/main">
            <a:off x="1409700" y="428625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17212B"/>
                </a:solidFill>
                <a:latin typeface="Malgun Gothic"/>
                <a:ea typeface="Malgun Gothic"/>
                <a:cs typeface="Malgun Gothic"/>
              </a:defRPr>
            </a:defPPr>
            <a:lvl1pPr algn="l">
              <a:defRPr sz="1950" b="0">
                <a:solidFill>
                  <a:srgbClr val="17212B"/>
                </a:solidFill>
                <a:latin typeface="Malgun Gothic"/>
                <a:ea typeface="Malgun Gothic"/>
                <a:cs typeface="Malgun Gothic"/>
              </a:defRPr>
            </a:lvl1pPr>
            <a:lvl2pPr algn="l">
              <a:defRPr sz="1950" b="0">
                <a:solidFill>
                  <a:srgbClr val="17212B"/>
                </a:solidFill>
                <a:latin typeface="Malgun Gothic"/>
                <a:ea typeface="Malgun Gothic"/>
                <a:cs typeface="Malgun Gothic"/>
              </a:defRPr>
            </a:lvl2pPr>
            <a:lvl3pPr algn="l">
              <a:defRPr sz="1950" b="0">
                <a:solidFill>
                  <a:srgbClr val="17212B"/>
                </a:solidFill>
                <a:latin typeface="Malgun Gothic"/>
                <a:ea typeface="Malgun Gothic"/>
                <a:cs typeface="Malgun Gothic"/>
              </a:defRPr>
            </a:lvl3pPr>
            <a:lvl4pPr algn="l">
              <a:defRPr sz="1950" b="0">
                <a:solidFill>
                  <a:srgbClr val="17212B"/>
                </a:solidFill>
                <a:latin typeface="Malgun Gothic"/>
                <a:ea typeface="Malgun Gothic"/>
                <a:cs typeface="Malgun Gothic"/>
              </a:defRPr>
            </a:lvl4pPr>
            <a:lvl5pPr algn="l">
              <a:defRPr sz="1950" b="0">
                <a:solidFill>
                  <a:srgbClr val="17212B"/>
                </a:solidFill>
                <a:latin typeface="Malgun Gothic"/>
                <a:ea typeface="Malgun Gothic"/>
                <a:cs typeface="Malgun Gothic"/>
              </a:defRPr>
            </a:lvl5pPr>
            <a:lvl6pPr algn="l">
              <a:defRPr sz="1950" b="0">
                <a:solidFill>
                  <a:srgbClr val="17212B"/>
                </a:solidFill>
                <a:latin typeface="Malgun Gothic"/>
                <a:ea typeface="Malgun Gothic"/>
                <a:cs typeface="Malgun Gothic"/>
              </a:defRPr>
            </a:lvl6pPr>
            <a:lvl7pPr algn="l">
              <a:defRPr sz="1950" b="0">
                <a:solidFill>
                  <a:srgbClr val="17212B"/>
                </a:solidFill>
                <a:latin typeface="Malgun Gothic"/>
                <a:ea typeface="Malgun Gothic"/>
                <a:cs typeface="Malgun Gothic"/>
              </a:defRPr>
            </a:lvl7pPr>
            <a:lvl8pPr algn="l">
              <a:defRPr sz="1950" b="0">
                <a:solidFill>
                  <a:srgbClr val="17212B"/>
                </a:solidFill>
                <a:latin typeface="Malgun Gothic"/>
                <a:ea typeface="Malgun Gothic"/>
                <a:cs typeface="Malgun Gothic"/>
              </a:defRPr>
            </a:lvl8pPr>
            <a:lvl9pPr algn="l">
              <a:defRPr sz="1950" b="0">
                <a:solidFill>
                  <a:srgbClr val="17212B"/>
                </a:solidFill>
                <a:latin typeface="Malgun Gothic"/>
                <a:ea typeface="Malgun Gothic"/>
                <a:cs typeface="Malgun Gothic"/>
              </a:defRPr>
            </a:lvl9pPr>
          </a:lstStyle>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이미지 명세</a:t>
            </a:r>
          </a:p>
        </p:txBody>
      </p:sp>
      <p:sp>
        <p:nvSpPr>
          <p:cNvPr id="28" name="">
            <a:extLst xmlns:a="http://schemas.openxmlformats.org/drawingml/2006/main">
              <a:ext uri="{FF2B5EF4-FFF2-40B4-BE49-F238E27FC236}">
                <a16:creationId xmlns:a16="http://schemas.microsoft.com/office/drawing/2014/main" id="{39B81EB7-CC55-4F3B-AE49-B5E68A8F4A07}"/>
              </a:ext>
            </a:extLst>
          </p:cNvPr>
          <p:cNvSpPr>
            <a:spLocks xmlns:a="http://schemas.openxmlformats.org/drawingml/2006/main" noGrp="1"/>
          </p:cNvSpPr>
          <p:nvPr/>
        </p:nvSpPr>
        <p:spPr>
          <a:xfrm xmlns:a="http://schemas.openxmlformats.org/drawingml/2006/main">
            <a:off x="5429250" y="4352925"/>
            <a:ext cx="876300" cy="2095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D451BDE-4BA3-4A9C-B383-D1832A718F86}"/>
              </a:ext>
            </a:extLst>
          </p:cNvPr>
          <p:cNvSpPr>
            <a:spLocks xmlns:a="http://schemas.openxmlformats.org/drawingml/2006/main" noGrp="1"/>
          </p:cNvSpPr>
          <p:nvPr/>
        </p:nvSpPr>
        <p:spPr>
          <a:xfrm xmlns:a="http://schemas.openxmlformats.org/drawingml/2006/main">
            <a:off x="6896100" y="4286250"/>
            <a:ext cx="4686300" cy="38100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30" name="B">
            <a:extLst xmlns:a="http://schemas.openxmlformats.org/drawingml/2006/main">
              <a:ext uri="{FF2B5EF4-FFF2-40B4-BE49-F238E27FC236}">
                <a16:creationId xmlns:a16="http://schemas.microsoft.com/office/drawing/2014/main" id="{7516376B-28DE-432B-9BFA-47D9445B5725}"/>
              </a:ext>
            </a:extLst>
          </p:cNvPr>
          <p:cNvSpPr>
            <a:spLocks xmlns:a="http://schemas.openxmlformats.org/drawingml/2006/main" noGrp="1"/>
          </p:cNvSpPr>
          <p:nvPr/>
        </p:nvSpPr>
        <p:spPr>
          <a:xfrm xmlns:a="http://schemas.openxmlformats.org/drawingml/2006/main">
            <a:off x="7086600" y="4305300"/>
            <a:ext cx="323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B</a:t>
            </a:r>
          </a:p>
        </p:txBody>
      </p:sp>
      <p:sp>
        <p:nvSpPr>
          <p:cNvPr id="31" name="docs/image-contracts.md">
            <a:extLst xmlns:a="http://schemas.openxmlformats.org/drawingml/2006/main">
              <a:ext uri="{FF2B5EF4-FFF2-40B4-BE49-F238E27FC236}">
                <a16:creationId xmlns:a16="http://schemas.microsoft.com/office/drawing/2014/main" id="{2EDC6274-4991-4B49-87F4-ED5356C7223A}"/>
              </a:ext>
            </a:extLst>
          </p:cNvPr>
          <p:cNvSpPr>
            <a:spLocks xmlns:a="http://schemas.openxmlformats.org/drawingml/2006/main" noGrp="1"/>
          </p:cNvSpPr>
          <p:nvPr/>
        </p:nvSpPr>
        <p:spPr>
          <a:xfrm xmlns:a="http://schemas.openxmlformats.org/drawingml/2006/main">
            <a:off x="7562850" y="4305300"/>
            <a:ext cx="3829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docs/image-contracts.md</a:t>
            </a:r>
          </a:p>
        </p:txBody>
      </p:sp>
      <p:sp>
        <p:nvSpPr>
          <p:cNvPr id="32" name="">
            <a:extLst xmlns:a="http://schemas.openxmlformats.org/drawingml/2006/main">
              <a:ext uri="{FF2B5EF4-FFF2-40B4-BE49-F238E27FC236}">
                <a16:creationId xmlns:a16="http://schemas.microsoft.com/office/drawing/2014/main" id="{B1CFD9BC-1225-4D72-8226-1BC3DE363403}"/>
              </a:ext>
            </a:extLst>
          </p:cNvPr>
          <p:cNvSpPr>
            <a:spLocks xmlns:a="http://schemas.openxmlformats.org/drawingml/2006/main" noGrp="1"/>
          </p:cNvSpPr>
          <p:nvPr/>
        </p:nvSpPr>
        <p:spPr>
          <a:xfrm xmlns:a="http://schemas.openxmlformats.org/drawingml/2006/main">
            <a:off x="838200" y="4705350"/>
            <a:ext cx="38671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33" name="C">
            <a:extLst xmlns:a="http://schemas.openxmlformats.org/drawingml/2006/main">
              <a:ext uri="{FF2B5EF4-FFF2-40B4-BE49-F238E27FC236}">
                <a16:creationId xmlns:a16="http://schemas.microsoft.com/office/drawing/2014/main" id="{31090D60-6E67-40F3-9D52-2B375CE2A22E}"/>
              </a:ext>
            </a:extLst>
          </p:cNvPr>
          <p:cNvSpPr>
            <a:spLocks xmlns:a="http://schemas.openxmlformats.org/drawingml/2006/main" noGrp="1"/>
          </p:cNvSpPr>
          <p:nvPr/>
        </p:nvSpPr>
        <p:spPr>
          <a:xfrm xmlns:a="http://schemas.openxmlformats.org/drawingml/2006/main">
            <a:off x="914400" y="47434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Consolas"/>
                <a:ea typeface="Consolas"/>
                <a:cs typeface="Consolas"/>
              </a:defRPr>
            </a:defPPr>
            <a:lvl1pPr algn="l">
              <a:defRPr sz="1875" b="1">
                <a:solidFill>
                  <a:srgbClr val="0B6172"/>
                </a:solidFill>
                <a:latin typeface="Consolas"/>
                <a:ea typeface="Consolas"/>
                <a:cs typeface="Consolas"/>
              </a:defRPr>
            </a:lvl1pPr>
            <a:lvl2pPr algn="l">
              <a:defRPr sz="1875" b="1">
                <a:solidFill>
                  <a:srgbClr val="0B6172"/>
                </a:solidFill>
                <a:latin typeface="Consolas"/>
                <a:ea typeface="Consolas"/>
                <a:cs typeface="Consolas"/>
              </a:defRPr>
            </a:lvl2pPr>
            <a:lvl3pPr algn="l">
              <a:defRPr sz="1875" b="1">
                <a:solidFill>
                  <a:srgbClr val="0B6172"/>
                </a:solidFill>
                <a:latin typeface="Consolas"/>
                <a:ea typeface="Consolas"/>
                <a:cs typeface="Consolas"/>
              </a:defRPr>
            </a:lvl3pPr>
            <a:lvl4pPr algn="l">
              <a:defRPr sz="1875" b="1">
                <a:solidFill>
                  <a:srgbClr val="0B6172"/>
                </a:solidFill>
                <a:latin typeface="Consolas"/>
                <a:ea typeface="Consolas"/>
                <a:cs typeface="Consolas"/>
              </a:defRPr>
            </a:lvl4pPr>
            <a:lvl5pPr algn="l">
              <a:defRPr sz="1875" b="1">
                <a:solidFill>
                  <a:srgbClr val="0B6172"/>
                </a:solidFill>
                <a:latin typeface="Consolas"/>
                <a:ea typeface="Consolas"/>
                <a:cs typeface="Consolas"/>
              </a:defRPr>
            </a:lvl5pPr>
            <a:lvl6pPr algn="l">
              <a:defRPr sz="1875" b="1">
                <a:solidFill>
                  <a:srgbClr val="0B6172"/>
                </a:solidFill>
                <a:latin typeface="Consolas"/>
                <a:ea typeface="Consolas"/>
                <a:cs typeface="Consolas"/>
              </a:defRPr>
            </a:lvl6pPr>
            <a:lvl7pPr algn="l">
              <a:defRPr sz="1875" b="1">
                <a:solidFill>
                  <a:srgbClr val="0B6172"/>
                </a:solidFill>
                <a:latin typeface="Consolas"/>
                <a:ea typeface="Consolas"/>
                <a:cs typeface="Consolas"/>
              </a:defRPr>
            </a:lvl7pPr>
            <a:lvl8pPr algn="l">
              <a:defRPr sz="1875" b="1">
                <a:solidFill>
                  <a:srgbClr val="0B6172"/>
                </a:solidFill>
                <a:latin typeface="Consolas"/>
                <a:ea typeface="Consolas"/>
                <a:cs typeface="Consolas"/>
              </a:defRPr>
            </a:lvl8pPr>
            <a:lvl9pPr algn="l">
              <a:defRPr sz="1875" b="1">
                <a:solidFill>
                  <a:srgbClr val="0B6172"/>
                </a:solidFill>
                <a:latin typeface="Consolas"/>
                <a:ea typeface="Consolas"/>
                <a:cs typeface="Consolas"/>
              </a:defRPr>
            </a:lvl9pPr>
          </a:lstStyle>
          <a:p xmlns:a="http://schemas.openxmlformats.org/drawingml/2006/main">
            <a:pPr algn="l">
              <a:defRPr sz="1875" b="1">
                <a:solidFill>
                  <a:srgbClr val="0B6172"/>
                </a:solidFill>
                <a:latin typeface="Consolas"/>
                <a:ea typeface="Consolas"/>
                <a:cs typeface="Consolas"/>
              </a:defRPr>
            </a:pPr>
            <a:r>
              <a:rPr sz="1875" b="1">
                <a:solidFill>
                  <a:srgbClr val="0B6172"/>
                </a:solidFill>
                <a:latin typeface="Consolas"/>
                <a:ea typeface="Consolas"/>
                <a:cs typeface="Consolas"/>
              </a:rPr>
              <a:t>C</a:t>
            </a:r>
          </a:p>
        </p:txBody>
      </p:sp>
      <p:sp>
        <p:nvSpPr>
          <p:cNvPr id="34" name="테스트 구성">
            <a:extLst xmlns:a="http://schemas.openxmlformats.org/drawingml/2006/main">
              <a:ext uri="{FF2B5EF4-FFF2-40B4-BE49-F238E27FC236}">
                <a16:creationId xmlns:a16="http://schemas.microsoft.com/office/drawing/2014/main" id="{D08E34CE-D28A-4B2E-A295-AC957CC6E664}"/>
              </a:ext>
            </a:extLst>
          </p:cNvPr>
          <p:cNvSpPr>
            <a:spLocks xmlns:a="http://schemas.openxmlformats.org/drawingml/2006/main" noGrp="1"/>
          </p:cNvSpPr>
          <p:nvPr/>
        </p:nvSpPr>
        <p:spPr>
          <a:xfrm xmlns:a="http://schemas.openxmlformats.org/drawingml/2006/main">
            <a:off x="1409700" y="474345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17212B"/>
                </a:solidFill>
                <a:latin typeface="Malgun Gothic"/>
                <a:ea typeface="Malgun Gothic"/>
                <a:cs typeface="Malgun Gothic"/>
              </a:defRPr>
            </a:defPPr>
            <a:lvl1pPr algn="l">
              <a:defRPr sz="1950" b="0">
                <a:solidFill>
                  <a:srgbClr val="17212B"/>
                </a:solidFill>
                <a:latin typeface="Malgun Gothic"/>
                <a:ea typeface="Malgun Gothic"/>
                <a:cs typeface="Malgun Gothic"/>
              </a:defRPr>
            </a:lvl1pPr>
            <a:lvl2pPr algn="l">
              <a:defRPr sz="1950" b="0">
                <a:solidFill>
                  <a:srgbClr val="17212B"/>
                </a:solidFill>
                <a:latin typeface="Malgun Gothic"/>
                <a:ea typeface="Malgun Gothic"/>
                <a:cs typeface="Malgun Gothic"/>
              </a:defRPr>
            </a:lvl2pPr>
            <a:lvl3pPr algn="l">
              <a:defRPr sz="1950" b="0">
                <a:solidFill>
                  <a:srgbClr val="17212B"/>
                </a:solidFill>
                <a:latin typeface="Malgun Gothic"/>
                <a:ea typeface="Malgun Gothic"/>
                <a:cs typeface="Malgun Gothic"/>
              </a:defRPr>
            </a:lvl3pPr>
            <a:lvl4pPr algn="l">
              <a:defRPr sz="1950" b="0">
                <a:solidFill>
                  <a:srgbClr val="17212B"/>
                </a:solidFill>
                <a:latin typeface="Malgun Gothic"/>
                <a:ea typeface="Malgun Gothic"/>
                <a:cs typeface="Malgun Gothic"/>
              </a:defRPr>
            </a:lvl4pPr>
            <a:lvl5pPr algn="l">
              <a:defRPr sz="1950" b="0">
                <a:solidFill>
                  <a:srgbClr val="17212B"/>
                </a:solidFill>
                <a:latin typeface="Malgun Gothic"/>
                <a:ea typeface="Malgun Gothic"/>
                <a:cs typeface="Malgun Gothic"/>
              </a:defRPr>
            </a:lvl5pPr>
            <a:lvl6pPr algn="l">
              <a:defRPr sz="1950" b="0">
                <a:solidFill>
                  <a:srgbClr val="17212B"/>
                </a:solidFill>
                <a:latin typeface="Malgun Gothic"/>
                <a:ea typeface="Malgun Gothic"/>
                <a:cs typeface="Malgun Gothic"/>
              </a:defRPr>
            </a:lvl6pPr>
            <a:lvl7pPr algn="l">
              <a:defRPr sz="1950" b="0">
                <a:solidFill>
                  <a:srgbClr val="17212B"/>
                </a:solidFill>
                <a:latin typeface="Malgun Gothic"/>
                <a:ea typeface="Malgun Gothic"/>
                <a:cs typeface="Malgun Gothic"/>
              </a:defRPr>
            </a:lvl7pPr>
            <a:lvl8pPr algn="l">
              <a:defRPr sz="1950" b="0">
                <a:solidFill>
                  <a:srgbClr val="17212B"/>
                </a:solidFill>
                <a:latin typeface="Malgun Gothic"/>
                <a:ea typeface="Malgun Gothic"/>
                <a:cs typeface="Malgun Gothic"/>
              </a:defRPr>
            </a:lvl8pPr>
            <a:lvl9pPr algn="l">
              <a:defRPr sz="1950" b="0">
                <a:solidFill>
                  <a:srgbClr val="17212B"/>
                </a:solidFill>
                <a:latin typeface="Malgun Gothic"/>
                <a:ea typeface="Malgun Gothic"/>
                <a:cs typeface="Malgun Gothic"/>
              </a:defRPr>
            </a:lvl9pPr>
          </a:lstStyle>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테스트 구성</a:t>
            </a:r>
          </a:p>
        </p:txBody>
      </p:sp>
      <p:sp>
        <p:nvSpPr>
          <p:cNvPr id="35" name="">
            <a:extLst xmlns:a="http://schemas.openxmlformats.org/drawingml/2006/main">
              <a:ext uri="{FF2B5EF4-FFF2-40B4-BE49-F238E27FC236}">
                <a16:creationId xmlns:a16="http://schemas.microsoft.com/office/drawing/2014/main" id="{777C54AF-7BCA-4899-9EC5-046247E2DCF1}"/>
              </a:ext>
            </a:extLst>
          </p:cNvPr>
          <p:cNvSpPr>
            <a:spLocks xmlns:a="http://schemas.openxmlformats.org/drawingml/2006/main" noGrp="1"/>
          </p:cNvSpPr>
          <p:nvPr/>
        </p:nvSpPr>
        <p:spPr>
          <a:xfrm xmlns:a="http://schemas.openxmlformats.org/drawingml/2006/main">
            <a:off x="5429250" y="4810125"/>
            <a:ext cx="876300" cy="2095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CDE9A71-190C-4E68-9FB4-B6A80EF6A7F3}"/>
              </a:ext>
            </a:extLst>
          </p:cNvPr>
          <p:cNvSpPr>
            <a:spLocks xmlns:a="http://schemas.openxmlformats.org/drawingml/2006/main" noGrp="1"/>
          </p:cNvSpPr>
          <p:nvPr/>
        </p:nvSpPr>
        <p:spPr>
          <a:xfrm xmlns:a="http://schemas.openxmlformats.org/drawingml/2006/main">
            <a:off x="6896100" y="4743450"/>
            <a:ext cx="4686300" cy="38100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37" name="C">
            <a:extLst xmlns:a="http://schemas.openxmlformats.org/drawingml/2006/main">
              <a:ext uri="{FF2B5EF4-FFF2-40B4-BE49-F238E27FC236}">
                <a16:creationId xmlns:a16="http://schemas.microsoft.com/office/drawing/2014/main" id="{83677063-7080-4C21-B0E0-4215B48F05CB}"/>
              </a:ext>
            </a:extLst>
          </p:cNvPr>
          <p:cNvSpPr>
            <a:spLocks xmlns:a="http://schemas.openxmlformats.org/drawingml/2006/main" noGrp="1"/>
          </p:cNvSpPr>
          <p:nvPr/>
        </p:nvSpPr>
        <p:spPr>
          <a:xfrm xmlns:a="http://schemas.openxmlformats.org/drawingml/2006/main">
            <a:off x="7086600" y="4762500"/>
            <a:ext cx="323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C</a:t>
            </a:r>
          </a:p>
        </p:txBody>
      </p:sp>
      <p:sp>
        <p:nvSpPr>
          <p:cNvPr id="38" name="docs/testing.md">
            <a:extLst xmlns:a="http://schemas.openxmlformats.org/drawingml/2006/main">
              <a:ext uri="{FF2B5EF4-FFF2-40B4-BE49-F238E27FC236}">
                <a16:creationId xmlns:a16="http://schemas.microsoft.com/office/drawing/2014/main" id="{CFA63FB8-A404-47D6-9F87-EE2A4C234359}"/>
              </a:ext>
            </a:extLst>
          </p:cNvPr>
          <p:cNvSpPr>
            <a:spLocks xmlns:a="http://schemas.openxmlformats.org/drawingml/2006/main" noGrp="1"/>
          </p:cNvSpPr>
          <p:nvPr/>
        </p:nvSpPr>
        <p:spPr>
          <a:xfrm xmlns:a="http://schemas.openxmlformats.org/drawingml/2006/main">
            <a:off x="7562850" y="4762500"/>
            <a:ext cx="3829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docs/testing.md</a:t>
            </a:r>
          </a:p>
        </p:txBody>
      </p:sp>
      <p:sp>
        <p:nvSpPr>
          <p:cNvPr id="39" name="핵심 정보는 유지하고, 상세 내용의 위치를 나눴다">
            <a:extLst xmlns:a="http://schemas.openxmlformats.org/drawingml/2006/main">
              <a:ext uri="{FF2B5EF4-FFF2-40B4-BE49-F238E27FC236}">
                <a16:creationId xmlns:a16="http://schemas.microsoft.com/office/drawing/2014/main" id="{7A4B0A61-CA07-4554-BED8-683113DBB98C}"/>
              </a:ext>
            </a:extLst>
          </p:cNvPr>
          <p:cNvSpPr>
            <a:spLocks xmlns:a="http://schemas.openxmlformats.org/drawingml/2006/main" noGrp="1"/>
          </p:cNvSpPr>
          <p:nvPr/>
        </p:nvSpPr>
        <p:spPr>
          <a:xfrm xmlns:a="http://schemas.openxmlformats.org/drawingml/2006/main">
            <a:off x="609600" y="51530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핵심 정보는 유지하고, 상세 내용의 위치를 나눴다</a:t>
            </a:r>
          </a:p>
        </p:txBody>
      </p:sp>
      <p:sp>
        <p:nvSpPr>
          <p:cNvPr id="40" name="C++에서도: 문서 위치가 바뀌면 원래 명세·제약이 보존됐는지 대조한다">
            <a:extLst xmlns:a="http://schemas.openxmlformats.org/drawingml/2006/main">
              <a:ext uri="{FF2B5EF4-FFF2-40B4-BE49-F238E27FC236}">
                <a16:creationId xmlns:a16="http://schemas.microsoft.com/office/drawing/2014/main" id="{323C8AEA-4D89-4167-A493-E86353DA7B47}"/>
              </a:ext>
            </a:extLst>
          </p:cNvPr>
          <p:cNvSpPr>
            <a:spLocks xmlns:a="http://schemas.openxmlformats.org/drawingml/2006/main" noGrp="1"/>
          </p:cNvSpPr>
          <p:nvPr/>
        </p:nvSpPr>
        <p:spPr>
          <a:xfrm xmlns:a="http://schemas.openxmlformats.org/drawingml/2006/main">
            <a:off x="609600" y="54578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C++에서도: 문서 위치가 바뀌면 원래 명세·제약이 보존됐는지 대조한다</a:t>
            </a:r>
          </a:p>
        </p:txBody>
      </p:sp>
      <p:sp>
        <p:nvSpPr>
          <p:cNvPr id="41" name="Legacy module connection">
            <a:extLst xmlns:a="http://schemas.openxmlformats.org/drawingml/2006/main">
              <a:ext uri="{FF2B5EF4-FFF2-40B4-BE49-F238E27FC236}">
                <a16:creationId xmlns:a16="http://schemas.microsoft.com/office/drawing/2014/main" id="{16CC62EB-A554-4DF1-A3FE-D48B0688A779}"/>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82231893"/>
      </p:ext>
    </p:extLst>
  </p:cSld>
</p:sld>
</file>

<file path=ppt/slides/slide4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0" name="ACT 2 · 관찰하기 전에 질문하기">
            <a:extLst xmlns:a="http://schemas.openxmlformats.org/drawingml/2006/main">
              <a:ext uri="{FF2B5EF4-FFF2-40B4-BE49-F238E27FC236}">
                <a16:creationId xmlns:a16="http://schemas.microsoft.com/office/drawing/2014/main" id="{7788D53C-4C59-4D3E-BEA1-0F6CC93C286C}"/>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관찰하기 전에 질문하기</a:t>
            </a:r>
          </a:p>
        </p:txBody>
      </p:sp>
      <p:sp>
        <p:nvSpPr>
          <p:cNvPr id="2" name="S44">
            <a:extLst xmlns:a="http://schemas.openxmlformats.org/drawingml/2006/main">
              <a:ext uri="{FF2B5EF4-FFF2-40B4-BE49-F238E27FC236}">
                <a16:creationId xmlns:a16="http://schemas.microsoft.com/office/drawing/2014/main" id="{6F6977C3-AF8B-4D94-8645-6598A3AC9019}"/>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S44</a:t>
            </a:r>
          </a:p>
        </p:txBody>
      </p:sp>
      <p:sp>
        <p:nvSpPr>
          <p:cNvPr id="3" name="서로 다른 두 Task가 무엇을 읽을까?">
            <a:extLst xmlns:a="http://schemas.openxmlformats.org/drawingml/2006/main">
              <a:ext uri="{FF2B5EF4-FFF2-40B4-BE49-F238E27FC236}">
                <a16:creationId xmlns:a16="http://schemas.microsoft.com/office/drawing/2014/main" id="{B27232B6-4EE1-4931-BECE-24734F16C57E}"/>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서로 다른 두 Task가 무엇을 읽을까?</a:t>
            </a:r>
          </a:p>
        </p:txBody>
      </p:sp>
      <p:sp>
        <p:nvSpPr>
          <p:cNvPr id="4" name="">
            <a:extLst xmlns:a="http://schemas.openxmlformats.org/drawingml/2006/main">
              <a:ext uri="{FF2B5EF4-FFF2-40B4-BE49-F238E27FC236}">
                <a16:creationId xmlns:a16="http://schemas.microsoft.com/office/drawing/2014/main" id="{AD59F8EA-C5CA-4196-9A40-F540ECA1A733}"/>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5A/B · Codex CLI 0.154.0 · 실제 요청의 핵심 발췌·번역">
            <a:extLst xmlns:a="http://schemas.openxmlformats.org/drawingml/2006/main">
              <a:ext uri="{FF2B5EF4-FFF2-40B4-BE49-F238E27FC236}">
                <a16:creationId xmlns:a16="http://schemas.microsoft.com/office/drawing/2014/main" id="{B8B829C9-1A29-44B1-B1A1-DF6D7B373BD8}"/>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TRIAL-005A/B · Codex CLI 0.154.0 · 실제 요청의 핵심 발췌·번역</a:t>
            </a:r>
          </a:p>
        </p:txBody>
      </p:sp>
      <p:sp>
        <p:nvSpPr>
          <p:cNvPr id="6" name="프롬프트창 재구성 · 현재 Desktop 검증 아님 · 문서 접근 결과는 다음 구간에서 확인">
            <a:extLst xmlns:a="http://schemas.openxmlformats.org/drawingml/2006/main">
              <a:ext uri="{FF2B5EF4-FFF2-40B4-BE49-F238E27FC236}">
                <a16:creationId xmlns:a16="http://schemas.microsoft.com/office/drawing/2014/main" id="{B7571279-5D06-4873-944B-9A5EB5049890}"/>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프롬프트창 재구성 · 현재 Desktop 검증 아님 · 문서 접근 결과는 다음 구간에서 확인</a:t>
            </a:r>
          </a:p>
        </p:txBody>
      </p:sp>
      <p:sp>
        <p:nvSpPr>
          <p:cNvPr id="7" name="같은 저장소 · 서로 다른 두 읽기 전용 요청">
            <a:extLst xmlns:a="http://schemas.openxmlformats.org/drawingml/2006/main">
              <a:ext uri="{FF2B5EF4-FFF2-40B4-BE49-F238E27FC236}">
                <a16:creationId xmlns:a16="http://schemas.microsoft.com/office/drawing/2014/main" id="{F88022AE-E4A3-4D9B-8B9A-1540AE788600}"/>
              </a:ext>
            </a:extLst>
          </p:cNvPr>
          <p:cNvSpPr>
            <a:spLocks xmlns:a="http://schemas.openxmlformats.org/drawingml/2006/main" noGrp="1"/>
          </p:cNvSpPr>
          <p:nvPr/>
        </p:nvSpPr>
        <p:spPr>
          <a:xfrm xmlns:a="http://schemas.openxmlformats.org/drawingml/2006/main">
            <a:off x="609600" y="17526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같은 저장소 · 서로 다른 두 읽기 전용 요청</a:t>
            </a:r>
          </a:p>
        </p:txBody>
      </p:sp>
      <p:sp>
        <p:nvSpPr>
          <p:cNvPr id="8" name="">
            <a:extLst xmlns:a="http://schemas.openxmlformats.org/drawingml/2006/main">
              <a:ext uri="{FF2B5EF4-FFF2-40B4-BE49-F238E27FC236}">
                <a16:creationId xmlns:a16="http://schemas.microsoft.com/office/drawing/2014/main" id="{B0A91FFF-8D47-430A-BF97-295D7FB90406}"/>
              </a:ext>
            </a:extLst>
          </p:cNvPr>
          <p:cNvSpPr>
            <a:spLocks xmlns:a="http://schemas.openxmlformats.org/drawingml/2006/main" noGrp="1"/>
          </p:cNvSpPr>
          <p:nvPr/>
        </p:nvSpPr>
        <p:spPr>
          <a:xfrm xmlns:a="http://schemas.openxmlformats.org/drawingml/2006/main">
            <a:off x="609600" y="2324100"/>
            <a:ext cx="5219700" cy="21336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14288">
            <a:solidFill>
              <a:srgbClr val="C7D0DA"/>
            </a:solidFill>
            <a:prstDash val="solid"/>
          </a:ln>
        </p:spPr>
      </p:sp>
      <p:sp>
        <p:nvSpPr>
          <p:cNvPr id="9" name="Prompt · 요청 A">
            <a:extLst xmlns:a="http://schemas.openxmlformats.org/drawingml/2006/main">
              <a:ext uri="{FF2B5EF4-FFF2-40B4-BE49-F238E27FC236}">
                <a16:creationId xmlns:a16="http://schemas.microsoft.com/office/drawing/2014/main" id="{594AF69C-E38F-4CC3-B30E-E7ECFCC89FAB}"/>
              </a:ext>
            </a:extLst>
          </p:cNvPr>
          <p:cNvSpPr>
            <a:spLocks xmlns:a="http://schemas.openxmlformats.org/drawingml/2006/main" noGrp="1"/>
          </p:cNvSpPr>
          <p:nvPr/>
        </p:nvSpPr>
        <p:spPr>
          <a:xfrm xmlns:a="http://schemas.openxmlformats.org/drawingml/2006/main">
            <a:off x="819150" y="24193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Prompt · 요청 A</a:t>
            </a:r>
          </a:p>
        </p:txBody>
      </p:sp>
      <p:sp>
        <p:nvSpPr>
          <p:cNvPr id="10" name="">
            <a:extLst xmlns:a="http://schemas.openxmlformats.org/drawingml/2006/main">
              <a:ext uri="{FF2B5EF4-FFF2-40B4-BE49-F238E27FC236}">
                <a16:creationId xmlns:a16="http://schemas.microsoft.com/office/drawing/2014/main" id="{041C2CC7-3A55-4F9C-815F-68494D954C22}"/>
              </a:ext>
            </a:extLst>
          </p:cNvPr>
          <p:cNvSpPr>
            <a:spLocks xmlns:a="http://schemas.openxmlformats.org/drawingml/2006/main" noGrp="1"/>
          </p:cNvSpPr>
          <p:nvPr/>
        </p:nvSpPr>
        <p:spPr>
          <a:xfrm xmlns:a="http://schemas.openxmlformats.org/drawingml/2006/main">
            <a:off x="819150" y="2752725"/>
            <a:ext cx="48006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1" name="샘플 이미지에 --crop 1 3을 쓰면&#10;선택되는 원본 열과 출력 폭,&#10;끝 좌표 포함 여부를 조사해줘.&#10;현재">
            <a:extLst xmlns:a="http://schemas.openxmlformats.org/drawingml/2006/main">
              <a:ext uri="{FF2B5EF4-FFF2-40B4-BE49-F238E27FC236}">
                <a16:creationId xmlns:a16="http://schemas.microsoft.com/office/drawing/2014/main" id="{04F9EFDC-4566-4C63-9C54-6A52CD65B553}"/>
              </a:ext>
            </a:extLst>
          </p:cNvPr>
          <p:cNvSpPr>
            <a:spLocks xmlns:a="http://schemas.openxmlformats.org/drawingml/2006/main" noGrp="1"/>
          </p:cNvSpPr>
          <p:nvPr/>
        </p:nvSpPr>
        <p:spPr>
          <a:xfrm xmlns:a="http://schemas.openxmlformats.org/drawingml/2006/main">
            <a:off x="819150" y="2876550"/>
            <a:ext cx="48006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샘플 이미지에 --crop 1 3을 쓰면</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선택되는 원본 열과 출력 폭,</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끝 좌표 포함 여부를 조사해줘.</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현재 명세·구현을 근거로 알려줘.</a:t>
            </a:r>
          </a:p>
        </p:txBody>
      </p:sp>
      <p:sp>
        <p:nvSpPr>
          <p:cNvPr id="12" name="읽기 전용 · 파일 변경 금지 · 근거 제시">
            <a:extLst xmlns:a="http://schemas.openxmlformats.org/drawingml/2006/main">
              <a:ext uri="{FF2B5EF4-FFF2-40B4-BE49-F238E27FC236}">
                <a16:creationId xmlns:a16="http://schemas.microsoft.com/office/drawing/2014/main" id="{BA4B35BB-98EC-464B-8D41-BCC4299E871B}"/>
              </a:ext>
            </a:extLst>
          </p:cNvPr>
          <p:cNvSpPr>
            <a:spLocks xmlns:a="http://schemas.openxmlformats.org/drawingml/2006/main" noGrp="1"/>
          </p:cNvSpPr>
          <p:nvPr/>
        </p:nvSpPr>
        <p:spPr>
          <a:xfrm xmlns:a="http://schemas.openxmlformats.org/drawingml/2006/main">
            <a:off x="819150" y="4162425"/>
            <a:ext cx="445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4D5A68"/>
                </a:solidFill>
                <a:latin typeface="Malgun Gothic"/>
                <a:ea typeface="Malgun Gothic"/>
                <a:cs typeface="Malgun Gothic"/>
              </a:defRPr>
            </a:defPPr>
            <a:lvl1pPr algn="l">
              <a:defRPr sz="1575" b="0">
                <a:solidFill>
                  <a:srgbClr val="4D5A68"/>
                </a:solidFill>
                <a:latin typeface="Malgun Gothic"/>
                <a:ea typeface="Malgun Gothic"/>
                <a:cs typeface="Malgun Gothic"/>
              </a:defRPr>
            </a:lvl1pPr>
            <a:lvl2pPr algn="l">
              <a:defRPr sz="1575" b="0">
                <a:solidFill>
                  <a:srgbClr val="4D5A68"/>
                </a:solidFill>
                <a:latin typeface="Malgun Gothic"/>
                <a:ea typeface="Malgun Gothic"/>
                <a:cs typeface="Malgun Gothic"/>
              </a:defRPr>
            </a:lvl2pPr>
            <a:lvl3pPr algn="l">
              <a:defRPr sz="1575" b="0">
                <a:solidFill>
                  <a:srgbClr val="4D5A68"/>
                </a:solidFill>
                <a:latin typeface="Malgun Gothic"/>
                <a:ea typeface="Malgun Gothic"/>
                <a:cs typeface="Malgun Gothic"/>
              </a:defRPr>
            </a:lvl3pPr>
            <a:lvl4pPr algn="l">
              <a:defRPr sz="1575" b="0">
                <a:solidFill>
                  <a:srgbClr val="4D5A68"/>
                </a:solidFill>
                <a:latin typeface="Malgun Gothic"/>
                <a:ea typeface="Malgun Gothic"/>
                <a:cs typeface="Malgun Gothic"/>
              </a:defRPr>
            </a:lvl4pPr>
            <a:lvl5pPr algn="l">
              <a:defRPr sz="1575" b="0">
                <a:solidFill>
                  <a:srgbClr val="4D5A68"/>
                </a:solidFill>
                <a:latin typeface="Malgun Gothic"/>
                <a:ea typeface="Malgun Gothic"/>
                <a:cs typeface="Malgun Gothic"/>
              </a:defRPr>
            </a:lvl5pPr>
            <a:lvl6pPr algn="l">
              <a:defRPr sz="1575" b="0">
                <a:solidFill>
                  <a:srgbClr val="4D5A68"/>
                </a:solidFill>
                <a:latin typeface="Malgun Gothic"/>
                <a:ea typeface="Malgun Gothic"/>
                <a:cs typeface="Malgun Gothic"/>
              </a:defRPr>
            </a:lvl6pPr>
            <a:lvl7pPr algn="l">
              <a:defRPr sz="1575" b="0">
                <a:solidFill>
                  <a:srgbClr val="4D5A68"/>
                </a:solidFill>
                <a:latin typeface="Malgun Gothic"/>
                <a:ea typeface="Malgun Gothic"/>
                <a:cs typeface="Malgun Gothic"/>
              </a:defRPr>
            </a:lvl7pPr>
            <a:lvl8pPr algn="l">
              <a:defRPr sz="1575" b="0">
                <a:solidFill>
                  <a:srgbClr val="4D5A68"/>
                </a:solidFill>
                <a:latin typeface="Malgun Gothic"/>
                <a:ea typeface="Malgun Gothic"/>
                <a:cs typeface="Malgun Gothic"/>
              </a:defRPr>
            </a:lvl8pPr>
            <a:lvl9pPr algn="l">
              <a:defRPr sz="1575" b="0">
                <a:solidFill>
                  <a:srgbClr val="4D5A68"/>
                </a:solidFill>
                <a:latin typeface="Malgun Gothic"/>
                <a:ea typeface="Malgun Gothic"/>
                <a:cs typeface="Malgun Gothic"/>
              </a:defRPr>
            </a:lvl9pPr>
          </a:lstStyle>
          <a:p xmlns:a="http://schemas.openxmlformats.org/drawingml/2006/main">
            <a:pPr algn="l">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읽기 전용 · 파일 변경 금지 · 근거 제시</a:t>
            </a:r>
          </a:p>
        </p:txBody>
      </p:sp>
      <p:sp>
        <p:nvSpPr>
          <p:cNvPr id="13" name="">
            <a:extLst xmlns:a="http://schemas.openxmlformats.org/drawingml/2006/main">
              <a:ext uri="{FF2B5EF4-FFF2-40B4-BE49-F238E27FC236}">
                <a16:creationId xmlns:a16="http://schemas.microsoft.com/office/drawing/2014/main" id="{835DFFE9-8A8D-4E2A-9D3E-B6D896809346}"/>
              </a:ext>
            </a:extLst>
          </p:cNvPr>
          <p:cNvSpPr>
            <a:spLocks xmlns:a="http://schemas.openxmlformats.org/drawingml/2006/main" noGrp="1"/>
          </p:cNvSpPr>
          <p:nvPr/>
        </p:nvSpPr>
        <p:spPr>
          <a:xfrm xmlns:a="http://schemas.openxmlformats.org/drawingml/2006/main">
            <a:off x="5400675" y="4133850"/>
            <a:ext cx="247650" cy="247650"/>
          </a:xfrm>
          <a:prstGeom xmlns:a="http://schemas.openxmlformats.org/drawingml/2006/main" prst="ellipse">
            <a:avLst/>
          </a:prstGeom>
          <a:solidFill xmlns:a="http://schemas.openxmlformats.org/drawingml/2006/main">
            <a:srgbClr val="0B61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88F57A2-71AE-45E9-A208-66F4DA9A2135}"/>
              </a:ext>
            </a:extLst>
          </p:cNvPr>
          <p:cNvSpPr>
            <a:spLocks xmlns:a="http://schemas.openxmlformats.org/drawingml/2006/main" noGrp="1"/>
          </p:cNvSpPr>
          <p:nvPr/>
        </p:nvSpPr>
        <p:spPr>
          <a:xfrm xmlns:a="http://schemas.openxmlformats.org/drawingml/2006/main">
            <a:off x="5400675" y="4124325"/>
            <a:ext cx="247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FFFFFF"/>
                </a:solidFill>
                <a:latin typeface="Malgun Gothic"/>
                <a:ea typeface="Malgun Gothic"/>
                <a:cs typeface="Malgun Gothic"/>
              </a:defRPr>
            </a:defPPr>
            <a:lvl1pPr algn="ctr">
              <a:defRPr sz="1650" b="1">
                <a:solidFill>
                  <a:srgbClr val="FFFFFF"/>
                </a:solidFill>
                <a:latin typeface="Malgun Gothic"/>
                <a:ea typeface="Malgun Gothic"/>
                <a:cs typeface="Malgun Gothic"/>
              </a:defRPr>
            </a:lvl1pPr>
            <a:lvl2pPr algn="ctr">
              <a:defRPr sz="1650" b="1">
                <a:solidFill>
                  <a:srgbClr val="FFFFFF"/>
                </a:solidFill>
                <a:latin typeface="Malgun Gothic"/>
                <a:ea typeface="Malgun Gothic"/>
                <a:cs typeface="Malgun Gothic"/>
              </a:defRPr>
            </a:lvl2pPr>
            <a:lvl3pPr algn="ctr">
              <a:defRPr sz="1650" b="1">
                <a:solidFill>
                  <a:srgbClr val="FFFFFF"/>
                </a:solidFill>
                <a:latin typeface="Malgun Gothic"/>
                <a:ea typeface="Malgun Gothic"/>
                <a:cs typeface="Malgun Gothic"/>
              </a:defRPr>
            </a:lvl3pPr>
            <a:lvl4pPr algn="ctr">
              <a:defRPr sz="1650" b="1">
                <a:solidFill>
                  <a:srgbClr val="FFFFFF"/>
                </a:solidFill>
                <a:latin typeface="Malgun Gothic"/>
                <a:ea typeface="Malgun Gothic"/>
                <a:cs typeface="Malgun Gothic"/>
              </a:defRPr>
            </a:lvl4pPr>
            <a:lvl5pPr algn="ctr">
              <a:defRPr sz="1650" b="1">
                <a:solidFill>
                  <a:srgbClr val="FFFFFF"/>
                </a:solidFill>
                <a:latin typeface="Malgun Gothic"/>
                <a:ea typeface="Malgun Gothic"/>
                <a:cs typeface="Malgun Gothic"/>
              </a:defRPr>
            </a:lvl5pPr>
            <a:lvl6pPr algn="ctr">
              <a:defRPr sz="1650" b="1">
                <a:solidFill>
                  <a:srgbClr val="FFFFFF"/>
                </a:solidFill>
                <a:latin typeface="Malgun Gothic"/>
                <a:ea typeface="Malgun Gothic"/>
                <a:cs typeface="Malgun Gothic"/>
              </a:defRPr>
            </a:lvl6pPr>
            <a:lvl7pPr algn="ctr">
              <a:defRPr sz="1650" b="1">
                <a:solidFill>
                  <a:srgbClr val="FFFFFF"/>
                </a:solidFill>
                <a:latin typeface="Malgun Gothic"/>
                <a:ea typeface="Malgun Gothic"/>
                <a:cs typeface="Malgun Gothic"/>
              </a:defRPr>
            </a:lvl7pPr>
            <a:lvl8pPr algn="ctr">
              <a:defRPr sz="1650" b="1">
                <a:solidFill>
                  <a:srgbClr val="FFFFFF"/>
                </a:solidFill>
                <a:latin typeface="Malgun Gothic"/>
                <a:ea typeface="Malgun Gothic"/>
                <a:cs typeface="Malgun Gothic"/>
              </a:defRPr>
            </a:lvl8pPr>
            <a:lvl9pPr algn="ctr">
              <a:defRPr sz="1650" b="1">
                <a:solidFill>
                  <a:srgbClr val="FFFFFF"/>
                </a:solidFill>
                <a:latin typeface="Malgun Gothic"/>
                <a:ea typeface="Malgun Gothic"/>
                <a:cs typeface="Malgun Gothic"/>
              </a:defRPr>
            </a:lvl9pPr>
          </a:lstStyle>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196DD987-09CB-4183-8F4E-0082BE980EEF}"/>
              </a:ext>
            </a:extLst>
          </p:cNvPr>
          <p:cNvSpPr>
            <a:spLocks xmlns:a="http://schemas.openxmlformats.org/drawingml/2006/main" noGrp="1"/>
          </p:cNvSpPr>
          <p:nvPr/>
        </p:nvSpPr>
        <p:spPr>
          <a:xfrm xmlns:a="http://schemas.openxmlformats.org/drawingml/2006/main">
            <a:off x="6362700" y="2324100"/>
            <a:ext cx="5219700" cy="21336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14288">
            <a:solidFill>
              <a:srgbClr val="C7D0DA"/>
            </a:solidFill>
            <a:prstDash val="solid"/>
          </a:ln>
        </p:spPr>
      </p:sp>
      <p:sp>
        <p:nvSpPr>
          <p:cNvPr id="16" name="Prompt · 요청 B">
            <a:extLst xmlns:a="http://schemas.openxmlformats.org/drawingml/2006/main">
              <a:ext uri="{FF2B5EF4-FFF2-40B4-BE49-F238E27FC236}">
                <a16:creationId xmlns:a16="http://schemas.microsoft.com/office/drawing/2014/main" id="{5C61DAB5-EE59-42EA-B185-732F00576295}"/>
              </a:ext>
            </a:extLst>
          </p:cNvPr>
          <p:cNvSpPr>
            <a:spLocks xmlns:a="http://schemas.openxmlformats.org/drawingml/2006/main" noGrp="1"/>
          </p:cNvSpPr>
          <p:nvPr/>
        </p:nvSpPr>
        <p:spPr>
          <a:xfrm xmlns:a="http://schemas.openxmlformats.org/drawingml/2006/main">
            <a:off x="6572250" y="24193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Prompt · 요청 B</a:t>
            </a:r>
          </a:p>
        </p:txBody>
      </p:sp>
      <p:sp>
        <p:nvSpPr>
          <p:cNvPr id="17" name="">
            <a:extLst xmlns:a="http://schemas.openxmlformats.org/drawingml/2006/main">
              <a:ext uri="{FF2B5EF4-FFF2-40B4-BE49-F238E27FC236}">
                <a16:creationId xmlns:a16="http://schemas.microsoft.com/office/drawing/2014/main" id="{D366D34B-DDD1-4F61-BB42-FE553AFA24B4}"/>
              </a:ext>
            </a:extLst>
          </p:cNvPr>
          <p:cNvSpPr>
            <a:spLocks xmlns:a="http://schemas.openxmlformats.org/drawingml/2006/main" noGrp="1"/>
          </p:cNvSpPr>
          <p:nvPr/>
        </p:nvSpPr>
        <p:spPr>
          <a:xfrm xmlns:a="http://schemas.openxmlformats.org/drawingml/2006/main">
            <a:off x="6572250" y="2752725"/>
            <a:ext cx="48006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8" name="실행할 때 필요한 의존성이 있어?&#10;빌드·패키징에만 필요한 도구와&#10;구분해서 조사해줘.&#10;판단한 근거도 알려줘.">
            <a:extLst xmlns:a="http://schemas.openxmlformats.org/drawingml/2006/main">
              <a:ext uri="{FF2B5EF4-FFF2-40B4-BE49-F238E27FC236}">
                <a16:creationId xmlns:a16="http://schemas.microsoft.com/office/drawing/2014/main" id="{F179A1F5-54FC-475B-B50E-B85B279639AC}"/>
              </a:ext>
            </a:extLst>
          </p:cNvPr>
          <p:cNvSpPr>
            <a:spLocks xmlns:a="http://schemas.openxmlformats.org/drawingml/2006/main" noGrp="1"/>
          </p:cNvSpPr>
          <p:nvPr/>
        </p:nvSpPr>
        <p:spPr>
          <a:xfrm xmlns:a="http://schemas.openxmlformats.org/drawingml/2006/main">
            <a:off x="6572250" y="2876550"/>
            <a:ext cx="48006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실행할 때 필요한 의존성이 있어?</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빌드·패키징에만 필요한 도구와</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구분해서 조사해줘.</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판단한 근거도 알려줘.</a:t>
            </a:r>
          </a:p>
        </p:txBody>
      </p:sp>
      <p:sp>
        <p:nvSpPr>
          <p:cNvPr id="19" name="읽기 전용 · 파일 변경 금지 · 근거 제시">
            <a:extLst xmlns:a="http://schemas.openxmlformats.org/drawingml/2006/main">
              <a:ext uri="{FF2B5EF4-FFF2-40B4-BE49-F238E27FC236}">
                <a16:creationId xmlns:a16="http://schemas.microsoft.com/office/drawing/2014/main" id="{1C346C3A-9F74-42FD-B1C2-883D301AD1B5}"/>
              </a:ext>
            </a:extLst>
          </p:cNvPr>
          <p:cNvSpPr>
            <a:spLocks xmlns:a="http://schemas.openxmlformats.org/drawingml/2006/main" noGrp="1"/>
          </p:cNvSpPr>
          <p:nvPr/>
        </p:nvSpPr>
        <p:spPr>
          <a:xfrm xmlns:a="http://schemas.openxmlformats.org/drawingml/2006/main">
            <a:off x="6572250" y="4162425"/>
            <a:ext cx="445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4D5A68"/>
                </a:solidFill>
                <a:latin typeface="Malgun Gothic"/>
                <a:ea typeface="Malgun Gothic"/>
                <a:cs typeface="Malgun Gothic"/>
              </a:defRPr>
            </a:defPPr>
            <a:lvl1pPr algn="l">
              <a:defRPr sz="1575" b="0">
                <a:solidFill>
                  <a:srgbClr val="4D5A68"/>
                </a:solidFill>
                <a:latin typeface="Malgun Gothic"/>
                <a:ea typeface="Malgun Gothic"/>
                <a:cs typeface="Malgun Gothic"/>
              </a:defRPr>
            </a:lvl1pPr>
            <a:lvl2pPr algn="l">
              <a:defRPr sz="1575" b="0">
                <a:solidFill>
                  <a:srgbClr val="4D5A68"/>
                </a:solidFill>
                <a:latin typeface="Malgun Gothic"/>
                <a:ea typeface="Malgun Gothic"/>
                <a:cs typeface="Malgun Gothic"/>
              </a:defRPr>
            </a:lvl2pPr>
            <a:lvl3pPr algn="l">
              <a:defRPr sz="1575" b="0">
                <a:solidFill>
                  <a:srgbClr val="4D5A68"/>
                </a:solidFill>
                <a:latin typeface="Malgun Gothic"/>
                <a:ea typeface="Malgun Gothic"/>
                <a:cs typeface="Malgun Gothic"/>
              </a:defRPr>
            </a:lvl3pPr>
            <a:lvl4pPr algn="l">
              <a:defRPr sz="1575" b="0">
                <a:solidFill>
                  <a:srgbClr val="4D5A68"/>
                </a:solidFill>
                <a:latin typeface="Malgun Gothic"/>
                <a:ea typeface="Malgun Gothic"/>
                <a:cs typeface="Malgun Gothic"/>
              </a:defRPr>
            </a:lvl4pPr>
            <a:lvl5pPr algn="l">
              <a:defRPr sz="1575" b="0">
                <a:solidFill>
                  <a:srgbClr val="4D5A68"/>
                </a:solidFill>
                <a:latin typeface="Malgun Gothic"/>
                <a:ea typeface="Malgun Gothic"/>
                <a:cs typeface="Malgun Gothic"/>
              </a:defRPr>
            </a:lvl5pPr>
            <a:lvl6pPr algn="l">
              <a:defRPr sz="1575" b="0">
                <a:solidFill>
                  <a:srgbClr val="4D5A68"/>
                </a:solidFill>
                <a:latin typeface="Malgun Gothic"/>
                <a:ea typeface="Malgun Gothic"/>
                <a:cs typeface="Malgun Gothic"/>
              </a:defRPr>
            </a:lvl6pPr>
            <a:lvl7pPr algn="l">
              <a:defRPr sz="1575" b="0">
                <a:solidFill>
                  <a:srgbClr val="4D5A68"/>
                </a:solidFill>
                <a:latin typeface="Malgun Gothic"/>
                <a:ea typeface="Malgun Gothic"/>
                <a:cs typeface="Malgun Gothic"/>
              </a:defRPr>
            </a:lvl7pPr>
            <a:lvl8pPr algn="l">
              <a:defRPr sz="1575" b="0">
                <a:solidFill>
                  <a:srgbClr val="4D5A68"/>
                </a:solidFill>
                <a:latin typeface="Malgun Gothic"/>
                <a:ea typeface="Malgun Gothic"/>
                <a:cs typeface="Malgun Gothic"/>
              </a:defRPr>
            </a:lvl8pPr>
            <a:lvl9pPr algn="l">
              <a:defRPr sz="1575" b="0">
                <a:solidFill>
                  <a:srgbClr val="4D5A68"/>
                </a:solidFill>
                <a:latin typeface="Malgun Gothic"/>
                <a:ea typeface="Malgun Gothic"/>
                <a:cs typeface="Malgun Gothic"/>
              </a:defRPr>
            </a:lvl9pPr>
          </a:lstStyle>
          <a:p xmlns:a="http://schemas.openxmlformats.org/drawingml/2006/main">
            <a:pPr algn="l">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읽기 전용 · 파일 변경 금지 · 근거 제시</a:t>
            </a:r>
          </a:p>
        </p:txBody>
      </p:sp>
      <p:sp>
        <p:nvSpPr>
          <p:cNvPr id="20" name="">
            <a:extLst xmlns:a="http://schemas.openxmlformats.org/drawingml/2006/main">
              <a:ext uri="{FF2B5EF4-FFF2-40B4-BE49-F238E27FC236}">
                <a16:creationId xmlns:a16="http://schemas.microsoft.com/office/drawing/2014/main" id="{B3CA3B8A-9D45-4BB6-AEA9-1941852F74C0}"/>
              </a:ext>
            </a:extLst>
          </p:cNvPr>
          <p:cNvSpPr>
            <a:spLocks xmlns:a="http://schemas.openxmlformats.org/drawingml/2006/main" noGrp="1"/>
          </p:cNvSpPr>
          <p:nvPr/>
        </p:nvSpPr>
        <p:spPr>
          <a:xfrm xmlns:a="http://schemas.openxmlformats.org/drawingml/2006/main">
            <a:off x="11153775" y="4133850"/>
            <a:ext cx="247650" cy="247650"/>
          </a:xfrm>
          <a:prstGeom xmlns:a="http://schemas.openxmlformats.org/drawingml/2006/main" prst="ellipse">
            <a:avLst/>
          </a:prstGeom>
          <a:solidFill xmlns:a="http://schemas.openxmlformats.org/drawingml/2006/main">
            <a:srgbClr val="0B617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6D73877-427C-4431-BDF0-E194E46C92FD}"/>
              </a:ext>
            </a:extLst>
          </p:cNvPr>
          <p:cNvSpPr>
            <a:spLocks xmlns:a="http://schemas.openxmlformats.org/drawingml/2006/main" noGrp="1"/>
          </p:cNvSpPr>
          <p:nvPr/>
        </p:nvSpPr>
        <p:spPr>
          <a:xfrm xmlns:a="http://schemas.openxmlformats.org/drawingml/2006/main">
            <a:off x="11153775" y="4124325"/>
            <a:ext cx="247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FFFFFF"/>
                </a:solidFill>
                <a:latin typeface="Malgun Gothic"/>
                <a:ea typeface="Malgun Gothic"/>
                <a:cs typeface="Malgun Gothic"/>
              </a:defRPr>
            </a:defPPr>
            <a:lvl1pPr algn="ctr">
              <a:defRPr sz="1650" b="1">
                <a:solidFill>
                  <a:srgbClr val="FFFFFF"/>
                </a:solidFill>
                <a:latin typeface="Malgun Gothic"/>
                <a:ea typeface="Malgun Gothic"/>
                <a:cs typeface="Malgun Gothic"/>
              </a:defRPr>
            </a:lvl1pPr>
            <a:lvl2pPr algn="ctr">
              <a:defRPr sz="1650" b="1">
                <a:solidFill>
                  <a:srgbClr val="FFFFFF"/>
                </a:solidFill>
                <a:latin typeface="Malgun Gothic"/>
                <a:ea typeface="Malgun Gothic"/>
                <a:cs typeface="Malgun Gothic"/>
              </a:defRPr>
            </a:lvl2pPr>
            <a:lvl3pPr algn="ctr">
              <a:defRPr sz="1650" b="1">
                <a:solidFill>
                  <a:srgbClr val="FFFFFF"/>
                </a:solidFill>
                <a:latin typeface="Malgun Gothic"/>
                <a:ea typeface="Malgun Gothic"/>
                <a:cs typeface="Malgun Gothic"/>
              </a:defRPr>
            </a:lvl3pPr>
            <a:lvl4pPr algn="ctr">
              <a:defRPr sz="1650" b="1">
                <a:solidFill>
                  <a:srgbClr val="FFFFFF"/>
                </a:solidFill>
                <a:latin typeface="Malgun Gothic"/>
                <a:ea typeface="Malgun Gothic"/>
                <a:cs typeface="Malgun Gothic"/>
              </a:defRPr>
            </a:lvl4pPr>
            <a:lvl5pPr algn="ctr">
              <a:defRPr sz="1650" b="1">
                <a:solidFill>
                  <a:srgbClr val="FFFFFF"/>
                </a:solidFill>
                <a:latin typeface="Malgun Gothic"/>
                <a:ea typeface="Malgun Gothic"/>
                <a:cs typeface="Malgun Gothic"/>
              </a:defRPr>
            </a:lvl5pPr>
            <a:lvl6pPr algn="ctr">
              <a:defRPr sz="1650" b="1">
                <a:solidFill>
                  <a:srgbClr val="FFFFFF"/>
                </a:solidFill>
                <a:latin typeface="Malgun Gothic"/>
                <a:ea typeface="Malgun Gothic"/>
                <a:cs typeface="Malgun Gothic"/>
              </a:defRPr>
            </a:lvl6pPr>
            <a:lvl7pPr algn="ctr">
              <a:defRPr sz="1650" b="1">
                <a:solidFill>
                  <a:srgbClr val="FFFFFF"/>
                </a:solidFill>
                <a:latin typeface="Malgun Gothic"/>
                <a:ea typeface="Malgun Gothic"/>
                <a:cs typeface="Malgun Gothic"/>
              </a:defRPr>
            </a:lvl7pPr>
            <a:lvl8pPr algn="ctr">
              <a:defRPr sz="1650" b="1">
                <a:solidFill>
                  <a:srgbClr val="FFFFFF"/>
                </a:solidFill>
                <a:latin typeface="Malgun Gothic"/>
                <a:ea typeface="Malgun Gothic"/>
                <a:cs typeface="Malgun Gothic"/>
              </a:defRPr>
            </a:lvl8pPr>
            <a:lvl9pPr algn="ctr">
              <a:defRPr sz="1650" b="1">
                <a:solidFill>
                  <a:srgbClr val="FFFFFF"/>
                </a:solidFill>
                <a:latin typeface="Malgun Gothic"/>
                <a:ea typeface="Malgun Gothic"/>
                <a:cs typeface="Malgun Gothic"/>
              </a:defRPr>
            </a:lvl9pPr>
          </a:lstStyle>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a:t>
            </a:r>
          </a:p>
        </p:txBody>
      </p:sp>
      <p:sp>
        <p:nvSpPr>
          <p:cNvPr id="22" name="다음 기록에서 볼 것">
            <a:extLst xmlns:a="http://schemas.openxmlformats.org/drawingml/2006/main">
              <a:ext uri="{FF2B5EF4-FFF2-40B4-BE49-F238E27FC236}">
                <a16:creationId xmlns:a16="http://schemas.microsoft.com/office/drawing/2014/main" id="{1D07507D-53FB-429D-AA7C-344678FFBA74}"/>
              </a:ext>
            </a:extLst>
          </p:cNvPr>
          <p:cNvSpPr>
            <a:spLocks xmlns:a="http://schemas.openxmlformats.org/drawingml/2006/main" noGrp="1"/>
          </p:cNvSpPr>
          <p:nvPr/>
        </p:nvSpPr>
        <p:spPr>
          <a:xfrm xmlns:a="http://schemas.openxmlformats.org/drawingml/2006/main">
            <a:off x="609600" y="46482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다음 기록에서 볼 것</a:t>
            </a:r>
          </a:p>
        </p:txBody>
      </p:sp>
      <p:sp>
        <p:nvSpPr>
          <p:cNvPr id="23" name="01">
            <a:extLst xmlns:a="http://schemas.openxmlformats.org/drawingml/2006/main">
              <a:ext uri="{FF2B5EF4-FFF2-40B4-BE49-F238E27FC236}">
                <a16:creationId xmlns:a16="http://schemas.microsoft.com/office/drawing/2014/main" id="{30F113EB-385B-4B03-B92A-CB59737DA8F4}"/>
              </a:ext>
            </a:extLst>
          </p:cNvPr>
          <p:cNvSpPr>
            <a:spLocks xmlns:a="http://schemas.openxmlformats.org/drawingml/2006/main" noGrp="1"/>
          </p:cNvSpPr>
          <p:nvPr/>
        </p:nvSpPr>
        <p:spPr>
          <a:xfrm xmlns:a="http://schemas.openxmlformats.org/drawingml/2006/main">
            <a:off x="609600" y="5095875"/>
            <a:ext cx="419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Consolas"/>
                <a:ea typeface="Consolas"/>
                <a:cs typeface="Consolas"/>
              </a:defRPr>
            </a:defPPr>
            <a:lvl1pPr algn="l">
              <a:defRPr sz="1800" b="1">
                <a:solidFill>
                  <a:srgbClr val="4D5A68"/>
                </a:solidFill>
                <a:latin typeface="Consolas"/>
                <a:ea typeface="Consolas"/>
                <a:cs typeface="Consolas"/>
              </a:defRPr>
            </a:lvl1pPr>
            <a:lvl2pPr algn="l">
              <a:defRPr sz="1800" b="1">
                <a:solidFill>
                  <a:srgbClr val="4D5A68"/>
                </a:solidFill>
                <a:latin typeface="Consolas"/>
                <a:ea typeface="Consolas"/>
                <a:cs typeface="Consolas"/>
              </a:defRPr>
            </a:lvl2pPr>
            <a:lvl3pPr algn="l">
              <a:defRPr sz="1800" b="1">
                <a:solidFill>
                  <a:srgbClr val="4D5A68"/>
                </a:solidFill>
                <a:latin typeface="Consolas"/>
                <a:ea typeface="Consolas"/>
                <a:cs typeface="Consolas"/>
              </a:defRPr>
            </a:lvl3pPr>
            <a:lvl4pPr algn="l">
              <a:defRPr sz="1800" b="1">
                <a:solidFill>
                  <a:srgbClr val="4D5A68"/>
                </a:solidFill>
                <a:latin typeface="Consolas"/>
                <a:ea typeface="Consolas"/>
                <a:cs typeface="Consolas"/>
              </a:defRPr>
            </a:lvl4pPr>
            <a:lvl5pPr algn="l">
              <a:defRPr sz="1800" b="1">
                <a:solidFill>
                  <a:srgbClr val="4D5A68"/>
                </a:solidFill>
                <a:latin typeface="Consolas"/>
                <a:ea typeface="Consolas"/>
                <a:cs typeface="Consolas"/>
              </a:defRPr>
            </a:lvl5pPr>
            <a:lvl6pPr algn="l">
              <a:defRPr sz="1800" b="1">
                <a:solidFill>
                  <a:srgbClr val="4D5A68"/>
                </a:solidFill>
                <a:latin typeface="Consolas"/>
                <a:ea typeface="Consolas"/>
                <a:cs typeface="Consolas"/>
              </a:defRPr>
            </a:lvl6pPr>
            <a:lvl7pPr algn="l">
              <a:defRPr sz="1800" b="1">
                <a:solidFill>
                  <a:srgbClr val="4D5A68"/>
                </a:solidFill>
                <a:latin typeface="Consolas"/>
                <a:ea typeface="Consolas"/>
                <a:cs typeface="Consolas"/>
              </a:defRPr>
            </a:lvl7pPr>
            <a:lvl8pPr algn="l">
              <a:defRPr sz="1800" b="1">
                <a:solidFill>
                  <a:srgbClr val="4D5A68"/>
                </a:solidFill>
                <a:latin typeface="Consolas"/>
                <a:ea typeface="Consolas"/>
                <a:cs typeface="Consolas"/>
              </a:defRPr>
            </a:lvl8pPr>
            <a:lvl9pPr algn="l">
              <a:defRPr sz="1800" b="1">
                <a:solidFill>
                  <a:srgbClr val="4D5A68"/>
                </a:solidFill>
                <a:latin typeface="Consolas"/>
                <a:ea typeface="Consolas"/>
                <a:cs typeface="Consolas"/>
              </a:defRPr>
            </a:lvl9pPr>
          </a:lstStyle>
          <a:p xmlns:a="http://schemas.openxmlformats.org/drawingml/2006/main">
            <a:pPr algn="l">
              <a:defRPr sz="1800" b="1">
                <a:solidFill>
                  <a:srgbClr val="4D5A68"/>
                </a:solidFill>
                <a:latin typeface="Consolas"/>
                <a:ea typeface="Consolas"/>
                <a:cs typeface="Consolas"/>
              </a:defRPr>
            </a:pPr>
            <a:r>
              <a:rPr sz="1800" b="1">
                <a:solidFill>
                  <a:srgbClr val="4D5A68"/>
                </a:solidFill>
                <a:latin typeface="Consolas"/>
                <a:ea typeface="Consolas"/>
                <a:cs typeface="Consolas"/>
              </a:rPr>
              <a:t>01</a:t>
            </a:r>
          </a:p>
        </p:txBody>
      </p:sp>
      <p:sp>
        <p:nvSpPr>
          <p:cNvPr id="24" name="어떤 문서를&#10;실제로 열었나?">
            <a:extLst xmlns:a="http://schemas.openxmlformats.org/drawingml/2006/main">
              <a:ext uri="{FF2B5EF4-FFF2-40B4-BE49-F238E27FC236}">
                <a16:creationId xmlns:a16="http://schemas.microsoft.com/office/drawing/2014/main" id="{47CB4DA7-8728-429B-82C5-BF41FC705E43}"/>
              </a:ext>
            </a:extLst>
          </p:cNvPr>
          <p:cNvSpPr>
            <a:spLocks xmlns:a="http://schemas.openxmlformats.org/drawingml/2006/main" noGrp="1"/>
          </p:cNvSpPr>
          <p:nvPr/>
        </p:nvSpPr>
        <p:spPr>
          <a:xfrm xmlns:a="http://schemas.openxmlformats.org/drawingml/2006/main">
            <a:off x="1123950" y="5057775"/>
            <a:ext cx="2914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어떤 문서를</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실제로 열었나?</a:t>
            </a:r>
          </a:p>
        </p:txBody>
      </p:sp>
      <p:sp>
        <p:nvSpPr>
          <p:cNvPr id="25" name="02">
            <a:extLst xmlns:a="http://schemas.openxmlformats.org/drawingml/2006/main">
              <a:ext uri="{FF2B5EF4-FFF2-40B4-BE49-F238E27FC236}">
                <a16:creationId xmlns:a16="http://schemas.microsoft.com/office/drawing/2014/main" id="{8BC37F27-BD60-4359-9E73-F4BCAE800F8F}"/>
              </a:ext>
            </a:extLst>
          </p:cNvPr>
          <p:cNvSpPr>
            <a:spLocks xmlns:a="http://schemas.openxmlformats.org/drawingml/2006/main" noGrp="1"/>
          </p:cNvSpPr>
          <p:nvPr/>
        </p:nvSpPr>
        <p:spPr>
          <a:xfrm xmlns:a="http://schemas.openxmlformats.org/drawingml/2006/main">
            <a:off x="4381500" y="5095875"/>
            <a:ext cx="419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Consolas"/>
                <a:ea typeface="Consolas"/>
                <a:cs typeface="Consolas"/>
              </a:defRPr>
            </a:defPPr>
            <a:lvl1pPr algn="l">
              <a:defRPr sz="1800" b="1">
                <a:solidFill>
                  <a:srgbClr val="4D5A68"/>
                </a:solidFill>
                <a:latin typeface="Consolas"/>
                <a:ea typeface="Consolas"/>
                <a:cs typeface="Consolas"/>
              </a:defRPr>
            </a:lvl1pPr>
            <a:lvl2pPr algn="l">
              <a:defRPr sz="1800" b="1">
                <a:solidFill>
                  <a:srgbClr val="4D5A68"/>
                </a:solidFill>
                <a:latin typeface="Consolas"/>
                <a:ea typeface="Consolas"/>
                <a:cs typeface="Consolas"/>
              </a:defRPr>
            </a:lvl2pPr>
            <a:lvl3pPr algn="l">
              <a:defRPr sz="1800" b="1">
                <a:solidFill>
                  <a:srgbClr val="4D5A68"/>
                </a:solidFill>
                <a:latin typeface="Consolas"/>
                <a:ea typeface="Consolas"/>
                <a:cs typeface="Consolas"/>
              </a:defRPr>
            </a:lvl3pPr>
            <a:lvl4pPr algn="l">
              <a:defRPr sz="1800" b="1">
                <a:solidFill>
                  <a:srgbClr val="4D5A68"/>
                </a:solidFill>
                <a:latin typeface="Consolas"/>
                <a:ea typeface="Consolas"/>
                <a:cs typeface="Consolas"/>
              </a:defRPr>
            </a:lvl4pPr>
            <a:lvl5pPr algn="l">
              <a:defRPr sz="1800" b="1">
                <a:solidFill>
                  <a:srgbClr val="4D5A68"/>
                </a:solidFill>
                <a:latin typeface="Consolas"/>
                <a:ea typeface="Consolas"/>
                <a:cs typeface="Consolas"/>
              </a:defRPr>
            </a:lvl5pPr>
            <a:lvl6pPr algn="l">
              <a:defRPr sz="1800" b="1">
                <a:solidFill>
                  <a:srgbClr val="4D5A68"/>
                </a:solidFill>
                <a:latin typeface="Consolas"/>
                <a:ea typeface="Consolas"/>
                <a:cs typeface="Consolas"/>
              </a:defRPr>
            </a:lvl6pPr>
            <a:lvl7pPr algn="l">
              <a:defRPr sz="1800" b="1">
                <a:solidFill>
                  <a:srgbClr val="4D5A68"/>
                </a:solidFill>
                <a:latin typeface="Consolas"/>
                <a:ea typeface="Consolas"/>
                <a:cs typeface="Consolas"/>
              </a:defRPr>
            </a:lvl7pPr>
            <a:lvl8pPr algn="l">
              <a:defRPr sz="1800" b="1">
                <a:solidFill>
                  <a:srgbClr val="4D5A68"/>
                </a:solidFill>
                <a:latin typeface="Consolas"/>
                <a:ea typeface="Consolas"/>
                <a:cs typeface="Consolas"/>
              </a:defRPr>
            </a:lvl8pPr>
            <a:lvl9pPr algn="l">
              <a:defRPr sz="1800" b="1">
                <a:solidFill>
                  <a:srgbClr val="4D5A68"/>
                </a:solidFill>
                <a:latin typeface="Consolas"/>
                <a:ea typeface="Consolas"/>
                <a:cs typeface="Consolas"/>
              </a:defRPr>
            </a:lvl9pPr>
          </a:lstStyle>
          <a:p xmlns:a="http://schemas.openxmlformats.org/drawingml/2006/main">
            <a:pPr algn="l">
              <a:defRPr sz="1800" b="1">
                <a:solidFill>
                  <a:srgbClr val="4D5A68"/>
                </a:solidFill>
                <a:latin typeface="Consolas"/>
                <a:ea typeface="Consolas"/>
                <a:cs typeface="Consolas"/>
              </a:defRPr>
            </a:pPr>
            <a:r>
              <a:rPr sz="1800" b="1">
                <a:solidFill>
                  <a:srgbClr val="4D5A68"/>
                </a:solidFill>
                <a:latin typeface="Consolas"/>
                <a:ea typeface="Consolas"/>
                <a:cs typeface="Consolas"/>
              </a:rPr>
              <a:t>02</a:t>
            </a:r>
          </a:p>
        </p:txBody>
      </p:sp>
      <p:sp>
        <p:nvSpPr>
          <p:cNvPr id="26" name="두 요청이 같은&#10;문서를 읽었나?">
            <a:extLst xmlns:a="http://schemas.openxmlformats.org/drawingml/2006/main">
              <a:ext uri="{FF2B5EF4-FFF2-40B4-BE49-F238E27FC236}">
                <a16:creationId xmlns:a16="http://schemas.microsoft.com/office/drawing/2014/main" id="{5AB651BD-5BAE-4D6F-A470-DFBC55580F4F}"/>
              </a:ext>
            </a:extLst>
          </p:cNvPr>
          <p:cNvSpPr>
            <a:spLocks xmlns:a="http://schemas.openxmlformats.org/drawingml/2006/main" noGrp="1"/>
          </p:cNvSpPr>
          <p:nvPr/>
        </p:nvSpPr>
        <p:spPr>
          <a:xfrm xmlns:a="http://schemas.openxmlformats.org/drawingml/2006/main">
            <a:off x="4895850" y="5057775"/>
            <a:ext cx="2914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두 요청이 같은</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문서를 읽었나?</a:t>
            </a:r>
          </a:p>
        </p:txBody>
      </p:sp>
      <p:sp>
        <p:nvSpPr>
          <p:cNvPr id="27" name="03">
            <a:extLst xmlns:a="http://schemas.openxmlformats.org/drawingml/2006/main">
              <a:ext uri="{FF2B5EF4-FFF2-40B4-BE49-F238E27FC236}">
                <a16:creationId xmlns:a16="http://schemas.microsoft.com/office/drawing/2014/main" id="{D1464E41-6D01-498C-8FB0-095BE1EB5E78}"/>
              </a:ext>
            </a:extLst>
          </p:cNvPr>
          <p:cNvSpPr>
            <a:spLocks xmlns:a="http://schemas.openxmlformats.org/drawingml/2006/main" noGrp="1"/>
          </p:cNvSpPr>
          <p:nvPr/>
        </p:nvSpPr>
        <p:spPr>
          <a:xfrm xmlns:a="http://schemas.openxmlformats.org/drawingml/2006/main">
            <a:off x="8153400" y="5095875"/>
            <a:ext cx="419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Consolas"/>
                <a:ea typeface="Consolas"/>
                <a:cs typeface="Consolas"/>
              </a:defRPr>
            </a:defPPr>
            <a:lvl1pPr algn="l">
              <a:defRPr sz="1800" b="1">
                <a:solidFill>
                  <a:srgbClr val="4D5A68"/>
                </a:solidFill>
                <a:latin typeface="Consolas"/>
                <a:ea typeface="Consolas"/>
                <a:cs typeface="Consolas"/>
              </a:defRPr>
            </a:lvl1pPr>
            <a:lvl2pPr algn="l">
              <a:defRPr sz="1800" b="1">
                <a:solidFill>
                  <a:srgbClr val="4D5A68"/>
                </a:solidFill>
                <a:latin typeface="Consolas"/>
                <a:ea typeface="Consolas"/>
                <a:cs typeface="Consolas"/>
              </a:defRPr>
            </a:lvl2pPr>
            <a:lvl3pPr algn="l">
              <a:defRPr sz="1800" b="1">
                <a:solidFill>
                  <a:srgbClr val="4D5A68"/>
                </a:solidFill>
                <a:latin typeface="Consolas"/>
                <a:ea typeface="Consolas"/>
                <a:cs typeface="Consolas"/>
              </a:defRPr>
            </a:lvl3pPr>
            <a:lvl4pPr algn="l">
              <a:defRPr sz="1800" b="1">
                <a:solidFill>
                  <a:srgbClr val="4D5A68"/>
                </a:solidFill>
                <a:latin typeface="Consolas"/>
                <a:ea typeface="Consolas"/>
                <a:cs typeface="Consolas"/>
              </a:defRPr>
            </a:lvl4pPr>
            <a:lvl5pPr algn="l">
              <a:defRPr sz="1800" b="1">
                <a:solidFill>
                  <a:srgbClr val="4D5A68"/>
                </a:solidFill>
                <a:latin typeface="Consolas"/>
                <a:ea typeface="Consolas"/>
                <a:cs typeface="Consolas"/>
              </a:defRPr>
            </a:lvl5pPr>
            <a:lvl6pPr algn="l">
              <a:defRPr sz="1800" b="1">
                <a:solidFill>
                  <a:srgbClr val="4D5A68"/>
                </a:solidFill>
                <a:latin typeface="Consolas"/>
                <a:ea typeface="Consolas"/>
                <a:cs typeface="Consolas"/>
              </a:defRPr>
            </a:lvl6pPr>
            <a:lvl7pPr algn="l">
              <a:defRPr sz="1800" b="1">
                <a:solidFill>
                  <a:srgbClr val="4D5A68"/>
                </a:solidFill>
                <a:latin typeface="Consolas"/>
                <a:ea typeface="Consolas"/>
                <a:cs typeface="Consolas"/>
              </a:defRPr>
            </a:lvl7pPr>
            <a:lvl8pPr algn="l">
              <a:defRPr sz="1800" b="1">
                <a:solidFill>
                  <a:srgbClr val="4D5A68"/>
                </a:solidFill>
                <a:latin typeface="Consolas"/>
                <a:ea typeface="Consolas"/>
                <a:cs typeface="Consolas"/>
              </a:defRPr>
            </a:lvl8pPr>
            <a:lvl9pPr algn="l">
              <a:defRPr sz="1800" b="1">
                <a:solidFill>
                  <a:srgbClr val="4D5A68"/>
                </a:solidFill>
                <a:latin typeface="Consolas"/>
                <a:ea typeface="Consolas"/>
                <a:cs typeface="Consolas"/>
              </a:defRPr>
            </a:lvl9pPr>
          </a:lstStyle>
          <a:p xmlns:a="http://schemas.openxmlformats.org/drawingml/2006/main">
            <a:pPr algn="l">
              <a:defRPr sz="1800" b="1">
                <a:solidFill>
                  <a:srgbClr val="4D5A68"/>
                </a:solidFill>
                <a:latin typeface="Consolas"/>
                <a:ea typeface="Consolas"/>
                <a:cs typeface="Consolas"/>
              </a:defRPr>
            </a:pPr>
            <a:r>
              <a:rPr sz="1800" b="1">
                <a:solidFill>
                  <a:srgbClr val="4D5A68"/>
                </a:solidFill>
                <a:latin typeface="Consolas"/>
                <a:ea typeface="Consolas"/>
                <a:cs typeface="Consolas"/>
              </a:rPr>
              <a:t>03</a:t>
            </a:r>
          </a:p>
        </p:txBody>
      </p:sp>
      <p:sp>
        <p:nvSpPr>
          <p:cNvPr id="28" name="답에 사용한&#10;근거는 무엇인가?">
            <a:extLst xmlns:a="http://schemas.openxmlformats.org/drawingml/2006/main">
              <a:ext uri="{FF2B5EF4-FFF2-40B4-BE49-F238E27FC236}">
                <a16:creationId xmlns:a16="http://schemas.microsoft.com/office/drawing/2014/main" id="{059CAD85-0CE6-4E92-A0CF-EF63C0632DC9}"/>
              </a:ext>
            </a:extLst>
          </p:cNvPr>
          <p:cNvSpPr>
            <a:spLocks xmlns:a="http://schemas.openxmlformats.org/drawingml/2006/main" noGrp="1"/>
          </p:cNvSpPr>
          <p:nvPr/>
        </p:nvSpPr>
        <p:spPr>
          <a:xfrm xmlns:a="http://schemas.openxmlformats.org/drawingml/2006/main">
            <a:off x="8667750" y="5057775"/>
            <a:ext cx="2914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답에 사용한</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근거는 무엇인가?</a:t>
            </a:r>
          </a:p>
        </p:txBody>
      </p:sp>
      <p:sp>
        <p:nvSpPr>
          <p:cNvPr id="29" name="Legacy module connection">
            <a:extLst xmlns:a="http://schemas.openxmlformats.org/drawingml/2006/main">
              <a:ext uri="{FF2B5EF4-FFF2-40B4-BE49-F238E27FC236}">
                <a16:creationId xmlns:a16="http://schemas.microsoft.com/office/drawing/2014/main" id="{96DA810E-070C-4FF8-BD51-4457EF981034}"/>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225674270"/>
      </p:ext>
    </p:extLst>
  </p:cSld>
</p:sld>
</file>

<file path=ppt/slides/slide4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ACT 2 · 질문과 근거를 연결하기">
            <a:extLst xmlns:a="http://schemas.openxmlformats.org/drawingml/2006/main">
              <a:ext uri="{FF2B5EF4-FFF2-40B4-BE49-F238E27FC236}">
                <a16:creationId xmlns:a16="http://schemas.microsoft.com/office/drawing/2014/main" id="{D9EF88B3-EF9D-4A5A-A4AF-EEFDE0450339}"/>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질문과 근거를 연결하기</a:t>
            </a:r>
          </a:p>
        </p:txBody>
      </p:sp>
      <p:sp>
        <p:nvSpPr>
          <p:cNvPr id="2" name="S45">
            <a:extLst xmlns:a="http://schemas.openxmlformats.org/drawingml/2006/main">
              <a:ext uri="{FF2B5EF4-FFF2-40B4-BE49-F238E27FC236}">
                <a16:creationId xmlns:a16="http://schemas.microsoft.com/office/drawing/2014/main" id="{A7C19F42-D358-49A2-88E7-5806FE8C3FF2}"/>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S45</a:t>
            </a:r>
          </a:p>
        </p:txBody>
      </p:sp>
      <p:sp>
        <p:nvSpPr>
          <p:cNvPr id="3" name="Crop Task에서 관찰한 접근">
            <a:extLst xmlns:a="http://schemas.openxmlformats.org/drawingml/2006/main">
              <a:ext uri="{FF2B5EF4-FFF2-40B4-BE49-F238E27FC236}">
                <a16:creationId xmlns:a16="http://schemas.microsoft.com/office/drawing/2014/main" id="{2EE2CAED-055F-401D-858A-B09F6635C8B1}"/>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Crop Task에서 관찰한 접근</a:t>
            </a:r>
          </a:p>
        </p:txBody>
      </p:sp>
      <p:sp>
        <p:nvSpPr>
          <p:cNvPr id="4" name="">
            <a:extLst xmlns:a="http://schemas.openxmlformats.org/drawingml/2006/main">
              <a:ext uri="{FF2B5EF4-FFF2-40B4-BE49-F238E27FC236}">
                <a16:creationId xmlns:a16="http://schemas.microsoft.com/office/drawing/2014/main" id="{85696AFF-6316-4FAD-97C1-4CCAA1E174AA}"/>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5A 최종 실행 · Codex CLI 0.154.0 · 문서 접근과 답을 요약·재구성">
            <a:extLst xmlns:a="http://schemas.openxmlformats.org/drawingml/2006/main">
              <a:ext uri="{FF2B5EF4-FFF2-40B4-BE49-F238E27FC236}">
                <a16:creationId xmlns:a16="http://schemas.microsoft.com/office/drawing/2014/main" id="{0E721F9A-FF24-4167-B615-D19955625486}"/>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TRIAL-005A 최종 실행 · Codex CLI 0.154.0 · 문서 접근과 답을 요약·재구성</a:t>
            </a:r>
          </a:p>
        </p:txBody>
      </p:sp>
      <p:sp>
        <p:nvSpPr>
          <p:cNvPr id="6" name="* testing.md는 최종 실행에서 관찰(이전 실행과 다름) · 현재 Desktop 검증 아님">
            <a:extLst xmlns:a="http://schemas.openxmlformats.org/drawingml/2006/main">
              <a:ext uri="{FF2B5EF4-FFF2-40B4-BE49-F238E27FC236}">
                <a16:creationId xmlns:a16="http://schemas.microsoft.com/office/drawing/2014/main" id="{6BE0E926-EAF6-4E6A-A789-7284372A981B}"/>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 testing.md는 최종 실행에서 관찰(이전 실행과 다름) · 현재 Desktop 검증 아님</a:t>
            </a:r>
          </a:p>
        </p:txBody>
      </p:sp>
      <p:sp>
        <p:nvSpPr>
          <p:cNvPr id="7" name="요청 A · --crop 1 3의 원본 열·출력 폭·끝 좌표를 확인">
            <a:extLst xmlns:a="http://schemas.openxmlformats.org/drawingml/2006/main">
              <a:ext uri="{FF2B5EF4-FFF2-40B4-BE49-F238E27FC236}">
                <a16:creationId xmlns:a16="http://schemas.microsoft.com/office/drawing/2014/main" id="{1860834F-84CA-4CC0-B020-23575B4A45C2}"/>
              </a:ext>
            </a:extLst>
          </p:cNvPr>
          <p:cNvSpPr>
            <a:spLocks xmlns:a="http://schemas.openxmlformats.org/drawingml/2006/main" noGrp="1"/>
          </p:cNvSpPr>
          <p:nvPr/>
        </p:nvSpPr>
        <p:spPr>
          <a:xfrm xmlns:a="http://schemas.openxmlformats.org/drawingml/2006/main">
            <a:off x="609600" y="17526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요청 A · --crop 1 3의 원본 열·출력 폭·끝 좌표를 확인</a:t>
            </a:r>
          </a:p>
        </p:txBody>
      </p:sp>
      <p:sp>
        <p:nvSpPr>
          <p:cNvPr id="8" name="문서 접근 기록">
            <a:extLst xmlns:a="http://schemas.openxmlformats.org/drawingml/2006/main">
              <a:ext uri="{FF2B5EF4-FFF2-40B4-BE49-F238E27FC236}">
                <a16:creationId xmlns:a16="http://schemas.microsoft.com/office/drawing/2014/main" id="{642616B1-F4E8-4331-A193-9FC97287BAD8}"/>
              </a:ext>
            </a:extLst>
          </p:cNvPr>
          <p:cNvSpPr>
            <a:spLocks xmlns:a="http://schemas.openxmlformats.org/drawingml/2006/main" noGrp="1"/>
          </p:cNvSpPr>
          <p:nvPr/>
        </p:nvSpPr>
        <p:spPr>
          <a:xfrm xmlns:a="http://schemas.openxmlformats.org/drawingml/2006/main">
            <a:off x="609600" y="2343150"/>
            <a:ext cx="352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문서 접근 기록</a:t>
            </a:r>
          </a:p>
        </p:txBody>
      </p:sp>
      <p:sp>
        <p:nvSpPr>
          <p:cNvPr id="9" name="확인한 명세">
            <a:extLst xmlns:a="http://schemas.openxmlformats.org/drawingml/2006/main">
              <a:ext uri="{FF2B5EF4-FFF2-40B4-BE49-F238E27FC236}">
                <a16:creationId xmlns:a16="http://schemas.microsoft.com/office/drawing/2014/main" id="{59CD1D1E-0ED4-4645-9948-223772621BE3}"/>
              </a:ext>
            </a:extLst>
          </p:cNvPr>
          <p:cNvSpPr>
            <a:spLocks xmlns:a="http://schemas.openxmlformats.org/drawingml/2006/main" noGrp="1"/>
          </p:cNvSpPr>
          <p:nvPr/>
        </p:nvSpPr>
        <p:spPr>
          <a:xfrm xmlns:a="http://schemas.openxmlformats.org/drawingml/2006/main">
            <a:off x="4743450" y="23431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확인한 명세</a:t>
            </a:r>
          </a:p>
        </p:txBody>
      </p:sp>
      <p:sp>
        <p:nvSpPr>
          <p:cNvPr id="10" name="기록된 답">
            <a:extLst xmlns:a="http://schemas.openxmlformats.org/drawingml/2006/main">
              <a:ext uri="{FF2B5EF4-FFF2-40B4-BE49-F238E27FC236}">
                <a16:creationId xmlns:a16="http://schemas.microsoft.com/office/drawing/2014/main" id="{EB2B49C5-0C2F-47BF-A586-970FF8A6229C}"/>
              </a:ext>
            </a:extLst>
          </p:cNvPr>
          <p:cNvSpPr>
            <a:spLocks xmlns:a="http://schemas.openxmlformats.org/drawingml/2006/main" noGrp="1"/>
          </p:cNvSpPr>
          <p:nvPr/>
        </p:nvSpPr>
        <p:spPr>
          <a:xfrm xmlns:a="http://schemas.openxmlformats.org/drawingml/2006/main">
            <a:off x="8420100" y="2343150"/>
            <a:ext cx="3162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기록된 답</a:t>
            </a:r>
          </a:p>
        </p:txBody>
      </p:sp>
      <p:sp>
        <p:nvSpPr>
          <p:cNvPr id="11" name="AGENTS.md">
            <a:extLst xmlns:a="http://schemas.openxmlformats.org/drawingml/2006/main">
              <a:ext uri="{FF2B5EF4-FFF2-40B4-BE49-F238E27FC236}">
                <a16:creationId xmlns:a16="http://schemas.microsoft.com/office/drawing/2014/main" id="{5570E276-F2FF-4793-B293-66A5844E7677}"/>
              </a:ext>
            </a:extLst>
          </p:cNvPr>
          <p:cNvSpPr>
            <a:spLocks xmlns:a="http://schemas.openxmlformats.org/drawingml/2006/main" noGrp="1"/>
          </p:cNvSpPr>
          <p:nvPr/>
        </p:nvSpPr>
        <p:spPr>
          <a:xfrm xmlns:a="http://schemas.openxmlformats.org/drawingml/2006/main">
            <a:off x="762000" y="2819400"/>
            <a:ext cx="3219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AGENTS.md</a:t>
            </a:r>
          </a:p>
        </p:txBody>
      </p:sp>
      <p:sp>
        <p:nvSpPr>
          <p:cNvPr id="12" name="docs/architecture.md">
            <a:extLst xmlns:a="http://schemas.openxmlformats.org/drawingml/2006/main">
              <a:ext uri="{FF2B5EF4-FFF2-40B4-BE49-F238E27FC236}">
                <a16:creationId xmlns:a16="http://schemas.microsoft.com/office/drawing/2014/main" id="{B4B890A5-75E7-4D9E-8408-F6C0D5EBFA84}"/>
              </a:ext>
            </a:extLst>
          </p:cNvPr>
          <p:cNvSpPr>
            <a:spLocks xmlns:a="http://schemas.openxmlformats.org/drawingml/2006/main" noGrp="1"/>
          </p:cNvSpPr>
          <p:nvPr/>
        </p:nvSpPr>
        <p:spPr>
          <a:xfrm xmlns:a="http://schemas.openxmlformats.org/drawingml/2006/main">
            <a:off x="762000" y="3181350"/>
            <a:ext cx="3219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docs/architecture.md</a:t>
            </a:r>
          </a:p>
        </p:txBody>
      </p:sp>
      <p:sp>
        <p:nvSpPr>
          <p:cNvPr id="13" name="">
            <a:extLst xmlns:a="http://schemas.openxmlformats.org/drawingml/2006/main">
              <a:ext uri="{FF2B5EF4-FFF2-40B4-BE49-F238E27FC236}">
                <a16:creationId xmlns:a16="http://schemas.microsoft.com/office/drawing/2014/main" id="{74FFA26D-3978-49A4-AED5-D6E28EE3FAA2}"/>
              </a:ext>
            </a:extLst>
          </p:cNvPr>
          <p:cNvSpPr>
            <a:spLocks xmlns:a="http://schemas.openxmlformats.org/drawingml/2006/main" noGrp="1"/>
          </p:cNvSpPr>
          <p:nvPr/>
        </p:nvSpPr>
        <p:spPr>
          <a:xfrm xmlns:a="http://schemas.openxmlformats.org/drawingml/2006/main">
            <a:off x="609600" y="3543300"/>
            <a:ext cx="3524250" cy="3429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4" name="docs/image-contracts.md">
            <a:extLst xmlns:a="http://schemas.openxmlformats.org/drawingml/2006/main">
              <a:ext uri="{FF2B5EF4-FFF2-40B4-BE49-F238E27FC236}">
                <a16:creationId xmlns:a16="http://schemas.microsoft.com/office/drawing/2014/main" id="{1C0CE839-9601-4016-A2EF-4FDF9F0DD87B}"/>
              </a:ext>
            </a:extLst>
          </p:cNvPr>
          <p:cNvSpPr>
            <a:spLocks xmlns:a="http://schemas.openxmlformats.org/drawingml/2006/main" noGrp="1"/>
          </p:cNvSpPr>
          <p:nvPr/>
        </p:nvSpPr>
        <p:spPr>
          <a:xfrm xmlns:a="http://schemas.openxmlformats.org/drawingml/2006/main">
            <a:off x="762000" y="3543300"/>
            <a:ext cx="3219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docs/image-contracts.md</a:t>
            </a:r>
          </a:p>
        </p:txBody>
      </p:sp>
      <p:sp>
        <p:nvSpPr>
          <p:cNvPr id="15" name="docs/testing.md *">
            <a:extLst xmlns:a="http://schemas.openxmlformats.org/drawingml/2006/main">
              <a:ext uri="{FF2B5EF4-FFF2-40B4-BE49-F238E27FC236}">
                <a16:creationId xmlns:a16="http://schemas.microsoft.com/office/drawing/2014/main" id="{1E1F5CF3-C698-4AE5-B34D-1E9BCE3116C5}"/>
              </a:ext>
            </a:extLst>
          </p:cNvPr>
          <p:cNvSpPr>
            <a:spLocks xmlns:a="http://schemas.openxmlformats.org/drawingml/2006/main" noGrp="1"/>
          </p:cNvSpPr>
          <p:nvPr/>
        </p:nvSpPr>
        <p:spPr>
          <a:xfrm xmlns:a="http://schemas.openxmlformats.org/drawingml/2006/main">
            <a:off x="762000" y="3905250"/>
            <a:ext cx="3219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docs/testing.md *</a:t>
            </a:r>
          </a:p>
        </p:txBody>
      </p:sp>
      <p:sp>
        <p:nvSpPr>
          <p:cNvPr id="16" name="README.md">
            <a:extLst xmlns:a="http://schemas.openxmlformats.org/drawingml/2006/main">
              <a:ext uri="{FF2B5EF4-FFF2-40B4-BE49-F238E27FC236}">
                <a16:creationId xmlns:a16="http://schemas.microsoft.com/office/drawing/2014/main" id="{D8D1E0EC-D650-4DF5-9242-916164E54CD0}"/>
              </a:ext>
            </a:extLst>
          </p:cNvPr>
          <p:cNvSpPr>
            <a:spLocks xmlns:a="http://schemas.openxmlformats.org/drawingml/2006/main" noGrp="1"/>
          </p:cNvSpPr>
          <p:nvPr/>
        </p:nvSpPr>
        <p:spPr>
          <a:xfrm xmlns:a="http://schemas.openxmlformats.org/drawingml/2006/main">
            <a:off x="762000" y="4267200"/>
            <a:ext cx="3219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README.md</a:t>
            </a:r>
          </a:p>
        </p:txBody>
      </p:sp>
      <p:sp>
        <p:nvSpPr>
          <p:cNvPr id="17" name="소스·관련 테스트도 확인">
            <a:extLst xmlns:a="http://schemas.openxmlformats.org/drawingml/2006/main">
              <a:ext uri="{FF2B5EF4-FFF2-40B4-BE49-F238E27FC236}">
                <a16:creationId xmlns:a16="http://schemas.microsoft.com/office/drawing/2014/main" id="{7F3117CD-0188-425B-8486-2DDB2D80A65B}"/>
              </a:ext>
            </a:extLst>
          </p:cNvPr>
          <p:cNvSpPr>
            <a:spLocks xmlns:a="http://schemas.openxmlformats.org/drawingml/2006/main" noGrp="1"/>
          </p:cNvSpPr>
          <p:nvPr/>
        </p:nvSpPr>
        <p:spPr>
          <a:xfrm xmlns:a="http://schemas.openxmlformats.org/drawingml/2006/main">
            <a:off x="609600" y="466725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소스·관련 테스트도 확인</a:t>
            </a:r>
          </a:p>
        </p:txBody>
      </p:sp>
      <p:sp>
        <p:nvSpPr>
          <p:cNvPr id="18" name="">
            <a:extLst xmlns:a="http://schemas.openxmlformats.org/drawingml/2006/main">
              <a:ext uri="{FF2B5EF4-FFF2-40B4-BE49-F238E27FC236}">
                <a16:creationId xmlns:a16="http://schemas.microsoft.com/office/drawing/2014/main" id="{107546FF-F19A-4E57-998A-8DEA4F68A9BA}"/>
              </a:ext>
            </a:extLst>
          </p:cNvPr>
          <p:cNvSpPr>
            <a:spLocks xmlns:a="http://schemas.openxmlformats.org/drawingml/2006/main" noGrp="1"/>
          </p:cNvSpPr>
          <p:nvPr/>
        </p:nvSpPr>
        <p:spPr>
          <a:xfrm xmlns:a="http://schemas.openxmlformats.org/drawingml/2006/main">
            <a:off x="4305300" y="3600450"/>
            <a:ext cx="266700"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3AA6379-28F4-485F-8E5A-A2B494628A35}"/>
              </a:ext>
            </a:extLst>
          </p:cNvPr>
          <p:cNvSpPr>
            <a:spLocks xmlns:a="http://schemas.openxmlformats.org/drawingml/2006/main" noGrp="1"/>
          </p:cNvSpPr>
          <p:nvPr/>
        </p:nvSpPr>
        <p:spPr>
          <a:xfrm xmlns:a="http://schemas.openxmlformats.org/drawingml/2006/main">
            <a:off x="4743450" y="2819400"/>
            <a:ext cx="2952750" cy="203835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20" name="docs/&#10;image-contracts.md">
            <a:extLst xmlns:a="http://schemas.openxmlformats.org/drawingml/2006/main">
              <a:ext uri="{FF2B5EF4-FFF2-40B4-BE49-F238E27FC236}">
                <a16:creationId xmlns:a16="http://schemas.microsoft.com/office/drawing/2014/main" id="{D659CFA7-D291-4356-93EE-D76C9BE458E8}"/>
              </a:ext>
            </a:extLst>
          </p:cNvPr>
          <p:cNvSpPr>
            <a:spLocks xmlns:a="http://schemas.openxmlformats.org/drawingml/2006/main" noGrp="1"/>
          </p:cNvSpPr>
          <p:nvPr/>
        </p:nvSpPr>
        <p:spPr>
          <a:xfrm xmlns:a="http://schemas.openxmlformats.org/drawingml/2006/main">
            <a:off x="4972050" y="2962275"/>
            <a:ext cx="2495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Consolas"/>
                <a:ea typeface="Consolas"/>
                <a:cs typeface="Consolas"/>
              </a:defRPr>
            </a:defPPr>
            <a:lvl1pPr algn="l">
              <a:defRPr sz="1725" b="1">
                <a:solidFill>
                  <a:srgbClr val="0B6172"/>
                </a:solidFill>
                <a:latin typeface="Consolas"/>
                <a:ea typeface="Consolas"/>
                <a:cs typeface="Consolas"/>
              </a:defRPr>
            </a:lvl1pPr>
            <a:lvl2pPr algn="l">
              <a:defRPr sz="1725" b="1">
                <a:solidFill>
                  <a:srgbClr val="0B6172"/>
                </a:solidFill>
                <a:latin typeface="Consolas"/>
                <a:ea typeface="Consolas"/>
                <a:cs typeface="Consolas"/>
              </a:defRPr>
            </a:lvl2pPr>
            <a:lvl3pPr algn="l">
              <a:defRPr sz="1725" b="1">
                <a:solidFill>
                  <a:srgbClr val="0B6172"/>
                </a:solidFill>
                <a:latin typeface="Consolas"/>
                <a:ea typeface="Consolas"/>
                <a:cs typeface="Consolas"/>
              </a:defRPr>
            </a:lvl3pPr>
            <a:lvl4pPr algn="l">
              <a:defRPr sz="1725" b="1">
                <a:solidFill>
                  <a:srgbClr val="0B6172"/>
                </a:solidFill>
                <a:latin typeface="Consolas"/>
                <a:ea typeface="Consolas"/>
                <a:cs typeface="Consolas"/>
              </a:defRPr>
            </a:lvl4pPr>
            <a:lvl5pPr algn="l">
              <a:defRPr sz="1725" b="1">
                <a:solidFill>
                  <a:srgbClr val="0B6172"/>
                </a:solidFill>
                <a:latin typeface="Consolas"/>
                <a:ea typeface="Consolas"/>
                <a:cs typeface="Consolas"/>
              </a:defRPr>
            </a:lvl5pPr>
            <a:lvl6pPr algn="l">
              <a:defRPr sz="1725" b="1">
                <a:solidFill>
                  <a:srgbClr val="0B6172"/>
                </a:solidFill>
                <a:latin typeface="Consolas"/>
                <a:ea typeface="Consolas"/>
                <a:cs typeface="Consolas"/>
              </a:defRPr>
            </a:lvl6pPr>
            <a:lvl7pPr algn="l">
              <a:defRPr sz="1725" b="1">
                <a:solidFill>
                  <a:srgbClr val="0B6172"/>
                </a:solidFill>
                <a:latin typeface="Consolas"/>
                <a:ea typeface="Consolas"/>
                <a:cs typeface="Consolas"/>
              </a:defRPr>
            </a:lvl7pPr>
            <a:lvl8pPr algn="l">
              <a:defRPr sz="1725" b="1">
                <a:solidFill>
                  <a:srgbClr val="0B6172"/>
                </a:solidFill>
                <a:latin typeface="Consolas"/>
                <a:ea typeface="Consolas"/>
                <a:cs typeface="Consolas"/>
              </a:defRPr>
            </a:lvl8pPr>
            <a:lvl9pPr algn="l">
              <a:defRPr sz="1725" b="1">
                <a:solidFill>
                  <a:srgbClr val="0B6172"/>
                </a:solidFill>
                <a:latin typeface="Consolas"/>
                <a:ea typeface="Consolas"/>
                <a:cs typeface="Consolas"/>
              </a:defRPr>
            </a:lvl9pPr>
          </a:lstStyle>
          <a:p xmlns:a="http://schemas.openxmlformats.org/drawingml/2006/main">
            <a:pPr algn="l">
              <a:defRPr sz="1725" b="1">
                <a:solidFill>
                  <a:srgbClr val="0B6172"/>
                </a:solidFill>
                <a:latin typeface="Consolas"/>
                <a:ea typeface="Consolas"/>
                <a:cs typeface="Consolas"/>
              </a:defRPr>
            </a:pPr>
            <a:r>
              <a:rPr sz="1725" b="1">
                <a:solidFill>
                  <a:srgbClr val="0B6172"/>
                </a:solidFill>
                <a:latin typeface="Consolas"/>
                <a:ea typeface="Consolas"/>
                <a:cs typeface="Consolas"/>
              </a:rPr>
              <a:t>docs/</a:t>
            </a:r>
          </a:p>
          <a:p xmlns:a="http://schemas.openxmlformats.org/drawingml/2006/main">
            <a:pPr algn="l">
              <a:defRPr sz="1725" b="1">
                <a:solidFill>
                  <a:srgbClr val="0B6172"/>
                </a:solidFill>
                <a:latin typeface="Consolas"/>
                <a:ea typeface="Consolas"/>
                <a:cs typeface="Consolas"/>
              </a:defRPr>
            </a:pPr>
            <a:r>
              <a:rPr sz="1725" b="1">
                <a:solidFill>
                  <a:srgbClr val="0B6172"/>
                </a:solidFill>
                <a:latin typeface="Consolas"/>
                <a:ea typeface="Consolas"/>
                <a:cs typeface="Consolas"/>
              </a:rPr>
              <a:t>image-contracts.md</a:t>
            </a:r>
          </a:p>
        </p:txBody>
      </p:sp>
      <p:sp>
        <p:nvSpPr>
          <p:cNvPr id="21" name="">
            <a:extLst xmlns:a="http://schemas.openxmlformats.org/drawingml/2006/main">
              <a:ext uri="{FF2B5EF4-FFF2-40B4-BE49-F238E27FC236}">
                <a16:creationId xmlns:a16="http://schemas.microsoft.com/office/drawing/2014/main" id="{C5660F96-87DB-4054-890B-6E2D80B975CB}"/>
              </a:ext>
            </a:extLst>
          </p:cNvPr>
          <p:cNvSpPr>
            <a:spLocks xmlns:a="http://schemas.openxmlformats.org/drawingml/2006/main" noGrp="1"/>
          </p:cNvSpPr>
          <p:nvPr/>
        </p:nvSpPr>
        <p:spPr>
          <a:xfrm xmlns:a="http://schemas.openxmlformats.org/drawingml/2006/main">
            <a:off x="4972050" y="3638550"/>
            <a:ext cx="24955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2" name="crop 좌표 명세">
            <a:extLst xmlns:a="http://schemas.openxmlformats.org/drawingml/2006/main">
              <a:ext uri="{FF2B5EF4-FFF2-40B4-BE49-F238E27FC236}">
                <a16:creationId xmlns:a16="http://schemas.microsoft.com/office/drawing/2014/main" id="{76F0D3FC-0733-4E45-88D9-6906B39AFEEC}"/>
              </a:ext>
            </a:extLst>
          </p:cNvPr>
          <p:cNvSpPr>
            <a:spLocks xmlns:a="http://schemas.openxmlformats.org/drawingml/2006/main" noGrp="1"/>
          </p:cNvSpPr>
          <p:nvPr/>
        </p:nvSpPr>
        <p:spPr>
          <a:xfrm xmlns:a="http://schemas.openxmlformats.org/drawingml/2006/main">
            <a:off x="4972050" y="3714750"/>
            <a:ext cx="2495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crop 좌표 명세</a:t>
            </a:r>
          </a:p>
        </p:txBody>
      </p:sp>
      <p:sp>
        <p:nvSpPr>
          <p:cNvPr id="23" name="[x_start, x_end)">
            <a:extLst xmlns:a="http://schemas.openxmlformats.org/drawingml/2006/main">
              <a:ext uri="{FF2B5EF4-FFF2-40B4-BE49-F238E27FC236}">
                <a16:creationId xmlns:a16="http://schemas.microsoft.com/office/drawing/2014/main" id="{DC6789D3-1508-4183-BDFA-7C6ED7D57518}"/>
              </a:ext>
            </a:extLst>
          </p:cNvPr>
          <p:cNvSpPr>
            <a:spLocks xmlns:a="http://schemas.openxmlformats.org/drawingml/2006/main" noGrp="1"/>
          </p:cNvSpPr>
          <p:nvPr/>
        </p:nvSpPr>
        <p:spPr>
          <a:xfrm xmlns:a="http://schemas.openxmlformats.org/drawingml/2006/main">
            <a:off x="4972050" y="4133850"/>
            <a:ext cx="2495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Consolas"/>
                <a:ea typeface="Consolas"/>
                <a:cs typeface="Consolas"/>
              </a:defRPr>
            </a:defPPr>
            <a:lvl1pPr algn="l">
              <a:defRPr sz="1950" b="1">
                <a:solidFill>
                  <a:srgbClr val="17212B"/>
                </a:solidFill>
                <a:latin typeface="Consolas"/>
                <a:ea typeface="Consolas"/>
                <a:cs typeface="Consolas"/>
              </a:defRPr>
            </a:lvl1pPr>
            <a:lvl2pPr algn="l">
              <a:defRPr sz="1950" b="1">
                <a:solidFill>
                  <a:srgbClr val="17212B"/>
                </a:solidFill>
                <a:latin typeface="Consolas"/>
                <a:ea typeface="Consolas"/>
                <a:cs typeface="Consolas"/>
              </a:defRPr>
            </a:lvl2pPr>
            <a:lvl3pPr algn="l">
              <a:defRPr sz="1950" b="1">
                <a:solidFill>
                  <a:srgbClr val="17212B"/>
                </a:solidFill>
                <a:latin typeface="Consolas"/>
                <a:ea typeface="Consolas"/>
                <a:cs typeface="Consolas"/>
              </a:defRPr>
            </a:lvl3pPr>
            <a:lvl4pPr algn="l">
              <a:defRPr sz="1950" b="1">
                <a:solidFill>
                  <a:srgbClr val="17212B"/>
                </a:solidFill>
                <a:latin typeface="Consolas"/>
                <a:ea typeface="Consolas"/>
                <a:cs typeface="Consolas"/>
              </a:defRPr>
            </a:lvl4pPr>
            <a:lvl5pPr algn="l">
              <a:defRPr sz="1950" b="1">
                <a:solidFill>
                  <a:srgbClr val="17212B"/>
                </a:solidFill>
                <a:latin typeface="Consolas"/>
                <a:ea typeface="Consolas"/>
                <a:cs typeface="Consolas"/>
              </a:defRPr>
            </a:lvl5pPr>
            <a:lvl6pPr algn="l">
              <a:defRPr sz="1950" b="1">
                <a:solidFill>
                  <a:srgbClr val="17212B"/>
                </a:solidFill>
                <a:latin typeface="Consolas"/>
                <a:ea typeface="Consolas"/>
                <a:cs typeface="Consolas"/>
              </a:defRPr>
            </a:lvl6pPr>
            <a:lvl7pPr algn="l">
              <a:defRPr sz="1950" b="1">
                <a:solidFill>
                  <a:srgbClr val="17212B"/>
                </a:solidFill>
                <a:latin typeface="Consolas"/>
                <a:ea typeface="Consolas"/>
                <a:cs typeface="Consolas"/>
              </a:defRPr>
            </a:lvl7pPr>
            <a:lvl8pPr algn="l">
              <a:defRPr sz="1950" b="1">
                <a:solidFill>
                  <a:srgbClr val="17212B"/>
                </a:solidFill>
                <a:latin typeface="Consolas"/>
                <a:ea typeface="Consolas"/>
                <a:cs typeface="Consolas"/>
              </a:defRPr>
            </a:lvl8pPr>
            <a:lvl9pPr algn="l">
              <a:defRPr sz="1950" b="1">
                <a:solidFill>
                  <a:srgbClr val="17212B"/>
                </a:solidFill>
                <a:latin typeface="Consolas"/>
                <a:ea typeface="Consolas"/>
                <a:cs typeface="Consolas"/>
              </a:defRPr>
            </a:lvl9pPr>
          </a:lstStyle>
          <a:p xmlns:a="http://schemas.openxmlformats.org/drawingml/2006/main">
            <a:pPr algn="l">
              <a:defRPr sz="1950" b="1">
                <a:solidFill>
                  <a:srgbClr val="17212B"/>
                </a:solidFill>
                <a:latin typeface="Consolas"/>
                <a:ea typeface="Consolas"/>
                <a:cs typeface="Consolas"/>
              </a:defRPr>
            </a:pPr>
            <a:r>
              <a:rPr sz="1950" b="1">
                <a:solidFill>
                  <a:srgbClr val="17212B"/>
                </a:solidFill>
                <a:latin typeface="Consolas"/>
                <a:ea typeface="Consolas"/>
                <a:cs typeface="Consolas"/>
              </a:rPr>
              <a:t>[x_start, x_end)</a:t>
            </a:r>
          </a:p>
        </p:txBody>
      </p:sp>
      <p:sp>
        <p:nvSpPr>
          <p:cNvPr id="24" name="시작 포함 · 끝 제외">
            <a:extLst xmlns:a="http://schemas.openxmlformats.org/drawingml/2006/main">
              <a:ext uri="{FF2B5EF4-FFF2-40B4-BE49-F238E27FC236}">
                <a16:creationId xmlns:a16="http://schemas.microsoft.com/office/drawing/2014/main" id="{5BE296A5-DC23-41E0-A259-12EB62196DD6}"/>
              </a:ext>
            </a:extLst>
          </p:cNvPr>
          <p:cNvSpPr>
            <a:spLocks xmlns:a="http://schemas.openxmlformats.org/drawingml/2006/main" noGrp="1"/>
          </p:cNvSpPr>
          <p:nvPr/>
        </p:nvSpPr>
        <p:spPr>
          <a:xfrm xmlns:a="http://schemas.openxmlformats.org/drawingml/2006/main">
            <a:off x="4972050" y="4505325"/>
            <a:ext cx="2495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시작 포함 · 끝 제외</a:t>
            </a:r>
          </a:p>
        </p:txBody>
      </p:sp>
      <p:sp>
        <p:nvSpPr>
          <p:cNvPr id="25" name="대조">
            <a:extLst xmlns:a="http://schemas.openxmlformats.org/drawingml/2006/main">
              <a:ext uri="{FF2B5EF4-FFF2-40B4-BE49-F238E27FC236}">
                <a16:creationId xmlns:a16="http://schemas.microsoft.com/office/drawing/2014/main" id="{535D41D3-5C31-45FE-9095-F656BD3C614E}"/>
              </a:ext>
            </a:extLst>
          </p:cNvPr>
          <p:cNvSpPr>
            <a:spLocks xmlns:a="http://schemas.openxmlformats.org/drawingml/2006/main" noGrp="1"/>
          </p:cNvSpPr>
          <p:nvPr/>
        </p:nvSpPr>
        <p:spPr>
          <a:xfrm xmlns:a="http://schemas.openxmlformats.org/drawingml/2006/main">
            <a:off x="7829550" y="33051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4D5A68"/>
                </a:solidFill>
                <a:latin typeface="Malgun Gothic"/>
                <a:ea typeface="Malgun Gothic"/>
                <a:cs typeface="Malgun Gothic"/>
              </a:defRPr>
            </a:defPPr>
            <a:lvl1pPr algn="ctr">
              <a:defRPr sz="1500" b="0">
                <a:solidFill>
                  <a:srgbClr val="4D5A68"/>
                </a:solidFill>
                <a:latin typeface="Malgun Gothic"/>
                <a:ea typeface="Malgun Gothic"/>
                <a:cs typeface="Malgun Gothic"/>
              </a:defRPr>
            </a:lvl1pPr>
            <a:lvl2pPr algn="ctr">
              <a:defRPr sz="1500" b="0">
                <a:solidFill>
                  <a:srgbClr val="4D5A68"/>
                </a:solidFill>
                <a:latin typeface="Malgun Gothic"/>
                <a:ea typeface="Malgun Gothic"/>
                <a:cs typeface="Malgun Gothic"/>
              </a:defRPr>
            </a:lvl2pPr>
            <a:lvl3pPr algn="ctr">
              <a:defRPr sz="1500" b="0">
                <a:solidFill>
                  <a:srgbClr val="4D5A68"/>
                </a:solidFill>
                <a:latin typeface="Malgun Gothic"/>
                <a:ea typeface="Malgun Gothic"/>
                <a:cs typeface="Malgun Gothic"/>
              </a:defRPr>
            </a:lvl3pPr>
            <a:lvl4pPr algn="ctr">
              <a:defRPr sz="1500" b="0">
                <a:solidFill>
                  <a:srgbClr val="4D5A68"/>
                </a:solidFill>
                <a:latin typeface="Malgun Gothic"/>
                <a:ea typeface="Malgun Gothic"/>
                <a:cs typeface="Malgun Gothic"/>
              </a:defRPr>
            </a:lvl4pPr>
            <a:lvl5pPr algn="ctr">
              <a:defRPr sz="1500" b="0">
                <a:solidFill>
                  <a:srgbClr val="4D5A68"/>
                </a:solidFill>
                <a:latin typeface="Malgun Gothic"/>
                <a:ea typeface="Malgun Gothic"/>
                <a:cs typeface="Malgun Gothic"/>
              </a:defRPr>
            </a:lvl5pPr>
            <a:lvl6pPr algn="ctr">
              <a:defRPr sz="1500" b="0">
                <a:solidFill>
                  <a:srgbClr val="4D5A68"/>
                </a:solidFill>
                <a:latin typeface="Malgun Gothic"/>
                <a:ea typeface="Malgun Gothic"/>
                <a:cs typeface="Malgun Gothic"/>
              </a:defRPr>
            </a:lvl6pPr>
            <a:lvl7pPr algn="ctr">
              <a:defRPr sz="1500" b="0">
                <a:solidFill>
                  <a:srgbClr val="4D5A68"/>
                </a:solidFill>
                <a:latin typeface="Malgun Gothic"/>
                <a:ea typeface="Malgun Gothic"/>
                <a:cs typeface="Malgun Gothic"/>
              </a:defRPr>
            </a:lvl7pPr>
            <a:lvl8pPr algn="ctr">
              <a:defRPr sz="1500" b="0">
                <a:solidFill>
                  <a:srgbClr val="4D5A68"/>
                </a:solidFill>
                <a:latin typeface="Malgun Gothic"/>
                <a:ea typeface="Malgun Gothic"/>
                <a:cs typeface="Malgun Gothic"/>
              </a:defRPr>
            </a:lvl8pPr>
            <a:lvl9pPr algn="ctr">
              <a:defRPr sz="1500" b="0">
                <a:solidFill>
                  <a:srgbClr val="4D5A68"/>
                </a:solidFill>
                <a:latin typeface="Malgun Gothic"/>
                <a:ea typeface="Malgun Gothic"/>
                <a:cs typeface="Malgun Gothic"/>
              </a:defRPr>
            </a:lvl9pPr>
          </a:lstStyle>
          <a:p xmlns:a="http://schemas.openxmlformats.org/drawingml/2006/main">
            <a:pPr algn="ctr">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대조</a:t>
            </a:r>
          </a:p>
        </p:txBody>
      </p:sp>
      <p:sp>
        <p:nvSpPr>
          <p:cNvPr id="26" name="">
            <a:extLst xmlns:a="http://schemas.openxmlformats.org/drawingml/2006/main">
              <a:ext uri="{FF2B5EF4-FFF2-40B4-BE49-F238E27FC236}">
                <a16:creationId xmlns:a16="http://schemas.microsoft.com/office/drawing/2014/main" id="{1578551B-2965-41C9-A158-FAB29B375C1A}"/>
              </a:ext>
            </a:extLst>
          </p:cNvPr>
          <p:cNvSpPr>
            <a:spLocks xmlns:a="http://schemas.openxmlformats.org/drawingml/2006/main" noGrp="1"/>
          </p:cNvSpPr>
          <p:nvPr/>
        </p:nvSpPr>
        <p:spPr>
          <a:xfrm xmlns:a="http://schemas.openxmlformats.org/drawingml/2006/main">
            <a:off x="7896225" y="3686175"/>
            <a:ext cx="304800"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7" name="--crop 1 3">
            <a:extLst xmlns:a="http://schemas.openxmlformats.org/drawingml/2006/main">
              <a:ext uri="{FF2B5EF4-FFF2-40B4-BE49-F238E27FC236}">
                <a16:creationId xmlns:a16="http://schemas.microsoft.com/office/drawing/2014/main" id="{D36A4E08-AF3B-4AAC-8FF7-172585312595}"/>
              </a:ext>
            </a:extLst>
          </p:cNvPr>
          <p:cNvSpPr>
            <a:spLocks xmlns:a="http://schemas.openxmlformats.org/drawingml/2006/main" noGrp="1"/>
          </p:cNvSpPr>
          <p:nvPr/>
        </p:nvSpPr>
        <p:spPr>
          <a:xfrm xmlns:a="http://schemas.openxmlformats.org/drawingml/2006/main">
            <a:off x="8420100" y="280035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Consolas"/>
                <a:ea typeface="Consolas"/>
                <a:cs typeface="Consolas"/>
              </a:defRPr>
            </a:defPPr>
            <a:lvl1pPr algn="l">
              <a:defRPr sz="2175" b="1">
                <a:solidFill>
                  <a:srgbClr val="17212B"/>
                </a:solidFill>
                <a:latin typeface="Consolas"/>
                <a:ea typeface="Consolas"/>
                <a:cs typeface="Consolas"/>
              </a:defRPr>
            </a:lvl1pPr>
            <a:lvl2pPr algn="l">
              <a:defRPr sz="2175" b="1">
                <a:solidFill>
                  <a:srgbClr val="17212B"/>
                </a:solidFill>
                <a:latin typeface="Consolas"/>
                <a:ea typeface="Consolas"/>
                <a:cs typeface="Consolas"/>
              </a:defRPr>
            </a:lvl2pPr>
            <a:lvl3pPr algn="l">
              <a:defRPr sz="2175" b="1">
                <a:solidFill>
                  <a:srgbClr val="17212B"/>
                </a:solidFill>
                <a:latin typeface="Consolas"/>
                <a:ea typeface="Consolas"/>
                <a:cs typeface="Consolas"/>
              </a:defRPr>
            </a:lvl3pPr>
            <a:lvl4pPr algn="l">
              <a:defRPr sz="2175" b="1">
                <a:solidFill>
                  <a:srgbClr val="17212B"/>
                </a:solidFill>
                <a:latin typeface="Consolas"/>
                <a:ea typeface="Consolas"/>
                <a:cs typeface="Consolas"/>
              </a:defRPr>
            </a:lvl4pPr>
            <a:lvl5pPr algn="l">
              <a:defRPr sz="2175" b="1">
                <a:solidFill>
                  <a:srgbClr val="17212B"/>
                </a:solidFill>
                <a:latin typeface="Consolas"/>
                <a:ea typeface="Consolas"/>
                <a:cs typeface="Consolas"/>
              </a:defRPr>
            </a:lvl5pPr>
            <a:lvl6pPr algn="l">
              <a:defRPr sz="2175" b="1">
                <a:solidFill>
                  <a:srgbClr val="17212B"/>
                </a:solidFill>
                <a:latin typeface="Consolas"/>
                <a:ea typeface="Consolas"/>
                <a:cs typeface="Consolas"/>
              </a:defRPr>
            </a:lvl6pPr>
            <a:lvl7pPr algn="l">
              <a:defRPr sz="2175" b="1">
                <a:solidFill>
                  <a:srgbClr val="17212B"/>
                </a:solidFill>
                <a:latin typeface="Consolas"/>
                <a:ea typeface="Consolas"/>
                <a:cs typeface="Consolas"/>
              </a:defRPr>
            </a:lvl7pPr>
            <a:lvl8pPr algn="l">
              <a:defRPr sz="2175" b="1">
                <a:solidFill>
                  <a:srgbClr val="17212B"/>
                </a:solidFill>
                <a:latin typeface="Consolas"/>
                <a:ea typeface="Consolas"/>
                <a:cs typeface="Consolas"/>
              </a:defRPr>
            </a:lvl8pPr>
            <a:lvl9pPr algn="l">
              <a:defRPr sz="2175" b="1">
                <a:solidFill>
                  <a:srgbClr val="17212B"/>
                </a:solidFill>
                <a:latin typeface="Consolas"/>
                <a:ea typeface="Consolas"/>
                <a:cs typeface="Consolas"/>
              </a:defRPr>
            </a:lvl9pPr>
          </a:lstStyle>
          <a:p xmlns:a="http://schemas.openxmlformats.org/drawingml/2006/main">
            <a:pPr algn="l">
              <a:defRPr sz="2175" b="1">
                <a:solidFill>
                  <a:srgbClr val="17212B"/>
                </a:solidFill>
                <a:latin typeface="Consolas"/>
                <a:ea typeface="Consolas"/>
                <a:cs typeface="Consolas"/>
              </a:defRPr>
            </a:pPr>
            <a:r>
              <a:rPr sz="2175" b="1">
                <a:solidFill>
                  <a:srgbClr val="17212B"/>
                </a:solidFill>
                <a:latin typeface="Consolas"/>
                <a:ea typeface="Consolas"/>
                <a:cs typeface="Consolas"/>
              </a:rPr>
              <a:t>--crop 1 3</a:t>
            </a:r>
          </a:p>
        </p:txBody>
      </p:sp>
      <p:sp>
        <p:nvSpPr>
          <p:cNvPr id="28" name="원본 열 번호 · 0부터 시작">
            <a:extLst xmlns:a="http://schemas.openxmlformats.org/drawingml/2006/main">
              <a:ext uri="{FF2B5EF4-FFF2-40B4-BE49-F238E27FC236}">
                <a16:creationId xmlns:a16="http://schemas.microsoft.com/office/drawing/2014/main" id="{4327412E-E446-47DD-B749-E4ECCC5DEFCF}"/>
              </a:ext>
            </a:extLst>
          </p:cNvPr>
          <p:cNvSpPr>
            <a:spLocks xmlns:a="http://schemas.openxmlformats.org/drawingml/2006/main" noGrp="1"/>
          </p:cNvSpPr>
          <p:nvPr/>
        </p:nvSpPr>
        <p:spPr>
          <a:xfrm xmlns:a="http://schemas.openxmlformats.org/drawingml/2006/main">
            <a:off x="8420100" y="3200400"/>
            <a:ext cx="3162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4D5A68"/>
                </a:solidFill>
                <a:latin typeface="Malgun Gothic"/>
                <a:ea typeface="Malgun Gothic"/>
                <a:cs typeface="Malgun Gothic"/>
              </a:defRPr>
            </a:defPPr>
            <a:lvl1pPr algn="l">
              <a:defRPr sz="1575" b="0">
                <a:solidFill>
                  <a:srgbClr val="4D5A68"/>
                </a:solidFill>
                <a:latin typeface="Malgun Gothic"/>
                <a:ea typeface="Malgun Gothic"/>
                <a:cs typeface="Malgun Gothic"/>
              </a:defRPr>
            </a:lvl1pPr>
            <a:lvl2pPr algn="l">
              <a:defRPr sz="1575" b="0">
                <a:solidFill>
                  <a:srgbClr val="4D5A68"/>
                </a:solidFill>
                <a:latin typeface="Malgun Gothic"/>
                <a:ea typeface="Malgun Gothic"/>
                <a:cs typeface="Malgun Gothic"/>
              </a:defRPr>
            </a:lvl2pPr>
            <a:lvl3pPr algn="l">
              <a:defRPr sz="1575" b="0">
                <a:solidFill>
                  <a:srgbClr val="4D5A68"/>
                </a:solidFill>
                <a:latin typeface="Malgun Gothic"/>
                <a:ea typeface="Malgun Gothic"/>
                <a:cs typeface="Malgun Gothic"/>
              </a:defRPr>
            </a:lvl3pPr>
            <a:lvl4pPr algn="l">
              <a:defRPr sz="1575" b="0">
                <a:solidFill>
                  <a:srgbClr val="4D5A68"/>
                </a:solidFill>
                <a:latin typeface="Malgun Gothic"/>
                <a:ea typeface="Malgun Gothic"/>
                <a:cs typeface="Malgun Gothic"/>
              </a:defRPr>
            </a:lvl4pPr>
            <a:lvl5pPr algn="l">
              <a:defRPr sz="1575" b="0">
                <a:solidFill>
                  <a:srgbClr val="4D5A68"/>
                </a:solidFill>
                <a:latin typeface="Malgun Gothic"/>
                <a:ea typeface="Malgun Gothic"/>
                <a:cs typeface="Malgun Gothic"/>
              </a:defRPr>
            </a:lvl5pPr>
            <a:lvl6pPr algn="l">
              <a:defRPr sz="1575" b="0">
                <a:solidFill>
                  <a:srgbClr val="4D5A68"/>
                </a:solidFill>
                <a:latin typeface="Malgun Gothic"/>
                <a:ea typeface="Malgun Gothic"/>
                <a:cs typeface="Malgun Gothic"/>
              </a:defRPr>
            </a:lvl6pPr>
            <a:lvl7pPr algn="l">
              <a:defRPr sz="1575" b="0">
                <a:solidFill>
                  <a:srgbClr val="4D5A68"/>
                </a:solidFill>
                <a:latin typeface="Malgun Gothic"/>
                <a:ea typeface="Malgun Gothic"/>
                <a:cs typeface="Malgun Gothic"/>
              </a:defRPr>
            </a:lvl7pPr>
            <a:lvl8pPr algn="l">
              <a:defRPr sz="1575" b="0">
                <a:solidFill>
                  <a:srgbClr val="4D5A68"/>
                </a:solidFill>
                <a:latin typeface="Malgun Gothic"/>
                <a:ea typeface="Malgun Gothic"/>
                <a:cs typeface="Malgun Gothic"/>
              </a:defRPr>
            </a:lvl8pPr>
            <a:lvl9pPr algn="l">
              <a:defRPr sz="1575" b="0">
                <a:solidFill>
                  <a:srgbClr val="4D5A68"/>
                </a:solidFill>
                <a:latin typeface="Malgun Gothic"/>
                <a:ea typeface="Malgun Gothic"/>
                <a:cs typeface="Malgun Gothic"/>
              </a:defRPr>
            </a:lvl9pPr>
          </a:lstStyle>
          <a:p xmlns:a="http://schemas.openxmlformats.org/drawingml/2006/main">
            <a:pPr algn="l">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원본 열 번호 · 0부터 시작</a:t>
            </a:r>
          </a:p>
        </p:txBody>
      </p:sp>
      <p:sp>
        <p:nvSpPr>
          <p:cNvPr id="29" name="">
            <a:extLst xmlns:a="http://schemas.openxmlformats.org/drawingml/2006/main">
              <a:ext uri="{FF2B5EF4-FFF2-40B4-BE49-F238E27FC236}">
                <a16:creationId xmlns:a16="http://schemas.microsoft.com/office/drawing/2014/main" id="{99664BED-49FF-4AF0-A853-C7A787C844E6}"/>
              </a:ext>
            </a:extLst>
          </p:cNvPr>
          <p:cNvSpPr>
            <a:spLocks xmlns:a="http://schemas.openxmlformats.org/drawingml/2006/main" noGrp="1"/>
          </p:cNvSpPr>
          <p:nvPr/>
        </p:nvSpPr>
        <p:spPr>
          <a:xfrm xmlns:a="http://schemas.openxmlformats.org/drawingml/2006/main">
            <a:off x="8420100" y="3543300"/>
            <a:ext cx="619125"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30" name="0">
            <a:extLst xmlns:a="http://schemas.openxmlformats.org/drawingml/2006/main">
              <a:ext uri="{FF2B5EF4-FFF2-40B4-BE49-F238E27FC236}">
                <a16:creationId xmlns:a16="http://schemas.microsoft.com/office/drawing/2014/main" id="{13FCAFC7-2C6E-473C-AAFD-2BD918DACEE9}"/>
              </a:ext>
            </a:extLst>
          </p:cNvPr>
          <p:cNvSpPr>
            <a:spLocks xmlns:a="http://schemas.openxmlformats.org/drawingml/2006/main" noGrp="1"/>
          </p:cNvSpPr>
          <p:nvPr/>
        </p:nvSpPr>
        <p:spPr>
          <a:xfrm xmlns:a="http://schemas.openxmlformats.org/drawingml/2006/main">
            <a:off x="8420100" y="36290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4D5A68"/>
                </a:solidFill>
                <a:latin typeface="Malgun Gothic"/>
                <a:ea typeface="Malgun Gothic"/>
                <a:cs typeface="Malgun Gothic"/>
              </a:defRPr>
            </a:defPPr>
            <a:lvl1pPr algn="ctr">
              <a:defRPr sz="2400" b="0">
                <a:solidFill>
                  <a:srgbClr val="4D5A68"/>
                </a:solidFill>
                <a:latin typeface="Malgun Gothic"/>
                <a:ea typeface="Malgun Gothic"/>
                <a:cs typeface="Malgun Gothic"/>
              </a:defRPr>
            </a:lvl1pPr>
            <a:lvl2pPr algn="ctr">
              <a:defRPr sz="2400" b="0">
                <a:solidFill>
                  <a:srgbClr val="4D5A68"/>
                </a:solidFill>
                <a:latin typeface="Malgun Gothic"/>
                <a:ea typeface="Malgun Gothic"/>
                <a:cs typeface="Malgun Gothic"/>
              </a:defRPr>
            </a:lvl2pPr>
            <a:lvl3pPr algn="ctr">
              <a:defRPr sz="2400" b="0">
                <a:solidFill>
                  <a:srgbClr val="4D5A68"/>
                </a:solidFill>
                <a:latin typeface="Malgun Gothic"/>
                <a:ea typeface="Malgun Gothic"/>
                <a:cs typeface="Malgun Gothic"/>
              </a:defRPr>
            </a:lvl3pPr>
            <a:lvl4pPr algn="ctr">
              <a:defRPr sz="2400" b="0">
                <a:solidFill>
                  <a:srgbClr val="4D5A68"/>
                </a:solidFill>
                <a:latin typeface="Malgun Gothic"/>
                <a:ea typeface="Malgun Gothic"/>
                <a:cs typeface="Malgun Gothic"/>
              </a:defRPr>
            </a:lvl4pPr>
            <a:lvl5pPr algn="ctr">
              <a:defRPr sz="2400" b="0">
                <a:solidFill>
                  <a:srgbClr val="4D5A68"/>
                </a:solidFill>
                <a:latin typeface="Malgun Gothic"/>
                <a:ea typeface="Malgun Gothic"/>
                <a:cs typeface="Malgun Gothic"/>
              </a:defRPr>
            </a:lvl5pPr>
            <a:lvl6pPr algn="ctr">
              <a:defRPr sz="2400" b="0">
                <a:solidFill>
                  <a:srgbClr val="4D5A68"/>
                </a:solidFill>
                <a:latin typeface="Malgun Gothic"/>
                <a:ea typeface="Malgun Gothic"/>
                <a:cs typeface="Malgun Gothic"/>
              </a:defRPr>
            </a:lvl6pPr>
            <a:lvl7pPr algn="ctr">
              <a:defRPr sz="2400" b="0">
                <a:solidFill>
                  <a:srgbClr val="4D5A68"/>
                </a:solidFill>
                <a:latin typeface="Malgun Gothic"/>
                <a:ea typeface="Malgun Gothic"/>
                <a:cs typeface="Malgun Gothic"/>
              </a:defRPr>
            </a:lvl7pPr>
            <a:lvl8pPr algn="ctr">
              <a:defRPr sz="2400" b="0">
                <a:solidFill>
                  <a:srgbClr val="4D5A68"/>
                </a:solidFill>
                <a:latin typeface="Malgun Gothic"/>
                <a:ea typeface="Malgun Gothic"/>
                <a:cs typeface="Malgun Gothic"/>
              </a:defRPr>
            </a:lvl8pPr>
            <a:lvl9pPr algn="ctr">
              <a:defRPr sz="2400" b="0">
                <a:solidFill>
                  <a:srgbClr val="4D5A68"/>
                </a:solidFill>
                <a:latin typeface="Malgun Gothic"/>
                <a:ea typeface="Malgun Gothic"/>
                <a:cs typeface="Malgun Gothic"/>
              </a:defRPr>
            </a:lvl9pPr>
          </a:lstStyle>
          <a:p xmlns:a="http://schemas.openxmlformats.org/drawingml/2006/main">
            <a:pPr algn="ctr">
              <a:defRPr sz="2400" b="0">
                <a:solidFill>
                  <a:srgbClr val="4D5A68"/>
                </a:solidFill>
                <a:latin typeface="Malgun Gothic"/>
                <a:ea typeface="Malgun Gothic"/>
                <a:cs typeface="Malgun Gothic"/>
              </a:defRPr>
            </a:pPr>
            <a:r>
              <a:rPr sz="2400" b="0">
                <a:solidFill>
                  <a:srgbClr val="4D5A68"/>
                </a:solidFill>
                <a:latin typeface="Malgun Gothic"/>
                <a:ea typeface="Malgun Gothic"/>
                <a:cs typeface="Malgun Gothic"/>
              </a:rPr>
              <a:t>0</a:t>
            </a:r>
          </a:p>
        </p:txBody>
      </p:sp>
      <p:sp>
        <p:nvSpPr>
          <p:cNvPr id="31" name="">
            <a:extLst xmlns:a="http://schemas.openxmlformats.org/drawingml/2006/main">
              <a:ext uri="{FF2B5EF4-FFF2-40B4-BE49-F238E27FC236}">
                <a16:creationId xmlns:a16="http://schemas.microsoft.com/office/drawing/2014/main" id="{3E0E81B8-EB82-41CC-97FB-429310BC85C8}"/>
              </a:ext>
            </a:extLst>
          </p:cNvPr>
          <p:cNvSpPr>
            <a:spLocks xmlns:a="http://schemas.openxmlformats.org/drawingml/2006/main" noGrp="1"/>
          </p:cNvSpPr>
          <p:nvPr/>
        </p:nvSpPr>
        <p:spPr>
          <a:xfrm xmlns:a="http://schemas.openxmlformats.org/drawingml/2006/main">
            <a:off x="9163050" y="3543300"/>
            <a:ext cx="619125" cy="6286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32" name="1">
            <a:extLst xmlns:a="http://schemas.openxmlformats.org/drawingml/2006/main">
              <a:ext uri="{FF2B5EF4-FFF2-40B4-BE49-F238E27FC236}">
                <a16:creationId xmlns:a16="http://schemas.microsoft.com/office/drawing/2014/main" id="{8D1235B6-5E79-4475-9D57-69E2FCC2D2FF}"/>
              </a:ext>
            </a:extLst>
          </p:cNvPr>
          <p:cNvSpPr>
            <a:spLocks xmlns:a="http://schemas.openxmlformats.org/drawingml/2006/main" noGrp="1"/>
          </p:cNvSpPr>
          <p:nvPr/>
        </p:nvSpPr>
        <p:spPr>
          <a:xfrm xmlns:a="http://schemas.openxmlformats.org/drawingml/2006/main">
            <a:off x="9163050" y="36290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1</a:t>
            </a:r>
          </a:p>
        </p:txBody>
      </p:sp>
      <p:sp>
        <p:nvSpPr>
          <p:cNvPr id="33" name="">
            <a:extLst xmlns:a="http://schemas.openxmlformats.org/drawingml/2006/main">
              <a:ext uri="{FF2B5EF4-FFF2-40B4-BE49-F238E27FC236}">
                <a16:creationId xmlns:a16="http://schemas.microsoft.com/office/drawing/2014/main" id="{862BBE9E-2D2D-4E51-B931-27FEB003C880}"/>
              </a:ext>
            </a:extLst>
          </p:cNvPr>
          <p:cNvSpPr>
            <a:spLocks xmlns:a="http://schemas.openxmlformats.org/drawingml/2006/main" noGrp="1"/>
          </p:cNvSpPr>
          <p:nvPr/>
        </p:nvSpPr>
        <p:spPr>
          <a:xfrm xmlns:a="http://schemas.openxmlformats.org/drawingml/2006/main">
            <a:off x="9906000" y="3543300"/>
            <a:ext cx="619125" cy="6286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34" name="2">
            <a:extLst xmlns:a="http://schemas.openxmlformats.org/drawingml/2006/main">
              <a:ext uri="{FF2B5EF4-FFF2-40B4-BE49-F238E27FC236}">
                <a16:creationId xmlns:a16="http://schemas.microsoft.com/office/drawing/2014/main" id="{949A90B8-DAA6-44C2-8E92-4ADBF57A98CF}"/>
              </a:ext>
            </a:extLst>
          </p:cNvPr>
          <p:cNvSpPr>
            <a:spLocks xmlns:a="http://schemas.openxmlformats.org/drawingml/2006/main" noGrp="1"/>
          </p:cNvSpPr>
          <p:nvPr/>
        </p:nvSpPr>
        <p:spPr>
          <a:xfrm xmlns:a="http://schemas.openxmlformats.org/drawingml/2006/main">
            <a:off x="9906000" y="36290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2</a:t>
            </a:r>
          </a:p>
        </p:txBody>
      </p:sp>
      <p:sp>
        <p:nvSpPr>
          <p:cNvPr id="35" name="">
            <a:extLst xmlns:a="http://schemas.openxmlformats.org/drawingml/2006/main">
              <a:ext uri="{FF2B5EF4-FFF2-40B4-BE49-F238E27FC236}">
                <a16:creationId xmlns:a16="http://schemas.microsoft.com/office/drawing/2014/main" id="{2A5C23EE-D198-461E-90C4-BE655F2DF547}"/>
              </a:ext>
            </a:extLst>
          </p:cNvPr>
          <p:cNvSpPr>
            <a:spLocks xmlns:a="http://schemas.openxmlformats.org/drawingml/2006/main" noGrp="1"/>
          </p:cNvSpPr>
          <p:nvPr/>
        </p:nvSpPr>
        <p:spPr>
          <a:xfrm xmlns:a="http://schemas.openxmlformats.org/drawingml/2006/main">
            <a:off x="10648950" y="3543300"/>
            <a:ext cx="619125"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36" name="3">
            <a:extLst xmlns:a="http://schemas.openxmlformats.org/drawingml/2006/main">
              <a:ext uri="{FF2B5EF4-FFF2-40B4-BE49-F238E27FC236}">
                <a16:creationId xmlns:a16="http://schemas.microsoft.com/office/drawing/2014/main" id="{64F7D48C-0003-4A4E-91AE-1119102B4F90}"/>
              </a:ext>
            </a:extLst>
          </p:cNvPr>
          <p:cNvSpPr>
            <a:spLocks xmlns:a="http://schemas.openxmlformats.org/drawingml/2006/main" noGrp="1"/>
          </p:cNvSpPr>
          <p:nvPr/>
        </p:nvSpPr>
        <p:spPr>
          <a:xfrm xmlns:a="http://schemas.openxmlformats.org/drawingml/2006/main">
            <a:off x="10648950" y="36290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4D5A68"/>
                </a:solidFill>
                <a:latin typeface="Malgun Gothic"/>
                <a:ea typeface="Malgun Gothic"/>
                <a:cs typeface="Malgun Gothic"/>
              </a:defRPr>
            </a:defPPr>
            <a:lvl1pPr algn="ctr">
              <a:defRPr sz="2400" b="0">
                <a:solidFill>
                  <a:srgbClr val="4D5A68"/>
                </a:solidFill>
                <a:latin typeface="Malgun Gothic"/>
                <a:ea typeface="Malgun Gothic"/>
                <a:cs typeface="Malgun Gothic"/>
              </a:defRPr>
            </a:lvl1pPr>
            <a:lvl2pPr algn="ctr">
              <a:defRPr sz="2400" b="0">
                <a:solidFill>
                  <a:srgbClr val="4D5A68"/>
                </a:solidFill>
                <a:latin typeface="Malgun Gothic"/>
                <a:ea typeface="Malgun Gothic"/>
                <a:cs typeface="Malgun Gothic"/>
              </a:defRPr>
            </a:lvl2pPr>
            <a:lvl3pPr algn="ctr">
              <a:defRPr sz="2400" b="0">
                <a:solidFill>
                  <a:srgbClr val="4D5A68"/>
                </a:solidFill>
                <a:latin typeface="Malgun Gothic"/>
                <a:ea typeface="Malgun Gothic"/>
                <a:cs typeface="Malgun Gothic"/>
              </a:defRPr>
            </a:lvl3pPr>
            <a:lvl4pPr algn="ctr">
              <a:defRPr sz="2400" b="0">
                <a:solidFill>
                  <a:srgbClr val="4D5A68"/>
                </a:solidFill>
                <a:latin typeface="Malgun Gothic"/>
                <a:ea typeface="Malgun Gothic"/>
                <a:cs typeface="Malgun Gothic"/>
              </a:defRPr>
            </a:lvl4pPr>
            <a:lvl5pPr algn="ctr">
              <a:defRPr sz="2400" b="0">
                <a:solidFill>
                  <a:srgbClr val="4D5A68"/>
                </a:solidFill>
                <a:latin typeface="Malgun Gothic"/>
                <a:ea typeface="Malgun Gothic"/>
                <a:cs typeface="Malgun Gothic"/>
              </a:defRPr>
            </a:lvl5pPr>
            <a:lvl6pPr algn="ctr">
              <a:defRPr sz="2400" b="0">
                <a:solidFill>
                  <a:srgbClr val="4D5A68"/>
                </a:solidFill>
                <a:latin typeface="Malgun Gothic"/>
                <a:ea typeface="Malgun Gothic"/>
                <a:cs typeface="Malgun Gothic"/>
              </a:defRPr>
            </a:lvl6pPr>
            <a:lvl7pPr algn="ctr">
              <a:defRPr sz="2400" b="0">
                <a:solidFill>
                  <a:srgbClr val="4D5A68"/>
                </a:solidFill>
                <a:latin typeface="Malgun Gothic"/>
                <a:ea typeface="Malgun Gothic"/>
                <a:cs typeface="Malgun Gothic"/>
              </a:defRPr>
            </a:lvl7pPr>
            <a:lvl8pPr algn="ctr">
              <a:defRPr sz="2400" b="0">
                <a:solidFill>
                  <a:srgbClr val="4D5A68"/>
                </a:solidFill>
                <a:latin typeface="Malgun Gothic"/>
                <a:ea typeface="Malgun Gothic"/>
                <a:cs typeface="Malgun Gothic"/>
              </a:defRPr>
            </a:lvl8pPr>
            <a:lvl9pPr algn="ctr">
              <a:defRPr sz="2400" b="0">
                <a:solidFill>
                  <a:srgbClr val="4D5A68"/>
                </a:solidFill>
                <a:latin typeface="Malgun Gothic"/>
                <a:ea typeface="Malgun Gothic"/>
                <a:cs typeface="Malgun Gothic"/>
              </a:defRPr>
            </a:lvl9pPr>
          </a:lstStyle>
          <a:p xmlns:a="http://schemas.openxmlformats.org/drawingml/2006/main">
            <a:pPr algn="ctr">
              <a:defRPr sz="2400" b="0">
                <a:solidFill>
                  <a:srgbClr val="4D5A68"/>
                </a:solidFill>
                <a:latin typeface="Malgun Gothic"/>
                <a:ea typeface="Malgun Gothic"/>
                <a:cs typeface="Malgun Gothic"/>
              </a:defRPr>
            </a:pPr>
            <a:r>
              <a:rPr sz="2400" b="0">
                <a:solidFill>
                  <a:srgbClr val="4D5A68"/>
                </a:solidFill>
                <a:latin typeface="Malgun Gothic"/>
                <a:ea typeface="Malgun Gothic"/>
                <a:cs typeface="Malgun Gothic"/>
              </a:rPr>
              <a:t>3</a:t>
            </a:r>
          </a:p>
        </p:txBody>
      </p:sp>
      <p:sp>
        <p:nvSpPr>
          <p:cNvPr id="37" name="포함 열: 1, 2 · 폭: 2">
            <a:extLst xmlns:a="http://schemas.openxmlformats.org/drawingml/2006/main">
              <a:ext uri="{FF2B5EF4-FFF2-40B4-BE49-F238E27FC236}">
                <a16:creationId xmlns:a16="http://schemas.microsoft.com/office/drawing/2014/main" id="{FF11ABF1-9308-4E78-B09B-BF684222A35D}"/>
              </a:ext>
            </a:extLst>
          </p:cNvPr>
          <p:cNvSpPr>
            <a:spLocks xmlns:a="http://schemas.openxmlformats.org/drawingml/2006/main" noGrp="1"/>
          </p:cNvSpPr>
          <p:nvPr/>
        </p:nvSpPr>
        <p:spPr>
          <a:xfrm xmlns:a="http://schemas.openxmlformats.org/drawingml/2006/main">
            <a:off x="8420100" y="4305300"/>
            <a:ext cx="3162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포함 열: 1, 2 · 폭: 2</a:t>
            </a:r>
          </a:p>
        </p:txBody>
      </p:sp>
      <p:sp>
        <p:nvSpPr>
          <p:cNvPr id="38" name="끝 좌표 3 제외">
            <a:extLst xmlns:a="http://schemas.openxmlformats.org/drawingml/2006/main">
              <a:ext uri="{FF2B5EF4-FFF2-40B4-BE49-F238E27FC236}">
                <a16:creationId xmlns:a16="http://schemas.microsoft.com/office/drawing/2014/main" id="{A905ECDC-940A-4B0F-8FE7-2E9D109E2A38}"/>
              </a:ext>
            </a:extLst>
          </p:cNvPr>
          <p:cNvSpPr>
            <a:spLocks xmlns:a="http://schemas.openxmlformats.org/drawingml/2006/main" noGrp="1"/>
          </p:cNvSpPr>
          <p:nvPr/>
        </p:nvSpPr>
        <p:spPr>
          <a:xfrm xmlns:a="http://schemas.openxmlformats.org/drawingml/2006/main">
            <a:off x="8420100" y="4686300"/>
            <a:ext cx="316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끝 좌표 3 제외</a:t>
            </a:r>
          </a:p>
        </p:txBody>
      </p:sp>
      <p:sp>
        <p:nvSpPr>
          <p:cNvPr id="39" name="관찰된 사실">
            <a:extLst xmlns:a="http://schemas.openxmlformats.org/drawingml/2006/main">
              <a:ext uri="{FF2B5EF4-FFF2-40B4-BE49-F238E27FC236}">
                <a16:creationId xmlns:a16="http://schemas.microsoft.com/office/drawing/2014/main" id="{03EB9704-91D5-4D72-A9D7-3828EC1AEC4D}"/>
              </a:ext>
            </a:extLst>
          </p:cNvPr>
          <p:cNvSpPr>
            <a:spLocks xmlns:a="http://schemas.openxmlformats.org/drawingml/2006/main" noGrp="1"/>
          </p:cNvSpPr>
          <p:nvPr/>
        </p:nvSpPr>
        <p:spPr>
          <a:xfrm xmlns:a="http://schemas.openxmlformats.org/drawingml/2006/main">
            <a:off x="609600" y="5143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관찰된 사실</a:t>
            </a:r>
          </a:p>
        </p:txBody>
      </p:sp>
      <p:sp>
        <p:nvSpPr>
          <p:cNvPr id="40" name="명세 문서 접근과 명세에 맞는 답을 관찰">
            <a:extLst xmlns:a="http://schemas.openxmlformats.org/drawingml/2006/main">
              <a:ext uri="{FF2B5EF4-FFF2-40B4-BE49-F238E27FC236}">
                <a16:creationId xmlns:a16="http://schemas.microsoft.com/office/drawing/2014/main" id="{820F2123-543C-4A6B-81A3-710504BA83EE}"/>
              </a:ext>
            </a:extLst>
          </p:cNvPr>
          <p:cNvSpPr>
            <a:spLocks xmlns:a="http://schemas.openxmlformats.org/drawingml/2006/main" noGrp="1"/>
          </p:cNvSpPr>
          <p:nvPr/>
        </p:nvSpPr>
        <p:spPr>
          <a:xfrm xmlns:a="http://schemas.openxmlformats.org/drawingml/2006/main">
            <a:off x="2228850" y="5143500"/>
            <a:ext cx="935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명세 문서 접근과 명세에 맞는 답을 관찰</a:t>
            </a:r>
          </a:p>
        </p:txBody>
      </p:sp>
      <p:sp>
        <p:nvSpPr>
          <p:cNvPr id="41" name="해석의 한계">
            <a:extLst xmlns:a="http://schemas.openxmlformats.org/drawingml/2006/main">
              <a:ext uri="{FF2B5EF4-FFF2-40B4-BE49-F238E27FC236}">
                <a16:creationId xmlns:a16="http://schemas.microsoft.com/office/drawing/2014/main" id="{A631B2DD-2312-45A3-A6D5-D87FBC9E95AF}"/>
              </a:ext>
            </a:extLst>
          </p:cNvPr>
          <p:cNvSpPr>
            <a:spLocks xmlns:a="http://schemas.openxmlformats.org/drawingml/2006/main" noGrp="1"/>
          </p:cNvSpPr>
          <p:nvPr/>
        </p:nvSpPr>
        <p:spPr>
          <a:xfrm xmlns:a="http://schemas.openxmlformats.org/drawingml/2006/main">
            <a:off x="609600" y="54864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805400"/>
                </a:solidFill>
                <a:latin typeface="Malgun Gothic"/>
                <a:ea typeface="Malgun Gothic"/>
                <a:cs typeface="Malgun Gothic"/>
              </a:defRPr>
            </a:defPPr>
            <a:lvl1pPr algn="l">
              <a:defRPr sz="1800" b="1">
                <a:solidFill>
                  <a:srgbClr val="805400"/>
                </a:solidFill>
                <a:latin typeface="Malgun Gothic"/>
                <a:ea typeface="Malgun Gothic"/>
                <a:cs typeface="Malgun Gothic"/>
              </a:defRPr>
            </a:lvl1pPr>
            <a:lvl2pPr algn="l">
              <a:defRPr sz="1800" b="1">
                <a:solidFill>
                  <a:srgbClr val="805400"/>
                </a:solidFill>
                <a:latin typeface="Malgun Gothic"/>
                <a:ea typeface="Malgun Gothic"/>
                <a:cs typeface="Malgun Gothic"/>
              </a:defRPr>
            </a:lvl2pPr>
            <a:lvl3pPr algn="l">
              <a:defRPr sz="1800" b="1">
                <a:solidFill>
                  <a:srgbClr val="805400"/>
                </a:solidFill>
                <a:latin typeface="Malgun Gothic"/>
                <a:ea typeface="Malgun Gothic"/>
                <a:cs typeface="Malgun Gothic"/>
              </a:defRPr>
            </a:lvl3pPr>
            <a:lvl4pPr algn="l">
              <a:defRPr sz="1800" b="1">
                <a:solidFill>
                  <a:srgbClr val="805400"/>
                </a:solidFill>
                <a:latin typeface="Malgun Gothic"/>
                <a:ea typeface="Malgun Gothic"/>
                <a:cs typeface="Malgun Gothic"/>
              </a:defRPr>
            </a:lvl4pPr>
            <a:lvl5pPr algn="l">
              <a:defRPr sz="1800" b="1">
                <a:solidFill>
                  <a:srgbClr val="805400"/>
                </a:solidFill>
                <a:latin typeface="Malgun Gothic"/>
                <a:ea typeface="Malgun Gothic"/>
                <a:cs typeface="Malgun Gothic"/>
              </a:defRPr>
            </a:lvl5pPr>
            <a:lvl6pPr algn="l">
              <a:defRPr sz="1800" b="1">
                <a:solidFill>
                  <a:srgbClr val="805400"/>
                </a:solidFill>
                <a:latin typeface="Malgun Gothic"/>
                <a:ea typeface="Malgun Gothic"/>
                <a:cs typeface="Malgun Gothic"/>
              </a:defRPr>
            </a:lvl6pPr>
            <a:lvl7pPr algn="l">
              <a:defRPr sz="1800" b="1">
                <a:solidFill>
                  <a:srgbClr val="805400"/>
                </a:solidFill>
                <a:latin typeface="Malgun Gothic"/>
                <a:ea typeface="Malgun Gothic"/>
                <a:cs typeface="Malgun Gothic"/>
              </a:defRPr>
            </a:lvl7pPr>
            <a:lvl8pPr algn="l">
              <a:defRPr sz="1800" b="1">
                <a:solidFill>
                  <a:srgbClr val="805400"/>
                </a:solidFill>
                <a:latin typeface="Malgun Gothic"/>
                <a:ea typeface="Malgun Gothic"/>
                <a:cs typeface="Malgun Gothic"/>
              </a:defRPr>
            </a:lvl8pPr>
            <a:lvl9pPr algn="l">
              <a:defRPr sz="1800" b="1">
                <a:solidFill>
                  <a:srgbClr val="805400"/>
                </a:solidFill>
                <a:latin typeface="Malgun Gothic"/>
                <a:ea typeface="Malgun Gothic"/>
                <a:cs typeface="Malgun Gothic"/>
              </a:defRPr>
            </a:lvl9pPr>
          </a:lstStyle>
          <a:p xmlns:a="http://schemas.openxmlformats.org/drawingml/2006/main">
            <a:pPr algn="l">
              <a:defRPr sz="1800" b="1">
                <a:solidFill>
                  <a:srgbClr val="805400"/>
                </a:solidFill>
                <a:latin typeface="Malgun Gothic"/>
                <a:ea typeface="Malgun Gothic"/>
                <a:cs typeface="Malgun Gothic"/>
              </a:defRPr>
            </a:pPr>
            <a:r>
              <a:rPr sz="1800" b="1">
                <a:solidFill>
                  <a:srgbClr val="805400"/>
                </a:solidFill>
                <a:latin typeface="Malgun Gothic"/>
                <a:ea typeface="Malgun Gothic"/>
                <a:cs typeface="Malgun Gothic"/>
              </a:rPr>
              <a:t>해석의 한계</a:t>
            </a:r>
          </a:p>
        </p:txBody>
      </p:sp>
      <p:sp>
        <p:nvSpPr>
          <p:cNvPr id="42" name="더 넓은 접근도 관찰 · 최소 문서 선택·효율 향상 미입증">
            <a:extLst xmlns:a="http://schemas.openxmlformats.org/drawingml/2006/main">
              <a:ext uri="{FF2B5EF4-FFF2-40B4-BE49-F238E27FC236}">
                <a16:creationId xmlns:a16="http://schemas.microsoft.com/office/drawing/2014/main" id="{AFB484B3-51C8-4BED-AA79-068C39F7A088}"/>
              </a:ext>
            </a:extLst>
          </p:cNvPr>
          <p:cNvSpPr>
            <a:spLocks xmlns:a="http://schemas.openxmlformats.org/drawingml/2006/main" noGrp="1"/>
          </p:cNvSpPr>
          <p:nvPr/>
        </p:nvSpPr>
        <p:spPr>
          <a:xfrm xmlns:a="http://schemas.openxmlformats.org/drawingml/2006/main">
            <a:off x="2228850" y="5486400"/>
            <a:ext cx="935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4D5A68"/>
                </a:solidFill>
                <a:latin typeface="Malgun Gothic"/>
                <a:ea typeface="Malgun Gothic"/>
                <a:cs typeface="Malgun Gothic"/>
              </a:defRPr>
            </a:defPPr>
            <a:lvl1pPr algn="l">
              <a:defRPr sz="1875" b="0">
                <a:solidFill>
                  <a:srgbClr val="4D5A68"/>
                </a:solidFill>
                <a:latin typeface="Malgun Gothic"/>
                <a:ea typeface="Malgun Gothic"/>
                <a:cs typeface="Malgun Gothic"/>
              </a:defRPr>
            </a:lvl1pPr>
            <a:lvl2pPr algn="l">
              <a:defRPr sz="1875" b="0">
                <a:solidFill>
                  <a:srgbClr val="4D5A68"/>
                </a:solidFill>
                <a:latin typeface="Malgun Gothic"/>
                <a:ea typeface="Malgun Gothic"/>
                <a:cs typeface="Malgun Gothic"/>
              </a:defRPr>
            </a:lvl2pPr>
            <a:lvl3pPr algn="l">
              <a:defRPr sz="1875" b="0">
                <a:solidFill>
                  <a:srgbClr val="4D5A68"/>
                </a:solidFill>
                <a:latin typeface="Malgun Gothic"/>
                <a:ea typeface="Malgun Gothic"/>
                <a:cs typeface="Malgun Gothic"/>
              </a:defRPr>
            </a:lvl3pPr>
            <a:lvl4pPr algn="l">
              <a:defRPr sz="1875" b="0">
                <a:solidFill>
                  <a:srgbClr val="4D5A68"/>
                </a:solidFill>
                <a:latin typeface="Malgun Gothic"/>
                <a:ea typeface="Malgun Gothic"/>
                <a:cs typeface="Malgun Gothic"/>
              </a:defRPr>
            </a:lvl4pPr>
            <a:lvl5pPr algn="l">
              <a:defRPr sz="1875" b="0">
                <a:solidFill>
                  <a:srgbClr val="4D5A68"/>
                </a:solidFill>
                <a:latin typeface="Malgun Gothic"/>
                <a:ea typeface="Malgun Gothic"/>
                <a:cs typeface="Malgun Gothic"/>
              </a:defRPr>
            </a:lvl5pPr>
            <a:lvl6pPr algn="l">
              <a:defRPr sz="1875" b="0">
                <a:solidFill>
                  <a:srgbClr val="4D5A68"/>
                </a:solidFill>
                <a:latin typeface="Malgun Gothic"/>
                <a:ea typeface="Malgun Gothic"/>
                <a:cs typeface="Malgun Gothic"/>
              </a:defRPr>
            </a:lvl6pPr>
            <a:lvl7pPr algn="l">
              <a:defRPr sz="1875" b="0">
                <a:solidFill>
                  <a:srgbClr val="4D5A68"/>
                </a:solidFill>
                <a:latin typeface="Malgun Gothic"/>
                <a:ea typeface="Malgun Gothic"/>
                <a:cs typeface="Malgun Gothic"/>
              </a:defRPr>
            </a:lvl7pPr>
            <a:lvl8pPr algn="l">
              <a:defRPr sz="1875" b="0">
                <a:solidFill>
                  <a:srgbClr val="4D5A68"/>
                </a:solidFill>
                <a:latin typeface="Malgun Gothic"/>
                <a:ea typeface="Malgun Gothic"/>
                <a:cs typeface="Malgun Gothic"/>
              </a:defRPr>
            </a:lvl8pPr>
            <a:lvl9pPr algn="l">
              <a:defRPr sz="1875" b="0">
                <a:solidFill>
                  <a:srgbClr val="4D5A68"/>
                </a:solidFill>
                <a:latin typeface="Malgun Gothic"/>
                <a:ea typeface="Malgun Gothic"/>
                <a:cs typeface="Malgun Gothic"/>
              </a:defRPr>
            </a:lvl9pPr>
          </a:lstStyle>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더 넓은 접근도 관찰 · 최소 문서 선택·효율 향상 미입증</a:t>
            </a:r>
          </a:p>
        </p:txBody>
      </p:sp>
      <p:sp>
        <p:nvSpPr>
          <p:cNvPr id="43" name="Legacy module connection">
            <a:extLst xmlns:a="http://schemas.openxmlformats.org/drawingml/2006/main">
              <a:ext uri="{FF2B5EF4-FFF2-40B4-BE49-F238E27FC236}">
                <a16:creationId xmlns:a16="http://schemas.microsoft.com/office/drawing/2014/main" id="{0C4F2B47-B53B-488D-801C-059D15990753}"/>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M6</a:t>
            </a:r>
          </a:p>
        </p:txBody>
      </p:sp>
    </p:spTree>
    <p:extLst>
      <p:ext uri="{BB962C8B-B14F-4D97-AF65-F5344CB8AC3E}">
        <p14:creationId xmlns:p14="http://schemas.microsoft.com/office/powerpoint/2010/main" val="703245404"/>
      </p:ext>
    </p:extLst>
  </p:cSld>
</p:sld>
</file>

<file path=ppt/slides/slide4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ACT 2 · 요청 B의 근거와 기록된 답">
            <a:extLst xmlns:a="http://schemas.openxmlformats.org/drawingml/2006/main">
              <a:ext uri="{FF2B5EF4-FFF2-40B4-BE49-F238E27FC236}">
                <a16:creationId xmlns:a16="http://schemas.microsoft.com/office/drawing/2014/main" id="{FB901507-0411-4D61-B598-8B017DEF25C4}"/>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요청 B의 근거와 기록된 답</a:t>
            </a:r>
          </a:p>
        </p:txBody>
      </p:sp>
      <p:sp>
        <p:nvSpPr>
          <p:cNvPr id="2" name="S46">
            <a:extLst xmlns:a="http://schemas.openxmlformats.org/drawingml/2006/main">
              <a:ext uri="{FF2B5EF4-FFF2-40B4-BE49-F238E27FC236}">
                <a16:creationId xmlns:a16="http://schemas.microsoft.com/office/drawing/2014/main" id="{79514E9D-B027-4570-8727-4C4EA78E2844}"/>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S46</a:t>
            </a:r>
          </a:p>
        </p:txBody>
      </p:sp>
      <p:sp>
        <p:nvSpPr>
          <p:cNvPr id="3" name="의존성 질문은 설정과 소스로 답했다">
            <a:extLst xmlns:a="http://schemas.openxmlformats.org/drawingml/2006/main">
              <a:ext uri="{FF2B5EF4-FFF2-40B4-BE49-F238E27FC236}">
                <a16:creationId xmlns:a16="http://schemas.microsoft.com/office/drawing/2014/main" id="{F60F7118-46CF-49D6-84A3-1E8D3D5EC499}"/>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의존성 질문은 설정과 소스로 답했다</a:t>
            </a:r>
          </a:p>
        </p:txBody>
      </p:sp>
      <p:sp>
        <p:nvSpPr>
          <p:cNvPr id="4" name="">
            <a:extLst xmlns:a="http://schemas.openxmlformats.org/drawingml/2006/main">
              <a:ext uri="{FF2B5EF4-FFF2-40B4-BE49-F238E27FC236}">
                <a16:creationId xmlns:a16="http://schemas.microsoft.com/office/drawing/2014/main" id="{4E82BEE7-3E05-48DA-9FB4-A5E00D729F6D}"/>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5B 최종 실행 · Codex CLI 0.154.0 · 실제 접근/답변 기록 요약">
            <a:extLst xmlns:a="http://schemas.openxmlformats.org/drawingml/2006/main">
              <a:ext uri="{FF2B5EF4-FFF2-40B4-BE49-F238E27FC236}">
                <a16:creationId xmlns:a16="http://schemas.microsoft.com/office/drawing/2014/main" id="{794451D4-8B57-404C-B38B-EB0F795D3F94}"/>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TRIAL-005B 최종 실행 · Codex CLI 0.154.0 · 실제 접근/답변 기록 요약</a:t>
            </a:r>
          </a:p>
        </p:txBody>
      </p:sp>
      <p:sp>
        <p:nvSpPr>
          <p:cNvPr id="6" name="과거 읽기 전용 실행의 재구성 · 새 설치 검사·현재 Desktop 검증 결과가 아님">
            <a:extLst xmlns:a="http://schemas.openxmlformats.org/drawingml/2006/main">
              <a:ext uri="{FF2B5EF4-FFF2-40B4-BE49-F238E27FC236}">
                <a16:creationId xmlns:a16="http://schemas.microsoft.com/office/drawing/2014/main" id="{6504799A-54F3-47C9-A6BE-E9638C124D04}"/>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과거 읽기 전용 실행의 재구성 · 새 설치 검사·현재 Desktop 검증 결과가 아님</a:t>
            </a:r>
          </a:p>
        </p:txBody>
      </p:sp>
      <p:sp>
        <p:nvSpPr>
          <p:cNvPr id="7" name="“실행 의존성과 빌드 도구를 구분해 알려줘.”">
            <a:extLst xmlns:a="http://schemas.openxmlformats.org/drawingml/2006/main">
              <a:ext uri="{FF2B5EF4-FFF2-40B4-BE49-F238E27FC236}">
                <a16:creationId xmlns:a16="http://schemas.microsoft.com/office/drawing/2014/main" id="{4C510592-BBCB-4489-B4A2-2336BABA734B}"/>
              </a:ext>
            </a:extLst>
          </p:cNvPr>
          <p:cNvSpPr>
            <a:spLocks xmlns:a="http://schemas.openxmlformats.org/drawingml/2006/main" noGrp="1"/>
          </p:cNvSpPr>
          <p:nvPr/>
        </p:nvSpPr>
        <p:spPr>
          <a:xfrm xmlns:a="http://schemas.openxmlformats.org/drawingml/2006/main">
            <a:off x="609600" y="17430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“실행 의존성과 빌드 도구를 구분해 알려줘.”</a:t>
            </a:r>
          </a:p>
        </p:txBody>
      </p:sp>
      <p:sp>
        <p:nvSpPr>
          <p:cNvPr id="8" name="실제로 확인한 근거">
            <a:extLst xmlns:a="http://schemas.openxmlformats.org/drawingml/2006/main">
              <a:ext uri="{FF2B5EF4-FFF2-40B4-BE49-F238E27FC236}">
                <a16:creationId xmlns:a16="http://schemas.microsoft.com/office/drawing/2014/main" id="{E6BB5553-066C-4DC0-9518-577D841033FA}"/>
              </a:ext>
            </a:extLst>
          </p:cNvPr>
          <p:cNvSpPr>
            <a:spLocks xmlns:a="http://schemas.openxmlformats.org/drawingml/2006/main" noGrp="1"/>
          </p:cNvSpPr>
          <p:nvPr/>
        </p:nvSpPr>
        <p:spPr>
          <a:xfrm xmlns:a="http://schemas.openxmlformats.org/drawingml/2006/main">
            <a:off x="609600" y="24098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실제로 확인한 근거</a:t>
            </a:r>
          </a:p>
        </p:txBody>
      </p:sp>
      <p:sp>
        <p:nvSpPr>
          <p:cNvPr id="9" name="기록된 답">
            <a:extLst xmlns:a="http://schemas.openxmlformats.org/drawingml/2006/main">
              <a:ext uri="{FF2B5EF4-FFF2-40B4-BE49-F238E27FC236}">
                <a16:creationId xmlns:a16="http://schemas.microsoft.com/office/drawing/2014/main" id="{2A1515A6-D042-4788-A921-34BDD87611B0}"/>
              </a:ext>
            </a:extLst>
          </p:cNvPr>
          <p:cNvSpPr>
            <a:spLocks xmlns:a="http://schemas.openxmlformats.org/drawingml/2006/main" noGrp="1"/>
          </p:cNvSpPr>
          <p:nvPr/>
        </p:nvSpPr>
        <p:spPr>
          <a:xfrm xmlns:a="http://schemas.openxmlformats.org/drawingml/2006/main">
            <a:off x="6419850" y="2409825"/>
            <a:ext cx="516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기록된 답</a:t>
            </a:r>
          </a:p>
        </p:txBody>
      </p:sp>
      <p:sp>
        <p:nvSpPr>
          <p:cNvPr id="10" name="">
            <a:extLst xmlns:a="http://schemas.openxmlformats.org/drawingml/2006/main">
              <a:ext uri="{FF2B5EF4-FFF2-40B4-BE49-F238E27FC236}">
                <a16:creationId xmlns:a16="http://schemas.microsoft.com/office/drawing/2014/main" id="{1552EDAE-EC60-4151-BB6C-99ABB3DBEBA2}"/>
              </a:ext>
            </a:extLst>
          </p:cNvPr>
          <p:cNvSpPr>
            <a:spLocks xmlns:a="http://schemas.openxmlformats.org/drawingml/2006/main" noGrp="1"/>
          </p:cNvSpPr>
          <p:nvPr/>
        </p:nvSpPr>
        <p:spPr>
          <a:xfrm xmlns:a="http://schemas.openxmlformats.org/drawingml/2006/main">
            <a:off x="609600" y="2895600"/>
            <a:ext cx="4953000" cy="215265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11" name="pyproject.toml · setup.cfg">
            <a:extLst xmlns:a="http://schemas.openxmlformats.org/drawingml/2006/main">
              <a:ext uri="{FF2B5EF4-FFF2-40B4-BE49-F238E27FC236}">
                <a16:creationId xmlns:a16="http://schemas.microsoft.com/office/drawing/2014/main" id="{745F790B-012F-4377-B0DD-F32345215708}"/>
              </a:ext>
            </a:extLst>
          </p:cNvPr>
          <p:cNvSpPr>
            <a:spLocks xmlns:a="http://schemas.openxmlformats.org/drawingml/2006/main" noGrp="1"/>
          </p:cNvSpPr>
          <p:nvPr/>
        </p:nvSpPr>
        <p:spPr>
          <a:xfrm xmlns:a="http://schemas.openxmlformats.org/drawingml/2006/main">
            <a:off x="819150" y="3057525"/>
            <a:ext cx="4533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Consolas"/>
                <a:ea typeface="Consolas"/>
                <a:cs typeface="Consolas"/>
              </a:defRPr>
            </a:defPPr>
            <a:lvl1pPr algn="l">
              <a:defRPr sz="1950" b="1">
                <a:solidFill>
                  <a:srgbClr val="0B6172"/>
                </a:solidFill>
                <a:latin typeface="Consolas"/>
                <a:ea typeface="Consolas"/>
                <a:cs typeface="Consolas"/>
              </a:defRPr>
            </a:lvl1pPr>
            <a:lvl2pPr algn="l">
              <a:defRPr sz="1950" b="1">
                <a:solidFill>
                  <a:srgbClr val="0B6172"/>
                </a:solidFill>
                <a:latin typeface="Consolas"/>
                <a:ea typeface="Consolas"/>
                <a:cs typeface="Consolas"/>
              </a:defRPr>
            </a:lvl2pPr>
            <a:lvl3pPr algn="l">
              <a:defRPr sz="1950" b="1">
                <a:solidFill>
                  <a:srgbClr val="0B6172"/>
                </a:solidFill>
                <a:latin typeface="Consolas"/>
                <a:ea typeface="Consolas"/>
                <a:cs typeface="Consolas"/>
              </a:defRPr>
            </a:lvl3pPr>
            <a:lvl4pPr algn="l">
              <a:defRPr sz="1950" b="1">
                <a:solidFill>
                  <a:srgbClr val="0B6172"/>
                </a:solidFill>
                <a:latin typeface="Consolas"/>
                <a:ea typeface="Consolas"/>
                <a:cs typeface="Consolas"/>
              </a:defRPr>
            </a:lvl4pPr>
            <a:lvl5pPr algn="l">
              <a:defRPr sz="1950" b="1">
                <a:solidFill>
                  <a:srgbClr val="0B6172"/>
                </a:solidFill>
                <a:latin typeface="Consolas"/>
                <a:ea typeface="Consolas"/>
                <a:cs typeface="Consolas"/>
              </a:defRPr>
            </a:lvl5pPr>
            <a:lvl6pPr algn="l">
              <a:defRPr sz="1950" b="1">
                <a:solidFill>
                  <a:srgbClr val="0B6172"/>
                </a:solidFill>
                <a:latin typeface="Consolas"/>
                <a:ea typeface="Consolas"/>
                <a:cs typeface="Consolas"/>
              </a:defRPr>
            </a:lvl6pPr>
            <a:lvl7pPr algn="l">
              <a:defRPr sz="1950" b="1">
                <a:solidFill>
                  <a:srgbClr val="0B6172"/>
                </a:solidFill>
                <a:latin typeface="Consolas"/>
                <a:ea typeface="Consolas"/>
                <a:cs typeface="Consolas"/>
              </a:defRPr>
            </a:lvl7pPr>
            <a:lvl8pPr algn="l">
              <a:defRPr sz="1950" b="1">
                <a:solidFill>
                  <a:srgbClr val="0B6172"/>
                </a:solidFill>
                <a:latin typeface="Consolas"/>
                <a:ea typeface="Consolas"/>
                <a:cs typeface="Consolas"/>
              </a:defRPr>
            </a:lvl8pPr>
            <a:lvl9pPr algn="l">
              <a:defRPr sz="1950" b="1">
                <a:solidFill>
                  <a:srgbClr val="0B6172"/>
                </a:solidFill>
                <a:latin typeface="Consolas"/>
                <a:ea typeface="Consolas"/>
                <a:cs typeface="Consolas"/>
              </a:defRPr>
            </a:lvl9pPr>
          </a:lstStyle>
          <a:p xmlns:a="http://schemas.openxmlformats.org/drawingml/2006/main">
            <a:pPr algn="l">
              <a:defRPr sz="1950" b="1">
                <a:solidFill>
                  <a:srgbClr val="0B6172"/>
                </a:solidFill>
                <a:latin typeface="Consolas"/>
                <a:ea typeface="Consolas"/>
                <a:cs typeface="Consolas"/>
              </a:defRPr>
            </a:pPr>
            <a:r>
              <a:rPr sz="1950" b="1">
                <a:solidFill>
                  <a:srgbClr val="0B6172"/>
                </a:solidFill>
                <a:latin typeface="Consolas"/>
                <a:ea typeface="Consolas"/>
                <a:cs typeface="Consolas"/>
              </a:rPr>
              <a:t>pyproject.toml · setup.cfg</a:t>
            </a:r>
          </a:p>
        </p:txBody>
      </p:sp>
      <p:sp>
        <p:nvSpPr>
          <p:cNvPr id="12" name="README와 소스 코드">
            <a:extLst xmlns:a="http://schemas.openxmlformats.org/drawingml/2006/main">
              <a:ext uri="{FF2B5EF4-FFF2-40B4-BE49-F238E27FC236}">
                <a16:creationId xmlns:a16="http://schemas.microsoft.com/office/drawing/2014/main" id="{D139C491-EDD8-4EB1-8F09-D60182B8922A}"/>
              </a:ext>
            </a:extLst>
          </p:cNvPr>
          <p:cNvSpPr>
            <a:spLocks xmlns:a="http://schemas.openxmlformats.org/drawingml/2006/main" noGrp="1"/>
          </p:cNvSpPr>
          <p:nvPr/>
        </p:nvSpPr>
        <p:spPr>
          <a:xfrm xmlns:a="http://schemas.openxmlformats.org/drawingml/2006/main">
            <a:off x="819150" y="3533775"/>
            <a:ext cx="4533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README와 소스 코드</a:t>
            </a:r>
          </a:p>
        </p:txBody>
      </p:sp>
      <p:sp>
        <p:nvSpPr>
          <p:cNvPr id="13" name="">
            <a:extLst xmlns:a="http://schemas.openxmlformats.org/drawingml/2006/main">
              <a:ext uri="{FF2B5EF4-FFF2-40B4-BE49-F238E27FC236}">
                <a16:creationId xmlns:a16="http://schemas.microsoft.com/office/drawing/2014/main" id="{6E91B5D5-025E-4FBE-A336-80EBE59B4F95}"/>
              </a:ext>
            </a:extLst>
          </p:cNvPr>
          <p:cNvSpPr>
            <a:spLocks xmlns:a="http://schemas.openxmlformats.org/drawingml/2006/main" noGrp="1"/>
          </p:cNvSpPr>
          <p:nvPr/>
        </p:nvSpPr>
        <p:spPr>
          <a:xfrm xmlns:a="http://schemas.openxmlformats.org/drawingml/2006/main">
            <a:off x="819150" y="4086225"/>
            <a:ext cx="45339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4" name="공통 안내도 읽음">
            <a:extLst xmlns:a="http://schemas.openxmlformats.org/drawingml/2006/main">
              <a:ext uri="{FF2B5EF4-FFF2-40B4-BE49-F238E27FC236}">
                <a16:creationId xmlns:a16="http://schemas.microsoft.com/office/drawing/2014/main" id="{3628F48A-BEBE-4BED-A233-575043DCABF2}"/>
              </a:ext>
            </a:extLst>
          </p:cNvPr>
          <p:cNvSpPr>
            <a:spLocks xmlns:a="http://schemas.openxmlformats.org/drawingml/2006/main" noGrp="1"/>
          </p:cNvSpPr>
          <p:nvPr/>
        </p:nvSpPr>
        <p:spPr>
          <a:xfrm xmlns:a="http://schemas.openxmlformats.org/drawingml/2006/main">
            <a:off x="819150" y="4219575"/>
            <a:ext cx="4533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Malgun Gothic"/>
                <a:ea typeface="Malgun Gothic"/>
                <a:cs typeface="Malgun Gothic"/>
              </a:defRPr>
            </a:defPPr>
            <a:lvl1pPr algn="l">
              <a:defRPr sz="1800" b="1">
                <a:solidFill>
                  <a:srgbClr val="4D5A68"/>
                </a:solidFill>
                <a:latin typeface="Malgun Gothic"/>
                <a:ea typeface="Malgun Gothic"/>
                <a:cs typeface="Malgun Gothic"/>
              </a:defRPr>
            </a:lvl1pPr>
            <a:lvl2pPr algn="l">
              <a:defRPr sz="1800" b="1">
                <a:solidFill>
                  <a:srgbClr val="4D5A68"/>
                </a:solidFill>
                <a:latin typeface="Malgun Gothic"/>
                <a:ea typeface="Malgun Gothic"/>
                <a:cs typeface="Malgun Gothic"/>
              </a:defRPr>
            </a:lvl2pPr>
            <a:lvl3pPr algn="l">
              <a:defRPr sz="1800" b="1">
                <a:solidFill>
                  <a:srgbClr val="4D5A68"/>
                </a:solidFill>
                <a:latin typeface="Malgun Gothic"/>
                <a:ea typeface="Malgun Gothic"/>
                <a:cs typeface="Malgun Gothic"/>
              </a:defRPr>
            </a:lvl3pPr>
            <a:lvl4pPr algn="l">
              <a:defRPr sz="1800" b="1">
                <a:solidFill>
                  <a:srgbClr val="4D5A68"/>
                </a:solidFill>
                <a:latin typeface="Malgun Gothic"/>
                <a:ea typeface="Malgun Gothic"/>
                <a:cs typeface="Malgun Gothic"/>
              </a:defRPr>
            </a:lvl4pPr>
            <a:lvl5pPr algn="l">
              <a:defRPr sz="1800" b="1">
                <a:solidFill>
                  <a:srgbClr val="4D5A68"/>
                </a:solidFill>
                <a:latin typeface="Malgun Gothic"/>
                <a:ea typeface="Malgun Gothic"/>
                <a:cs typeface="Malgun Gothic"/>
              </a:defRPr>
            </a:lvl5pPr>
            <a:lvl6pPr algn="l">
              <a:defRPr sz="1800" b="1">
                <a:solidFill>
                  <a:srgbClr val="4D5A68"/>
                </a:solidFill>
                <a:latin typeface="Malgun Gothic"/>
                <a:ea typeface="Malgun Gothic"/>
                <a:cs typeface="Malgun Gothic"/>
              </a:defRPr>
            </a:lvl6pPr>
            <a:lvl7pPr algn="l">
              <a:defRPr sz="1800" b="1">
                <a:solidFill>
                  <a:srgbClr val="4D5A68"/>
                </a:solidFill>
                <a:latin typeface="Malgun Gothic"/>
                <a:ea typeface="Malgun Gothic"/>
                <a:cs typeface="Malgun Gothic"/>
              </a:defRPr>
            </a:lvl7pPr>
            <a:lvl8pPr algn="l">
              <a:defRPr sz="1800" b="1">
                <a:solidFill>
                  <a:srgbClr val="4D5A68"/>
                </a:solidFill>
                <a:latin typeface="Malgun Gothic"/>
                <a:ea typeface="Malgun Gothic"/>
                <a:cs typeface="Malgun Gothic"/>
              </a:defRPr>
            </a:lvl8pPr>
            <a:lvl9pPr algn="l">
              <a:defRPr sz="1800" b="1">
                <a:solidFill>
                  <a:srgbClr val="4D5A68"/>
                </a:solidFill>
                <a:latin typeface="Malgun Gothic"/>
                <a:ea typeface="Malgun Gothic"/>
                <a:cs typeface="Malgun Gothic"/>
              </a:defRPr>
            </a:lvl9pPr>
          </a:lstStyle>
          <a:p xmlns:a="http://schemas.openxmlformats.org/drawingml/2006/main">
            <a:pPr algn="l">
              <a:defRPr sz="1800" b="1">
                <a:solidFill>
                  <a:srgbClr val="4D5A68"/>
                </a:solidFill>
                <a:latin typeface="Malgun Gothic"/>
                <a:ea typeface="Malgun Gothic"/>
                <a:cs typeface="Malgun Gothic"/>
              </a:defRPr>
            </a:pPr>
            <a:r>
              <a:rPr sz="1800" b="1">
                <a:solidFill>
                  <a:srgbClr val="4D5A68"/>
                </a:solidFill>
                <a:latin typeface="Malgun Gothic"/>
                <a:ea typeface="Malgun Gothic"/>
                <a:cs typeface="Malgun Gothic"/>
              </a:rPr>
              <a:t>공통 안내도 읽음</a:t>
            </a:r>
          </a:p>
        </p:txBody>
      </p:sp>
      <p:sp>
        <p:nvSpPr>
          <p:cNvPr id="15" name="AGENTS.md · architecture.md">
            <a:extLst xmlns:a="http://schemas.openxmlformats.org/drawingml/2006/main">
              <a:ext uri="{FF2B5EF4-FFF2-40B4-BE49-F238E27FC236}">
                <a16:creationId xmlns:a16="http://schemas.microsoft.com/office/drawing/2014/main" id="{30A78316-0057-4AA2-A4BF-4D44C2DEC2E6}"/>
              </a:ext>
            </a:extLst>
          </p:cNvPr>
          <p:cNvSpPr>
            <a:spLocks xmlns:a="http://schemas.openxmlformats.org/drawingml/2006/main" noGrp="1"/>
          </p:cNvSpPr>
          <p:nvPr/>
        </p:nvSpPr>
        <p:spPr>
          <a:xfrm xmlns:a="http://schemas.openxmlformats.org/drawingml/2006/main">
            <a:off x="819150" y="4581525"/>
            <a:ext cx="45339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AGENTS.md · architecture.md</a:t>
            </a:r>
          </a:p>
        </p:txBody>
      </p:sp>
      <p:sp>
        <p:nvSpPr>
          <p:cNvPr id="16" name="">
            <a:extLst xmlns:a="http://schemas.openxmlformats.org/drawingml/2006/main">
              <a:ext uri="{FF2B5EF4-FFF2-40B4-BE49-F238E27FC236}">
                <a16:creationId xmlns:a16="http://schemas.microsoft.com/office/drawing/2014/main" id="{46CDFEB7-C4C9-4A71-A6B3-06C42231A96E}"/>
              </a:ext>
            </a:extLst>
          </p:cNvPr>
          <p:cNvSpPr>
            <a:spLocks xmlns:a="http://schemas.openxmlformats.org/drawingml/2006/main" noGrp="1"/>
          </p:cNvSpPr>
          <p:nvPr/>
        </p:nvSpPr>
        <p:spPr>
          <a:xfrm xmlns:a="http://schemas.openxmlformats.org/drawingml/2006/main">
            <a:off x="6419850" y="2895600"/>
            <a:ext cx="5162550" cy="1095375"/>
          </a:xfrm>
          <a:prstGeom xmlns:a="http://schemas.openxmlformats.org/drawingml/2006/main" prst="rect">
            <a:avLst/>
          </a:prstGeom>
          <a:solidFill xmlns:a="http://schemas.openxmlformats.org/drawingml/2006/main">
            <a:srgbClr val="E0EFF0"/>
          </a:solidFill>
          <a:ln xmlns:a="http://schemas.openxmlformats.org/drawingml/2006/main" w="14288">
            <a:solidFill>
              <a:srgbClr val="0B6172"/>
            </a:solidFill>
            <a:prstDash val="solid"/>
          </a:ln>
        </p:spPr>
      </p:sp>
      <p:sp>
        <p:nvSpPr>
          <p:cNvPr id="17" name="실행">
            <a:extLst xmlns:a="http://schemas.openxmlformats.org/drawingml/2006/main">
              <a:ext uri="{FF2B5EF4-FFF2-40B4-BE49-F238E27FC236}">
                <a16:creationId xmlns:a16="http://schemas.microsoft.com/office/drawing/2014/main" id="{8702F5C2-D259-468E-8C56-9EA230FB2343}"/>
              </a:ext>
            </a:extLst>
          </p:cNvPr>
          <p:cNvSpPr>
            <a:spLocks xmlns:a="http://schemas.openxmlformats.org/drawingml/2006/main" noGrp="1"/>
          </p:cNvSpPr>
          <p:nvPr/>
        </p:nvSpPr>
        <p:spPr>
          <a:xfrm xmlns:a="http://schemas.openxmlformats.org/drawingml/2006/main">
            <a:off x="6629400" y="2990850"/>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실행</a:t>
            </a:r>
          </a:p>
        </p:txBody>
      </p:sp>
      <p:sp>
        <p:nvSpPr>
          <p:cNvPr id="18" name="Python 3.9+ · 표준 라이브러리">
            <a:extLst xmlns:a="http://schemas.openxmlformats.org/drawingml/2006/main">
              <a:ext uri="{FF2B5EF4-FFF2-40B4-BE49-F238E27FC236}">
                <a16:creationId xmlns:a16="http://schemas.microsoft.com/office/drawing/2014/main" id="{4F699B05-EF7D-44E9-826F-306EBC852D32}"/>
              </a:ext>
            </a:extLst>
          </p:cNvPr>
          <p:cNvSpPr>
            <a:spLocks xmlns:a="http://schemas.openxmlformats.org/drawingml/2006/main" noGrp="1"/>
          </p:cNvSpPr>
          <p:nvPr/>
        </p:nvSpPr>
        <p:spPr>
          <a:xfrm xmlns:a="http://schemas.openxmlformats.org/drawingml/2006/main">
            <a:off x="7639050" y="3000375"/>
            <a:ext cx="3733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Python 3.9+ · 표준 라이브러리</a:t>
            </a:r>
          </a:p>
        </p:txBody>
      </p:sp>
      <p:sp>
        <p:nvSpPr>
          <p:cNvPr id="19" name="별도 third-party runtime dependency 없음">
            <a:extLst xmlns:a="http://schemas.openxmlformats.org/drawingml/2006/main">
              <a:ext uri="{FF2B5EF4-FFF2-40B4-BE49-F238E27FC236}">
                <a16:creationId xmlns:a16="http://schemas.microsoft.com/office/drawing/2014/main" id="{EE6D9433-5C7E-42E3-B5BC-A360CE796A45}"/>
              </a:ext>
            </a:extLst>
          </p:cNvPr>
          <p:cNvSpPr>
            <a:spLocks xmlns:a="http://schemas.openxmlformats.org/drawingml/2006/main" noGrp="1"/>
          </p:cNvSpPr>
          <p:nvPr/>
        </p:nvSpPr>
        <p:spPr>
          <a:xfrm xmlns:a="http://schemas.openxmlformats.org/drawingml/2006/main">
            <a:off x="6629400" y="3505200"/>
            <a:ext cx="4743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별도 third-party runtime dependency 없음</a:t>
            </a:r>
          </a:p>
        </p:txBody>
      </p:sp>
      <p:sp>
        <p:nvSpPr>
          <p:cNvPr id="20" name="">
            <a:extLst xmlns:a="http://schemas.openxmlformats.org/drawingml/2006/main">
              <a:ext uri="{FF2B5EF4-FFF2-40B4-BE49-F238E27FC236}">
                <a16:creationId xmlns:a16="http://schemas.microsoft.com/office/drawing/2014/main" id="{1A3C7D03-DE32-49FF-A14B-AC8B05086266}"/>
              </a:ext>
            </a:extLst>
          </p:cNvPr>
          <p:cNvSpPr>
            <a:spLocks xmlns:a="http://schemas.openxmlformats.org/drawingml/2006/main" noGrp="1"/>
          </p:cNvSpPr>
          <p:nvPr/>
        </p:nvSpPr>
        <p:spPr>
          <a:xfrm xmlns:a="http://schemas.openxmlformats.org/drawingml/2006/main">
            <a:off x="6419850" y="4191000"/>
            <a:ext cx="51625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21" name="빌드">
            <a:extLst xmlns:a="http://schemas.openxmlformats.org/drawingml/2006/main">
              <a:ext uri="{FF2B5EF4-FFF2-40B4-BE49-F238E27FC236}">
                <a16:creationId xmlns:a16="http://schemas.microsoft.com/office/drawing/2014/main" id="{921C20DD-E570-4AEC-A9BC-4F65C22679AF}"/>
              </a:ext>
            </a:extLst>
          </p:cNvPr>
          <p:cNvSpPr>
            <a:spLocks xmlns:a="http://schemas.openxmlformats.org/drawingml/2006/main" noGrp="1"/>
          </p:cNvSpPr>
          <p:nvPr/>
        </p:nvSpPr>
        <p:spPr>
          <a:xfrm xmlns:a="http://schemas.openxmlformats.org/drawingml/2006/main">
            <a:off x="6629400" y="4324350"/>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빌드</a:t>
            </a:r>
          </a:p>
        </p:txBody>
      </p:sp>
      <p:sp>
        <p:nvSpPr>
          <p:cNvPr id="22" name="setuptools · wheel">
            <a:extLst xmlns:a="http://schemas.openxmlformats.org/drawingml/2006/main">
              <a:ext uri="{FF2B5EF4-FFF2-40B4-BE49-F238E27FC236}">
                <a16:creationId xmlns:a16="http://schemas.microsoft.com/office/drawing/2014/main" id="{6755EF46-4342-4529-B302-B1EEC72D17F0}"/>
              </a:ext>
            </a:extLst>
          </p:cNvPr>
          <p:cNvSpPr>
            <a:spLocks xmlns:a="http://schemas.openxmlformats.org/drawingml/2006/main" noGrp="1"/>
          </p:cNvSpPr>
          <p:nvPr/>
        </p:nvSpPr>
        <p:spPr>
          <a:xfrm xmlns:a="http://schemas.openxmlformats.org/drawingml/2006/main">
            <a:off x="7639050" y="4324350"/>
            <a:ext cx="3733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Consolas"/>
                <a:ea typeface="Consolas"/>
                <a:cs typeface="Consolas"/>
              </a:defRPr>
            </a:defPPr>
            <a:lvl1pPr algn="l">
              <a:defRPr sz="2100" b="1">
                <a:solidFill>
                  <a:srgbClr val="17212B"/>
                </a:solidFill>
                <a:latin typeface="Consolas"/>
                <a:ea typeface="Consolas"/>
                <a:cs typeface="Consolas"/>
              </a:defRPr>
            </a:lvl1pPr>
            <a:lvl2pPr algn="l">
              <a:defRPr sz="2100" b="1">
                <a:solidFill>
                  <a:srgbClr val="17212B"/>
                </a:solidFill>
                <a:latin typeface="Consolas"/>
                <a:ea typeface="Consolas"/>
                <a:cs typeface="Consolas"/>
              </a:defRPr>
            </a:lvl2pPr>
            <a:lvl3pPr algn="l">
              <a:defRPr sz="2100" b="1">
                <a:solidFill>
                  <a:srgbClr val="17212B"/>
                </a:solidFill>
                <a:latin typeface="Consolas"/>
                <a:ea typeface="Consolas"/>
                <a:cs typeface="Consolas"/>
              </a:defRPr>
            </a:lvl3pPr>
            <a:lvl4pPr algn="l">
              <a:defRPr sz="2100" b="1">
                <a:solidFill>
                  <a:srgbClr val="17212B"/>
                </a:solidFill>
                <a:latin typeface="Consolas"/>
                <a:ea typeface="Consolas"/>
                <a:cs typeface="Consolas"/>
              </a:defRPr>
            </a:lvl4pPr>
            <a:lvl5pPr algn="l">
              <a:defRPr sz="2100" b="1">
                <a:solidFill>
                  <a:srgbClr val="17212B"/>
                </a:solidFill>
                <a:latin typeface="Consolas"/>
                <a:ea typeface="Consolas"/>
                <a:cs typeface="Consolas"/>
              </a:defRPr>
            </a:lvl5pPr>
            <a:lvl6pPr algn="l">
              <a:defRPr sz="2100" b="1">
                <a:solidFill>
                  <a:srgbClr val="17212B"/>
                </a:solidFill>
                <a:latin typeface="Consolas"/>
                <a:ea typeface="Consolas"/>
                <a:cs typeface="Consolas"/>
              </a:defRPr>
            </a:lvl6pPr>
            <a:lvl7pPr algn="l">
              <a:defRPr sz="2100" b="1">
                <a:solidFill>
                  <a:srgbClr val="17212B"/>
                </a:solidFill>
                <a:latin typeface="Consolas"/>
                <a:ea typeface="Consolas"/>
                <a:cs typeface="Consolas"/>
              </a:defRPr>
            </a:lvl7pPr>
            <a:lvl8pPr algn="l">
              <a:defRPr sz="2100" b="1">
                <a:solidFill>
                  <a:srgbClr val="17212B"/>
                </a:solidFill>
                <a:latin typeface="Consolas"/>
                <a:ea typeface="Consolas"/>
                <a:cs typeface="Consolas"/>
              </a:defRPr>
            </a:lvl8pPr>
            <a:lvl9pPr algn="l">
              <a:defRPr sz="2100" b="1">
                <a:solidFill>
                  <a:srgbClr val="17212B"/>
                </a:solidFill>
                <a:latin typeface="Consolas"/>
                <a:ea typeface="Consolas"/>
                <a:cs typeface="Consolas"/>
              </a:defRPr>
            </a:lvl9pPr>
          </a:lstStyle>
          <a:p xmlns:a="http://schemas.openxmlformats.org/drawingml/2006/main">
            <a:pPr algn="l">
              <a:defRPr sz="2100" b="1">
                <a:solidFill>
                  <a:srgbClr val="17212B"/>
                </a:solidFill>
                <a:latin typeface="Consolas"/>
                <a:ea typeface="Consolas"/>
                <a:cs typeface="Consolas"/>
              </a:defRPr>
            </a:pPr>
            <a:r>
              <a:rPr sz="2100" b="1">
                <a:solidFill>
                  <a:srgbClr val="17212B"/>
                </a:solidFill>
                <a:latin typeface="Consolas"/>
                <a:ea typeface="Consolas"/>
                <a:cs typeface="Consolas"/>
              </a:rPr>
              <a:t>setuptools · wheel</a:t>
            </a:r>
          </a:p>
        </p:txBody>
      </p:sp>
      <p:sp>
        <p:nvSpPr>
          <p:cNvPr id="23" name="image-contracts.md · testing.md는 읽지 않음">
            <a:extLst xmlns:a="http://schemas.openxmlformats.org/drawingml/2006/main">
              <a:ext uri="{FF2B5EF4-FFF2-40B4-BE49-F238E27FC236}">
                <a16:creationId xmlns:a16="http://schemas.microsoft.com/office/drawing/2014/main" id="{BB03900B-41EA-4E96-953F-3321BBA52C1C}"/>
              </a:ext>
            </a:extLst>
          </p:cNvPr>
          <p:cNvSpPr>
            <a:spLocks xmlns:a="http://schemas.openxmlformats.org/drawingml/2006/main" noGrp="1"/>
          </p:cNvSpPr>
          <p:nvPr/>
        </p:nvSpPr>
        <p:spPr>
          <a:xfrm xmlns:a="http://schemas.openxmlformats.org/drawingml/2006/main">
            <a:off x="609600" y="5314950"/>
            <a:ext cx="733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4D5A68"/>
                </a:solidFill>
                <a:latin typeface="Malgun Gothic"/>
                <a:ea typeface="Malgun Gothic"/>
                <a:cs typeface="Malgun Gothic"/>
              </a:defRPr>
            </a:defPPr>
            <a:lvl1pPr algn="l">
              <a:defRPr sz="1875" b="0">
                <a:solidFill>
                  <a:srgbClr val="4D5A68"/>
                </a:solidFill>
                <a:latin typeface="Malgun Gothic"/>
                <a:ea typeface="Malgun Gothic"/>
                <a:cs typeface="Malgun Gothic"/>
              </a:defRPr>
            </a:lvl1pPr>
            <a:lvl2pPr algn="l">
              <a:defRPr sz="1875" b="0">
                <a:solidFill>
                  <a:srgbClr val="4D5A68"/>
                </a:solidFill>
                <a:latin typeface="Malgun Gothic"/>
                <a:ea typeface="Malgun Gothic"/>
                <a:cs typeface="Malgun Gothic"/>
              </a:defRPr>
            </a:lvl2pPr>
            <a:lvl3pPr algn="l">
              <a:defRPr sz="1875" b="0">
                <a:solidFill>
                  <a:srgbClr val="4D5A68"/>
                </a:solidFill>
                <a:latin typeface="Malgun Gothic"/>
                <a:ea typeface="Malgun Gothic"/>
                <a:cs typeface="Malgun Gothic"/>
              </a:defRPr>
            </a:lvl3pPr>
            <a:lvl4pPr algn="l">
              <a:defRPr sz="1875" b="0">
                <a:solidFill>
                  <a:srgbClr val="4D5A68"/>
                </a:solidFill>
                <a:latin typeface="Malgun Gothic"/>
                <a:ea typeface="Malgun Gothic"/>
                <a:cs typeface="Malgun Gothic"/>
              </a:defRPr>
            </a:lvl4pPr>
            <a:lvl5pPr algn="l">
              <a:defRPr sz="1875" b="0">
                <a:solidFill>
                  <a:srgbClr val="4D5A68"/>
                </a:solidFill>
                <a:latin typeface="Malgun Gothic"/>
                <a:ea typeface="Malgun Gothic"/>
                <a:cs typeface="Malgun Gothic"/>
              </a:defRPr>
            </a:lvl5pPr>
            <a:lvl6pPr algn="l">
              <a:defRPr sz="1875" b="0">
                <a:solidFill>
                  <a:srgbClr val="4D5A68"/>
                </a:solidFill>
                <a:latin typeface="Malgun Gothic"/>
                <a:ea typeface="Malgun Gothic"/>
                <a:cs typeface="Malgun Gothic"/>
              </a:defRPr>
            </a:lvl6pPr>
            <a:lvl7pPr algn="l">
              <a:defRPr sz="1875" b="0">
                <a:solidFill>
                  <a:srgbClr val="4D5A68"/>
                </a:solidFill>
                <a:latin typeface="Malgun Gothic"/>
                <a:ea typeface="Malgun Gothic"/>
                <a:cs typeface="Malgun Gothic"/>
              </a:defRPr>
            </a:lvl7pPr>
            <a:lvl8pPr algn="l">
              <a:defRPr sz="1875" b="0">
                <a:solidFill>
                  <a:srgbClr val="4D5A68"/>
                </a:solidFill>
                <a:latin typeface="Malgun Gothic"/>
                <a:ea typeface="Malgun Gothic"/>
                <a:cs typeface="Malgun Gothic"/>
              </a:defRPr>
            </a:lvl8pPr>
            <a:lvl9pPr algn="l">
              <a:defRPr sz="1875" b="0">
                <a:solidFill>
                  <a:srgbClr val="4D5A68"/>
                </a:solidFill>
                <a:latin typeface="Malgun Gothic"/>
                <a:ea typeface="Malgun Gothic"/>
                <a:cs typeface="Malgun Gothic"/>
              </a:defRPr>
            </a:lvl9pPr>
          </a:lstStyle>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image-contracts.md · testing.md는 읽지 않음</a:t>
            </a:r>
          </a:p>
        </p:txBody>
      </p:sp>
      <p:sp>
        <p:nvSpPr>
          <p:cNvPr id="24" name="다음 · 두 접근 비교">
            <a:extLst xmlns:a="http://schemas.openxmlformats.org/drawingml/2006/main">
              <a:ext uri="{FF2B5EF4-FFF2-40B4-BE49-F238E27FC236}">
                <a16:creationId xmlns:a16="http://schemas.microsoft.com/office/drawing/2014/main" id="{7A534128-3AAF-4228-B16F-29640129BB97}"/>
              </a:ext>
            </a:extLst>
          </p:cNvPr>
          <p:cNvSpPr>
            <a:spLocks xmlns:a="http://schemas.openxmlformats.org/drawingml/2006/main" noGrp="1"/>
          </p:cNvSpPr>
          <p:nvPr/>
        </p:nvSpPr>
        <p:spPr>
          <a:xfrm xmlns:a="http://schemas.openxmlformats.org/drawingml/2006/main">
            <a:off x="8267700" y="5314950"/>
            <a:ext cx="331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a:solidFill>
                  <a:srgbClr val="0B6172"/>
                </a:solidFill>
                <a:latin typeface="Malgun Gothic"/>
                <a:ea typeface="Malgun Gothic"/>
                <a:cs typeface="Malgun Gothic"/>
              </a:defRPr>
            </a:defPPr>
            <a:lvl1pPr algn="r">
              <a:defRPr sz="1875" b="1">
                <a:solidFill>
                  <a:srgbClr val="0B6172"/>
                </a:solidFill>
                <a:latin typeface="Malgun Gothic"/>
                <a:ea typeface="Malgun Gothic"/>
                <a:cs typeface="Malgun Gothic"/>
              </a:defRPr>
            </a:lvl1pPr>
            <a:lvl2pPr algn="r">
              <a:defRPr sz="1875" b="1">
                <a:solidFill>
                  <a:srgbClr val="0B6172"/>
                </a:solidFill>
                <a:latin typeface="Malgun Gothic"/>
                <a:ea typeface="Malgun Gothic"/>
                <a:cs typeface="Malgun Gothic"/>
              </a:defRPr>
            </a:lvl2pPr>
            <a:lvl3pPr algn="r">
              <a:defRPr sz="1875" b="1">
                <a:solidFill>
                  <a:srgbClr val="0B6172"/>
                </a:solidFill>
                <a:latin typeface="Malgun Gothic"/>
                <a:ea typeface="Malgun Gothic"/>
                <a:cs typeface="Malgun Gothic"/>
              </a:defRPr>
            </a:lvl3pPr>
            <a:lvl4pPr algn="r">
              <a:defRPr sz="1875" b="1">
                <a:solidFill>
                  <a:srgbClr val="0B6172"/>
                </a:solidFill>
                <a:latin typeface="Malgun Gothic"/>
                <a:ea typeface="Malgun Gothic"/>
                <a:cs typeface="Malgun Gothic"/>
              </a:defRPr>
            </a:lvl4pPr>
            <a:lvl5pPr algn="r">
              <a:defRPr sz="1875" b="1">
                <a:solidFill>
                  <a:srgbClr val="0B6172"/>
                </a:solidFill>
                <a:latin typeface="Malgun Gothic"/>
                <a:ea typeface="Malgun Gothic"/>
                <a:cs typeface="Malgun Gothic"/>
              </a:defRPr>
            </a:lvl5pPr>
            <a:lvl6pPr algn="r">
              <a:defRPr sz="1875" b="1">
                <a:solidFill>
                  <a:srgbClr val="0B6172"/>
                </a:solidFill>
                <a:latin typeface="Malgun Gothic"/>
                <a:ea typeface="Malgun Gothic"/>
                <a:cs typeface="Malgun Gothic"/>
              </a:defRPr>
            </a:lvl6pPr>
            <a:lvl7pPr algn="r">
              <a:defRPr sz="1875" b="1">
                <a:solidFill>
                  <a:srgbClr val="0B6172"/>
                </a:solidFill>
                <a:latin typeface="Malgun Gothic"/>
                <a:ea typeface="Malgun Gothic"/>
                <a:cs typeface="Malgun Gothic"/>
              </a:defRPr>
            </a:lvl7pPr>
            <a:lvl8pPr algn="r">
              <a:defRPr sz="1875" b="1">
                <a:solidFill>
                  <a:srgbClr val="0B6172"/>
                </a:solidFill>
                <a:latin typeface="Malgun Gothic"/>
                <a:ea typeface="Malgun Gothic"/>
                <a:cs typeface="Malgun Gothic"/>
              </a:defRPr>
            </a:lvl8pPr>
            <a:lvl9pPr algn="r">
              <a:defRPr sz="1875" b="1">
                <a:solidFill>
                  <a:srgbClr val="0B6172"/>
                </a:solidFill>
                <a:latin typeface="Malgun Gothic"/>
                <a:ea typeface="Malgun Gothic"/>
                <a:cs typeface="Malgun Gothic"/>
              </a:defRPr>
            </a:lvl9pPr>
          </a:lstStyle>
          <a:p xmlns:a="http://schemas.openxmlformats.org/drawingml/2006/main">
            <a:pPr algn="r">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다음 · 두 접근 비교</a:t>
            </a:r>
          </a:p>
        </p:txBody>
      </p:sp>
      <p:sp>
        <p:nvSpPr>
          <p:cNvPr id="25" name="Legacy module connection">
            <a:extLst xmlns:a="http://schemas.openxmlformats.org/drawingml/2006/main">
              <a:ext uri="{FF2B5EF4-FFF2-40B4-BE49-F238E27FC236}">
                <a16:creationId xmlns:a16="http://schemas.microsoft.com/office/drawing/2014/main" id="{717AC646-D3FE-444B-9E31-B24555BD64F7}"/>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669415686"/>
      </p:ext>
    </p:extLst>
  </p:cSld>
</p:sld>
</file>

<file path=ppt/slides/slide4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5" name="ACT 2 · 두 답변을 확인한 뒤 접근을 비교">
            <a:extLst xmlns:a="http://schemas.openxmlformats.org/drawingml/2006/main">
              <a:ext uri="{FF2B5EF4-FFF2-40B4-BE49-F238E27FC236}">
                <a16:creationId xmlns:a16="http://schemas.microsoft.com/office/drawing/2014/main" id="{74DF1598-1797-4EC4-A342-B111F93232E0}"/>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두 답변을 확인한 뒤 접근을 비교</a:t>
            </a:r>
          </a:p>
        </p:txBody>
      </p:sp>
      <p:sp>
        <p:nvSpPr>
          <p:cNvPr id="2" name="S47">
            <a:extLst xmlns:a="http://schemas.openxmlformats.org/drawingml/2006/main">
              <a:ext uri="{FF2B5EF4-FFF2-40B4-BE49-F238E27FC236}">
                <a16:creationId xmlns:a16="http://schemas.microsoft.com/office/drawing/2014/main" id="{35E26AA7-DCC9-45D2-A0E5-BAF8CE53ECDF}"/>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S47</a:t>
            </a:r>
          </a:p>
        </p:txBody>
      </p:sp>
      <p:sp>
        <p:nvSpPr>
          <p:cNvPr id="3" name="두 Task에서 상세 문서 접근이 달랐다">
            <a:extLst xmlns:a="http://schemas.openxmlformats.org/drawingml/2006/main">
              <a:ext uri="{FF2B5EF4-FFF2-40B4-BE49-F238E27FC236}">
                <a16:creationId xmlns:a16="http://schemas.microsoft.com/office/drawing/2014/main" id="{AD6FFD2C-7CE4-45C3-BA24-BD26000B2BA9}"/>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두 Task에서 상세 문서 접근이 달랐다</a:t>
            </a:r>
          </a:p>
        </p:txBody>
      </p:sp>
      <p:sp>
        <p:nvSpPr>
          <p:cNvPr id="4" name="">
            <a:extLst xmlns:a="http://schemas.openxmlformats.org/drawingml/2006/main">
              <a:ext uri="{FF2B5EF4-FFF2-40B4-BE49-F238E27FC236}">
                <a16:creationId xmlns:a16="http://schemas.microsoft.com/office/drawing/2014/main" id="{724AC288-A1C5-464E-BC9D-0D7C05FB39FF}"/>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5A/B 최종 실행 · Codex CLI 0.154.0 · 실제 접근 기록의 요약·재구성">
            <a:extLst xmlns:a="http://schemas.openxmlformats.org/drawingml/2006/main">
              <a:ext uri="{FF2B5EF4-FFF2-40B4-BE49-F238E27FC236}">
                <a16:creationId xmlns:a16="http://schemas.microsoft.com/office/drawing/2014/main" id="{4B9046CA-5261-45DB-8221-684F169097E2}"/>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TRIAL-005A/B 최종 실행 · Codex CLI 0.154.0 · 실제 접근 기록의 요약·재구성</a:t>
            </a:r>
          </a:p>
        </p:txBody>
      </p:sp>
      <p:sp>
        <p:nvSpPr>
          <p:cNvPr id="6" name="* testing.md는 A 최종 실행에서 관찰(이전 A와 다름) · 현재 Desktop 검증 아님">
            <a:extLst xmlns:a="http://schemas.openxmlformats.org/drawingml/2006/main">
              <a:ext uri="{FF2B5EF4-FFF2-40B4-BE49-F238E27FC236}">
                <a16:creationId xmlns:a16="http://schemas.microsoft.com/office/drawing/2014/main" id="{DD2E5E84-33E2-44EE-BF36-A60955F04F84}"/>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 testing.md는 A 최종 실행에서 관찰(이전 A와 다름) · 현재 Desktop 검증 아님</a:t>
            </a:r>
          </a:p>
        </p:txBody>
      </p:sp>
      <p:sp>
        <p:nvSpPr>
          <p:cNvPr id="7" name="공통 안내는 함께, 일부 상세와 설정은 다르게 읽었다">
            <a:extLst xmlns:a="http://schemas.openxmlformats.org/drawingml/2006/main">
              <a:ext uri="{FF2B5EF4-FFF2-40B4-BE49-F238E27FC236}">
                <a16:creationId xmlns:a16="http://schemas.microsoft.com/office/drawing/2014/main" id="{EE7751E1-E975-4396-874B-390E5A47D705}"/>
              </a:ext>
            </a:extLst>
          </p:cNvPr>
          <p:cNvSpPr>
            <a:spLocks xmlns:a="http://schemas.openxmlformats.org/drawingml/2006/main" noGrp="1"/>
          </p:cNvSpPr>
          <p:nvPr/>
        </p:nvSpPr>
        <p:spPr>
          <a:xfrm xmlns:a="http://schemas.openxmlformats.org/drawingml/2006/main">
            <a:off x="609600" y="17526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공통 안내는 함께, 일부 상세와 설정은 다르게 읽었다</a:t>
            </a:r>
          </a:p>
        </p:txBody>
      </p:sp>
      <p:graphicFrame>
        <p:nvGraphicFramePr>
          <p:cNvPr id="8" name="">
            <a:extLst xmlns:a="http://schemas.openxmlformats.org/drawingml/2006/main">
              <a:ext uri="{FF2B5EF4-FFF2-40B4-BE49-F238E27FC236}">
                <a16:creationId xmlns:a16="http://schemas.microsoft.com/office/drawing/2014/main" id="{7AFBFA29-EFF0-45AD-90C8-ED8C2DD18CCA}"/>
              </a:ext>
            </a:extLst>
          </p:cNvPr>
          <p:cNvGraphicFramePr/>
          <p:nvPr/>
        </p:nvGraphicFramePr>
        <p:xfrm>
          <a:off xmlns:a="http://schemas.openxmlformats.org/drawingml/2006/main" x="609600" y="2324100"/>
          <a:ext xmlns:a="http://schemas.openxmlformats.org/drawingml/2006/main" cx="7124700" cy="2971800"/>
        </p:xfrm>
        <a:graphic xmlns:a="http://schemas.openxmlformats.org/drawingml/2006/main">
          <a:graphicData uri="http://schemas.openxmlformats.org/drawingml/2006/table">
            <a:tbl>
              <a:tblPr firstRow="0" bandRow="0"/>
              <a:tblGrid>
                <a:gridCol w="3619500"/>
                <a:gridCol w="1676400"/>
                <a:gridCol w="1828800"/>
              </a:tblGrid>
              <a:tr h="371475">
                <a:tc>
                  <a:txBody>
                    <a:bodyPr wrap="none">
                      <a:noAutofit/>
                    </a:bodyPr>
                    <a:lstStyle/>
                    <a:p>
                      <a:pPr algn="l"/>
                      <a:r>
                        <a:rPr sz="1800" b="1">
                          <a:solidFill>
                            <a:srgbClr val="17212B"/>
                          </a:solidFill>
                          <a:latin typeface="Malgun Gothic"/>
                          <a:ea typeface="Malgun Gothic"/>
                          <a:cs typeface="Malgun Gothic"/>
                        </a:rPr>
                        <a:t>문서 / 설정</a:t>
                      </a:r>
                    </a:p>
                  </a:txBody>
                  <a:tcPr marL="91440" marR="91440" marT="45720" marB="45720" anchor="ctr">
                    <a:lnL w="7620">
                      <a:solidFill>
                        <a:srgbClr val="C7D0DA"/>
                      </a:solidFill>
                      <a:prstDash val="solid"/>
                    </a:lnL>
                    <a:lnR w="7620">
                      <a:solidFill>
                        <a:srgbClr val="C7D0DA"/>
                      </a:solidFill>
                      <a:prstDash val="solid"/>
                    </a:lnR>
                    <a:lnT w="7620">
                      <a:solidFill>
                        <a:srgbClr val="C7D0DA"/>
                      </a:solidFill>
                      <a:prstDash val="solid"/>
                    </a:lnT>
                    <a:lnB w="7620">
                      <a:solidFill>
                        <a:srgbClr val="C7D0DA"/>
                      </a:solidFill>
                      <a:prstDash val="solid"/>
                    </a:lnB>
                    <a:solidFill>
                      <a:srgbClr val="F4F6F8"/>
                    </a:solidFill>
                  </a:tcPr>
                </a:tc>
                <a:tc>
                  <a:txBody>
                    <a:bodyPr wrap="none">
                      <a:noAutofit/>
                    </a:bodyPr>
                    <a:lstStyle/>
                    <a:p>
                      <a:pPr algn="ctr"/>
                      <a:r>
                        <a:rPr sz="1800" b="1">
                          <a:solidFill>
                            <a:srgbClr val="17212B"/>
                          </a:solidFill>
                          <a:latin typeface="Malgun Gothic"/>
                          <a:ea typeface="Malgun Gothic"/>
                          <a:cs typeface="Malgun Gothic"/>
                        </a:rPr>
                        <a:t>A · Crop 범위</a:t>
                      </a:r>
                    </a:p>
                  </a:txBody>
                  <a:tcPr marL="91440" marR="91440" marT="45720" marB="45720" anchor="ctr">
                    <a:lnR w="7620">
                      <a:solidFill>
                        <a:srgbClr val="C7D0DA"/>
                      </a:solidFill>
                      <a:prstDash val="solid"/>
                    </a:lnR>
                    <a:lnT w="7620">
                      <a:solidFill>
                        <a:srgbClr val="C7D0DA"/>
                      </a:solidFill>
                      <a:prstDash val="solid"/>
                    </a:lnT>
                    <a:lnB w="7620">
                      <a:solidFill>
                        <a:srgbClr val="C7D0DA"/>
                      </a:solidFill>
                      <a:prstDash val="solid"/>
                    </a:lnB>
                    <a:solidFill>
                      <a:srgbClr val="F4F6F8"/>
                    </a:solidFill>
                  </a:tcPr>
                </a:tc>
                <a:tc>
                  <a:txBody>
                    <a:bodyPr wrap="none">
                      <a:noAutofit/>
                    </a:bodyPr>
                    <a:lstStyle/>
                    <a:p>
                      <a:pPr algn="ctr"/>
                      <a:r>
                        <a:rPr sz="1800" b="1">
                          <a:solidFill>
                            <a:srgbClr val="17212B"/>
                          </a:solidFill>
                          <a:latin typeface="Malgun Gothic"/>
                          <a:ea typeface="Malgun Gothic"/>
                          <a:cs typeface="Malgun Gothic"/>
                        </a:rPr>
                        <a:t>B · 실행 의존성</a:t>
                      </a:r>
                    </a:p>
                  </a:txBody>
                  <a:tcPr marL="91440" marR="91440" marT="45720" marB="45720" anchor="ctr">
                    <a:lnR w="7620">
                      <a:solidFill>
                        <a:srgbClr val="C7D0DA"/>
                      </a:solidFill>
                      <a:prstDash val="solid"/>
                    </a:lnR>
                    <a:lnT w="7620">
                      <a:solidFill>
                        <a:srgbClr val="C7D0DA"/>
                      </a:solidFill>
                      <a:prstDash val="solid"/>
                    </a:lnT>
                    <a:lnB w="7620">
                      <a:solidFill>
                        <a:srgbClr val="C7D0DA"/>
                      </a:solidFill>
                      <a:prstDash val="solid"/>
                    </a:lnB>
                    <a:solidFill>
                      <a:srgbClr val="F4F6F8"/>
                    </a:solidFill>
                  </a:tcPr>
                </a:tc>
              </a:tr>
              <a:tr h="371475">
                <a:tc>
                  <a:txBody>
                    <a:bodyPr wrap="none">
                      <a:noAutofit/>
                    </a:bodyPr>
                    <a:lstStyle/>
                    <a:p>
                      <a:pPr algn="l"/>
                      <a:r>
                        <a:rPr sz="1800" b="0">
                          <a:solidFill>
                            <a:srgbClr val="4D5A68"/>
                          </a:solidFill>
                          <a:latin typeface="Consolas"/>
                          <a:ea typeface="Consolas"/>
                          <a:cs typeface="Consolas"/>
                        </a:rPr>
                        <a:t>AGENTS.md</a:t>
                      </a:r>
                    </a:p>
                  </a:txBody>
                  <a:tcPr marL="91440" marR="91440" marT="45720" marB="45720" anchor="ctr">
                    <a:lnL w="7620">
                      <a:solidFill>
                        <a:srgbClr val="C7D0DA"/>
                      </a:solidFill>
                      <a:prstDash val="solid"/>
                    </a:lnL>
                    <a:lnR w="7620">
                      <a:solidFill>
                        <a:srgbClr val="C7D0DA"/>
                      </a:solidFill>
                      <a:prstDash val="solid"/>
                    </a:lnR>
                    <a:lnB w="7620">
                      <a:solidFill>
                        <a:srgbClr val="C7D0DA"/>
                      </a:solidFill>
                      <a:prstDash val="solid"/>
                    </a:lnB>
                    <a:solidFill>
                      <a:srgbClr val="FFFFFF"/>
                    </a:solidFill>
                  </a:tcPr>
                </a:tc>
                <a:tc>
                  <a:txBody>
                    <a:bodyPr wrap="none">
                      <a:noAutofit/>
                    </a:bodyPr>
                    <a:lstStyle/>
                    <a:p>
                      <a:pPr algn="ctr"/>
                      <a:r>
                        <a:rPr sz="1800" b="0">
                          <a:solidFill>
                            <a:srgbClr val="4D5A68"/>
                          </a:solidFill>
                          <a:latin typeface="Malgun Gothic"/>
                          <a:ea typeface="Malgun Gothic"/>
                          <a:cs typeface="Malgun Gothic"/>
                        </a:rPr>
                        <a:t>읽음</a:t>
                      </a:r>
                    </a:p>
                  </a:txBody>
                  <a:tcPr marL="91440" marR="91440" marT="45720" marB="45720" anchor="ctr">
                    <a:lnR w="7620">
                      <a:solidFill>
                        <a:srgbClr val="C7D0DA"/>
                      </a:solidFill>
                      <a:prstDash val="solid"/>
                    </a:lnR>
                    <a:lnB w="7620">
                      <a:solidFill>
                        <a:srgbClr val="C7D0DA"/>
                      </a:solidFill>
                      <a:prstDash val="solid"/>
                    </a:lnB>
                    <a:solidFill>
                      <a:srgbClr val="FFFFFF"/>
                    </a:solidFill>
                  </a:tcPr>
                </a:tc>
                <a:tc>
                  <a:txBody>
                    <a:bodyPr wrap="none">
                      <a:noAutofit/>
                    </a:bodyPr>
                    <a:lstStyle/>
                    <a:p>
                      <a:pPr algn="ctr"/>
                      <a:r>
                        <a:rPr sz="1800" b="0">
                          <a:solidFill>
                            <a:srgbClr val="4D5A68"/>
                          </a:solidFill>
                          <a:latin typeface="Malgun Gothic"/>
                          <a:ea typeface="Malgun Gothic"/>
                          <a:cs typeface="Malgun Gothic"/>
                        </a:rPr>
                        <a:t>읽음</a:t>
                      </a:r>
                    </a:p>
                  </a:txBody>
                  <a:tcPr marL="91440" marR="91440" marT="45720" marB="45720" anchor="ctr">
                    <a:lnR w="7620">
                      <a:solidFill>
                        <a:srgbClr val="C7D0DA"/>
                      </a:solidFill>
                      <a:prstDash val="solid"/>
                    </a:lnR>
                    <a:lnB w="7620">
                      <a:solidFill>
                        <a:srgbClr val="C7D0DA"/>
                      </a:solidFill>
                      <a:prstDash val="solid"/>
                    </a:lnB>
                    <a:solidFill>
                      <a:srgbClr val="FFFFFF"/>
                    </a:solidFill>
                  </a:tcPr>
                </a:tc>
              </a:tr>
              <a:tr h="371475">
                <a:tc>
                  <a:txBody>
                    <a:bodyPr wrap="none">
                      <a:noAutofit/>
                    </a:bodyPr>
                    <a:lstStyle/>
                    <a:p>
                      <a:pPr algn="l"/>
                      <a:r>
                        <a:rPr sz="1800" b="0">
                          <a:solidFill>
                            <a:srgbClr val="4D5A68"/>
                          </a:solidFill>
                          <a:latin typeface="Consolas"/>
                          <a:ea typeface="Consolas"/>
                          <a:cs typeface="Consolas"/>
                        </a:rPr>
                        <a:t>README.md</a:t>
                      </a:r>
                    </a:p>
                  </a:txBody>
                  <a:tcPr marL="91440" marR="91440" marT="45720" marB="45720" anchor="ctr">
                    <a:lnL w="7620">
                      <a:solidFill>
                        <a:srgbClr val="C7D0DA"/>
                      </a:solidFill>
                      <a:prstDash val="solid"/>
                    </a:lnL>
                    <a:lnR w="7620">
                      <a:solidFill>
                        <a:srgbClr val="C7D0DA"/>
                      </a:solidFill>
                      <a:prstDash val="solid"/>
                    </a:lnR>
                    <a:lnB w="7620">
                      <a:solidFill>
                        <a:srgbClr val="C7D0DA"/>
                      </a:solidFill>
                      <a:prstDash val="solid"/>
                    </a:lnB>
                    <a:solidFill>
                      <a:srgbClr val="FFFFFF"/>
                    </a:solidFill>
                  </a:tcPr>
                </a:tc>
                <a:tc>
                  <a:txBody>
                    <a:bodyPr wrap="none">
                      <a:noAutofit/>
                    </a:bodyPr>
                    <a:lstStyle/>
                    <a:p>
                      <a:pPr algn="ctr"/>
                      <a:r>
                        <a:rPr sz="1800" b="0">
                          <a:solidFill>
                            <a:srgbClr val="4D5A68"/>
                          </a:solidFill>
                          <a:latin typeface="Malgun Gothic"/>
                          <a:ea typeface="Malgun Gothic"/>
                          <a:cs typeface="Malgun Gothic"/>
                        </a:rPr>
                        <a:t>읽음</a:t>
                      </a:r>
                    </a:p>
                  </a:txBody>
                  <a:tcPr marL="91440" marR="91440" marT="45720" marB="45720" anchor="ctr">
                    <a:lnR w="7620">
                      <a:solidFill>
                        <a:srgbClr val="C7D0DA"/>
                      </a:solidFill>
                      <a:prstDash val="solid"/>
                    </a:lnR>
                    <a:lnB w="7620">
                      <a:solidFill>
                        <a:srgbClr val="C7D0DA"/>
                      </a:solidFill>
                      <a:prstDash val="solid"/>
                    </a:lnB>
                    <a:solidFill>
                      <a:srgbClr val="FFFFFF"/>
                    </a:solidFill>
                  </a:tcPr>
                </a:tc>
                <a:tc>
                  <a:txBody>
                    <a:bodyPr wrap="none">
                      <a:noAutofit/>
                    </a:bodyPr>
                    <a:lstStyle/>
                    <a:p>
                      <a:pPr algn="ctr"/>
                      <a:r>
                        <a:rPr sz="1800" b="0">
                          <a:solidFill>
                            <a:srgbClr val="4D5A68"/>
                          </a:solidFill>
                          <a:latin typeface="Malgun Gothic"/>
                          <a:ea typeface="Malgun Gothic"/>
                          <a:cs typeface="Malgun Gothic"/>
                        </a:rPr>
                        <a:t>읽음</a:t>
                      </a:r>
                    </a:p>
                  </a:txBody>
                  <a:tcPr marL="91440" marR="91440" marT="45720" marB="45720" anchor="ctr">
                    <a:lnR w="7620">
                      <a:solidFill>
                        <a:srgbClr val="C7D0DA"/>
                      </a:solidFill>
                      <a:prstDash val="solid"/>
                    </a:lnR>
                    <a:lnB w="7620">
                      <a:solidFill>
                        <a:srgbClr val="C7D0DA"/>
                      </a:solidFill>
                      <a:prstDash val="solid"/>
                    </a:lnB>
                    <a:solidFill>
                      <a:srgbClr val="FFFFFF"/>
                    </a:solidFill>
                  </a:tcPr>
                </a:tc>
              </a:tr>
              <a:tr h="371475">
                <a:tc>
                  <a:txBody>
                    <a:bodyPr wrap="none">
                      <a:noAutofit/>
                    </a:bodyPr>
                    <a:lstStyle/>
                    <a:p>
                      <a:pPr algn="l"/>
                      <a:r>
                        <a:rPr sz="1800" b="0">
                          <a:solidFill>
                            <a:srgbClr val="4D5A68"/>
                          </a:solidFill>
                          <a:latin typeface="Consolas"/>
                          <a:ea typeface="Consolas"/>
                          <a:cs typeface="Consolas"/>
                        </a:rPr>
                        <a:t>docs/architecture.md</a:t>
                      </a:r>
                    </a:p>
                  </a:txBody>
                  <a:tcPr marL="91440" marR="91440" marT="45720" marB="45720" anchor="ctr">
                    <a:lnL w="7620">
                      <a:solidFill>
                        <a:srgbClr val="C7D0DA"/>
                      </a:solidFill>
                      <a:prstDash val="solid"/>
                    </a:lnL>
                    <a:lnR w="7620">
                      <a:solidFill>
                        <a:srgbClr val="C7D0DA"/>
                      </a:solidFill>
                      <a:prstDash val="solid"/>
                    </a:lnR>
                    <a:lnB w="7620">
                      <a:solidFill>
                        <a:srgbClr val="C7D0DA"/>
                      </a:solidFill>
                      <a:prstDash val="solid"/>
                    </a:lnB>
                    <a:solidFill>
                      <a:srgbClr val="FFFFFF"/>
                    </a:solidFill>
                  </a:tcPr>
                </a:tc>
                <a:tc>
                  <a:txBody>
                    <a:bodyPr wrap="none">
                      <a:noAutofit/>
                    </a:bodyPr>
                    <a:lstStyle/>
                    <a:p>
                      <a:pPr algn="ctr"/>
                      <a:r>
                        <a:rPr sz="1800" b="0">
                          <a:solidFill>
                            <a:srgbClr val="4D5A68"/>
                          </a:solidFill>
                          <a:latin typeface="Malgun Gothic"/>
                          <a:ea typeface="Malgun Gothic"/>
                          <a:cs typeface="Malgun Gothic"/>
                        </a:rPr>
                        <a:t>읽음</a:t>
                      </a:r>
                    </a:p>
                  </a:txBody>
                  <a:tcPr marL="91440" marR="91440" marT="45720" marB="45720" anchor="ctr">
                    <a:lnR w="7620">
                      <a:solidFill>
                        <a:srgbClr val="C7D0DA"/>
                      </a:solidFill>
                      <a:prstDash val="solid"/>
                    </a:lnR>
                    <a:lnB w="7620">
                      <a:solidFill>
                        <a:srgbClr val="C7D0DA"/>
                      </a:solidFill>
                      <a:prstDash val="solid"/>
                    </a:lnB>
                    <a:solidFill>
                      <a:srgbClr val="FFFFFF"/>
                    </a:solidFill>
                  </a:tcPr>
                </a:tc>
                <a:tc>
                  <a:txBody>
                    <a:bodyPr wrap="none">
                      <a:noAutofit/>
                    </a:bodyPr>
                    <a:lstStyle/>
                    <a:p>
                      <a:pPr algn="ctr"/>
                      <a:r>
                        <a:rPr sz="1800" b="0">
                          <a:solidFill>
                            <a:srgbClr val="4D5A68"/>
                          </a:solidFill>
                          <a:latin typeface="Malgun Gothic"/>
                          <a:ea typeface="Malgun Gothic"/>
                          <a:cs typeface="Malgun Gothic"/>
                        </a:rPr>
                        <a:t>읽음</a:t>
                      </a:r>
                    </a:p>
                  </a:txBody>
                  <a:tcPr marL="91440" marR="91440" marT="45720" marB="45720" anchor="ctr">
                    <a:lnR w="7620">
                      <a:solidFill>
                        <a:srgbClr val="C7D0DA"/>
                      </a:solidFill>
                      <a:prstDash val="solid"/>
                    </a:lnR>
                    <a:lnB w="7620">
                      <a:solidFill>
                        <a:srgbClr val="C7D0DA"/>
                      </a:solidFill>
                      <a:prstDash val="solid"/>
                    </a:lnB>
                    <a:solidFill>
                      <a:srgbClr val="FFFFFF"/>
                    </a:solidFill>
                  </a:tcPr>
                </a:tc>
              </a:tr>
              <a:tr h="371475">
                <a:tc>
                  <a:txBody>
                    <a:bodyPr wrap="none">
                      <a:noAutofit/>
                    </a:bodyPr>
                    <a:lstStyle/>
                    <a:p>
                      <a:pPr algn="l"/>
                      <a:r>
                        <a:rPr sz="1800" b="0">
                          <a:solidFill>
                            <a:srgbClr val="4D5A68"/>
                          </a:solidFill>
                          <a:latin typeface="Consolas"/>
                          <a:ea typeface="Consolas"/>
                          <a:cs typeface="Consolas"/>
                        </a:rPr>
                        <a:t>docs/image-contracts.md</a:t>
                      </a:r>
                    </a:p>
                  </a:txBody>
                  <a:tcPr marL="91440" marR="91440" marT="45720" marB="45720" anchor="ctr">
                    <a:lnL w="7620">
                      <a:solidFill>
                        <a:srgbClr val="C7D0DA"/>
                      </a:solidFill>
                      <a:prstDash val="solid"/>
                    </a:lnL>
                    <a:lnR w="7620">
                      <a:solidFill>
                        <a:srgbClr val="C7D0DA"/>
                      </a:solidFill>
                      <a:prstDash val="solid"/>
                    </a:lnR>
                    <a:lnB w="7620">
                      <a:solidFill>
                        <a:srgbClr val="C7D0DA"/>
                      </a:solidFill>
                      <a:prstDash val="solid"/>
                    </a:lnB>
                    <a:solidFill>
                      <a:srgbClr val="FFFFFF"/>
                    </a:solidFill>
                  </a:tcPr>
                </a:tc>
                <a:tc>
                  <a:txBody>
                    <a:bodyPr wrap="none">
                      <a:noAutofit/>
                    </a:bodyPr>
                    <a:lstStyle/>
                    <a:p>
                      <a:pPr algn="ctr"/>
                      <a:r>
                        <a:rPr sz="1800" b="1">
                          <a:solidFill>
                            <a:srgbClr val="0B6172"/>
                          </a:solidFill>
                          <a:latin typeface="Malgun Gothic"/>
                          <a:ea typeface="Malgun Gothic"/>
                          <a:cs typeface="Malgun Gothic"/>
                        </a:rPr>
                        <a:t>읽음</a:t>
                      </a:r>
                    </a:p>
                  </a:txBody>
                  <a:tcPr marL="91440" marR="91440" marT="45720" marB="45720" anchor="ctr">
                    <a:lnR w="7620">
                      <a:solidFill>
                        <a:srgbClr val="C7D0DA"/>
                      </a:solidFill>
                      <a:prstDash val="solid"/>
                    </a:lnR>
                    <a:lnB w="7620">
                      <a:solidFill>
                        <a:srgbClr val="C7D0DA"/>
                      </a:solidFill>
                      <a:prstDash val="solid"/>
                    </a:lnB>
                    <a:solidFill>
                      <a:srgbClr val="E0EFF0"/>
                    </a:solidFill>
                  </a:tcPr>
                </a:tc>
                <a:tc>
                  <a:txBody>
                    <a:bodyPr wrap="none">
                      <a:noAutofit/>
                    </a:bodyPr>
                    <a:lstStyle/>
                    <a:p>
                      <a:pPr algn="ctr"/>
                      <a:r>
                        <a:rPr sz="1800" b="0">
                          <a:solidFill>
                            <a:srgbClr val="4D5A68"/>
                          </a:solidFill>
                          <a:latin typeface="Malgun Gothic"/>
                          <a:ea typeface="Malgun Gothic"/>
                          <a:cs typeface="Malgun Gothic"/>
                        </a:rPr>
                        <a:t>읽지 않음</a:t>
                      </a:r>
                    </a:p>
                  </a:txBody>
                  <a:tcPr marL="91440" marR="91440" marT="45720" marB="45720" anchor="ctr">
                    <a:lnR w="7620">
                      <a:solidFill>
                        <a:srgbClr val="C7D0DA"/>
                      </a:solidFill>
                      <a:prstDash val="solid"/>
                    </a:lnR>
                    <a:lnB w="7620">
                      <a:solidFill>
                        <a:srgbClr val="C7D0DA"/>
                      </a:solidFill>
                      <a:prstDash val="solid"/>
                    </a:lnB>
                    <a:solidFill>
                      <a:srgbClr val="FFFFFF"/>
                    </a:solidFill>
                  </a:tcPr>
                </a:tc>
              </a:tr>
              <a:tr h="371475">
                <a:tc>
                  <a:txBody>
                    <a:bodyPr wrap="none">
                      <a:noAutofit/>
                    </a:bodyPr>
                    <a:lstStyle/>
                    <a:p>
                      <a:pPr algn="l"/>
                      <a:r>
                        <a:rPr sz="1800" b="0">
                          <a:solidFill>
                            <a:srgbClr val="4D5A68"/>
                          </a:solidFill>
                          <a:latin typeface="Consolas"/>
                          <a:ea typeface="Consolas"/>
                          <a:cs typeface="Consolas"/>
                        </a:rPr>
                        <a:t>docs/testing.md *</a:t>
                      </a:r>
                    </a:p>
                  </a:txBody>
                  <a:tcPr marL="91440" marR="91440" marT="45720" marB="45720" anchor="ctr">
                    <a:lnL w="7620">
                      <a:solidFill>
                        <a:srgbClr val="C7D0DA"/>
                      </a:solidFill>
                      <a:prstDash val="solid"/>
                    </a:lnL>
                    <a:lnR w="7620">
                      <a:solidFill>
                        <a:srgbClr val="C7D0DA"/>
                      </a:solidFill>
                      <a:prstDash val="solid"/>
                    </a:lnR>
                    <a:lnB w="7620">
                      <a:solidFill>
                        <a:srgbClr val="C7D0DA"/>
                      </a:solidFill>
                      <a:prstDash val="solid"/>
                    </a:lnB>
                    <a:solidFill>
                      <a:srgbClr val="FFFFFF"/>
                    </a:solidFill>
                  </a:tcPr>
                </a:tc>
                <a:tc>
                  <a:txBody>
                    <a:bodyPr wrap="none">
                      <a:noAutofit/>
                    </a:bodyPr>
                    <a:lstStyle/>
                    <a:p>
                      <a:pPr algn="ctr"/>
                      <a:r>
                        <a:rPr sz="1800" b="1">
                          <a:solidFill>
                            <a:srgbClr val="0B6172"/>
                          </a:solidFill>
                          <a:latin typeface="Malgun Gothic"/>
                          <a:ea typeface="Malgun Gothic"/>
                          <a:cs typeface="Malgun Gothic"/>
                        </a:rPr>
                        <a:t>읽음</a:t>
                      </a:r>
                    </a:p>
                  </a:txBody>
                  <a:tcPr marL="91440" marR="91440" marT="45720" marB="45720" anchor="ctr">
                    <a:lnR w="7620">
                      <a:solidFill>
                        <a:srgbClr val="C7D0DA"/>
                      </a:solidFill>
                      <a:prstDash val="solid"/>
                    </a:lnR>
                    <a:lnB w="7620">
                      <a:solidFill>
                        <a:srgbClr val="C7D0DA"/>
                      </a:solidFill>
                      <a:prstDash val="solid"/>
                    </a:lnB>
                    <a:solidFill>
                      <a:srgbClr val="E0EFF0"/>
                    </a:solidFill>
                  </a:tcPr>
                </a:tc>
                <a:tc>
                  <a:txBody>
                    <a:bodyPr wrap="none">
                      <a:noAutofit/>
                    </a:bodyPr>
                    <a:lstStyle/>
                    <a:p>
                      <a:pPr algn="ctr"/>
                      <a:r>
                        <a:rPr sz="1800" b="0">
                          <a:solidFill>
                            <a:srgbClr val="4D5A68"/>
                          </a:solidFill>
                          <a:latin typeface="Malgun Gothic"/>
                          <a:ea typeface="Malgun Gothic"/>
                          <a:cs typeface="Malgun Gothic"/>
                        </a:rPr>
                        <a:t>읽지 않음</a:t>
                      </a:r>
                    </a:p>
                  </a:txBody>
                  <a:tcPr marL="91440" marR="91440" marT="45720" marB="45720" anchor="ctr">
                    <a:lnR w="7620">
                      <a:solidFill>
                        <a:srgbClr val="C7D0DA"/>
                      </a:solidFill>
                      <a:prstDash val="solid"/>
                    </a:lnR>
                    <a:lnB w="7620">
                      <a:solidFill>
                        <a:srgbClr val="C7D0DA"/>
                      </a:solidFill>
                      <a:prstDash val="solid"/>
                    </a:lnB>
                    <a:solidFill>
                      <a:srgbClr val="FFFFFF"/>
                    </a:solidFill>
                  </a:tcPr>
                </a:tc>
              </a:tr>
              <a:tr h="371475">
                <a:tc>
                  <a:txBody>
                    <a:bodyPr wrap="none">
                      <a:noAutofit/>
                    </a:bodyPr>
                    <a:lstStyle/>
                    <a:p>
                      <a:pPr algn="l"/>
                      <a:r>
                        <a:rPr sz="1800" b="0">
                          <a:solidFill>
                            <a:srgbClr val="4D5A68"/>
                          </a:solidFill>
                          <a:latin typeface="Consolas"/>
                          <a:ea typeface="Consolas"/>
                          <a:cs typeface="Consolas"/>
                        </a:rPr>
                        <a:t>pyproject.toml</a:t>
                      </a:r>
                    </a:p>
                  </a:txBody>
                  <a:tcPr marL="91440" marR="91440" marT="45720" marB="45720" anchor="ctr">
                    <a:lnL w="7620">
                      <a:solidFill>
                        <a:srgbClr val="C7D0DA"/>
                      </a:solidFill>
                      <a:prstDash val="solid"/>
                    </a:lnL>
                    <a:lnR w="7620">
                      <a:solidFill>
                        <a:srgbClr val="C7D0DA"/>
                      </a:solidFill>
                      <a:prstDash val="solid"/>
                    </a:lnR>
                    <a:lnB w="7620">
                      <a:solidFill>
                        <a:srgbClr val="C7D0DA"/>
                      </a:solidFill>
                      <a:prstDash val="solid"/>
                    </a:lnB>
                    <a:solidFill>
                      <a:srgbClr val="FFFFFF"/>
                    </a:solidFill>
                  </a:tcPr>
                </a:tc>
                <a:tc>
                  <a:txBody>
                    <a:bodyPr wrap="none">
                      <a:noAutofit/>
                    </a:bodyPr>
                    <a:lstStyle/>
                    <a:p>
                      <a:pPr algn="ctr"/>
                      <a:r>
                        <a:rPr sz="1800" b="0">
                          <a:solidFill>
                            <a:srgbClr val="4D5A68"/>
                          </a:solidFill>
                          <a:latin typeface="Malgun Gothic"/>
                          <a:ea typeface="Malgun Gothic"/>
                          <a:cs typeface="Malgun Gothic"/>
                        </a:rPr>
                        <a:t>읽지 않음</a:t>
                      </a:r>
                    </a:p>
                  </a:txBody>
                  <a:tcPr marL="91440" marR="91440" marT="45720" marB="45720" anchor="ctr">
                    <a:lnR w="7620">
                      <a:solidFill>
                        <a:srgbClr val="C7D0DA"/>
                      </a:solidFill>
                      <a:prstDash val="solid"/>
                    </a:lnR>
                    <a:lnB w="7620">
                      <a:solidFill>
                        <a:srgbClr val="C7D0DA"/>
                      </a:solidFill>
                      <a:prstDash val="solid"/>
                    </a:lnB>
                    <a:solidFill>
                      <a:srgbClr val="FFFFFF"/>
                    </a:solidFill>
                  </a:tcPr>
                </a:tc>
                <a:tc>
                  <a:txBody>
                    <a:bodyPr wrap="none">
                      <a:noAutofit/>
                    </a:bodyPr>
                    <a:lstStyle/>
                    <a:p>
                      <a:pPr algn="ctr"/>
                      <a:r>
                        <a:rPr sz="1800" b="1">
                          <a:solidFill>
                            <a:srgbClr val="0B6172"/>
                          </a:solidFill>
                          <a:latin typeface="Malgun Gothic"/>
                          <a:ea typeface="Malgun Gothic"/>
                          <a:cs typeface="Malgun Gothic"/>
                        </a:rPr>
                        <a:t>읽음</a:t>
                      </a:r>
                    </a:p>
                  </a:txBody>
                  <a:tcPr marL="91440" marR="91440" marT="45720" marB="45720" anchor="ctr">
                    <a:lnR w="7620">
                      <a:solidFill>
                        <a:srgbClr val="C7D0DA"/>
                      </a:solidFill>
                      <a:prstDash val="solid"/>
                    </a:lnR>
                    <a:lnB w="7620">
                      <a:solidFill>
                        <a:srgbClr val="C7D0DA"/>
                      </a:solidFill>
                      <a:prstDash val="solid"/>
                    </a:lnB>
                    <a:solidFill>
                      <a:srgbClr val="E0EFF0"/>
                    </a:solidFill>
                  </a:tcPr>
                </a:tc>
              </a:tr>
              <a:tr h="371475">
                <a:tc>
                  <a:txBody>
                    <a:bodyPr wrap="none">
                      <a:noAutofit/>
                    </a:bodyPr>
                    <a:lstStyle/>
                    <a:p>
                      <a:pPr algn="l"/>
                      <a:r>
                        <a:rPr sz="1800" b="0">
                          <a:solidFill>
                            <a:srgbClr val="4D5A68"/>
                          </a:solidFill>
                          <a:latin typeface="Consolas"/>
                          <a:ea typeface="Consolas"/>
                          <a:cs typeface="Consolas"/>
                        </a:rPr>
                        <a:t>setup.cfg</a:t>
                      </a:r>
                    </a:p>
                  </a:txBody>
                  <a:tcPr marL="91440" marR="91440" marT="45720" marB="45720" anchor="ctr">
                    <a:lnL w="7620">
                      <a:solidFill>
                        <a:srgbClr val="C7D0DA"/>
                      </a:solidFill>
                      <a:prstDash val="solid"/>
                    </a:lnL>
                    <a:lnR w="7620">
                      <a:solidFill>
                        <a:srgbClr val="C7D0DA"/>
                      </a:solidFill>
                      <a:prstDash val="solid"/>
                    </a:lnR>
                    <a:lnB w="7620">
                      <a:solidFill>
                        <a:srgbClr val="C7D0DA"/>
                      </a:solidFill>
                      <a:prstDash val="solid"/>
                    </a:lnB>
                    <a:solidFill>
                      <a:srgbClr val="FFFFFF"/>
                    </a:solidFill>
                  </a:tcPr>
                </a:tc>
                <a:tc>
                  <a:txBody>
                    <a:bodyPr wrap="none">
                      <a:noAutofit/>
                    </a:bodyPr>
                    <a:lstStyle/>
                    <a:p>
                      <a:pPr algn="ctr"/>
                      <a:r>
                        <a:rPr sz="1800" b="0">
                          <a:solidFill>
                            <a:srgbClr val="4D5A68"/>
                          </a:solidFill>
                          <a:latin typeface="Malgun Gothic"/>
                          <a:ea typeface="Malgun Gothic"/>
                          <a:cs typeface="Malgun Gothic"/>
                        </a:rPr>
                        <a:t>읽지 않음</a:t>
                      </a:r>
                    </a:p>
                  </a:txBody>
                  <a:tcPr marL="91440" marR="91440" marT="45720" marB="45720" anchor="ctr">
                    <a:lnR w="7620">
                      <a:solidFill>
                        <a:srgbClr val="C7D0DA"/>
                      </a:solidFill>
                      <a:prstDash val="solid"/>
                    </a:lnR>
                    <a:lnB w="7620">
                      <a:solidFill>
                        <a:srgbClr val="C7D0DA"/>
                      </a:solidFill>
                      <a:prstDash val="solid"/>
                    </a:lnB>
                    <a:solidFill>
                      <a:srgbClr val="FFFFFF"/>
                    </a:solidFill>
                  </a:tcPr>
                </a:tc>
                <a:tc>
                  <a:txBody>
                    <a:bodyPr wrap="none">
                      <a:noAutofit/>
                    </a:bodyPr>
                    <a:lstStyle/>
                    <a:p>
                      <a:pPr algn="ctr"/>
                      <a:r>
                        <a:rPr sz="1800" b="1">
                          <a:solidFill>
                            <a:srgbClr val="0B6172"/>
                          </a:solidFill>
                          <a:latin typeface="Malgun Gothic"/>
                          <a:ea typeface="Malgun Gothic"/>
                          <a:cs typeface="Malgun Gothic"/>
                        </a:rPr>
                        <a:t>읽음</a:t>
                      </a:r>
                    </a:p>
                  </a:txBody>
                  <a:tcPr marL="91440" marR="91440" marT="45720" marB="45720" anchor="ctr">
                    <a:lnR w="7620">
                      <a:solidFill>
                        <a:srgbClr val="C7D0DA"/>
                      </a:solidFill>
                      <a:prstDash val="solid"/>
                    </a:lnR>
                    <a:lnB w="7620">
                      <a:solidFill>
                        <a:srgbClr val="C7D0DA"/>
                      </a:solidFill>
                      <a:prstDash val="solid"/>
                    </a:lnB>
                    <a:solidFill>
                      <a:srgbClr val="E0EFF0"/>
                    </a:solidFill>
                  </a:tcPr>
                </a:tc>
              </a:tr>
            </a:tbl>
          </a:graphicData>
        </a:graphic>
      </p:graphicFrame>
      <p:sp>
        <p:nvSpPr>
          <p:cNvPr id="9" name="관찰한 것">
            <a:extLst xmlns:a="http://schemas.openxmlformats.org/drawingml/2006/main">
              <a:ext uri="{FF2B5EF4-FFF2-40B4-BE49-F238E27FC236}">
                <a16:creationId xmlns:a16="http://schemas.microsoft.com/office/drawing/2014/main" id="{C24A48F7-4AD4-43DA-95FE-9949B7161A60}"/>
              </a:ext>
            </a:extLst>
          </p:cNvPr>
          <p:cNvSpPr>
            <a:spLocks xmlns:a="http://schemas.openxmlformats.org/drawingml/2006/main" noGrp="1"/>
          </p:cNvSpPr>
          <p:nvPr/>
        </p:nvSpPr>
        <p:spPr>
          <a:xfrm xmlns:a="http://schemas.openxmlformats.org/drawingml/2006/main">
            <a:off x="8191500" y="2343150"/>
            <a:ext cx="3390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관찰한 것</a:t>
            </a:r>
          </a:p>
        </p:txBody>
      </p:sp>
      <p:sp>
        <p:nvSpPr>
          <p:cNvPr id="10" name="이미지 명세·테스트 안내: A만&#10;패키지 설정: B만">
            <a:extLst xmlns:a="http://schemas.openxmlformats.org/drawingml/2006/main">
              <a:ext uri="{FF2B5EF4-FFF2-40B4-BE49-F238E27FC236}">
                <a16:creationId xmlns:a16="http://schemas.microsoft.com/office/drawing/2014/main" id="{42C83842-3226-43A4-98A3-3BFA656936E3}"/>
              </a:ext>
            </a:extLst>
          </p:cNvPr>
          <p:cNvSpPr>
            <a:spLocks xmlns:a="http://schemas.openxmlformats.org/drawingml/2006/main" noGrp="1"/>
          </p:cNvSpPr>
          <p:nvPr/>
        </p:nvSpPr>
        <p:spPr>
          <a:xfrm xmlns:a="http://schemas.openxmlformats.org/drawingml/2006/main">
            <a:off x="8191500" y="2847975"/>
            <a:ext cx="3390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이미지 명세·테스트 안내: A만</a:t>
            </a:r>
          </a:p>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패키지 설정: B만</a:t>
            </a:r>
          </a:p>
        </p:txBody>
      </p:sp>
      <p:sp>
        <p:nvSpPr>
          <p:cNvPr id="11" name="아직 말할 수 없는 것">
            <a:extLst xmlns:a="http://schemas.openxmlformats.org/drawingml/2006/main">
              <a:ext uri="{FF2B5EF4-FFF2-40B4-BE49-F238E27FC236}">
                <a16:creationId xmlns:a16="http://schemas.microsoft.com/office/drawing/2014/main" id="{B5A649E8-2CF6-4626-8E18-49AB87A4BD91}"/>
              </a:ext>
            </a:extLst>
          </p:cNvPr>
          <p:cNvSpPr>
            <a:spLocks xmlns:a="http://schemas.openxmlformats.org/drawingml/2006/main" noGrp="1"/>
          </p:cNvSpPr>
          <p:nvPr/>
        </p:nvSpPr>
        <p:spPr>
          <a:xfrm xmlns:a="http://schemas.openxmlformats.org/drawingml/2006/main">
            <a:off x="8191500" y="3876675"/>
            <a:ext cx="3390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805400"/>
                </a:solidFill>
                <a:latin typeface="Malgun Gothic"/>
                <a:ea typeface="Malgun Gothic"/>
                <a:cs typeface="Malgun Gothic"/>
              </a:defRPr>
            </a:defPPr>
            <a:lvl1pPr algn="l">
              <a:defRPr sz="2025" b="1">
                <a:solidFill>
                  <a:srgbClr val="805400"/>
                </a:solidFill>
                <a:latin typeface="Malgun Gothic"/>
                <a:ea typeface="Malgun Gothic"/>
                <a:cs typeface="Malgun Gothic"/>
              </a:defRPr>
            </a:lvl1pPr>
            <a:lvl2pPr algn="l">
              <a:defRPr sz="2025" b="1">
                <a:solidFill>
                  <a:srgbClr val="805400"/>
                </a:solidFill>
                <a:latin typeface="Malgun Gothic"/>
                <a:ea typeface="Malgun Gothic"/>
                <a:cs typeface="Malgun Gothic"/>
              </a:defRPr>
            </a:lvl2pPr>
            <a:lvl3pPr algn="l">
              <a:defRPr sz="2025" b="1">
                <a:solidFill>
                  <a:srgbClr val="805400"/>
                </a:solidFill>
                <a:latin typeface="Malgun Gothic"/>
                <a:ea typeface="Malgun Gothic"/>
                <a:cs typeface="Malgun Gothic"/>
              </a:defRPr>
            </a:lvl3pPr>
            <a:lvl4pPr algn="l">
              <a:defRPr sz="2025" b="1">
                <a:solidFill>
                  <a:srgbClr val="805400"/>
                </a:solidFill>
                <a:latin typeface="Malgun Gothic"/>
                <a:ea typeface="Malgun Gothic"/>
                <a:cs typeface="Malgun Gothic"/>
              </a:defRPr>
            </a:lvl4pPr>
            <a:lvl5pPr algn="l">
              <a:defRPr sz="2025" b="1">
                <a:solidFill>
                  <a:srgbClr val="805400"/>
                </a:solidFill>
                <a:latin typeface="Malgun Gothic"/>
                <a:ea typeface="Malgun Gothic"/>
                <a:cs typeface="Malgun Gothic"/>
              </a:defRPr>
            </a:lvl5pPr>
            <a:lvl6pPr algn="l">
              <a:defRPr sz="2025" b="1">
                <a:solidFill>
                  <a:srgbClr val="805400"/>
                </a:solidFill>
                <a:latin typeface="Malgun Gothic"/>
                <a:ea typeface="Malgun Gothic"/>
                <a:cs typeface="Malgun Gothic"/>
              </a:defRPr>
            </a:lvl6pPr>
            <a:lvl7pPr algn="l">
              <a:defRPr sz="2025" b="1">
                <a:solidFill>
                  <a:srgbClr val="805400"/>
                </a:solidFill>
                <a:latin typeface="Malgun Gothic"/>
                <a:ea typeface="Malgun Gothic"/>
                <a:cs typeface="Malgun Gothic"/>
              </a:defRPr>
            </a:lvl7pPr>
            <a:lvl8pPr algn="l">
              <a:defRPr sz="2025" b="1">
                <a:solidFill>
                  <a:srgbClr val="805400"/>
                </a:solidFill>
                <a:latin typeface="Malgun Gothic"/>
                <a:ea typeface="Malgun Gothic"/>
                <a:cs typeface="Malgun Gothic"/>
              </a:defRPr>
            </a:lvl8pPr>
            <a:lvl9pPr algn="l">
              <a:defRPr sz="2025" b="1">
                <a:solidFill>
                  <a:srgbClr val="805400"/>
                </a:solidFill>
                <a:latin typeface="Malgun Gothic"/>
                <a:ea typeface="Malgun Gothic"/>
                <a:cs typeface="Malgun Gothic"/>
              </a:defRPr>
            </a:lvl9pPr>
          </a:lstStyle>
          <a:p xmlns:a="http://schemas.openxmlformats.org/drawingml/2006/main">
            <a:pPr algn="l">
              <a:defRPr sz="2025" b="1">
                <a:solidFill>
                  <a:srgbClr val="805400"/>
                </a:solidFill>
                <a:latin typeface="Malgun Gothic"/>
                <a:ea typeface="Malgun Gothic"/>
                <a:cs typeface="Malgun Gothic"/>
              </a:defRPr>
            </a:pPr>
            <a:r>
              <a:rPr sz="2025" b="1">
                <a:solidFill>
                  <a:srgbClr val="805400"/>
                </a:solidFill>
                <a:latin typeface="Malgun Gothic"/>
                <a:ea typeface="Malgun Gothic"/>
                <a:cs typeface="Malgun Gothic"/>
              </a:rPr>
              <a:t>아직 말할 수 없는 것</a:t>
            </a:r>
          </a:p>
        </p:txBody>
      </p:sp>
      <p:sp>
        <p:nvSpPr>
          <p:cNvPr id="12" name="항상 필요한 문서만 읽음&#10;토큰 절약·성능 개선">
            <a:extLst xmlns:a="http://schemas.openxmlformats.org/drawingml/2006/main">
              <a:ext uri="{FF2B5EF4-FFF2-40B4-BE49-F238E27FC236}">
                <a16:creationId xmlns:a16="http://schemas.microsoft.com/office/drawing/2014/main" id="{FAC91DA2-4962-47FA-BEFC-A80C1609BF10}"/>
              </a:ext>
            </a:extLst>
          </p:cNvPr>
          <p:cNvSpPr>
            <a:spLocks xmlns:a="http://schemas.openxmlformats.org/drawingml/2006/main" noGrp="1"/>
          </p:cNvSpPr>
          <p:nvPr/>
        </p:nvSpPr>
        <p:spPr>
          <a:xfrm xmlns:a="http://schemas.openxmlformats.org/drawingml/2006/main">
            <a:off x="8191500" y="4381500"/>
            <a:ext cx="339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4D5A68"/>
                </a:solidFill>
                <a:latin typeface="Malgun Gothic"/>
                <a:ea typeface="Malgun Gothic"/>
                <a:cs typeface="Malgun Gothic"/>
              </a:defRPr>
            </a:defPPr>
            <a:lvl1pPr algn="l">
              <a:defRPr sz="1875" b="0">
                <a:solidFill>
                  <a:srgbClr val="4D5A68"/>
                </a:solidFill>
                <a:latin typeface="Malgun Gothic"/>
                <a:ea typeface="Malgun Gothic"/>
                <a:cs typeface="Malgun Gothic"/>
              </a:defRPr>
            </a:lvl1pPr>
            <a:lvl2pPr algn="l">
              <a:defRPr sz="1875" b="0">
                <a:solidFill>
                  <a:srgbClr val="4D5A68"/>
                </a:solidFill>
                <a:latin typeface="Malgun Gothic"/>
                <a:ea typeface="Malgun Gothic"/>
                <a:cs typeface="Malgun Gothic"/>
              </a:defRPr>
            </a:lvl2pPr>
            <a:lvl3pPr algn="l">
              <a:defRPr sz="1875" b="0">
                <a:solidFill>
                  <a:srgbClr val="4D5A68"/>
                </a:solidFill>
                <a:latin typeface="Malgun Gothic"/>
                <a:ea typeface="Malgun Gothic"/>
                <a:cs typeface="Malgun Gothic"/>
              </a:defRPr>
            </a:lvl3pPr>
            <a:lvl4pPr algn="l">
              <a:defRPr sz="1875" b="0">
                <a:solidFill>
                  <a:srgbClr val="4D5A68"/>
                </a:solidFill>
                <a:latin typeface="Malgun Gothic"/>
                <a:ea typeface="Malgun Gothic"/>
                <a:cs typeface="Malgun Gothic"/>
              </a:defRPr>
            </a:lvl4pPr>
            <a:lvl5pPr algn="l">
              <a:defRPr sz="1875" b="0">
                <a:solidFill>
                  <a:srgbClr val="4D5A68"/>
                </a:solidFill>
                <a:latin typeface="Malgun Gothic"/>
                <a:ea typeface="Malgun Gothic"/>
                <a:cs typeface="Malgun Gothic"/>
              </a:defRPr>
            </a:lvl5pPr>
            <a:lvl6pPr algn="l">
              <a:defRPr sz="1875" b="0">
                <a:solidFill>
                  <a:srgbClr val="4D5A68"/>
                </a:solidFill>
                <a:latin typeface="Malgun Gothic"/>
                <a:ea typeface="Malgun Gothic"/>
                <a:cs typeface="Malgun Gothic"/>
              </a:defRPr>
            </a:lvl6pPr>
            <a:lvl7pPr algn="l">
              <a:defRPr sz="1875" b="0">
                <a:solidFill>
                  <a:srgbClr val="4D5A68"/>
                </a:solidFill>
                <a:latin typeface="Malgun Gothic"/>
                <a:ea typeface="Malgun Gothic"/>
                <a:cs typeface="Malgun Gothic"/>
              </a:defRPr>
            </a:lvl7pPr>
            <a:lvl8pPr algn="l">
              <a:defRPr sz="1875" b="0">
                <a:solidFill>
                  <a:srgbClr val="4D5A68"/>
                </a:solidFill>
                <a:latin typeface="Malgun Gothic"/>
                <a:ea typeface="Malgun Gothic"/>
                <a:cs typeface="Malgun Gothic"/>
              </a:defRPr>
            </a:lvl8pPr>
            <a:lvl9pPr algn="l">
              <a:defRPr sz="1875" b="0">
                <a:solidFill>
                  <a:srgbClr val="4D5A68"/>
                </a:solidFill>
                <a:latin typeface="Malgun Gothic"/>
                <a:ea typeface="Malgun Gothic"/>
                <a:cs typeface="Malgun Gothic"/>
              </a:defRPr>
            </a:lvl9pPr>
          </a:lstStyle>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항상 필요한 문서만 읽음</a:t>
            </a:r>
          </a:p>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토큰 절약·성능 개선</a:t>
            </a:r>
          </a:p>
        </p:txBody>
      </p:sp>
      <p:sp>
        <p:nvSpPr>
          <p:cNvPr id="13" name="둘 다 구조 문서·소스도 확인 · 목록은 읽기 순서가 아님">
            <a:extLst xmlns:a="http://schemas.openxmlformats.org/drawingml/2006/main">
              <a:ext uri="{FF2B5EF4-FFF2-40B4-BE49-F238E27FC236}">
                <a16:creationId xmlns:a16="http://schemas.microsoft.com/office/drawing/2014/main" id="{3D4DA64A-4B28-408D-857B-75C6D79CEC9F}"/>
              </a:ext>
            </a:extLst>
          </p:cNvPr>
          <p:cNvSpPr>
            <a:spLocks xmlns:a="http://schemas.openxmlformats.org/drawingml/2006/main" noGrp="1"/>
          </p:cNvSpPr>
          <p:nvPr/>
        </p:nvSpPr>
        <p:spPr>
          <a:xfrm xmlns:a="http://schemas.openxmlformats.org/drawingml/2006/main">
            <a:off x="609600" y="54578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둘 다 구조 문서·소스도 확인 · 목록은 읽기 순서가 아님</a:t>
            </a:r>
          </a:p>
        </p:txBody>
      </p:sp>
      <p:sp>
        <p:nvSpPr>
          <p:cNvPr id="14" name="Legacy module connection">
            <a:extLst xmlns:a="http://schemas.openxmlformats.org/drawingml/2006/main">
              <a:ext uri="{FF2B5EF4-FFF2-40B4-BE49-F238E27FC236}">
                <a16:creationId xmlns:a16="http://schemas.microsoft.com/office/drawing/2014/main" id="{0D055B10-B0DD-4811-AE44-CEBA6A7BF3B8}"/>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754629068"/>
      </p:ext>
    </p:extLst>
  </p:cSld>
</p:sld>
</file>

<file path=ppt/slides/slide4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3" name="ACT 2 · 성과와 근거 범위를 회수">
            <a:extLst xmlns:a="http://schemas.openxmlformats.org/drawingml/2006/main">
              <a:ext uri="{FF2B5EF4-FFF2-40B4-BE49-F238E27FC236}">
                <a16:creationId xmlns:a16="http://schemas.microsoft.com/office/drawing/2014/main" id="{297D878A-30C9-4053-9120-C6284B4C5DB7}"/>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성과와 근거 범위를 회수</a:t>
            </a:r>
          </a:p>
        </p:txBody>
      </p:sp>
      <p:sp>
        <p:nvSpPr>
          <p:cNvPr id="2" name="S48">
            <a:extLst xmlns:a="http://schemas.openxmlformats.org/drawingml/2006/main">
              <a:ext uri="{FF2B5EF4-FFF2-40B4-BE49-F238E27FC236}">
                <a16:creationId xmlns:a16="http://schemas.microsoft.com/office/drawing/2014/main" id="{98F60CF1-9BFC-4102-A105-39834E3D250E}"/>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S48</a:t>
            </a:r>
          </a:p>
        </p:txBody>
      </p:sp>
      <p:sp>
        <p:nvSpPr>
          <p:cNvPr id="3" name="Context 정리에서 확인한 네 가지">
            <a:extLst xmlns:a="http://schemas.openxmlformats.org/drawingml/2006/main">
              <a:ext uri="{FF2B5EF4-FFF2-40B4-BE49-F238E27FC236}">
                <a16:creationId xmlns:a16="http://schemas.microsoft.com/office/drawing/2014/main" id="{A664AF48-3119-4047-B979-2874E3DF53DE}"/>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Context 정리에서 확인한 네 가지</a:t>
            </a:r>
          </a:p>
        </p:txBody>
      </p:sp>
      <p:sp>
        <p:nvSpPr>
          <p:cNvPr id="4" name="">
            <a:extLst xmlns:a="http://schemas.openxmlformats.org/drawingml/2006/main">
              <a:ext uri="{FF2B5EF4-FFF2-40B4-BE49-F238E27FC236}">
                <a16:creationId xmlns:a16="http://schemas.microsoft.com/office/drawing/2014/main" id="{8FA89E91-8864-48DC-AE60-33F5DE66DDD6}"/>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STATE-01 · TRIAL-003 · STATE-02→03 · TRIAL-005A/B의 개별 관찰 요약">
            <a:extLst xmlns:a="http://schemas.openxmlformats.org/drawingml/2006/main">
              <a:ext uri="{FF2B5EF4-FFF2-40B4-BE49-F238E27FC236}">
                <a16:creationId xmlns:a16="http://schemas.microsoft.com/office/drawing/2014/main" id="{6959637C-7807-45BF-9FE0-BED8D0ED8D89}"/>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STATE-01 · TRIAL-003 · STATE-02→03 · TRIAL-005A/B의 개별 관찰 요약</a:t>
            </a:r>
          </a:p>
        </p:txBody>
      </p:sp>
      <p:sp>
        <p:nvSpPr>
          <p:cNvPr id="6" name="개별 관찰의 교육용 정리 · 보편적 정확도/효율 개선·독립적 인과성은 입증하지 않음">
            <a:extLst xmlns:a="http://schemas.openxmlformats.org/drawingml/2006/main">
              <a:ext uri="{FF2B5EF4-FFF2-40B4-BE49-F238E27FC236}">
                <a16:creationId xmlns:a16="http://schemas.microsoft.com/office/drawing/2014/main" id="{F2F96BBC-4BF5-4491-B8ED-5D9A54DABD29}"/>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개별 관찰의 교육용 정리 · 보편적 정확도/효율 개선·독립적 인과성은 입증하지 않음</a:t>
            </a:r>
          </a:p>
        </p:txBody>
      </p:sp>
      <p:sp>
        <p:nvSpPr>
          <p:cNvPr id="7" name="정보를 기록하고, 찾아 쓴 근거를 확인했다">
            <a:extLst xmlns:a="http://schemas.openxmlformats.org/drawingml/2006/main">
              <a:ext uri="{FF2B5EF4-FFF2-40B4-BE49-F238E27FC236}">
                <a16:creationId xmlns:a16="http://schemas.microsoft.com/office/drawing/2014/main" id="{1DE264F0-1A6C-4450-B98E-6690181A291E}"/>
              </a:ext>
            </a:extLst>
          </p:cNvPr>
          <p:cNvSpPr>
            <a:spLocks xmlns:a="http://schemas.openxmlformats.org/drawingml/2006/main" noGrp="1"/>
          </p:cNvSpPr>
          <p:nvPr/>
        </p:nvSpPr>
        <p:spPr>
          <a:xfrm xmlns:a="http://schemas.openxmlformats.org/drawingml/2006/main">
            <a:off x="609600" y="17430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정보를 기록하고, 찾아 쓴 근거를 확인했다</a:t>
            </a:r>
          </a:p>
        </p:txBody>
      </p:sp>
      <p:sp>
        <p:nvSpPr>
          <p:cNvPr id="8" name="01">
            <a:extLst xmlns:a="http://schemas.openxmlformats.org/drawingml/2006/main">
              <a:ext uri="{FF2B5EF4-FFF2-40B4-BE49-F238E27FC236}">
                <a16:creationId xmlns:a16="http://schemas.microsoft.com/office/drawing/2014/main" id="{E3943819-B565-45D0-BE24-80DECB2FA577}"/>
              </a:ext>
            </a:extLst>
          </p:cNvPr>
          <p:cNvSpPr>
            <a:spLocks xmlns:a="http://schemas.openxmlformats.org/drawingml/2006/main" noGrp="1"/>
          </p:cNvSpPr>
          <p:nvPr/>
        </p:nvSpPr>
        <p:spPr>
          <a:xfrm xmlns:a="http://schemas.openxmlformats.org/drawingml/2006/main">
            <a:off x="609600" y="2505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Consolas"/>
                <a:ea typeface="Consolas"/>
                <a:cs typeface="Consolas"/>
              </a:defRPr>
            </a:defPPr>
            <a:lvl1pPr algn="l">
              <a:defRPr sz="1800" b="1">
                <a:solidFill>
                  <a:srgbClr val="4D5A68"/>
                </a:solidFill>
                <a:latin typeface="Consolas"/>
                <a:ea typeface="Consolas"/>
                <a:cs typeface="Consolas"/>
              </a:defRPr>
            </a:lvl1pPr>
            <a:lvl2pPr algn="l">
              <a:defRPr sz="1800" b="1">
                <a:solidFill>
                  <a:srgbClr val="4D5A68"/>
                </a:solidFill>
                <a:latin typeface="Consolas"/>
                <a:ea typeface="Consolas"/>
                <a:cs typeface="Consolas"/>
              </a:defRPr>
            </a:lvl2pPr>
            <a:lvl3pPr algn="l">
              <a:defRPr sz="1800" b="1">
                <a:solidFill>
                  <a:srgbClr val="4D5A68"/>
                </a:solidFill>
                <a:latin typeface="Consolas"/>
                <a:ea typeface="Consolas"/>
                <a:cs typeface="Consolas"/>
              </a:defRPr>
            </a:lvl3pPr>
            <a:lvl4pPr algn="l">
              <a:defRPr sz="1800" b="1">
                <a:solidFill>
                  <a:srgbClr val="4D5A68"/>
                </a:solidFill>
                <a:latin typeface="Consolas"/>
                <a:ea typeface="Consolas"/>
                <a:cs typeface="Consolas"/>
              </a:defRPr>
            </a:lvl4pPr>
            <a:lvl5pPr algn="l">
              <a:defRPr sz="1800" b="1">
                <a:solidFill>
                  <a:srgbClr val="4D5A68"/>
                </a:solidFill>
                <a:latin typeface="Consolas"/>
                <a:ea typeface="Consolas"/>
                <a:cs typeface="Consolas"/>
              </a:defRPr>
            </a:lvl5pPr>
            <a:lvl6pPr algn="l">
              <a:defRPr sz="1800" b="1">
                <a:solidFill>
                  <a:srgbClr val="4D5A68"/>
                </a:solidFill>
                <a:latin typeface="Consolas"/>
                <a:ea typeface="Consolas"/>
                <a:cs typeface="Consolas"/>
              </a:defRPr>
            </a:lvl6pPr>
            <a:lvl7pPr algn="l">
              <a:defRPr sz="1800" b="1">
                <a:solidFill>
                  <a:srgbClr val="4D5A68"/>
                </a:solidFill>
                <a:latin typeface="Consolas"/>
                <a:ea typeface="Consolas"/>
                <a:cs typeface="Consolas"/>
              </a:defRPr>
            </a:lvl7pPr>
            <a:lvl8pPr algn="l">
              <a:defRPr sz="1800" b="1">
                <a:solidFill>
                  <a:srgbClr val="4D5A68"/>
                </a:solidFill>
                <a:latin typeface="Consolas"/>
                <a:ea typeface="Consolas"/>
                <a:cs typeface="Consolas"/>
              </a:defRPr>
            </a:lvl8pPr>
            <a:lvl9pPr algn="l">
              <a:defRPr sz="1800" b="1">
                <a:solidFill>
                  <a:srgbClr val="4D5A68"/>
                </a:solidFill>
                <a:latin typeface="Consolas"/>
                <a:ea typeface="Consolas"/>
                <a:cs typeface="Consolas"/>
              </a:defRPr>
            </a:lvl9pPr>
          </a:lstStyle>
          <a:p xmlns:a="http://schemas.openxmlformats.org/drawingml/2006/main">
            <a:pPr algn="l">
              <a:defRPr sz="1800" b="1">
                <a:solidFill>
                  <a:srgbClr val="4D5A68"/>
                </a:solidFill>
                <a:latin typeface="Consolas"/>
                <a:ea typeface="Consolas"/>
                <a:cs typeface="Consolas"/>
              </a:defRPr>
            </a:pPr>
            <a:r>
              <a:rPr sz="1800" b="1">
                <a:solidFill>
                  <a:srgbClr val="4D5A68"/>
                </a:solidFill>
                <a:latin typeface="Consolas"/>
                <a:ea typeface="Consolas"/>
                <a:cs typeface="Consolas"/>
              </a:rPr>
              <a:t>01</a:t>
            </a:r>
          </a:p>
        </p:txBody>
      </p:sp>
      <p:sp>
        <p:nvSpPr>
          <p:cNvPr id="9" name="기록">
            <a:extLst xmlns:a="http://schemas.openxmlformats.org/drawingml/2006/main">
              <a:ext uri="{FF2B5EF4-FFF2-40B4-BE49-F238E27FC236}">
                <a16:creationId xmlns:a16="http://schemas.microsoft.com/office/drawing/2014/main" id="{4537B547-3E10-47C0-A293-33DFD7E39665}"/>
              </a:ext>
            </a:extLst>
          </p:cNvPr>
          <p:cNvSpPr>
            <a:spLocks xmlns:a="http://schemas.openxmlformats.org/drawingml/2006/main" noGrp="1"/>
          </p:cNvSpPr>
          <p:nvPr/>
        </p:nvSpPr>
        <p:spPr>
          <a:xfrm xmlns:a="http://schemas.openxmlformats.org/drawingml/2006/main">
            <a:off x="609600" y="2962275"/>
            <a:ext cx="2514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Malgun Gothic"/>
                <a:ea typeface="Malgun Gothic"/>
                <a:cs typeface="Malgun Gothic"/>
              </a:defRPr>
            </a:defPPr>
            <a:lvl1pPr algn="l">
              <a:defRPr sz="2475" b="1">
                <a:solidFill>
                  <a:srgbClr val="17212B"/>
                </a:solidFill>
                <a:latin typeface="Malgun Gothic"/>
                <a:ea typeface="Malgun Gothic"/>
                <a:cs typeface="Malgun Gothic"/>
              </a:defRPr>
            </a:lvl1pPr>
            <a:lvl2pPr algn="l">
              <a:defRPr sz="2475" b="1">
                <a:solidFill>
                  <a:srgbClr val="17212B"/>
                </a:solidFill>
                <a:latin typeface="Malgun Gothic"/>
                <a:ea typeface="Malgun Gothic"/>
                <a:cs typeface="Malgun Gothic"/>
              </a:defRPr>
            </a:lvl2pPr>
            <a:lvl3pPr algn="l">
              <a:defRPr sz="2475" b="1">
                <a:solidFill>
                  <a:srgbClr val="17212B"/>
                </a:solidFill>
                <a:latin typeface="Malgun Gothic"/>
                <a:ea typeface="Malgun Gothic"/>
                <a:cs typeface="Malgun Gothic"/>
              </a:defRPr>
            </a:lvl3pPr>
            <a:lvl4pPr algn="l">
              <a:defRPr sz="2475" b="1">
                <a:solidFill>
                  <a:srgbClr val="17212B"/>
                </a:solidFill>
                <a:latin typeface="Malgun Gothic"/>
                <a:ea typeface="Malgun Gothic"/>
                <a:cs typeface="Malgun Gothic"/>
              </a:defRPr>
            </a:lvl4pPr>
            <a:lvl5pPr algn="l">
              <a:defRPr sz="2475" b="1">
                <a:solidFill>
                  <a:srgbClr val="17212B"/>
                </a:solidFill>
                <a:latin typeface="Malgun Gothic"/>
                <a:ea typeface="Malgun Gothic"/>
                <a:cs typeface="Malgun Gothic"/>
              </a:defRPr>
            </a:lvl5pPr>
            <a:lvl6pPr algn="l">
              <a:defRPr sz="2475" b="1">
                <a:solidFill>
                  <a:srgbClr val="17212B"/>
                </a:solidFill>
                <a:latin typeface="Malgun Gothic"/>
                <a:ea typeface="Malgun Gothic"/>
                <a:cs typeface="Malgun Gothic"/>
              </a:defRPr>
            </a:lvl6pPr>
            <a:lvl7pPr algn="l">
              <a:defRPr sz="2475" b="1">
                <a:solidFill>
                  <a:srgbClr val="17212B"/>
                </a:solidFill>
                <a:latin typeface="Malgun Gothic"/>
                <a:ea typeface="Malgun Gothic"/>
                <a:cs typeface="Malgun Gothic"/>
              </a:defRPr>
            </a:lvl7pPr>
            <a:lvl8pPr algn="l">
              <a:defRPr sz="2475" b="1">
                <a:solidFill>
                  <a:srgbClr val="17212B"/>
                </a:solidFill>
                <a:latin typeface="Malgun Gothic"/>
                <a:ea typeface="Malgun Gothic"/>
                <a:cs typeface="Malgun Gothic"/>
              </a:defRPr>
            </a:lvl8pPr>
            <a:lvl9pPr algn="l">
              <a:defRPr sz="2475" b="1">
                <a:solidFill>
                  <a:srgbClr val="17212B"/>
                </a:solidFill>
                <a:latin typeface="Malgun Gothic"/>
                <a:ea typeface="Malgun Gothic"/>
                <a:cs typeface="Malgun Gothic"/>
              </a:defRPr>
            </a:lvl9pPr>
          </a:lstStyle>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기록</a:t>
            </a:r>
          </a:p>
        </p:txBody>
      </p:sp>
      <p:sp>
        <p:nvSpPr>
          <p:cNvPr id="10" name="">
            <a:extLst xmlns:a="http://schemas.openxmlformats.org/drawingml/2006/main">
              <a:ext uri="{FF2B5EF4-FFF2-40B4-BE49-F238E27FC236}">
                <a16:creationId xmlns:a16="http://schemas.microsoft.com/office/drawing/2014/main" id="{F815E2D7-A5F7-4776-967E-41DADEEA22BF}"/>
              </a:ext>
            </a:extLst>
          </p:cNvPr>
          <p:cNvSpPr>
            <a:spLocks xmlns:a="http://schemas.openxmlformats.org/drawingml/2006/main" noGrp="1"/>
          </p:cNvSpPr>
          <p:nvPr/>
        </p:nvSpPr>
        <p:spPr>
          <a:xfrm xmlns:a="http://schemas.openxmlformats.org/drawingml/2006/main">
            <a:off x="609600" y="3524250"/>
            <a:ext cx="25146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11" name="공통 안내를&#10;저장소에 남김">
            <a:extLst xmlns:a="http://schemas.openxmlformats.org/drawingml/2006/main">
              <a:ext uri="{FF2B5EF4-FFF2-40B4-BE49-F238E27FC236}">
                <a16:creationId xmlns:a16="http://schemas.microsoft.com/office/drawing/2014/main" id="{8C2310C8-E2BD-4229-A8AE-593DEA642979}"/>
              </a:ext>
            </a:extLst>
          </p:cNvPr>
          <p:cNvSpPr>
            <a:spLocks xmlns:a="http://schemas.openxmlformats.org/drawingml/2006/main" noGrp="1"/>
          </p:cNvSpPr>
          <p:nvPr/>
        </p:nvSpPr>
        <p:spPr>
          <a:xfrm xmlns:a="http://schemas.openxmlformats.org/drawingml/2006/main">
            <a:off x="609600" y="3762375"/>
            <a:ext cx="2514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공통 안내를</a:t>
            </a:r>
          </a:p>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저장소에 남김</a:t>
            </a:r>
          </a:p>
        </p:txBody>
      </p:sp>
      <p:sp>
        <p:nvSpPr>
          <p:cNvPr id="12" name="STATE-01">
            <a:extLst xmlns:a="http://schemas.openxmlformats.org/drawingml/2006/main">
              <a:ext uri="{FF2B5EF4-FFF2-40B4-BE49-F238E27FC236}">
                <a16:creationId xmlns:a16="http://schemas.microsoft.com/office/drawing/2014/main" id="{C6F82817-4B94-4332-9832-CEA22758E504}"/>
              </a:ext>
            </a:extLst>
          </p:cNvPr>
          <p:cNvSpPr>
            <a:spLocks xmlns:a="http://schemas.openxmlformats.org/drawingml/2006/main" noGrp="1"/>
          </p:cNvSpPr>
          <p:nvPr/>
        </p:nvSpPr>
        <p:spPr>
          <a:xfrm xmlns:a="http://schemas.openxmlformats.org/drawingml/2006/main">
            <a:off x="609600" y="4848225"/>
            <a:ext cx="251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Consolas"/>
                <a:ea typeface="Consolas"/>
                <a:cs typeface="Consolas"/>
              </a:defRPr>
            </a:defPPr>
            <a:lvl1pPr algn="l">
              <a:defRPr sz="1725" b="0">
                <a:solidFill>
                  <a:srgbClr val="4D5A68"/>
                </a:solidFill>
                <a:latin typeface="Consolas"/>
                <a:ea typeface="Consolas"/>
                <a:cs typeface="Consolas"/>
              </a:defRPr>
            </a:lvl1pPr>
            <a:lvl2pPr algn="l">
              <a:defRPr sz="1725" b="0">
                <a:solidFill>
                  <a:srgbClr val="4D5A68"/>
                </a:solidFill>
                <a:latin typeface="Consolas"/>
                <a:ea typeface="Consolas"/>
                <a:cs typeface="Consolas"/>
              </a:defRPr>
            </a:lvl2pPr>
            <a:lvl3pPr algn="l">
              <a:defRPr sz="1725" b="0">
                <a:solidFill>
                  <a:srgbClr val="4D5A68"/>
                </a:solidFill>
                <a:latin typeface="Consolas"/>
                <a:ea typeface="Consolas"/>
                <a:cs typeface="Consolas"/>
              </a:defRPr>
            </a:lvl3pPr>
            <a:lvl4pPr algn="l">
              <a:defRPr sz="1725" b="0">
                <a:solidFill>
                  <a:srgbClr val="4D5A68"/>
                </a:solidFill>
                <a:latin typeface="Consolas"/>
                <a:ea typeface="Consolas"/>
                <a:cs typeface="Consolas"/>
              </a:defRPr>
            </a:lvl4pPr>
            <a:lvl5pPr algn="l">
              <a:defRPr sz="1725" b="0">
                <a:solidFill>
                  <a:srgbClr val="4D5A68"/>
                </a:solidFill>
                <a:latin typeface="Consolas"/>
                <a:ea typeface="Consolas"/>
                <a:cs typeface="Consolas"/>
              </a:defRPr>
            </a:lvl5pPr>
            <a:lvl6pPr algn="l">
              <a:defRPr sz="1725" b="0">
                <a:solidFill>
                  <a:srgbClr val="4D5A68"/>
                </a:solidFill>
                <a:latin typeface="Consolas"/>
                <a:ea typeface="Consolas"/>
                <a:cs typeface="Consolas"/>
              </a:defRPr>
            </a:lvl6pPr>
            <a:lvl7pPr algn="l">
              <a:defRPr sz="1725" b="0">
                <a:solidFill>
                  <a:srgbClr val="4D5A68"/>
                </a:solidFill>
                <a:latin typeface="Consolas"/>
                <a:ea typeface="Consolas"/>
                <a:cs typeface="Consolas"/>
              </a:defRPr>
            </a:lvl7pPr>
            <a:lvl8pPr algn="l">
              <a:defRPr sz="1725" b="0">
                <a:solidFill>
                  <a:srgbClr val="4D5A68"/>
                </a:solidFill>
                <a:latin typeface="Consolas"/>
                <a:ea typeface="Consolas"/>
                <a:cs typeface="Consolas"/>
              </a:defRPr>
            </a:lvl8pPr>
            <a:lvl9pPr algn="l">
              <a:defRPr sz="1725" b="0">
                <a:solidFill>
                  <a:srgbClr val="4D5A68"/>
                </a:solidFill>
                <a:latin typeface="Consolas"/>
                <a:ea typeface="Consolas"/>
                <a:cs typeface="Consolas"/>
              </a:defRPr>
            </a:lvl9pPr>
          </a:lstStyle>
          <a:p xmlns:a="http://schemas.openxmlformats.org/drawingml/2006/main">
            <a:pPr algn="l">
              <a:defRPr sz="1725" b="0">
                <a:solidFill>
                  <a:srgbClr val="4D5A68"/>
                </a:solidFill>
                <a:latin typeface="Consolas"/>
                <a:ea typeface="Consolas"/>
                <a:cs typeface="Consolas"/>
              </a:defRPr>
            </a:pPr>
            <a:r>
              <a:rPr sz="1725" b="0">
                <a:solidFill>
                  <a:srgbClr val="4D5A68"/>
                </a:solidFill>
                <a:latin typeface="Consolas"/>
                <a:ea typeface="Consolas"/>
                <a:cs typeface="Consolas"/>
              </a:rPr>
              <a:t>STATE-01</a:t>
            </a:r>
          </a:p>
        </p:txBody>
      </p:sp>
      <p:sp>
        <p:nvSpPr>
          <p:cNvPr id="13" name="">
            <a:extLst xmlns:a="http://schemas.openxmlformats.org/drawingml/2006/main">
              <a:ext uri="{FF2B5EF4-FFF2-40B4-BE49-F238E27FC236}">
                <a16:creationId xmlns:a16="http://schemas.microsoft.com/office/drawing/2014/main" id="{C62FBFB2-6BF9-410C-97F3-8729A654E049}"/>
              </a:ext>
            </a:extLst>
          </p:cNvPr>
          <p:cNvSpPr>
            <a:spLocks xmlns:a="http://schemas.openxmlformats.org/drawingml/2006/main" noGrp="1"/>
          </p:cNvSpPr>
          <p:nvPr/>
        </p:nvSpPr>
        <p:spPr>
          <a:xfrm xmlns:a="http://schemas.openxmlformats.org/drawingml/2006/main">
            <a:off x="3181350" y="3105150"/>
            <a:ext cx="171450" cy="1333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4" name="02">
            <a:extLst xmlns:a="http://schemas.openxmlformats.org/drawingml/2006/main">
              <a:ext uri="{FF2B5EF4-FFF2-40B4-BE49-F238E27FC236}">
                <a16:creationId xmlns:a16="http://schemas.microsoft.com/office/drawing/2014/main" id="{42DE7557-81A1-43DD-B3BF-D280C977266B}"/>
              </a:ext>
            </a:extLst>
          </p:cNvPr>
          <p:cNvSpPr>
            <a:spLocks xmlns:a="http://schemas.openxmlformats.org/drawingml/2006/main" noGrp="1"/>
          </p:cNvSpPr>
          <p:nvPr/>
        </p:nvSpPr>
        <p:spPr>
          <a:xfrm xmlns:a="http://schemas.openxmlformats.org/drawingml/2006/main">
            <a:off x="3409950" y="2505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Consolas"/>
                <a:ea typeface="Consolas"/>
                <a:cs typeface="Consolas"/>
              </a:defRPr>
            </a:defPPr>
            <a:lvl1pPr algn="l">
              <a:defRPr sz="1800" b="1">
                <a:solidFill>
                  <a:srgbClr val="4D5A68"/>
                </a:solidFill>
                <a:latin typeface="Consolas"/>
                <a:ea typeface="Consolas"/>
                <a:cs typeface="Consolas"/>
              </a:defRPr>
            </a:lvl1pPr>
            <a:lvl2pPr algn="l">
              <a:defRPr sz="1800" b="1">
                <a:solidFill>
                  <a:srgbClr val="4D5A68"/>
                </a:solidFill>
                <a:latin typeface="Consolas"/>
                <a:ea typeface="Consolas"/>
                <a:cs typeface="Consolas"/>
              </a:defRPr>
            </a:lvl2pPr>
            <a:lvl3pPr algn="l">
              <a:defRPr sz="1800" b="1">
                <a:solidFill>
                  <a:srgbClr val="4D5A68"/>
                </a:solidFill>
                <a:latin typeface="Consolas"/>
                <a:ea typeface="Consolas"/>
                <a:cs typeface="Consolas"/>
              </a:defRPr>
            </a:lvl3pPr>
            <a:lvl4pPr algn="l">
              <a:defRPr sz="1800" b="1">
                <a:solidFill>
                  <a:srgbClr val="4D5A68"/>
                </a:solidFill>
                <a:latin typeface="Consolas"/>
                <a:ea typeface="Consolas"/>
                <a:cs typeface="Consolas"/>
              </a:defRPr>
            </a:lvl4pPr>
            <a:lvl5pPr algn="l">
              <a:defRPr sz="1800" b="1">
                <a:solidFill>
                  <a:srgbClr val="4D5A68"/>
                </a:solidFill>
                <a:latin typeface="Consolas"/>
                <a:ea typeface="Consolas"/>
                <a:cs typeface="Consolas"/>
              </a:defRPr>
            </a:lvl5pPr>
            <a:lvl6pPr algn="l">
              <a:defRPr sz="1800" b="1">
                <a:solidFill>
                  <a:srgbClr val="4D5A68"/>
                </a:solidFill>
                <a:latin typeface="Consolas"/>
                <a:ea typeface="Consolas"/>
                <a:cs typeface="Consolas"/>
              </a:defRPr>
            </a:lvl6pPr>
            <a:lvl7pPr algn="l">
              <a:defRPr sz="1800" b="1">
                <a:solidFill>
                  <a:srgbClr val="4D5A68"/>
                </a:solidFill>
                <a:latin typeface="Consolas"/>
                <a:ea typeface="Consolas"/>
                <a:cs typeface="Consolas"/>
              </a:defRPr>
            </a:lvl7pPr>
            <a:lvl8pPr algn="l">
              <a:defRPr sz="1800" b="1">
                <a:solidFill>
                  <a:srgbClr val="4D5A68"/>
                </a:solidFill>
                <a:latin typeface="Consolas"/>
                <a:ea typeface="Consolas"/>
                <a:cs typeface="Consolas"/>
              </a:defRPr>
            </a:lvl8pPr>
            <a:lvl9pPr algn="l">
              <a:defRPr sz="1800" b="1">
                <a:solidFill>
                  <a:srgbClr val="4D5A68"/>
                </a:solidFill>
                <a:latin typeface="Consolas"/>
                <a:ea typeface="Consolas"/>
                <a:cs typeface="Consolas"/>
              </a:defRPr>
            </a:lvl9pPr>
          </a:lstStyle>
          <a:p xmlns:a="http://schemas.openxmlformats.org/drawingml/2006/main">
            <a:pPr algn="l">
              <a:defRPr sz="1800" b="1">
                <a:solidFill>
                  <a:srgbClr val="4D5A68"/>
                </a:solidFill>
                <a:latin typeface="Consolas"/>
                <a:ea typeface="Consolas"/>
                <a:cs typeface="Consolas"/>
              </a:defRPr>
            </a:pPr>
            <a:r>
              <a:rPr sz="1800" b="1">
                <a:solidFill>
                  <a:srgbClr val="4D5A68"/>
                </a:solidFill>
                <a:latin typeface="Consolas"/>
                <a:ea typeface="Consolas"/>
                <a:cs typeface="Consolas"/>
              </a:rPr>
              <a:t>02</a:t>
            </a:r>
          </a:p>
        </p:txBody>
      </p:sp>
      <p:sp>
        <p:nvSpPr>
          <p:cNvPr id="15" name="지침 활용">
            <a:extLst xmlns:a="http://schemas.openxmlformats.org/drawingml/2006/main">
              <a:ext uri="{FF2B5EF4-FFF2-40B4-BE49-F238E27FC236}">
                <a16:creationId xmlns:a16="http://schemas.microsoft.com/office/drawing/2014/main" id="{A37B65FE-C319-4F4B-8CBB-1E8A2F21E933}"/>
              </a:ext>
            </a:extLst>
          </p:cNvPr>
          <p:cNvSpPr>
            <a:spLocks xmlns:a="http://schemas.openxmlformats.org/drawingml/2006/main" noGrp="1"/>
          </p:cNvSpPr>
          <p:nvPr/>
        </p:nvSpPr>
        <p:spPr>
          <a:xfrm xmlns:a="http://schemas.openxmlformats.org/drawingml/2006/main">
            <a:off x="3409950" y="2962275"/>
            <a:ext cx="2514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Malgun Gothic"/>
                <a:ea typeface="Malgun Gothic"/>
                <a:cs typeface="Malgun Gothic"/>
              </a:defRPr>
            </a:defPPr>
            <a:lvl1pPr algn="l">
              <a:defRPr sz="2475" b="1">
                <a:solidFill>
                  <a:srgbClr val="17212B"/>
                </a:solidFill>
                <a:latin typeface="Malgun Gothic"/>
                <a:ea typeface="Malgun Gothic"/>
                <a:cs typeface="Malgun Gothic"/>
              </a:defRPr>
            </a:lvl1pPr>
            <a:lvl2pPr algn="l">
              <a:defRPr sz="2475" b="1">
                <a:solidFill>
                  <a:srgbClr val="17212B"/>
                </a:solidFill>
                <a:latin typeface="Malgun Gothic"/>
                <a:ea typeface="Malgun Gothic"/>
                <a:cs typeface="Malgun Gothic"/>
              </a:defRPr>
            </a:lvl2pPr>
            <a:lvl3pPr algn="l">
              <a:defRPr sz="2475" b="1">
                <a:solidFill>
                  <a:srgbClr val="17212B"/>
                </a:solidFill>
                <a:latin typeface="Malgun Gothic"/>
                <a:ea typeface="Malgun Gothic"/>
                <a:cs typeface="Malgun Gothic"/>
              </a:defRPr>
            </a:lvl3pPr>
            <a:lvl4pPr algn="l">
              <a:defRPr sz="2475" b="1">
                <a:solidFill>
                  <a:srgbClr val="17212B"/>
                </a:solidFill>
                <a:latin typeface="Malgun Gothic"/>
                <a:ea typeface="Malgun Gothic"/>
                <a:cs typeface="Malgun Gothic"/>
              </a:defRPr>
            </a:lvl4pPr>
            <a:lvl5pPr algn="l">
              <a:defRPr sz="2475" b="1">
                <a:solidFill>
                  <a:srgbClr val="17212B"/>
                </a:solidFill>
                <a:latin typeface="Malgun Gothic"/>
                <a:ea typeface="Malgun Gothic"/>
                <a:cs typeface="Malgun Gothic"/>
              </a:defRPr>
            </a:lvl5pPr>
            <a:lvl6pPr algn="l">
              <a:defRPr sz="2475" b="1">
                <a:solidFill>
                  <a:srgbClr val="17212B"/>
                </a:solidFill>
                <a:latin typeface="Malgun Gothic"/>
                <a:ea typeface="Malgun Gothic"/>
                <a:cs typeface="Malgun Gothic"/>
              </a:defRPr>
            </a:lvl6pPr>
            <a:lvl7pPr algn="l">
              <a:defRPr sz="2475" b="1">
                <a:solidFill>
                  <a:srgbClr val="17212B"/>
                </a:solidFill>
                <a:latin typeface="Malgun Gothic"/>
                <a:ea typeface="Malgun Gothic"/>
                <a:cs typeface="Malgun Gothic"/>
              </a:defRPr>
            </a:lvl7pPr>
            <a:lvl8pPr algn="l">
              <a:defRPr sz="2475" b="1">
                <a:solidFill>
                  <a:srgbClr val="17212B"/>
                </a:solidFill>
                <a:latin typeface="Malgun Gothic"/>
                <a:ea typeface="Malgun Gothic"/>
                <a:cs typeface="Malgun Gothic"/>
              </a:defRPr>
            </a:lvl8pPr>
            <a:lvl9pPr algn="l">
              <a:defRPr sz="2475" b="1">
                <a:solidFill>
                  <a:srgbClr val="17212B"/>
                </a:solidFill>
                <a:latin typeface="Malgun Gothic"/>
                <a:ea typeface="Malgun Gothic"/>
                <a:cs typeface="Malgun Gothic"/>
              </a:defRPr>
            </a:lvl9pPr>
          </a:lstStyle>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지침 활용</a:t>
            </a:r>
          </a:p>
        </p:txBody>
      </p:sp>
      <p:sp>
        <p:nvSpPr>
          <p:cNvPr id="16" name="">
            <a:extLst xmlns:a="http://schemas.openxmlformats.org/drawingml/2006/main">
              <a:ext uri="{FF2B5EF4-FFF2-40B4-BE49-F238E27FC236}">
                <a16:creationId xmlns:a16="http://schemas.microsoft.com/office/drawing/2014/main" id="{78643DFA-E9D7-4567-91AC-32087A1C6F68}"/>
              </a:ext>
            </a:extLst>
          </p:cNvPr>
          <p:cNvSpPr>
            <a:spLocks xmlns:a="http://schemas.openxmlformats.org/drawingml/2006/main" noGrp="1"/>
          </p:cNvSpPr>
          <p:nvPr/>
        </p:nvSpPr>
        <p:spPr>
          <a:xfrm xmlns:a="http://schemas.openxmlformats.org/drawingml/2006/main">
            <a:off x="3409950" y="3524250"/>
            <a:ext cx="25146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17" name="지정된 테스트&#10;명령을 실제 사용">
            <a:extLst xmlns:a="http://schemas.openxmlformats.org/drawingml/2006/main">
              <a:ext uri="{FF2B5EF4-FFF2-40B4-BE49-F238E27FC236}">
                <a16:creationId xmlns:a16="http://schemas.microsoft.com/office/drawing/2014/main" id="{1AEEF4AC-4E84-46BD-A241-9529B1B27DC4}"/>
              </a:ext>
            </a:extLst>
          </p:cNvPr>
          <p:cNvSpPr>
            <a:spLocks xmlns:a="http://schemas.openxmlformats.org/drawingml/2006/main" noGrp="1"/>
          </p:cNvSpPr>
          <p:nvPr/>
        </p:nvSpPr>
        <p:spPr>
          <a:xfrm xmlns:a="http://schemas.openxmlformats.org/drawingml/2006/main">
            <a:off x="3409950" y="3762375"/>
            <a:ext cx="2514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지정된 테스트</a:t>
            </a:r>
          </a:p>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명령을 실제 사용</a:t>
            </a:r>
          </a:p>
        </p:txBody>
      </p:sp>
      <p:sp>
        <p:nvSpPr>
          <p:cNvPr id="18" name="TRIAL-003">
            <a:extLst xmlns:a="http://schemas.openxmlformats.org/drawingml/2006/main">
              <a:ext uri="{FF2B5EF4-FFF2-40B4-BE49-F238E27FC236}">
                <a16:creationId xmlns:a16="http://schemas.microsoft.com/office/drawing/2014/main" id="{9C672A82-752F-47D4-88EA-F6B77998FA7E}"/>
              </a:ext>
            </a:extLst>
          </p:cNvPr>
          <p:cNvSpPr>
            <a:spLocks xmlns:a="http://schemas.openxmlformats.org/drawingml/2006/main" noGrp="1"/>
          </p:cNvSpPr>
          <p:nvPr/>
        </p:nvSpPr>
        <p:spPr>
          <a:xfrm xmlns:a="http://schemas.openxmlformats.org/drawingml/2006/main">
            <a:off x="3409950" y="4848225"/>
            <a:ext cx="251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Consolas"/>
                <a:ea typeface="Consolas"/>
                <a:cs typeface="Consolas"/>
              </a:defRPr>
            </a:defPPr>
            <a:lvl1pPr algn="l">
              <a:defRPr sz="1725" b="0">
                <a:solidFill>
                  <a:srgbClr val="4D5A68"/>
                </a:solidFill>
                <a:latin typeface="Consolas"/>
                <a:ea typeface="Consolas"/>
                <a:cs typeface="Consolas"/>
              </a:defRPr>
            </a:lvl1pPr>
            <a:lvl2pPr algn="l">
              <a:defRPr sz="1725" b="0">
                <a:solidFill>
                  <a:srgbClr val="4D5A68"/>
                </a:solidFill>
                <a:latin typeface="Consolas"/>
                <a:ea typeface="Consolas"/>
                <a:cs typeface="Consolas"/>
              </a:defRPr>
            </a:lvl2pPr>
            <a:lvl3pPr algn="l">
              <a:defRPr sz="1725" b="0">
                <a:solidFill>
                  <a:srgbClr val="4D5A68"/>
                </a:solidFill>
                <a:latin typeface="Consolas"/>
                <a:ea typeface="Consolas"/>
                <a:cs typeface="Consolas"/>
              </a:defRPr>
            </a:lvl3pPr>
            <a:lvl4pPr algn="l">
              <a:defRPr sz="1725" b="0">
                <a:solidFill>
                  <a:srgbClr val="4D5A68"/>
                </a:solidFill>
                <a:latin typeface="Consolas"/>
                <a:ea typeface="Consolas"/>
                <a:cs typeface="Consolas"/>
              </a:defRPr>
            </a:lvl4pPr>
            <a:lvl5pPr algn="l">
              <a:defRPr sz="1725" b="0">
                <a:solidFill>
                  <a:srgbClr val="4D5A68"/>
                </a:solidFill>
                <a:latin typeface="Consolas"/>
                <a:ea typeface="Consolas"/>
                <a:cs typeface="Consolas"/>
              </a:defRPr>
            </a:lvl5pPr>
            <a:lvl6pPr algn="l">
              <a:defRPr sz="1725" b="0">
                <a:solidFill>
                  <a:srgbClr val="4D5A68"/>
                </a:solidFill>
                <a:latin typeface="Consolas"/>
                <a:ea typeface="Consolas"/>
                <a:cs typeface="Consolas"/>
              </a:defRPr>
            </a:lvl6pPr>
            <a:lvl7pPr algn="l">
              <a:defRPr sz="1725" b="0">
                <a:solidFill>
                  <a:srgbClr val="4D5A68"/>
                </a:solidFill>
                <a:latin typeface="Consolas"/>
                <a:ea typeface="Consolas"/>
                <a:cs typeface="Consolas"/>
              </a:defRPr>
            </a:lvl7pPr>
            <a:lvl8pPr algn="l">
              <a:defRPr sz="1725" b="0">
                <a:solidFill>
                  <a:srgbClr val="4D5A68"/>
                </a:solidFill>
                <a:latin typeface="Consolas"/>
                <a:ea typeface="Consolas"/>
                <a:cs typeface="Consolas"/>
              </a:defRPr>
            </a:lvl8pPr>
            <a:lvl9pPr algn="l">
              <a:defRPr sz="1725" b="0">
                <a:solidFill>
                  <a:srgbClr val="4D5A68"/>
                </a:solidFill>
                <a:latin typeface="Consolas"/>
                <a:ea typeface="Consolas"/>
                <a:cs typeface="Consolas"/>
              </a:defRPr>
            </a:lvl9pPr>
          </a:lstStyle>
          <a:p xmlns:a="http://schemas.openxmlformats.org/drawingml/2006/main">
            <a:pPr algn="l">
              <a:defRPr sz="1725" b="0">
                <a:solidFill>
                  <a:srgbClr val="4D5A68"/>
                </a:solidFill>
                <a:latin typeface="Consolas"/>
                <a:ea typeface="Consolas"/>
                <a:cs typeface="Consolas"/>
              </a:defRPr>
            </a:pPr>
            <a:r>
              <a:rPr sz="1725" b="0">
                <a:solidFill>
                  <a:srgbClr val="4D5A68"/>
                </a:solidFill>
                <a:latin typeface="Consolas"/>
                <a:ea typeface="Consolas"/>
                <a:cs typeface="Consolas"/>
              </a:rPr>
              <a:t>TRIAL-003</a:t>
            </a:r>
          </a:p>
        </p:txBody>
      </p:sp>
      <p:sp>
        <p:nvSpPr>
          <p:cNvPr id="19" name="">
            <a:extLst xmlns:a="http://schemas.openxmlformats.org/drawingml/2006/main">
              <a:ext uri="{FF2B5EF4-FFF2-40B4-BE49-F238E27FC236}">
                <a16:creationId xmlns:a16="http://schemas.microsoft.com/office/drawing/2014/main" id="{890E1854-5198-4165-A4FC-AA3A44901A3C}"/>
              </a:ext>
            </a:extLst>
          </p:cNvPr>
          <p:cNvSpPr>
            <a:spLocks xmlns:a="http://schemas.openxmlformats.org/drawingml/2006/main" noGrp="1"/>
          </p:cNvSpPr>
          <p:nvPr/>
        </p:nvSpPr>
        <p:spPr>
          <a:xfrm xmlns:a="http://schemas.openxmlformats.org/drawingml/2006/main">
            <a:off x="5981700" y="3105150"/>
            <a:ext cx="171450" cy="1333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0" name="03">
            <a:extLst xmlns:a="http://schemas.openxmlformats.org/drawingml/2006/main">
              <a:ext uri="{FF2B5EF4-FFF2-40B4-BE49-F238E27FC236}">
                <a16:creationId xmlns:a16="http://schemas.microsoft.com/office/drawing/2014/main" id="{75EDB27E-C3EB-4BE2-9C10-C3B5383375D9}"/>
              </a:ext>
            </a:extLst>
          </p:cNvPr>
          <p:cNvSpPr>
            <a:spLocks xmlns:a="http://schemas.openxmlformats.org/drawingml/2006/main" noGrp="1"/>
          </p:cNvSpPr>
          <p:nvPr/>
        </p:nvSpPr>
        <p:spPr>
          <a:xfrm xmlns:a="http://schemas.openxmlformats.org/drawingml/2006/main">
            <a:off x="6210300" y="2505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Consolas"/>
                <a:ea typeface="Consolas"/>
                <a:cs typeface="Consolas"/>
              </a:defRPr>
            </a:defPPr>
            <a:lvl1pPr algn="l">
              <a:defRPr sz="1800" b="1">
                <a:solidFill>
                  <a:srgbClr val="4D5A68"/>
                </a:solidFill>
                <a:latin typeface="Consolas"/>
                <a:ea typeface="Consolas"/>
                <a:cs typeface="Consolas"/>
              </a:defRPr>
            </a:lvl1pPr>
            <a:lvl2pPr algn="l">
              <a:defRPr sz="1800" b="1">
                <a:solidFill>
                  <a:srgbClr val="4D5A68"/>
                </a:solidFill>
                <a:latin typeface="Consolas"/>
                <a:ea typeface="Consolas"/>
                <a:cs typeface="Consolas"/>
              </a:defRPr>
            </a:lvl2pPr>
            <a:lvl3pPr algn="l">
              <a:defRPr sz="1800" b="1">
                <a:solidFill>
                  <a:srgbClr val="4D5A68"/>
                </a:solidFill>
                <a:latin typeface="Consolas"/>
                <a:ea typeface="Consolas"/>
                <a:cs typeface="Consolas"/>
              </a:defRPr>
            </a:lvl3pPr>
            <a:lvl4pPr algn="l">
              <a:defRPr sz="1800" b="1">
                <a:solidFill>
                  <a:srgbClr val="4D5A68"/>
                </a:solidFill>
                <a:latin typeface="Consolas"/>
                <a:ea typeface="Consolas"/>
                <a:cs typeface="Consolas"/>
              </a:defRPr>
            </a:lvl4pPr>
            <a:lvl5pPr algn="l">
              <a:defRPr sz="1800" b="1">
                <a:solidFill>
                  <a:srgbClr val="4D5A68"/>
                </a:solidFill>
                <a:latin typeface="Consolas"/>
                <a:ea typeface="Consolas"/>
                <a:cs typeface="Consolas"/>
              </a:defRPr>
            </a:lvl5pPr>
            <a:lvl6pPr algn="l">
              <a:defRPr sz="1800" b="1">
                <a:solidFill>
                  <a:srgbClr val="4D5A68"/>
                </a:solidFill>
                <a:latin typeface="Consolas"/>
                <a:ea typeface="Consolas"/>
                <a:cs typeface="Consolas"/>
              </a:defRPr>
            </a:lvl6pPr>
            <a:lvl7pPr algn="l">
              <a:defRPr sz="1800" b="1">
                <a:solidFill>
                  <a:srgbClr val="4D5A68"/>
                </a:solidFill>
                <a:latin typeface="Consolas"/>
                <a:ea typeface="Consolas"/>
                <a:cs typeface="Consolas"/>
              </a:defRPr>
            </a:lvl7pPr>
            <a:lvl8pPr algn="l">
              <a:defRPr sz="1800" b="1">
                <a:solidFill>
                  <a:srgbClr val="4D5A68"/>
                </a:solidFill>
                <a:latin typeface="Consolas"/>
                <a:ea typeface="Consolas"/>
                <a:cs typeface="Consolas"/>
              </a:defRPr>
            </a:lvl8pPr>
            <a:lvl9pPr algn="l">
              <a:defRPr sz="1800" b="1">
                <a:solidFill>
                  <a:srgbClr val="4D5A68"/>
                </a:solidFill>
                <a:latin typeface="Consolas"/>
                <a:ea typeface="Consolas"/>
                <a:cs typeface="Consolas"/>
              </a:defRPr>
            </a:lvl9pPr>
          </a:lstStyle>
          <a:p xmlns:a="http://schemas.openxmlformats.org/drawingml/2006/main">
            <a:pPr algn="l">
              <a:defRPr sz="1800" b="1">
                <a:solidFill>
                  <a:srgbClr val="4D5A68"/>
                </a:solidFill>
                <a:latin typeface="Consolas"/>
                <a:ea typeface="Consolas"/>
                <a:cs typeface="Consolas"/>
              </a:defRPr>
            </a:pPr>
            <a:r>
              <a:rPr sz="1800" b="1">
                <a:solidFill>
                  <a:srgbClr val="4D5A68"/>
                </a:solidFill>
                <a:latin typeface="Consolas"/>
                <a:ea typeface="Consolas"/>
                <a:cs typeface="Consolas"/>
              </a:rPr>
              <a:t>03</a:t>
            </a:r>
          </a:p>
        </p:txBody>
      </p:sp>
      <p:sp>
        <p:nvSpPr>
          <p:cNvPr id="21" name="정보 보존">
            <a:extLst xmlns:a="http://schemas.openxmlformats.org/drawingml/2006/main">
              <a:ext uri="{FF2B5EF4-FFF2-40B4-BE49-F238E27FC236}">
                <a16:creationId xmlns:a16="http://schemas.microsoft.com/office/drawing/2014/main" id="{9369724D-DEC6-426A-890E-959C61979DE9}"/>
              </a:ext>
            </a:extLst>
          </p:cNvPr>
          <p:cNvSpPr>
            <a:spLocks xmlns:a="http://schemas.openxmlformats.org/drawingml/2006/main" noGrp="1"/>
          </p:cNvSpPr>
          <p:nvPr/>
        </p:nvSpPr>
        <p:spPr>
          <a:xfrm xmlns:a="http://schemas.openxmlformats.org/drawingml/2006/main">
            <a:off x="6210300" y="2962275"/>
            <a:ext cx="2514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Malgun Gothic"/>
                <a:ea typeface="Malgun Gothic"/>
                <a:cs typeface="Malgun Gothic"/>
              </a:defRPr>
            </a:defPPr>
            <a:lvl1pPr algn="l">
              <a:defRPr sz="2475" b="1">
                <a:solidFill>
                  <a:srgbClr val="17212B"/>
                </a:solidFill>
                <a:latin typeface="Malgun Gothic"/>
                <a:ea typeface="Malgun Gothic"/>
                <a:cs typeface="Malgun Gothic"/>
              </a:defRPr>
            </a:lvl1pPr>
            <a:lvl2pPr algn="l">
              <a:defRPr sz="2475" b="1">
                <a:solidFill>
                  <a:srgbClr val="17212B"/>
                </a:solidFill>
                <a:latin typeface="Malgun Gothic"/>
                <a:ea typeface="Malgun Gothic"/>
                <a:cs typeface="Malgun Gothic"/>
              </a:defRPr>
            </a:lvl2pPr>
            <a:lvl3pPr algn="l">
              <a:defRPr sz="2475" b="1">
                <a:solidFill>
                  <a:srgbClr val="17212B"/>
                </a:solidFill>
                <a:latin typeface="Malgun Gothic"/>
                <a:ea typeface="Malgun Gothic"/>
                <a:cs typeface="Malgun Gothic"/>
              </a:defRPr>
            </a:lvl3pPr>
            <a:lvl4pPr algn="l">
              <a:defRPr sz="2475" b="1">
                <a:solidFill>
                  <a:srgbClr val="17212B"/>
                </a:solidFill>
                <a:latin typeface="Malgun Gothic"/>
                <a:ea typeface="Malgun Gothic"/>
                <a:cs typeface="Malgun Gothic"/>
              </a:defRPr>
            </a:lvl4pPr>
            <a:lvl5pPr algn="l">
              <a:defRPr sz="2475" b="1">
                <a:solidFill>
                  <a:srgbClr val="17212B"/>
                </a:solidFill>
                <a:latin typeface="Malgun Gothic"/>
                <a:ea typeface="Malgun Gothic"/>
                <a:cs typeface="Malgun Gothic"/>
              </a:defRPr>
            </a:lvl5pPr>
            <a:lvl6pPr algn="l">
              <a:defRPr sz="2475" b="1">
                <a:solidFill>
                  <a:srgbClr val="17212B"/>
                </a:solidFill>
                <a:latin typeface="Malgun Gothic"/>
                <a:ea typeface="Malgun Gothic"/>
                <a:cs typeface="Malgun Gothic"/>
              </a:defRPr>
            </a:lvl6pPr>
            <a:lvl7pPr algn="l">
              <a:defRPr sz="2475" b="1">
                <a:solidFill>
                  <a:srgbClr val="17212B"/>
                </a:solidFill>
                <a:latin typeface="Malgun Gothic"/>
                <a:ea typeface="Malgun Gothic"/>
                <a:cs typeface="Malgun Gothic"/>
              </a:defRPr>
            </a:lvl7pPr>
            <a:lvl8pPr algn="l">
              <a:defRPr sz="2475" b="1">
                <a:solidFill>
                  <a:srgbClr val="17212B"/>
                </a:solidFill>
                <a:latin typeface="Malgun Gothic"/>
                <a:ea typeface="Malgun Gothic"/>
                <a:cs typeface="Malgun Gothic"/>
              </a:defRPr>
            </a:lvl8pPr>
            <a:lvl9pPr algn="l">
              <a:defRPr sz="2475" b="1">
                <a:solidFill>
                  <a:srgbClr val="17212B"/>
                </a:solidFill>
                <a:latin typeface="Malgun Gothic"/>
                <a:ea typeface="Malgun Gothic"/>
                <a:cs typeface="Malgun Gothic"/>
              </a:defRPr>
            </a:lvl9pPr>
          </a:lstStyle>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정보 보존</a:t>
            </a:r>
          </a:p>
        </p:txBody>
      </p:sp>
      <p:sp>
        <p:nvSpPr>
          <p:cNvPr id="22" name="">
            <a:extLst xmlns:a="http://schemas.openxmlformats.org/drawingml/2006/main">
              <a:ext uri="{FF2B5EF4-FFF2-40B4-BE49-F238E27FC236}">
                <a16:creationId xmlns:a16="http://schemas.microsoft.com/office/drawing/2014/main" id="{A9A1240B-6D0A-4664-91A9-42DDD4FE38A0}"/>
              </a:ext>
            </a:extLst>
          </p:cNvPr>
          <p:cNvSpPr>
            <a:spLocks xmlns:a="http://schemas.openxmlformats.org/drawingml/2006/main" noGrp="1"/>
          </p:cNvSpPr>
          <p:nvPr/>
        </p:nvSpPr>
        <p:spPr>
          <a:xfrm xmlns:a="http://schemas.openxmlformats.org/drawingml/2006/main">
            <a:off x="6210300" y="3524250"/>
            <a:ext cx="25146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23" name="핵심을 유지하고&#10;문서 위치를 나눔">
            <a:extLst xmlns:a="http://schemas.openxmlformats.org/drawingml/2006/main">
              <a:ext uri="{FF2B5EF4-FFF2-40B4-BE49-F238E27FC236}">
                <a16:creationId xmlns:a16="http://schemas.microsoft.com/office/drawing/2014/main" id="{A7A95142-2B4D-475C-B8DA-01976F0383E3}"/>
              </a:ext>
            </a:extLst>
          </p:cNvPr>
          <p:cNvSpPr>
            <a:spLocks xmlns:a="http://schemas.openxmlformats.org/drawingml/2006/main" noGrp="1"/>
          </p:cNvSpPr>
          <p:nvPr/>
        </p:nvSpPr>
        <p:spPr>
          <a:xfrm xmlns:a="http://schemas.openxmlformats.org/drawingml/2006/main">
            <a:off x="6210300" y="3762375"/>
            <a:ext cx="2514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핵심을 유지하고</a:t>
            </a:r>
          </a:p>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문서 위치를 나눔</a:t>
            </a:r>
          </a:p>
        </p:txBody>
      </p:sp>
      <p:sp>
        <p:nvSpPr>
          <p:cNvPr id="24" name="STATE-02→03">
            <a:extLst xmlns:a="http://schemas.openxmlformats.org/drawingml/2006/main">
              <a:ext uri="{FF2B5EF4-FFF2-40B4-BE49-F238E27FC236}">
                <a16:creationId xmlns:a16="http://schemas.microsoft.com/office/drawing/2014/main" id="{27B0F738-A82F-4FF6-B672-7C2807F852A4}"/>
              </a:ext>
            </a:extLst>
          </p:cNvPr>
          <p:cNvSpPr>
            <a:spLocks xmlns:a="http://schemas.openxmlformats.org/drawingml/2006/main" noGrp="1"/>
          </p:cNvSpPr>
          <p:nvPr/>
        </p:nvSpPr>
        <p:spPr>
          <a:xfrm xmlns:a="http://schemas.openxmlformats.org/drawingml/2006/main">
            <a:off x="6210300" y="4848225"/>
            <a:ext cx="251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Consolas"/>
                <a:ea typeface="Consolas"/>
                <a:cs typeface="Consolas"/>
              </a:defRPr>
            </a:defPPr>
            <a:lvl1pPr algn="l">
              <a:defRPr sz="1725" b="0">
                <a:solidFill>
                  <a:srgbClr val="4D5A68"/>
                </a:solidFill>
                <a:latin typeface="Consolas"/>
                <a:ea typeface="Consolas"/>
                <a:cs typeface="Consolas"/>
              </a:defRPr>
            </a:lvl1pPr>
            <a:lvl2pPr algn="l">
              <a:defRPr sz="1725" b="0">
                <a:solidFill>
                  <a:srgbClr val="4D5A68"/>
                </a:solidFill>
                <a:latin typeface="Consolas"/>
                <a:ea typeface="Consolas"/>
                <a:cs typeface="Consolas"/>
              </a:defRPr>
            </a:lvl2pPr>
            <a:lvl3pPr algn="l">
              <a:defRPr sz="1725" b="0">
                <a:solidFill>
                  <a:srgbClr val="4D5A68"/>
                </a:solidFill>
                <a:latin typeface="Consolas"/>
                <a:ea typeface="Consolas"/>
                <a:cs typeface="Consolas"/>
              </a:defRPr>
            </a:lvl3pPr>
            <a:lvl4pPr algn="l">
              <a:defRPr sz="1725" b="0">
                <a:solidFill>
                  <a:srgbClr val="4D5A68"/>
                </a:solidFill>
                <a:latin typeface="Consolas"/>
                <a:ea typeface="Consolas"/>
                <a:cs typeface="Consolas"/>
              </a:defRPr>
            </a:lvl4pPr>
            <a:lvl5pPr algn="l">
              <a:defRPr sz="1725" b="0">
                <a:solidFill>
                  <a:srgbClr val="4D5A68"/>
                </a:solidFill>
                <a:latin typeface="Consolas"/>
                <a:ea typeface="Consolas"/>
                <a:cs typeface="Consolas"/>
              </a:defRPr>
            </a:lvl5pPr>
            <a:lvl6pPr algn="l">
              <a:defRPr sz="1725" b="0">
                <a:solidFill>
                  <a:srgbClr val="4D5A68"/>
                </a:solidFill>
                <a:latin typeface="Consolas"/>
                <a:ea typeface="Consolas"/>
                <a:cs typeface="Consolas"/>
              </a:defRPr>
            </a:lvl6pPr>
            <a:lvl7pPr algn="l">
              <a:defRPr sz="1725" b="0">
                <a:solidFill>
                  <a:srgbClr val="4D5A68"/>
                </a:solidFill>
                <a:latin typeface="Consolas"/>
                <a:ea typeface="Consolas"/>
                <a:cs typeface="Consolas"/>
              </a:defRPr>
            </a:lvl7pPr>
            <a:lvl8pPr algn="l">
              <a:defRPr sz="1725" b="0">
                <a:solidFill>
                  <a:srgbClr val="4D5A68"/>
                </a:solidFill>
                <a:latin typeface="Consolas"/>
                <a:ea typeface="Consolas"/>
                <a:cs typeface="Consolas"/>
              </a:defRPr>
            </a:lvl8pPr>
            <a:lvl9pPr algn="l">
              <a:defRPr sz="1725" b="0">
                <a:solidFill>
                  <a:srgbClr val="4D5A68"/>
                </a:solidFill>
                <a:latin typeface="Consolas"/>
                <a:ea typeface="Consolas"/>
                <a:cs typeface="Consolas"/>
              </a:defRPr>
            </a:lvl9pPr>
          </a:lstStyle>
          <a:p xmlns:a="http://schemas.openxmlformats.org/drawingml/2006/main">
            <a:pPr algn="l">
              <a:defRPr sz="1725" b="0">
                <a:solidFill>
                  <a:srgbClr val="4D5A68"/>
                </a:solidFill>
                <a:latin typeface="Consolas"/>
                <a:ea typeface="Consolas"/>
                <a:cs typeface="Consolas"/>
              </a:defRPr>
            </a:pPr>
            <a:r>
              <a:rPr sz="1725" b="0">
                <a:solidFill>
                  <a:srgbClr val="4D5A68"/>
                </a:solidFill>
                <a:latin typeface="Consolas"/>
                <a:ea typeface="Consolas"/>
                <a:cs typeface="Consolas"/>
              </a:rPr>
              <a:t>STATE-02→03</a:t>
            </a:r>
          </a:p>
        </p:txBody>
      </p:sp>
      <p:sp>
        <p:nvSpPr>
          <p:cNvPr id="25" name="">
            <a:extLst xmlns:a="http://schemas.openxmlformats.org/drawingml/2006/main">
              <a:ext uri="{FF2B5EF4-FFF2-40B4-BE49-F238E27FC236}">
                <a16:creationId xmlns:a16="http://schemas.microsoft.com/office/drawing/2014/main" id="{D8C66530-DB06-4CF2-96E3-355A0ACE16AF}"/>
              </a:ext>
            </a:extLst>
          </p:cNvPr>
          <p:cNvSpPr>
            <a:spLocks xmlns:a="http://schemas.openxmlformats.org/drawingml/2006/main" noGrp="1"/>
          </p:cNvSpPr>
          <p:nvPr/>
        </p:nvSpPr>
        <p:spPr>
          <a:xfrm xmlns:a="http://schemas.openxmlformats.org/drawingml/2006/main">
            <a:off x="8782050" y="3105150"/>
            <a:ext cx="171450" cy="1333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6" name="04">
            <a:extLst xmlns:a="http://schemas.openxmlformats.org/drawingml/2006/main">
              <a:ext uri="{FF2B5EF4-FFF2-40B4-BE49-F238E27FC236}">
                <a16:creationId xmlns:a16="http://schemas.microsoft.com/office/drawing/2014/main" id="{13171384-EF77-41B5-BD77-D2DEE2517D31}"/>
              </a:ext>
            </a:extLst>
          </p:cNvPr>
          <p:cNvSpPr>
            <a:spLocks xmlns:a="http://schemas.openxmlformats.org/drawingml/2006/main" noGrp="1"/>
          </p:cNvSpPr>
          <p:nvPr/>
        </p:nvSpPr>
        <p:spPr>
          <a:xfrm xmlns:a="http://schemas.openxmlformats.org/drawingml/2006/main">
            <a:off x="9010650" y="2505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Consolas"/>
                <a:ea typeface="Consolas"/>
                <a:cs typeface="Consolas"/>
              </a:defRPr>
            </a:defPPr>
            <a:lvl1pPr algn="l">
              <a:defRPr sz="1800" b="1">
                <a:solidFill>
                  <a:srgbClr val="4D5A68"/>
                </a:solidFill>
                <a:latin typeface="Consolas"/>
                <a:ea typeface="Consolas"/>
                <a:cs typeface="Consolas"/>
              </a:defRPr>
            </a:lvl1pPr>
            <a:lvl2pPr algn="l">
              <a:defRPr sz="1800" b="1">
                <a:solidFill>
                  <a:srgbClr val="4D5A68"/>
                </a:solidFill>
                <a:latin typeface="Consolas"/>
                <a:ea typeface="Consolas"/>
                <a:cs typeface="Consolas"/>
              </a:defRPr>
            </a:lvl2pPr>
            <a:lvl3pPr algn="l">
              <a:defRPr sz="1800" b="1">
                <a:solidFill>
                  <a:srgbClr val="4D5A68"/>
                </a:solidFill>
                <a:latin typeface="Consolas"/>
                <a:ea typeface="Consolas"/>
                <a:cs typeface="Consolas"/>
              </a:defRPr>
            </a:lvl3pPr>
            <a:lvl4pPr algn="l">
              <a:defRPr sz="1800" b="1">
                <a:solidFill>
                  <a:srgbClr val="4D5A68"/>
                </a:solidFill>
                <a:latin typeface="Consolas"/>
                <a:ea typeface="Consolas"/>
                <a:cs typeface="Consolas"/>
              </a:defRPr>
            </a:lvl4pPr>
            <a:lvl5pPr algn="l">
              <a:defRPr sz="1800" b="1">
                <a:solidFill>
                  <a:srgbClr val="4D5A68"/>
                </a:solidFill>
                <a:latin typeface="Consolas"/>
                <a:ea typeface="Consolas"/>
                <a:cs typeface="Consolas"/>
              </a:defRPr>
            </a:lvl5pPr>
            <a:lvl6pPr algn="l">
              <a:defRPr sz="1800" b="1">
                <a:solidFill>
                  <a:srgbClr val="4D5A68"/>
                </a:solidFill>
                <a:latin typeface="Consolas"/>
                <a:ea typeface="Consolas"/>
                <a:cs typeface="Consolas"/>
              </a:defRPr>
            </a:lvl6pPr>
            <a:lvl7pPr algn="l">
              <a:defRPr sz="1800" b="1">
                <a:solidFill>
                  <a:srgbClr val="4D5A68"/>
                </a:solidFill>
                <a:latin typeface="Consolas"/>
                <a:ea typeface="Consolas"/>
                <a:cs typeface="Consolas"/>
              </a:defRPr>
            </a:lvl7pPr>
            <a:lvl8pPr algn="l">
              <a:defRPr sz="1800" b="1">
                <a:solidFill>
                  <a:srgbClr val="4D5A68"/>
                </a:solidFill>
                <a:latin typeface="Consolas"/>
                <a:ea typeface="Consolas"/>
                <a:cs typeface="Consolas"/>
              </a:defRPr>
            </a:lvl8pPr>
            <a:lvl9pPr algn="l">
              <a:defRPr sz="1800" b="1">
                <a:solidFill>
                  <a:srgbClr val="4D5A68"/>
                </a:solidFill>
                <a:latin typeface="Consolas"/>
                <a:ea typeface="Consolas"/>
                <a:cs typeface="Consolas"/>
              </a:defRPr>
            </a:lvl9pPr>
          </a:lstStyle>
          <a:p xmlns:a="http://schemas.openxmlformats.org/drawingml/2006/main">
            <a:pPr algn="l">
              <a:defRPr sz="1800" b="1">
                <a:solidFill>
                  <a:srgbClr val="4D5A68"/>
                </a:solidFill>
                <a:latin typeface="Consolas"/>
                <a:ea typeface="Consolas"/>
                <a:cs typeface="Consolas"/>
              </a:defRPr>
            </a:pPr>
            <a:r>
              <a:rPr sz="1800" b="1">
                <a:solidFill>
                  <a:srgbClr val="4D5A68"/>
                </a:solidFill>
                <a:latin typeface="Consolas"/>
                <a:ea typeface="Consolas"/>
                <a:cs typeface="Consolas"/>
              </a:rPr>
              <a:t>04</a:t>
            </a:r>
          </a:p>
        </p:txBody>
      </p:sp>
      <p:sp>
        <p:nvSpPr>
          <p:cNvPr id="27" name="접근 관찰">
            <a:extLst xmlns:a="http://schemas.openxmlformats.org/drawingml/2006/main">
              <a:ext uri="{FF2B5EF4-FFF2-40B4-BE49-F238E27FC236}">
                <a16:creationId xmlns:a16="http://schemas.microsoft.com/office/drawing/2014/main" id="{38884FA7-83BB-4F63-A3AB-99380E6B0D8C}"/>
              </a:ext>
            </a:extLst>
          </p:cNvPr>
          <p:cNvSpPr>
            <a:spLocks xmlns:a="http://schemas.openxmlformats.org/drawingml/2006/main" noGrp="1"/>
          </p:cNvSpPr>
          <p:nvPr/>
        </p:nvSpPr>
        <p:spPr>
          <a:xfrm xmlns:a="http://schemas.openxmlformats.org/drawingml/2006/main">
            <a:off x="9010650" y="2962275"/>
            <a:ext cx="2514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Malgun Gothic"/>
                <a:ea typeface="Malgun Gothic"/>
                <a:cs typeface="Malgun Gothic"/>
              </a:defRPr>
            </a:defPPr>
            <a:lvl1pPr algn="l">
              <a:defRPr sz="2475" b="1">
                <a:solidFill>
                  <a:srgbClr val="17212B"/>
                </a:solidFill>
                <a:latin typeface="Malgun Gothic"/>
                <a:ea typeface="Malgun Gothic"/>
                <a:cs typeface="Malgun Gothic"/>
              </a:defRPr>
            </a:lvl1pPr>
            <a:lvl2pPr algn="l">
              <a:defRPr sz="2475" b="1">
                <a:solidFill>
                  <a:srgbClr val="17212B"/>
                </a:solidFill>
                <a:latin typeface="Malgun Gothic"/>
                <a:ea typeface="Malgun Gothic"/>
                <a:cs typeface="Malgun Gothic"/>
              </a:defRPr>
            </a:lvl2pPr>
            <a:lvl3pPr algn="l">
              <a:defRPr sz="2475" b="1">
                <a:solidFill>
                  <a:srgbClr val="17212B"/>
                </a:solidFill>
                <a:latin typeface="Malgun Gothic"/>
                <a:ea typeface="Malgun Gothic"/>
                <a:cs typeface="Malgun Gothic"/>
              </a:defRPr>
            </a:lvl3pPr>
            <a:lvl4pPr algn="l">
              <a:defRPr sz="2475" b="1">
                <a:solidFill>
                  <a:srgbClr val="17212B"/>
                </a:solidFill>
                <a:latin typeface="Malgun Gothic"/>
                <a:ea typeface="Malgun Gothic"/>
                <a:cs typeface="Malgun Gothic"/>
              </a:defRPr>
            </a:lvl4pPr>
            <a:lvl5pPr algn="l">
              <a:defRPr sz="2475" b="1">
                <a:solidFill>
                  <a:srgbClr val="17212B"/>
                </a:solidFill>
                <a:latin typeface="Malgun Gothic"/>
                <a:ea typeface="Malgun Gothic"/>
                <a:cs typeface="Malgun Gothic"/>
              </a:defRPr>
            </a:lvl5pPr>
            <a:lvl6pPr algn="l">
              <a:defRPr sz="2475" b="1">
                <a:solidFill>
                  <a:srgbClr val="17212B"/>
                </a:solidFill>
                <a:latin typeface="Malgun Gothic"/>
                <a:ea typeface="Malgun Gothic"/>
                <a:cs typeface="Malgun Gothic"/>
              </a:defRPr>
            </a:lvl6pPr>
            <a:lvl7pPr algn="l">
              <a:defRPr sz="2475" b="1">
                <a:solidFill>
                  <a:srgbClr val="17212B"/>
                </a:solidFill>
                <a:latin typeface="Malgun Gothic"/>
                <a:ea typeface="Malgun Gothic"/>
                <a:cs typeface="Malgun Gothic"/>
              </a:defRPr>
            </a:lvl7pPr>
            <a:lvl8pPr algn="l">
              <a:defRPr sz="2475" b="1">
                <a:solidFill>
                  <a:srgbClr val="17212B"/>
                </a:solidFill>
                <a:latin typeface="Malgun Gothic"/>
                <a:ea typeface="Malgun Gothic"/>
                <a:cs typeface="Malgun Gothic"/>
              </a:defRPr>
            </a:lvl8pPr>
            <a:lvl9pPr algn="l">
              <a:defRPr sz="2475" b="1">
                <a:solidFill>
                  <a:srgbClr val="17212B"/>
                </a:solidFill>
                <a:latin typeface="Malgun Gothic"/>
                <a:ea typeface="Malgun Gothic"/>
                <a:cs typeface="Malgun Gothic"/>
              </a:defRPr>
            </a:lvl9pPr>
          </a:lstStyle>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접근 관찰</a:t>
            </a:r>
          </a:p>
        </p:txBody>
      </p:sp>
      <p:sp>
        <p:nvSpPr>
          <p:cNvPr id="28" name="">
            <a:extLst xmlns:a="http://schemas.openxmlformats.org/drawingml/2006/main">
              <a:ext uri="{FF2B5EF4-FFF2-40B4-BE49-F238E27FC236}">
                <a16:creationId xmlns:a16="http://schemas.microsoft.com/office/drawing/2014/main" id="{DE318FAD-DFB2-4A8A-B105-3BAFC46DE5F0}"/>
              </a:ext>
            </a:extLst>
          </p:cNvPr>
          <p:cNvSpPr>
            <a:spLocks xmlns:a="http://schemas.openxmlformats.org/drawingml/2006/main" noGrp="1"/>
          </p:cNvSpPr>
          <p:nvPr/>
        </p:nvSpPr>
        <p:spPr>
          <a:xfrm xmlns:a="http://schemas.openxmlformats.org/drawingml/2006/main">
            <a:off x="9010650" y="3524250"/>
            <a:ext cx="25146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29" name="두 Task에서&#10;상세 접근이 달랐음">
            <a:extLst xmlns:a="http://schemas.openxmlformats.org/drawingml/2006/main">
              <a:ext uri="{FF2B5EF4-FFF2-40B4-BE49-F238E27FC236}">
                <a16:creationId xmlns:a16="http://schemas.microsoft.com/office/drawing/2014/main" id="{2C6DDF17-636B-4F9D-9763-8373BD804DE2}"/>
              </a:ext>
            </a:extLst>
          </p:cNvPr>
          <p:cNvSpPr>
            <a:spLocks xmlns:a="http://schemas.openxmlformats.org/drawingml/2006/main" noGrp="1"/>
          </p:cNvSpPr>
          <p:nvPr/>
        </p:nvSpPr>
        <p:spPr>
          <a:xfrm xmlns:a="http://schemas.openxmlformats.org/drawingml/2006/main">
            <a:off x="9010650" y="3762375"/>
            <a:ext cx="2514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두 Task에서</a:t>
            </a:r>
          </a:p>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상세 접근이 달랐음</a:t>
            </a:r>
          </a:p>
        </p:txBody>
      </p:sp>
      <p:sp>
        <p:nvSpPr>
          <p:cNvPr id="30" name="TRIAL-005A/B">
            <a:extLst xmlns:a="http://schemas.openxmlformats.org/drawingml/2006/main">
              <a:ext uri="{FF2B5EF4-FFF2-40B4-BE49-F238E27FC236}">
                <a16:creationId xmlns:a16="http://schemas.microsoft.com/office/drawing/2014/main" id="{735BDA1D-2249-4398-BDB2-CD768CA24A9A}"/>
              </a:ext>
            </a:extLst>
          </p:cNvPr>
          <p:cNvSpPr>
            <a:spLocks xmlns:a="http://schemas.openxmlformats.org/drawingml/2006/main" noGrp="1"/>
          </p:cNvSpPr>
          <p:nvPr/>
        </p:nvSpPr>
        <p:spPr>
          <a:xfrm xmlns:a="http://schemas.openxmlformats.org/drawingml/2006/main">
            <a:off x="9010650" y="4848225"/>
            <a:ext cx="251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Consolas"/>
                <a:ea typeface="Consolas"/>
                <a:cs typeface="Consolas"/>
              </a:defRPr>
            </a:defPPr>
            <a:lvl1pPr algn="l">
              <a:defRPr sz="1725" b="0">
                <a:solidFill>
                  <a:srgbClr val="4D5A68"/>
                </a:solidFill>
                <a:latin typeface="Consolas"/>
                <a:ea typeface="Consolas"/>
                <a:cs typeface="Consolas"/>
              </a:defRPr>
            </a:lvl1pPr>
            <a:lvl2pPr algn="l">
              <a:defRPr sz="1725" b="0">
                <a:solidFill>
                  <a:srgbClr val="4D5A68"/>
                </a:solidFill>
                <a:latin typeface="Consolas"/>
                <a:ea typeface="Consolas"/>
                <a:cs typeface="Consolas"/>
              </a:defRPr>
            </a:lvl2pPr>
            <a:lvl3pPr algn="l">
              <a:defRPr sz="1725" b="0">
                <a:solidFill>
                  <a:srgbClr val="4D5A68"/>
                </a:solidFill>
                <a:latin typeface="Consolas"/>
                <a:ea typeface="Consolas"/>
                <a:cs typeface="Consolas"/>
              </a:defRPr>
            </a:lvl3pPr>
            <a:lvl4pPr algn="l">
              <a:defRPr sz="1725" b="0">
                <a:solidFill>
                  <a:srgbClr val="4D5A68"/>
                </a:solidFill>
                <a:latin typeface="Consolas"/>
                <a:ea typeface="Consolas"/>
                <a:cs typeface="Consolas"/>
              </a:defRPr>
            </a:lvl4pPr>
            <a:lvl5pPr algn="l">
              <a:defRPr sz="1725" b="0">
                <a:solidFill>
                  <a:srgbClr val="4D5A68"/>
                </a:solidFill>
                <a:latin typeface="Consolas"/>
                <a:ea typeface="Consolas"/>
                <a:cs typeface="Consolas"/>
              </a:defRPr>
            </a:lvl5pPr>
            <a:lvl6pPr algn="l">
              <a:defRPr sz="1725" b="0">
                <a:solidFill>
                  <a:srgbClr val="4D5A68"/>
                </a:solidFill>
                <a:latin typeface="Consolas"/>
                <a:ea typeface="Consolas"/>
                <a:cs typeface="Consolas"/>
              </a:defRPr>
            </a:lvl6pPr>
            <a:lvl7pPr algn="l">
              <a:defRPr sz="1725" b="0">
                <a:solidFill>
                  <a:srgbClr val="4D5A68"/>
                </a:solidFill>
                <a:latin typeface="Consolas"/>
                <a:ea typeface="Consolas"/>
                <a:cs typeface="Consolas"/>
              </a:defRPr>
            </a:lvl7pPr>
            <a:lvl8pPr algn="l">
              <a:defRPr sz="1725" b="0">
                <a:solidFill>
                  <a:srgbClr val="4D5A68"/>
                </a:solidFill>
                <a:latin typeface="Consolas"/>
                <a:ea typeface="Consolas"/>
                <a:cs typeface="Consolas"/>
              </a:defRPr>
            </a:lvl8pPr>
            <a:lvl9pPr algn="l">
              <a:defRPr sz="1725" b="0">
                <a:solidFill>
                  <a:srgbClr val="4D5A68"/>
                </a:solidFill>
                <a:latin typeface="Consolas"/>
                <a:ea typeface="Consolas"/>
                <a:cs typeface="Consolas"/>
              </a:defRPr>
            </a:lvl9pPr>
          </a:lstStyle>
          <a:p xmlns:a="http://schemas.openxmlformats.org/drawingml/2006/main">
            <a:pPr algn="l">
              <a:defRPr sz="1725" b="0">
                <a:solidFill>
                  <a:srgbClr val="4D5A68"/>
                </a:solidFill>
                <a:latin typeface="Consolas"/>
                <a:ea typeface="Consolas"/>
                <a:cs typeface="Consolas"/>
              </a:defRPr>
            </a:pPr>
            <a:r>
              <a:rPr sz="1725" b="0">
                <a:solidFill>
                  <a:srgbClr val="4D5A68"/>
                </a:solidFill>
                <a:latin typeface="Consolas"/>
                <a:ea typeface="Consolas"/>
                <a:cs typeface="Consolas"/>
              </a:rPr>
              <a:t>TRIAL-005A/B</a:t>
            </a:r>
          </a:p>
        </p:txBody>
      </p:sp>
      <p:sp>
        <p:nvSpPr>
          <p:cNvPr id="31" name="우리 팀에서 먼저 정리할 공통 안내나 상세 정보 한 가지는?">
            <a:extLst xmlns:a="http://schemas.openxmlformats.org/drawingml/2006/main">
              <a:ext uri="{FF2B5EF4-FFF2-40B4-BE49-F238E27FC236}">
                <a16:creationId xmlns:a16="http://schemas.microsoft.com/office/drawing/2014/main" id="{E4D45AF1-EBDC-43FA-921A-5438926C983D}"/>
              </a:ext>
            </a:extLst>
          </p:cNvPr>
          <p:cNvSpPr>
            <a:spLocks xmlns:a="http://schemas.openxmlformats.org/drawingml/2006/main" noGrp="1"/>
          </p:cNvSpPr>
          <p:nvPr/>
        </p:nvSpPr>
        <p:spPr>
          <a:xfrm xmlns:a="http://schemas.openxmlformats.org/drawingml/2006/main">
            <a:off x="609600" y="53625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우리 팀에서 먼저 정리할 공통 안내나 상세 정보 한 가지는?</a:t>
            </a:r>
          </a:p>
        </p:txBody>
      </p:sp>
      <p:sp>
        <p:nvSpPr>
          <p:cNvPr id="32" name="Legacy module connection">
            <a:extLst xmlns:a="http://schemas.openxmlformats.org/drawingml/2006/main">
              <a:ext uri="{FF2B5EF4-FFF2-40B4-BE49-F238E27FC236}">
                <a16:creationId xmlns:a16="http://schemas.microsoft.com/office/drawing/2014/main" id="{8B9545D4-6D20-4C28-AD44-BA08F742AE20}"/>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M8</a:t>
            </a:r>
          </a:p>
        </p:txBody>
      </p:sp>
    </p:spTree>
    <p:extLst>
      <p:ext uri="{BB962C8B-B14F-4D97-AF65-F5344CB8AC3E}">
        <p14:creationId xmlns:p14="http://schemas.microsoft.com/office/powerpoint/2010/main" val="172279178"/>
      </p:ext>
    </p:extLst>
  </p:cSld>
</p:sld>
</file>

<file path=ppt/slides/slide4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3" name="ACT 2 · 남은 질문에서 Harness로">
            <a:extLst xmlns:a="http://schemas.openxmlformats.org/drawingml/2006/main">
              <a:ext uri="{FF2B5EF4-FFF2-40B4-BE49-F238E27FC236}">
                <a16:creationId xmlns:a16="http://schemas.microsoft.com/office/drawing/2014/main" id="{E1FD631E-7BA8-4916-90AA-BDEBA7F244B8}"/>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남은 질문에서 Harness로</a:t>
            </a:r>
          </a:p>
        </p:txBody>
      </p:sp>
      <p:sp>
        <p:nvSpPr>
          <p:cNvPr id="2" name="S49">
            <a:extLst xmlns:a="http://schemas.openxmlformats.org/drawingml/2006/main">
              <a:ext uri="{FF2B5EF4-FFF2-40B4-BE49-F238E27FC236}">
                <a16:creationId xmlns:a16="http://schemas.microsoft.com/office/drawing/2014/main" id="{84FCD628-D267-4026-9813-6B4322FB1D7D}"/>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S49</a:t>
            </a:r>
          </a:p>
        </p:txBody>
      </p:sp>
      <p:sp>
        <p:nvSpPr>
          <p:cNvPr id="3" name="지식은 정리됐지만 절차는 반복된다">
            <a:extLst xmlns:a="http://schemas.openxmlformats.org/drawingml/2006/main">
              <a:ext uri="{FF2B5EF4-FFF2-40B4-BE49-F238E27FC236}">
                <a16:creationId xmlns:a16="http://schemas.microsoft.com/office/drawing/2014/main" id="{DA910E8A-972A-491E-846E-4EFC44096B59}"/>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지식은 정리됐지만 절차는 반복된다</a:t>
            </a:r>
          </a:p>
        </p:txBody>
      </p:sp>
      <p:sp>
        <p:nvSpPr>
          <p:cNvPr id="4" name="">
            <a:extLst xmlns:a="http://schemas.openxmlformats.org/drawingml/2006/main">
              <a:ext uri="{FF2B5EF4-FFF2-40B4-BE49-F238E27FC236}">
                <a16:creationId xmlns:a16="http://schemas.microsoft.com/office/drawing/2014/main" id="{B86169A5-59F1-4C3D-8D70-C34F9CDC71E0}"/>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요청 재구성 · 다음 ACT에서 TRIAL-006/007의 실제 기록을 비교">
            <a:extLst xmlns:a="http://schemas.openxmlformats.org/drawingml/2006/main">
              <a:ext uri="{FF2B5EF4-FFF2-40B4-BE49-F238E27FC236}">
                <a16:creationId xmlns:a16="http://schemas.microsoft.com/office/drawing/2014/main" id="{BD9E4F4C-18CF-4842-84B5-1A2150EBA7F5}"/>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요청 재구성 · 다음 ACT에서 TRIAL-006/007의 실제 기록을 비교</a:t>
            </a:r>
          </a:p>
        </p:txBody>
      </p:sp>
      <p:sp>
        <p:nvSpPr>
          <p:cNvPr id="6" name="Context 선택 완전 해결 미입증 · 다음 예시도 Prompt 단독 효과로 귀속하지 않음">
            <a:extLst xmlns:a="http://schemas.openxmlformats.org/drawingml/2006/main">
              <a:ext uri="{FF2B5EF4-FFF2-40B4-BE49-F238E27FC236}">
                <a16:creationId xmlns:a16="http://schemas.microsoft.com/office/drawing/2014/main" id="{E94657B9-ED5D-4970-9CF2-E63E01695552}"/>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Context 선택 완전 해결 미입증 · 다음 예시도 Prompt 단독 효과로 귀속하지 않음</a:t>
            </a:r>
          </a:p>
        </p:txBody>
      </p:sp>
      <p:sp>
        <p:nvSpPr>
          <p:cNvPr id="7" name="필요한 정보의 위치와, 일을 수행하는 방법은 다른 질문">
            <a:extLst xmlns:a="http://schemas.openxmlformats.org/drawingml/2006/main">
              <a:ext uri="{FF2B5EF4-FFF2-40B4-BE49-F238E27FC236}">
                <a16:creationId xmlns:a16="http://schemas.microsoft.com/office/drawing/2014/main" id="{60AE950E-79DE-4402-ACEC-C5DB27CD3945}"/>
              </a:ext>
            </a:extLst>
          </p:cNvPr>
          <p:cNvSpPr>
            <a:spLocks xmlns:a="http://schemas.openxmlformats.org/drawingml/2006/main" noGrp="1"/>
          </p:cNvSpPr>
          <p:nvPr/>
        </p:nvSpPr>
        <p:spPr>
          <a:xfrm xmlns:a="http://schemas.openxmlformats.org/drawingml/2006/main">
            <a:off x="609600" y="17240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필요한 정보의 위치와, 일을 수행하는 방법은 다른 질문</a:t>
            </a:r>
          </a:p>
        </p:txBody>
      </p:sp>
      <p:sp>
        <p:nvSpPr>
          <p:cNvPr id="8" name="정리한 것">
            <a:extLst xmlns:a="http://schemas.openxmlformats.org/drawingml/2006/main">
              <a:ext uri="{FF2B5EF4-FFF2-40B4-BE49-F238E27FC236}">
                <a16:creationId xmlns:a16="http://schemas.microsoft.com/office/drawing/2014/main" id="{80929534-C642-4CC2-B8B4-50FC54BFBA3B}"/>
              </a:ext>
            </a:extLst>
          </p:cNvPr>
          <p:cNvSpPr>
            <a:spLocks xmlns:a="http://schemas.openxmlformats.org/drawingml/2006/main" noGrp="1"/>
          </p:cNvSpPr>
          <p:nvPr/>
        </p:nvSpPr>
        <p:spPr>
          <a:xfrm xmlns:a="http://schemas.openxmlformats.org/drawingml/2006/main">
            <a:off x="609600" y="2381250"/>
            <a:ext cx="432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정리한 것</a:t>
            </a:r>
          </a:p>
        </p:txBody>
      </p:sp>
      <p:sp>
        <p:nvSpPr>
          <p:cNvPr id="9" name="">
            <a:extLst xmlns:a="http://schemas.openxmlformats.org/drawingml/2006/main">
              <a:ext uri="{FF2B5EF4-FFF2-40B4-BE49-F238E27FC236}">
                <a16:creationId xmlns:a16="http://schemas.microsoft.com/office/drawing/2014/main" id="{9A826CAB-A498-4258-9F4A-30B1AB8ED862}"/>
              </a:ext>
            </a:extLst>
          </p:cNvPr>
          <p:cNvSpPr>
            <a:spLocks xmlns:a="http://schemas.openxmlformats.org/drawingml/2006/main" noGrp="1"/>
          </p:cNvSpPr>
          <p:nvPr/>
        </p:nvSpPr>
        <p:spPr>
          <a:xfrm xmlns:a="http://schemas.openxmlformats.org/drawingml/2006/main">
            <a:off x="609600" y="2933700"/>
            <a:ext cx="4324350" cy="175260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10" name="AGENTS.md">
            <a:extLst xmlns:a="http://schemas.openxmlformats.org/drawingml/2006/main">
              <a:ext uri="{FF2B5EF4-FFF2-40B4-BE49-F238E27FC236}">
                <a16:creationId xmlns:a16="http://schemas.microsoft.com/office/drawing/2014/main" id="{2E219B96-CEE0-498A-A705-2EE6E7FE4DFF}"/>
              </a:ext>
            </a:extLst>
          </p:cNvPr>
          <p:cNvSpPr>
            <a:spLocks xmlns:a="http://schemas.openxmlformats.org/drawingml/2006/main" noGrp="1"/>
          </p:cNvSpPr>
          <p:nvPr/>
        </p:nvSpPr>
        <p:spPr>
          <a:xfrm xmlns:a="http://schemas.openxmlformats.org/drawingml/2006/main">
            <a:off x="838200" y="3105150"/>
            <a:ext cx="3867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Consolas"/>
                <a:ea typeface="Consolas"/>
                <a:cs typeface="Consolas"/>
              </a:defRPr>
            </a:defPPr>
            <a:lvl1pPr algn="l">
              <a:defRPr sz="2325" b="1">
                <a:solidFill>
                  <a:srgbClr val="17212B"/>
                </a:solidFill>
                <a:latin typeface="Consolas"/>
                <a:ea typeface="Consolas"/>
                <a:cs typeface="Consolas"/>
              </a:defRPr>
            </a:lvl1pPr>
            <a:lvl2pPr algn="l">
              <a:defRPr sz="2325" b="1">
                <a:solidFill>
                  <a:srgbClr val="17212B"/>
                </a:solidFill>
                <a:latin typeface="Consolas"/>
                <a:ea typeface="Consolas"/>
                <a:cs typeface="Consolas"/>
              </a:defRPr>
            </a:lvl2pPr>
            <a:lvl3pPr algn="l">
              <a:defRPr sz="2325" b="1">
                <a:solidFill>
                  <a:srgbClr val="17212B"/>
                </a:solidFill>
                <a:latin typeface="Consolas"/>
                <a:ea typeface="Consolas"/>
                <a:cs typeface="Consolas"/>
              </a:defRPr>
            </a:lvl3pPr>
            <a:lvl4pPr algn="l">
              <a:defRPr sz="2325" b="1">
                <a:solidFill>
                  <a:srgbClr val="17212B"/>
                </a:solidFill>
                <a:latin typeface="Consolas"/>
                <a:ea typeface="Consolas"/>
                <a:cs typeface="Consolas"/>
              </a:defRPr>
            </a:lvl4pPr>
            <a:lvl5pPr algn="l">
              <a:defRPr sz="2325" b="1">
                <a:solidFill>
                  <a:srgbClr val="17212B"/>
                </a:solidFill>
                <a:latin typeface="Consolas"/>
                <a:ea typeface="Consolas"/>
                <a:cs typeface="Consolas"/>
              </a:defRPr>
            </a:lvl5pPr>
            <a:lvl6pPr algn="l">
              <a:defRPr sz="2325" b="1">
                <a:solidFill>
                  <a:srgbClr val="17212B"/>
                </a:solidFill>
                <a:latin typeface="Consolas"/>
                <a:ea typeface="Consolas"/>
                <a:cs typeface="Consolas"/>
              </a:defRPr>
            </a:lvl6pPr>
            <a:lvl7pPr algn="l">
              <a:defRPr sz="2325" b="1">
                <a:solidFill>
                  <a:srgbClr val="17212B"/>
                </a:solidFill>
                <a:latin typeface="Consolas"/>
                <a:ea typeface="Consolas"/>
                <a:cs typeface="Consolas"/>
              </a:defRPr>
            </a:lvl7pPr>
            <a:lvl8pPr algn="l">
              <a:defRPr sz="2325" b="1">
                <a:solidFill>
                  <a:srgbClr val="17212B"/>
                </a:solidFill>
                <a:latin typeface="Consolas"/>
                <a:ea typeface="Consolas"/>
                <a:cs typeface="Consolas"/>
              </a:defRPr>
            </a:lvl8pPr>
            <a:lvl9pPr algn="l">
              <a:defRPr sz="2325" b="1">
                <a:solidFill>
                  <a:srgbClr val="17212B"/>
                </a:solidFill>
                <a:latin typeface="Consolas"/>
                <a:ea typeface="Consolas"/>
                <a:cs typeface="Consolas"/>
              </a:defRPr>
            </a:lvl9pPr>
          </a:lstStyle>
          <a:p xmlns:a="http://schemas.openxmlformats.org/drawingml/2006/main">
            <a:pPr algn="l">
              <a:defRPr sz="2325" b="1">
                <a:solidFill>
                  <a:srgbClr val="17212B"/>
                </a:solidFill>
                <a:latin typeface="Consolas"/>
                <a:ea typeface="Consolas"/>
                <a:cs typeface="Consolas"/>
              </a:defRPr>
            </a:pPr>
            <a:r>
              <a:rPr sz="2325" b="1">
                <a:solidFill>
                  <a:srgbClr val="17212B"/>
                </a:solidFill>
                <a:latin typeface="Consolas"/>
                <a:ea typeface="Consolas"/>
                <a:cs typeface="Consolas"/>
              </a:rPr>
              <a:t>AGENTS.md</a:t>
            </a:r>
          </a:p>
        </p:txBody>
      </p:sp>
      <p:sp>
        <p:nvSpPr>
          <p:cNvPr id="11" name="기본 안내 · 상세의 위치">
            <a:extLst xmlns:a="http://schemas.openxmlformats.org/drawingml/2006/main">
              <a:ext uri="{FF2B5EF4-FFF2-40B4-BE49-F238E27FC236}">
                <a16:creationId xmlns:a16="http://schemas.microsoft.com/office/drawing/2014/main" id="{FD261FE5-9A05-4E6A-BF8F-D478838CBAB0}"/>
              </a:ext>
            </a:extLst>
          </p:cNvPr>
          <p:cNvSpPr>
            <a:spLocks xmlns:a="http://schemas.openxmlformats.org/drawingml/2006/main" noGrp="1"/>
          </p:cNvSpPr>
          <p:nvPr/>
        </p:nvSpPr>
        <p:spPr>
          <a:xfrm xmlns:a="http://schemas.openxmlformats.org/drawingml/2006/main">
            <a:off x="838200" y="3571875"/>
            <a:ext cx="3867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4D5A68"/>
                </a:solidFill>
                <a:latin typeface="Malgun Gothic"/>
                <a:ea typeface="Malgun Gothic"/>
                <a:cs typeface="Malgun Gothic"/>
              </a:defRPr>
            </a:defPPr>
            <a:lvl1pPr algn="l">
              <a:defRPr sz="2025" b="0">
                <a:solidFill>
                  <a:srgbClr val="4D5A68"/>
                </a:solidFill>
                <a:latin typeface="Malgun Gothic"/>
                <a:ea typeface="Malgun Gothic"/>
                <a:cs typeface="Malgun Gothic"/>
              </a:defRPr>
            </a:lvl1pPr>
            <a:lvl2pPr algn="l">
              <a:defRPr sz="2025" b="0">
                <a:solidFill>
                  <a:srgbClr val="4D5A68"/>
                </a:solidFill>
                <a:latin typeface="Malgun Gothic"/>
                <a:ea typeface="Malgun Gothic"/>
                <a:cs typeface="Malgun Gothic"/>
              </a:defRPr>
            </a:lvl2pPr>
            <a:lvl3pPr algn="l">
              <a:defRPr sz="2025" b="0">
                <a:solidFill>
                  <a:srgbClr val="4D5A68"/>
                </a:solidFill>
                <a:latin typeface="Malgun Gothic"/>
                <a:ea typeface="Malgun Gothic"/>
                <a:cs typeface="Malgun Gothic"/>
              </a:defRPr>
            </a:lvl3pPr>
            <a:lvl4pPr algn="l">
              <a:defRPr sz="2025" b="0">
                <a:solidFill>
                  <a:srgbClr val="4D5A68"/>
                </a:solidFill>
                <a:latin typeface="Malgun Gothic"/>
                <a:ea typeface="Malgun Gothic"/>
                <a:cs typeface="Malgun Gothic"/>
              </a:defRPr>
            </a:lvl4pPr>
            <a:lvl5pPr algn="l">
              <a:defRPr sz="2025" b="0">
                <a:solidFill>
                  <a:srgbClr val="4D5A68"/>
                </a:solidFill>
                <a:latin typeface="Malgun Gothic"/>
                <a:ea typeface="Malgun Gothic"/>
                <a:cs typeface="Malgun Gothic"/>
              </a:defRPr>
            </a:lvl5pPr>
            <a:lvl6pPr algn="l">
              <a:defRPr sz="2025" b="0">
                <a:solidFill>
                  <a:srgbClr val="4D5A68"/>
                </a:solidFill>
                <a:latin typeface="Malgun Gothic"/>
                <a:ea typeface="Malgun Gothic"/>
                <a:cs typeface="Malgun Gothic"/>
              </a:defRPr>
            </a:lvl6pPr>
            <a:lvl7pPr algn="l">
              <a:defRPr sz="2025" b="0">
                <a:solidFill>
                  <a:srgbClr val="4D5A68"/>
                </a:solidFill>
                <a:latin typeface="Malgun Gothic"/>
                <a:ea typeface="Malgun Gothic"/>
                <a:cs typeface="Malgun Gothic"/>
              </a:defRPr>
            </a:lvl7pPr>
            <a:lvl8pPr algn="l">
              <a:defRPr sz="2025" b="0">
                <a:solidFill>
                  <a:srgbClr val="4D5A68"/>
                </a:solidFill>
                <a:latin typeface="Malgun Gothic"/>
                <a:ea typeface="Malgun Gothic"/>
                <a:cs typeface="Malgun Gothic"/>
              </a:defRPr>
            </a:lvl8pPr>
            <a:lvl9pPr algn="l">
              <a:defRPr sz="2025" b="0">
                <a:solidFill>
                  <a:srgbClr val="4D5A68"/>
                </a:solidFill>
                <a:latin typeface="Malgun Gothic"/>
                <a:ea typeface="Malgun Gothic"/>
                <a:cs typeface="Malgun Gothic"/>
              </a:defRPr>
            </a:lvl9pPr>
          </a:lstStyle>
          <a:p xmlns:a="http://schemas.openxmlformats.org/drawingml/2006/main">
            <a:pPr algn="l">
              <a:defRPr sz="2025" b="0">
                <a:solidFill>
                  <a:srgbClr val="4D5A68"/>
                </a:solidFill>
                <a:latin typeface="Malgun Gothic"/>
                <a:ea typeface="Malgun Gothic"/>
                <a:cs typeface="Malgun Gothic"/>
              </a:defRPr>
            </a:pPr>
            <a:r>
              <a:rPr sz="2025" b="0">
                <a:solidFill>
                  <a:srgbClr val="4D5A68"/>
                </a:solidFill>
                <a:latin typeface="Malgun Gothic"/>
                <a:ea typeface="Malgun Gothic"/>
                <a:cs typeface="Malgun Gothic"/>
              </a:rPr>
              <a:t>기본 안내 · 상세의 위치</a:t>
            </a:r>
          </a:p>
        </p:txBody>
      </p:sp>
      <p:sp>
        <p:nvSpPr>
          <p:cNvPr id="12" name="">
            <a:extLst xmlns:a="http://schemas.openxmlformats.org/drawingml/2006/main">
              <a:ext uri="{FF2B5EF4-FFF2-40B4-BE49-F238E27FC236}">
                <a16:creationId xmlns:a16="http://schemas.microsoft.com/office/drawing/2014/main" id="{218D0586-0BEB-4537-8368-ADD149FDACB9}"/>
              </a:ext>
            </a:extLst>
          </p:cNvPr>
          <p:cNvSpPr>
            <a:spLocks xmlns:a="http://schemas.openxmlformats.org/drawingml/2006/main" noGrp="1"/>
          </p:cNvSpPr>
          <p:nvPr/>
        </p:nvSpPr>
        <p:spPr>
          <a:xfrm xmlns:a="http://schemas.openxmlformats.org/drawingml/2006/main">
            <a:off x="2590800" y="4029075"/>
            <a:ext cx="228600" cy="171450"/>
          </a:xfrm>
          <a:prstGeom xmlns:a="http://schemas.openxmlformats.org/drawingml/2006/main" prst="downArrow">
            <a:avLst/>
          </a:prstGeom>
          <a:solidFill xmlns:a="http://schemas.openxmlformats.org/drawingml/2006/main">
            <a:srgbClr val="0B6172"/>
          </a:solidFill>
          <a:ln xmlns:a="http://schemas.openxmlformats.org/drawingml/2006/main" w="0">
            <a:noFill/>
          </a:ln>
        </p:spPr>
      </p:sp>
      <p:sp>
        <p:nvSpPr>
          <p:cNvPr id="13" name="필요한 명세 · 구조 · 테스트">
            <a:extLst xmlns:a="http://schemas.openxmlformats.org/drawingml/2006/main">
              <a:ext uri="{FF2B5EF4-FFF2-40B4-BE49-F238E27FC236}">
                <a16:creationId xmlns:a16="http://schemas.microsoft.com/office/drawing/2014/main" id="{2B46918E-797A-4821-9AF3-043017246261}"/>
              </a:ext>
            </a:extLst>
          </p:cNvPr>
          <p:cNvSpPr>
            <a:spLocks xmlns:a="http://schemas.openxmlformats.org/drawingml/2006/main" noGrp="1"/>
          </p:cNvSpPr>
          <p:nvPr/>
        </p:nvSpPr>
        <p:spPr>
          <a:xfrm xmlns:a="http://schemas.openxmlformats.org/drawingml/2006/main">
            <a:off x="838200" y="4295775"/>
            <a:ext cx="3867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필요한 명세 · 구조 · 테스트</a:t>
            </a:r>
          </a:p>
        </p:txBody>
      </p:sp>
      <p:sp>
        <p:nvSpPr>
          <p:cNvPr id="14" name="아직 다시 요청하는 것">
            <a:extLst xmlns:a="http://schemas.openxmlformats.org/drawingml/2006/main">
              <a:ext uri="{FF2B5EF4-FFF2-40B4-BE49-F238E27FC236}">
                <a16:creationId xmlns:a16="http://schemas.microsoft.com/office/drawing/2014/main" id="{8CD65CD7-AB3A-4FC6-B993-04B51B13A4D1}"/>
              </a:ext>
            </a:extLst>
          </p:cNvPr>
          <p:cNvSpPr>
            <a:spLocks xmlns:a="http://schemas.openxmlformats.org/drawingml/2006/main" noGrp="1"/>
          </p:cNvSpPr>
          <p:nvPr/>
        </p:nvSpPr>
        <p:spPr>
          <a:xfrm xmlns:a="http://schemas.openxmlformats.org/drawingml/2006/main">
            <a:off x="6419850" y="2381250"/>
            <a:ext cx="516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아직 다시 요청하는 것</a:t>
            </a:r>
          </a:p>
        </p:txBody>
      </p:sp>
      <p:sp>
        <p:nvSpPr>
          <p:cNvPr id="15" name="">
            <a:extLst xmlns:a="http://schemas.openxmlformats.org/drawingml/2006/main">
              <a:ext uri="{FF2B5EF4-FFF2-40B4-BE49-F238E27FC236}">
                <a16:creationId xmlns:a16="http://schemas.microsoft.com/office/drawing/2014/main" id="{ED30AAC8-B205-497E-BC58-BDA4C0FEB0D5}"/>
              </a:ext>
            </a:extLst>
          </p:cNvPr>
          <p:cNvSpPr>
            <a:spLocks xmlns:a="http://schemas.openxmlformats.org/drawingml/2006/main" noGrp="1"/>
          </p:cNvSpPr>
          <p:nvPr/>
        </p:nvSpPr>
        <p:spPr>
          <a:xfrm xmlns:a="http://schemas.openxmlformats.org/drawingml/2006/main">
            <a:off x="6419850" y="2933700"/>
            <a:ext cx="5162550" cy="200025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4288">
            <a:solidFill>
              <a:srgbClr val="C7D0DA"/>
            </a:solidFill>
            <a:prstDash val="solid"/>
          </a:ln>
        </p:spPr>
      </p:sp>
      <p:sp>
        <p:nvSpPr>
          <p:cNvPr id="16" name="성능 조사 요청의 예">
            <a:extLst xmlns:a="http://schemas.openxmlformats.org/drawingml/2006/main">
              <a:ext uri="{FF2B5EF4-FFF2-40B4-BE49-F238E27FC236}">
                <a16:creationId xmlns:a16="http://schemas.microsoft.com/office/drawing/2014/main" id="{31153C95-7118-4F07-AC9E-939FC64847C5}"/>
              </a:ext>
            </a:extLst>
          </p:cNvPr>
          <p:cNvSpPr>
            <a:spLocks xmlns:a="http://schemas.openxmlformats.org/drawingml/2006/main" noGrp="1"/>
          </p:cNvSpPr>
          <p:nvPr/>
        </p:nvSpPr>
        <p:spPr>
          <a:xfrm xmlns:a="http://schemas.openxmlformats.org/drawingml/2006/main">
            <a:off x="6610350" y="3028950"/>
            <a:ext cx="4781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성능 조사 요청의 예</a:t>
            </a:r>
          </a:p>
        </p:txBody>
      </p:sp>
      <p:sp>
        <p:nvSpPr>
          <p:cNvPr id="17" name="">
            <a:extLst xmlns:a="http://schemas.openxmlformats.org/drawingml/2006/main">
              <a:ext uri="{FF2B5EF4-FFF2-40B4-BE49-F238E27FC236}">
                <a16:creationId xmlns:a16="http://schemas.microsoft.com/office/drawing/2014/main" id="{F4AC210E-0F86-4498-9CE7-B0E992112B61}"/>
              </a:ext>
            </a:extLst>
          </p:cNvPr>
          <p:cNvSpPr>
            <a:spLocks xmlns:a="http://schemas.openxmlformats.org/drawingml/2006/main" noGrp="1"/>
          </p:cNvSpPr>
          <p:nvPr/>
        </p:nvSpPr>
        <p:spPr>
          <a:xfrm xmlns:a="http://schemas.openxmlformats.org/drawingml/2006/main">
            <a:off x="6610350" y="3429000"/>
            <a:ext cx="47815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8" name="normalize 성능을 조사해줘.">
            <a:extLst xmlns:a="http://schemas.openxmlformats.org/drawingml/2006/main">
              <a:ext uri="{FF2B5EF4-FFF2-40B4-BE49-F238E27FC236}">
                <a16:creationId xmlns:a16="http://schemas.microsoft.com/office/drawing/2014/main" id="{5FEF3724-7644-4871-87EE-9E7F3A9409C5}"/>
              </a:ext>
            </a:extLst>
          </p:cNvPr>
          <p:cNvSpPr>
            <a:spLocks xmlns:a="http://schemas.openxmlformats.org/drawingml/2006/main" noGrp="1"/>
          </p:cNvSpPr>
          <p:nvPr/>
        </p:nvSpPr>
        <p:spPr>
          <a:xfrm xmlns:a="http://schemas.openxmlformats.org/drawingml/2006/main">
            <a:off x="6610350" y="3533775"/>
            <a:ext cx="4781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normalize 성능을 조사해줘.</a:t>
            </a:r>
          </a:p>
        </p:txBody>
      </p:sp>
      <p:sp>
        <p:nvSpPr>
          <p:cNvPr id="19" name="">
            <a:extLst xmlns:a="http://schemas.openxmlformats.org/drawingml/2006/main">
              <a:ext uri="{FF2B5EF4-FFF2-40B4-BE49-F238E27FC236}">
                <a16:creationId xmlns:a16="http://schemas.microsoft.com/office/drawing/2014/main" id="{7F825889-35C9-400C-A602-907335AB95B6}"/>
              </a:ext>
            </a:extLst>
          </p:cNvPr>
          <p:cNvSpPr>
            <a:spLocks xmlns:a="http://schemas.openxmlformats.org/drawingml/2006/main" noGrp="1"/>
          </p:cNvSpPr>
          <p:nvPr/>
        </p:nvSpPr>
        <p:spPr>
          <a:xfrm xmlns:a="http://schemas.openxmlformats.org/drawingml/2006/main">
            <a:off x="6610350" y="3943350"/>
            <a:ext cx="4781550" cy="8382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0" name="먼저 측정·조사하고 계획해줘.&#10;변경 뒤 검증·재측정·비교·검토해줘.">
            <a:extLst xmlns:a="http://schemas.openxmlformats.org/drawingml/2006/main">
              <a:ext uri="{FF2B5EF4-FFF2-40B4-BE49-F238E27FC236}">
                <a16:creationId xmlns:a16="http://schemas.microsoft.com/office/drawing/2014/main" id="{1292C8AE-29D9-4FC1-A27F-442228C3CA3B}"/>
              </a:ext>
            </a:extLst>
          </p:cNvPr>
          <p:cNvSpPr>
            <a:spLocks xmlns:a="http://schemas.openxmlformats.org/drawingml/2006/main" noGrp="1"/>
          </p:cNvSpPr>
          <p:nvPr/>
        </p:nvSpPr>
        <p:spPr>
          <a:xfrm xmlns:a="http://schemas.openxmlformats.org/drawingml/2006/main">
            <a:off x="6762750" y="4048125"/>
            <a:ext cx="447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먼저 측정·조사하고 계획해줘.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변경 뒤 검증·재측정·비교·검토해줘.</a:t>
            </a:r>
          </a:p>
        </p:txBody>
      </p:sp>
      <p:sp>
        <p:nvSpPr>
          <p:cNvPr id="21" name="이 절차를 누가 유지하고, 다음 작업에서 어떻게 다시 쓸까?">
            <a:extLst xmlns:a="http://schemas.openxmlformats.org/drawingml/2006/main">
              <a:ext uri="{FF2B5EF4-FFF2-40B4-BE49-F238E27FC236}">
                <a16:creationId xmlns:a16="http://schemas.microsoft.com/office/drawing/2014/main" id="{73C47528-A947-4FCD-A3B7-134152CFB556}"/>
              </a:ext>
            </a:extLst>
          </p:cNvPr>
          <p:cNvSpPr>
            <a:spLocks xmlns:a="http://schemas.openxmlformats.org/drawingml/2006/main" noGrp="1"/>
          </p:cNvSpPr>
          <p:nvPr/>
        </p:nvSpPr>
        <p:spPr>
          <a:xfrm xmlns:a="http://schemas.openxmlformats.org/drawingml/2006/main">
            <a:off x="609600" y="52578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이 절차를 누가 유지하고, 다음 작업에서 어떻게 다시 쓸까?</a:t>
            </a:r>
          </a:p>
        </p:txBody>
      </p:sp>
      <p:sp>
        <p:nvSpPr>
          <p:cNvPr id="22" name="Legacy module connection">
            <a:extLst xmlns:a="http://schemas.openxmlformats.org/drawingml/2006/main">
              <a:ext uri="{FF2B5EF4-FFF2-40B4-BE49-F238E27FC236}">
                <a16:creationId xmlns:a16="http://schemas.microsoft.com/office/drawing/2014/main" id="{D1DF3CD3-A170-423F-8FCE-14B48C90D12A}"/>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M8</a:t>
            </a:r>
          </a:p>
        </p:txBody>
      </p:sp>
    </p:spTree>
    <p:extLst>
      <p:ext uri="{BB962C8B-B14F-4D97-AF65-F5344CB8AC3E}">
        <p14:creationId xmlns:p14="http://schemas.microsoft.com/office/powerpoint/2010/main" val="1062538682"/>
      </p:ext>
    </p:extLst>
  </p:cSld>
</p:sld>
</file>

<file path=ppt/slides/slide5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5" name="ACT 3 · Harness: 작업 방법과 실행·검증 환경 설계">
            <a:extLst xmlns:a="http://schemas.openxmlformats.org/drawingml/2006/main">
              <a:ext uri="{FF2B5EF4-FFF2-40B4-BE49-F238E27FC236}">
                <a16:creationId xmlns:a16="http://schemas.microsoft.com/office/drawing/2014/main" id="{7B4505FE-93DC-4B61-B161-DB1DCDB0FCFF}"/>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Harness: 작업 방법과 실행·검증 환경 설계</a:t>
            </a:r>
          </a:p>
        </p:txBody>
      </p:sp>
      <p:sp>
        <p:nvSpPr>
          <p:cNvPr id="2" name="S50">
            <a:extLst xmlns:a="http://schemas.openxmlformats.org/drawingml/2006/main">
              <a:ext uri="{FF2B5EF4-FFF2-40B4-BE49-F238E27FC236}">
                <a16:creationId xmlns:a16="http://schemas.microsoft.com/office/drawing/2014/main" id="{1031B7F2-699B-41FE-BBF2-ED0A5ACC60CF}"/>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S50</a:t>
            </a:r>
          </a:p>
        </p:txBody>
      </p:sp>
      <p:sp>
        <p:nvSpPr>
          <p:cNvPr id="3" name="두 실제 요청에 같은 절차가 반복됐다">
            <a:extLst xmlns:a="http://schemas.openxmlformats.org/drawingml/2006/main">
              <a:ext uri="{FF2B5EF4-FFF2-40B4-BE49-F238E27FC236}">
                <a16:creationId xmlns:a16="http://schemas.microsoft.com/office/drawing/2014/main" id="{095DEF16-1E63-4829-A5FF-DA02719EB1BD}"/>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두 실제 요청에 같은 절차가 반복됐다</a:t>
            </a:r>
          </a:p>
        </p:txBody>
      </p:sp>
      <p:sp>
        <p:nvSpPr>
          <p:cNvPr id="4" name="">
            <a:extLst xmlns:a="http://schemas.openxmlformats.org/drawingml/2006/main">
              <a:ext uri="{FF2B5EF4-FFF2-40B4-BE49-F238E27FC236}">
                <a16:creationId xmlns:a16="http://schemas.microsoft.com/office/drawing/2014/main" id="{2B9AFA10-BCC9-4992-8DE3-FA77A751B5A7}"/>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6 실제 Prompt 발췌·번역 / TRIAL-007 보존된 Task Prompt 요약 · 그">
            <a:extLst xmlns:a="http://schemas.openxmlformats.org/drawingml/2006/main">
              <a:ext uri="{FF2B5EF4-FFF2-40B4-BE49-F238E27FC236}">
                <a16:creationId xmlns:a16="http://schemas.microsoft.com/office/drawing/2014/main" id="{54A33E0E-13CC-495F-B1D2-5AC8EC5DCD07}"/>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TRIAL-006 실제 Prompt 발췌·번역 / TRIAL-007 보존된 Task Prompt 요약 · 그림은 설명용 삽화</a:t>
            </a:r>
          </a:p>
        </p:txBody>
      </p:sp>
      <p:sp>
        <p:nvSpPr>
          <p:cNvPr id="6" name="Global Harness 영향으로 Prompt-only attribution은 PARTIAL · 성능 전후">
            <a:extLst xmlns:a="http://schemas.openxmlformats.org/drawingml/2006/main">
              <a:ext uri="{FF2B5EF4-FFF2-40B4-BE49-F238E27FC236}">
                <a16:creationId xmlns:a16="http://schemas.microsoft.com/office/drawing/2014/main" id="{E6BC3E50-6DD5-407A-BB5A-7081BA2EFB1A}"/>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Global Harness 영향으로 Prompt-only attribution은 PARTIAL · 성능 전후 그림·현재 제품 화면 아님</a:t>
            </a:r>
          </a:p>
        </p:txBody>
      </p:sp>
      <p:pic>
        <p:nvPicPr>
          <p:cNvPr id="7" name="">
            <a:extLst xmlns:a="http://schemas.openxmlformats.org/drawingml/2006/main">
              <a:ext uri="{FF2B5EF4-FFF2-40B4-BE49-F238E27FC236}">
                <a16:creationId xmlns:a16="http://schemas.microsoft.com/office/drawing/2014/main" id="{DA161416-340A-49B0-93FB-D7FF777410C9}"/>
              </a:ext>
            </a:extLst>
          </p:cNvPr>
          <p:cNvPicPr>
            <a:picLocks xmlns:a="http://schemas.openxmlformats.org/drawingml/2006/main" noChangeAspect="1"/>
          </p:cNvPicPr>
          <p:nvPr/>
        </p:nvPicPr>
        <p:blipFill>
          <a:blip xmlns:r="http://schemas.openxmlformats.org/officeDocument/2006/relationships" xmlns:a="http://schemas.openxmlformats.org/drawingml/2006/main" r:embed="Rde63897767c44950"/>
          <a:srcRect xmlns:a="http://schemas.openxmlformats.org/drawingml/2006/main" l="53664" t="30891" r="28410" b="33258"/>
          <a:stretch xmlns:a="http://schemas.openxmlformats.org/drawingml/2006/main"/>
        </p:blipFill>
        <p:spPr>
          <a:xfrm xmlns:a="http://schemas.openxmlformats.org/drawingml/2006/main">
            <a:off x="609600" y="1809750"/>
            <a:ext cx="609600" cy="6096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E24DF81-4C15-488F-A39B-29C9ACBA090F}"/>
              </a:ext>
            </a:extLst>
          </p:cNvPr>
          <p:cNvPicPr>
            <a:picLocks xmlns:a="http://schemas.openxmlformats.org/drawingml/2006/main" noChangeAspect="1"/>
          </p:cNvPicPr>
          <p:nvPr/>
        </p:nvPicPr>
        <p:blipFill>
          <a:blip xmlns:r="http://schemas.openxmlformats.org/officeDocument/2006/relationships" xmlns:a="http://schemas.openxmlformats.org/drawingml/2006/main" r:embed="R7a160c70c4214f48"/>
          <a:srcRect xmlns:a="http://schemas.openxmlformats.org/drawingml/2006/main" l="53664" t="30891" r="28410" b="33258"/>
          <a:stretch xmlns:a="http://schemas.openxmlformats.org/drawingml/2006/main"/>
        </p:blipFill>
        <p:spPr>
          <a:xfrm xmlns:a="http://schemas.openxmlformats.org/drawingml/2006/main">
            <a:off x="6419850" y="1809750"/>
            <a:ext cx="609600" cy="609600"/>
          </a:xfrm>
          <a:prstGeom xmlns:a="http://schemas.openxmlformats.org/drawingml/2006/main" prst="rect">
            <a:avLst/>
          </a:prstGeom>
        </p:spPr>
      </p:pic>
      <p:sp>
        <p:nvSpPr>
          <p:cNvPr id="9" name="A · 크기 변경">
            <a:extLst xmlns:a="http://schemas.openxmlformats.org/drawingml/2006/main">
              <a:ext uri="{FF2B5EF4-FFF2-40B4-BE49-F238E27FC236}">
                <a16:creationId xmlns:a16="http://schemas.microsoft.com/office/drawing/2014/main" id="{771AB02C-318C-46CD-B786-97FAAA5204BA}"/>
              </a:ext>
            </a:extLst>
          </p:cNvPr>
          <p:cNvSpPr>
            <a:spLocks xmlns:a="http://schemas.openxmlformats.org/drawingml/2006/main" noGrp="1"/>
          </p:cNvSpPr>
          <p:nvPr/>
        </p:nvSpPr>
        <p:spPr>
          <a:xfrm xmlns:a="http://schemas.openxmlformats.org/drawingml/2006/main">
            <a:off x="1409700" y="1809750"/>
            <a:ext cx="426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A · 크기 변경</a:t>
            </a:r>
          </a:p>
        </p:txBody>
      </p:sp>
      <p:sp>
        <p:nvSpPr>
          <p:cNvPr id="10" name="resize_nearest">
            <a:extLst xmlns:a="http://schemas.openxmlformats.org/drawingml/2006/main">
              <a:ext uri="{FF2B5EF4-FFF2-40B4-BE49-F238E27FC236}">
                <a16:creationId xmlns:a16="http://schemas.microsoft.com/office/drawing/2014/main" id="{73ADEDFE-D869-422D-881C-58EE176B88FC}"/>
              </a:ext>
            </a:extLst>
          </p:cNvPr>
          <p:cNvSpPr>
            <a:spLocks xmlns:a="http://schemas.openxmlformats.org/drawingml/2006/main" noGrp="1"/>
          </p:cNvSpPr>
          <p:nvPr/>
        </p:nvSpPr>
        <p:spPr>
          <a:xfrm xmlns:a="http://schemas.openxmlformats.org/drawingml/2006/main">
            <a:off x="1409700" y="2200275"/>
            <a:ext cx="426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resize_nearest</a:t>
            </a:r>
          </a:p>
        </p:txBody>
      </p:sp>
      <p:sp>
        <p:nvSpPr>
          <p:cNvPr id="11" name="B · 픽셀값 정규화">
            <a:extLst xmlns:a="http://schemas.openxmlformats.org/drawingml/2006/main">
              <a:ext uri="{FF2B5EF4-FFF2-40B4-BE49-F238E27FC236}">
                <a16:creationId xmlns:a16="http://schemas.microsoft.com/office/drawing/2014/main" id="{5A03ACB4-C14F-464A-AA12-ACAE6DD6EAB3}"/>
              </a:ext>
            </a:extLst>
          </p:cNvPr>
          <p:cNvSpPr>
            <a:spLocks xmlns:a="http://schemas.openxmlformats.org/drawingml/2006/main" noGrp="1"/>
          </p:cNvSpPr>
          <p:nvPr/>
        </p:nvSpPr>
        <p:spPr>
          <a:xfrm xmlns:a="http://schemas.openxmlformats.org/drawingml/2006/main">
            <a:off x="7219950" y="1809750"/>
            <a:ext cx="4362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B · 픽셀값 정규화</a:t>
            </a:r>
          </a:p>
        </p:txBody>
      </p:sp>
      <p:sp>
        <p:nvSpPr>
          <p:cNvPr id="12" name="normalize">
            <a:extLst xmlns:a="http://schemas.openxmlformats.org/drawingml/2006/main">
              <a:ext uri="{FF2B5EF4-FFF2-40B4-BE49-F238E27FC236}">
                <a16:creationId xmlns:a16="http://schemas.microsoft.com/office/drawing/2014/main" id="{948E1199-0F73-44D9-A57D-C79AA60861B8}"/>
              </a:ext>
            </a:extLst>
          </p:cNvPr>
          <p:cNvSpPr>
            <a:spLocks xmlns:a="http://schemas.openxmlformats.org/drawingml/2006/main" noGrp="1"/>
          </p:cNvSpPr>
          <p:nvPr/>
        </p:nvSpPr>
        <p:spPr>
          <a:xfrm xmlns:a="http://schemas.openxmlformats.org/drawingml/2006/main">
            <a:off x="7219950" y="2200275"/>
            <a:ext cx="436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normalize</a:t>
            </a:r>
          </a:p>
        </p:txBody>
      </p:sp>
      <p:sp>
        <p:nvSpPr>
          <p:cNvPr id="13" name="실제 요청의 핵심 발췌·번역">
            <a:extLst xmlns:a="http://schemas.openxmlformats.org/drawingml/2006/main">
              <a:ext uri="{FF2B5EF4-FFF2-40B4-BE49-F238E27FC236}">
                <a16:creationId xmlns:a16="http://schemas.microsoft.com/office/drawing/2014/main" id="{2FC51384-4F43-48C0-B41C-C28295BD3962}"/>
              </a:ext>
            </a:extLst>
          </p:cNvPr>
          <p:cNvSpPr>
            <a:spLocks xmlns:a="http://schemas.openxmlformats.org/drawingml/2006/main" noGrp="1"/>
          </p:cNvSpPr>
          <p:nvPr/>
        </p:nvSpPr>
        <p:spPr>
          <a:xfrm xmlns:a="http://schemas.openxmlformats.org/drawingml/2006/main">
            <a:off x="609600" y="2609850"/>
            <a:ext cx="5162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Malgun Gothic"/>
                <a:ea typeface="Malgun Gothic"/>
                <a:cs typeface="Malgun Gothic"/>
              </a:defRPr>
            </a:defPPr>
            <a:lvl1pPr algn="l">
              <a:defRPr sz="1800" b="1">
                <a:solidFill>
                  <a:srgbClr val="4D5A68"/>
                </a:solidFill>
                <a:latin typeface="Malgun Gothic"/>
                <a:ea typeface="Malgun Gothic"/>
                <a:cs typeface="Malgun Gothic"/>
              </a:defRPr>
            </a:lvl1pPr>
            <a:lvl2pPr algn="l">
              <a:defRPr sz="1800" b="1">
                <a:solidFill>
                  <a:srgbClr val="4D5A68"/>
                </a:solidFill>
                <a:latin typeface="Malgun Gothic"/>
                <a:ea typeface="Malgun Gothic"/>
                <a:cs typeface="Malgun Gothic"/>
              </a:defRPr>
            </a:lvl2pPr>
            <a:lvl3pPr algn="l">
              <a:defRPr sz="1800" b="1">
                <a:solidFill>
                  <a:srgbClr val="4D5A68"/>
                </a:solidFill>
                <a:latin typeface="Malgun Gothic"/>
                <a:ea typeface="Malgun Gothic"/>
                <a:cs typeface="Malgun Gothic"/>
              </a:defRPr>
            </a:lvl3pPr>
            <a:lvl4pPr algn="l">
              <a:defRPr sz="1800" b="1">
                <a:solidFill>
                  <a:srgbClr val="4D5A68"/>
                </a:solidFill>
                <a:latin typeface="Malgun Gothic"/>
                <a:ea typeface="Malgun Gothic"/>
                <a:cs typeface="Malgun Gothic"/>
              </a:defRPr>
            </a:lvl4pPr>
            <a:lvl5pPr algn="l">
              <a:defRPr sz="1800" b="1">
                <a:solidFill>
                  <a:srgbClr val="4D5A68"/>
                </a:solidFill>
                <a:latin typeface="Malgun Gothic"/>
                <a:ea typeface="Malgun Gothic"/>
                <a:cs typeface="Malgun Gothic"/>
              </a:defRPr>
            </a:lvl5pPr>
            <a:lvl6pPr algn="l">
              <a:defRPr sz="1800" b="1">
                <a:solidFill>
                  <a:srgbClr val="4D5A68"/>
                </a:solidFill>
                <a:latin typeface="Malgun Gothic"/>
                <a:ea typeface="Malgun Gothic"/>
                <a:cs typeface="Malgun Gothic"/>
              </a:defRPr>
            </a:lvl6pPr>
            <a:lvl7pPr algn="l">
              <a:defRPr sz="1800" b="1">
                <a:solidFill>
                  <a:srgbClr val="4D5A68"/>
                </a:solidFill>
                <a:latin typeface="Malgun Gothic"/>
                <a:ea typeface="Malgun Gothic"/>
                <a:cs typeface="Malgun Gothic"/>
              </a:defRPr>
            </a:lvl7pPr>
            <a:lvl8pPr algn="l">
              <a:defRPr sz="1800" b="1">
                <a:solidFill>
                  <a:srgbClr val="4D5A68"/>
                </a:solidFill>
                <a:latin typeface="Malgun Gothic"/>
                <a:ea typeface="Malgun Gothic"/>
                <a:cs typeface="Malgun Gothic"/>
              </a:defRPr>
            </a:lvl8pPr>
            <a:lvl9pPr algn="l">
              <a:defRPr sz="1800" b="1">
                <a:solidFill>
                  <a:srgbClr val="4D5A68"/>
                </a:solidFill>
                <a:latin typeface="Malgun Gothic"/>
                <a:ea typeface="Malgun Gothic"/>
                <a:cs typeface="Malgun Gothic"/>
              </a:defRPr>
            </a:lvl9pPr>
          </a:lstStyle>
          <a:p xmlns:a="http://schemas.openxmlformats.org/drawingml/2006/main">
            <a:pPr algn="l">
              <a:defRPr sz="1800" b="1">
                <a:solidFill>
                  <a:srgbClr val="4D5A68"/>
                </a:solidFill>
                <a:latin typeface="Malgun Gothic"/>
                <a:ea typeface="Malgun Gothic"/>
                <a:cs typeface="Malgun Gothic"/>
              </a:defRPr>
            </a:pPr>
            <a:r>
              <a:rPr sz="1800" b="1">
                <a:solidFill>
                  <a:srgbClr val="4D5A68"/>
                </a:solidFill>
                <a:latin typeface="Malgun Gothic"/>
                <a:ea typeface="Malgun Gothic"/>
                <a:cs typeface="Malgun Gothic"/>
              </a:rPr>
              <a:t>실제 요청의 핵심 발췌·번역</a:t>
            </a:r>
          </a:p>
        </p:txBody>
      </p:sp>
      <p:sp>
        <p:nvSpPr>
          <p:cNvPr id="14" name="">
            <a:extLst xmlns:a="http://schemas.openxmlformats.org/drawingml/2006/main">
              <a:ext uri="{FF2B5EF4-FFF2-40B4-BE49-F238E27FC236}">
                <a16:creationId xmlns:a16="http://schemas.microsoft.com/office/drawing/2014/main" id="{58ED123F-9F77-4C08-A4A7-032167F251EE}"/>
              </a:ext>
            </a:extLst>
          </p:cNvPr>
          <p:cNvSpPr>
            <a:spLocks xmlns:a="http://schemas.openxmlformats.org/drawingml/2006/main" noGrp="1"/>
          </p:cNvSpPr>
          <p:nvPr/>
        </p:nvSpPr>
        <p:spPr>
          <a:xfrm xmlns:a="http://schemas.openxmlformats.org/drawingml/2006/main">
            <a:off x="609600" y="3000375"/>
            <a:ext cx="5162550" cy="7239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5" name="01">
            <a:extLst xmlns:a="http://schemas.openxmlformats.org/drawingml/2006/main">
              <a:ext uri="{FF2B5EF4-FFF2-40B4-BE49-F238E27FC236}">
                <a16:creationId xmlns:a16="http://schemas.microsoft.com/office/drawing/2014/main" id="{E3B4CC88-94EC-41A1-9E27-7C2BE310F87F}"/>
              </a:ext>
            </a:extLst>
          </p:cNvPr>
          <p:cNvSpPr>
            <a:spLocks xmlns:a="http://schemas.openxmlformats.org/drawingml/2006/main" noGrp="1"/>
          </p:cNvSpPr>
          <p:nvPr/>
        </p:nvSpPr>
        <p:spPr>
          <a:xfrm xmlns:a="http://schemas.openxmlformats.org/drawingml/2006/main">
            <a:off x="742950" y="31337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01</a:t>
            </a:r>
          </a:p>
        </p:txBody>
      </p:sp>
      <p:sp>
        <p:nvSpPr>
          <p:cNvPr id="16" name="변경 전에 benchmark를 실행해줘.&#10;구현·명세·테스트를 조사해줘.">
            <a:extLst xmlns:a="http://schemas.openxmlformats.org/drawingml/2006/main">
              <a:ext uri="{FF2B5EF4-FFF2-40B4-BE49-F238E27FC236}">
                <a16:creationId xmlns:a16="http://schemas.microsoft.com/office/drawing/2014/main" id="{E6D0294D-A2C0-4DF1-9CC7-1C11979AF4BB}"/>
              </a:ext>
            </a:extLst>
          </p:cNvPr>
          <p:cNvSpPr>
            <a:spLocks xmlns:a="http://schemas.openxmlformats.org/drawingml/2006/main" noGrp="1"/>
          </p:cNvSpPr>
          <p:nvPr/>
        </p:nvSpPr>
        <p:spPr>
          <a:xfrm xmlns:a="http://schemas.openxmlformats.org/drawingml/2006/main">
            <a:off x="1352550" y="3048000"/>
            <a:ext cx="426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변경 전에 benchmark를 실행해줘.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구현·명세·테스트를 조사해줘.</a:t>
            </a:r>
          </a:p>
        </p:txBody>
      </p:sp>
      <p:sp>
        <p:nvSpPr>
          <p:cNvPr id="17" name="">
            <a:extLst xmlns:a="http://schemas.openxmlformats.org/drawingml/2006/main">
              <a:ext uri="{FF2B5EF4-FFF2-40B4-BE49-F238E27FC236}">
                <a16:creationId xmlns:a16="http://schemas.microsoft.com/office/drawing/2014/main" id="{5F8DEEB6-CEA1-4B9D-89A6-8CD110E91679}"/>
              </a:ext>
            </a:extLst>
          </p:cNvPr>
          <p:cNvSpPr>
            <a:spLocks xmlns:a="http://schemas.openxmlformats.org/drawingml/2006/main" noGrp="1"/>
          </p:cNvSpPr>
          <p:nvPr/>
        </p:nvSpPr>
        <p:spPr>
          <a:xfrm xmlns:a="http://schemas.openxmlformats.org/drawingml/2006/main">
            <a:off x="609600" y="3762375"/>
            <a:ext cx="51625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8" name="02">
            <a:extLst xmlns:a="http://schemas.openxmlformats.org/drawingml/2006/main">
              <a:ext uri="{FF2B5EF4-FFF2-40B4-BE49-F238E27FC236}">
                <a16:creationId xmlns:a16="http://schemas.microsoft.com/office/drawing/2014/main" id="{A26AFA0A-DB6D-4AC1-A089-66B95842FB4C}"/>
              </a:ext>
            </a:extLst>
          </p:cNvPr>
          <p:cNvSpPr>
            <a:spLocks xmlns:a="http://schemas.openxmlformats.org/drawingml/2006/main" noGrp="1"/>
          </p:cNvSpPr>
          <p:nvPr/>
        </p:nvSpPr>
        <p:spPr>
          <a:xfrm xmlns:a="http://schemas.openxmlformats.org/drawingml/2006/main">
            <a:off x="742950" y="38957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02</a:t>
            </a:r>
          </a:p>
        </p:txBody>
      </p:sp>
      <p:sp>
        <p:nvSpPr>
          <p:cNvPr id="19" name="간단한 계획을 먼저 제시하고,&#10;근거 있는 최소 변경을 해줘.">
            <a:extLst xmlns:a="http://schemas.openxmlformats.org/drawingml/2006/main">
              <a:ext uri="{FF2B5EF4-FFF2-40B4-BE49-F238E27FC236}">
                <a16:creationId xmlns:a16="http://schemas.microsoft.com/office/drawing/2014/main" id="{305E0DFD-9558-4D73-AC7E-1C43852A38FA}"/>
              </a:ext>
            </a:extLst>
          </p:cNvPr>
          <p:cNvSpPr>
            <a:spLocks xmlns:a="http://schemas.openxmlformats.org/drawingml/2006/main" noGrp="1"/>
          </p:cNvSpPr>
          <p:nvPr/>
        </p:nvSpPr>
        <p:spPr>
          <a:xfrm xmlns:a="http://schemas.openxmlformats.org/drawingml/2006/main">
            <a:off x="1352550" y="3810000"/>
            <a:ext cx="426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간단한 계획을 먼저 제시하고,</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근거 있는 최소 변경을 해줘.</a:t>
            </a:r>
          </a:p>
        </p:txBody>
      </p:sp>
      <p:sp>
        <p:nvSpPr>
          <p:cNvPr id="20" name="">
            <a:extLst xmlns:a="http://schemas.openxmlformats.org/drawingml/2006/main">
              <a:ext uri="{FF2B5EF4-FFF2-40B4-BE49-F238E27FC236}">
                <a16:creationId xmlns:a16="http://schemas.microsoft.com/office/drawing/2014/main" id="{1F1EED93-0860-421D-B54F-0510F164D2C3}"/>
              </a:ext>
            </a:extLst>
          </p:cNvPr>
          <p:cNvSpPr>
            <a:spLocks xmlns:a="http://schemas.openxmlformats.org/drawingml/2006/main" noGrp="1"/>
          </p:cNvSpPr>
          <p:nvPr/>
        </p:nvSpPr>
        <p:spPr>
          <a:xfrm xmlns:a="http://schemas.openxmlformats.org/drawingml/2006/main">
            <a:off x="609600" y="4524375"/>
            <a:ext cx="5162550" cy="7239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1" name="03">
            <a:extLst xmlns:a="http://schemas.openxmlformats.org/drawingml/2006/main">
              <a:ext uri="{FF2B5EF4-FFF2-40B4-BE49-F238E27FC236}">
                <a16:creationId xmlns:a16="http://schemas.microsoft.com/office/drawing/2014/main" id="{8157257B-A690-480D-94A4-14A747191EAD}"/>
              </a:ext>
            </a:extLst>
          </p:cNvPr>
          <p:cNvSpPr>
            <a:spLocks xmlns:a="http://schemas.openxmlformats.org/drawingml/2006/main" noGrp="1"/>
          </p:cNvSpPr>
          <p:nvPr/>
        </p:nvSpPr>
        <p:spPr>
          <a:xfrm xmlns:a="http://schemas.openxmlformats.org/drawingml/2006/main">
            <a:off x="742950" y="46577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03</a:t>
            </a:r>
          </a:p>
        </p:txBody>
      </p:sp>
      <p:sp>
        <p:nvSpPr>
          <p:cNvPr id="22" name="관련·전체 테스트를 실행하고,&#10;같은 benchmark로 비교·검토해줘.">
            <a:extLst xmlns:a="http://schemas.openxmlformats.org/drawingml/2006/main">
              <a:ext uri="{FF2B5EF4-FFF2-40B4-BE49-F238E27FC236}">
                <a16:creationId xmlns:a16="http://schemas.microsoft.com/office/drawing/2014/main" id="{9FD0B017-22A7-4279-AED6-2AAFE2E4A885}"/>
              </a:ext>
            </a:extLst>
          </p:cNvPr>
          <p:cNvSpPr>
            <a:spLocks xmlns:a="http://schemas.openxmlformats.org/drawingml/2006/main" noGrp="1"/>
          </p:cNvSpPr>
          <p:nvPr/>
        </p:nvSpPr>
        <p:spPr>
          <a:xfrm xmlns:a="http://schemas.openxmlformats.org/drawingml/2006/main">
            <a:off x="1352550" y="4572000"/>
            <a:ext cx="426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관련·전체 테스트를 실행하고,</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같은 benchmark로 비교·검토해줘.</a:t>
            </a:r>
          </a:p>
        </p:txBody>
      </p:sp>
      <p:sp>
        <p:nvSpPr>
          <p:cNvPr id="23" name="보존된 요청 요약의 번역">
            <a:extLst xmlns:a="http://schemas.openxmlformats.org/drawingml/2006/main">
              <a:ext uri="{FF2B5EF4-FFF2-40B4-BE49-F238E27FC236}">
                <a16:creationId xmlns:a16="http://schemas.microsoft.com/office/drawing/2014/main" id="{ADDB6818-3F85-47AB-A33A-E326BAF7A7E4}"/>
              </a:ext>
            </a:extLst>
          </p:cNvPr>
          <p:cNvSpPr>
            <a:spLocks xmlns:a="http://schemas.openxmlformats.org/drawingml/2006/main" noGrp="1"/>
          </p:cNvSpPr>
          <p:nvPr/>
        </p:nvSpPr>
        <p:spPr>
          <a:xfrm xmlns:a="http://schemas.openxmlformats.org/drawingml/2006/main">
            <a:off x="6419850" y="2609850"/>
            <a:ext cx="5162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Malgun Gothic"/>
                <a:ea typeface="Malgun Gothic"/>
                <a:cs typeface="Malgun Gothic"/>
              </a:defRPr>
            </a:defPPr>
            <a:lvl1pPr algn="l">
              <a:defRPr sz="1800" b="1">
                <a:solidFill>
                  <a:srgbClr val="4D5A68"/>
                </a:solidFill>
                <a:latin typeface="Malgun Gothic"/>
                <a:ea typeface="Malgun Gothic"/>
                <a:cs typeface="Malgun Gothic"/>
              </a:defRPr>
            </a:lvl1pPr>
            <a:lvl2pPr algn="l">
              <a:defRPr sz="1800" b="1">
                <a:solidFill>
                  <a:srgbClr val="4D5A68"/>
                </a:solidFill>
                <a:latin typeface="Malgun Gothic"/>
                <a:ea typeface="Malgun Gothic"/>
                <a:cs typeface="Malgun Gothic"/>
              </a:defRPr>
            </a:lvl2pPr>
            <a:lvl3pPr algn="l">
              <a:defRPr sz="1800" b="1">
                <a:solidFill>
                  <a:srgbClr val="4D5A68"/>
                </a:solidFill>
                <a:latin typeface="Malgun Gothic"/>
                <a:ea typeface="Malgun Gothic"/>
                <a:cs typeface="Malgun Gothic"/>
              </a:defRPr>
            </a:lvl3pPr>
            <a:lvl4pPr algn="l">
              <a:defRPr sz="1800" b="1">
                <a:solidFill>
                  <a:srgbClr val="4D5A68"/>
                </a:solidFill>
                <a:latin typeface="Malgun Gothic"/>
                <a:ea typeface="Malgun Gothic"/>
                <a:cs typeface="Malgun Gothic"/>
              </a:defRPr>
            </a:lvl4pPr>
            <a:lvl5pPr algn="l">
              <a:defRPr sz="1800" b="1">
                <a:solidFill>
                  <a:srgbClr val="4D5A68"/>
                </a:solidFill>
                <a:latin typeface="Malgun Gothic"/>
                <a:ea typeface="Malgun Gothic"/>
                <a:cs typeface="Malgun Gothic"/>
              </a:defRPr>
            </a:lvl5pPr>
            <a:lvl6pPr algn="l">
              <a:defRPr sz="1800" b="1">
                <a:solidFill>
                  <a:srgbClr val="4D5A68"/>
                </a:solidFill>
                <a:latin typeface="Malgun Gothic"/>
                <a:ea typeface="Malgun Gothic"/>
                <a:cs typeface="Malgun Gothic"/>
              </a:defRPr>
            </a:lvl6pPr>
            <a:lvl7pPr algn="l">
              <a:defRPr sz="1800" b="1">
                <a:solidFill>
                  <a:srgbClr val="4D5A68"/>
                </a:solidFill>
                <a:latin typeface="Malgun Gothic"/>
                <a:ea typeface="Malgun Gothic"/>
                <a:cs typeface="Malgun Gothic"/>
              </a:defRPr>
            </a:lvl7pPr>
            <a:lvl8pPr algn="l">
              <a:defRPr sz="1800" b="1">
                <a:solidFill>
                  <a:srgbClr val="4D5A68"/>
                </a:solidFill>
                <a:latin typeface="Malgun Gothic"/>
                <a:ea typeface="Malgun Gothic"/>
                <a:cs typeface="Malgun Gothic"/>
              </a:defRPr>
            </a:lvl8pPr>
            <a:lvl9pPr algn="l">
              <a:defRPr sz="1800" b="1">
                <a:solidFill>
                  <a:srgbClr val="4D5A68"/>
                </a:solidFill>
                <a:latin typeface="Malgun Gothic"/>
                <a:ea typeface="Malgun Gothic"/>
                <a:cs typeface="Malgun Gothic"/>
              </a:defRPr>
            </a:lvl9pPr>
          </a:lstStyle>
          <a:p xmlns:a="http://schemas.openxmlformats.org/drawingml/2006/main">
            <a:pPr algn="l">
              <a:defRPr sz="1800" b="1">
                <a:solidFill>
                  <a:srgbClr val="4D5A68"/>
                </a:solidFill>
                <a:latin typeface="Malgun Gothic"/>
                <a:ea typeface="Malgun Gothic"/>
                <a:cs typeface="Malgun Gothic"/>
              </a:defRPr>
            </a:pPr>
            <a:r>
              <a:rPr sz="1800" b="1">
                <a:solidFill>
                  <a:srgbClr val="4D5A68"/>
                </a:solidFill>
                <a:latin typeface="Malgun Gothic"/>
                <a:ea typeface="Malgun Gothic"/>
                <a:cs typeface="Malgun Gothic"/>
              </a:rPr>
              <a:t>보존된 요청 요약의 번역</a:t>
            </a:r>
          </a:p>
        </p:txBody>
      </p:sp>
      <p:sp>
        <p:nvSpPr>
          <p:cNvPr id="24" name="">
            <a:extLst xmlns:a="http://schemas.openxmlformats.org/drawingml/2006/main">
              <a:ext uri="{FF2B5EF4-FFF2-40B4-BE49-F238E27FC236}">
                <a16:creationId xmlns:a16="http://schemas.microsoft.com/office/drawing/2014/main" id="{B55759FD-AB63-47E2-9949-24452EFD7B8B}"/>
              </a:ext>
            </a:extLst>
          </p:cNvPr>
          <p:cNvSpPr>
            <a:spLocks xmlns:a="http://schemas.openxmlformats.org/drawingml/2006/main" noGrp="1"/>
          </p:cNvSpPr>
          <p:nvPr/>
        </p:nvSpPr>
        <p:spPr>
          <a:xfrm xmlns:a="http://schemas.openxmlformats.org/drawingml/2006/main">
            <a:off x="6419850" y="3000375"/>
            <a:ext cx="5162550" cy="7239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5" name="01">
            <a:extLst xmlns:a="http://schemas.openxmlformats.org/drawingml/2006/main">
              <a:ext uri="{FF2B5EF4-FFF2-40B4-BE49-F238E27FC236}">
                <a16:creationId xmlns:a16="http://schemas.microsoft.com/office/drawing/2014/main" id="{4FB330E2-8D55-4D76-93D8-81F1F456EEE4}"/>
              </a:ext>
            </a:extLst>
          </p:cNvPr>
          <p:cNvSpPr>
            <a:spLocks xmlns:a="http://schemas.openxmlformats.org/drawingml/2006/main" noGrp="1"/>
          </p:cNvSpPr>
          <p:nvPr/>
        </p:nvSpPr>
        <p:spPr>
          <a:xfrm xmlns:a="http://schemas.openxmlformats.org/drawingml/2006/main">
            <a:off x="6553200" y="31337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01</a:t>
            </a:r>
          </a:p>
        </p:txBody>
      </p:sp>
      <p:sp>
        <p:nvSpPr>
          <p:cNvPr id="26" name="수정 전에 측정하고,&#10;소스·명세·테스트를 확인.">
            <a:extLst xmlns:a="http://schemas.openxmlformats.org/drawingml/2006/main">
              <a:ext uri="{FF2B5EF4-FFF2-40B4-BE49-F238E27FC236}">
                <a16:creationId xmlns:a16="http://schemas.microsoft.com/office/drawing/2014/main" id="{65F14B08-7108-40C9-90FC-F50A1D06B21F}"/>
              </a:ext>
            </a:extLst>
          </p:cNvPr>
          <p:cNvSpPr>
            <a:spLocks xmlns:a="http://schemas.openxmlformats.org/drawingml/2006/main" noGrp="1"/>
          </p:cNvSpPr>
          <p:nvPr/>
        </p:nvSpPr>
        <p:spPr>
          <a:xfrm xmlns:a="http://schemas.openxmlformats.org/drawingml/2006/main">
            <a:off x="7162800" y="3048000"/>
            <a:ext cx="426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수정 전에 측정하고,</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소스·명세·테스트를 확인.</a:t>
            </a:r>
          </a:p>
        </p:txBody>
      </p:sp>
      <p:sp>
        <p:nvSpPr>
          <p:cNvPr id="27" name="">
            <a:extLst xmlns:a="http://schemas.openxmlformats.org/drawingml/2006/main">
              <a:ext uri="{FF2B5EF4-FFF2-40B4-BE49-F238E27FC236}">
                <a16:creationId xmlns:a16="http://schemas.microsoft.com/office/drawing/2014/main" id="{E5F70E49-0B3D-4B2E-9DE3-943618D092F1}"/>
              </a:ext>
            </a:extLst>
          </p:cNvPr>
          <p:cNvSpPr>
            <a:spLocks xmlns:a="http://schemas.openxmlformats.org/drawingml/2006/main" noGrp="1"/>
          </p:cNvSpPr>
          <p:nvPr/>
        </p:nvSpPr>
        <p:spPr>
          <a:xfrm xmlns:a="http://schemas.openxmlformats.org/drawingml/2006/main">
            <a:off x="6419850" y="3762375"/>
            <a:ext cx="51625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8" name="02">
            <a:extLst xmlns:a="http://schemas.openxmlformats.org/drawingml/2006/main">
              <a:ext uri="{FF2B5EF4-FFF2-40B4-BE49-F238E27FC236}">
                <a16:creationId xmlns:a16="http://schemas.microsoft.com/office/drawing/2014/main" id="{1FACC38A-2461-4877-AF03-4610A05BF00F}"/>
              </a:ext>
            </a:extLst>
          </p:cNvPr>
          <p:cNvSpPr>
            <a:spLocks xmlns:a="http://schemas.openxmlformats.org/drawingml/2006/main" noGrp="1"/>
          </p:cNvSpPr>
          <p:nvPr/>
        </p:nvSpPr>
        <p:spPr>
          <a:xfrm xmlns:a="http://schemas.openxmlformats.org/drawingml/2006/main">
            <a:off x="6553200" y="38957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02</a:t>
            </a:r>
          </a:p>
        </p:txBody>
      </p:sp>
      <p:sp>
        <p:nvSpPr>
          <p:cNvPr id="29" name="계획을 밝힌 뒤&#10;최소한의 변경을 수행.">
            <a:extLst xmlns:a="http://schemas.openxmlformats.org/drawingml/2006/main">
              <a:ext uri="{FF2B5EF4-FFF2-40B4-BE49-F238E27FC236}">
                <a16:creationId xmlns:a16="http://schemas.microsoft.com/office/drawing/2014/main" id="{E097C9B4-912D-45AE-943B-73C483BEEA3A}"/>
              </a:ext>
            </a:extLst>
          </p:cNvPr>
          <p:cNvSpPr>
            <a:spLocks xmlns:a="http://schemas.openxmlformats.org/drawingml/2006/main" noGrp="1"/>
          </p:cNvSpPr>
          <p:nvPr/>
        </p:nvSpPr>
        <p:spPr>
          <a:xfrm xmlns:a="http://schemas.openxmlformats.org/drawingml/2006/main">
            <a:off x="7162800" y="3810000"/>
            <a:ext cx="426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계획을 밝힌 뒤</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최소한의 변경을 수행.</a:t>
            </a:r>
          </a:p>
        </p:txBody>
      </p:sp>
      <p:sp>
        <p:nvSpPr>
          <p:cNvPr id="30" name="">
            <a:extLst xmlns:a="http://schemas.openxmlformats.org/drawingml/2006/main">
              <a:ext uri="{FF2B5EF4-FFF2-40B4-BE49-F238E27FC236}">
                <a16:creationId xmlns:a16="http://schemas.microsoft.com/office/drawing/2014/main" id="{325A7C32-46B3-408E-9AFE-A1B2269F01E4}"/>
              </a:ext>
            </a:extLst>
          </p:cNvPr>
          <p:cNvSpPr>
            <a:spLocks xmlns:a="http://schemas.openxmlformats.org/drawingml/2006/main" noGrp="1"/>
          </p:cNvSpPr>
          <p:nvPr/>
        </p:nvSpPr>
        <p:spPr>
          <a:xfrm xmlns:a="http://schemas.openxmlformats.org/drawingml/2006/main">
            <a:off x="6419850" y="4524375"/>
            <a:ext cx="5162550" cy="7239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31" name="03">
            <a:extLst xmlns:a="http://schemas.openxmlformats.org/drawingml/2006/main">
              <a:ext uri="{FF2B5EF4-FFF2-40B4-BE49-F238E27FC236}">
                <a16:creationId xmlns:a16="http://schemas.microsoft.com/office/drawing/2014/main" id="{0A333CD0-51BE-4495-97B9-F9E7317AEE51}"/>
              </a:ext>
            </a:extLst>
          </p:cNvPr>
          <p:cNvSpPr>
            <a:spLocks xmlns:a="http://schemas.openxmlformats.org/drawingml/2006/main" noGrp="1"/>
          </p:cNvSpPr>
          <p:nvPr/>
        </p:nvSpPr>
        <p:spPr>
          <a:xfrm xmlns:a="http://schemas.openxmlformats.org/drawingml/2006/main">
            <a:off x="6553200" y="46577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03</a:t>
            </a:r>
          </a:p>
        </p:txBody>
      </p:sp>
      <p:sp>
        <p:nvSpPr>
          <p:cNvPr id="32" name="관련·전체 테스트와 동일 측정,&#10;CLI·diff 확인 및 최종 검토.">
            <a:extLst xmlns:a="http://schemas.openxmlformats.org/drawingml/2006/main">
              <a:ext uri="{FF2B5EF4-FFF2-40B4-BE49-F238E27FC236}">
                <a16:creationId xmlns:a16="http://schemas.microsoft.com/office/drawing/2014/main" id="{A11479AD-1D8B-45DC-8BEE-425BBD41D881}"/>
              </a:ext>
            </a:extLst>
          </p:cNvPr>
          <p:cNvSpPr>
            <a:spLocks xmlns:a="http://schemas.openxmlformats.org/drawingml/2006/main" noGrp="1"/>
          </p:cNvSpPr>
          <p:nvPr/>
        </p:nvSpPr>
        <p:spPr>
          <a:xfrm xmlns:a="http://schemas.openxmlformats.org/drawingml/2006/main">
            <a:off x="7162800" y="4572000"/>
            <a:ext cx="426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관련·전체 테스트와 동일 측정,</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CLI·diff 확인 및 최종 검토.</a:t>
            </a:r>
          </a:p>
        </p:txBody>
      </p:sp>
      <p:sp>
        <p:nvSpPr>
          <p:cNvPr id="33" name="목표는 달라도, 확인하고 판단하는 지시가 반복됐다">
            <a:extLst xmlns:a="http://schemas.openxmlformats.org/drawingml/2006/main">
              <a:ext uri="{FF2B5EF4-FFF2-40B4-BE49-F238E27FC236}">
                <a16:creationId xmlns:a16="http://schemas.microsoft.com/office/drawing/2014/main" id="{9AC1549F-4E26-4C5A-9E65-CFA942400E03}"/>
              </a:ext>
            </a:extLst>
          </p:cNvPr>
          <p:cNvSpPr>
            <a:spLocks xmlns:a="http://schemas.openxmlformats.org/drawingml/2006/main" noGrp="1"/>
          </p:cNvSpPr>
          <p:nvPr/>
        </p:nvSpPr>
        <p:spPr>
          <a:xfrm xmlns:a="http://schemas.openxmlformats.org/drawingml/2006/main">
            <a:off x="609600" y="53911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목표는 달라도, 확인하고 판단하는 지시가 반복됐다</a:t>
            </a:r>
          </a:p>
        </p:txBody>
      </p:sp>
      <p:sp>
        <p:nvSpPr>
          <p:cNvPr id="34" name="Legacy module connection">
            <a:extLst xmlns:a="http://schemas.openxmlformats.org/drawingml/2006/main">
              <a:ext uri="{FF2B5EF4-FFF2-40B4-BE49-F238E27FC236}">
                <a16:creationId xmlns:a16="http://schemas.microsoft.com/office/drawing/2014/main" id="{138D0FC9-AB6E-43B9-963D-0B353A8CFD31}"/>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M5 · M8</a:t>
            </a:r>
          </a:p>
        </p:txBody>
      </p:sp>
    </p:spTree>
    <p:extLst>
      <p:ext uri="{BB962C8B-B14F-4D97-AF65-F5344CB8AC3E}">
        <p14:creationId xmlns:p14="http://schemas.microsoft.com/office/powerpoint/2010/main" val="1155284195"/>
      </p:ext>
    </p:extLst>
  </p:cSld>
</p:sld>
</file>

<file path=ppt/slides/slide5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8" name="ACT 3 · 반복되는 방법을 누가 유지할까?">
            <a:extLst xmlns:a="http://schemas.openxmlformats.org/drawingml/2006/main">
              <a:ext uri="{FF2B5EF4-FFF2-40B4-BE49-F238E27FC236}">
                <a16:creationId xmlns:a16="http://schemas.microsoft.com/office/drawing/2014/main" id="{8B2ED8FC-3C59-4050-B7FA-16C85C429691}"/>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반복되는 방법을 누가 유지할까?</a:t>
            </a:r>
          </a:p>
        </p:txBody>
      </p:sp>
      <p:sp>
        <p:nvSpPr>
          <p:cNvPr id="2" name="S51">
            <a:extLst xmlns:a="http://schemas.openxmlformats.org/drawingml/2006/main">
              <a:ext uri="{FF2B5EF4-FFF2-40B4-BE49-F238E27FC236}">
                <a16:creationId xmlns:a16="http://schemas.microsoft.com/office/drawing/2014/main" id="{544104AF-0200-4A21-8CFE-C32DD481A054}"/>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S51</a:t>
            </a:r>
          </a:p>
        </p:txBody>
      </p:sp>
      <p:sp>
        <p:nvSpPr>
          <p:cNvPr id="3" name="테스트 명령과 수행 방법의 책임을 나눈다">
            <a:extLst xmlns:a="http://schemas.openxmlformats.org/drawingml/2006/main">
              <a:ext uri="{FF2B5EF4-FFF2-40B4-BE49-F238E27FC236}">
                <a16:creationId xmlns:a16="http://schemas.microsoft.com/office/drawing/2014/main" id="{C8F87D9E-F269-4D0D-902A-FA3C3FF1B212}"/>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테스트 명령과 수행 방법의 책임을 나눈다</a:t>
            </a:r>
          </a:p>
        </p:txBody>
      </p:sp>
      <p:sp>
        <p:nvSpPr>
          <p:cNvPr id="4" name="">
            <a:extLst xmlns:a="http://schemas.openxmlformats.org/drawingml/2006/main">
              <a:ext uri="{FF2B5EF4-FFF2-40B4-BE49-F238E27FC236}">
                <a16:creationId xmlns:a16="http://schemas.microsoft.com/office/drawing/2014/main" id="{C2091FD3-9973-4806-BC5B-ABE0DCA376B0}"/>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책임 구분 · 기존 AGENTS.md 지침과 TRIAL-006/007의 반복 요청을 연결">
            <a:extLst xmlns:a="http://schemas.openxmlformats.org/drawingml/2006/main">
              <a:ext uri="{FF2B5EF4-FFF2-40B4-BE49-F238E27FC236}">
                <a16:creationId xmlns:a16="http://schemas.microsoft.com/office/drawing/2014/main" id="{AA0C100F-F0DE-4F03-AAEA-5187715FFDA6}"/>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책임 구분 · 기존 AGENTS.md 지침과 TRIAL-006/007의 반복 요청을 연결</a:t>
            </a:r>
          </a:p>
        </p:txBody>
      </p:sp>
      <p:sp>
        <p:nvSpPr>
          <p:cNvPr id="6" name="AGENTS.md에도 절차를 쓸 수 있음 · 저장 형식의 배타적 분류나 Skill의 필수성 주장이 아님">
            <a:extLst xmlns:a="http://schemas.openxmlformats.org/drawingml/2006/main">
              <a:ext uri="{FF2B5EF4-FFF2-40B4-BE49-F238E27FC236}">
                <a16:creationId xmlns:a16="http://schemas.microsoft.com/office/drawing/2014/main" id="{48B5A9C6-896A-4FA2-A69A-664A29FA3C83}"/>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AGENTS.md에도 절차를 쓸 수 있음 · 저장 형식의 배타적 분류나 Skill의 필수성 주장이 아님</a:t>
            </a:r>
          </a:p>
        </p:txBody>
      </p:sp>
      <p:sp>
        <p:nvSpPr>
          <p:cNvPr id="7" name="같은 테스트 명령을 알아도, 작업 중 판단은 남는다">
            <a:extLst xmlns:a="http://schemas.openxmlformats.org/drawingml/2006/main">
              <a:ext uri="{FF2B5EF4-FFF2-40B4-BE49-F238E27FC236}">
                <a16:creationId xmlns:a16="http://schemas.microsoft.com/office/drawing/2014/main" id="{BFA2BEBE-C35D-4531-9CF8-9047800E2AD3}"/>
              </a:ext>
            </a:extLst>
          </p:cNvPr>
          <p:cNvSpPr>
            <a:spLocks xmlns:a="http://schemas.openxmlformats.org/drawingml/2006/main" noGrp="1"/>
          </p:cNvSpPr>
          <p:nvPr/>
        </p:nvSpPr>
        <p:spPr>
          <a:xfrm xmlns:a="http://schemas.openxmlformats.org/drawingml/2006/main">
            <a:off x="609600" y="17049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같은 테스트 명령을 알아도, 작업 중 판단은 남는다</a:t>
            </a:r>
          </a:p>
        </p:txBody>
      </p:sp>
      <p:sp>
        <p:nvSpPr>
          <p:cNvPr id="8" name="">
            <a:extLst xmlns:a="http://schemas.openxmlformats.org/drawingml/2006/main">
              <a:ext uri="{FF2B5EF4-FFF2-40B4-BE49-F238E27FC236}">
                <a16:creationId xmlns:a16="http://schemas.microsoft.com/office/drawing/2014/main" id="{BA9A4238-98E9-4EC5-BA6E-7969041B0AA3}"/>
              </a:ext>
            </a:extLst>
          </p:cNvPr>
          <p:cNvSpPr>
            <a:spLocks xmlns:a="http://schemas.openxmlformats.org/drawingml/2006/main" noGrp="1"/>
          </p:cNvSpPr>
          <p:nvPr/>
        </p:nvSpPr>
        <p:spPr>
          <a:xfrm xmlns:a="http://schemas.openxmlformats.org/drawingml/2006/main">
            <a:off x="609600" y="2419350"/>
            <a:ext cx="4572000" cy="2124075"/>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9" name="프로젝트가 안내할 것">
            <a:extLst xmlns:a="http://schemas.openxmlformats.org/drawingml/2006/main">
              <a:ext uri="{FF2B5EF4-FFF2-40B4-BE49-F238E27FC236}">
                <a16:creationId xmlns:a16="http://schemas.microsoft.com/office/drawing/2014/main" id="{BD0ABC97-7828-42AC-8248-ABA1CA8A1078}"/>
              </a:ext>
            </a:extLst>
          </p:cNvPr>
          <p:cNvSpPr>
            <a:spLocks xmlns:a="http://schemas.openxmlformats.org/drawingml/2006/main" noGrp="1"/>
          </p:cNvSpPr>
          <p:nvPr/>
        </p:nvSpPr>
        <p:spPr>
          <a:xfrm xmlns:a="http://schemas.openxmlformats.org/drawingml/2006/main">
            <a:off x="781050" y="2533650"/>
            <a:ext cx="422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프로젝트가 안내할 것</a:t>
            </a:r>
          </a:p>
        </p:txBody>
      </p:sp>
      <p:sp>
        <p:nvSpPr>
          <p:cNvPr id="10" name="참고할 명세 · 허용 범위&#10;테스트를 시작하는 명령&#10;현재 기준 문서의 위치">
            <a:extLst xmlns:a="http://schemas.openxmlformats.org/drawingml/2006/main">
              <a:ext uri="{FF2B5EF4-FFF2-40B4-BE49-F238E27FC236}">
                <a16:creationId xmlns:a16="http://schemas.microsoft.com/office/drawing/2014/main" id="{5035D9B3-7FE3-4FB9-B12E-611CE49FC0D8}"/>
              </a:ext>
            </a:extLst>
          </p:cNvPr>
          <p:cNvSpPr>
            <a:spLocks xmlns:a="http://schemas.openxmlformats.org/drawingml/2006/main" noGrp="1"/>
          </p:cNvSpPr>
          <p:nvPr/>
        </p:nvSpPr>
        <p:spPr>
          <a:xfrm xmlns:a="http://schemas.openxmlformats.org/drawingml/2006/main">
            <a:off x="781050" y="3057525"/>
            <a:ext cx="4229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참고할 명세 · 허용 범위</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테스트를 시작하는 명령</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현재 기준 문서의 위치</a:t>
            </a:r>
          </a:p>
        </p:txBody>
      </p:sp>
      <p:sp>
        <p:nvSpPr>
          <p:cNvPr id="11" name="">
            <a:extLst xmlns:a="http://schemas.openxmlformats.org/drawingml/2006/main">
              <a:ext uri="{FF2B5EF4-FFF2-40B4-BE49-F238E27FC236}">
                <a16:creationId xmlns:a16="http://schemas.microsoft.com/office/drawing/2014/main" id="{03F1610E-7850-4A88-B180-37BFFBA8C55C}"/>
              </a:ext>
            </a:extLst>
          </p:cNvPr>
          <p:cNvSpPr>
            <a:spLocks xmlns:a="http://schemas.openxmlformats.org/drawingml/2006/main" noGrp="1"/>
          </p:cNvSpPr>
          <p:nvPr/>
        </p:nvSpPr>
        <p:spPr>
          <a:xfrm xmlns:a="http://schemas.openxmlformats.org/drawingml/2006/main">
            <a:off x="5429250" y="3228975"/>
            <a:ext cx="342900" cy="2286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600F7F2-C892-476E-A9F1-984595F52AEF}"/>
              </a:ext>
            </a:extLst>
          </p:cNvPr>
          <p:cNvSpPr>
            <a:spLocks xmlns:a="http://schemas.openxmlformats.org/drawingml/2006/main" noGrp="1"/>
          </p:cNvSpPr>
          <p:nvPr/>
        </p:nvSpPr>
        <p:spPr>
          <a:xfrm xmlns:a="http://schemas.openxmlformats.org/drawingml/2006/main">
            <a:off x="6096000" y="2419350"/>
            <a:ext cx="5486400" cy="212407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3" name="반복 절차가 정할 것">
            <a:extLst xmlns:a="http://schemas.openxmlformats.org/drawingml/2006/main">
              <a:ext uri="{FF2B5EF4-FFF2-40B4-BE49-F238E27FC236}">
                <a16:creationId xmlns:a16="http://schemas.microsoft.com/office/drawing/2014/main" id="{82D7E07B-D4B9-4FAE-AD7B-5BC85764E245}"/>
              </a:ext>
            </a:extLst>
          </p:cNvPr>
          <p:cNvSpPr>
            <a:spLocks xmlns:a="http://schemas.openxmlformats.org/drawingml/2006/main" noGrp="1"/>
          </p:cNvSpPr>
          <p:nvPr/>
        </p:nvSpPr>
        <p:spPr>
          <a:xfrm xmlns:a="http://schemas.openxmlformats.org/drawingml/2006/main">
            <a:off x="6267450" y="25336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반복 절차가 정할 것</a:t>
            </a:r>
          </a:p>
        </p:txBody>
      </p:sp>
      <p:sp>
        <p:nvSpPr>
          <p:cNvPr id="14" name="변경 전에 무엇을 측정할까?&#10;어떤 조건이면 변경·중단할까?&#10;무엇을 확인하고 보고할까?">
            <a:extLst xmlns:a="http://schemas.openxmlformats.org/drawingml/2006/main">
              <a:ext uri="{FF2B5EF4-FFF2-40B4-BE49-F238E27FC236}">
                <a16:creationId xmlns:a16="http://schemas.microsoft.com/office/drawing/2014/main" id="{11822CD8-E3AA-4E69-A9D3-23F264930D18}"/>
              </a:ext>
            </a:extLst>
          </p:cNvPr>
          <p:cNvSpPr>
            <a:spLocks xmlns:a="http://schemas.openxmlformats.org/drawingml/2006/main" noGrp="1"/>
          </p:cNvSpPr>
          <p:nvPr/>
        </p:nvSpPr>
        <p:spPr>
          <a:xfrm xmlns:a="http://schemas.openxmlformats.org/drawingml/2006/main">
            <a:off x="6267450" y="3057525"/>
            <a:ext cx="5143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변경 전에 무엇을 측정할까?</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어떤 조건이면 변경·중단할까?</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무엇을 확인하고 보고할까?</a:t>
            </a:r>
          </a:p>
        </p:txBody>
      </p:sp>
      <p:sp>
        <p:nvSpPr>
          <p:cNvPr id="15" name="공통 안내와 여러 단계의 작업 방법을 유지할 책임을 나눈다">
            <a:extLst xmlns:a="http://schemas.openxmlformats.org/drawingml/2006/main">
              <a:ext uri="{FF2B5EF4-FFF2-40B4-BE49-F238E27FC236}">
                <a16:creationId xmlns:a16="http://schemas.microsoft.com/office/drawing/2014/main" id="{DDD12F10-F021-4000-981E-853F42122369}"/>
              </a:ext>
            </a:extLst>
          </p:cNvPr>
          <p:cNvSpPr>
            <a:spLocks xmlns:a="http://schemas.openxmlformats.org/drawingml/2006/main" noGrp="1"/>
          </p:cNvSpPr>
          <p:nvPr/>
        </p:nvSpPr>
        <p:spPr>
          <a:xfrm xmlns:a="http://schemas.openxmlformats.org/drawingml/2006/main">
            <a:off x="609600" y="49149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공통 안내와 여러 단계의 작업 방법을 유지할 책임을 나눈다</a:t>
            </a:r>
          </a:p>
        </p:txBody>
      </p:sp>
      <p:sp>
        <p:nvSpPr>
          <p:cNvPr id="16" name="파일 이름보다, 적용할 때와 고칠 책임을 먼저 정한다">
            <a:extLst xmlns:a="http://schemas.openxmlformats.org/drawingml/2006/main">
              <a:ext uri="{FF2B5EF4-FFF2-40B4-BE49-F238E27FC236}">
                <a16:creationId xmlns:a16="http://schemas.microsoft.com/office/drawing/2014/main" id="{5D2C7496-33E1-46D2-9A0C-194790F1F0CD}"/>
              </a:ext>
            </a:extLst>
          </p:cNvPr>
          <p:cNvSpPr>
            <a:spLocks xmlns:a="http://schemas.openxmlformats.org/drawingml/2006/main" noGrp="1"/>
          </p:cNvSpPr>
          <p:nvPr/>
        </p:nvSpPr>
        <p:spPr>
          <a:xfrm xmlns:a="http://schemas.openxmlformats.org/drawingml/2006/main">
            <a:off x="609600" y="53816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파일 이름보다, 적용할 때와 고칠 책임을 먼저 정한다</a:t>
            </a:r>
          </a:p>
        </p:txBody>
      </p:sp>
      <p:sp>
        <p:nvSpPr>
          <p:cNvPr id="17" name="Legacy module connection">
            <a:extLst xmlns:a="http://schemas.openxmlformats.org/drawingml/2006/main">
              <a:ext uri="{FF2B5EF4-FFF2-40B4-BE49-F238E27FC236}">
                <a16:creationId xmlns:a16="http://schemas.microsoft.com/office/drawing/2014/main" id="{3C46052A-44E1-4134-914B-9FAC7F865097}"/>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M8</a:t>
            </a:r>
          </a:p>
        </p:txBody>
      </p:sp>
    </p:spTree>
    <p:extLst>
      <p:ext uri="{BB962C8B-B14F-4D97-AF65-F5344CB8AC3E}">
        <p14:creationId xmlns:p14="http://schemas.microsoft.com/office/powerpoint/2010/main" val="917666970"/>
      </p:ext>
    </p:extLst>
  </p:cSld>
</p:sld>
</file>

<file path=ppt/slides/slide5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3" name="ACT 3 · normalize 요청을 끝까지 따라가기">
            <a:extLst xmlns:a="http://schemas.openxmlformats.org/drawingml/2006/main">
              <a:ext uri="{FF2B5EF4-FFF2-40B4-BE49-F238E27FC236}">
                <a16:creationId xmlns:a16="http://schemas.microsoft.com/office/drawing/2014/main" id="{0FE22051-23D2-4418-9836-990BD0977D56}"/>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normalize 요청을 끝까지 따라가기</a:t>
            </a:r>
          </a:p>
        </p:txBody>
      </p:sp>
      <p:sp>
        <p:nvSpPr>
          <p:cNvPr id="2" name="S52">
            <a:extLst xmlns:a="http://schemas.openxmlformats.org/drawingml/2006/main">
              <a:ext uri="{FF2B5EF4-FFF2-40B4-BE49-F238E27FC236}">
                <a16:creationId xmlns:a16="http://schemas.microsoft.com/office/drawing/2014/main" id="{68ACAD40-96A5-4482-B565-6E8CE817A796}"/>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S52</a:t>
            </a:r>
          </a:p>
        </p:txBody>
      </p:sp>
      <p:sp>
        <p:nvSpPr>
          <p:cNvPr id="3" name="한 성능 작업에 세 책임을 적용하면">
            <a:extLst xmlns:a="http://schemas.openxmlformats.org/drawingml/2006/main">
              <a:ext uri="{FF2B5EF4-FFF2-40B4-BE49-F238E27FC236}">
                <a16:creationId xmlns:a16="http://schemas.microsoft.com/office/drawing/2014/main" id="{1B5B03A8-DDFC-4187-880C-85B24B50AFC2}"/>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한 성능 작업에 세 책임을 적용하면</a:t>
            </a:r>
          </a:p>
        </p:txBody>
      </p:sp>
      <p:sp>
        <p:nvSpPr>
          <p:cNvPr id="4" name="">
            <a:extLst xmlns:a="http://schemas.openxmlformats.org/drawingml/2006/main">
              <a:ext uri="{FF2B5EF4-FFF2-40B4-BE49-F238E27FC236}">
                <a16:creationId xmlns:a16="http://schemas.microsoft.com/office/drawing/2014/main" id="{D93AAC0B-80BC-4E30-A146-6DFD695CBD74}"/>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적용 예 · TRIAL-006/007의 목표·보존 조건·절차를 구분">
            <a:extLst xmlns:a="http://schemas.openxmlformats.org/drawingml/2006/main">
              <a:ext uri="{FF2B5EF4-FFF2-40B4-BE49-F238E27FC236}">
                <a16:creationId xmlns:a16="http://schemas.microsoft.com/office/drawing/2014/main" id="{C3BCA3AD-890B-474D-8553-A85B97A19FE0}"/>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적용 예 · TRIAL-006/007의 목표·보존 조건·절차를 구분</a:t>
            </a:r>
          </a:p>
        </p:txBody>
      </p:sp>
      <p:sp>
        <p:nvSpPr>
          <p:cNvPr id="6" name="세 책임은 함께 적용됨 · 공식 제품 분류나 이 예시를 그대로 실행한 새 Trial이 아님">
            <a:extLst xmlns:a="http://schemas.openxmlformats.org/drawingml/2006/main">
              <a:ext uri="{FF2B5EF4-FFF2-40B4-BE49-F238E27FC236}">
                <a16:creationId xmlns:a16="http://schemas.microsoft.com/office/drawing/2014/main" id="{8CCEB5D2-3685-49D6-B985-CA553459A055}"/>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세 책임은 함께 적용됨 · 공식 제품 분류나 이 예시를 그대로 실행한 새 Trial이 아님</a:t>
            </a:r>
          </a:p>
        </p:txBody>
      </p:sp>
      <p:sp>
        <p:nvSpPr>
          <p:cNvPr id="7" name="">
            <a:extLst xmlns:a="http://schemas.openxmlformats.org/drawingml/2006/main">
              <a:ext uri="{FF2B5EF4-FFF2-40B4-BE49-F238E27FC236}">
                <a16:creationId xmlns:a16="http://schemas.microsoft.com/office/drawing/2014/main" id="{889795D5-1E4A-41DC-8C26-2FDC16692BBB}"/>
              </a:ext>
            </a:extLst>
          </p:cNvPr>
          <p:cNvSpPr>
            <a:spLocks xmlns:a="http://schemas.openxmlformats.org/drawingml/2006/main" noGrp="1"/>
          </p:cNvSpPr>
          <p:nvPr/>
        </p:nvSpPr>
        <p:spPr>
          <a:xfrm xmlns:a="http://schemas.openxmlformats.org/drawingml/2006/main">
            <a:off x="609600" y="2371725"/>
            <a:ext cx="3352800" cy="228600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8" name="01  이번 요청">
            <a:extLst xmlns:a="http://schemas.openxmlformats.org/drawingml/2006/main">
              <a:ext uri="{FF2B5EF4-FFF2-40B4-BE49-F238E27FC236}">
                <a16:creationId xmlns:a16="http://schemas.microsoft.com/office/drawing/2014/main" id="{FAAE2E58-963B-4C1F-AB7E-48D67095E728}"/>
              </a:ext>
            </a:extLst>
          </p:cNvPr>
          <p:cNvSpPr>
            <a:spLocks xmlns:a="http://schemas.openxmlformats.org/drawingml/2006/main" noGrp="1"/>
          </p:cNvSpPr>
          <p:nvPr/>
        </p:nvSpPr>
        <p:spPr>
          <a:xfrm xmlns:a="http://schemas.openxmlformats.org/drawingml/2006/main">
            <a:off x="781050" y="2486025"/>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01  이번 요청</a:t>
            </a:r>
          </a:p>
        </p:txBody>
      </p:sp>
      <p:sp>
        <p:nvSpPr>
          <p:cNvPr id="9" name="normalize 성능을 조사해줘.">
            <a:extLst xmlns:a="http://schemas.openxmlformats.org/drawingml/2006/main">
              <a:ext uri="{FF2B5EF4-FFF2-40B4-BE49-F238E27FC236}">
                <a16:creationId xmlns:a16="http://schemas.microsoft.com/office/drawing/2014/main" id="{85F0ADD0-85A2-4CD1-9BC1-41AE5C04F793}"/>
              </a:ext>
            </a:extLst>
          </p:cNvPr>
          <p:cNvSpPr>
            <a:spLocks xmlns:a="http://schemas.openxmlformats.org/drawingml/2006/main" noGrp="1"/>
          </p:cNvSpPr>
          <p:nvPr/>
        </p:nvSpPr>
        <p:spPr>
          <a:xfrm xmlns:a="http://schemas.openxmlformats.org/drawingml/2006/main">
            <a:off x="781050" y="3009900"/>
            <a:ext cx="30099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normalize 성능을 조사해줘.</a:t>
            </a:r>
          </a:p>
        </p:txBody>
      </p:sp>
      <p:sp>
        <p:nvSpPr>
          <p:cNvPr id="10" name="현재 목표와 허용 범위">
            <a:extLst xmlns:a="http://schemas.openxmlformats.org/drawingml/2006/main">
              <a:ext uri="{FF2B5EF4-FFF2-40B4-BE49-F238E27FC236}">
                <a16:creationId xmlns:a16="http://schemas.microsoft.com/office/drawing/2014/main" id="{955EB839-5932-4524-BFB3-2A0C5032080D}"/>
              </a:ext>
            </a:extLst>
          </p:cNvPr>
          <p:cNvSpPr>
            <a:spLocks xmlns:a="http://schemas.openxmlformats.org/drawingml/2006/main" noGrp="1"/>
          </p:cNvSpPr>
          <p:nvPr/>
        </p:nvSpPr>
        <p:spPr>
          <a:xfrm xmlns:a="http://schemas.openxmlformats.org/drawingml/2006/main">
            <a:off x="609600" y="4867275"/>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현재 목표와 허용 범위</a:t>
            </a:r>
          </a:p>
        </p:txBody>
      </p:sp>
      <p:sp>
        <p:nvSpPr>
          <p:cNvPr id="11" name="+">
            <a:extLst xmlns:a="http://schemas.openxmlformats.org/drawingml/2006/main">
              <a:ext uri="{FF2B5EF4-FFF2-40B4-BE49-F238E27FC236}">
                <a16:creationId xmlns:a16="http://schemas.microsoft.com/office/drawing/2014/main" id="{9A750D2E-25D0-45A7-AC66-7D82F0E41A9E}"/>
              </a:ext>
            </a:extLst>
          </p:cNvPr>
          <p:cNvSpPr>
            <a:spLocks xmlns:a="http://schemas.openxmlformats.org/drawingml/2006/main" noGrp="1"/>
          </p:cNvSpPr>
          <p:nvPr/>
        </p:nvSpPr>
        <p:spPr>
          <a:xfrm xmlns:a="http://schemas.openxmlformats.org/drawingml/2006/main">
            <a:off x="4067175" y="3171825"/>
            <a:ext cx="228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a:t>
            </a:r>
          </a:p>
        </p:txBody>
      </p:sp>
      <p:sp>
        <p:nvSpPr>
          <p:cNvPr id="12" name="">
            <a:extLst xmlns:a="http://schemas.openxmlformats.org/drawingml/2006/main">
              <a:ext uri="{FF2B5EF4-FFF2-40B4-BE49-F238E27FC236}">
                <a16:creationId xmlns:a16="http://schemas.microsoft.com/office/drawing/2014/main" id="{427D421C-61F2-40BB-9390-84956AED944A}"/>
              </a:ext>
            </a:extLst>
          </p:cNvPr>
          <p:cNvSpPr>
            <a:spLocks xmlns:a="http://schemas.openxmlformats.org/drawingml/2006/main" noGrp="1"/>
          </p:cNvSpPr>
          <p:nvPr/>
        </p:nvSpPr>
        <p:spPr>
          <a:xfrm xmlns:a="http://schemas.openxmlformats.org/drawingml/2006/main">
            <a:off x="4419600" y="2371725"/>
            <a:ext cx="3352800" cy="22860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3" name="02  프로젝트 기준">
            <a:extLst xmlns:a="http://schemas.openxmlformats.org/drawingml/2006/main">
              <a:ext uri="{FF2B5EF4-FFF2-40B4-BE49-F238E27FC236}">
                <a16:creationId xmlns:a16="http://schemas.microsoft.com/office/drawing/2014/main" id="{B5B8DA96-3243-43B0-973B-A201DCE9B6E6}"/>
              </a:ext>
            </a:extLst>
          </p:cNvPr>
          <p:cNvSpPr>
            <a:spLocks xmlns:a="http://schemas.openxmlformats.org/drawingml/2006/main" noGrp="1"/>
          </p:cNvSpPr>
          <p:nvPr/>
        </p:nvSpPr>
        <p:spPr>
          <a:xfrm xmlns:a="http://schemas.openxmlformats.org/drawingml/2006/main">
            <a:off x="4591050" y="2486025"/>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02  프로젝트 기준</a:t>
            </a:r>
          </a:p>
        </p:txBody>
      </p:sp>
      <p:sp>
        <p:nvSpPr>
          <p:cNvPr id="14" name="기존 이미지 동작과&#10;공개 명세를 보존한다.">
            <a:extLst xmlns:a="http://schemas.openxmlformats.org/drawingml/2006/main">
              <a:ext uri="{FF2B5EF4-FFF2-40B4-BE49-F238E27FC236}">
                <a16:creationId xmlns:a16="http://schemas.microsoft.com/office/drawing/2014/main" id="{BAE67266-FA6E-48AC-A952-719948AD5B03}"/>
              </a:ext>
            </a:extLst>
          </p:cNvPr>
          <p:cNvSpPr>
            <a:spLocks xmlns:a="http://schemas.openxmlformats.org/drawingml/2006/main" noGrp="1"/>
          </p:cNvSpPr>
          <p:nvPr/>
        </p:nvSpPr>
        <p:spPr>
          <a:xfrm xmlns:a="http://schemas.openxmlformats.org/drawingml/2006/main">
            <a:off x="4591050" y="3009900"/>
            <a:ext cx="30099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기존 이미지 동작과</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공개 명세를 보존한다.</a:t>
            </a:r>
          </a:p>
        </p:txBody>
      </p:sp>
      <p:sp>
        <p:nvSpPr>
          <p:cNvPr id="15" name="계속 참고할 정보">
            <a:extLst xmlns:a="http://schemas.openxmlformats.org/drawingml/2006/main">
              <a:ext uri="{FF2B5EF4-FFF2-40B4-BE49-F238E27FC236}">
                <a16:creationId xmlns:a16="http://schemas.microsoft.com/office/drawing/2014/main" id="{4C04DC39-6AE9-4837-A45E-B879D7DD5DE8}"/>
              </a:ext>
            </a:extLst>
          </p:cNvPr>
          <p:cNvSpPr>
            <a:spLocks xmlns:a="http://schemas.openxmlformats.org/drawingml/2006/main" noGrp="1"/>
          </p:cNvSpPr>
          <p:nvPr/>
        </p:nvSpPr>
        <p:spPr>
          <a:xfrm xmlns:a="http://schemas.openxmlformats.org/drawingml/2006/main">
            <a:off x="4419600" y="4867275"/>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계속 참고할 정보</a:t>
            </a:r>
          </a:p>
        </p:txBody>
      </p:sp>
      <p:sp>
        <p:nvSpPr>
          <p:cNvPr id="16" name="+">
            <a:extLst xmlns:a="http://schemas.openxmlformats.org/drawingml/2006/main">
              <a:ext uri="{FF2B5EF4-FFF2-40B4-BE49-F238E27FC236}">
                <a16:creationId xmlns:a16="http://schemas.microsoft.com/office/drawing/2014/main" id="{E254EF65-2085-46EF-9241-85A8F39A29E3}"/>
              </a:ext>
            </a:extLst>
          </p:cNvPr>
          <p:cNvSpPr>
            <a:spLocks xmlns:a="http://schemas.openxmlformats.org/drawingml/2006/main" noGrp="1"/>
          </p:cNvSpPr>
          <p:nvPr/>
        </p:nvSpPr>
        <p:spPr>
          <a:xfrm xmlns:a="http://schemas.openxmlformats.org/drawingml/2006/main">
            <a:off x="7877175" y="3171825"/>
            <a:ext cx="228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a:t>
            </a:r>
          </a:p>
        </p:txBody>
      </p:sp>
      <p:sp>
        <p:nvSpPr>
          <p:cNvPr id="17" name="">
            <a:extLst xmlns:a="http://schemas.openxmlformats.org/drawingml/2006/main">
              <a:ext uri="{FF2B5EF4-FFF2-40B4-BE49-F238E27FC236}">
                <a16:creationId xmlns:a16="http://schemas.microsoft.com/office/drawing/2014/main" id="{2A5C2A02-D3DA-49AC-878D-CC2D1FA94D6D}"/>
              </a:ext>
            </a:extLst>
          </p:cNvPr>
          <p:cNvSpPr>
            <a:spLocks xmlns:a="http://schemas.openxmlformats.org/drawingml/2006/main" noGrp="1"/>
          </p:cNvSpPr>
          <p:nvPr/>
        </p:nvSpPr>
        <p:spPr>
          <a:xfrm xmlns:a="http://schemas.openxmlformats.org/drawingml/2006/main">
            <a:off x="8229600" y="2371725"/>
            <a:ext cx="3352800" cy="22860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8" name="03  수행 방법">
            <a:extLst xmlns:a="http://schemas.openxmlformats.org/drawingml/2006/main">
              <a:ext uri="{FF2B5EF4-FFF2-40B4-BE49-F238E27FC236}">
                <a16:creationId xmlns:a16="http://schemas.microsoft.com/office/drawing/2014/main" id="{7B8B54D4-9D45-44EB-946A-27507DEA2CBA}"/>
              </a:ext>
            </a:extLst>
          </p:cNvPr>
          <p:cNvSpPr>
            <a:spLocks xmlns:a="http://schemas.openxmlformats.org/drawingml/2006/main" noGrp="1"/>
          </p:cNvSpPr>
          <p:nvPr/>
        </p:nvSpPr>
        <p:spPr>
          <a:xfrm xmlns:a="http://schemas.openxmlformats.org/drawingml/2006/main">
            <a:off x="8401050" y="2486025"/>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03  수행 방법</a:t>
            </a:r>
          </a:p>
        </p:txBody>
      </p:sp>
      <p:sp>
        <p:nvSpPr>
          <p:cNvPr id="19" name="먼저 측정·조사하고&#10;변경 뒤 검증·비교한다.">
            <a:extLst xmlns:a="http://schemas.openxmlformats.org/drawingml/2006/main">
              <a:ext uri="{FF2B5EF4-FFF2-40B4-BE49-F238E27FC236}">
                <a16:creationId xmlns:a16="http://schemas.microsoft.com/office/drawing/2014/main" id="{32176932-0439-464D-B777-CC6FCE33F2F4}"/>
              </a:ext>
            </a:extLst>
          </p:cNvPr>
          <p:cNvSpPr>
            <a:spLocks xmlns:a="http://schemas.openxmlformats.org/drawingml/2006/main" noGrp="1"/>
          </p:cNvSpPr>
          <p:nvPr/>
        </p:nvSpPr>
        <p:spPr>
          <a:xfrm xmlns:a="http://schemas.openxmlformats.org/drawingml/2006/main">
            <a:off x="8401050" y="3009900"/>
            <a:ext cx="30099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먼저 측정·조사하고</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변경 뒤 검증·비교한다.</a:t>
            </a:r>
          </a:p>
        </p:txBody>
      </p:sp>
      <p:sp>
        <p:nvSpPr>
          <p:cNvPr id="20" name="다시 쓸 작업 절차">
            <a:extLst xmlns:a="http://schemas.openxmlformats.org/drawingml/2006/main">
              <a:ext uri="{FF2B5EF4-FFF2-40B4-BE49-F238E27FC236}">
                <a16:creationId xmlns:a16="http://schemas.microsoft.com/office/drawing/2014/main" id="{2454AB0F-F0DD-40D6-B510-F605F6A2B8FF}"/>
              </a:ext>
            </a:extLst>
          </p:cNvPr>
          <p:cNvSpPr>
            <a:spLocks xmlns:a="http://schemas.openxmlformats.org/drawingml/2006/main" noGrp="1"/>
          </p:cNvSpPr>
          <p:nvPr/>
        </p:nvSpPr>
        <p:spPr>
          <a:xfrm xmlns:a="http://schemas.openxmlformats.org/drawingml/2006/main">
            <a:off x="8229600" y="4867275"/>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다시 쓸 작업 절차</a:t>
            </a:r>
          </a:p>
        </p:txBody>
      </p:sp>
      <p:sp>
        <p:nvSpPr>
          <p:cNvPr id="21" name="다음 작업에도 같은 수행 방법이 필요하다면?">
            <a:extLst xmlns:a="http://schemas.openxmlformats.org/drawingml/2006/main">
              <a:ext uri="{FF2B5EF4-FFF2-40B4-BE49-F238E27FC236}">
                <a16:creationId xmlns:a16="http://schemas.microsoft.com/office/drawing/2014/main" id="{AD335E3B-23A6-4D86-9FB9-55952905DFEE}"/>
              </a:ext>
            </a:extLst>
          </p:cNvPr>
          <p:cNvSpPr>
            <a:spLocks xmlns:a="http://schemas.openxmlformats.org/drawingml/2006/main" noGrp="1"/>
          </p:cNvSpPr>
          <p:nvPr/>
        </p:nvSpPr>
        <p:spPr>
          <a:xfrm xmlns:a="http://schemas.openxmlformats.org/drawingml/2006/main">
            <a:off x="609600" y="54006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다음 작업에도 같은 수행 방법이 필요하다면?</a:t>
            </a:r>
          </a:p>
        </p:txBody>
      </p:sp>
      <p:sp>
        <p:nvSpPr>
          <p:cNvPr id="22" name="Legacy module connection">
            <a:extLst xmlns:a="http://schemas.openxmlformats.org/drawingml/2006/main">
              <a:ext uri="{FF2B5EF4-FFF2-40B4-BE49-F238E27FC236}">
                <a16:creationId xmlns:a16="http://schemas.microsoft.com/office/drawing/2014/main" id="{2A494F8E-2451-4AA2-87F7-88BA34219501}"/>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M8</a:t>
            </a:r>
          </a:p>
        </p:txBody>
      </p:sp>
    </p:spTree>
    <p:extLst>
      <p:ext uri="{BB962C8B-B14F-4D97-AF65-F5344CB8AC3E}">
        <p14:creationId xmlns:p14="http://schemas.microsoft.com/office/powerpoint/2010/main" val="1419581517"/>
      </p:ext>
    </p:extLst>
  </p:cSld>
</p:sld>
</file>

<file path=ppt/slides/slide5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8" name="ACT 3 · Skill은 재사용할 방법의 한 가지 구현">
            <a:extLst xmlns:a="http://schemas.openxmlformats.org/drawingml/2006/main">
              <a:ext uri="{FF2B5EF4-FFF2-40B4-BE49-F238E27FC236}">
                <a16:creationId xmlns:a16="http://schemas.microsoft.com/office/drawing/2014/main" id="{01670E7F-9B1A-43D0-9EA6-035104607253}"/>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Skill은 재사용할 방법의 한 가지 구현</a:t>
            </a:r>
          </a:p>
        </p:txBody>
      </p:sp>
      <p:sp>
        <p:nvSpPr>
          <p:cNvPr id="2" name="S53">
            <a:extLst xmlns:a="http://schemas.openxmlformats.org/drawingml/2006/main">
              <a:ext uri="{FF2B5EF4-FFF2-40B4-BE49-F238E27FC236}">
                <a16:creationId xmlns:a16="http://schemas.microsoft.com/office/drawing/2014/main" id="{4D8B2D69-3E70-4943-896A-AFC87CBE5065}"/>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S53</a:t>
            </a:r>
          </a:p>
        </p:txBody>
      </p:sp>
      <p:sp>
        <p:nvSpPr>
          <p:cNvPr id="3" name="반복 절차의 유지 위치를 선택한다">
            <a:extLst xmlns:a="http://schemas.openxmlformats.org/drawingml/2006/main">
              <a:ext uri="{FF2B5EF4-FFF2-40B4-BE49-F238E27FC236}">
                <a16:creationId xmlns:a16="http://schemas.microsoft.com/office/drawing/2014/main" id="{87C057DE-4E21-4779-9FA7-1503C6430A7C}"/>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반복 절차의 유지 위치를 선택한다</a:t>
            </a:r>
          </a:p>
        </p:txBody>
      </p:sp>
      <p:sp>
        <p:nvSpPr>
          <p:cNvPr id="4" name="">
            <a:extLst xmlns:a="http://schemas.openxmlformats.org/drawingml/2006/main">
              <a:ext uri="{FF2B5EF4-FFF2-40B4-BE49-F238E27FC236}">
                <a16:creationId xmlns:a16="http://schemas.microsoft.com/office/drawing/2014/main" id="{346EF8B0-83FF-4FC9-A515-E015938EEBB4}"/>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DEC-0017 · Repository-owned performance Skill을 선택한 설계 후보">
            <a:extLst xmlns:a="http://schemas.openxmlformats.org/drawingml/2006/main">
              <a:ext uri="{FF2B5EF4-FFF2-40B4-BE49-F238E27FC236}">
                <a16:creationId xmlns:a16="http://schemas.microsoft.com/office/drawing/2014/main" id="{58591067-3599-4BB4-9B65-F89522B14F1A}"/>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DEC-0017 · Repository-owned performance Skill을 선택한 설계 후보</a:t>
            </a:r>
          </a:p>
        </p:txBody>
      </p:sp>
      <p:sp>
        <p:nvSpPr>
          <p:cNvPr id="6" name="성공 결과를 미리 제시하지 않음 · 현재 제품 표면·계정·호출 경로는 별도 확인 필요">
            <a:extLst xmlns:a="http://schemas.openxmlformats.org/drawingml/2006/main">
              <a:ext uri="{FF2B5EF4-FFF2-40B4-BE49-F238E27FC236}">
                <a16:creationId xmlns:a16="http://schemas.microsoft.com/office/drawing/2014/main" id="{80590A08-9CD0-45CD-81A2-05045490E36C}"/>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성공 결과를 미리 제시하지 않음 · 현재 제품 표면·계정·호출 경로는 별도 확인 필요</a:t>
            </a:r>
          </a:p>
        </p:txBody>
      </p:sp>
      <p:sp>
        <p:nvSpPr>
          <p:cNvPr id="7" name="Task마다 달라질 부분과, 함께 고칠 방법을 나눈다">
            <a:extLst xmlns:a="http://schemas.openxmlformats.org/drawingml/2006/main">
              <a:ext uri="{FF2B5EF4-FFF2-40B4-BE49-F238E27FC236}">
                <a16:creationId xmlns:a16="http://schemas.microsoft.com/office/drawing/2014/main" id="{9BDFD9A3-6A7F-4AC5-B336-E3E85EEEDDDC}"/>
              </a:ext>
            </a:extLst>
          </p:cNvPr>
          <p:cNvSpPr>
            <a:spLocks xmlns:a="http://schemas.openxmlformats.org/drawingml/2006/main" noGrp="1"/>
          </p:cNvSpPr>
          <p:nvPr/>
        </p:nvSpPr>
        <p:spPr>
          <a:xfrm xmlns:a="http://schemas.openxmlformats.org/drawingml/2006/main">
            <a:off x="609600" y="1695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Task마다 달라질 부분과, 함께 고칠 방법을 나눈다</a:t>
            </a:r>
          </a:p>
        </p:txBody>
      </p:sp>
      <p:sp>
        <p:nvSpPr>
          <p:cNvPr id="8" name="">
            <a:extLst xmlns:a="http://schemas.openxmlformats.org/drawingml/2006/main">
              <a:ext uri="{FF2B5EF4-FFF2-40B4-BE49-F238E27FC236}">
                <a16:creationId xmlns:a16="http://schemas.microsoft.com/office/drawing/2014/main" id="{6BBDF83E-289B-482E-8861-F136A0259017}"/>
              </a:ext>
            </a:extLst>
          </p:cNvPr>
          <p:cNvSpPr>
            <a:spLocks xmlns:a="http://schemas.openxmlformats.org/drawingml/2006/main" noGrp="1"/>
          </p:cNvSpPr>
          <p:nvPr/>
        </p:nvSpPr>
        <p:spPr>
          <a:xfrm xmlns:a="http://schemas.openxmlformats.org/drawingml/2006/main">
            <a:off x="609600" y="2390775"/>
            <a:ext cx="4333875" cy="23717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9" name="매번 달라지는 요청">
            <a:extLst xmlns:a="http://schemas.openxmlformats.org/drawingml/2006/main">
              <a:ext uri="{FF2B5EF4-FFF2-40B4-BE49-F238E27FC236}">
                <a16:creationId xmlns:a16="http://schemas.microsoft.com/office/drawing/2014/main" id="{7E245E69-B556-4D15-A685-76C7672FE078}"/>
              </a:ext>
            </a:extLst>
          </p:cNvPr>
          <p:cNvSpPr>
            <a:spLocks xmlns:a="http://schemas.openxmlformats.org/drawingml/2006/main" noGrp="1"/>
          </p:cNvSpPr>
          <p:nvPr/>
        </p:nvSpPr>
        <p:spPr>
          <a:xfrm xmlns:a="http://schemas.openxmlformats.org/drawingml/2006/main">
            <a:off x="781050" y="2505075"/>
            <a:ext cx="3990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매번 달라지는 요청</a:t>
            </a:r>
          </a:p>
        </p:txBody>
      </p:sp>
      <p:sp>
        <p:nvSpPr>
          <p:cNvPr id="10" name="어느 함수를 조사할까?&#10;이번 변경 범위는?&#10;무엇을 보존할까?">
            <a:extLst xmlns:a="http://schemas.openxmlformats.org/drawingml/2006/main">
              <a:ext uri="{FF2B5EF4-FFF2-40B4-BE49-F238E27FC236}">
                <a16:creationId xmlns:a16="http://schemas.microsoft.com/office/drawing/2014/main" id="{3028AC3E-2894-42EF-95F1-93A2FA6C59FE}"/>
              </a:ext>
            </a:extLst>
          </p:cNvPr>
          <p:cNvSpPr>
            <a:spLocks xmlns:a="http://schemas.openxmlformats.org/drawingml/2006/main" noGrp="1"/>
          </p:cNvSpPr>
          <p:nvPr/>
        </p:nvSpPr>
        <p:spPr>
          <a:xfrm xmlns:a="http://schemas.openxmlformats.org/drawingml/2006/main">
            <a:off x="781050" y="3028950"/>
            <a:ext cx="3990975"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어느 함수를 조사할까?</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이번 변경 범위는?</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무엇을 보존할까?</a:t>
            </a:r>
          </a:p>
        </p:txBody>
      </p:sp>
      <p:sp>
        <p:nvSpPr>
          <p:cNvPr id="11" name="">
            <a:extLst xmlns:a="http://schemas.openxmlformats.org/drawingml/2006/main">
              <a:ext uri="{FF2B5EF4-FFF2-40B4-BE49-F238E27FC236}">
                <a16:creationId xmlns:a16="http://schemas.microsoft.com/office/drawing/2014/main" id="{0D30DAEC-4B7E-4E99-AFAA-D64EA3B2B926}"/>
              </a:ext>
            </a:extLst>
          </p:cNvPr>
          <p:cNvSpPr>
            <a:spLocks xmlns:a="http://schemas.openxmlformats.org/drawingml/2006/main" noGrp="1"/>
          </p:cNvSpPr>
          <p:nvPr/>
        </p:nvSpPr>
        <p:spPr>
          <a:xfrm xmlns:a="http://schemas.openxmlformats.org/drawingml/2006/main">
            <a:off x="5286375" y="3333750"/>
            <a:ext cx="381000" cy="23812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FC0CC73-B047-4511-9F4F-C3467DDFB217}"/>
              </a:ext>
            </a:extLst>
          </p:cNvPr>
          <p:cNvSpPr>
            <a:spLocks xmlns:a="http://schemas.openxmlformats.org/drawingml/2006/main" noGrp="1"/>
          </p:cNvSpPr>
          <p:nvPr/>
        </p:nvSpPr>
        <p:spPr>
          <a:xfrm xmlns:a="http://schemas.openxmlformats.org/drawingml/2006/main">
            <a:off x="6086475" y="2390775"/>
            <a:ext cx="5495925" cy="2371725"/>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3" name="프로젝트가 재사용할 절차">
            <a:extLst xmlns:a="http://schemas.openxmlformats.org/drawingml/2006/main">
              <a:ext uri="{FF2B5EF4-FFF2-40B4-BE49-F238E27FC236}">
                <a16:creationId xmlns:a16="http://schemas.microsoft.com/office/drawing/2014/main" id="{98B986D2-EF78-41D1-A08F-B731B2ACCEC8}"/>
              </a:ext>
            </a:extLst>
          </p:cNvPr>
          <p:cNvSpPr>
            <a:spLocks xmlns:a="http://schemas.openxmlformats.org/drawingml/2006/main" noGrp="1"/>
          </p:cNvSpPr>
          <p:nvPr/>
        </p:nvSpPr>
        <p:spPr>
          <a:xfrm xmlns:a="http://schemas.openxmlformats.org/drawingml/2006/main">
            <a:off x="6257925" y="2505075"/>
            <a:ext cx="5153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프로젝트가 재사용할 절차</a:t>
            </a:r>
          </a:p>
        </p:txBody>
      </p:sp>
      <p:sp>
        <p:nvSpPr>
          <p:cNvPr id="14" name="기준선 → 조사 → 변경 판단&#10;검증 → 동일 측정 → 보고">
            <a:extLst xmlns:a="http://schemas.openxmlformats.org/drawingml/2006/main">
              <a:ext uri="{FF2B5EF4-FFF2-40B4-BE49-F238E27FC236}">
                <a16:creationId xmlns:a16="http://schemas.microsoft.com/office/drawing/2014/main" id="{080A1065-3276-4F93-B095-E4D6489F3F12}"/>
              </a:ext>
            </a:extLst>
          </p:cNvPr>
          <p:cNvSpPr>
            <a:spLocks xmlns:a="http://schemas.openxmlformats.org/drawingml/2006/main" noGrp="1"/>
          </p:cNvSpPr>
          <p:nvPr/>
        </p:nvSpPr>
        <p:spPr>
          <a:xfrm xmlns:a="http://schemas.openxmlformats.org/drawingml/2006/main">
            <a:off x="6257925" y="3028950"/>
            <a:ext cx="5153025"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기준선 → 조사 → 변경 판단</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검증 → 동일 측정 → 보고</a:t>
            </a:r>
          </a:p>
        </p:txBody>
      </p:sp>
      <p:sp>
        <p:nvSpPr>
          <p:cNvPr id="15" name="구현 후보: SKILL.md">
            <a:extLst xmlns:a="http://schemas.openxmlformats.org/drawingml/2006/main">
              <a:ext uri="{FF2B5EF4-FFF2-40B4-BE49-F238E27FC236}">
                <a16:creationId xmlns:a16="http://schemas.microsoft.com/office/drawing/2014/main" id="{A7F24625-62DA-4AA7-B8F3-9FC0AEA657FF}"/>
              </a:ext>
            </a:extLst>
          </p:cNvPr>
          <p:cNvSpPr>
            <a:spLocks xmlns:a="http://schemas.openxmlformats.org/drawingml/2006/main" noGrp="1"/>
          </p:cNvSpPr>
          <p:nvPr/>
        </p:nvSpPr>
        <p:spPr>
          <a:xfrm xmlns:a="http://schemas.openxmlformats.org/drawingml/2006/main">
            <a:off x="6276975" y="4295775"/>
            <a:ext cx="5114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Consolas"/>
                <a:ea typeface="Consolas"/>
                <a:cs typeface="Consolas"/>
              </a:defRPr>
            </a:defPPr>
            <a:lvl1pPr algn="l">
              <a:defRPr sz="1875" b="1">
                <a:solidFill>
                  <a:srgbClr val="0B6172"/>
                </a:solidFill>
                <a:latin typeface="Consolas"/>
                <a:ea typeface="Consolas"/>
                <a:cs typeface="Consolas"/>
              </a:defRPr>
            </a:lvl1pPr>
            <a:lvl2pPr algn="l">
              <a:defRPr sz="1875" b="1">
                <a:solidFill>
                  <a:srgbClr val="0B6172"/>
                </a:solidFill>
                <a:latin typeface="Consolas"/>
                <a:ea typeface="Consolas"/>
                <a:cs typeface="Consolas"/>
              </a:defRPr>
            </a:lvl2pPr>
            <a:lvl3pPr algn="l">
              <a:defRPr sz="1875" b="1">
                <a:solidFill>
                  <a:srgbClr val="0B6172"/>
                </a:solidFill>
                <a:latin typeface="Consolas"/>
                <a:ea typeface="Consolas"/>
                <a:cs typeface="Consolas"/>
              </a:defRPr>
            </a:lvl3pPr>
            <a:lvl4pPr algn="l">
              <a:defRPr sz="1875" b="1">
                <a:solidFill>
                  <a:srgbClr val="0B6172"/>
                </a:solidFill>
                <a:latin typeface="Consolas"/>
                <a:ea typeface="Consolas"/>
                <a:cs typeface="Consolas"/>
              </a:defRPr>
            </a:lvl4pPr>
            <a:lvl5pPr algn="l">
              <a:defRPr sz="1875" b="1">
                <a:solidFill>
                  <a:srgbClr val="0B6172"/>
                </a:solidFill>
                <a:latin typeface="Consolas"/>
                <a:ea typeface="Consolas"/>
                <a:cs typeface="Consolas"/>
              </a:defRPr>
            </a:lvl5pPr>
            <a:lvl6pPr algn="l">
              <a:defRPr sz="1875" b="1">
                <a:solidFill>
                  <a:srgbClr val="0B6172"/>
                </a:solidFill>
                <a:latin typeface="Consolas"/>
                <a:ea typeface="Consolas"/>
                <a:cs typeface="Consolas"/>
              </a:defRPr>
            </a:lvl6pPr>
            <a:lvl7pPr algn="l">
              <a:defRPr sz="1875" b="1">
                <a:solidFill>
                  <a:srgbClr val="0B6172"/>
                </a:solidFill>
                <a:latin typeface="Consolas"/>
                <a:ea typeface="Consolas"/>
                <a:cs typeface="Consolas"/>
              </a:defRPr>
            </a:lvl7pPr>
            <a:lvl8pPr algn="l">
              <a:defRPr sz="1875" b="1">
                <a:solidFill>
                  <a:srgbClr val="0B6172"/>
                </a:solidFill>
                <a:latin typeface="Consolas"/>
                <a:ea typeface="Consolas"/>
                <a:cs typeface="Consolas"/>
              </a:defRPr>
            </a:lvl8pPr>
            <a:lvl9pPr algn="l">
              <a:defRPr sz="1875" b="1">
                <a:solidFill>
                  <a:srgbClr val="0B6172"/>
                </a:solidFill>
                <a:latin typeface="Consolas"/>
                <a:ea typeface="Consolas"/>
                <a:cs typeface="Consolas"/>
              </a:defRPr>
            </a:lvl9pPr>
          </a:lstStyle>
          <a:p xmlns:a="http://schemas.openxmlformats.org/drawingml/2006/main">
            <a:pPr algn="l">
              <a:defRPr sz="1875" b="1">
                <a:solidFill>
                  <a:srgbClr val="0B6172"/>
                </a:solidFill>
                <a:latin typeface="Consolas"/>
                <a:ea typeface="Consolas"/>
                <a:cs typeface="Consolas"/>
              </a:defRPr>
            </a:pPr>
            <a:r>
              <a:rPr sz="1875" b="1">
                <a:solidFill>
                  <a:srgbClr val="0B6172"/>
                </a:solidFill>
                <a:latin typeface="Consolas"/>
                <a:ea typeface="Consolas"/>
                <a:cs typeface="Consolas"/>
              </a:rPr>
              <a:t>구현 후보: SKILL.md</a:t>
            </a:r>
          </a:p>
        </p:txBody>
      </p:sp>
      <p:sp>
        <p:nvSpPr>
          <p:cNvPr id="16" name="다음 기록에서, 발견·호출·본문 포함을 확인한다">
            <a:extLst xmlns:a="http://schemas.openxmlformats.org/drawingml/2006/main">
              <a:ext uri="{FF2B5EF4-FFF2-40B4-BE49-F238E27FC236}">
                <a16:creationId xmlns:a16="http://schemas.microsoft.com/office/drawing/2014/main" id="{68397BE0-5E8B-4B8C-9C38-4BA127623FED}"/>
              </a:ext>
            </a:extLst>
          </p:cNvPr>
          <p:cNvSpPr>
            <a:spLocks xmlns:a="http://schemas.openxmlformats.org/drawingml/2006/main" noGrp="1"/>
          </p:cNvSpPr>
          <p:nvPr/>
        </p:nvSpPr>
        <p:spPr>
          <a:xfrm xmlns:a="http://schemas.openxmlformats.org/drawingml/2006/main">
            <a:off x="609600" y="52959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다음 기록에서, 발견·호출·본문 포함을 확인한다</a:t>
            </a:r>
          </a:p>
        </p:txBody>
      </p:sp>
      <p:sp>
        <p:nvSpPr>
          <p:cNvPr id="17" name="Legacy module connection">
            <a:extLst xmlns:a="http://schemas.openxmlformats.org/drawingml/2006/main">
              <a:ext uri="{FF2B5EF4-FFF2-40B4-BE49-F238E27FC236}">
                <a16:creationId xmlns:a16="http://schemas.microsoft.com/office/drawing/2014/main" id="{A5D3BC7A-71A0-4A13-897F-7FDD40C1B78A}"/>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M8</a:t>
            </a:r>
          </a:p>
        </p:txBody>
      </p:sp>
    </p:spTree>
    <p:extLst>
      <p:ext uri="{BB962C8B-B14F-4D97-AF65-F5344CB8AC3E}">
        <p14:creationId xmlns:p14="http://schemas.microsoft.com/office/powerpoint/2010/main" val="589927041"/>
      </p:ext>
    </p:extLst>
  </p:cSld>
</p:sld>
</file>

<file path=ppt/slides/slide5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3" name="ACT 3 · 밝기 통계 작업에서 확인한 CLI 기록">
            <a:extLst xmlns:a="http://schemas.openxmlformats.org/drawingml/2006/main">
              <a:ext uri="{FF2B5EF4-FFF2-40B4-BE49-F238E27FC236}">
                <a16:creationId xmlns:a16="http://schemas.microsoft.com/office/drawing/2014/main" id="{5181FD17-D7E8-4AEE-951C-4C3F6783ED99}"/>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밝기 통계 작업에서 확인한 CLI 기록</a:t>
            </a:r>
          </a:p>
        </p:txBody>
      </p:sp>
      <p:sp>
        <p:nvSpPr>
          <p:cNvPr id="2" name="S54">
            <a:extLst xmlns:a="http://schemas.openxmlformats.org/drawingml/2006/main">
              <a:ext uri="{FF2B5EF4-FFF2-40B4-BE49-F238E27FC236}">
                <a16:creationId xmlns:a16="http://schemas.microsoft.com/office/drawing/2014/main" id="{33C527B6-2370-40C8-84AC-B90A4ECF4281}"/>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S54</a:t>
            </a:r>
          </a:p>
        </p:txBody>
      </p:sp>
      <p:sp>
        <p:nvSpPr>
          <p:cNvPr id="3" name="Skill의 발견과 본문 포함을 확인했다">
            <a:extLst xmlns:a="http://schemas.openxmlformats.org/drawingml/2006/main">
              <a:ext uri="{FF2B5EF4-FFF2-40B4-BE49-F238E27FC236}">
                <a16:creationId xmlns:a16="http://schemas.microsoft.com/office/drawing/2014/main" id="{21B8067F-35E8-456C-838F-C63131191A50}"/>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Skill의 발견과 본문 포함을 확인했다</a:t>
            </a:r>
          </a:p>
        </p:txBody>
      </p:sp>
      <p:sp>
        <p:nvSpPr>
          <p:cNvPr id="4" name="">
            <a:extLst xmlns:a="http://schemas.openxmlformats.org/drawingml/2006/main">
              <a:ext uri="{FF2B5EF4-FFF2-40B4-BE49-F238E27FC236}">
                <a16:creationId xmlns:a16="http://schemas.microsoft.com/office/drawing/2014/main" id="{B1BCA5DF-7CDD-430B-9FF3-AA4F508AB95B}"/>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8 · Codex CLI 0.154.0 · 아래는 기록 요약·재구성이며 실제 UI 캡처가 아님">
            <a:extLst xmlns:a="http://schemas.openxmlformats.org/drawingml/2006/main">
              <a:ext uri="{FF2B5EF4-FFF2-40B4-BE49-F238E27FC236}">
                <a16:creationId xmlns:a16="http://schemas.microsoft.com/office/drawing/2014/main" id="{8EDE8A96-5DD5-4989-9279-A3ABB238668A}"/>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TRIAL-008 · Codex CLI 0.154.0 · 아래는 기록 요약·재구성이며 실제 UI 캡처가 아님</a:t>
            </a:r>
          </a:p>
        </p:txBody>
      </p:sp>
      <p:sp>
        <p:nvSpPr>
          <p:cNvPr id="6" name="별도 load UI 이벤트 없음 · 본문 포함이 모든 지침 준수나 현재 Desktop 동작을 보장하지 않음">
            <a:extLst xmlns:a="http://schemas.openxmlformats.org/drawingml/2006/main">
              <a:ext uri="{FF2B5EF4-FFF2-40B4-BE49-F238E27FC236}">
                <a16:creationId xmlns:a16="http://schemas.microsoft.com/office/drawing/2014/main" id="{9E70D2BD-53A6-4EE9-BF39-441AED58220D}"/>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별도 load UI 이벤트 없음 · 본문 포함이 모든 지침 준수나 현재 Desktop 동작을 보장하지 않음</a:t>
            </a:r>
          </a:p>
        </p:txBody>
      </p:sp>
      <p:sp>
        <p:nvSpPr>
          <p:cNvPr id="7" name="">
            <a:extLst xmlns:a="http://schemas.openxmlformats.org/drawingml/2006/main">
              <a:ext uri="{FF2B5EF4-FFF2-40B4-BE49-F238E27FC236}">
                <a16:creationId xmlns:a16="http://schemas.microsoft.com/office/drawing/2014/main" id="{A201991C-74A6-405D-BEB5-C1F427574B78}"/>
              </a:ext>
            </a:extLst>
          </p:cNvPr>
          <p:cNvSpPr>
            <a:spLocks xmlns:a="http://schemas.openxmlformats.org/drawingml/2006/main" noGrp="1"/>
          </p:cNvSpPr>
          <p:nvPr/>
        </p:nvSpPr>
        <p:spPr>
          <a:xfrm xmlns:a="http://schemas.openxmlformats.org/drawingml/2006/main">
            <a:off x="609600" y="20193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8" name="01">
            <a:extLst xmlns:a="http://schemas.openxmlformats.org/drawingml/2006/main">
              <a:ext uri="{FF2B5EF4-FFF2-40B4-BE49-F238E27FC236}">
                <a16:creationId xmlns:a16="http://schemas.microsoft.com/office/drawing/2014/main" id="{F94EEDB8-5E38-4D6E-B3B0-0B922051FE7E}"/>
              </a:ext>
            </a:extLst>
          </p:cNvPr>
          <p:cNvSpPr>
            <a:spLocks xmlns:a="http://schemas.openxmlformats.org/drawingml/2006/main" noGrp="1"/>
          </p:cNvSpPr>
          <p:nvPr/>
        </p:nvSpPr>
        <p:spPr>
          <a:xfrm xmlns:a="http://schemas.openxmlformats.org/drawingml/2006/main">
            <a:off x="609600" y="2152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Consolas"/>
                <a:ea typeface="Consolas"/>
                <a:cs typeface="Consolas"/>
              </a:defRPr>
            </a:defPPr>
            <a:lvl1pPr algn="l">
              <a:defRPr sz="1950" b="1">
                <a:solidFill>
                  <a:srgbClr val="0B6172"/>
                </a:solidFill>
                <a:latin typeface="Consolas"/>
                <a:ea typeface="Consolas"/>
                <a:cs typeface="Consolas"/>
              </a:defRPr>
            </a:lvl1pPr>
            <a:lvl2pPr algn="l">
              <a:defRPr sz="1950" b="1">
                <a:solidFill>
                  <a:srgbClr val="0B6172"/>
                </a:solidFill>
                <a:latin typeface="Consolas"/>
                <a:ea typeface="Consolas"/>
                <a:cs typeface="Consolas"/>
              </a:defRPr>
            </a:lvl2pPr>
            <a:lvl3pPr algn="l">
              <a:defRPr sz="1950" b="1">
                <a:solidFill>
                  <a:srgbClr val="0B6172"/>
                </a:solidFill>
                <a:latin typeface="Consolas"/>
                <a:ea typeface="Consolas"/>
                <a:cs typeface="Consolas"/>
              </a:defRPr>
            </a:lvl3pPr>
            <a:lvl4pPr algn="l">
              <a:defRPr sz="1950" b="1">
                <a:solidFill>
                  <a:srgbClr val="0B6172"/>
                </a:solidFill>
                <a:latin typeface="Consolas"/>
                <a:ea typeface="Consolas"/>
                <a:cs typeface="Consolas"/>
              </a:defRPr>
            </a:lvl4pPr>
            <a:lvl5pPr algn="l">
              <a:defRPr sz="1950" b="1">
                <a:solidFill>
                  <a:srgbClr val="0B6172"/>
                </a:solidFill>
                <a:latin typeface="Consolas"/>
                <a:ea typeface="Consolas"/>
                <a:cs typeface="Consolas"/>
              </a:defRPr>
            </a:lvl5pPr>
            <a:lvl6pPr algn="l">
              <a:defRPr sz="1950" b="1">
                <a:solidFill>
                  <a:srgbClr val="0B6172"/>
                </a:solidFill>
                <a:latin typeface="Consolas"/>
                <a:ea typeface="Consolas"/>
                <a:cs typeface="Consolas"/>
              </a:defRPr>
            </a:lvl6pPr>
            <a:lvl7pPr algn="l">
              <a:defRPr sz="1950" b="1">
                <a:solidFill>
                  <a:srgbClr val="0B6172"/>
                </a:solidFill>
                <a:latin typeface="Consolas"/>
                <a:ea typeface="Consolas"/>
                <a:cs typeface="Consolas"/>
              </a:defRPr>
            </a:lvl7pPr>
            <a:lvl8pPr algn="l">
              <a:defRPr sz="1950" b="1">
                <a:solidFill>
                  <a:srgbClr val="0B6172"/>
                </a:solidFill>
                <a:latin typeface="Consolas"/>
                <a:ea typeface="Consolas"/>
                <a:cs typeface="Consolas"/>
              </a:defRPr>
            </a:lvl8pPr>
            <a:lvl9pPr algn="l">
              <a:defRPr sz="1950" b="1">
                <a:solidFill>
                  <a:srgbClr val="0B6172"/>
                </a:solidFill>
                <a:latin typeface="Consolas"/>
                <a:ea typeface="Consolas"/>
                <a:cs typeface="Consolas"/>
              </a:defRPr>
            </a:lvl9pPr>
          </a:lstStyle>
          <a:p xmlns:a="http://schemas.openxmlformats.org/drawingml/2006/main">
            <a:pPr algn="l">
              <a:defRPr sz="1950" b="1">
                <a:solidFill>
                  <a:srgbClr val="0B6172"/>
                </a:solidFill>
                <a:latin typeface="Consolas"/>
                <a:ea typeface="Consolas"/>
                <a:cs typeface="Consolas"/>
              </a:defRPr>
            </a:pPr>
            <a:r>
              <a:rPr sz="1950" b="1">
                <a:solidFill>
                  <a:srgbClr val="0B6172"/>
                </a:solidFill>
                <a:latin typeface="Consolas"/>
                <a:ea typeface="Consolas"/>
                <a:cs typeface="Consolas"/>
              </a:rPr>
              <a:t>01</a:t>
            </a:r>
          </a:p>
        </p:txBody>
      </p:sp>
      <p:sp>
        <p:nvSpPr>
          <p:cNvPr id="9" name="목록에서 발견">
            <a:extLst xmlns:a="http://schemas.openxmlformats.org/drawingml/2006/main">
              <a:ext uri="{FF2B5EF4-FFF2-40B4-BE49-F238E27FC236}">
                <a16:creationId xmlns:a16="http://schemas.microsoft.com/office/drawing/2014/main" id="{D53339DD-19FC-4272-A480-33FF7954D9B7}"/>
              </a:ext>
            </a:extLst>
          </p:cNvPr>
          <p:cNvSpPr>
            <a:spLocks xmlns:a="http://schemas.openxmlformats.org/drawingml/2006/main" noGrp="1"/>
          </p:cNvSpPr>
          <p:nvPr/>
        </p:nvSpPr>
        <p:spPr>
          <a:xfrm xmlns:a="http://schemas.openxmlformats.org/drawingml/2006/main">
            <a:off x="1438275" y="2105025"/>
            <a:ext cx="10144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목록에서 발견</a:t>
            </a:r>
          </a:p>
        </p:txBody>
      </p:sp>
      <p:sp>
        <p:nvSpPr>
          <p:cNvPr id="10" name="/skills → graypipe-performance">
            <a:extLst xmlns:a="http://schemas.openxmlformats.org/drawingml/2006/main">
              <a:ext uri="{FF2B5EF4-FFF2-40B4-BE49-F238E27FC236}">
                <a16:creationId xmlns:a16="http://schemas.microsoft.com/office/drawing/2014/main" id="{A48B4004-797C-49FA-B799-9E867402EA81}"/>
              </a:ext>
            </a:extLst>
          </p:cNvPr>
          <p:cNvSpPr>
            <a:spLocks xmlns:a="http://schemas.openxmlformats.org/drawingml/2006/main" noGrp="1"/>
          </p:cNvSpPr>
          <p:nvPr/>
        </p:nvSpPr>
        <p:spPr>
          <a:xfrm xmlns:a="http://schemas.openxmlformats.org/drawingml/2006/main">
            <a:off x="1438275" y="2514600"/>
            <a:ext cx="10144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Consolas"/>
                <a:ea typeface="Consolas"/>
                <a:cs typeface="Consolas"/>
              </a:defRPr>
            </a:defPPr>
            <a:lvl1pPr algn="l">
              <a:defRPr sz="2175" b="1">
                <a:solidFill>
                  <a:srgbClr val="0B6172"/>
                </a:solidFill>
                <a:latin typeface="Consolas"/>
                <a:ea typeface="Consolas"/>
                <a:cs typeface="Consolas"/>
              </a:defRPr>
            </a:lvl1pPr>
            <a:lvl2pPr algn="l">
              <a:defRPr sz="2175" b="1">
                <a:solidFill>
                  <a:srgbClr val="0B6172"/>
                </a:solidFill>
                <a:latin typeface="Consolas"/>
                <a:ea typeface="Consolas"/>
                <a:cs typeface="Consolas"/>
              </a:defRPr>
            </a:lvl2pPr>
            <a:lvl3pPr algn="l">
              <a:defRPr sz="2175" b="1">
                <a:solidFill>
                  <a:srgbClr val="0B6172"/>
                </a:solidFill>
                <a:latin typeface="Consolas"/>
                <a:ea typeface="Consolas"/>
                <a:cs typeface="Consolas"/>
              </a:defRPr>
            </a:lvl3pPr>
            <a:lvl4pPr algn="l">
              <a:defRPr sz="2175" b="1">
                <a:solidFill>
                  <a:srgbClr val="0B6172"/>
                </a:solidFill>
                <a:latin typeface="Consolas"/>
                <a:ea typeface="Consolas"/>
                <a:cs typeface="Consolas"/>
              </a:defRPr>
            </a:lvl4pPr>
            <a:lvl5pPr algn="l">
              <a:defRPr sz="2175" b="1">
                <a:solidFill>
                  <a:srgbClr val="0B6172"/>
                </a:solidFill>
                <a:latin typeface="Consolas"/>
                <a:ea typeface="Consolas"/>
                <a:cs typeface="Consolas"/>
              </a:defRPr>
            </a:lvl5pPr>
            <a:lvl6pPr algn="l">
              <a:defRPr sz="2175" b="1">
                <a:solidFill>
                  <a:srgbClr val="0B6172"/>
                </a:solidFill>
                <a:latin typeface="Consolas"/>
                <a:ea typeface="Consolas"/>
                <a:cs typeface="Consolas"/>
              </a:defRPr>
            </a:lvl6pPr>
            <a:lvl7pPr algn="l">
              <a:defRPr sz="2175" b="1">
                <a:solidFill>
                  <a:srgbClr val="0B6172"/>
                </a:solidFill>
                <a:latin typeface="Consolas"/>
                <a:ea typeface="Consolas"/>
                <a:cs typeface="Consolas"/>
              </a:defRPr>
            </a:lvl7pPr>
            <a:lvl8pPr algn="l">
              <a:defRPr sz="2175" b="1">
                <a:solidFill>
                  <a:srgbClr val="0B6172"/>
                </a:solidFill>
                <a:latin typeface="Consolas"/>
                <a:ea typeface="Consolas"/>
                <a:cs typeface="Consolas"/>
              </a:defRPr>
            </a:lvl8pPr>
            <a:lvl9pPr algn="l">
              <a:defRPr sz="2175" b="1">
                <a:solidFill>
                  <a:srgbClr val="0B6172"/>
                </a:solidFill>
                <a:latin typeface="Consolas"/>
                <a:ea typeface="Consolas"/>
                <a:cs typeface="Consolas"/>
              </a:defRPr>
            </a:lvl9pPr>
          </a:lstStyle>
          <a:p xmlns:a="http://schemas.openxmlformats.org/drawingml/2006/main">
            <a:pPr algn="l">
              <a:defRPr sz="2175" b="1">
                <a:solidFill>
                  <a:srgbClr val="0B6172"/>
                </a:solidFill>
                <a:latin typeface="Consolas"/>
                <a:ea typeface="Consolas"/>
                <a:cs typeface="Consolas"/>
              </a:defRPr>
            </a:pPr>
            <a:r>
              <a:rPr sz="2175" b="1">
                <a:solidFill>
                  <a:srgbClr val="0B6172"/>
                </a:solidFill>
                <a:latin typeface="Consolas"/>
                <a:ea typeface="Consolas"/>
                <a:cs typeface="Consolas"/>
              </a:rPr>
              <a:t>/skills → graypipe-performance</a:t>
            </a:r>
          </a:p>
        </p:txBody>
      </p:sp>
      <p:sp>
        <p:nvSpPr>
          <p:cNvPr id="11" name="이름과 잘린 설명이 표시됨 · 경로는 목록에 없었음">
            <a:extLst xmlns:a="http://schemas.openxmlformats.org/drawingml/2006/main">
              <a:ext uri="{FF2B5EF4-FFF2-40B4-BE49-F238E27FC236}">
                <a16:creationId xmlns:a16="http://schemas.microsoft.com/office/drawing/2014/main" id="{3F797D15-CD75-471A-BAD8-10F406763D31}"/>
              </a:ext>
            </a:extLst>
          </p:cNvPr>
          <p:cNvSpPr>
            <a:spLocks xmlns:a="http://schemas.openxmlformats.org/drawingml/2006/main" noGrp="1"/>
          </p:cNvSpPr>
          <p:nvPr/>
        </p:nvSpPr>
        <p:spPr>
          <a:xfrm xmlns:a="http://schemas.openxmlformats.org/drawingml/2006/main">
            <a:off x="1438275" y="2876550"/>
            <a:ext cx="1014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이름과 잘린 설명이 표시됨 · 경로는 목록에 없었음</a:t>
            </a:r>
          </a:p>
        </p:txBody>
      </p:sp>
      <p:sp>
        <p:nvSpPr>
          <p:cNvPr id="12" name="">
            <a:extLst xmlns:a="http://schemas.openxmlformats.org/drawingml/2006/main">
              <a:ext uri="{FF2B5EF4-FFF2-40B4-BE49-F238E27FC236}">
                <a16:creationId xmlns:a16="http://schemas.microsoft.com/office/drawing/2014/main" id="{8A16811A-F360-461C-958A-6D52257B0428}"/>
              </a:ext>
            </a:extLst>
          </p:cNvPr>
          <p:cNvSpPr>
            <a:spLocks xmlns:a="http://schemas.openxmlformats.org/drawingml/2006/main" noGrp="1"/>
          </p:cNvSpPr>
          <p:nvPr/>
        </p:nvSpPr>
        <p:spPr>
          <a:xfrm xmlns:a="http://schemas.openxmlformats.org/drawingml/2006/main">
            <a:off x="609600" y="320992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02">
            <a:extLst xmlns:a="http://schemas.openxmlformats.org/drawingml/2006/main">
              <a:ext uri="{FF2B5EF4-FFF2-40B4-BE49-F238E27FC236}">
                <a16:creationId xmlns:a16="http://schemas.microsoft.com/office/drawing/2014/main" id="{A1F05596-6B42-426D-9D56-09ABEBDF1652}"/>
              </a:ext>
            </a:extLst>
          </p:cNvPr>
          <p:cNvSpPr>
            <a:spLocks xmlns:a="http://schemas.openxmlformats.org/drawingml/2006/main" noGrp="1"/>
          </p:cNvSpPr>
          <p:nvPr/>
        </p:nvSpPr>
        <p:spPr>
          <a:xfrm xmlns:a="http://schemas.openxmlformats.org/drawingml/2006/main">
            <a:off x="609600" y="3343275"/>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Consolas"/>
                <a:ea typeface="Consolas"/>
                <a:cs typeface="Consolas"/>
              </a:defRPr>
            </a:defPPr>
            <a:lvl1pPr algn="l">
              <a:defRPr sz="1950" b="1">
                <a:solidFill>
                  <a:srgbClr val="0B6172"/>
                </a:solidFill>
                <a:latin typeface="Consolas"/>
                <a:ea typeface="Consolas"/>
                <a:cs typeface="Consolas"/>
              </a:defRPr>
            </a:lvl1pPr>
            <a:lvl2pPr algn="l">
              <a:defRPr sz="1950" b="1">
                <a:solidFill>
                  <a:srgbClr val="0B6172"/>
                </a:solidFill>
                <a:latin typeface="Consolas"/>
                <a:ea typeface="Consolas"/>
                <a:cs typeface="Consolas"/>
              </a:defRPr>
            </a:lvl2pPr>
            <a:lvl3pPr algn="l">
              <a:defRPr sz="1950" b="1">
                <a:solidFill>
                  <a:srgbClr val="0B6172"/>
                </a:solidFill>
                <a:latin typeface="Consolas"/>
                <a:ea typeface="Consolas"/>
                <a:cs typeface="Consolas"/>
              </a:defRPr>
            </a:lvl3pPr>
            <a:lvl4pPr algn="l">
              <a:defRPr sz="1950" b="1">
                <a:solidFill>
                  <a:srgbClr val="0B6172"/>
                </a:solidFill>
                <a:latin typeface="Consolas"/>
                <a:ea typeface="Consolas"/>
                <a:cs typeface="Consolas"/>
              </a:defRPr>
            </a:lvl4pPr>
            <a:lvl5pPr algn="l">
              <a:defRPr sz="1950" b="1">
                <a:solidFill>
                  <a:srgbClr val="0B6172"/>
                </a:solidFill>
                <a:latin typeface="Consolas"/>
                <a:ea typeface="Consolas"/>
                <a:cs typeface="Consolas"/>
              </a:defRPr>
            </a:lvl5pPr>
            <a:lvl6pPr algn="l">
              <a:defRPr sz="1950" b="1">
                <a:solidFill>
                  <a:srgbClr val="0B6172"/>
                </a:solidFill>
                <a:latin typeface="Consolas"/>
                <a:ea typeface="Consolas"/>
                <a:cs typeface="Consolas"/>
              </a:defRPr>
            </a:lvl6pPr>
            <a:lvl7pPr algn="l">
              <a:defRPr sz="1950" b="1">
                <a:solidFill>
                  <a:srgbClr val="0B6172"/>
                </a:solidFill>
                <a:latin typeface="Consolas"/>
                <a:ea typeface="Consolas"/>
                <a:cs typeface="Consolas"/>
              </a:defRPr>
            </a:lvl7pPr>
            <a:lvl8pPr algn="l">
              <a:defRPr sz="1950" b="1">
                <a:solidFill>
                  <a:srgbClr val="0B6172"/>
                </a:solidFill>
                <a:latin typeface="Consolas"/>
                <a:ea typeface="Consolas"/>
                <a:cs typeface="Consolas"/>
              </a:defRPr>
            </a:lvl8pPr>
            <a:lvl9pPr algn="l">
              <a:defRPr sz="1950" b="1">
                <a:solidFill>
                  <a:srgbClr val="0B6172"/>
                </a:solidFill>
                <a:latin typeface="Consolas"/>
                <a:ea typeface="Consolas"/>
                <a:cs typeface="Consolas"/>
              </a:defRPr>
            </a:lvl9pPr>
          </a:lstStyle>
          <a:p xmlns:a="http://schemas.openxmlformats.org/drawingml/2006/main">
            <a:pPr algn="l">
              <a:defRPr sz="1950" b="1">
                <a:solidFill>
                  <a:srgbClr val="0B6172"/>
                </a:solidFill>
                <a:latin typeface="Consolas"/>
                <a:ea typeface="Consolas"/>
                <a:cs typeface="Consolas"/>
              </a:defRPr>
            </a:pPr>
            <a:r>
              <a:rPr sz="1950" b="1">
                <a:solidFill>
                  <a:srgbClr val="0B6172"/>
                </a:solidFill>
                <a:latin typeface="Consolas"/>
                <a:ea typeface="Consolas"/>
                <a:cs typeface="Consolas"/>
              </a:rPr>
              <a:t>02</a:t>
            </a:r>
          </a:p>
        </p:txBody>
      </p:sp>
      <p:sp>
        <p:nvSpPr>
          <p:cNvPr id="14" name="작업과 함께 명시적으로 호출">
            <a:extLst xmlns:a="http://schemas.openxmlformats.org/drawingml/2006/main">
              <a:ext uri="{FF2B5EF4-FFF2-40B4-BE49-F238E27FC236}">
                <a16:creationId xmlns:a16="http://schemas.microsoft.com/office/drawing/2014/main" id="{2EB6A91D-B2AB-4328-BC3F-9D3351EF0651}"/>
              </a:ext>
            </a:extLst>
          </p:cNvPr>
          <p:cNvSpPr>
            <a:spLocks xmlns:a="http://schemas.openxmlformats.org/drawingml/2006/main" noGrp="1"/>
          </p:cNvSpPr>
          <p:nvPr/>
        </p:nvSpPr>
        <p:spPr>
          <a:xfrm xmlns:a="http://schemas.openxmlformats.org/drawingml/2006/main">
            <a:off x="1438275" y="3295650"/>
            <a:ext cx="10144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작업과 함께 명시적으로 호출</a:t>
            </a:r>
          </a:p>
        </p:txBody>
      </p:sp>
      <p:sp>
        <p:nvSpPr>
          <p:cNvPr id="15" name="$graypipe-performance">
            <a:extLst xmlns:a="http://schemas.openxmlformats.org/drawingml/2006/main">
              <a:ext uri="{FF2B5EF4-FFF2-40B4-BE49-F238E27FC236}">
                <a16:creationId xmlns:a16="http://schemas.microsoft.com/office/drawing/2014/main" id="{85CB4778-0FF1-4485-A3AC-79FC5BA20F46}"/>
              </a:ext>
            </a:extLst>
          </p:cNvPr>
          <p:cNvSpPr>
            <a:spLocks xmlns:a="http://schemas.openxmlformats.org/drawingml/2006/main" noGrp="1"/>
          </p:cNvSpPr>
          <p:nvPr/>
        </p:nvSpPr>
        <p:spPr>
          <a:xfrm xmlns:a="http://schemas.openxmlformats.org/drawingml/2006/main">
            <a:off x="1438275" y="3705225"/>
            <a:ext cx="10144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Consolas"/>
                <a:ea typeface="Consolas"/>
                <a:cs typeface="Consolas"/>
              </a:defRPr>
            </a:defPPr>
            <a:lvl1pPr algn="l">
              <a:defRPr sz="2175" b="1">
                <a:solidFill>
                  <a:srgbClr val="0B6172"/>
                </a:solidFill>
                <a:latin typeface="Consolas"/>
                <a:ea typeface="Consolas"/>
                <a:cs typeface="Consolas"/>
              </a:defRPr>
            </a:lvl1pPr>
            <a:lvl2pPr algn="l">
              <a:defRPr sz="2175" b="1">
                <a:solidFill>
                  <a:srgbClr val="0B6172"/>
                </a:solidFill>
                <a:latin typeface="Consolas"/>
                <a:ea typeface="Consolas"/>
                <a:cs typeface="Consolas"/>
              </a:defRPr>
            </a:lvl2pPr>
            <a:lvl3pPr algn="l">
              <a:defRPr sz="2175" b="1">
                <a:solidFill>
                  <a:srgbClr val="0B6172"/>
                </a:solidFill>
                <a:latin typeface="Consolas"/>
                <a:ea typeface="Consolas"/>
                <a:cs typeface="Consolas"/>
              </a:defRPr>
            </a:lvl3pPr>
            <a:lvl4pPr algn="l">
              <a:defRPr sz="2175" b="1">
                <a:solidFill>
                  <a:srgbClr val="0B6172"/>
                </a:solidFill>
                <a:latin typeface="Consolas"/>
                <a:ea typeface="Consolas"/>
                <a:cs typeface="Consolas"/>
              </a:defRPr>
            </a:lvl4pPr>
            <a:lvl5pPr algn="l">
              <a:defRPr sz="2175" b="1">
                <a:solidFill>
                  <a:srgbClr val="0B6172"/>
                </a:solidFill>
                <a:latin typeface="Consolas"/>
                <a:ea typeface="Consolas"/>
                <a:cs typeface="Consolas"/>
              </a:defRPr>
            </a:lvl5pPr>
            <a:lvl6pPr algn="l">
              <a:defRPr sz="2175" b="1">
                <a:solidFill>
                  <a:srgbClr val="0B6172"/>
                </a:solidFill>
                <a:latin typeface="Consolas"/>
                <a:ea typeface="Consolas"/>
                <a:cs typeface="Consolas"/>
              </a:defRPr>
            </a:lvl6pPr>
            <a:lvl7pPr algn="l">
              <a:defRPr sz="2175" b="1">
                <a:solidFill>
                  <a:srgbClr val="0B6172"/>
                </a:solidFill>
                <a:latin typeface="Consolas"/>
                <a:ea typeface="Consolas"/>
                <a:cs typeface="Consolas"/>
              </a:defRPr>
            </a:lvl7pPr>
            <a:lvl8pPr algn="l">
              <a:defRPr sz="2175" b="1">
                <a:solidFill>
                  <a:srgbClr val="0B6172"/>
                </a:solidFill>
                <a:latin typeface="Consolas"/>
                <a:ea typeface="Consolas"/>
                <a:cs typeface="Consolas"/>
              </a:defRPr>
            </a:lvl8pPr>
            <a:lvl9pPr algn="l">
              <a:defRPr sz="2175" b="1">
                <a:solidFill>
                  <a:srgbClr val="0B6172"/>
                </a:solidFill>
                <a:latin typeface="Consolas"/>
                <a:ea typeface="Consolas"/>
                <a:cs typeface="Consolas"/>
              </a:defRPr>
            </a:lvl9pPr>
          </a:lstStyle>
          <a:p xmlns:a="http://schemas.openxmlformats.org/drawingml/2006/main">
            <a:pPr algn="l">
              <a:defRPr sz="2175" b="1">
                <a:solidFill>
                  <a:srgbClr val="0B6172"/>
                </a:solidFill>
                <a:latin typeface="Consolas"/>
                <a:ea typeface="Consolas"/>
                <a:cs typeface="Consolas"/>
              </a:defRPr>
            </a:pPr>
            <a:r>
              <a:rPr sz="2175" b="1">
                <a:solidFill>
                  <a:srgbClr val="0B6172"/>
                </a:solidFill>
                <a:latin typeface="Consolas"/>
                <a:ea typeface="Consolas"/>
                <a:cs typeface="Consolas"/>
              </a:rPr>
              <a:t>$graypipe-performance</a:t>
            </a:r>
          </a:p>
        </p:txBody>
      </p:sp>
      <p:sp>
        <p:nvSpPr>
          <p:cNvPr id="16" name="밝기 통계(image_statistics)의 시간·할당량 조사">
            <a:extLst xmlns:a="http://schemas.openxmlformats.org/drawingml/2006/main">
              <a:ext uri="{FF2B5EF4-FFF2-40B4-BE49-F238E27FC236}">
                <a16:creationId xmlns:a16="http://schemas.microsoft.com/office/drawing/2014/main" id="{DE583BA3-3ED9-4389-AB7B-F1ACC7177770}"/>
              </a:ext>
            </a:extLst>
          </p:cNvPr>
          <p:cNvSpPr>
            <a:spLocks xmlns:a="http://schemas.openxmlformats.org/drawingml/2006/main" noGrp="1"/>
          </p:cNvSpPr>
          <p:nvPr/>
        </p:nvSpPr>
        <p:spPr>
          <a:xfrm xmlns:a="http://schemas.openxmlformats.org/drawingml/2006/main">
            <a:off x="1438275" y="4067175"/>
            <a:ext cx="1014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밝기 통계(image_statistics)의 시간·할당량 조사</a:t>
            </a:r>
          </a:p>
        </p:txBody>
      </p:sp>
      <p:sp>
        <p:nvSpPr>
          <p:cNvPr id="17" name="">
            <a:extLst xmlns:a="http://schemas.openxmlformats.org/drawingml/2006/main">
              <a:ext uri="{FF2B5EF4-FFF2-40B4-BE49-F238E27FC236}">
                <a16:creationId xmlns:a16="http://schemas.microsoft.com/office/drawing/2014/main" id="{2BCC3089-CB2C-4393-BA31-E5F335D398D0}"/>
              </a:ext>
            </a:extLst>
          </p:cNvPr>
          <p:cNvSpPr>
            <a:spLocks xmlns:a="http://schemas.openxmlformats.org/drawingml/2006/main" noGrp="1"/>
          </p:cNvSpPr>
          <p:nvPr/>
        </p:nvSpPr>
        <p:spPr>
          <a:xfrm xmlns:a="http://schemas.openxmlformats.org/drawingml/2006/main">
            <a:off x="609600" y="440055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8" name="03">
            <a:extLst xmlns:a="http://schemas.openxmlformats.org/drawingml/2006/main">
              <a:ext uri="{FF2B5EF4-FFF2-40B4-BE49-F238E27FC236}">
                <a16:creationId xmlns:a16="http://schemas.microsoft.com/office/drawing/2014/main" id="{F62359E2-A0AE-4165-96C3-3ED0EE5CF068}"/>
              </a:ext>
            </a:extLst>
          </p:cNvPr>
          <p:cNvSpPr>
            <a:spLocks xmlns:a="http://schemas.openxmlformats.org/drawingml/2006/main" noGrp="1"/>
          </p:cNvSpPr>
          <p:nvPr/>
        </p:nvSpPr>
        <p:spPr>
          <a:xfrm xmlns:a="http://schemas.openxmlformats.org/drawingml/2006/main">
            <a:off x="609600" y="453390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Consolas"/>
                <a:ea typeface="Consolas"/>
                <a:cs typeface="Consolas"/>
              </a:defRPr>
            </a:defPPr>
            <a:lvl1pPr algn="l">
              <a:defRPr sz="1950" b="1">
                <a:solidFill>
                  <a:srgbClr val="0B6172"/>
                </a:solidFill>
                <a:latin typeface="Consolas"/>
                <a:ea typeface="Consolas"/>
                <a:cs typeface="Consolas"/>
              </a:defRPr>
            </a:lvl1pPr>
            <a:lvl2pPr algn="l">
              <a:defRPr sz="1950" b="1">
                <a:solidFill>
                  <a:srgbClr val="0B6172"/>
                </a:solidFill>
                <a:latin typeface="Consolas"/>
                <a:ea typeface="Consolas"/>
                <a:cs typeface="Consolas"/>
              </a:defRPr>
            </a:lvl2pPr>
            <a:lvl3pPr algn="l">
              <a:defRPr sz="1950" b="1">
                <a:solidFill>
                  <a:srgbClr val="0B6172"/>
                </a:solidFill>
                <a:latin typeface="Consolas"/>
                <a:ea typeface="Consolas"/>
                <a:cs typeface="Consolas"/>
              </a:defRPr>
            </a:lvl3pPr>
            <a:lvl4pPr algn="l">
              <a:defRPr sz="1950" b="1">
                <a:solidFill>
                  <a:srgbClr val="0B6172"/>
                </a:solidFill>
                <a:latin typeface="Consolas"/>
                <a:ea typeface="Consolas"/>
                <a:cs typeface="Consolas"/>
              </a:defRPr>
            </a:lvl4pPr>
            <a:lvl5pPr algn="l">
              <a:defRPr sz="1950" b="1">
                <a:solidFill>
                  <a:srgbClr val="0B6172"/>
                </a:solidFill>
                <a:latin typeface="Consolas"/>
                <a:ea typeface="Consolas"/>
                <a:cs typeface="Consolas"/>
              </a:defRPr>
            </a:lvl5pPr>
            <a:lvl6pPr algn="l">
              <a:defRPr sz="1950" b="1">
                <a:solidFill>
                  <a:srgbClr val="0B6172"/>
                </a:solidFill>
                <a:latin typeface="Consolas"/>
                <a:ea typeface="Consolas"/>
                <a:cs typeface="Consolas"/>
              </a:defRPr>
            </a:lvl6pPr>
            <a:lvl7pPr algn="l">
              <a:defRPr sz="1950" b="1">
                <a:solidFill>
                  <a:srgbClr val="0B6172"/>
                </a:solidFill>
                <a:latin typeface="Consolas"/>
                <a:ea typeface="Consolas"/>
                <a:cs typeface="Consolas"/>
              </a:defRPr>
            </a:lvl7pPr>
            <a:lvl8pPr algn="l">
              <a:defRPr sz="1950" b="1">
                <a:solidFill>
                  <a:srgbClr val="0B6172"/>
                </a:solidFill>
                <a:latin typeface="Consolas"/>
                <a:ea typeface="Consolas"/>
                <a:cs typeface="Consolas"/>
              </a:defRPr>
            </a:lvl8pPr>
            <a:lvl9pPr algn="l">
              <a:defRPr sz="1950" b="1">
                <a:solidFill>
                  <a:srgbClr val="0B6172"/>
                </a:solidFill>
                <a:latin typeface="Consolas"/>
                <a:ea typeface="Consolas"/>
                <a:cs typeface="Consolas"/>
              </a:defRPr>
            </a:lvl9pPr>
          </a:lstStyle>
          <a:p xmlns:a="http://schemas.openxmlformats.org/drawingml/2006/main">
            <a:pPr algn="l">
              <a:defRPr sz="1950" b="1">
                <a:solidFill>
                  <a:srgbClr val="0B6172"/>
                </a:solidFill>
                <a:latin typeface="Consolas"/>
                <a:ea typeface="Consolas"/>
                <a:cs typeface="Consolas"/>
              </a:defRPr>
            </a:pPr>
            <a:r>
              <a:rPr sz="1950" b="1">
                <a:solidFill>
                  <a:srgbClr val="0B6172"/>
                </a:solidFill>
                <a:latin typeface="Consolas"/>
                <a:ea typeface="Consolas"/>
                <a:cs typeface="Consolas"/>
              </a:rPr>
              <a:t>03</a:t>
            </a:r>
          </a:p>
        </p:txBody>
      </p:sp>
      <p:sp>
        <p:nvSpPr>
          <p:cNvPr id="19" name="실행 기록에서 본문 포함 확인">
            <a:extLst xmlns:a="http://schemas.openxmlformats.org/drawingml/2006/main">
              <a:ext uri="{FF2B5EF4-FFF2-40B4-BE49-F238E27FC236}">
                <a16:creationId xmlns:a16="http://schemas.microsoft.com/office/drawing/2014/main" id="{C584380F-5613-4C5B-93F0-294BBDDC4378}"/>
              </a:ext>
            </a:extLst>
          </p:cNvPr>
          <p:cNvSpPr>
            <a:spLocks xmlns:a="http://schemas.openxmlformats.org/drawingml/2006/main" noGrp="1"/>
          </p:cNvSpPr>
          <p:nvPr/>
        </p:nvSpPr>
        <p:spPr>
          <a:xfrm xmlns:a="http://schemas.openxmlformats.org/drawingml/2006/main">
            <a:off x="1438275" y="4486275"/>
            <a:ext cx="10144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실행 기록에서 본문 포함 확인</a:t>
            </a:r>
          </a:p>
        </p:txBody>
      </p:sp>
      <p:sp>
        <p:nvSpPr>
          <p:cNvPr id="20" name=".agents/skills/graypipe-performance/SKILL.md">
            <a:extLst xmlns:a="http://schemas.openxmlformats.org/drawingml/2006/main">
              <a:ext uri="{FF2B5EF4-FFF2-40B4-BE49-F238E27FC236}">
                <a16:creationId xmlns:a16="http://schemas.microsoft.com/office/drawing/2014/main" id="{161EDFD4-5758-430E-BA63-24DB54E4FB48}"/>
              </a:ext>
            </a:extLst>
          </p:cNvPr>
          <p:cNvSpPr>
            <a:spLocks xmlns:a="http://schemas.openxmlformats.org/drawingml/2006/main" noGrp="1"/>
          </p:cNvSpPr>
          <p:nvPr/>
        </p:nvSpPr>
        <p:spPr>
          <a:xfrm xmlns:a="http://schemas.openxmlformats.org/drawingml/2006/main">
            <a:off x="1438275" y="4895850"/>
            <a:ext cx="10144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.agents/skills/graypipe-performance/SKILL.md</a:t>
            </a:r>
          </a:p>
        </p:txBody>
      </p:sp>
      <p:sp>
        <p:nvSpPr>
          <p:cNvPr id="21" name="이름·경로·전체 지침 본문이 실행 trace에 포함됨">
            <a:extLst xmlns:a="http://schemas.openxmlformats.org/drawingml/2006/main">
              <a:ext uri="{FF2B5EF4-FFF2-40B4-BE49-F238E27FC236}">
                <a16:creationId xmlns:a16="http://schemas.microsoft.com/office/drawing/2014/main" id="{C9C281EA-5FC8-412C-9085-CE8294865411}"/>
              </a:ext>
            </a:extLst>
          </p:cNvPr>
          <p:cNvSpPr>
            <a:spLocks xmlns:a="http://schemas.openxmlformats.org/drawingml/2006/main" noGrp="1"/>
          </p:cNvSpPr>
          <p:nvPr/>
        </p:nvSpPr>
        <p:spPr>
          <a:xfrm xmlns:a="http://schemas.openxmlformats.org/drawingml/2006/main">
            <a:off x="1438275" y="5257800"/>
            <a:ext cx="1014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이름·경로·전체 지침 본문이 실행 trace에 포함됨</a:t>
            </a:r>
          </a:p>
        </p:txBody>
      </p:sp>
      <p:sp>
        <p:nvSpPr>
          <p:cNvPr id="22" name="Legacy module connection">
            <a:extLst xmlns:a="http://schemas.openxmlformats.org/drawingml/2006/main">
              <a:ext uri="{FF2B5EF4-FFF2-40B4-BE49-F238E27FC236}">
                <a16:creationId xmlns:a16="http://schemas.microsoft.com/office/drawing/2014/main" id="{1497002D-3EC0-4DCA-A9A0-7B9CDA85CEBD}"/>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389986378"/>
      </p:ext>
    </p:extLst>
  </p:cSld>
</p:sld>
</file>

<file path=ppt/slides/slide5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1" name="ACT 3 · 위치 이동을 실제 문장과 기록으로 확인">
            <a:extLst xmlns:a="http://schemas.openxmlformats.org/drawingml/2006/main">
              <a:ext uri="{FF2B5EF4-FFF2-40B4-BE49-F238E27FC236}">
                <a16:creationId xmlns:a16="http://schemas.microsoft.com/office/drawing/2014/main" id="{5DEA3ED2-00FE-4BCA-AEF2-6A5B0D3D5A4D}"/>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위치 이동을 실제 문장과 기록으로 확인</a:t>
            </a:r>
          </a:p>
        </p:txBody>
      </p:sp>
      <p:sp>
        <p:nvSpPr>
          <p:cNvPr id="2" name="S55">
            <a:extLst xmlns:a="http://schemas.openxmlformats.org/drawingml/2006/main">
              <a:ext uri="{FF2B5EF4-FFF2-40B4-BE49-F238E27FC236}">
                <a16:creationId xmlns:a16="http://schemas.microsoft.com/office/drawing/2014/main" id="{8DC81D76-5DD6-4BE6-8443-367220C87F6D}"/>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S55</a:t>
            </a:r>
          </a:p>
        </p:txBody>
      </p:sp>
      <p:sp>
        <p:nvSpPr>
          <p:cNvPr id="3" name="Skill의 지침과 관찰된 작업을 대응한다">
            <a:extLst xmlns:a="http://schemas.openxmlformats.org/drawingml/2006/main">
              <a:ext uri="{FF2B5EF4-FFF2-40B4-BE49-F238E27FC236}">
                <a16:creationId xmlns:a16="http://schemas.microsoft.com/office/drawing/2014/main" id="{429BCF91-38C3-436B-8AAC-E021341102A3}"/>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Skill의 지침과 관찰된 작업을 대응한다</a:t>
            </a:r>
          </a:p>
        </p:txBody>
      </p:sp>
      <p:sp>
        <p:nvSpPr>
          <p:cNvPr id="4" name="">
            <a:extLst xmlns:a="http://schemas.openxmlformats.org/drawingml/2006/main">
              <a:ext uri="{FF2B5EF4-FFF2-40B4-BE49-F238E27FC236}">
                <a16:creationId xmlns:a16="http://schemas.microsoft.com/office/drawing/2014/main" id="{1560AA1D-7F7C-4CCD-9B7C-F4E92FAA1AC8}"/>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STATE-04 SKILL.md 발췌 ↔ TRIAL-008의 보존된 관찰 요약 · 원문 실행 로그 화면이 아">
            <a:extLst xmlns:a="http://schemas.openxmlformats.org/drawingml/2006/main">
              <a:ext uri="{FF2B5EF4-FFF2-40B4-BE49-F238E27FC236}">
                <a16:creationId xmlns:a16="http://schemas.microsoft.com/office/drawing/2014/main" id="{65CC8067-52C2-4E02-9DE9-1A2D4A384806}"/>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STATE-04 SKILL.md 발췌 ↔ TRIAL-008의 보존된 관찰 요약 · 원문 실행 로그 화면이 아님</a:t>
            </a:r>
          </a:p>
        </p:txBody>
      </p:sp>
      <p:sp>
        <p:nvSpPr>
          <p:cNvPr id="6" name="본문 포함과 관찰의 대응 · Skill 단독 인과성·우월성·토큰/속도 효과를 입증하지 않음">
            <a:extLst xmlns:a="http://schemas.openxmlformats.org/drawingml/2006/main">
              <a:ext uri="{FF2B5EF4-FFF2-40B4-BE49-F238E27FC236}">
                <a16:creationId xmlns:a16="http://schemas.microsoft.com/office/drawing/2014/main" id="{E64AE12B-A4CE-4142-A4B8-974797CD363C}"/>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본문 포함과 관찰의 대응 · Skill 단독 인과성·우월성·토큰/속도 효과를 입증하지 않음</a:t>
            </a:r>
          </a:p>
        </p:txBody>
      </p:sp>
      <p:sp>
        <p:nvSpPr>
          <p:cNvPr id="7" name="normalize의 긴 요청 → 밝기 통계 요청 + 재사용 Skill">
            <a:extLst xmlns:a="http://schemas.openxmlformats.org/drawingml/2006/main">
              <a:ext uri="{FF2B5EF4-FFF2-40B4-BE49-F238E27FC236}">
                <a16:creationId xmlns:a16="http://schemas.microsoft.com/office/drawing/2014/main" id="{F4984AC6-03A9-435E-9D26-18E6831307BA}"/>
              </a:ext>
            </a:extLst>
          </p:cNvPr>
          <p:cNvSpPr>
            <a:spLocks xmlns:a="http://schemas.openxmlformats.org/drawingml/2006/main" noGrp="1"/>
          </p:cNvSpPr>
          <p:nvPr/>
        </p:nvSpPr>
        <p:spPr>
          <a:xfrm xmlns:a="http://schemas.openxmlformats.org/drawingml/2006/main">
            <a:off x="609600" y="16954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normalize의 긴 요청 → 밝기 통계 요청 + 재사용 Skill</a:t>
            </a:r>
          </a:p>
        </p:txBody>
      </p:sp>
      <p:graphicFrame>
        <p:nvGraphicFramePr>
          <p:cNvPr id="8" name="">
            <a:extLst xmlns:a="http://schemas.openxmlformats.org/drawingml/2006/main">
              <a:ext uri="{FF2B5EF4-FFF2-40B4-BE49-F238E27FC236}">
                <a16:creationId xmlns:a16="http://schemas.microsoft.com/office/drawing/2014/main" id="{97785790-00F7-415E-A378-7DC2EAC66D2F}"/>
              </a:ext>
            </a:extLst>
          </p:cNvPr>
          <p:cNvGraphicFramePr/>
          <p:nvPr/>
        </p:nvGraphicFramePr>
        <p:xfrm>
          <a:off xmlns:a="http://schemas.openxmlformats.org/drawingml/2006/main" x="609600" y="2343150"/>
          <a:ext xmlns:a="http://schemas.openxmlformats.org/drawingml/2006/main" cx="10972800" cy="2952750"/>
        </p:xfrm>
        <a:graphic xmlns:a="http://schemas.openxmlformats.org/drawingml/2006/main">
          <a:graphicData uri="http://schemas.openxmlformats.org/drawingml/2006/table">
            <a:tbl>
              <a:tblPr firstRow="0" bandRow="0"/>
              <a:tblGrid>
                <a:gridCol w="5191125"/>
                <a:gridCol w="5781675"/>
              </a:tblGrid>
              <a:tr h="438150">
                <a:tc>
                  <a:txBody>
                    <a:bodyPr wrap="none">
                      <a:noAutofit/>
                    </a:bodyPr>
                    <a:lstStyle/>
                    <a:p>
                      <a:pPr algn="l"/>
                      <a:r>
                        <a:rPr sz="1875" b="1">
                          <a:solidFill>
                            <a:srgbClr val="0B6172"/>
                          </a:solidFill>
                          <a:latin typeface="Malgun Gothic"/>
                          <a:ea typeface="Malgun Gothic"/>
                          <a:cs typeface="Malgun Gothic"/>
                        </a:rPr>
                        <a:t>Skill의 지침 · 원문 발췌</a:t>
                      </a:r>
                    </a:p>
                  </a:txBody>
                  <a:tcPr marL="91440" marR="91440" marT="45720" marB="45720" anchor="ctr">
                    <a:lnL w="7620">
                      <a:solidFill>
                        <a:srgbClr val="C7D0DA"/>
                      </a:solidFill>
                      <a:prstDash val="solid"/>
                    </a:lnL>
                    <a:lnR w="7620">
                      <a:solidFill>
                        <a:srgbClr val="C7D0DA"/>
                      </a:solidFill>
                      <a:prstDash val="solid"/>
                    </a:lnR>
                    <a:lnT w="7620">
                      <a:solidFill>
                        <a:srgbClr val="C7D0DA"/>
                      </a:solidFill>
                      <a:prstDash val="solid"/>
                    </a:lnT>
                    <a:lnB w="7620">
                      <a:solidFill>
                        <a:srgbClr val="C7D0DA"/>
                      </a:solidFill>
                      <a:prstDash val="solid"/>
                    </a:lnB>
                    <a:solidFill>
                      <a:srgbClr val="E0EFF0"/>
                    </a:solidFill>
                  </a:tcPr>
                </a:tc>
                <a:tc>
                  <a:txBody>
                    <a:bodyPr wrap="none">
                      <a:noAutofit/>
                    </a:bodyPr>
                    <a:lstStyle/>
                    <a:p>
                      <a:pPr algn="l"/>
                      <a:r>
                        <a:rPr sz="1875" b="1">
                          <a:solidFill>
                            <a:srgbClr val="0B6172"/>
                          </a:solidFill>
                          <a:latin typeface="Malgun Gothic"/>
                          <a:ea typeface="Malgun Gothic"/>
                          <a:cs typeface="Malgun Gothic"/>
                        </a:rPr>
                        <a:t>같은 Trial에서 관찰된 기록 · 요약</a:t>
                      </a:r>
                    </a:p>
                  </a:txBody>
                  <a:tcPr marL="91440" marR="91440" marT="45720" marB="45720" anchor="ctr">
                    <a:lnR w="7620">
                      <a:solidFill>
                        <a:srgbClr val="C7D0DA"/>
                      </a:solidFill>
                      <a:prstDash val="solid"/>
                    </a:lnR>
                    <a:lnT w="7620">
                      <a:solidFill>
                        <a:srgbClr val="C7D0DA"/>
                      </a:solidFill>
                      <a:prstDash val="solid"/>
                    </a:lnT>
                    <a:lnB w="7620">
                      <a:solidFill>
                        <a:srgbClr val="C7D0DA"/>
                      </a:solidFill>
                      <a:prstDash val="solid"/>
                    </a:lnB>
                    <a:solidFill>
                      <a:srgbClr val="E0EFF0"/>
                    </a:solidFill>
                  </a:tcPr>
                </a:tc>
              </a:tr>
              <a:tr h="838200">
                <a:tc>
                  <a:txBody>
                    <a:bodyPr wrap="none">
                      <a:noAutofit/>
                    </a:bodyPr>
                    <a:lstStyle/>
                    <a:p>
                      <a:pPr algn="l"/>
                      <a:r>
                        <a:rPr sz="1875" b="0">
                          <a:solidFill>
                            <a:srgbClr val="17212B"/>
                          </a:solidFill>
                          <a:latin typeface="Consolas"/>
                          <a:ea typeface="Consolas"/>
                          <a:cs typeface="Consolas"/>
                        </a:rPr>
                        <a:t>Establish a reproducible</a:t>
                      </a:r>
                    </a:p>
                    <a:p>
                      <a:pPr algn="l"/>
                      <a:r>
                        <a:rPr sz="1875" b="0">
                          <a:solidFill>
                            <a:srgbClr val="17212B"/>
                          </a:solidFill>
                          <a:latin typeface="Consolas"/>
                          <a:ea typeface="Consolas"/>
                          <a:cs typeface="Consolas"/>
                        </a:rPr>
                        <a:t>baseline before editing.</a:t>
                      </a:r>
                    </a:p>
                  </a:txBody>
                  <a:tcPr marL="91440" marR="91440" marT="45720" marB="45720" anchor="ctr">
                    <a:lnL w="7620">
                      <a:solidFill>
                        <a:srgbClr val="C7D0DA"/>
                      </a:solidFill>
                      <a:prstDash val="solid"/>
                    </a:lnL>
                    <a:lnR w="7620">
                      <a:solidFill>
                        <a:srgbClr val="C7D0DA"/>
                      </a:solidFill>
                      <a:prstDash val="solid"/>
                    </a:lnR>
                    <a:lnB w="7620">
                      <a:solidFill>
                        <a:srgbClr val="C7D0DA"/>
                      </a:solidFill>
                      <a:prstDash val="solid"/>
                    </a:lnB>
                    <a:solidFill>
                      <a:srgbClr val="FFFFFF"/>
                    </a:solidFill>
                  </a:tcPr>
                </a:tc>
                <a:tc>
                  <a:txBody>
                    <a:bodyPr wrap="none">
                      <a:noAutofit/>
                    </a:bodyPr>
                    <a:lstStyle/>
                    <a:p>
                      <a:pPr algn="l"/>
                      <a:r>
                        <a:rPr sz="1875" b="0">
                          <a:solidFill>
                            <a:srgbClr val="17212B"/>
                          </a:solidFill>
                          <a:latin typeface="Malgun Gothic"/>
                          <a:ea typeface="Malgun Gothic"/>
                          <a:cs typeface="Malgun Gothic"/>
                        </a:rPr>
                        <a:t>편집 전 같은 측정 명령으로 3회 실행</a:t>
                      </a:r>
                    </a:p>
                    <a:p>
                      <a:pPr algn="l"/>
                      <a:r>
                        <a:rPr sz="1875" b="0">
                          <a:solidFill>
                            <a:srgbClr val="17212B"/>
                          </a:solidFill>
                          <a:latin typeface="Malgun Gothic"/>
                          <a:ea typeface="Malgun Gothic"/>
                          <a:cs typeface="Malgun Gothic"/>
                        </a:rPr>
                        <a:t>입력 지문과 결과 6항목 확인</a:t>
                      </a:r>
                    </a:p>
                  </a:txBody>
                  <a:tcPr marL="91440" marR="91440" marT="45720" marB="45720" anchor="ctr">
                    <a:lnR w="7620">
                      <a:solidFill>
                        <a:srgbClr val="C7D0DA"/>
                      </a:solidFill>
                      <a:prstDash val="solid"/>
                    </a:lnR>
                    <a:lnB w="7620">
                      <a:solidFill>
                        <a:srgbClr val="C7D0DA"/>
                      </a:solidFill>
                      <a:prstDash val="solid"/>
                    </a:lnB>
                    <a:solidFill>
                      <a:srgbClr val="FFFFFF"/>
                    </a:solidFill>
                  </a:tcPr>
                </a:tc>
              </a:tr>
              <a:tr h="838200">
                <a:tc>
                  <a:txBody>
                    <a:bodyPr wrap="none">
                      <a:noAutofit/>
                    </a:bodyPr>
                    <a:lstStyle/>
                    <a:p>
                      <a:pPr algn="l"/>
                      <a:r>
                        <a:rPr sz="1875" b="0">
                          <a:solidFill>
                            <a:srgbClr val="17212B"/>
                          </a:solidFill>
                          <a:latin typeface="Consolas"/>
                          <a:ea typeface="Consolas"/>
                          <a:cs typeface="Consolas"/>
                        </a:rPr>
                        <a:t>State a concise plan before</a:t>
                      </a:r>
                    </a:p>
                    <a:p>
                      <a:pPr algn="l"/>
                      <a:r>
                        <a:rPr sz="1875" b="0">
                          <a:solidFill>
                            <a:srgbClr val="17212B"/>
                          </a:solidFill>
                          <a:latin typeface="Consolas"/>
                          <a:ea typeface="Consolas"/>
                          <a:cs typeface="Consolas"/>
                        </a:rPr>
                        <a:t>making edits …</a:t>
                      </a:r>
                    </a:p>
                  </a:txBody>
                  <a:tcPr marL="91440" marR="91440" marT="45720" marB="45720" anchor="ctr">
                    <a:lnL w="7620">
                      <a:solidFill>
                        <a:srgbClr val="C7D0DA"/>
                      </a:solidFill>
                      <a:prstDash val="solid"/>
                    </a:lnL>
                    <a:lnR w="7620">
                      <a:solidFill>
                        <a:srgbClr val="C7D0DA"/>
                      </a:solidFill>
                      <a:prstDash val="solid"/>
                    </a:lnR>
                    <a:lnB w="7620">
                      <a:solidFill>
                        <a:srgbClr val="C7D0DA"/>
                      </a:solidFill>
                      <a:prstDash val="solid"/>
                    </a:lnB>
                    <a:solidFill>
                      <a:srgbClr val="FFFFFF"/>
                    </a:solidFill>
                  </a:tcPr>
                </a:tc>
                <a:tc>
                  <a:txBody>
                    <a:bodyPr wrap="none">
                      <a:noAutofit/>
                    </a:bodyPr>
                    <a:lstStyle/>
                    <a:p>
                      <a:pPr algn="l"/>
                      <a:r>
                        <a:rPr sz="1875" b="0">
                          <a:solidFill>
                            <a:srgbClr val="17212B"/>
                          </a:solidFill>
                          <a:latin typeface="Malgun Gothic"/>
                          <a:ea typeface="Malgun Gothic"/>
                          <a:cs typeface="Malgun Gothic"/>
                        </a:rPr>
                        <a:t>변경 전 계획을 밝힘</a:t>
                      </a:r>
                    </a:p>
                    <a:p>
                      <a:pPr algn="l"/>
                      <a:r>
                        <a:rPr sz="1875" b="0">
                          <a:solidFill>
                            <a:srgbClr val="17212B"/>
                          </a:solidFill>
                          <a:latin typeface="Malgun Gothic"/>
                          <a:ea typeface="Malgun Gothic"/>
                          <a:cs typeface="Malgun Gothic"/>
                        </a:rPr>
                        <a:t>statistics.py의 변경 범위를 한정</a:t>
                      </a:r>
                    </a:p>
                  </a:txBody>
                  <a:tcPr marL="91440" marR="91440" marT="45720" marB="45720" anchor="ctr">
                    <a:lnR w="7620">
                      <a:solidFill>
                        <a:srgbClr val="C7D0DA"/>
                      </a:solidFill>
                      <a:prstDash val="solid"/>
                    </a:lnR>
                    <a:lnB w="7620">
                      <a:solidFill>
                        <a:srgbClr val="C7D0DA"/>
                      </a:solidFill>
                      <a:prstDash val="solid"/>
                    </a:lnB>
                    <a:solidFill>
                      <a:srgbClr val="FFFFFF"/>
                    </a:solidFill>
                  </a:tcPr>
                </a:tc>
              </a:tr>
              <a:tr h="838200">
                <a:tc>
                  <a:txBody>
                    <a:bodyPr wrap="none">
                      <a:noAutofit/>
                    </a:bodyPr>
                    <a:lstStyle/>
                    <a:p>
                      <a:pPr algn="l"/>
                      <a:r>
                        <a:rPr sz="1875" b="0">
                          <a:solidFill>
                            <a:srgbClr val="17212B"/>
                          </a:solidFill>
                          <a:latin typeface="Consolas"/>
                          <a:ea typeface="Consolas"/>
                          <a:cs typeface="Consolas"/>
                        </a:rPr>
                        <a:t>Repeat the same benchmark with</a:t>
                      </a:r>
                    </a:p>
                    <a:p>
                      <a:pPr algn="l"/>
                      <a:r>
                        <a:rPr sz="1875" b="0">
                          <a:solidFill>
                            <a:srgbClr val="17212B"/>
                          </a:solidFill>
                          <a:latin typeface="Consolas"/>
                          <a:ea typeface="Consolas"/>
                          <a:cs typeface="Consolas"/>
                        </a:rPr>
                        <a:t>the same input and settings …</a:t>
                      </a:r>
                    </a:p>
                  </a:txBody>
                  <a:tcPr marL="91440" marR="91440" marT="45720" marB="45720" anchor="ctr">
                    <a:lnL w="7620">
                      <a:solidFill>
                        <a:srgbClr val="C7D0DA"/>
                      </a:solidFill>
                      <a:prstDash val="solid"/>
                    </a:lnL>
                    <a:lnR w="7620">
                      <a:solidFill>
                        <a:srgbClr val="C7D0DA"/>
                      </a:solidFill>
                      <a:prstDash val="solid"/>
                    </a:lnR>
                    <a:lnB w="7620">
                      <a:solidFill>
                        <a:srgbClr val="C7D0DA"/>
                      </a:solidFill>
                      <a:prstDash val="solid"/>
                    </a:lnB>
                    <a:solidFill>
                      <a:srgbClr val="FFFFFF"/>
                    </a:solidFill>
                  </a:tcPr>
                </a:tc>
                <a:tc>
                  <a:txBody>
                    <a:bodyPr wrap="none">
                      <a:noAutofit/>
                    </a:bodyPr>
                    <a:lstStyle/>
                    <a:p>
                      <a:pPr algn="l"/>
                      <a:r>
                        <a:rPr sz="1875" b="0">
                          <a:solidFill>
                            <a:srgbClr val="17212B"/>
                          </a:solidFill>
                          <a:latin typeface="Malgun Gothic"/>
                          <a:ea typeface="Malgun Gothic"/>
                          <a:cs typeface="Malgun Gothic"/>
                        </a:rPr>
                        <a:t>함수·전체 테스트와 같은 benchmark</a:t>
                      </a:r>
                    </a:p>
                    <a:p>
                      <a:pPr algn="l"/>
                      <a:r>
                        <a:rPr sz="1875" b="0">
                          <a:solidFill>
                            <a:srgbClr val="17212B"/>
                          </a:solidFill>
                          <a:latin typeface="Malgun Gothic"/>
                          <a:ea typeface="Malgun Gothic"/>
                          <a:cs typeface="Malgun Gothic"/>
                        </a:rPr>
                        <a:t>CLI 샘플·diff 확인 및 최종 검토</a:t>
                      </a:r>
                    </a:p>
                  </a:txBody>
                  <a:tcPr marL="91440" marR="91440" marT="45720" marB="45720" anchor="ctr">
                    <a:lnR w="7620">
                      <a:solidFill>
                        <a:srgbClr val="C7D0DA"/>
                      </a:solidFill>
                      <a:prstDash val="solid"/>
                    </a:lnR>
                    <a:lnB w="7620">
                      <a:solidFill>
                        <a:srgbClr val="C7D0DA"/>
                      </a:solidFill>
                      <a:prstDash val="solid"/>
                    </a:lnB>
                    <a:solidFill>
                      <a:srgbClr val="FFFFFF"/>
                    </a:solidFill>
                  </a:tcPr>
                </a:tc>
              </a:tr>
            </a:tbl>
          </a:graphicData>
        </a:graphic>
      </p:graphicFrame>
      <p:sp>
        <p:nvSpPr>
          <p:cNvPr id="9" name="Task Prompt에는 이번 목표·6항목 보존·변경 범위를 남겼다">
            <a:extLst xmlns:a="http://schemas.openxmlformats.org/drawingml/2006/main">
              <a:ext uri="{FF2B5EF4-FFF2-40B4-BE49-F238E27FC236}">
                <a16:creationId xmlns:a16="http://schemas.microsoft.com/office/drawing/2014/main" id="{EC94DC8D-F310-4727-A7CE-A3B000431A22}"/>
              </a:ext>
            </a:extLst>
          </p:cNvPr>
          <p:cNvSpPr>
            <a:spLocks xmlns:a="http://schemas.openxmlformats.org/drawingml/2006/main" noGrp="1"/>
          </p:cNvSpPr>
          <p:nvPr/>
        </p:nvSpPr>
        <p:spPr>
          <a:xfrm xmlns:a="http://schemas.openxmlformats.org/drawingml/2006/main">
            <a:off x="609600" y="54292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Task Prompt에는 이번 목표·6항목 보존·변경 범위를 남겼다</a:t>
            </a:r>
          </a:p>
        </p:txBody>
      </p:sp>
      <p:sp>
        <p:nvSpPr>
          <p:cNvPr id="10" name="Legacy module connection">
            <a:extLst xmlns:a="http://schemas.openxmlformats.org/drawingml/2006/main">
              <a:ext uri="{FF2B5EF4-FFF2-40B4-BE49-F238E27FC236}">
                <a16:creationId xmlns:a16="http://schemas.microsoft.com/office/drawing/2014/main" id="{6F5A9163-7B8C-4D51-9AD6-9A7E32A630BF}"/>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M8</a:t>
            </a:r>
          </a:p>
        </p:txBody>
      </p:sp>
    </p:spTree>
    <p:extLst>
      <p:ext uri="{BB962C8B-B14F-4D97-AF65-F5344CB8AC3E}">
        <p14:creationId xmlns:p14="http://schemas.microsoft.com/office/powerpoint/2010/main" val="1234036080"/>
      </p:ext>
    </p:extLst>
  </p:cSld>
</p:sld>
</file>

<file path=ppt/slides/slide5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6" name="ACT 3 · Skill에 고정할 것과 이번에 판단할 것">
            <a:extLst xmlns:a="http://schemas.openxmlformats.org/drawingml/2006/main">
              <a:ext uri="{FF2B5EF4-FFF2-40B4-BE49-F238E27FC236}">
                <a16:creationId xmlns:a16="http://schemas.microsoft.com/office/drawing/2014/main" id="{589D5F1F-61E9-49CC-8034-0C7EB2A5F074}"/>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Skill에 고정할 것과 이번에 판단할 것</a:t>
            </a:r>
          </a:p>
        </p:txBody>
      </p:sp>
      <p:sp>
        <p:nvSpPr>
          <p:cNvPr id="2" name="S56">
            <a:extLst xmlns:a="http://schemas.openxmlformats.org/drawingml/2006/main">
              <a:ext uri="{FF2B5EF4-FFF2-40B4-BE49-F238E27FC236}">
                <a16:creationId xmlns:a16="http://schemas.microsoft.com/office/drawing/2014/main" id="{D3414F19-A6D4-422B-9BF9-5EB06FB81E4C}"/>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S56</a:t>
            </a:r>
          </a:p>
        </p:txBody>
      </p:sp>
      <p:sp>
        <p:nvSpPr>
          <p:cNvPr id="3" name="절차는 재사용하고, 답은 근거로 정한다">
            <a:extLst xmlns:a="http://schemas.openxmlformats.org/drawingml/2006/main">
              <a:ext uri="{FF2B5EF4-FFF2-40B4-BE49-F238E27FC236}">
                <a16:creationId xmlns:a16="http://schemas.microsoft.com/office/drawing/2014/main" id="{CBEFDB52-79E0-41BB-A6CD-DB9AFEE0C6F5}"/>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절차는 재사용하고, 답은 근거로 정한다</a:t>
            </a:r>
          </a:p>
        </p:txBody>
      </p:sp>
      <p:sp>
        <p:nvSpPr>
          <p:cNvPr id="4" name="">
            <a:extLst xmlns:a="http://schemas.openxmlformats.org/drawingml/2006/main">
              <a:ext uri="{FF2B5EF4-FFF2-40B4-BE49-F238E27FC236}">
                <a16:creationId xmlns:a16="http://schemas.microsoft.com/office/drawing/2014/main" id="{90ABD40B-ED04-4DDC-9CA9-69929E6D36F2}"/>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STATE-04 SKILL.md의 두 지침과 교육용 책임 구분 · 새 실행 결과가 아님">
            <a:extLst xmlns:a="http://schemas.openxmlformats.org/drawingml/2006/main">
              <a:ext uri="{FF2B5EF4-FFF2-40B4-BE49-F238E27FC236}">
                <a16:creationId xmlns:a16="http://schemas.microsoft.com/office/drawing/2014/main" id="{929DA845-8408-40A4-B807-AC9A13B99239}"/>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STATE-04 SKILL.md의 두 지침과 교육용 책임 구분 · 새 실행 결과가 아님</a:t>
            </a:r>
          </a:p>
        </p:txBody>
      </p:sp>
      <p:sp>
        <p:nvSpPr>
          <p:cNvPr id="6" name="특정 알고리즘·Trial 숫자를 정답으로 넣지 않았음 · no-change는 허용된 판단 경로">
            <a:extLst xmlns:a="http://schemas.openxmlformats.org/drawingml/2006/main">
              <a:ext uri="{FF2B5EF4-FFF2-40B4-BE49-F238E27FC236}">
                <a16:creationId xmlns:a16="http://schemas.microsoft.com/office/drawing/2014/main" id="{184A9B6B-F4F1-49D1-BC48-C7F6AE509AA4}"/>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특정 알고리즘·Trial 숫자를 정답으로 넣지 않았음 · no-change는 허용된 판단 경로</a:t>
            </a:r>
          </a:p>
        </p:txBody>
      </p:sp>
      <p:sp>
        <p:nvSpPr>
          <p:cNvPr id="7" name="">
            <a:extLst xmlns:a="http://schemas.openxmlformats.org/drawingml/2006/main">
              <a:ext uri="{FF2B5EF4-FFF2-40B4-BE49-F238E27FC236}">
                <a16:creationId xmlns:a16="http://schemas.microsoft.com/office/drawing/2014/main" id="{F19EF896-AF26-4B4B-B54F-C55599F21550}"/>
              </a:ext>
            </a:extLst>
          </p:cNvPr>
          <p:cNvSpPr>
            <a:spLocks xmlns:a="http://schemas.openxmlformats.org/drawingml/2006/main" noGrp="1"/>
          </p:cNvSpPr>
          <p:nvPr/>
        </p:nvSpPr>
        <p:spPr>
          <a:xfrm xmlns:a="http://schemas.openxmlformats.org/drawingml/2006/main">
            <a:off x="609600" y="2247900"/>
            <a:ext cx="5162550" cy="243840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8" name="Skill이 정할 방법">
            <a:extLst xmlns:a="http://schemas.openxmlformats.org/drawingml/2006/main">
              <a:ext uri="{FF2B5EF4-FFF2-40B4-BE49-F238E27FC236}">
                <a16:creationId xmlns:a16="http://schemas.microsoft.com/office/drawing/2014/main" id="{31DD9FCD-28F7-4084-9E2A-7A803DF3013A}"/>
              </a:ext>
            </a:extLst>
          </p:cNvPr>
          <p:cNvSpPr>
            <a:spLocks xmlns:a="http://schemas.openxmlformats.org/drawingml/2006/main" noGrp="1"/>
          </p:cNvSpPr>
          <p:nvPr/>
        </p:nvSpPr>
        <p:spPr>
          <a:xfrm xmlns:a="http://schemas.openxmlformats.org/drawingml/2006/main">
            <a:off x="781050" y="236220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Skill이 정할 방법</a:t>
            </a:r>
          </a:p>
        </p:txBody>
      </p:sp>
      <p:sp>
        <p:nvSpPr>
          <p:cNvPr id="9" name="편집 전 재현 가능한 기준선&#10;같은 조건으로 검증·비교&#10;근거가 부족하면 변경 보류">
            <a:extLst xmlns:a="http://schemas.openxmlformats.org/drawingml/2006/main">
              <a:ext uri="{FF2B5EF4-FFF2-40B4-BE49-F238E27FC236}">
                <a16:creationId xmlns:a16="http://schemas.microsoft.com/office/drawing/2014/main" id="{2582616D-1E1F-44F6-8D64-AD47F6B50D27}"/>
              </a:ext>
            </a:extLst>
          </p:cNvPr>
          <p:cNvSpPr>
            <a:spLocks xmlns:a="http://schemas.openxmlformats.org/drawingml/2006/main" noGrp="1"/>
          </p:cNvSpPr>
          <p:nvPr/>
        </p:nvSpPr>
        <p:spPr>
          <a:xfrm xmlns:a="http://schemas.openxmlformats.org/drawingml/2006/main">
            <a:off x="781050" y="2886075"/>
            <a:ext cx="48196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편집 전 재현 가능한 기준선</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같은 조건으로 검증·비교</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근거가 부족하면 변경 보류</a:t>
            </a:r>
          </a:p>
        </p:txBody>
      </p:sp>
      <p:sp>
        <p:nvSpPr>
          <p:cNvPr id="10" name="">
            <a:extLst xmlns:a="http://schemas.openxmlformats.org/drawingml/2006/main">
              <a:ext uri="{FF2B5EF4-FFF2-40B4-BE49-F238E27FC236}">
                <a16:creationId xmlns:a16="http://schemas.microsoft.com/office/drawing/2014/main" id="{AB84B7A4-A60C-4ADA-A1C6-3C5319CEE24F}"/>
              </a:ext>
            </a:extLst>
          </p:cNvPr>
          <p:cNvSpPr>
            <a:spLocks xmlns:a="http://schemas.openxmlformats.org/drawingml/2006/main" noGrp="1"/>
          </p:cNvSpPr>
          <p:nvPr/>
        </p:nvSpPr>
        <p:spPr>
          <a:xfrm xmlns:a="http://schemas.openxmlformats.org/drawingml/2006/main">
            <a:off x="6419850" y="2247900"/>
            <a:ext cx="5162550" cy="24384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이번 작업에서 정할 답">
            <a:extLst xmlns:a="http://schemas.openxmlformats.org/drawingml/2006/main">
              <a:ext uri="{FF2B5EF4-FFF2-40B4-BE49-F238E27FC236}">
                <a16:creationId xmlns:a16="http://schemas.microsoft.com/office/drawing/2014/main" id="{0302CF2B-0E24-4028-A34E-750AA7368B08}"/>
              </a:ext>
            </a:extLst>
          </p:cNvPr>
          <p:cNvSpPr>
            <a:spLocks xmlns:a="http://schemas.openxmlformats.org/drawingml/2006/main" noGrp="1"/>
          </p:cNvSpPr>
          <p:nvPr/>
        </p:nvSpPr>
        <p:spPr>
          <a:xfrm xmlns:a="http://schemas.openxmlformats.org/drawingml/2006/main">
            <a:off x="6591300" y="236220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이번 작업에서 정할 답</a:t>
            </a:r>
          </a:p>
        </p:txBody>
      </p:sp>
      <p:sp>
        <p:nvSpPr>
          <p:cNvPr id="12" name="어떤 알고리즘을 택할까?&#10;실제 시간·할당량은?&#10;어떤 trade-off를 감수할까?">
            <a:extLst xmlns:a="http://schemas.openxmlformats.org/drawingml/2006/main">
              <a:ext uri="{FF2B5EF4-FFF2-40B4-BE49-F238E27FC236}">
                <a16:creationId xmlns:a16="http://schemas.microsoft.com/office/drawing/2014/main" id="{CD5BF62E-8460-4D07-B955-03FF7E98D020}"/>
              </a:ext>
            </a:extLst>
          </p:cNvPr>
          <p:cNvSpPr>
            <a:spLocks xmlns:a="http://schemas.openxmlformats.org/drawingml/2006/main" noGrp="1"/>
          </p:cNvSpPr>
          <p:nvPr/>
        </p:nvSpPr>
        <p:spPr>
          <a:xfrm xmlns:a="http://schemas.openxmlformats.org/drawingml/2006/main">
            <a:off x="6591300" y="2886075"/>
            <a:ext cx="48196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어떤 알고리즘을 택할까?</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실제 시간·할당량은?</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어떤 trade-off를 감수할까?</a:t>
            </a:r>
          </a:p>
        </p:txBody>
      </p:sp>
      <p:sp>
        <p:nvSpPr>
          <p:cNvPr id="13" name="“A measured result that does not justify a change is a">
            <a:extLst xmlns:a="http://schemas.openxmlformats.org/drawingml/2006/main">
              <a:ext uri="{FF2B5EF4-FFF2-40B4-BE49-F238E27FC236}">
                <a16:creationId xmlns:a16="http://schemas.microsoft.com/office/drawing/2014/main" id="{7216B03B-6882-4D68-AAB5-03CB6BFC49A2}"/>
              </a:ext>
            </a:extLst>
          </p:cNvPr>
          <p:cNvSpPr>
            <a:spLocks xmlns:a="http://schemas.openxmlformats.org/drawingml/2006/main" noGrp="1"/>
          </p:cNvSpPr>
          <p:nvPr/>
        </p:nvSpPr>
        <p:spPr>
          <a:xfrm xmlns:a="http://schemas.openxmlformats.org/drawingml/2006/main">
            <a:off x="609600" y="49720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“A measured result that does not justify a change is a</a:t>
            </a:r>
          </a:p>
        </p:txBody>
      </p:sp>
      <p:sp>
        <p:nvSpPr>
          <p:cNvPr id="14" name="valid no-change conclusion.”">
            <a:extLst xmlns:a="http://schemas.openxmlformats.org/drawingml/2006/main">
              <a:ext uri="{FF2B5EF4-FFF2-40B4-BE49-F238E27FC236}">
                <a16:creationId xmlns:a16="http://schemas.microsoft.com/office/drawing/2014/main" id="{DF64CA01-1600-4CD3-A323-DDCA004145DE}"/>
              </a:ext>
            </a:extLst>
          </p:cNvPr>
          <p:cNvSpPr>
            <a:spLocks xmlns:a="http://schemas.openxmlformats.org/drawingml/2006/main" noGrp="1"/>
          </p:cNvSpPr>
          <p:nvPr/>
        </p:nvSpPr>
        <p:spPr>
          <a:xfrm xmlns:a="http://schemas.openxmlformats.org/drawingml/2006/main">
            <a:off x="609600" y="52768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valid no-change conclusion.”</a:t>
            </a:r>
          </a:p>
        </p:txBody>
      </p:sp>
      <p:sp>
        <p:nvSpPr>
          <p:cNvPr id="15" name="Legacy module connection">
            <a:extLst xmlns:a="http://schemas.openxmlformats.org/drawingml/2006/main">
              <a:ext uri="{FF2B5EF4-FFF2-40B4-BE49-F238E27FC236}">
                <a16:creationId xmlns:a16="http://schemas.microsoft.com/office/drawing/2014/main" id="{D54F93E1-2710-40EA-8888-D415150C7B5E}"/>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M5</a:t>
            </a:r>
          </a:p>
        </p:txBody>
      </p:sp>
    </p:spTree>
    <p:extLst>
      <p:ext uri="{BB962C8B-B14F-4D97-AF65-F5344CB8AC3E}">
        <p14:creationId xmlns:p14="http://schemas.microsoft.com/office/powerpoint/2010/main" val="1108232370"/>
      </p:ext>
    </p:extLst>
  </p:cSld>
</p:sld>
</file>

<file path=ppt/slides/slide5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1" name="ACT 3 · 밝기 통계 작업의 후보 선택 과정">
            <a:extLst xmlns:a="http://schemas.openxmlformats.org/drawingml/2006/main">
              <a:ext uri="{FF2B5EF4-FFF2-40B4-BE49-F238E27FC236}">
                <a16:creationId xmlns:a16="http://schemas.microsoft.com/office/drawing/2014/main" id="{CFA7C247-6C5D-44A5-881F-C5C87D68E4F5}"/>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밝기 통계 작업의 후보 선택 과정</a:t>
            </a:r>
          </a:p>
        </p:txBody>
      </p:sp>
      <p:sp>
        <p:nvSpPr>
          <p:cNvPr id="2" name="S57">
            <a:extLst xmlns:a="http://schemas.openxmlformats.org/drawingml/2006/main">
              <a:ext uri="{FF2B5EF4-FFF2-40B4-BE49-F238E27FC236}">
                <a16:creationId xmlns:a16="http://schemas.microsoft.com/office/drawing/2014/main" id="{EA1EDAB9-764C-4953-A3DD-21E47069FCCD}"/>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S57</a:t>
            </a:r>
          </a:p>
        </p:txBody>
      </p:sp>
      <p:sp>
        <p:nvSpPr>
          <p:cNvPr id="3" name="후보는 시간·할당량·동작을 함께 보고 고른다">
            <a:extLst xmlns:a="http://schemas.openxmlformats.org/drawingml/2006/main">
              <a:ext uri="{FF2B5EF4-FFF2-40B4-BE49-F238E27FC236}">
                <a16:creationId xmlns:a16="http://schemas.microsoft.com/office/drawing/2014/main" id="{1C922187-A5E0-4C83-8259-25B442E6AF15}"/>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후보는 시간·할당량·동작을 함께 보고 고른다</a:t>
            </a:r>
          </a:p>
        </p:txBody>
      </p:sp>
      <p:sp>
        <p:nvSpPr>
          <p:cNvPr id="4" name="">
            <a:extLst xmlns:a="http://schemas.openxmlformats.org/drawingml/2006/main">
              <a:ext uri="{FF2B5EF4-FFF2-40B4-BE49-F238E27FC236}">
                <a16:creationId xmlns:a16="http://schemas.microsoft.com/office/drawing/2014/main" id="{3C4B81E7-E85E-42D7-92DE-0058797920DF}"/>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8 · image_statistics 후보 비교 · 합성1024×768 / CPython3.9">
            <a:extLst xmlns:a="http://schemas.openxmlformats.org/drawingml/2006/main">
              <a:ext uri="{FF2B5EF4-FFF2-40B4-BE49-F238E27FC236}">
                <a16:creationId xmlns:a16="http://schemas.microsoft.com/office/drawing/2014/main" id="{9DB72E90-308C-4797-B94F-3C2861CA7781}"/>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TRIAL-008 · image_statistics 후보 비교 · 합성1024×768 / CPython3.9.6 / macOS arm64</a:t>
            </a:r>
          </a:p>
        </p:txBody>
      </p:sp>
      <p:sp>
        <p:nvSpPr>
          <p:cNvPr id="6" name="정성 비교 · 아래 후보끼리의 비교는 다음 장의 제품 상태 전후 측정과 다름">
            <a:extLst xmlns:a="http://schemas.openxmlformats.org/drawingml/2006/main">
              <a:ext uri="{FF2B5EF4-FFF2-40B4-BE49-F238E27FC236}">
                <a16:creationId xmlns:a16="http://schemas.microsoft.com/office/drawing/2014/main" id="{2C6EBF78-E925-4193-AFA6-B05085F561D1}"/>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정성 비교 · 아래 후보끼리의 비교는 다음 장의 제품 상태 전후 측정과 다름</a:t>
            </a:r>
          </a:p>
        </p:txBody>
      </p:sp>
      <p:sp>
        <p:nvSpPr>
          <p:cNvPr id="7" name="두 후보 모두 같은 결과 6항목을 확인했다">
            <a:extLst xmlns:a="http://schemas.openxmlformats.org/drawingml/2006/main">
              <a:ext uri="{FF2B5EF4-FFF2-40B4-BE49-F238E27FC236}">
                <a16:creationId xmlns:a16="http://schemas.microsoft.com/office/drawing/2014/main" id="{50783247-A391-4F68-A5F7-42B7833F23CC}"/>
              </a:ext>
            </a:extLst>
          </p:cNvPr>
          <p:cNvSpPr>
            <a:spLocks xmlns:a="http://schemas.openxmlformats.org/drawingml/2006/main" noGrp="1"/>
          </p:cNvSpPr>
          <p:nvPr/>
        </p:nvSpPr>
        <p:spPr>
          <a:xfrm xmlns:a="http://schemas.openxmlformats.org/drawingml/2006/main">
            <a:off x="609600" y="172402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두 후보 모두 같은 결과 6항목을 확인했다</a:t>
            </a:r>
          </a:p>
        </p:txBody>
      </p:sp>
      <p:sp>
        <p:nvSpPr>
          <p:cNvPr id="8" name="후보">
            <a:extLst xmlns:a="http://schemas.openxmlformats.org/drawingml/2006/main">
              <a:ext uri="{FF2B5EF4-FFF2-40B4-BE49-F238E27FC236}">
                <a16:creationId xmlns:a16="http://schemas.microsoft.com/office/drawing/2014/main" id="{10EF6E1B-B5E7-47F3-8162-C164528EF769}"/>
              </a:ext>
            </a:extLst>
          </p:cNvPr>
          <p:cNvSpPr>
            <a:spLocks xmlns:a="http://schemas.openxmlformats.org/drawingml/2006/main" noGrp="1"/>
          </p:cNvSpPr>
          <p:nvPr/>
        </p:nvSpPr>
        <p:spPr>
          <a:xfrm xmlns:a="http://schemas.openxmlformats.org/drawingml/2006/main">
            <a:off x="609600" y="2419350"/>
            <a:ext cx="4838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4D5A68"/>
                </a:solidFill>
                <a:latin typeface="Malgun Gothic"/>
                <a:ea typeface="Malgun Gothic"/>
                <a:cs typeface="Malgun Gothic"/>
              </a:defRPr>
            </a:defPPr>
            <a:lvl1pPr algn="l">
              <a:defRPr sz="2025" b="1">
                <a:solidFill>
                  <a:srgbClr val="4D5A68"/>
                </a:solidFill>
                <a:latin typeface="Malgun Gothic"/>
                <a:ea typeface="Malgun Gothic"/>
                <a:cs typeface="Malgun Gothic"/>
              </a:defRPr>
            </a:lvl1pPr>
            <a:lvl2pPr algn="l">
              <a:defRPr sz="2025" b="1">
                <a:solidFill>
                  <a:srgbClr val="4D5A68"/>
                </a:solidFill>
                <a:latin typeface="Malgun Gothic"/>
                <a:ea typeface="Malgun Gothic"/>
                <a:cs typeface="Malgun Gothic"/>
              </a:defRPr>
            </a:lvl2pPr>
            <a:lvl3pPr algn="l">
              <a:defRPr sz="2025" b="1">
                <a:solidFill>
                  <a:srgbClr val="4D5A68"/>
                </a:solidFill>
                <a:latin typeface="Malgun Gothic"/>
                <a:ea typeface="Malgun Gothic"/>
                <a:cs typeface="Malgun Gothic"/>
              </a:defRPr>
            </a:lvl3pPr>
            <a:lvl4pPr algn="l">
              <a:defRPr sz="2025" b="1">
                <a:solidFill>
                  <a:srgbClr val="4D5A68"/>
                </a:solidFill>
                <a:latin typeface="Malgun Gothic"/>
                <a:ea typeface="Malgun Gothic"/>
                <a:cs typeface="Malgun Gothic"/>
              </a:defRPr>
            </a:lvl4pPr>
            <a:lvl5pPr algn="l">
              <a:defRPr sz="2025" b="1">
                <a:solidFill>
                  <a:srgbClr val="4D5A68"/>
                </a:solidFill>
                <a:latin typeface="Malgun Gothic"/>
                <a:ea typeface="Malgun Gothic"/>
                <a:cs typeface="Malgun Gothic"/>
              </a:defRPr>
            </a:lvl5pPr>
            <a:lvl6pPr algn="l">
              <a:defRPr sz="2025" b="1">
                <a:solidFill>
                  <a:srgbClr val="4D5A68"/>
                </a:solidFill>
                <a:latin typeface="Malgun Gothic"/>
                <a:ea typeface="Malgun Gothic"/>
                <a:cs typeface="Malgun Gothic"/>
              </a:defRPr>
            </a:lvl6pPr>
            <a:lvl7pPr algn="l">
              <a:defRPr sz="2025" b="1">
                <a:solidFill>
                  <a:srgbClr val="4D5A68"/>
                </a:solidFill>
                <a:latin typeface="Malgun Gothic"/>
                <a:ea typeface="Malgun Gothic"/>
                <a:cs typeface="Malgun Gothic"/>
              </a:defRPr>
            </a:lvl7pPr>
            <a:lvl8pPr algn="l">
              <a:defRPr sz="2025" b="1">
                <a:solidFill>
                  <a:srgbClr val="4D5A68"/>
                </a:solidFill>
                <a:latin typeface="Malgun Gothic"/>
                <a:ea typeface="Malgun Gothic"/>
                <a:cs typeface="Malgun Gothic"/>
              </a:defRPr>
            </a:lvl8pPr>
            <a:lvl9pPr algn="l">
              <a:defRPr sz="2025" b="1">
                <a:solidFill>
                  <a:srgbClr val="4D5A68"/>
                </a:solidFill>
                <a:latin typeface="Malgun Gothic"/>
                <a:ea typeface="Malgun Gothic"/>
                <a:cs typeface="Malgun Gothic"/>
              </a:defRPr>
            </a:lvl9pPr>
          </a:lstStyle>
          <a:p xmlns:a="http://schemas.openxmlformats.org/drawingml/2006/main">
            <a:pPr algn="l">
              <a:defRPr sz="2025" b="1">
                <a:solidFill>
                  <a:srgbClr val="4D5A68"/>
                </a:solidFill>
                <a:latin typeface="Malgun Gothic"/>
                <a:ea typeface="Malgun Gothic"/>
                <a:cs typeface="Malgun Gothic"/>
              </a:defRPr>
            </a:pPr>
            <a:r>
              <a:rPr sz="2025" b="1">
                <a:solidFill>
                  <a:srgbClr val="4D5A68"/>
                </a:solidFill>
                <a:latin typeface="Malgun Gothic"/>
                <a:ea typeface="Malgun Gothic"/>
                <a:cs typeface="Malgun Gothic"/>
              </a:rPr>
              <a:t>후보</a:t>
            </a:r>
          </a:p>
        </p:txBody>
      </p:sp>
      <p:sp>
        <p:nvSpPr>
          <p:cNvPr id="9" name="Python 할당량">
            <a:extLst xmlns:a="http://schemas.openxmlformats.org/drawingml/2006/main">
              <a:ext uri="{FF2B5EF4-FFF2-40B4-BE49-F238E27FC236}">
                <a16:creationId xmlns:a16="http://schemas.microsoft.com/office/drawing/2014/main" id="{AE778986-0210-4453-8528-417467DF8AB1}"/>
              </a:ext>
            </a:extLst>
          </p:cNvPr>
          <p:cNvSpPr>
            <a:spLocks xmlns:a="http://schemas.openxmlformats.org/drawingml/2006/main" noGrp="1"/>
          </p:cNvSpPr>
          <p:nvPr/>
        </p:nvSpPr>
        <p:spPr>
          <a:xfrm xmlns:a="http://schemas.openxmlformats.org/drawingml/2006/main">
            <a:off x="5810250" y="241935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4D5A68"/>
                </a:solidFill>
                <a:latin typeface="Malgun Gothic"/>
                <a:ea typeface="Malgun Gothic"/>
                <a:cs typeface="Malgun Gothic"/>
              </a:defRPr>
            </a:defPPr>
            <a:lvl1pPr algn="l">
              <a:defRPr sz="2025" b="1">
                <a:solidFill>
                  <a:srgbClr val="4D5A68"/>
                </a:solidFill>
                <a:latin typeface="Malgun Gothic"/>
                <a:ea typeface="Malgun Gothic"/>
                <a:cs typeface="Malgun Gothic"/>
              </a:defRPr>
            </a:lvl1pPr>
            <a:lvl2pPr algn="l">
              <a:defRPr sz="2025" b="1">
                <a:solidFill>
                  <a:srgbClr val="4D5A68"/>
                </a:solidFill>
                <a:latin typeface="Malgun Gothic"/>
                <a:ea typeface="Malgun Gothic"/>
                <a:cs typeface="Malgun Gothic"/>
              </a:defRPr>
            </a:lvl2pPr>
            <a:lvl3pPr algn="l">
              <a:defRPr sz="2025" b="1">
                <a:solidFill>
                  <a:srgbClr val="4D5A68"/>
                </a:solidFill>
                <a:latin typeface="Malgun Gothic"/>
                <a:ea typeface="Malgun Gothic"/>
                <a:cs typeface="Malgun Gothic"/>
              </a:defRPr>
            </a:lvl3pPr>
            <a:lvl4pPr algn="l">
              <a:defRPr sz="2025" b="1">
                <a:solidFill>
                  <a:srgbClr val="4D5A68"/>
                </a:solidFill>
                <a:latin typeface="Malgun Gothic"/>
                <a:ea typeface="Malgun Gothic"/>
                <a:cs typeface="Malgun Gothic"/>
              </a:defRPr>
            </a:lvl4pPr>
            <a:lvl5pPr algn="l">
              <a:defRPr sz="2025" b="1">
                <a:solidFill>
                  <a:srgbClr val="4D5A68"/>
                </a:solidFill>
                <a:latin typeface="Malgun Gothic"/>
                <a:ea typeface="Malgun Gothic"/>
                <a:cs typeface="Malgun Gothic"/>
              </a:defRPr>
            </a:lvl5pPr>
            <a:lvl6pPr algn="l">
              <a:defRPr sz="2025" b="1">
                <a:solidFill>
                  <a:srgbClr val="4D5A68"/>
                </a:solidFill>
                <a:latin typeface="Malgun Gothic"/>
                <a:ea typeface="Malgun Gothic"/>
                <a:cs typeface="Malgun Gothic"/>
              </a:defRPr>
            </a:lvl6pPr>
            <a:lvl7pPr algn="l">
              <a:defRPr sz="2025" b="1">
                <a:solidFill>
                  <a:srgbClr val="4D5A68"/>
                </a:solidFill>
                <a:latin typeface="Malgun Gothic"/>
                <a:ea typeface="Malgun Gothic"/>
                <a:cs typeface="Malgun Gothic"/>
              </a:defRPr>
            </a:lvl7pPr>
            <a:lvl8pPr algn="l">
              <a:defRPr sz="2025" b="1">
                <a:solidFill>
                  <a:srgbClr val="4D5A68"/>
                </a:solidFill>
                <a:latin typeface="Malgun Gothic"/>
                <a:ea typeface="Malgun Gothic"/>
                <a:cs typeface="Malgun Gothic"/>
              </a:defRPr>
            </a:lvl8pPr>
            <a:lvl9pPr algn="l">
              <a:defRPr sz="2025" b="1">
                <a:solidFill>
                  <a:srgbClr val="4D5A68"/>
                </a:solidFill>
                <a:latin typeface="Malgun Gothic"/>
                <a:ea typeface="Malgun Gothic"/>
                <a:cs typeface="Malgun Gothic"/>
              </a:defRPr>
            </a:lvl9pPr>
          </a:lstStyle>
          <a:p xmlns:a="http://schemas.openxmlformats.org/drawingml/2006/main">
            <a:pPr algn="l">
              <a:defRPr sz="2025" b="1">
                <a:solidFill>
                  <a:srgbClr val="4D5A68"/>
                </a:solidFill>
                <a:latin typeface="Malgun Gothic"/>
                <a:ea typeface="Malgun Gothic"/>
                <a:cs typeface="Malgun Gothic"/>
              </a:defRPr>
            </a:pPr>
            <a:r>
              <a:rPr sz="2025" b="1">
                <a:solidFill>
                  <a:srgbClr val="4D5A68"/>
                </a:solidFill>
                <a:latin typeface="Malgun Gothic"/>
                <a:ea typeface="Malgun Gothic"/>
                <a:cs typeface="Malgun Gothic"/>
              </a:rPr>
              <a:t>Python 할당량</a:t>
            </a:r>
          </a:p>
        </p:txBody>
      </p:sp>
      <p:sp>
        <p:nvSpPr>
          <p:cNvPr id="10" name="실행 시간과 판단">
            <a:extLst xmlns:a="http://schemas.openxmlformats.org/drawingml/2006/main">
              <a:ext uri="{FF2B5EF4-FFF2-40B4-BE49-F238E27FC236}">
                <a16:creationId xmlns:a16="http://schemas.microsoft.com/office/drawing/2014/main" id="{7348D710-20C4-43B3-B8B3-E4C98826C091}"/>
              </a:ext>
            </a:extLst>
          </p:cNvPr>
          <p:cNvSpPr>
            <a:spLocks xmlns:a="http://schemas.openxmlformats.org/drawingml/2006/main" noGrp="1"/>
          </p:cNvSpPr>
          <p:nvPr/>
        </p:nvSpPr>
        <p:spPr>
          <a:xfrm xmlns:a="http://schemas.openxmlformats.org/drawingml/2006/main">
            <a:off x="8620125" y="2419350"/>
            <a:ext cx="2962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4D5A68"/>
                </a:solidFill>
                <a:latin typeface="Malgun Gothic"/>
                <a:ea typeface="Malgun Gothic"/>
                <a:cs typeface="Malgun Gothic"/>
              </a:defRPr>
            </a:defPPr>
            <a:lvl1pPr algn="l">
              <a:defRPr sz="2025" b="1">
                <a:solidFill>
                  <a:srgbClr val="4D5A68"/>
                </a:solidFill>
                <a:latin typeface="Malgun Gothic"/>
                <a:ea typeface="Malgun Gothic"/>
                <a:cs typeface="Malgun Gothic"/>
              </a:defRPr>
            </a:lvl1pPr>
            <a:lvl2pPr algn="l">
              <a:defRPr sz="2025" b="1">
                <a:solidFill>
                  <a:srgbClr val="4D5A68"/>
                </a:solidFill>
                <a:latin typeface="Malgun Gothic"/>
                <a:ea typeface="Malgun Gothic"/>
                <a:cs typeface="Malgun Gothic"/>
              </a:defRPr>
            </a:lvl2pPr>
            <a:lvl3pPr algn="l">
              <a:defRPr sz="2025" b="1">
                <a:solidFill>
                  <a:srgbClr val="4D5A68"/>
                </a:solidFill>
                <a:latin typeface="Malgun Gothic"/>
                <a:ea typeface="Malgun Gothic"/>
                <a:cs typeface="Malgun Gothic"/>
              </a:defRPr>
            </a:lvl3pPr>
            <a:lvl4pPr algn="l">
              <a:defRPr sz="2025" b="1">
                <a:solidFill>
                  <a:srgbClr val="4D5A68"/>
                </a:solidFill>
                <a:latin typeface="Malgun Gothic"/>
                <a:ea typeface="Malgun Gothic"/>
                <a:cs typeface="Malgun Gothic"/>
              </a:defRPr>
            </a:lvl4pPr>
            <a:lvl5pPr algn="l">
              <a:defRPr sz="2025" b="1">
                <a:solidFill>
                  <a:srgbClr val="4D5A68"/>
                </a:solidFill>
                <a:latin typeface="Malgun Gothic"/>
                <a:ea typeface="Malgun Gothic"/>
                <a:cs typeface="Malgun Gothic"/>
              </a:defRPr>
            </a:lvl5pPr>
            <a:lvl6pPr algn="l">
              <a:defRPr sz="2025" b="1">
                <a:solidFill>
                  <a:srgbClr val="4D5A68"/>
                </a:solidFill>
                <a:latin typeface="Malgun Gothic"/>
                <a:ea typeface="Malgun Gothic"/>
                <a:cs typeface="Malgun Gothic"/>
              </a:defRPr>
            </a:lvl6pPr>
            <a:lvl7pPr algn="l">
              <a:defRPr sz="2025" b="1">
                <a:solidFill>
                  <a:srgbClr val="4D5A68"/>
                </a:solidFill>
                <a:latin typeface="Malgun Gothic"/>
                <a:ea typeface="Malgun Gothic"/>
                <a:cs typeface="Malgun Gothic"/>
              </a:defRPr>
            </a:lvl7pPr>
            <a:lvl8pPr algn="l">
              <a:defRPr sz="2025" b="1">
                <a:solidFill>
                  <a:srgbClr val="4D5A68"/>
                </a:solidFill>
                <a:latin typeface="Malgun Gothic"/>
                <a:ea typeface="Malgun Gothic"/>
                <a:cs typeface="Malgun Gothic"/>
              </a:defRPr>
            </a:lvl8pPr>
            <a:lvl9pPr algn="l">
              <a:defRPr sz="2025" b="1">
                <a:solidFill>
                  <a:srgbClr val="4D5A68"/>
                </a:solidFill>
                <a:latin typeface="Malgun Gothic"/>
                <a:ea typeface="Malgun Gothic"/>
                <a:cs typeface="Malgun Gothic"/>
              </a:defRPr>
            </a:lvl9pPr>
          </a:lstStyle>
          <a:p xmlns:a="http://schemas.openxmlformats.org/drawingml/2006/main">
            <a:pPr algn="l">
              <a:defRPr sz="2025" b="1">
                <a:solidFill>
                  <a:srgbClr val="4D5A68"/>
                </a:solidFill>
                <a:latin typeface="Malgun Gothic"/>
                <a:ea typeface="Malgun Gothic"/>
                <a:cs typeface="Malgun Gothic"/>
              </a:defRPr>
            </a:pPr>
            <a:r>
              <a:rPr sz="2025" b="1">
                <a:solidFill>
                  <a:srgbClr val="4D5A68"/>
                </a:solidFill>
                <a:latin typeface="Malgun Gothic"/>
                <a:ea typeface="Malgun Gothic"/>
                <a:cs typeface="Malgun Gothic"/>
              </a:rPr>
              <a:t>실행 시간과 판단</a:t>
            </a:r>
          </a:p>
        </p:txBody>
      </p:sp>
      <p:sp>
        <p:nvSpPr>
          <p:cNvPr id="11" name="">
            <a:extLst xmlns:a="http://schemas.openxmlformats.org/drawingml/2006/main">
              <a:ext uri="{FF2B5EF4-FFF2-40B4-BE49-F238E27FC236}">
                <a16:creationId xmlns:a16="http://schemas.microsoft.com/office/drawing/2014/main" id="{9D0723CE-ACC1-4A37-A529-EC96B169D80A}"/>
              </a:ext>
            </a:extLst>
          </p:cNvPr>
          <p:cNvSpPr>
            <a:spLocks xmlns:a="http://schemas.openxmlformats.org/drawingml/2006/main" noGrp="1"/>
          </p:cNvSpPr>
          <p:nvPr/>
        </p:nvSpPr>
        <p:spPr>
          <a:xfrm xmlns:a="http://schemas.openxmlformats.org/drawingml/2006/main">
            <a:off x="609600" y="3019425"/>
            <a:ext cx="10972800" cy="876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 name="수동 단일 순회">
            <a:extLst xmlns:a="http://schemas.openxmlformats.org/drawingml/2006/main">
              <a:ext uri="{FF2B5EF4-FFF2-40B4-BE49-F238E27FC236}">
                <a16:creationId xmlns:a16="http://schemas.microsoft.com/office/drawing/2014/main" id="{2E40E0B8-2F8A-455D-B43E-4DC863A172BB}"/>
              </a:ext>
            </a:extLst>
          </p:cNvPr>
          <p:cNvSpPr>
            <a:spLocks xmlns:a="http://schemas.openxmlformats.org/drawingml/2006/main" noGrp="1"/>
          </p:cNvSpPr>
          <p:nvPr/>
        </p:nvSpPr>
        <p:spPr>
          <a:xfrm xmlns:a="http://schemas.openxmlformats.org/drawingml/2006/main">
            <a:off x="762000" y="3200400"/>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수동 단일 순회</a:t>
            </a:r>
          </a:p>
        </p:txBody>
      </p:sp>
      <p:sp>
        <p:nvSpPr>
          <p:cNvPr id="13" name="낮은 할당량">
            <a:extLst xmlns:a="http://schemas.openxmlformats.org/drawingml/2006/main">
              <a:ext uri="{FF2B5EF4-FFF2-40B4-BE49-F238E27FC236}">
                <a16:creationId xmlns:a16="http://schemas.microsoft.com/office/drawing/2014/main" id="{1A34B3C9-E49E-4694-A80A-4E823CB3BAE7}"/>
              </a:ext>
            </a:extLst>
          </p:cNvPr>
          <p:cNvSpPr>
            <a:spLocks xmlns:a="http://schemas.openxmlformats.org/drawingml/2006/main" noGrp="1"/>
          </p:cNvSpPr>
          <p:nvPr/>
        </p:nvSpPr>
        <p:spPr>
          <a:xfrm xmlns:a="http://schemas.openxmlformats.org/drawingml/2006/main">
            <a:off x="5810250" y="32004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낮은 할당량</a:t>
            </a:r>
          </a:p>
        </p:txBody>
      </p:sp>
      <p:sp>
        <p:nvSpPr>
          <p:cNvPr id="14" name="훨씬 느림 → 제외">
            <a:extLst xmlns:a="http://schemas.openxmlformats.org/drawingml/2006/main">
              <a:ext uri="{FF2B5EF4-FFF2-40B4-BE49-F238E27FC236}">
                <a16:creationId xmlns:a16="http://schemas.microsoft.com/office/drawing/2014/main" id="{50CEE5FA-CC00-4BB6-9E93-F099A7278B98}"/>
              </a:ext>
            </a:extLst>
          </p:cNvPr>
          <p:cNvSpPr>
            <a:spLocks xmlns:a="http://schemas.openxmlformats.org/drawingml/2006/main" noGrp="1"/>
          </p:cNvSpPr>
          <p:nvPr/>
        </p:nvSpPr>
        <p:spPr>
          <a:xfrm xmlns:a="http://schemas.openxmlformats.org/drawingml/2006/main">
            <a:off x="8620125" y="3200400"/>
            <a:ext cx="2809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05400"/>
                </a:solidFill>
                <a:latin typeface="Malgun Gothic"/>
                <a:ea typeface="Malgun Gothic"/>
                <a:cs typeface="Malgun Gothic"/>
              </a:defRPr>
            </a:defPPr>
            <a:lvl1pPr algn="l">
              <a:defRPr sz="2100" b="1">
                <a:solidFill>
                  <a:srgbClr val="805400"/>
                </a:solidFill>
                <a:latin typeface="Malgun Gothic"/>
                <a:ea typeface="Malgun Gothic"/>
                <a:cs typeface="Malgun Gothic"/>
              </a:defRPr>
            </a:lvl1pPr>
            <a:lvl2pPr algn="l">
              <a:defRPr sz="2100" b="1">
                <a:solidFill>
                  <a:srgbClr val="805400"/>
                </a:solidFill>
                <a:latin typeface="Malgun Gothic"/>
                <a:ea typeface="Malgun Gothic"/>
                <a:cs typeface="Malgun Gothic"/>
              </a:defRPr>
            </a:lvl2pPr>
            <a:lvl3pPr algn="l">
              <a:defRPr sz="2100" b="1">
                <a:solidFill>
                  <a:srgbClr val="805400"/>
                </a:solidFill>
                <a:latin typeface="Malgun Gothic"/>
                <a:ea typeface="Malgun Gothic"/>
                <a:cs typeface="Malgun Gothic"/>
              </a:defRPr>
            </a:lvl3pPr>
            <a:lvl4pPr algn="l">
              <a:defRPr sz="2100" b="1">
                <a:solidFill>
                  <a:srgbClr val="805400"/>
                </a:solidFill>
                <a:latin typeface="Malgun Gothic"/>
                <a:ea typeface="Malgun Gothic"/>
                <a:cs typeface="Malgun Gothic"/>
              </a:defRPr>
            </a:lvl4pPr>
            <a:lvl5pPr algn="l">
              <a:defRPr sz="2100" b="1">
                <a:solidFill>
                  <a:srgbClr val="805400"/>
                </a:solidFill>
                <a:latin typeface="Malgun Gothic"/>
                <a:ea typeface="Malgun Gothic"/>
                <a:cs typeface="Malgun Gothic"/>
              </a:defRPr>
            </a:lvl5pPr>
            <a:lvl6pPr algn="l">
              <a:defRPr sz="2100" b="1">
                <a:solidFill>
                  <a:srgbClr val="805400"/>
                </a:solidFill>
                <a:latin typeface="Malgun Gothic"/>
                <a:ea typeface="Malgun Gothic"/>
                <a:cs typeface="Malgun Gothic"/>
              </a:defRPr>
            </a:lvl6pPr>
            <a:lvl7pPr algn="l">
              <a:defRPr sz="2100" b="1">
                <a:solidFill>
                  <a:srgbClr val="805400"/>
                </a:solidFill>
                <a:latin typeface="Malgun Gothic"/>
                <a:ea typeface="Malgun Gothic"/>
                <a:cs typeface="Malgun Gothic"/>
              </a:defRPr>
            </a:lvl7pPr>
            <a:lvl8pPr algn="l">
              <a:defRPr sz="2100" b="1">
                <a:solidFill>
                  <a:srgbClr val="805400"/>
                </a:solidFill>
                <a:latin typeface="Malgun Gothic"/>
                <a:ea typeface="Malgun Gothic"/>
                <a:cs typeface="Malgun Gothic"/>
              </a:defRPr>
            </a:lvl8pPr>
            <a:lvl9pPr algn="l">
              <a:defRPr sz="2100" b="1">
                <a:solidFill>
                  <a:srgbClr val="805400"/>
                </a:solidFill>
                <a:latin typeface="Malgun Gothic"/>
                <a:ea typeface="Malgun Gothic"/>
                <a:cs typeface="Malgun Gothic"/>
              </a:defRPr>
            </a:lvl9pPr>
          </a:lstStyle>
          <a:p xmlns:a="http://schemas.openxmlformats.org/drawingml/2006/main">
            <a:pPr algn="l">
              <a:defRPr sz="2100" b="1">
                <a:solidFill>
                  <a:srgbClr val="805400"/>
                </a:solidFill>
                <a:latin typeface="Malgun Gothic"/>
                <a:ea typeface="Malgun Gothic"/>
                <a:cs typeface="Malgun Gothic"/>
              </a:defRPr>
            </a:pPr>
            <a:r>
              <a:rPr sz="2100" b="1">
                <a:solidFill>
                  <a:srgbClr val="805400"/>
                </a:solidFill>
                <a:latin typeface="Malgun Gothic"/>
                <a:ea typeface="Malgun Gothic"/>
                <a:cs typeface="Malgun Gothic"/>
              </a:rPr>
              <a:t>훨씬 느림 → 제외</a:t>
            </a:r>
          </a:p>
        </p:txBody>
      </p:sp>
      <p:sp>
        <p:nvSpPr>
          <p:cNvPr id="15" name="">
            <a:extLst xmlns:a="http://schemas.openxmlformats.org/drawingml/2006/main">
              <a:ext uri="{FF2B5EF4-FFF2-40B4-BE49-F238E27FC236}">
                <a16:creationId xmlns:a16="http://schemas.microsoft.com/office/drawing/2014/main" id="{22A5B0B6-2BE2-4933-A2F2-785D48ADC1DA}"/>
              </a:ext>
            </a:extLst>
          </p:cNvPr>
          <p:cNvSpPr>
            <a:spLocks xmlns:a="http://schemas.openxmlformats.org/drawingml/2006/main" noGrp="1"/>
          </p:cNvSpPr>
          <p:nvPr/>
        </p:nvSpPr>
        <p:spPr>
          <a:xfrm xmlns:a="http://schemas.openxmlformats.org/drawingml/2006/main">
            <a:off x="609600" y="4086225"/>
            <a:ext cx="10972800" cy="8763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6" name="행 단위 built-in reduction">
            <a:extLst xmlns:a="http://schemas.openxmlformats.org/drawingml/2006/main">
              <a:ext uri="{FF2B5EF4-FFF2-40B4-BE49-F238E27FC236}">
                <a16:creationId xmlns:a16="http://schemas.microsoft.com/office/drawing/2014/main" id="{742F2D77-9A27-437F-A5D1-E109C232204B}"/>
              </a:ext>
            </a:extLst>
          </p:cNvPr>
          <p:cNvSpPr>
            <a:spLocks xmlns:a="http://schemas.openxmlformats.org/drawingml/2006/main" noGrp="1"/>
          </p:cNvSpPr>
          <p:nvPr/>
        </p:nvSpPr>
        <p:spPr>
          <a:xfrm xmlns:a="http://schemas.openxmlformats.org/drawingml/2006/main">
            <a:off x="762000" y="4267200"/>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행 단위 built-in reduction</a:t>
            </a:r>
          </a:p>
        </p:txBody>
      </p:sp>
      <p:sp>
        <p:nvSpPr>
          <p:cNvPr id="17" name="낮은 할당량 유지">
            <a:extLst xmlns:a="http://schemas.openxmlformats.org/drawingml/2006/main">
              <a:ext uri="{FF2B5EF4-FFF2-40B4-BE49-F238E27FC236}">
                <a16:creationId xmlns:a16="http://schemas.microsoft.com/office/drawing/2014/main" id="{EE45032A-2777-4BAC-9698-2636BA128867}"/>
              </a:ext>
            </a:extLst>
          </p:cNvPr>
          <p:cNvSpPr>
            <a:spLocks xmlns:a="http://schemas.openxmlformats.org/drawingml/2006/main" noGrp="1"/>
          </p:cNvSpPr>
          <p:nvPr/>
        </p:nvSpPr>
        <p:spPr>
          <a:xfrm xmlns:a="http://schemas.openxmlformats.org/drawingml/2006/main">
            <a:off x="5810250" y="42672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낮은 할당량 유지</a:t>
            </a:r>
          </a:p>
        </p:txBody>
      </p:sp>
      <p:sp>
        <p:nvSpPr>
          <p:cNvPr id="18" name="더 나음 → 선택">
            <a:extLst xmlns:a="http://schemas.openxmlformats.org/drawingml/2006/main">
              <a:ext uri="{FF2B5EF4-FFF2-40B4-BE49-F238E27FC236}">
                <a16:creationId xmlns:a16="http://schemas.microsoft.com/office/drawing/2014/main" id="{001C49F2-50A4-486C-B02B-EF5DFB27B2F9}"/>
              </a:ext>
            </a:extLst>
          </p:cNvPr>
          <p:cNvSpPr>
            <a:spLocks xmlns:a="http://schemas.openxmlformats.org/drawingml/2006/main" noGrp="1"/>
          </p:cNvSpPr>
          <p:nvPr/>
        </p:nvSpPr>
        <p:spPr>
          <a:xfrm xmlns:a="http://schemas.openxmlformats.org/drawingml/2006/main">
            <a:off x="8620125" y="4267200"/>
            <a:ext cx="2809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더 나음 → 선택</a:t>
            </a:r>
          </a:p>
        </p:txBody>
      </p:sp>
      <p:sp>
        <p:nvSpPr>
          <p:cNvPr id="19" name="Skill에 정답을 넣지 않고, 측정 근거로 변경 후보를 선택했다">
            <a:extLst xmlns:a="http://schemas.openxmlformats.org/drawingml/2006/main">
              <a:ext uri="{FF2B5EF4-FFF2-40B4-BE49-F238E27FC236}">
                <a16:creationId xmlns:a16="http://schemas.microsoft.com/office/drawing/2014/main" id="{3261FF35-2F11-4959-8C23-08EE67AFAD2F}"/>
              </a:ext>
            </a:extLst>
          </p:cNvPr>
          <p:cNvSpPr>
            <a:spLocks xmlns:a="http://schemas.openxmlformats.org/drawingml/2006/main" noGrp="1"/>
          </p:cNvSpPr>
          <p:nvPr/>
        </p:nvSpPr>
        <p:spPr>
          <a:xfrm xmlns:a="http://schemas.openxmlformats.org/drawingml/2006/main">
            <a:off x="609600" y="53816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Skill에 정답을 넣지 않고, 측정 근거로 변경 후보를 선택했다</a:t>
            </a:r>
          </a:p>
        </p:txBody>
      </p:sp>
      <p:sp>
        <p:nvSpPr>
          <p:cNvPr id="20" name="Legacy module connection">
            <a:extLst xmlns:a="http://schemas.openxmlformats.org/drawingml/2006/main">
              <a:ext uri="{FF2B5EF4-FFF2-40B4-BE49-F238E27FC236}">
                <a16:creationId xmlns:a16="http://schemas.microsoft.com/office/drawing/2014/main" id="{30326E0E-97D4-4754-8163-7AECEC5E9F90}"/>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M5 · M9</a:t>
            </a:r>
          </a:p>
        </p:txBody>
      </p:sp>
    </p:spTree>
    <p:extLst>
      <p:ext uri="{BB962C8B-B14F-4D97-AF65-F5344CB8AC3E}">
        <p14:creationId xmlns:p14="http://schemas.microsoft.com/office/powerpoint/2010/main" val="1477094054"/>
      </p:ext>
    </p:extLst>
  </p:cSld>
</p:sld>
</file>

<file path=ppt/slides/slide5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1" name="ACT 3  ·  Harness로 조사하고 검증하기">
            <a:extLst xmlns:a="http://schemas.openxmlformats.org/drawingml/2006/main">
              <a:ext uri="{FF2B5EF4-FFF2-40B4-BE49-F238E27FC236}">
                <a16:creationId xmlns:a16="http://schemas.microsoft.com/office/drawing/2014/main" id="{E3B67846-BE88-4D84-BDD9-A5CA67BB3CB6}"/>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Harness로 조사하고 검증하기</a:t>
            </a:r>
          </a:p>
        </p:txBody>
      </p:sp>
      <p:sp>
        <p:nvSpPr>
          <p:cNvPr id="2" name="S58">
            <a:extLst xmlns:a="http://schemas.openxmlformats.org/drawingml/2006/main">
              <a:ext uri="{FF2B5EF4-FFF2-40B4-BE49-F238E27FC236}">
                <a16:creationId xmlns:a16="http://schemas.microsoft.com/office/drawing/2014/main" id="{0E12B4D3-B49A-48D5-AABD-3044D88E8B77}"/>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S58</a:t>
            </a:r>
          </a:p>
        </p:txBody>
      </p:sp>
      <p:sp>
        <p:nvSpPr>
          <p:cNvPr id="3" name="선택한 변경을 같은 조건에서 검증했다">
            <a:extLst xmlns:a="http://schemas.openxmlformats.org/drawingml/2006/main">
              <a:ext uri="{FF2B5EF4-FFF2-40B4-BE49-F238E27FC236}">
                <a16:creationId xmlns:a16="http://schemas.microsoft.com/office/drawing/2014/main" id="{E1727C41-9C28-49C6-9EF4-CFD90D39EE12}"/>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선택한 변경을 같은 조건에서 검증했다</a:t>
            </a:r>
          </a:p>
        </p:txBody>
      </p:sp>
      <p:sp>
        <p:nvSpPr>
          <p:cNvPr id="4" name="">
            <a:extLst xmlns:a="http://schemas.openxmlformats.org/drawingml/2006/main">
              <a:ext uri="{FF2B5EF4-FFF2-40B4-BE49-F238E27FC236}">
                <a16:creationId xmlns:a16="http://schemas.microsoft.com/office/drawing/2014/main" id="{283D13F0-F349-4A26-9AD6-2D5D85CBF3BC}"/>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STATE-04 → STATE-04-PERF  |  image_statistics · 합성 1024×768 ">
            <a:extLst xmlns:a="http://schemas.openxmlformats.org/drawingml/2006/main">
              <a:ext uri="{FF2B5EF4-FFF2-40B4-BE49-F238E27FC236}">
                <a16:creationId xmlns:a16="http://schemas.microsoft.com/office/drawing/2014/main" id="{25EEA2F2-2451-4AB7-8A5E-B8884034DE8C}"/>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STATE-04 → STATE-04-PERF  |  image_statistics · 합성 1024×768 · CPython 3.9.6 / macOS arm64</a:t>
            </a:r>
          </a:p>
        </p:txBody>
      </p:sp>
      <p:sp>
        <p:nvSpPr>
          <p:cNvPr id="6" name="동일 입력·상태별 7회 측정 · 이 환경의 코드 변경 결과이며 Harness 단독 효과는 입증하지 않음">
            <a:extLst xmlns:a="http://schemas.openxmlformats.org/drawingml/2006/main">
              <a:ext uri="{FF2B5EF4-FFF2-40B4-BE49-F238E27FC236}">
                <a16:creationId xmlns:a16="http://schemas.microsoft.com/office/drawing/2014/main" id="{13409D1C-4CA7-4C1A-8700-CA3BB4209F74}"/>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동일 입력·상태별 7회 측정 · 이 환경의 코드 변경 결과이며 Harness 단독 효과는 입증하지 않음</a:t>
            </a:r>
          </a:p>
        </p:txBody>
      </p:sp>
      <p:sp>
        <p:nvSpPr>
          <p:cNvPr id="7" name="밝기 통계 · 동작 확인 + 동일 입력 비교">
            <a:extLst xmlns:a="http://schemas.openxmlformats.org/drawingml/2006/main">
              <a:ext uri="{FF2B5EF4-FFF2-40B4-BE49-F238E27FC236}">
                <a16:creationId xmlns:a16="http://schemas.microsoft.com/office/drawing/2014/main" id="{C71A7C14-38FA-4B27-8E10-3EED13E8F69A}"/>
              </a:ext>
            </a:extLst>
          </p:cNvPr>
          <p:cNvSpPr>
            <a:spLocks xmlns:a="http://schemas.openxmlformats.org/drawingml/2006/main" noGrp="1"/>
          </p:cNvSpPr>
          <p:nvPr/>
        </p:nvSpPr>
        <p:spPr>
          <a:xfrm xmlns:a="http://schemas.openxmlformats.org/drawingml/2006/main">
            <a:off x="609600" y="15716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밝기 통계 · 동작 확인 + 동일 입력 비교</a:t>
            </a:r>
          </a:p>
        </p:txBody>
      </p:sp>
      <p:sp>
        <p:nvSpPr>
          <p:cNvPr id="8" name="실행 시간 중앙값">
            <a:extLst xmlns:a="http://schemas.openxmlformats.org/drawingml/2006/main">
              <a:ext uri="{FF2B5EF4-FFF2-40B4-BE49-F238E27FC236}">
                <a16:creationId xmlns:a16="http://schemas.microsoft.com/office/drawing/2014/main" id="{52CC0D92-F9DE-4CC2-BB9B-B6279679FBC3}"/>
              </a:ext>
            </a:extLst>
          </p:cNvPr>
          <p:cNvSpPr>
            <a:spLocks xmlns:a="http://schemas.openxmlformats.org/drawingml/2006/main" noGrp="1"/>
          </p:cNvSpPr>
          <p:nvPr/>
        </p:nvSpPr>
        <p:spPr>
          <a:xfrm xmlns:a="http://schemas.openxmlformats.org/drawingml/2006/main">
            <a:off x="609600" y="2324100"/>
            <a:ext cx="566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실행 시간 중앙값</a:t>
            </a:r>
          </a:p>
        </p:txBody>
      </p:sp>
      <p:sp>
        <p:nvSpPr>
          <p:cNvPr id="9" name="ms/call · 낮을수록 짧음">
            <a:extLst xmlns:a="http://schemas.openxmlformats.org/drawingml/2006/main">
              <a:ext uri="{FF2B5EF4-FFF2-40B4-BE49-F238E27FC236}">
                <a16:creationId xmlns:a16="http://schemas.microsoft.com/office/drawing/2014/main" id="{2FA368D5-C705-4510-9819-5F1EFDECF3F9}"/>
              </a:ext>
            </a:extLst>
          </p:cNvPr>
          <p:cNvSpPr>
            <a:spLocks xmlns:a="http://schemas.openxmlformats.org/drawingml/2006/main" noGrp="1"/>
          </p:cNvSpPr>
          <p:nvPr/>
        </p:nvSpPr>
        <p:spPr>
          <a:xfrm xmlns:a="http://schemas.openxmlformats.org/drawingml/2006/main">
            <a:off x="609600" y="2714625"/>
            <a:ext cx="5667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ms/call · 낮을수록 짧음</a:t>
            </a:r>
          </a:p>
        </p:txBody>
      </p:sp>
      <p:graphicFrame>
        <p:nvGraphicFramePr>
          <p:cNvPr id="10" name="Chart">
            <a:extLst xmlns:a="http://schemas.openxmlformats.org/drawingml/2006/main">
              <a:ext uri="{FF2B5EF4-FFF2-40B4-BE49-F238E27FC236}">
                <a16:creationId xmlns:a16="http://schemas.microsoft.com/office/drawing/2014/main" id="{4B92759E-4527-49E6-B182-1239D6C46E3B}"/>
              </a:ext>
            </a:extLst>
          </p:cNvPr>
          <p:cNvGraphicFramePr/>
          <p:nvPr/>
        </p:nvGraphicFramePr>
        <p:xfrm>
          <a:off xmlns:a="http://schemas.openxmlformats.org/drawingml/2006/main" x="609600" y="3067050"/>
          <a:ext xmlns:a="http://schemas.openxmlformats.org/drawingml/2006/main" cx="6191250" cy="2190750"/>
        </p:xfrm>
        <a:graphic xmlns:a="http://schemas.openxmlformats.org/drawingml/2006/main">
          <a:graphicData uri="http://schemas.openxmlformats.org/drawingml/2006/chart">
            <c:chart xmlns:r="http://schemas.openxmlformats.org/officeDocument/2006/relationships" xmlns:c="http://schemas.openxmlformats.org/drawingml/2006/chart" r:id="Rb4cf9f7e28e04605"/>
          </a:graphicData>
        </a:graphic>
      </p:graphicFrame>
      <p:sp>
        <p:nvSpPr>
          <p:cNvPr id="11" name="">
            <a:extLst xmlns:a="http://schemas.openxmlformats.org/drawingml/2006/main">
              <a:ext uri="{FF2B5EF4-FFF2-40B4-BE49-F238E27FC236}">
                <a16:creationId xmlns:a16="http://schemas.microsoft.com/office/drawing/2014/main" id="{3FEB456E-6F84-4B81-BBE0-AA0D420B5EBC}"/>
              </a:ext>
            </a:extLst>
          </p:cNvPr>
          <p:cNvSpPr>
            <a:spLocks xmlns:a="http://schemas.openxmlformats.org/drawingml/2006/main" noGrp="1"/>
          </p:cNvSpPr>
          <p:nvPr/>
        </p:nvSpPr>
        <p:spPr>
          <a:xfrm xmlns:a="http://schemas.openxmlformats.org/drawingml/2006/main">
            <a:off x="7124700" y="2324100"/>
            <a:ext cx="19050" cy="2819400"/>
          </a:xfrm>
          <a:prstGeom xmlns:a="http://schemas.openxmlformats.org/drawingml/2006/main" prst="rect">
            <a:avLst/>
          </a:prstGeom>
          <a:solidFill xmlns:a="http://schemas.openxmlformats.org/drawingml/2006/main">
            <a:srgbClr val="C7D0DA"/>
          </a:solidFill>
          <a:ln xmlns:a="http://schemas.openxmlformats.org/drawingml/2006/main" w="0">
            <a:noFill/>
            <a:prstDash val="solid"/>
          </a:ln>
        </p:spPr>
      </p:sp>
      <p:sp>
        <p:nvSpPr>
          <p:cNvPr id="12" name="Python 할당 피크">
            <a:extLst xmlns:a="http://schemas.openxmlformats.org/drawingml/2006/main">
              <a:ext uri="{FF2B5EF4-FFF2-40B4-BE49-F238E27FC236}">
                <a16:creationId xmlns:a16="http://schemas.microsoft.com/office/drawing/2014/main" id="{089513A9-713E-472D-AA79-76BD159FD8DA}"/>
              </a:ext>
            </a:extLst>
          </p:cNvPr>
          <p:cNvSpPr>
            <a:spLocks xmlns:a="http://schemas.openxmlformats.org/drawingml/2006/main" noGrp="1"/>
          </p:cNvSpPr>
          <p:nvPr/>
        </p:nvSpPr>
        <p:spPr>
          <a:xfrm xmlns:a="http://schemas.openxmlformats.org/drawingml/2006/main">
            <a:off x="7600950" y="2324100"/>
            <a:ext cx="3981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Python 할당 피크</a:t>
            </a:r>
          </a:p>
        </p:txBody>
      </p:sp>
      <p:sp>
        <p:nvSpPr>
          <p:cNvPr id="13" name="tracemalloc · 프로세스 RSS 아님">
            <a:extLst xmlns:a="http://schemas.openxmlformats.org/drawingml/2006/main">
              <a:ext uri="{FF2B5EF4-FFF2-40B4-BE49-F238E27FC236}">
                <a16:creationId xmlns:a16="http://schemas.microsoft.com/office/drawing/2014/main" id="{140DEC93-3E74-49F6-B742-3BE8B3DD07A4}"/>
              </a:ext>
            </a:extLst>
          </p:cNvPr>
          <p:cNvSpPr>
            <a:spLocks xmlns:a="http://schemas.openxmlformats.org/drawingml/2006/main" noGrp="1"/>
          </p:cNvSpPr>
          <p:nvPr/>
        </p:nvSpPr>
        <p:spPr>
          <a:xfrm xmlns:a="http://schemas.openxmlformats.org/drawingml/2006/main">
            <a:off x="7600950" y="2714625"/>
            <a:ext cx="398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tracemalloc · 프로세스 RSS 아님</a:t>
            </a:r>
          </a:p>
        </p:txBody>
      </p:sp>
      <p:sp>
        <p:nvSpPr>
          <p:cNvPr id="14" name="6,675,804 B">
            <a:extLst xmlns:a="http://schemas.openxmlformats.org/drawingml/2006/main">
              <a:ext uri="{FF2B5EF4-FFF2-40B4-BE49-F238E27FC236}">
                <a16:creationId xmlns:a16="http://schemas.microsoft.com/office/drawing/2014/main" id="{2162A555-7B94-4CCF-8CF5-4891A1F2681E}"/>
              </a:ext>
            </a:extLst>
          </p:cNvPr>
          <p:cNvSpPr>
            <a:spLocks xmlns:a="http://schemas.openxmlformats.org/drawingml/2006/main" noGrp="1"/>
          </p:cNvSpPr>
          <p:nvPr/>
        </p:nvSpPr>
        <p:spPr>
          <a:xfrm xmlns:a="http://schemas.openxmlformats.org/drawingml/2006/main">
            <a:off x="7600950" y="3248025"/>
            <a:ext cx="3981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925" b="0">
                <a:solidFill>
                  <a:srgbClr val="4D5A68"/>
                </a:solidFill>
                <a:latin typeface="Malgun Gothic"/>
                <a:ea typeface="Malgun Gothic"/>
                <a:cs typeface="Malgun Gothic"/>
              </a:defRPr>
            </a:defPPr>
            <a:lvl1pPr algn="l">
              <a:defRPr sz="2925" b="0">
                <a:solidFill>
                  <a:srgbClr val="4D5A68"/>
                </a:solidFill>
                <a:latin typeface="Malgun Gothic"/>
                <a:ea typeface="Malgun Gothic"/>
                <a:cs typeface="Malgun Gothic"/>
              </a:defRPr>
            </a:lvl1pPr>
            <a:lvl2pPr algn="l">
              <a:defRPr sz="2925" b="0">
                <a:solidFill>
                  <a:srgbClr val="4D5A68"/>
                </a:solidFill>
                <a:latin typeface="Malgun Gothic"/>
                <a:ea typeface="Malgun Gothic"/>
                <a:cs typeface="Malgun Gothic"/>
              </a:defRPr>
            </a:lvl2pPr>
            <a:lvl3pPr algn="l">
              <a:defRPr sz="2925" b="0">
                <a:solidFill>
                  <a:srgbClr val="4D5A68"/>
                </a:solidFill>
                <a:latin typeface="Malgun Gothic"/>
                <a:ea typeface="Malgun Gothic"/>
                <a:cs typeface="Malgun Gothic"/>
              </a:defRPr>
            </a:lvl3pPr>
            <a:lvl4pPr algn="l">
              <a:defRPr sz="2925" b="0">
                <a:solidFill>
                  <a:srgbClr val="4D5A68"/>
                </a:solidFill>
                <a:latin typeface="Malgun Gothic"/>
                <a:ea typeface="Malgun Gothic"/>
                <a:cs typeface="Malgun Gothic"/>
              </a:defRPr>
            </a:lvl4pPr>
            <a:lvl5pPr algn="l">
              <a:defRPr sz="2925" b="0">
                <a:solidFill>
                  <a:srgbClr val="4D5A68"/>
                </a:solidFill>
                <a:latin typeface="Malgun Gothic"/>
                <a:ea typeface="Malgun Gothic"/>
                <a:cs typeface="Malgun Gothic"/>
              </a:defRPr>
            </a:lvl5pPr>
            <a:lvl6pPr algn="l">
              <a:defRPr sz="2925" b="0">
                <a:solidFill>
                  <a:srgbClr val="4D5A68"/>
                </a:solidFill>
                <a:latin typeface="Malgun Gothic"/>
                <a:ea typeface="Malgun Gothic"/>
                <a:cs typeface="Malgun Gothic"/>
              </a:defRPr>
            </a:lvl6pPr>
            <a:lvl7pPr algn="l">
              <a:defRPr sz="2925" b="0">
                <a:solidFill>
                  <a:srgbClr val="4D5A68"/>
                </a:solidFill>
                <a:latin typeface="Malgun Gothic"/>
                <a:ea typeface="Malgun Gothic"/>
                <a:cs typeface="Malgun Gothic"/>
              </a:defRPr>
            </a:lvl7pPr>
            <a:lvl8pPr algn="l">
              <a:defRPr sz="2925" b="0">
                <a:solidFill>
                  <a:srgbClr val="4D5A68"/>
                </a:solidFill>
                <a:latin typeface="Malgun Gothic"/>
                <a:ea typeface="Malgun Gothic"/>
                <a:cs typeface="Malgun Gothic"/>
              </a:defRPr>
            </a:lvl8pPr>
            <a:lvl9pPr algn="l">
              <a:defRPr sz="2925" b="0">
                <a:solidFill>
                  <a:srgbClr val="4D5A68"/>
                </a:solidFill>
                <a:latin typeface="Malgun Gothic"/>
                <a:ea typeface="Malgun Gothic"/>
                <a:cs typeface="Malgun Gothic"/>
              </a:defRPr>
            </a:lvl9pPr>
          </a:lstStyle>
          <a:p xmlns:a="http://schemas.openxmlformats.org/drawingml/2006/main">
            <a:pPr algn="l">
              <a:defRPr sz="2925" b="0">
                <a:solidFill>
                  <a:srgbClr val="4D5A68"/>
                </a:solidFill>
                <a:latin typeface="Malgun Gothic"/>
                <a:ea typeface="Malgun Gothic"/>
                <a:cs typeface="Malgun Gothic"/>
              </a:defRPr>
            </a:pPr>
            <a:r>
              <a:rPr sz="2925" b="0">
                <a:solidFill>
                  <a:srgbClr val="4D5A68"/>
                </a:solidFill>
                <a:latin typeface="Malgun Gothic"/>
                <a:ea typeface="Malgun Gothic"/>
                <a:cs typeface="Malgun Gothic"/>
              </a:rPr>
              <a:t>6,675,804 B</a:t>
            </a:r>
          </a:p>
        </p:txBody>
      </p:sp>
      <p:sp>
        <p:nvSpPr>
          <p:cNvPr id="15" name="↓">
            <a:extLst xmlns:a="http://schemas.openxmlformats.org/drawingml/2006/main">
              <a:ext uri="{FF2B5EF4-FFF2-40B4-BE49-F238E27FC236}">
                <a16:creationId xmlns:a16="http://schemas.microsoft.com/office/drawing/2014/main" id="{2D5EABCE-F4DD-49DE-B5C3-2E480755DF55}"/>
              </a:ext>
            </a:extLst>
          </p:cNvPr>
          <p:cNvSpPr>
            <a:spLocks xmlns:a="http://schemas.openxmlformats.org/drawingml/2006/main" noGrp="1"/>
          </p:cNvSpPr>
          <p:nvPr/>
        </p:nvSpPr>
        <p:spPr>
          <a:xfrm xmlns:a="http://schemas.openxmlformats.org/drawingml/2006/main">
            <a:off x="7600950" y="3781425"/>
            <a:ext cx="438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0B6172"/>
                </a:solidFill>
                <a:latin typeface="Malgun Gothic"/>
                <a:ea typeface="Malgun Gothic"/>
                <a:cs typeface="Malgun Gothic"/>
              </a:defRPr>
            </a:defPPr>
            <a:lvl1pPr algn="l">
              <a:defRPr sz="2700" b="0">
                <a:solidFill>
                  <a:srgbClr val="0B6172"/>
                </a:solidFill>
                <a:latin typeface="Malgun Gothic"/>
                <a:ea typeface="Malgun Gothic"/>
                <a:cs typeface="Malgun Gothic"/>
              </a:defRPr>
            </a:lvl1pPr>
            <a:lvl2pPr algn="l">
              <a:defRPr sz="2700" b="0">
                <a:solidFill>
                  <a:srgbClr val="0B6172"/>
                </a:solidFill>
                <a:latin typeface="Malgun Gothic"/>
                <a:ea typeface="Malgun Gothic"/>
                <a:cs typeface="Malgun Gothic"/>
              </a:defRPr>
            </a:lvl2pPr>
            <a:lvl3pPr algn="l">
              <a:defRPr sz="2700" b="0">
                <a:solidFill>
                  <a:srgbClr val="0B6172"/>
                </a:solidFill>
                <a:latin typeface="Malgun Gothic"/>
                <a:ea typeface="Malgun Gothic"/>
                <a:cs typeface="Malgun Gothic"/>
              </a:defRPr>
            </a:lvl3pPr>
            <a:lvl4pPr algn="l">
              <a:defRPr sz="2700" b="0">
                <a:solidFill>
                  <a:srgbClr val="0B6172"/>
                </a:solidFill>
                <a:latin typeface="Malgun Gothic"/>
                <a:ea typeface="Malgun Gothic"/>
                <a:cs typeface="Malgun Gothic"/>
              </a:defRPr>
            </a:lvl4pPr>
            <a:lvl5pPr algn="l">
              <a:defRPr sz="2700" b="0">
                <a:solidFill>
                  <a:srgbClr val="0B6172"/>
                </a:solidFill>
                <a:latin typeface="Malgun Gothic"/>
                <a:ea typeface="Malgun Gothic"/>
                <a:cs typeface="Malgun Gothic"/>
              </a:defRPr>
            </a:lvl5pPr>
            <a:lvl6pPr algn="l">
              <a:defRPr sz="2700" b="0">
                <a:solidFill>
                  <a:srgbClr val="0B6172"/>
                </a:solidFill>
                <a:latin typeface="Malgun Gothic"/>
                <a:ea typeface="Malgun Gothic"/>
                <a:cs typeface="Malgun Gothic"/>
              </a:defRPr>
            </a:lvl6pPr>
            <a:lvl7pPr algn="l">
              <a:defRPr sz="2700" b="0">
                <a:solidFill>
                  <a:srgbClr val="0B6172"/>
                </a:solidFill>
                <a:latin typeface="Malgun Gothic"/>
                <a:ea typeface="Malgun Gothic"/>
                <a:cs typeface="Malgun Gothic"/>
              </a:defRPr>
            </a:lvl7pPr>
            <a:lvl8pPr algn="l">
              <a:defRPr sz="2700" b="0">
                <a:solidFill>
                  <a:srgbClr val="0B6172"/>
                </a:solidFill>
                <a:latin typeface="Malgun Gothic"/>
                <a:ea typeface="Malgun Gothic"/>
                <a:cs typeface="Malgun Gothic"/>
              </a:defRPr>
            </a:lvl8pPr>
            <a:lvl9pPr algn="l">
              <a:defRPr sz="2700" b="0">
                <a:solidFill>
                  <a:srgbClr val="0B6172"/>
                </a:solidFill>
                <a:latin typeface="Malgun Gothic"/>
                <a:ea typeface="Malgun Gothic"/>
                <a:cs typeface="Malgun Gothic"/>
              </a:defRPr>
            </a:lvl9pPr>
          </a:lstStyle>
          <a:p xmlns:a="http://schemas.openxmlformats.org/drawingml/2006/main">
            <a:pPr algn="l">
              <a:defRPr sz="2700" b="0">
                <a:solidFill>
                  <a:srgbClr val="0B6172"/>
                </a:solidFill>
                <a:latin typeface="Malgun Gothic"/>
                <a:ea typeface="Malgun Gothic"/>
                <a:cs typeface="Malgun Gothic"/>
              </a:defRPr>
            </a:pPr>
            <a:r>
              <a:rPr sz="2700" b="0">
                <a:solidFill>
                  <a:srgbClr val="0B6172"/>
                </a:solidFill>
                <a:latin typeface="Malgun Gothic"/>
                <a:ea typeface="Malgun Gothic"/>
                <a:cs typeface="Malgun Gothic"/>
              </a:rPr>
              <a:t>↓</a:t>
            </a:r>
          </a:p>
        </p:txBody>
      </p:sp>
      <p:sp>
        <p:nvSpPr>
          <p:cNvPr id="16" name="380 B">
            <a:extLst xmlns:a="http://schemas.openxmlformats.org/drawingml/2006/main">
              <a:ext uri="{FF2B5EF4-FFF2-40B4-BE49-F238E27FC236}">
                <a16:creationId xmlns:a16="http://schemas.microsoft.com/office/drawing/2014/main" id="{0E7CC14E-BB24-4E20-A9AA-364B9E22B8FE}"/>
              </a:ext>
            </a:extLst>
          </p:cNvPr>
          <p:cNvSpPr>
            <a:spLocks xmlns:a="http://schemas.openxmlformats.org/drawingml/2006/main" noGrp="1"/>
          </p:cNvSpPr>
          <p:nvPr/>
        </p:nvSpPr>
        <p:spPr>
          <a:xfrm xmlns:a="http://schemas.openxmlformats.org/drawingml/2006/main">
            <a:off x="8153400" y="37814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0B6172"/>
                </a:solidFill>
                <a:latin typeface="Malgun Gothic"/>
                <a:ea typeface="Malgun Gothic"/>
                <a:cs typeface="Malgun Gothic"/>
              </a:defRPr>
            </a:defPPr>
            <a:lvl1pPr algn="l">
              <a:defRPr sz="4200" b="1">
                <a:solidFill>
                  <a:srgbClr val="0B6172"/>
                </a:solidFill>
                <a:latin typeface="Malgun Gothic"/>
                <a:ea typeface="Malgun Gothic"/>
                <a:cs typeface="Malgun Gothic"/>
              </a:defRPr>
            </a:lvl1pPr>
            <a:lvl2pPr algn="l">
              <a:defRPr sz="4200" b="1">
                <a:solidFill>
                  <a:srgbClr val="0B6172"/>
                </a:solidFill>
                <a:latin typeface="Malgun Gothic"/>
                <a:ea typeface="Malgun Gothic"/>
                <a:cs typeface="Malgun Gothic"/>
              </a:defRPr>
            </a:lvl2pPr>
            <a:lvl3pPr algn="l">
              <a:defRPr sz="4200" b="1">
                <a:solidFill>
                  <a:srgbClr val="0B6172"/>
                </a:solidFill>
                <a:latin typeface="Malgun Gothic"/>
                <a:ea typeface="Malgun Gothic"/>
                <a:cs typeface="Malgun Gothic"/>
              </a:defRPr>
            </a:lvl3pPr>
            <a:lvl4pPr algn="l">
              <a:defRPr sz="4200" b="1">
                <a:solidFill>
                  <a:srgbClr val="0B6172"/>
                </a:solidFill>
                <a:latin typeface="Malgun Gothic"/>
                <a:ea typeface="Malgun Gothic"/>
                <a:cs typeface="Malgun Gothic"/>
              </a:defRPr>
            </a:lvl4pPr>
            <a:lvl5pPr algn="l">
              <a:defRPr sz="4200" b="1">
                <a:solidFill>
                  <a:srgbClr val="0B6172"/>
                </a:solidFill>
                <a:latin typeface="Malgun Gothic"/>
                <a:ea typeface="Malgun Gothic"/>
                <a:cs typeface="Malgun Gothic"/>
              </a:defRPr>
            </a:lvl5pPr>
            <a:lvl6pPr algn="l">
              <a:defRPr sz="4200" b="1">
                <a:solidFill>
                  <a:srgbClr val="0B6172"/>
                </a:solidFill>
                <a:latin typeface="Malgun Gothic"/>
                <a:ea typeface="Malgun Gothic"/>
                <a:cs typeface="Malgun Gothic"/>
              </a:defRPr>
            </a:lvl6pPr>
            <a:lvl7pPr algn="l">
              <a:defRPr sz="4200" b="1">
                <a:solidFill>
                  <a:srgbClr val="0B6172"/>
                </a:solidFill>
                <a:latin typeface="Malgun Gothic"/>
                <a:ea typeface="Malgun Gothic"/>
                <a:cs typeface="Malgun Gothic"/>
              </a:defRPr>
            </a:lvl7pPr>
            <a:lvl8pPr algn="l">
              <a:defRPr sz="4200" b="1">
                <a:solidFill>
                  <a:srgbClr val="0B6172"/>
                </a:solidFill>
                <a:latin typeface="Malgun Gothic"/>
                <a:ea typeface="Malgun Gothic"/>
                <a:cs typeface="Malgun Gothic"/>
              </a:defRPr>
            </a:lvl8pPr>
            <a:lvl9pPr algn="l">
              <a:defRPr sz="4200" b="1">
                <a:solidFill>
                  <a:srgbClr val="0B6172"/>
                </a:solidFill>
                <a:latin typeface="Malgun Gothic"/>
                <a:ea typeface="Malgun Gothic"/>
                <a:cs typeface="Malgun Gothic"/>
              </a:defRPr>
            </a:lvl9pPr>
          </a:lstStyle>
          <a:p xmlns:a="http://schemas.openxmlformats.org/drawingml/2006/main">
            <a:pPr algn="l">
              <a:defRPr sz="4200" b="1">
                <a:solidFill>
                  <a:srgbClr val="0B6172"/>
                </a:solidFill>
                <a:latin typeface="Malgun Gothic"/>
                <a:ea typeface="Malgun Gothic"/>
                <a:cs typeface="Malgun Gothic"/>
              </a:defRPr>
            </a:pPr>
            <a:r>
              <a:rPr sz="4200" b="1">
                <a:solidFill>
                  <a:srgbClr val="0B6172"/>
                </a:solidFill>
                <a:latin typeface="Malgun Gothic"/>
                <a:ea typeface="Malgun Gothic"/>
                <a:cs typeface="Malgun Gothic"/>
              </a:rPr>
              <a:t>380 B</a:t>
            </a:r>
          </a:p>
        </p:txBody>
      </p:sp>
      <p:sp>
        <p:nvSpPr>
          <p:cNvPr id="17" name="평탄화 임시 리스트 제거">
            <a:extLst xmlns:a="http://schemas.openxmlformats.org/drawingml/2006/main">
              <a:ext uri="{FF2B5EF4-FFF2-40B4-BE49-F238E27FC236}">
                <a16:creationId xmlns:a16="http://schemas.microsoft.com/office/drawing/2014/main" id="{304B4186-D153-432F-8E5F-6FD9F856C685}"/>
              </a:ext>
            </a:extLst>
          </p:cNvPr>
          <p:cNvSpPr>
            <a:spLocks xmlns:a="http://schemas.openxmlformats.org/drawingml/2006/main" noGrp="1"/>
          </p:cNvSpPr>
          <p:nvPr/>
        </p:nvSpPr>
        <p:spPr>
          <a:xfrm xmlns:a="http://schemas.openxmlformats.org/drawingml/2006/main">
            <a:off x="7600950" y="4648200"/>
            <a:ext cx="3981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17212B"/>
                </a:solidFill>
                <a:latin typeface="Malgun Gothic"/>
                <a:ea typeface="Malgun Gothic"/>
                <a:cs typeface="Malgun Gothic"/>
              </a:defRPr>
            </a:defPPr>
            <a:lvl1pPr algn="l">
              <a:defRPr sz="1950" b="0">
                <a:solidFill>
                  <a:srgbClr val="17212B"/>
                </a:solidFill>
                <a:latin typeface="Malgun Gothic"/>
                <a:ea typeface="Malgun Gothic"/>
                <a:cs typeface="Malgun Gothic"/>
              </a:defRPr>
            </a:lvl1pPr>
            <a:lvl2pPr algn="l">
              <a:defRPr sz="1950" b="0">
                <a:solidFill>
                  <a:srgbClr val="17212B"/>
                </a:solidFill>
                <a:latin typeface="Malgun Gothic"/>
                <a:ea typeface="Malgun Gothic"/>
                <a:cs typeface="Malgun Gothic"/>
              </a:defRPr>
            </a:lvl2pPr>
            <a:lvl3pPr algn="l">
              <a:defRPr sz="1950" b="0">
                <a:solidFill>
                  <a:srgbClr val="17212B"/>
                </a:solidFill>
                <a:latin typeface="Malgun Gothic"/>
                <a:ea typeface="Malgun Gothic"/>
                <a:cs typeface="Malgun Gothic"/>
              </a:defRPr>
            </a:lvl3pPr>
            <a:lvl4pPr algn="l">
              <a:defRPr sz="1950" b="0">
                <a:solidFill>
                  <a:srgbClr val="17212B"/>
                </a:solidFill>
                <a:latin typeface="Malgun Gothic"/>
                <a:ea typeface="Malgun Gothic"/>
                <a:cs typeface="Malgun Gothic"/>
              </a:defRPr>
            </a:lvl4pPr>
            <a:lvl5pPr algn="l">
              <a:defRPr sz="1950" b="0">
                <a:solidFill>
                  <a:srgbClr val="17212B"/>
                </a:solidFill>
                <a:latin typeface="Malgun Gothic"/>
                <a:ea typeface="Malgun Gothic"/>
                <a:cs typeface="Malgun Gothic"/>
              </a:defRPr>
            </a:lvl5pPr>
            <a:lvl6pPr algn="l">
              <a:defRPr sz="1950" b="0">
                <a:solidFill>
                  <a:srgbClr val="17212B"/>
                </a:solidFill>
                <a:latin typeface="Malgun Gothic"/>
                <a:ea typeface="Malgun Gothic"/>
                <a:cs typeface="Malgun Gothic"/>
              </a:defRPr>
            </a:lvl6pPr>
            <a:lvl7pPr algn="l">
              <a:defRPr sz="1950" b="0">
                <a:solidFill>
                  <a:srgbClr val="17212B"/>
                </a:solidFill>
                <a:latin typeface="Malgun Gothic"/>
                <a:ea typeface="Malgun Gothic"/>
                <a:cs typeface="Malgun Gothic"/>
              </a:defRPr>
            </a:lvl7pPr>
            <a:lvl8pPr algn="l">
              <a:defRPr sz="1950" b="0">
                <a:solidFill>
                  <a:srgbClr val="17212B"/>
                </a:solidFill>
                <a:latin typeface="Malgun Gothic"/>
                <a:ea typeface="Malgun Gothic"/>
                <a:cs typeface="Malgun Gothic"/>
              </a:defRPr>
            </a:lvl8pPr>
            <a:lvl9pPr algn="l">
              <a:defRPr sz="1950" b="0">
                <a:solidFill>
                  <a:srgbClr val="17212B"/>
                </a:solidFill>
                <a:latin typeface="Malgun Gothic"/>
                <a:ea typeface="Malgun Gothic"/>
                <a:cs typeface="Malgun Gothic"/>
              </a:defRPr>
            </a:lvl9pPr>
          </a:lstStyle>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평탄화 임시 리스트 제거</a:t>
            </a:r>
          </a:p>
        </p:txBody>
      </p:sp>
      <p:sp>
        <p:nvSpPr>
          <p:cNvPr id="18" name="검증 완료">
            <a:extLst xmlns:a="http://schemas.openxmlformats.org/drawingml/2006/main">
              <a:ext uri="{FF2B5EF4-FFF2-40B4-BE49-F238E27FC236}">
                <a16:creationId xmlns:a16="http://schemas.microsoft.com/office/drawing/2014/main" id="{049118B6-549A-4310-806F-EA6C9B10BF15}"/>
              </a:ext>
            </a:extLst>
          </p:cNvPr>
          <p:cNvSpPr>
            <a:spLocks xmlns:a="http://schemas.openxmlformats.org/drawingml/2006/main" noGrp="1"/>
          </p:cNvSpPr>
          <p:nvPr/>
        </p:nvSpPr>
        <p:spPr>
          <a:xfrm xmlns:a="http://schemas.openxmlformats.org/drawingml/2006/main">
            <a:off x="609600" y="5391150"/>
            <a:ext cx="158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76B4D"/>
                </a:solidFill>
                <a:latin typeface="Malgun Gothic"/>
                <a:ea typeface="Malgun Gothic"/>
                <a:cs typeface="Malgun Gothic"/>
              </a:defRPr>
            </a:defPPr>
            <a:lvl1pPr algn="l">
              <a:defRPr sz="1800" b="1">
                <a:solidFill>
                  <a:srgbClr val="176B4D"/>
                </a:solidFill>
                <a:latin typeface="Malgun Gothic"/>
                <a:ea typeface="Malgun Gothic"/>
                <a:cs typeface="Malgun Gothic"/>
              </a:defRPr>
            </a:lvl1pPr>
            <a:lvl2pPr algn="l">
              <a:defRPr sz="1800" b="1">
                <a:solidFill>
                  <a:srgbClr val="176B4D"/>
                </a:solidFill>
                <a:latin typeface="Malgun Gothic"/>
                <a:ea typeface="Malgun Gothic"/>
                <a:cs typeface="Malgun Gothic"/>
              </a:defRPr>
            </a:lvl2pPr>
            <a:lvl3pPr algn="l">
              <a:defRPr sz="1800" b="1">
                <a:solidFill>
                  <a:srgbClr val="176B4D"/>
                </a:solidFill>
                <a:latin typeface="Malgun Gothic"/>
                <a:ea typeface="Malgun Gothic"/>
                <a:cs typeface="Malgun Gothic"/>
              </a:defRPr>
            </a:lvl3pPr>
            <a:lvl4pPr algn="l">
              <a:defRPr sz="1800" b="1">
                <a:solidFill>
                  <a:srgbClr val="176B4D"/>
                </a:solidFill>
                <a:latin typeface="Malgun Gothic"/>
                <a:ea typeface="Malgun Gothic"/>
                <a:cs typeface="Malgun Gothic"/>
              </a:defRPr>
            </a:lvl4pPr>
            <a:lvl5pPr algn="l">
              <a:defRPr sz="1800" b="1">
                <a:solidFill>
                  <a:srgbClr val="176B4D"/>
                </a:solidFill>
                <a:latin typeface="Malgun Gothic"/>
                <a:ea typeface="Malgun Gothic"/>
                <a:cs typeface="Malgun Gothic"/>
              </a:defRPr>
            </a:lvl5pPr>
            <a:lvl6pPr algn="l">
              <a:defRPr sz="1800" b="1">
                <a:solidFill>
                  <a:srgbClr val="176B4D"/>
                </a:solidFill>
                <a:latin typeface="Malgun Gothic"/>
                <a:ea typeface="Malgun Gothic"/>
                <a:cs typeface="Malgun Gothic"/>
              </a:defRPr>
            </a:lvl6pPr>
            <a:lvl7pPr algn="l">
              <a:defRPr sz="1800" b="1">
                <a:solidFill>
                  <a:srgbClr val="176B4D"/>
                </a:solidFill>
                <a:latin typeface="Malgun Gothic"/>
                <a:ea typeface="Malgun Gothic"/>
                <a:cs typeface="Malgun Gothic"/>
              </a:defRPr>
            </a:lvl7pPr>
            <a:lvl8pPr algn="l">
              <a:defRPr sz="1800" b="1">
                <a:solidFill>
                  <a:srgbClr val="176B4D"/>
                </a:solidFill>
                <a:latin typeface="Malgun Gothic"/>
                <a:ea typeface="Malgun Gothic"/>
                <a:cs typeface="Malgun Gothic"/>
              </a:defRPr>
            </a:lvl8pPr>
            <a:lvl9pPr algn="l">
              <a:defRPr sz="1800" b="1">
                <a:solidFill>
                  <a:srgbClr val="176B4D"/>
                </a:solidFill>
                <a:latin typeface="Malgun Gothic"/>
                <a:ea typeface="Malgun Gothic"/>
                <a:cs typeface="Malgun Gothic"/>
              </a:defRPr>
            </a:lvl9pPr>
          </a:lstStyle>
          <a:p xmlns:a="http://schemas.openxmlformats.org/drawingml/2006/main">
            <a:pPr algn="l">
              <a:defRPr sz="1800" b="1">
                <a:solidFill>
                  <a:srgbClr val="176B4D"/>
                </a:solidFill>
                <a:latin typeface="Malgun Gothic"/>
                <a:ea typeface="Malgun Gothic"/>
                <a:cs typeface="Malgun Gothic"/>
              </a:defRPr>
            </a:pPr>
            <a:r>
              <a:rPr sz="1800" b="1">
                <a:solidFill>
                  <a:srgbClr val="176B4D"/>
                </a:solidFill>
                <a:latin typeface="Malgun Gothic"/>
                <a:ea typeface="Malgun Gothic"/>
                <a:cs typeface="Malgun Gothic"/>
              </a:rPr>
              <a:t>검증 완료</a:t>
            </a:r>
          </a:p>
        </p:txBody>
      </p:sp>
      <p:sp>
        <p:nvSpPr>
          <p:cNvPr id="19" name="함수 테스트 1/1 · 전체 11/11 · CLI · 입력·결과 확인">
            <a:extLst xmlns:a="http://schemas.openxmlformats.org/drawingml/2006/main">
              <a:ext uri="{FF2B5EF4-FFF2-40B4-BE49-F238E27FC236}">
                <a16:creationId xmlns:a16="http://schemas.microsoft.com/office/drawing/2014/main" id="{D7FFF613-1FA8-41C7-BB31-0B67AE8BFB77}"/>
              </a:ext>
            </a:extLst>
          </p:cNvPr>
          <p:cNvSpPr>
            <a:spLocks xmlns:a="http://schemas.openxmlformats.org/drawingml/2006/main" noGrp="1"/>
          </p:cNvSpPr>
          <p:nvPr/>
        </p:nvSpPr>
        <p:spPr>
          <a:xfrm xmlns:a="http://schemas.openxmlformats.org/drawingml/2006/main">
            <a:off x="2266950" y="5391150"/>
            <a:ext cx="9315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함수 테스트 1/1 · 전체 11/11 · CLI · 입력·결과 확인</a:t>
            </a:r>
          </a:p>
        </p:txBody>
      </p:sp>
      <p:sp>
        <p:nvSpPr>
          <p:cNvPr id="20" name="Legacy module connection">
            <a:extLst xmlns:a="http://schemas.openxmlformats.org/drawingml/2006/main">
              <a:ext uri="{FF2B5EF4-FFF2-40B4-BE49-F238E27FC236}">
                <a16:creationId xmlns:a16="http://schemas.microsoft.com/office/drawing/2014/main" id="{47C0549C-A754-4023-9D03-D2F679E603A0}"/>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a:t>
            </a:r>
          </a:p>
        </p:txBody>
      </p:sp>
    </p:spTree>
    <p:extLst>
      <p:ext uri="{BB962C8B-B14F-4D97-AF65-F5344CB8AC3E}">
        <p14:creationId xmlns:p14="http://schemas.microsoft.com/office/powerpoint/2010/main" val="1217788580"/>
      </p:ext>
    </p:extLst>
  </p:cSld>
</p:sld>
</file>

<file path=ppt/slides/slide5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3" name="ACT 3 · Subagent가 해결할 문제부터 보기">
            <a:extLst xmlns:a="http://schemas.openxmlformats.org/drawingml/2006/main">
              <a:ext uri="{FF2B5EF4-FFF2-40B4-BE49-F238E27FC236}">
                <a16:creationId xmlns:a16="http://schemas.microsoft.com/office/drawing/2014/main" id="{611D4BB2-DD14-4485-BF04-550F9643D31E}"/>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Subagent가 해결할 문제부터 보기</a:t>
            </a:r>
          </a:p>
        </p:txBody>
      </p:sp>
      <p:sp>
        <p:nvSpPr>
          <p:cNvPr id="2" name="S59">
            <a:extLst xmlns:a="http://schemas.openxmlformats.org/drawingml/2006/main">
              <a:ext uri="{FF2B5EF4-FFF2-40B4-BE49-F238E27FC236}">
                <a16:creationId xmlns:a16="http://schemas.microsoft.com/office/drawing/2014/main" id="{81584DDD-C1C4-47E8-86E5-033F3943DBFD}"/>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S59</a:t>
            </a:r>
          </a:p>
        </p:txBody>
      </p:sp>
      <p:sp>
        <p:nvSpPr>
          <p:cNvPr id="3" name="독립 조사를 나누면 무엇이 달라질까?">
            <a:extLst xmlns:a="http://schemas.openxmlformats.org/drawingml/2006/main">
              <a:ext uri="{FF2B5EF4-FFF2-40B4-BE49-F238E27FC236}">
                <a16:creationId xmlns:a16="http://schemas.microsoft.com/office/drawing/2014/main" id="{4D4965B6-B2CE-4126-B9AE-AC55D9B52782}"/>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독립 조사를 나누면 무엇이 달라질까?</a:t>
            </a:r>
          </a:p>
        </p:txBody>
      </p:sp>
      <p:sp>
        <p:nvSpPr>
          <p:cNvPr id="4" name="">
            <a:extLst xmlns:a="http://schemas.openxmlformats.org/drawingml/2006/main">
              <a:ext uri="{FF2B5EF4-FFF2-40B4-BE49-F238E27FC236}">
                <a16:creationId xmlns:a16="http://schemas.microsoft.com/office/drawing/2014/main" id="{EDBD1661-E379-402F-89CC-6AA3F38C3E12}"/>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CONCEPTUAL · C++ Vision 조사 업무를 가정한 역할·Context 분리 · 실제 Subage">
            <a:extLst xmlns:a="http://schemas.openxmlformats.org/drawingml/2006/main">
              <a:ext uri="{FF2B5EF4-FFF2-40B4-BE49-F238E27FC236}">
                <a16:creationId xmlns:a16="http://schemas.microsoft.com/office/drawing/2014/main" id="{5F9DAE30-28CA-41D9-B9EA-3719FE9DB08E}"/>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CONCEPTUAL · C++ Vision 조사 업무를 가정한 역할·Context 분리 · 실제 Subagent 실행 아님</a:t>
            </a:r>
          </a:p>
        </p:txBody>
      </p:sp>
      <p:sp>
        <p:nvSpPr>
          <p:cNvPr id="6" name="독립 조사일 때의 설계 예 · 병렬 이득·시간 단축은 미측정 · 조정·중복·전달·통합 비용을 함께 판단">
            <a:extLst xmlns:a="http://schemas.openxmlformats.org/drawingml/2006/main">
              <a:ext uri="{FF2B5EF4-FFF2-40B4-BE49-F238E27FC236}">
                <a16:creationId xmlns:a16="http://schemas.microsoft.com/office/drawing/2014/main" id="{6BA471FC-84B7-4370-BDE0-B5F9E33D5853}"/>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독립 조사일 때의 설계 예 · 병렬 이득·시간 단축은 미측정 · 조정·중복·전달·통합 비용을 함께 판단</a:t>
            </a:r>
          </a:p>
        </p:txBody>
      </p:sp>
      <p:sp>
        <p:nvSpPr>
          <p:cNvPr id="7" name="한 Agent에 모인 조사 중, 서로 기다리지 않아도 되는 부분은?">
            <a:extLst xmlns:a="http://schemas.openxmlformats.org/drawingml/2006/main">
              <a:ext uri="{FF2B5EF4-FFF2-40B4-BE49-F238E27FC236}">
                <a16:creationId xmlns:a16="http://schemas.microsoft.com/office/drawing/2014/main" id="{43AFBD36-7588-4DA5-928E-22A28CA789F0}"/>
              </a:ext>
            </a:extLst>
          </p:cNvPr>
          <p:cNvSpPr>
            <a:spLocks xmlns:a="http://schemas.openxmlformats.org/drawingml/2006/main" noGrp="1"/>
          </p:cNvSpPr>
          <p:nvPr/>
        </p:nvSpPr>
        <p:spPr>
          <a:xfrm xmlns:a="http://schemas.openxmlformats.org/drawingml/2006/main">
            <a:off x="609600" y="17049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한 Agent에 모인 조사 중, 서로 기다리지 않아도 되는 부분은?</a:t>
            </a:r>
          </a:p>
        </p:txBody>
      </p:sp>
      <p:sp>
        <p:nvSpPr>
          <p:cNvPr id="8" name="">
            <a:extLst xmlns:a="http://schemas.openxmlformats.org/drawingml/2006/main">
              <a:ext uri="{FF2B5EF4-FFF2-40B4-BE49-F238E27FC236}">
                <a16:creationId xmlns:a16="http://schemas.microsoft.com/office/drawing/2014/main" id="{70A3FA9C-1F98-4659-95C2-4780122F086A}"/>
              </a:ext>
            </a:extLst>
          </p:cNvPr>
          <p:cNvSpPr>
            <a:spLocks xmlns:a="http://schemas.openxmlformats.org/drawingml/2006/main" noGrp="1"/>
          </p:cNvSpPr>
          <p:nvPr/>
        </p:nvSpPr>
        <p:spPr>
          <a:xfrm xmlns:a="http://schemas.openxmlformats.org/drawingml/2006/main">
            <a:off x="609600" y="2390775"/>
            <a:ext cx="3352800" cy="19240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9" name="성능 경로 조사">
            <a:extLst xmlns:a="http://schemas.openxmlformats.org/drawingml/2006/main">
              <a:ext uri="{FF2B5EF4-FFF2-40B4-BE49-F238E27FC236}">
                <a16:creationId xmlns:a16="http://schemas.microsoft.com/office/drawing/2014/main" id="{6C9F15A7-5D62-4F7D-8E6D-22BCF84A56FA}"/>
              </a:ext>
            </a:extLst>
          </p:cNvPr>
          <p:cNvSpPr>
            <a:spLocks xmlns:a="http://schemas.openxmlformats.org/drawingml/2006/main" noGrp="1"/>
          </p:cNvSpPr>
          <p:nvPr/>
        </p:nvSpPr>
        <p:spPr>
          <a:xfrm xmlns:a="http://schemas.openxmlformats.org/drawingml/2006/main">
            <a:off x="781050" y="2505075"/>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성능 경로 조사</a:t>
            </a:r>
          </a:p>
        </p:txBody>
      </p:sp>
      <p:sp>
        <p:nvSpPr>
          <p:cNvPr id="10" name="느린 경로와 측정 근거&#10;필요한 소스·명세">
            <a:extLst xmlns:a="http://schemas.openxmlformats.org/drawingml/2006/main">
              <a:ext uri="{FF2B5EF4-FFF2-40B4-BE49-F238E27FC236}">
                <a16:creationId xmlns:a16="http://schemas.microsoft.com/office/drawing/2014/main" id="{844F2AD1-FD10-4A57-BAD2-6C2B37041DEA}"/>
              </a:ext>
            </a:extLst>
          </p:cNvPr>
          <p:cNvSpPr>
            <a:spLocks xmlns:a="http://schemas.openxmlformats.org/drawingml/2006/main" noGrp="1"/>
          </p:cNvSpPr>
          <p:nvPr/>
        </p:nvSpPr>
        <p:spPr>
          <a:xfrm xmlns:a="http://schemas.openxmlformats.org/drawingml/2006/main">
            <a:off x="781050" y="3028950"/>
            <a:ext cx="30099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느린 경로와 측정 근거</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필요한 소스·명세</a:t>
            </a:r>
          </a:p>
        </p:txBody>
      </p:sp>
      <p:sp>
        <p:nvSpPr>
          <p:cNvPr id="11" name="">
            <a:extLst xmlns:a="http://schemas.openxmlformats.org/drawingml/2006/main">
              <a:ext uri="{FF2B5EF4-FFF2-40B4-BE49-F238E27FC236}">
                <a16:creationId xmlns:a16="http://schemas.microsoft.com/office/drawing/2014/main" id="{91966E7E-372C-4047-913D-C34E59CE9195}"/>
              </a:ext>
            </a:extLst>
          </p:cNvPr>
          <p:cNvSpPr>
            <a:spLocks xmlns:a="http://schemas.openxmlformats.org/drawingml/2006/main" noGrp="1"/>
          </p:cNvSpPr>
          <p:nvPr/>
        </p:nvSpPr>
        <p:spPr>
          <a:xfrm xmlns:a="http://schemas.openxmlformats.org/drawingml/2006/main">
            <a:off x="4419600" y="2390775"/>
            <a:ext cx="3352800" cy="19240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2" name="빌드 환경 조사">
            <a:extLst xmlns:a="http://schemas.openxmlformats.org/drawingml/2006/main">
              <a:ext uri="{FF2B5EF4-FFF2-40B4-BE49-F238E27FC236}">
                <a16:creationId xmlns:a16="http://schemas.microsoft.com/office/drawing/2014/main" id="{53C58D77-A090-48E4-87D3-8733F6FF55B9}"/>
              </a:ext>
            </a:extLst>
          </p:cNvPr>
          <p:cNvSpPr>
            <a:spLocks xmlns:a="http://schemas.openxmlformats.org/drawingml/2006/main" noGrp="1"/>
          </p:cNvSpPr>
          <p:nvPr/>
        </p:nvSpPr>
        <p:spPr>
          <a:xfrm xmlns:a="http://schemas.openxmlformats.org/drawingml/2006/main">
            <a:off x="4591050" y="2505075"/>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빌드 환경 조사</a:t>
            </a:r>
          </a:p>
        </p:txBody>
      </p:sp>
      <p:sp>
        <p:nvSpPr>
          <p:cNvPr id="13" name="재현 조건과 빌드 설정&#10;필요한 환경 문서">
            <a:extLst xmlns:a="http://schemas.openxmlformats.org/drawingml/2006/main">
              <a:ext uri="{FF2B5EF4-FFF2-40B4-BE49-F238E27FC236}">
                <a16:creationId xmlns:a16="http://schemas.microsoft.com/office/drawing/2014/main" id="{17F14AED-C809-4245-AB8B-6EF092989A69}"/>
              </a:ext>
            </a:extLst>
          </p:cNvPr>
          <p:cNvSpPr>
            <a:spLocks xmlns:a="http://schemas.openxmlformats.org/drawingml/2006/main" noGrp="1"/>
          </p:cNvSpPr>
          <p:nvPr/>
        </p:nvSpPr>
        <p:spPr>
          <a:xfrm xmlns:a="http://schemas.openxmlformats.org/drawingml/2006/main">
            <a:off x="4591050" y="3028950"/>
            <a:ext cx="30099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재현 조건과 빌드 설정</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필요한 환경 문서</a:t>
            </a:r>
          </a:p>
        </p:txBody>
      </p:sp>
      <p:sp>
        <p:nvSpPr>
          <p:cNvPr id="14" name="">
            <a:extLst xmlns:a="http://schemas.openxmlformats.org/drawingml/2006/main">
              <a:ext uri="{FF2B5EF4-FFF2-40B4-BE49-F238E27FC236}">
                <a16:creationId xmlns:a16="http://schemas.microsoft.com/office/drawing/2014/main" id="{ED1BBB43-A5FB-4ABA-AC96-04540E8E1E2C}"/>
              </a:ext>
            </a:extLst>
          </p:cNvPr>
          <p:cNvSpPr>
            <a:spLocks xmlns:a="http://schemas.openxmlformats.org/drawingml/2006/main" noGrp="1"/>
          </p:cNvSpPr>
          <p:nvPr/>
        </p:nvSpPr>
        <p:spPr>
          <a:xfrm xmlns:a="http://schemas.openxmlformats.org/drawingml/2006/main">
            <a:off x="8229600" y="2390775"/>
            <a:ext cx="3352800" cy="19240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5" name="테스트 구조 조사">
            <a:extLst xmlns:a="http://schemas.openxmlformats.org/drawingml/2006/main">
              <a:ext uri="{FF2B5EF4-FFF2-40B4-BE49-F238E27FC236}">
                <a16:creationId xmlns:a16="http://schemas.microsoft.com/office/drawing/2014/main" id="{309A462A-E637-489F-975D-2B466D1146A4}"/>
              </a:ext>
            </a:extLst>
          </p:cNvPr>
          <p:cNvSpPr>
            <a:spLocks xmlns:a="http://schemas.openxmlformats.org/drawingml/2006/main" noGrp="1"/>
          </p:cNvSpPr>
          <p:nvPr/>
        </p:nvSpPr>
        <p:spPr>
          <a:xfrm xmlns:a="http://schemas.openxmlformats.org/drawingml/2006/main">
            <a:off x="8401050" y="2505075"/>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테스트 구조 조사</a:t>
            </a:r>
          </a:p>
        </p:txBody>
      </p:sp>
      <p:sp>
        <p:nvSpPr>
          <p:cNvPr id="16" name="확인 범위와 회귀 위험&#10;필요한 테스트·명세">
            <a:extLst xmlns:a="http://schemas.openxmlformats.org/drawingml/2006/main">
              <a:ext uri="{FF2B5EF4-FFF2-40B4-BE49-F238E27FC236}">
                <a16:creationId xmlns:a16="http://schemas.microsoft.com/office/drawing/2014/main" id="{EF0D640B-0D99-4A81-B234-71392EFE0983}"/>
              </a:ext>
            </a:extLst>
          </p:cNvPr>
          <p:cNvSpPr>
            <a:spLocks xmlns:a="http://schemas.openxmlformats.org/drawingml/2006/main" noGrp="1"/>
          </p:cNvSpPr>
          <p:nvPr/>
        </p:nvSpPr>
        <p:spPr>
          <a:xfrm xmlns:a="http://schemas.openxmlformats.org/drawingml/2006/main">
            <a:off x="8401050" y="3028950"/>
            <a:ext cx="30099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확인 범위와 회귀 위험</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필요한 테스트·명세</a:t>
            </a:r>
          </a:p>
        </p:txBody>
      </p:sp>
      <p:sp>
        <p:nvSpPr>
          <p:cNvPr id="17" name="">
            <a:extLst xmlns:a="http://schemas.openxmlformats.org/drawingml/2006/main">
              <a:ext uri="{FF2B5EF4-FFF2-40B4-BE49-F238E27FC236}">
                <a16:creationId xmlns:a16="http://schemas.microsoft.com/office/drawing/2014/main" id="{F295A89B-180A-443C-8354-75FAD62841C1}"/>
              </a:ext>
            </a:extLst>
          </p:cNvPr>
          <p:cNvSpPr>
            <a:spLocks xmlns:a="http://schemas.openxmlformats.org/drawingml/2006/main" noGrp="1"/>
          </p:cNvSpPr>
          <p:nvPr/>
        </p:nvSpPr>
        <p:spPr>
          <a:xfrm xmlns:a="http://schemas.openxmlformats.org/drawingml/2006/main">
            <a:off x="2152650" y="4476750"/>
            <a:ext cx="266700" cy="209550"/>
          </a:xfrm>
          <a:prstGeom xmlns:a="http://schemas.openxmlformats.org/drawingml/2006/main" prst="downArrow">
            <a:avLst/>
          </a:prstGeom>
          <a:solidFill xmlns:a="http://schemas.openxmlformats.org/drawingml/2006/main">
            <a:srgbClr val="80540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1394177-DBA2-4A8F-90F0-8A6C4F4553A5}"/>
              </a:ext>
            </a:extLst>
          </p:cNvPr>
          <p:cNvSpPr>
            <a:spLocks xmlns:a="http://schemas.openxmlformats.org/drawingml/2006/main" noGrp="1"/>
          </p:cNvSpPr>
          <p:nvPr/>
        </p:nvSpPr>
        <p:spPr>
          <a:xfrm xmlns:a="http://schemas.openxmlformats.org/drawingml/2006/main">
            <a:off x="5962650" y="4476750"/>
            <a:ext cx="266700" cy="209550"/>
          </a:xfrm>
          <a:prstGeom xmlns:a="http://schemas.openxmlformats.org/drawingml/2006/main" prst="downArrow">
            <a:avLst/>
          </a:prstGeom>
          <a:solidFill xmlns:a="http://schemas.openxmlformats.org/drawingml/2006/main">
            <a:srgbClr val="80540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F0A4E93-0551-4AAC-86C5-FCA1591A0EBB}"/>
              </a:ext>
            </a:extLst>
          </p:cNvPr>
          <p:cNvSpPr>
            <a:spLocks xmlns:a="http://schemas.openxmlformats.org/drawingml/2006/main" noGrp="1"/>
          </p:cNvSpPr>
          <p:nvPr/>
        </p:nvSpPr>
        <p:spPr>
          <a:xfrm xmlns:a="http://schemas.openxmlformats.org/drawingml/2006/main">
            <a:off x="9772650" y="4476750"/>
            <a:ext cx="266700" cy="209550"/>
          </a:xfrm>
          <a:prstGeom xmlns:a="http://schemas.openxmlformats.org/drawingml/2006/main" prst="downArrow">
            <a:avLst/>
          </a:prstGeom>
          <a:solidFill xmlns:a="http://schemas.openxmlformats.org/drawingml/2006/main">
            <a:srgbClr val="80540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17346B4-9330-4EAB-BDEA-D5250C2C0D34}"/>
              </a:ext>
            </a:extLst>
          </p:cNvPr>
          <p:cNvSpPr>
            <a:spLocks xmlns:a="http://schemas.openxmlformats.org/drawingml/2006/main" noGrp="1"/>
          </p:cNvSpPr>
          <p:nvPr/>
        </p:nvSpPr>
        <p:spPr>
          <a:xfrm xmlns:a="http://schemas.openxmlformats.org/drawingml/2006/main">
            <a:off x="609600" y="4943475"/>
            <a:ext cx="10972800" cy="6191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1" name="주 Agent가 합친다: 결과 형식 · 전달 지점 · 최종 검토 책임">
            <a:extLst xmlns:a="http://schemas.openxmlformats.org/drawingml/2006/main">
              <a:ext uri="{FF2B5EF4-FFF2-40B4-BE49-F238E27FC236}">
                <a16:creationId xmlns:a16="http://schemas.microsoft.com/office/drawing/2014/main" id="{C247E12E-B4FA-417B-A7EC-E37FBB53FCF1}"/>
              </a:ext>
            </a:extLst>
          </p:cNvPr>
          <p:cNvSpPr>
            <a:spLocks xmlns:a="http://schemas.openxmlformats.org/drawingml/2006/main" noGrp="1"/>
          </p:cNvSpPr>
          <p:nvPr/>
        </p:nvSpPr>
        <p:spPr>
          <a:xfrm xmlns:a="http://schemas.openxmlformats.org/drawingml/2006/main">
            <a:off x="800100" y="5057775"/>
            <a:ext cx="10591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주 Agent가 합친다: 결과 형식 · 전달 지점 · 최종 검토 책임</a:t>
            </a:r>
          </a:p>
        </p:txBody>
      </p:sp>
      <p:sp>
        <p:nvSpPr>
          <p:cNvPr id="22" name="Legacy module connection">
            <a:extLst xmlns:a="http://schemas.openxmlformats.org/drawingml/2006/main">
              <a:ext uri="{FF2B5EF4-FFF2-40B4-BE49-F238E27FC236}">
                <a16:creationId xmlns:a16="http://schemas.microsoft.com/office/drawing/2014/main" id="{F5C05254-922E-41A0-B396-1DAFBB3A5B12}"/>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782818804"/>
      </p:ext>
    </p:extLst>
  </p:cSld>
</p:sld>
</file>

<file path=ppt/slides/slide6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2" name="ACT 3 · 실제 사례에 Subagent 선택 기준을 적용">
            <a:extLst xmlns:a="http://schemas.openxmlformats.org/drawingml/2006/main">
              <a:ext uri="{FF2B5EF4-FFF2-40B4-BE49-F238E27FC236}">
                <a16:creationId xmlns:a16="http://schemas.microsoft.com/office/drawing/2014/main" id="{70FD9250-933F-4EE8-B115-53FA828F4D03}"/>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실제 사례에 Subagent 선택 기준을 적용</a:t>
            </a:r>
          </a:p>
        </p:txBody>
      </p:sp>
      <p:sp>
        <p:nvSpPr>
          <p:cNvPr id="2" name="S60">
            <a:extLst xmlns:a="http://schemas.openxmlformats.org/drawingml/2006/main">
              <a:ext uri="{FF2B5EF4-FFF2-40B4-BE49-F238E27FC236}">
                <a16:creationId xmlns:a16="http://schemas.microsoft.com/office/drawing/2014/main" id="{5D4702A6-D1C8-44F6-B3D2-4990A6AC1536}"/>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S60</a:t>
            </a:r>
          </a:p>
        </p:txBody>
      </p:sp>
      <p:sp>
        <p:nvSpPr>
          <p:cNvPr id="3" name="이번 작업은 나눌 근거가 충분했을까?">
            <a:extLst xmlns:a="http://schemas.openxmlformats.org/drawingml/2006/main">
              <a:ext uri="{FF2B5EF4-FFF2-40B4-BE49-F238E27FC236}">
                <a16:creationId xmlns:a16="http://schemas.microsoft.com/office/drawing/2014/main" id="{25CB6629-C12B-437B-AC39-97DF3E3F42AA}"/>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이번 작업은 나눌 근거가 충분했을까?</a:t>
            </a:r>
          </a:p>
        </p:txBody>
      </p:sp>
      <p:sp>
        <p:nvSpPr>
          <p:cNvPr id="4" name="">
            <a:extLst xmlns:a="http://schemas.openxmlformats.org/drawingml/2006/main">
              <a:ext uri="{FF2B5EF4-FFF2-40B4-BE49-F238E27FC236}">
                <a16:creationId xmlns:a16="http://schemas.microsoft.com/office/drawing/2014/main" id="{6D08D745-9D67-4E80-88F5-D7CB1EF34E09}"/>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DEC-0018 · 현재 성능 작업의 의존성과 Context를 검토한 판단 · Subagent Trial 없">
            <a:extLst xmlns:a="http://schemas.openxmlformats.org/drawingml/2006/main">
              <a:ext uri="{FF2B5EF4-FFF2-40B4-BE49-F238E27FC236}">
                <a16:creationId xmlns:a16="http://schemas.microsoft.com/office/drawing/2014/main" id="{3916C020-AB04-4927-B644-9F149EC46303}"/>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DEC-0018 · 현재 성능 작업의 의존성과 Context를 검토한 판단 · Subagent Trial 없음</a:t>
            </a:r>
          </a:p>
        </p:txBody>
      </p:sp>
      <p:sp>
        <p:nvSpPr>
          <p:cNvPr id="6" name="이 사례에서는 추가하지 않음 · 일반적으로 불필요하다는 결론이나 기능 제한 주장이 아님">
            <a:extLst xmlns:a="http://schemas.openxmlformats.org/drawingml/2006/main">
              <a:ext uri="{FF2B5EF4-FFF2-40B4-BE49-F238E27FC236}">
                <a16:creationId xmlns:a16="http://schemas.microsoft.com/office/drawing/2014/main" id="{A80149A6-5B80-412B-8DB5-A9FBA2F6AE67}"/>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이 사례에서는 추가하지 않음 · 일반적으로 불필요하다는 결론이나 기능 제한 주장이 아님</a:t>
            </a:r>
          </a:p>
        </p:txBody>
      </p:sp>
      <p:sp>
        <p:nvSpPr>
          <p:cNvPr id="7" name="">
            <a:extLst xmlns:a="http://schemas.openxmlformats.org/drawingml/2006/main">
              <a:ext uri="{FF2B5EF4-FFF2-40B4-BE49-F238E27FC236}">
                <a16:creationId xmlns:a16="http://schemas.microsoft.com/office/drawing/2014/main" id="{4408AF7B-514D-4E0D-9407-5AB0BC0D5BE2}"/>
              </a:ext>
            </a:extLst>
          </p:cNvPr>
          <p:cNvSpPr>
            <a:spLocks xmlns:a="http://schemas.openxmlformats.org/drawingml/2006/main" noGrp="1"/>
          </p:cNvSpPr>
          <p:nvPr/>
        </p:nvSpPr>
        <p:spPr>
          <a:xfrm xmlns:a="http://schemas.openxmlformats.org/drawingml/2006/main">
            <a:off x="609600" y="2266950"/>
            <a:ext cx="3352800" cy="1724025"/>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8" name="조사">
            <a:extLst xmlns:a="http://schemas.openxmlformats.org/drawingml/2006/main">
              <a:ext uri="{FF2B5EF4-FFF2-40B4-BE49-F238E27FC236}">
                <a16:creationId xmlns:a16="http://schemas.microsoft.com/office/drawing/2014/main" id="{4FD0F9A1-3C01-4F8E-9214-599147799CFB}"/>
              </a:ext>
            </a:extLst>
          </p:cNvPr>
          <p:cNvSpPr>
            <a:spLocks xmlns:a="http://schemas.openxmlformats.org/drawingml/2006/main" noGrp="1"/>
          </p:cNvSpPr>
          <p:nvPr/>
        </p:nvSpPr>
        <p:spPr>
          <a:xfrm xmlns:a="http://schemas.openxmlformats.org/drawingml/2006/main">
            <a:off x="781050" y="2381250"/>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조사</a:t>
            </a:r>
          </a:p>
        </p:txBody>
      </p:sp>
      <p:sp>
        <p:nvSpPr>
          <p:cNvPr id="9" name="같은 성능 경로와&#10;명세를 확인">
            <a:extLst xmlns:a="http://schemas.openxmlformats.org/drawingml/2006/main">
              <a:ext uri="{FF2B5EF4-FFF2-40B4-BE49-F238E27FC236}">
                <a16:creationId xmlns:a16="http://schemas.microsoft.com/office/drawing/2014/main" id="{77A66455-4272-4A68-8D96-F62F786A0B80}"/>
              </a:ext>
            </a:extLst>
          </p:cNvPr>
          <p:cNvSpPr>
            <a:spLocks xmlns:a="http://schemas.openxmlformats.org/drawingml/2006/main" noGrp="1"/>
          </p:cNvSpPr>
          <p:nvPr/>
        </p:nvSpPr>
        <p:spPr>
          <a:xfrm xmlns:a="http://schemas.openxmlformats.org/drawingml/2006/main">
            <a:off x="781050" y="2905125"/>
            <a:ext cx="30099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같은 성능 경로와</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명세를 확인</a:t>
            </a:r>
          </a:p>
        </p:txBody>
      </p:sp>
      <p:sp>
        <p:nvSpPr>
          <p:cNvPr id="10" name="">
            <a:extLst xmlns:a="http://schemas.openxmlformats.org/drawingml/2006/main">
              <a:ext uri="{FF2B5EF4-FFF2-40B4-BE49-F238E27FC236}">
                <a16:creationId xmlns:a16="http://schemas.microsoft.com/office/drawing/2014/main" id="{7470CA26-64CF-4D50-A7B2-0006DBA7ED42}"/>
              </a:ext>
            </a:extLst>
          </p:cNvPr>
          <p:cNvSpPr>
            <a:spLocks xmlns:a="http://schemas.openxmlformats.org/drawingml/2006/main" noGrp="1"/>
          </p:cNvSpPr>
          <p:nvPr/>
        </p:nvSpPr>
        <p:spPr>
          <a:xfrm xmlns:a="http://schemas.openxmlformats.org/drawingml/2006/main">
            <a:off x="4086225" y="2962275"/>
            <a:ext cx="219075"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3B742AB-35BD-4D70-A638-7F0D12E083F2}"/>
              </a:ext>
            </a:extLst>
          </p:cNvPr>
          <p:cNvSpPr>
            <a:spLocks xmlns:a="http://schemas.openxmlformats.org/drawingml/2006/main" noGrp="1"/>
          </p:cNvSpPr>
          <p:nvPr/>
        </p:nvSpPr>
        <p:spPr>
          <a:xfrm xmlns:a="http://schemas.openxmlformats.org/drawingml/2006/main">
            <a:off x="4419600" y="2266950"/>
            <a:ext cx="3352800" cy="17240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2" name="변경">
            <a:extLst xmlns:a="http://schemas.openxmlformats.org/drawingml/2006/main">
              <a:ext uri="{FF2B5EF4-FFF2-40B4-BE49-F238E27FC236}">
                <a16:creationId xmlns:a16="http://schemas.microsoft.com/office/drawing/2014/main" id="{B673A90A-7CA8-40B7-9FF2-23147A17A382}"/>
              </a:ext>
            </a:extLst>
          </p:cNvPr>
          <p:cNvSpPr>
            <a:spLocks xmlns:a="http://schemas.openxmlformats.org/drawingml/2006/main" noGrp="1"/>
          </p:cNvSpPr>
          <p:nvPr/>
        </p:nvSpPr>
        <p:spPr>
          <a:xfrm xmlns:a="http://schemas.openxmlformats.org/drawingml/2006/main">
            <a:off x="4591050" y="2381250"/>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변경</a:t>
            </a:r>
          </a:p>
        </p:txBody>
      </p:sp>
      <p:sp>
        <p:nvSpPr>
          <p:cNvPr id="13" name="조사 결과에 따라&#10;변경 후보를 선택">
            <a:extLst xmlns:a="http://schemas.openxmlformats.org/drawingml/2006/main">
              <a:ext uri="{FF2B5EF4-FFF2-40B4-BE49-F238E27FC236}">
                <a16:creationId xmlns:a16="http://schemas.microsoft.com/office/drawing/2014/main" id="{68E3E616-EA95-4001-B4F3-F29A3D83A276}"/>
              </a:ext>
            </a:extLst>
          </p:cNvPr>
          <p:cNvSpPr>
            <a:spLocks xmlns:a="http://schemas.openxmlformats.org/drawingml/2006/main" noGrp="1"/>
          </p:cNvSpPr>
          <p:nvPr/>
        </p:nvSpPr>
        <p:spPr>
          <a:xfrm xmlns:a="http://schemas.openxmlformats.org/drawingml/2006/main">
            <a:off x="4591050" y="2905125"/>
            <a:ext cx="30099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조사 결과에 따라</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변경 후보를 선택</a:t>
            </a:r>
          </a:p>
        </p:txBody>
      </p:sp>
      <p:sp>
        <p:nvSpPr>
          <p:cNvPr id="14" name="">
            <a:extLst xmlns:a="http://schemas.openxmlformats.org/drawingml/2006/main">
              <a:ext uri="{FF2B5EF4-FFF2-40B4-BE49-F238E27FC236}">
                <a16:creationId xmlns:a16="http://schemas.microsoft.com/office/drawing/2014/main" id="{6CFFE442-0631-4B11-BAB3-F66B96F130F5}"/>
              </a:ext>
            </a:extLst>
          </p:cNvPr>
          <p:cNvSpPr>
            <a:spLocks xmlns:a="http://schemas.openxmlformats.org/drawingml/2006/main" noGrp="1"/>
          </p:cNvSpPr>
          <p:nvPr/>
        </p:nvSpPr>
        <p:spPr>
          <a:xfrm xmlns:a="http://schemas.openxmlformats.org/drawingml/2006/main">
            <a:off x="7896225" y="2962275"/>
            <a:ext cx="219075"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4EE46F5-F34E-46BD-A1F4-5EDC86DED5F6}"/>
              </a:ext>
            </a:extLst>
          </p:cNvPr>
          <p:cNvSpPr>
            <a:spLocks xmlns:a="http://schemas.openxmlformats.org/drawingml/2006/main" noGrp="1"/>
          </p:cNvSpPr>
          <p:nvPr/>
        </p:nvSpPr>
        <p:spPr>
          <a:xfrm xmlns:a="http://schemas.openxmlformats.org/drawingml/2006/main">
            <a:off x="8229600" y="2266950"/>
            <a:ext cx="3352800" cy="17240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6" name="검증">
            <a:extLst xmlns:a="http://schemas.openxmlformats.org/drawingml/2006/main">
              <a:ext uri="{FF2B5EF4-FFF2-40B4-BE49-F238E27FC236}">
                <a16:creationId xmlns:a16="http://schemas.microsoft.com/office/drawing/2014/main" id="{6B0BEFE5-EB9F-425B-83BC-BF47358A0FD5}"/>
              </a:ext>
            </a:extLst>
          </p:cNvPr>
          <p:cNvSpPr>
            <a:spLocks xmlns:a="http://schemas.openxmlformats.org/drawingml/2006/main" noGrp="1"/>
          </p:cNvSpPr>
          <p:nvPr/>
        </p:nvSpPr>
        <p:spPr>
          <a:xfrm xmlns:a="http://schemas.openxmlformats.org/drawingml/2006/main">
            <a:off x="8401050" y="2381250"/>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검증</a:t>
            </a:r>
          </a:p>
        </p:txBody>
      </p:sp>
      <p:sp>
        <p:nvSpPr>
          <p:cNvPr id="17" name="변경 결과를&#10;같은 조건에서 확인">
            <a:extLst xmlns:a="http://schemas.openxmlformats.org/drawingml/2006/main">
              <a:ext uri="{FF2B5EF4-FFF2-40B4-BE49-F238E27FC236}">
                <a16:creationId xmlns:a16="http://schemas.microsoft.com/office/drawing/2014/main" id="{55C1B44D-D07E-45CD-917F-08BFD5F98D83}"/>
              </a:ext>
            </a:extLst>
          </p:cNvPr>
          <p:cNvSpPr>
            <a:spLocks xmlns:a="http://schemas.openxmlformats.org/drawingml/2006/main" noGrp="1"/>
          </p:cNvSpPr>
          <p:nvPr/>
        </p:nvSpPr>
        <p:spPr>
          <a:xfrm xmlns:a="http://schemas.openxmlformats.org/drawingml/2006/main">
            <a:off x="8401050" y="2905125"/>
            <a:ext cx="30099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변경 결과를</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같은 조건에서 확인</a:t>
            </a:r>
          </a:p>
        </p:txBody>
      </p:sp>
      <p:sp>
        <p:nvSpPr>
          <p:cNvPr id="18" name="작업 독립성 낮음 · 별도 Context 이득 제한 · 결과 통합 비용 존재">
            <a:extLst xmlns:a="http://schemas.openxmlformats.org/drawingml/2006/main">
              <a:ext uri="{FF2B5EF4-FFF2-40B4-BE49-F238E27FC236}">
                <a16:creationId xmlns:a16="http://schemas.microsoft.com/office/drawing/2014/main" id="{13EC8D65-80D4-4B55-BC74-CF86E233CEAE}"/>
              </a:ext>
            </a:extLst>
          </p:cNvPr>
          <p:cNvSpPr>
            <a:spLocks xmlns:a="http://schemas.openxmlformats.org/drawingml/2006/main" noGrp="1"/>
          </p:cNvSpPr>
          <p:nvPr/>
        </p:nvSpPr>
        <p:spPr>
          <a:xfrm xmlns:a="http://schemas.openxmlformats.org/drawingml/2006/main">
            <a:off x="609600" y="44005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4D5A68"/>
                </a:solidFill>
                <a:latin typeface="Malgun Gothic"/>
                <a:ea typeface="Malgun Gothic"/>
                <a:cs typeface="Malgun Gothic"/>
              </a:defRPr>
            </a:defPPr>
            <a:lvl1pPr algn="l">
              <a:defRPr sz="2100" b="0">
                <a:solidFill>
                  <a:srgbClr val="4D5A68"/>
                </a:solidFill>
                <a:latin typeface="Malgun Gothic"/>
                <a:ea typeface="Malgun Gothic"/>
                <a:cs typeface="Malgun Gothic"/>
              </a:defRPr>
            </a:lvl1pPr>
            <a:lvl2pPr algn="l">
              <a:defRPr sz="2100" b="0">
                <a:solidFill>
                  <a:srgbClr val="4D5A68"/>
                </a:solidFill>
                <a:latin typeface="Malgun Gothic"/>
                <a:ea typeface="Malgun Gothic"/>
                <a:cs typeface="Malgun Gothic"/>
              </a:defRPr>
            </a:lvl2pPr>
            <a:lvl3pPr algn="l">
              <a:defRPr sz="2100" b="0">
                <a:solidFill>
                  <a:srgbClr val="4D5A68"/>
                </a:solidFill>
                <a:latin typeface="Malgun Gothic"/>
                <a:ea typeface="Malgun Gothic"/>
                <a:cs typeface="Malgun Gothic"/>
              </a:defRPr>
            </a:lvl3pPr>
            <a:lvl4pPr algn="l">
              <a:defRPr sz="2100" b="0">
                <a:solidFill>
                  <a:srgbClr val="4D5A68"/>
                </a:solidFill>
                <a:latin typeface="Malgun Gothic"/>
                <a:ea typeface="Malgun Gothic"/>
                <a:cs typeface="Malgun Gothic"/>
              </a:defRPr>
            </a:lvl4pPr>
            <a:lvl5pPr algn="l">
              <a:defRPr sz="2100" b="0">
                <a:solidFill>
                  <a:srgbClr val="4D5A68"/>
                </a:solidFill>
                <a:latin typeface="Malgun Gothic"/>
                <a:ea typeface="Malgun Gothic"/>
                <a:cs typeface="Malgun Gothic"/>
              </a:defRPr>
            </a:lvl5pPr>
            <a:lvl6pPr algn="l">
              <a:defRPr sz="2100" b="0">
                <a:solidFill>
                  <a:srgbClr val="4D5A68"/>
                </a:solidFill>
                <a:latin typeface="Malgun Gothic"/>
                <a:ea typeface="Malgun Gothic"/>
                <a:cs typeface="Malgun Gothic"/>
              </a:defRPr>
            </a:lvl6pPr>
            <a:lvl7pPr algn="l">
              <a:defRPr sz="2100" b="0">
                <a:solidFill>
                  <a:srgbClr val="4D5A68"/>
                </a:solidFill>
                <a:latin typeface="Malgun Gothic"/>
                <a:ea typeface="Malgun Gothic"/>
                <a:cs typeface="Malgun Gothic"/>
              </a:defRPr>
            </a:lvl7pPr>
            <a:lvl8pPr algn="l">
              <a:defRPr sz="2100" b="0">
                <a:solidFill>
                  <a:srgbClr val="4D5A68"/>
                </a:solidFill>
                <a:latin typeface="Malgun Gothic"/>
                <a:ea typeface="Malgun Gothic"/>
                <a:cs typeface="Malgun Gothic"/>
              </a:defRPr>
            </a:lvl8pPr>
            <a:lvl9pPr algn="l">
              <a:defRPr sz="2100" b="0">
                <a:solidFill>
                  <a:srgbClr val="4D5A68"/>
                </a:solidFill>
                <a:latin typeface="Malgun Gothic"/>
                <a:ea typeface="Malgun Gothic"/>
                <a:cs typeface="Malgun Gothic"/>
              </a:defRPr>
            </a:lvl9pPr>
          </a:lstStyle>
          <a:p xmlns:a="http://schemas.openxmlformats.org/drawingml/2006/main">
            <a:pPr algn="l">
              <a:defRPr sz="2100" b="0">
                <a:solidFill>
                  <a:srgbClr val="4D5A68"/>
                </a:solidFill>
                <a:latin typeface="Malgun Gothic"/>
                <a:ea typeface="Malgun Gothic"/>
                <a:cs typeface="Malgun Gothic"/>
              </a:defRPr>
            </a:pPr>
            <a:r>
              <a:rPr sz="2100" b="0">
                <a:solidFill>
                  <a:srgbClr val="4D5A68"/>
                </a:solidFill>
                <a:latin typeface="Malgun Gothic"/>
                <a:ea typeface="Malgun Gothic"/>
                <a:cs typeface="Malgun Gothic"/>
              </a:rPr>
              <a:t>작업 독립성 낮음 · 별도 Context 이득 제한 · 결과 통합 비용 존재</a:t>
            </a:r>
          </a:p>
        </p:txBody>
      </p:sp>
      <p:sp>
        <p:nvSpPr>
          <p:cNvPr id="19" name="현재 사례: Agent를 더 나누지 않았다">
            <a:extLst xmlns:a="http://schemas.openxmlformats.org/drawingml/2006/main">
              <a:ext uri="{FF2B5EF4-FFF2-40B4-BE49-F238E27FC236}">
                <a16:creationId xmlns:a16="http://schemas.microsoft.com/office/drawing/2014/main" id="{E3DFAEE1-917C-4A4B-BC4A-94908AFA774E}"/>
              </a:ext>
            </a:extLst>
          </p:cNvPr>
          <p:cNvSpPr>
            <a:spLocks xmlns:a="http://schemas.openxmlformats.org/drawingml/2006/main" noGrp="1"/>
          </p:cNvSpPr>
          <p:nvPr/>
        </p:nvSpPr>
        <p:spPr>
          <a:xfrm xmlns:a="http://schemas.openxmlformats.org/drawingml/2006/main">
            <a:off x="609600" y="49911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0B6172"/>
                </a:solidFill>
                <a:latin typeface="Malgun Gothic"/>
                <a:ea typeface="Malgun Gothic"/>
                <a:cs typeface="Malgun Gothic"/>
              </a:defRPr>
            </a:defPPr>
            <a:lvl1pPr algn="l">
              <a:defRPr sz="2550" b="1">
                <a:solidFill>
                  <a:srgbClr val="0B6172"/>
                </a:solidFill>
                <a:latin typeface="Malgun Gothic"/>
                <a:ea typeface="Malgun Gothic"/>
                <a:cs typeface="Malgun Gothic"/>
              </a:defRPr>
            </a:lvl1pPr>
            <a:lvl2pPr algn="l">
              <a:defRPr sz="2550" b="1">
                <a:solidFill>
                  <a:srgbClr val="0B6172"/>
                </a:solidFill>
                <a:latin typeface="Malgun Gothic"/>
                <a:ea typeface="Malgun Gothic"/>
                <a:cs typeface="Malgun Gothic"/>
              </a:defRPr>
            </a:lvl2pPr>
            <a:lvl3pPr algn="l">
              <a:defRPr sz="2550" b="1">
                <a:solidFill>
                  <a:srgbClr val="0B6172"/>
                </a:solidFill>
                <a:latin typeface="Malgun Gothic"/>
                <a:ea typeface="Malgun Gothic"/>
                <a:cs typeface="Malgun Gothic"/>
              </a:defRPr>
            </a:lvl3pPr>
            <a:lvl4pPr algn="l">
              <a:defRPr sz="2550" b="1">
                <a:solidFill>
                  <a:srgbClr val="0B6172"/>
                </a:solidFill>
                <a:latin typeface="Malgun Gothic"/>
                <a:ea typeface="Malgun Gothic"/>
                <a:cs typeface="Malgun Gothic"/>
              </a:defRPr>
            </a:lvl4pPr>
            <a:lvl5pPr algn="l">
              <a:defRPr sz="2550" b="1">
                <a:solidFill>
                  <a:srgbClr val="0B6172"/>
                </a:solidFill>
                <a:latin typeface="Malgun Gothic"/>
                <a:ea typeface="Malgun Gothic"/>
                <a:cs typeface="Malgun Gothic"/>
              </a:defRPr>
            </a:lvl5pPr>
            <a:lvl6pPr algn="l">
              <a:defRPr sz="2550" b="1">
                <a:solidFill>
                  <a:srgbClr val="0B6172"/>
                </a:solidFill>
                <a:latin typeface="Malgun Gothic"/>
                <a:ea typeface="Malgun Gothic"/>
                <a:cs typeface="Malgun Gothic"/>
              </a:defRPr>
            </a:lvl6pPr>
            <a:lvl7pPr algn="l">
              <a:defRPr sz="2550" b="1">
                <a:solidFill>
                  <a:srgbClr val="0B6172"/>
                </a:solidFill>
                <a:latin typeface="Malgun Gothic"/>
                <a:ea typeface="Malgun Gothic"/>
                <a:cs typeface="Malgun Gothic"/>
              </a:defRPr>
            </a:lvl7pPr>
            <a:lvl8pPr algn="l">
              <a:defRPr sz="2550" b="1">
                <a:solidFill>
                  <a:srgbClr val="0B6172"/>
                </a:solidFill>
                <a:latin typeface="Malgun Gothic"/>
                <a:ea typeface="Malgun Gothic"/>
                <a:cs typeface="Malgun Gothic"/>
              </a:defRPr>
            </a:lvl8pPr>
            <a:lvl9pPr algn="l">
              <a:defRPr sz="2550" b="1">
                <a:solidFill>
                  <a:srgbClr val="0B6172"/>
                </a:solidFill>
                <a:latin typeface="Malgun Gothic"/>
                <a:ea typeface="Malgun Gothic"/>
                <a:cs typeface="Malgun Gothic"/>
              </a:defRPr>
            </a:lvl9pPr>
          </a:lstStyle>
          <a:p xmlns:a="http://schemas.openxmlformats.org/drawingml/2006/main">
            <a:pPr algn="l">
              <a:defRPr sz="2550" b="1">
                <a:solidFill>
                  <a:srgbClr val="0B6172"/>
                </a:solidFill>
                <a:latin typeface="Malgun Gothic"/>
                <a:ea typeface="Malgun Gothic"/>
                <a:cs typeface="Malgun Gothic"/>
              </a:defRPr>
            </a:pPr>
            <a:r>
              <a:rPr sz="2550" b="1">
                <a:solidFill>
                  <a:srgbClr val="0B6172"/>
                </a:solidFill>
                <a:latin typeface="Malgun Gothic"/>
                <a:ea typeface="Malgun Gothic"/>
                <a:cs typeface="Malgun Gothic"/>
              </a:rPr>
              <a:t>현재 사례: Agent를 더 나누지 않았다</a:t>
            </a:r>
          </a:p>
        </p:txBody>
      </p:sp>
      <p:sp>
        <p:nvSpPr>
          <p:cNvPr id="20" name="판단 기준: 독립성 · 필요한 Context · 전달 형식 · 통합 책임">
            <a:extLst xmlns:a="http://schemas.openxmlformats.org/drawingml/2006/main">
              <a:ext uri="{FF2B5EF4-FFF2-40B4-BE49-F238E27FC236}">
                <a16:creationId xmlns:a16="http://schemas.microsoft.com/office/drawing/2014/main" id="{8E2C7BB2-AAA5-46FD-A3DC-DE018D7539CC}"/>
              </a:ext>
            </a:extLst>
          </p:cNvPr>
          <p:cNvSpPr>
            <a:spLocks xmlns:a="http://schemas.openxmlformats.org/drawingml/2006/main" noGrp="1"/>
          </p:cNvSpPr>
          <p:nvPr/>
        </p:nvSpPr>
        <p:spPr>
          <a:xfrm xmlns:a="http://schemas.openxmlformats.org/drawingml/2006/main">
            <a:off x="609600" y="5486400"/>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판단 기준: 독립성 · 필요한 Context · 전달 형식 · 통합 책임</a:t>
            </a:r>
          </a:p>
        </p:txBody>
      </p:sp>
      <p:sp>
        <p:nvSpPr>
          <p:cNvPr id="21" name="Legacy module connection">
            <a:extLst xmlns:a="http://schemas.openxmlformats.org/drawingml/2006/main">
              <a:ext uri="{FF2B5EF4-FFF2-40B4-BE49-F238E27FC236}">
                <a16:creationId xmlns:a16="http://schemas.microsoft.com/office/drawing/2014/main" id="{F90FE293-AB6C-4B7F-BE5D-73AE6151C51B}"/>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875253913"/>
      </p:ext>
    </p:extLst>
  </p:cSld>
</p:sld>
</file>

<file path=ppt/slides/slide6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2" name="ACT 3 · Memory가 해결할 문제부터 보기">
            <a:extLst xmlns:a="http://schemas.openxmlformats.org/drawingml/2006/main">
              <a:ext uri="{FF2B5EF4-FFF2-40B4-BE49-F238E27FC236}">
                <a16:creationId xmlns:a16="http://schemas.microsoft.com/office/drawing/2014/main" id="{D5EF8E05-1A7E-47A1-A1DB-7A953517523A}"/>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Memory가 해결할 문제부터 보기</a:t>
            </a:r>
          </a:p>
        </p:txBody>
      </p:sp>
      <p:sp>
        <p:nvSpPr>
          <p:cNvPr id="2" name="S61">
            <a:extLst xmlns:a="http://schemas.openxmlformats.org/drawingml/2006/main">
              <a:ext uri="{FF2B5EF4-FFF2-40B4-BE49-F238E27FC236}">
                <a16:creationId xmlns:a16="http://schemas.microsoft.com/office/drawing/2014/main" id="{9268D064-F3AD-4BE5-A11A-599C5DD0BBB5}"/>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S61</a:t>
            </a:r>
          </a:p>
        </p:txBody>
      </p:sp>
      <p:sp>
        <p:nvSpPr>
          <p:cNvPr id="3" name="다음 작업에서도 다시 찾을 지식인가?">
            <a:extLst xmlns:a="http://schemas.openxmlformats.org/drawingml/2006/main">
              <a:ext uri="{FF2B5EF4-FFF2-40B4-BE49-F238E27FC236}">
                <a16:creationId xmlns:a16="http://schemas.microsoft.com/office/drawing/2014/main" id="{5FD2BDE5-83D5-4F3D-9B9E-87B41AD64FF1}"/>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다음 작업에서도 다시 찾을 지식인가?</a:t>
            </a:r>
          </a:p>
        </p:txBody>
      </p:sp>
      <p:sp>
        <p:nvSpPr>
          <p:cNvPr id="4" name="">
            <a:extLst xmlns:a="http://schemas.openxmlformats.org/drawingml/2006/main">
              <a:ext uri="{FF2B5EF4-FFF2-40B4-BE49-F238E27FC236}">
                <a16:creationId xmlns:a16="http://schemas.microsoft.com/office/drawing/2014/main" id="{1F53EA77-07FA-4501-ABB5-377D31C51FCA}"/>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CONCEPTUAL · 작업 간 지식 재사용 가정 · 실제 재발견 기록·제품 Memory 구현 아님">
            <a:extLst xmlns:a="http://schemas.openxmlformats.org/drawingml/2006/main">
              <a:ext uri="{FF2B5EF4-FFF2-40B4-BE49-F238E27FC236}">
                <a16:creationId xmlns:a16="http://schemas.microsoft.com/office/drawing/2014/main" id="{BF7619E3-6265-4E00-8343-34B9F796C22D}"/>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CONCEPTUAL · 작업 간 지식 재사용 가정 · 실제 재발견 기록·제품 Memory 구현 아님</a:t>
            </a:r>
          </a:p>
        </p:txBody>
      </p:sp>
      <p:sp>
        <p:nvSpPr>
          <p:cNvPr id="6" name="Context: 지금 필요한 정보 / Memory: 다음 작업에도 남길지 판단할 지식 · 자동 저장·정확성 ">
            <a:extLst xmlns:a="http://schemas.openxmlformats.org/drawingml/2006/main">
              <a:ext uri="{FF2B5EF4-FFF2-40B4-BE49-F238E27FC236}">
                <a16:creationId xmlns:a16="http://schemas.microsoft.com/office/drawing/2014/main" id="{47EE9588-BF56-49AE-9E1D-FEB0815568C6}"/>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Context: 지금 필요한 정보 / Memory: 다음 작업에도 남길지 판단할 지식 · 자동 저장·정확성 보장 없음</a:t>
            </a:r>
          </a:p>
        </p:txBody>
      </p:sp>
      <p:sp>
        <p:nvSpPr>
          <p:cNvPr id="7" name="조사로 얻은 지식이 다음 작업에도 필요하다면?">
            <a:extLst xmlns:a="http://schemas.openxmlformats.org/drawingml/2006/main">
              <a:ext uri="{FF2B5EF4-FFF2-40B4-BE49-F238E27FC236}">
                <a16:creationId xmlns:a16="http://schemas.microsoft.com/office/drawing/2014/main" id="{110C12DC-C6C0-4BAC-9090-8109552FCB14}"/>
              </a:ext>
            </a:extLst>
          </p:cNvPr>
          <p:cNvSpPr>
            <a:spLocks xmlns:a="http://schemas.openxmlformats.org/drawingml/2006/main" noGrp="1"/>
          </p:cNvSpPr>
          <p:nvPr/>
        </p:nvSpPr>
        <p:spPr>
          <a:xfrm xmlns:a="http://schemas.openxmlformats.org/drawingml/2006/main">
            <a:off x="609600" y="17145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조사로 얻은 지식이 다음 작업에도 필요하다면?</a:t>
            </a:r>
          </a:p>
        </p:txBody>
      </p:sp>
      <p:sp>
        <p:nvSpPr>
          <p:cNvPr id="8" name="">
            <a:extLst xmlns:a="http://schemas.openxmlformats.org/drawingml/2006/main">
              <a:ext uri="{FF2B5EF4-FFF2-40B4-BE49-F238E27FC236}">
                <a16:creationId xmlns:a16="http://schemas.microsoft.com/office/drawing/2014/main" id="{CE16EBAB-84B5-4216-9FB3-BA40DAE4D339}"/>
              </a:ext>
            </a:extLst>
          </p:cNvPr>
          <p:cNvSpPr>
            <a:spLocks xmlns:a="http://schemas.openxmlformats.org/drawingml/2006/main" noGrp="1"/>
          </p:cNvSpPr>
          <p:nvPr/>
        </p:nvSpPr>
        <p:spPr>
          <a:xfrm xmlns:a="http://schemas.openxmlformats.org/drawingml/2006/main">
            <a:off x="609600" y="2466975"/>
            <a:ext cx="3086100" cy="21526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9" name="Task A · 조사">
            <a:extLst xmlns:a="http://schemas.openxmlformats.org/drawingml/2006/main">
              <a:ext uri="{FF2B5EF4-FFF2-40B4-BE49-F238E27FC236}">
                <a16:creationId xmlns:a16="http://schemas.microsoft.com/office/drawing/2014/main" id="{C63AF034-997A-4A95-88F0-59001E25BC87}"/>
              </a:ext>
            </a:extLst>
          </p:cNvPr>
          <p:cNvSpPr>
            <a:spLocks xmlns:a="http://schemas.openxmlformats.org/drawingml/2006/main" noGrp="1"/>
          </p:cNvSpPr>
          <p:nvPr/>
        </p:nvSpPr>
        <p:spPr>
          <a:xfrm xmlns:a="http://schemas.openxmlformats.org/drawingml/2006/main">
            <a:off x="781050" y="2581275"/>
            <a:ext cx="2743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Task A · 조사</a:t>
            </a:r>
          </a:p>
        </p:txBody>
      </p:sp>
      <p:sp>
        <p:nvSpPr>
          <p:cNvPr id="10" name="재현 조건이나&#10;주의점을 확인&#10;(교육용 가정)">
            <a:extLst xmlns:a="http://schemas.openxmlformats.org/drawingml/2006/main">
              <a:ext uri="{FF2B5EF4-FFF2-40B4-BE49-F238E27FC236}">
                <a16:creationId xmlns:a16="http://schemas.microsoft.com/office/drawing/2014/main" id="{0B84B8B9-DA69-40B7-AC83-7DA88F3BD5DC}"/>
              </a:ext>
            </a:extLst>
          </p:cNvPr>
          <p:cNvSpPr>
            <a:spLocks xmlns:a="http://schemas.openxmlformats.org/drawingml/2006/main" noGrp="1"/>
          </p:cNvSpPr>
          <p:nvPr/>
        </p:nvSpPr>
        <p:spPr>
          <a:xfrm xmlns:a="http://schemas.openxmlformats.org/drawingml/2006/main">
            <a:off x="781050" y="3105150"/>
            <a:ext cx="27432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재현 조건이나</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주의점을 확인</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(교육용 가정)</a:t>
            </a:r>
          </a:p>
        </p:txBody>
      </p:sp>
      <p:sp>
        <p:nvSpPr>
          <p:cNvPr id="11" name="">
            <a:extLst xmlns:a="http://schemas.openxmlformats.org/drawingml/2006/main">
              <a:ext uri="{FF2B5EF4-FFF2-40B4-BE49-F238E27FC236}">
                <a16:creationId xmlns:a16="http://schemas.microsoft.com/office/drawing/2014/main" id="{4C0164E2-D518-44DD-9B69-05A56734C68A}"/>
              </a:ext>
            </a:extLst>
          </p:cNvPr>
          <p:cNvSpPr>
            <a:spLocks xmlns:a="http://schemas.openxmlformats.org/drawingml/2006/main" noGrp="1"/>
          </p:cNvSpPr>
          <p:nvPr/>
        </p:nvSpPr>
        <p:spPr>
          <a:xfrm xmlns:a="http://schemas.openxmlformats.org/drawingml/2006/main">
            <a:off x="3829050" y="3343275"/>
            <a:ext cx="304800" cy="209550"/>
          </a:xfrm>
          <a:prstGeom xmlns:a="http://schemas.openxmlformats.org/drawingml/2006/main" prst="rightArrow">
            <a:avLst/>
          </a:prstGeom>
          <a:solidFill xmlns:a="http://schemas.openxmlformats.org/drawingml/2006/main">
            <a:srgbClr val="80540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84CC978-9195-4D59-BDC1-81910C94E3B5}"/>
              </a:ext>
            </a:extLst>
          </p:cNvPr>
          <p:cNvSpPr>
            <a:spLocks xmlns:a="http://schemas.openxmlformats.org/drawingml/2006/main" noGrp="1"/>
          </p:cNvSpPr>
          <p:nvPr/>
        </p:nvSpPr>
        <p:spPr>
          <a:xfrm xmlns:a="http://schemas.openxmlformats.org/drawingml/2006/main">
            <a:off x="4419600" y="2466975"/>
            <a:ext cx="3352800" cy="21526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3" name="보존할 가치 판단">
            <a:extLst xmlns:a="http://schemas.openxmlformats.org/drawingml/2006/main">
              <a:ext uri="{FF2B5EF4-FFF2-40B4-BE49-F238E27FC236}">
                <a16:creationId xmlns:a16="http://schemas.microsoft.com/office/drawing/2014/main" id="{78346F42-38D2-4623-ADF3-87C0618570B0}"/>
              </a:ext>
            </a:extLst>
          </p:cNvPr>
          <p:cNvSpPr>
            <a:spLocks xmlns:a="http://schemas.openxmlformats.org/drawingml/2006/main" noGrp="1"/>
          </p:cNvSpPr>
          <p:nvPr/>
        </p:nvSpPr>
        <p:spPr>
          <a:xfrm xmlns:a="http://schemas.openxmlformats.org/drawingml/2006/main">
            <a:off x="4591050" y="2581275"/>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보존할 가치 판단</a:t>
            </a:r>
          </a:p>
        </p:txBody>
      </p:sp>
      <p:sp>
        <p:nvSpPr>
          <p:cNvPr id="14" name="내용 · 출처 · 적용 범위&#10;다시 확인할 조건">
            <a:extLst xmlns:a="http://schemas.openxmlformats.org/drawingml/2006/main">
              <a:ext uri="{FF2B5EF4-FFF2-40B4-BE49-F238E27FC236}">
                <a16:creationId xmlns:a16="http://schemas.microsoft.com/office/drawing/2014/main" id="{57AE6A94-7038-4CAF-A250-342B466C0364}"/>
              </a:ext>
            </a:extLst>
          </p:cNvPr>
          <p:cNvSpPr>
            <a:spLocks xmlns:a="http://schemas.openxmlformats.org/drawingml/2006/main" noGrp="1"/>
          </p:cNvSpPr>
          <p:nvPr/>
        </p:nvSpPr>
        <p:spPr>
          <a:xfrm xmlns:a="http://schemas.openxmlformats.org/drawingml/2006/main">
            <a:off x="4591050" y="3105150"/>
            <a:ext cx="30099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내용 · 출처 · 적용 범위</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다시 확인할 조건</a:t>
            </a:r>
          </a:p>
        </p:txBody>
      </p:sp>
      <p:sp>
        <p:nvSpPr>
          <p:cNvPr id="15" name="">
            <a:extLst xmlns:a="http://schemas.openxmlformats.org/drawingml/2006/main">
              <a:ext uri="{FF2B5EF4-FFF2-40B4-BE49-F238E27FC236}">
                <a16:creationId xmlns:a16="http://schemas.microsoft.com/office/drawing/2014/main" id="{87E0DA10-85B2-45AD-9C33-501683F2B5D5}"/>
              </a:ext>
            </a:extLst>
          </p:cNvPr>
          <p:cNvSpPr>
            <a:spLocks xmlns:a="http://schemas.openxmlformats.org/drawingml/2006/main" noGrp="1"/>
          </p:cNvSpPr>
          <p:nvPr/>
        </p:nvSpPr>
        <p:spPr>
          <a:xfrm xmlns:a="http://schemas.openxmlformats.org/drawingml/2006/main">
            <a:off x="7905750" y="3343275"/>
            <a:ext cx="304800" cy="209550"/>
          </a:xfrm>
          <a:prstGeom xmlns:a="http://schemas.openxmlformats.org/drawingml/2006/main" prst="rightArrow">
            <a:avLst/>
          </a:prstGeom>
          <a:solidFill xmlns:a="http://schemas.openxmlformats.org/drawingml/2006/main">
            <a:srgbClr val="80540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582A7AA-4659-4213-A799-B8ADCB5143B2}"/>
              </a:ext>
            </a:extLst>
          </p:cNvPr>
          <p:cNvSpPr>
            <a:spLocks xmlns:a="http://schemas.openxmlformats.org/drawingml/2006/main" noGrp="1"/>
          </p:cNvSpPr>
          <p:nvPr/>
        </p:nvSpPr>
        <p:spPr>
          <a:xfrm xmlns:a="http://schemas.openxmlformats.org/drawingml/2006/main">
            <a:off x="8496300" y="2466975"/>
            <a:ext cx="3086100" cy="21526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7" name="Task B · 다시 사용">
            <a:extLst xmlns:a="http://schemas.openxmlformats.org/drawingml/2006/main">
              <a:ext uri="{FF2B5EF4-FFF2-40B4-BE49-F238E27FC236}">
                <a16:creationId xmlns:a16="http://schemas.microsoft.com/office/drawing/2014/main" id="{9DB8D603-5DB5-4244-9617-F9C431023D23}"/>
              </a:ext>
            </a:extLst>
          </p:cNvPr>
          <p:cNvSpPr>
            <a:spLocks xmlns:a="http://schemas.openxmlformats.org/drawingml/2006/main" noGrp="1"/>
          </p:cNvSpPr>
          <p:nvPr/>
        </p:nvSpPr>
        <p:spPr>
          <a:xfrm xmlns:a="http://schemas.openxmlformats.org/drawingml/2006/main">
            <a:off x="8667750" y="2581275"/>
            <a:ext cx="2743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Task B · 다시 사용</a:t>
            </a:r>
          </a:p>
        </p:txBody>
      </p:sp>
      <p:sp>
        <p:nvSpPr>
          <p:cNvPr id="18" name="현재 명세와 대조한 뒤&#10;관련 지식만 참고">
            <a:extLst xmlns:a="http://schemas.openxmlformats.org/drawingml/2006/main">
              <a:ext uri="{FF2B5EF4-FFF2-40B4-BE49-F238E27FC236}">
                <a16:creationId xmlns:a16="http://schemas.microsoft.com/office/drawing/2014/main" id="{2D19E85B-1F5F-4018-B755-3F5C7F2FC2E5}"/>
              </a:ext>
            </a:extLst>
          </p:cNvPr>
          <p:cNvSpPr>
            <a:spLocks xmlns:a="http://schemas.openxmlformats.org/drawingml/2006/main" noGrp="1"/>
          </p:cNvSpPr>
          <p:nvPr/>
        </p:nvSpPr>
        <p:spPr>
          <a:xfrm xmlns:a="http://schemas.openxmlformats.org/drawingml/2006/main">
            <a:off x="8667750" y="3105150"/>
            <a:ext cx="27432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현재 명세와 대조한 뒤</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관련 지식만 참고</a:t>
            </a:r>
          </a:p>
        </p:txBody>
      </p:sp>
      <p:sp>
        <p:nvSpPr>
          <p:cNvPr id="19" name="원래 문서에 있으면 그 출처를 참조한다">
            <a:extLst xmlns:a="http://schemas.openxmlformats.org/drawingml/2006/main">
              <a:ext uri="{FF2B5EF4-FFF2-40B4-BE49-F238E27FC236}">
                <a16:creationId xmlns:a16="http://schemas.microsoft.com/office/drawing/2014/main" id="{246A8364-221A-4CCD-9B18-1420C042095A}"/>
              </a:ext>
            </a:extLst>
          </p:cNvPr>
          <p:cNvSpPr>
            <a:spLocks xmlns:a="http://schemas.openxmlformats.org/drawingml/2006/main" noGrp="1"/>
          </p:cNvSpPr>
          <p:nvPr/>
        </p:nvSpPr>
        <p:spPr>
          <a:xfrm xmlns:a="http://schemas.openxmlformats.org/drawingml/2006/main">
            <a:off x="609600" y="5076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원래 문서에 있으면 그 출처를 참조한다</a:t>
            </a:r>
          </a:p>
        </p:txBody>
      </p:sp>
      <p:sp>
        <p:nvSpPr>
          <p:cNvPr id="20" name="다음 장에서, 현재 Demo에 별도 보존 후보가 있었는지 판단한다">
            <a:extLst xmlns:a="http://schemas.openxmlformats.org/drawingml/2006/main">
              <a:ext uri="{FF2B5EF4-FFF2-40B4-BE49-F238E27FC236}">
                <a16:creationId xmlns:a16="http://schemas.microsoft.com/office/drawing/2014/main" id="{923EFB55-333C-4A5D-93A8-FAF8ECDAA784}"/>
              </a:ext>
            </a:extLst>
          </p:cNvPr>
          <p:cNvSpPr>
            <a:spLocks xmlns:a="http://schemas.openxmlformats.org/drawingml/2006/main" noGrp="1"/>
          </p:cNvSpPr>
          <p:nvPr/>
        </p:nvSpPr>
        <p:spPr>
          <a:xfrm xmlns:a="http://schemas.openxmlformats.org/drawingml/2006/main">
            <a:off x="609600" y="5486400"/>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다음 장에서, 현재 Demo에 별도 보존 후보가 있었는지 판단한다</a:t>
            </a:r>
          </a:p>
        </p:txBody>
      </p:sp>
      <p:sp>
        <p:nvSpPr>
          <p:cNvPr id="21" name="Legacy module connection">
            <a:extLst xmlns:a="http://schemas.openxmlformats.org/drawingml/2006/main">
              <a:ext uri="{FF2B5EF4-FFF2-40B4-BE49-F238E27FC236}">
                <a16:creationId xmlns:a16="http://schemas.microsoft.com/office/drawing/2014/main" id="{4077200E-A7A0-4135-B2BB-A4792AAA3686}"/>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689657944"/>
      </p:ext>
    </p:extLst>
  </p:cSld>
</p:sld>
</file>

<file path=ppt/slides/slide6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3" name="ACT 3 · Memory의 기준과 현재 사례의 선택">
            <a:extLst xmlns:a="http://schemas.openxmlformats.org/drawingml/2006/main">
              <a:ext uri="{FF2B5EF4-FFF2-40B4-BE49-F238E27FC236}">
                <a16:creationId xmlns:a16="http://schemas.microsoft.com/office/drawing/2014/main" id="{5C70A795-17B2-4A71-8A5C-3475695CD3AD}"/>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Memory의 기준과 현재 사례의 선택</a:t>
            </a:r>
          </a:p>
        </p:txBody>
      </p:sp>
      <p:sp>
        <p:nvSpPr>
          <p:cNvPr id="2" name="S62">
            <a:extLst xmlns:a="http://schemas.openxmlformats.org/drawingml/2006/main">
              <a:ext uri="{FF2B5EF4-FFF2-40B4-BE49-F238E27FC236}">
                <a16:creationId xmlns:a16="http://schemas.microsoft.com/office/drawing/2014/main" id="{F79D113E-58B8-40FA-98C6-418D024E4A14}"/>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S62</a:t>
            </a:r>
          </a:p>
        </p:txBody>
      </p:sp>
      <p:sp>
        <p:nvSpPr>
          <p:cNvPr id="3" name="남길지, 원래 출처를 참조할지 판단한다">
            <a:extLst xmlns:a="http://schemas.openxmlformats.org/drawingml/2006/main">
              <a:ext uri="{FF2B5EF4-FFF2-40B4-BE49-F238E27FC236}">
                <a16:creationId xmlns:a16="http://schemas.microsoft.com/office/drawing/2014/main" id="{BA90EEDD-ADE3-4300-B432-6F1FAB0DF8B6}"/>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남길지, 원래 출처를 참조할지 판단한다</a:t>
            </a:r>
          </a:p>
        </p:txBody>
      </p:sp>
      <p:sp>
        <p:nvSpPr>
          <p:cNvPr id="4" name="">
            <a:extLst xmlns:a="http://schemas.openxmlformats.org/drawingml/2006/main">
              <a:ext uri="{FF2B5EF4-FFF2-40B4-BE49-F238E27FC236}">
                <a16:creationId xmlns:a16="http://schemas.microsoft.com/office/drawing/2014/main" id="{AF689850-783C-4CBB-A158-B3F868996B26}"/>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DEC-0018 · Demo 지식 출처 점검 + 교육용 보존 기준 · 제품 Memory 기능에 대한 관찰 아">
            <a:extLst xmlns:a="http://schemas.openxmlformats.org/drawingml/2006/main">
              <a:ext uri="{FF2B5EF4-FFF2-40B4-BE49-F238E27FC236}">
                <a16:creationId xmlns:a16="http://schemas.microsoft.com/office/drawing/2014/main" id="{73EC245B-1ADD-492A-8F5E-39F19DD2BF8A}"/>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DEC-0018 · Demo 지식 출처 점검 + 교육용 보존 기준 · 제품 Memory 기능에 대한 관찰 아님</a:t>
            </a:r>
          </a:p>
        </p:txBody>
      </p:sp>
      <p:sp>
        <p:nvSpPr>
          <p:cNvPr id="6" name="현재 별도 Memory 후보 없음 · 다음 작업 재사용이 기준이며 프로젝트 사이 재사용이 필수는 아님">
            <a:extLst xmlns:a="http://schemas.openxmlformats.org/drawingml/2006/main">
              <a:ext uri="{FF2B5EF4-FFF2-40B4-BE49-F238E27FC236}">
                <a16:creationId xmlns:a16="http://schemas.microsoft.com/office/drawing/2014/main" id="{8F2DB438-7398-4E72-B3BC-752FC74CB6DD}"/>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현재 별도 Memory 후보 없음 · 다음 작업 재사용이 기준이며 프로젝트 사이 재사용이 필수는 아님</a:t>
            </a:r>
          </a:p>
        </p:txBody>
      </p:sp>
      <p:sp>
        <p:nvSpPr>
          <p:cNvPr id="7" name="">
            <a:extLst xmlns:a="http://schemas.openxmlformats.org/drawingml/2006/main">
              <a:ext uri="{FF2B5EF4-FFF2-40B4-BE49-F238E27FC236}">
                <a16:creationId xmlns:a16="http://schemas.microsoft.com/office/drawing/2014/main" id="{C0121433-3EEC-40D7-818F-E109C9C8E021}"/>
              </a:ext>
            </a:extLst>
          </p:cNvPr>
          <p:cNvSpPr>
            <a:spLocks xmlns:a="http://schemas.openxmlformats.org/drawingml/2006/main" noGrp="1"/>
          </p:cNvSpPr>
          <p:nvPr/>
        </p:nvSpPr>
        <p:spPr>
          <a:xfrm xmlns:a="http://schemas.openxmlformats.org/drawingml/2006/main">
            <a:off x="609600" y="1800225"/>
            <a:ext cx="2571750" cy="5334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재발견 비용">
            <a:extLst xmlns:a="http://schemas.openxmlformats.org/drawingml/2006/main">
              <a:ext uri="{FF2B5EF4-FFF2-40B4-BE49-F238E27FC236}">
                <a16:creationId xmlns:a16="http://schemas.microsoft.com/office/drawing/2014/main" id="{042F44E4-2DF1-4BF6-8DDE-2AD240B721F5}"/>
              </a:ext>
            </a:extLst>
          </p:cNvPr>
          <p:cNvSpPr>
            <a:spLocks xmlns:a="http://schemas.openxmlformats.org/drawingml/2006/main" noGrp="1"/>
          </p:cNvSpPr>
          <p:nvPr/>
        </p:nvSpPr>
        <p:spPr>
          <a:xfrm xmlns:a="http://schemas.openxmlformats.org/drawingml/2006/main">
            <a:off x="704850" y="19145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0B6172"/>
                </a:solidFill>
                <a:latin typeface="Malgun Gothic"/>
                <a:ea typeface="Malgun Gothic"/>
                <a:cs typeface="Malgun Gothic"/>
              </a:defRPr>
            </a:defPPr>
            <a:lvl1pPr algn="ctr">
              <a:defRPr sz="1800" b="1">
                <a:solidFill>
                  <a:srgbClr val="0B6172"/>
                </a:solidFill>
                <a:latin typeface="Malgun Gothic"/>
                <a:ea typeface="Malgun Gothic"/>
                <a:cs typeface="Malgun Gothic"/>
              </a:defRPr>
            </a:lvl1pPr>
            <a:lvl2pPr algn="ctr">
              <a:defRPr sz="1800" b="1">
                <a:solidFill>
                  <a:srgbClr val="0B6172"/>
                </a:solidFill>
                <a:latin typeface="Malgun Gothic"/>
                <a:ea typeface="Malgun Gothic"/>
                <a:cs typeface="Malgun Gothic"/>
              </a:defRPr>
            </a:lvl2pPr>
            <a:lvl3pPr algn="ctr">
              <a:defRPr sz="1800" b="1">
                <a:solidFill>
                  <a:srgbClr val="0B6172"/>
                </a:solidFill>
                <a:latin typeface="Malgun Gothic"/>
                <a:ea typeface="Malgun Gothic"/>
                <a:cs typeface="Malgun Gothic"/>
              </a:defRPr>
            </a:lvl3pPr>
            <a:lvl4pPr algn="ctr">
              <a:defRPr sz="1800" b="1">
                <a:solidFill>
                  <a:srgbClr val="0B6172"/>
                </a:solidFill>
                <a:latin typeface="Malgun Gothic"/>
                <a:ea typeface="Malgun Gothic"/>
                <a:cs typeface="Malgun Gothic"/>
              </a:defRPr>
            </a:lvl4pPr>
            <a:lvl5pPr algn="ctr">
              <a:defRPr sz="1800" b="1">
                <a:solidFill>
                  <a:srgbClr val="0B6172"/>
                </a:solidFill>
                <a:latin typeface="Malgun Gothic"/>
                <a:ea typeface="Malgun Gothic"/>
                <a:cs typeface="Malgun Gothic"/>
              </a:defRPr>
            </a:lvl5pPr>
            <a:lvl6pPr algn="ctr">
              <a:defRPr sz="1800" b="1">
                <a:solidFill>
                  <a:srgbClr val="0B6172"/>
                </a:solidFill>
                <a:latin typeface="Malgun Gothic"/>
                <a:ea typeface="Malgun Gothic"/>
                <a:cs typeface="Malgun Gothic"/>
              </a:defRPr>
            </a:lvl6pPr>
            <a:lvl7pPr algn="ctr">
              <a:defRPr sz="1800" b="1">
                <a:solidFill>
                  <a:srgbClr val="0B6172"/>
                </a:solidFill>
                <a:latin typeface="Malgun Gothic"/>
                <a:ea typeface="Malgun Gothic"/>
                <a:cs typeface="Malgun Gothic"/>
              </a:defRPr>
            </a:lvl7pPr>
            <a:lvl8pPr algn="ctr">
              <a:defRPr sz="1800" b="1">
                <a:solidFill>
                  <a:srgbClr val="0B6172"/>
                </a:solidFill>
                <a:latin typeface="Malgun Gothic"/>
                <a:ea typeface="Malgun Gothic"/>
                <a:cs typeface="Malgun Gothic"/>
              </a:defRPr>
            </a:lvl8pPr>
            <a:lvl9pPr algn="ctr">
              <a:defRPr sz="1800" b="1">
                <a:solidFill>
                  <a:srgbClr val="0B6172"/>
                </a:solidFill>
                <a:latin typeface="Malgun Gothic"/>
                <a:ea typeface="Malgun Gothic"/>
                <a:cs typeface="Malgun Gothic"/>
              </a:defRPr>
            </a:lvl9pPr>
          </a:lstStyle>
          <a:p xmlns:a="http://schemas.openxmlformats.org/drawingml/2006/main">
            <a:pPr algn="ctr">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재발견 비용</a:t>
            </a:r>
          </a:p>
        </p:txBody>
      </p:sp>
      <p:sp>
        <p:nvSpPr>
          <p:cNvPr id="9" name="">
            <a:extLst xmlns:a="http://schemas.openxmlformats.org/drawingml/2006/main">
              <a:ext uri="{FF2B5EF4-FFF2-40B4-BE49-F238E27FC236}">
                <a16:creationId xmlns:a16="http://schemas.microsoft.com/office/drawing/2014/main" id="{000C14DF-A9A1-413D-A6EE-8CA714D65D8A}"/>
              </a:ext>
            </a:extLst>
          </p:cNvPr>
          <p:cNvSpPr>
            <a:spLocks xmlns:a="http://schemas.openxmlformats.org/drawingml/2006/main" noGrp="1"/>
          </p:cNvSpPr>
          <p:nvPr/>
        </p:nvSpPr>
        <p:spPr>
          <a:xfrm xmlns:a="http://schemas.openxmlformats.org/drawingml/2006/main">
            <a:off x="3409950" y="1800225"/>
            <a:ext cx="2571750" cy="5334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0" name="다음 작업 재사용">
            <a:extLst xmlns:a="http://schemas.openxmlformats.org/drawingml/2006/main">
              <a:ext uri="{FF2B5EF4-FFF2-40B4-BE49-F238E27FC236}">
                <a16:creationId xmlns:a16="http://schemas.microsoft.com/office/drawing/2014/main" id="{8BF12762-2D25-40BE-AEA5-7479B0C78B00}"/>
              </a:ext>
            </a:extLst>
          </p:cNvPr>
          <p:cNvSpPr>
            <a:spLocks xmlns:a="http://schemas.openxmlformats.org/drawingml/2006/main" noGrp="1"/>
          </p:cNvSpPr>
          <p:nvPr/>
        </p:nvSpPr>
        <p:spPr>
          <a:xfrm xmlns:a="http://schemas.openxmlformats.org/drawingml/2006/main">
            <a:off x="3505200" y="19145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0B6172"/>
                </a:solidFill>
                <a:latin typeface="Malgun Gothic"/>
                <a:ea typeface="Malgun Gothic"/>
                <a:cs typeface="Malgun Gothic"/>
              </a:defRPr>
            </a:defPPr>
            <a:lvl1pPr algn="ctr">
              <a:defRPr sz="1800" b="1">
                <a:solidFill>
                  <a:srgbClr val="0B6172"/>
                </a:solidFill>
                <a:latin typeface="Malgun Gothic"/>
                <a:ea typeface="Malgun Gothic"/>
                <a:cs typeface="Malgun Gothic"/>
              </a:defRPr>
            </a:lvl1pPr>
            <a:lvl2pPr algn="ctr">
              <a:defRPr sz="1800" b="1">
                <a:solidFill>
                  <a:srgbClr val="0B6172"/>
                </a:solidFill>
                <a:latin typeface="Malgun Gothic"/>
                <a:ea typeface="Malgun Gothic"/>
                <a:cs typeface="Malgun Gothic"/>
              </a:defRPr>
            </a:lvl2pPr>
            <a:lvl3pPr algn="ctr">
              <a:defRPr sz="1800" b="1">
                <a:solidFill>
                  <a:srgbClr val="0B6172"/>
                </a:solidFill>
                <a:latin typeface="Malgun Gothic"/>
                <a:ea typeface="Malgun Gothic"/>
                <a:cs typeface="Malgun Gothic"/>
              </a:defRPr>
            </a:lvl3pPr>
            <a:lvl4pPr algn="ctr">
              <a:defRPr sz="1800" b="1">
                <a:solidFill>
                  <a:srgbClr val="0B6172"/>
                </a:solidFill>
                <a:latin typeface="Malgun Gothic"/>
                <a:ea typeface="Malgun Gothic"/>
                <a:cs typeface="Malgun Gothic"/>
              </a:defRPr>
            </a:lvl4pPr>
            <a:lvl5pPr algn="ctr">
              <a:defRPr sz="1800" b="1">
                <a:solidFill>
                  <a:srgbClr val="0B6172"/>
                </a:solidFill>
                <a:latin typeface="Malgun Gothic"/>
                <a:ea typeface="Malgun Gothic"/>
                <a:cs typeface="Malgun Gothic"/>
              </a:defRPr>
            </a:lvl5pPr>
            <a:lvl6pPr algn="ctr">
              <a:defRPr sz="1800" b="1">
                <a:solidFill>
                  <a:srgbClr val="0B6172"/>
                </a:solidFill>
                <a:latin typeface="Malgun Gothic"/>
                <a:ea typeface="Malgun Gothic"/>
                <a:cs typeface="Malgun Gothic"/>
              </a:defRPr>
            </a:lvl6pPr>
            <a:lvl7pPr algn="ctr">
              <a:defRPr sz="1800" b="1">
                <a:solidFill>
                  <a:srgbClr val="0B6172"/>
                </a:solidFill>
                <a:latin typeface="Malgun Gothic"/>
                <a:ea typeface="Malgun Gothic"/>
                <a:cs typeface="Malgun Gothic"/>
              </a:defRPr>
            </a:lvl7pPr>
            <a:lvl8pPr algn="ctr">
              <a:defRPr sz="1800" b="1">
                <a:solidFill>
                  <a:srgbClr val="0B6172"/>
                </a:solidFill>
                <a:latin typeface="Malgun Gothic"/>
                <a:ea typeface="Malgun Gothic"/>
                <a:cs typeface="Malgun Gothic"/>
              </a:defRPr>
            </a:lvl8pPr>
            <a:lvl9pPr algn="ctr">
              <a:defRPr sz="1800" b="1">
                <a:solidFill>
                  <a:srgbClr val="0B6172"/>
                </a:solidFill>
                <a:latin typeface="Malgun Gothic"/>
                <a:ea typeface="Malgun Gothic"/>
                <a:cs typeface="Malgun Gothic"/>
              </a:defRPr>
            </a:lvl9pPr>
          </a:lstStyle>
          <a:p xmlns:a="http://schemas.openxmlformats.org/drawingml/2006/main">
            <a:pPr algn="ctr">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다음 작업 재사용</a:t>
            </a:r>
          </a:p>
        </p:txBody>
      </p:sp>
      <p:sp>
        <p:nvSpPr>
          <p:cNvPr id="11" name="">
            <a:extLst xmlns:a="http://schemas.openxmlformats.org/drawingml/2006/main">
              <a:ext uri="{FF2B5EF4-FFF2-40B4-BE49-F238E27FC236}">
                <a16:creationId xmlns:a16="http://schemas.microsoft.com/office/drawing/2014/main" id="{2A6893A8-2D21-44FC-93BC-ED320D87944F}"/>
              </a:ext>
            </a:extLst>
          </p:cNvPr>
          <p:cNvSpPr>
            <a:spLocks xmlns:a="http://schemas.openxmlformats.org/drawingml/2006/main" noGrp="1"/>
          </p:cNvSpPr>
          <p:nvPr/>
        </p:nvSpPr>
        <p:spPr>
          <a:xfrm xmlns:a="http://schemas.openxmlformats.org/drawingml/2006/main">
            <a:off x="6210300" y="1800225"/>
            <a:ext cx="2571750" cy="5334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2" name="출처·적용 범위">
            <a:extLst xmlns:a="http://schemas.openxmlformats.org/drawingml/2006/main">
              <a:ext uri="{FF2B5EF4-FFF2-40B4-BE49-F238E27FC236}">
                <a16:creationId xmlns:a16="http://schemas.microsoft.com/office/drawing/2014/main" id="{09C2F82D-984E-4EF9-AB50-FF49CF6D2D27}"/>
              </a:ext>
            </a:extLst>
          </p:cNvPr>
          <p:cNvSpPr>
            <a:spLocks xmlns:a="http://schemas.openxmlformats.org/drawingml/2006/main" noGrp="1"/>
          </p:cNvSpPr>
          <p:nvPr/>
        </p:nvSpPr>
        <p:spPr>
          <a:xfrm xmlns:a="http://schemas.openxmlformats.org/drawingml/2006/main">
            <a:off x="6305550" y="19145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0B6172"/>
                </a:solidFill>
                <a:latin typeface="Malgun Gothic"/>
                <a:ea typeface="Malgun Gothic"/>
                <a:cs typeface="Malgun Gothic"/>
              </a:defRPr>
            </a:defPPr>
            <a:lvl1pPr algn="ctr">
              <a:defRPr sz="1800" b="1">
                <a:solidFill>
                  <a:srgbClr val="0B6172"/>
                </a:solidFill>
                <a:latin typeface="Malgun Gothic"/>
                <a:ea typeface="Malgun Gothic"/>
                <a:cs typeface="Malgun Gothic"/>
              </a:defRPr>
            </a:lvl1pPr>
            <a:lvl2pPr algn="ctr">
              <a:defRPr sz="1800" b="1">
                <a:solidFill>
                  <a:srgbClr val="0B6172"/>
                </a:solidFill>
                <a:latin typeface="Malgun Gothic"/>
                <a:ea typeface="Malgun Gothic"/>
                <a:cs typeface="Malgun Gothic"/>
              </a:defRPr>
            </a:lvl2pPr>
            <a:lvl3pPr algn="ctr">
              <a:defRPr sz="1800" b="1">
                <a:solidFill>
                  <a:srgbClr val="0B6172"/>
                </a:solidFill>
                <a:latin typeface="Malgun Gothic"/>
                <a:ea typeface="Malgun Gothic"/>
                <a:cs typeface="Malgun Gothic"/>
              </a:defRPr>
            </a:lvl3pPr>
            <a:lvl4pPr algn="ctr">
              <a:defRPr sz="1800" b="1">
                <a:solidFill>
                  <a:srgbClr val="0B6172"/>
                </a:solidFill>
                <a:latin typeface="Malgun Gothic"/>
                <a:ea typeface="Malgun Gothic"/>
                <a:cs typeface="Malgun Gothic"/>
              </a:defRPr>
            </a:lvl4pPr>
            <a:lvl5pPr algn="ctr">
              <a:defRPr sz="1800" b="1">
                <a:solidFill>
                  <a:srgbClr val="0B6172"/>
                </a:solidFill>
                <a:latin typeface="Malgun Gothic"/>
                <a:ea typeface="Malgun Gothic"/>
                <a:cs typeface="Malgun Gothic"/>
              </a:defRPr>
            </a:lvl5pPr>
            <a:lvl6pPr algn="ctr">
              <a:defRPr sz="1800" b="1">
                <a:solidFill>
                  <a:srgbClr val="0B6172"/>
                </a:solidFill>
                <a:latin typeface="Malgun Gothic"/>
                <a:ea typeface="Malgun Gothic"/>
                <a:cs typeface="Malgun Gothic"/>
              </a:defRPr>
            </a:lvl6pPr>
            <a:lvl7pPr algn="ctr">
              <a:defRPr sz="1800" b="1">
                <a:solidFill>
                  <a:srgbClr val="0B6172"/>
                </a:solidFill>
                <a:latin typeface="Malgun Gothic"/>
                <a:ea typeface="Malgun Gothic"/>
                <a:cs typeface="Malgun Gothic"/>
              </a:defRPr>
            </a:lvl7pPr>
            <a:lvl8pPr algn="ctr">
              <a:defRPr sz="1800" b="1">
                <a:solidFill>
                  <a:srgbClr val="0B6172"/>
                </a:solidFill>
                <a:latin typeface="Malgun Gothic"/>
                <a:ea typeface="Malgun Gothic"/>
                <a:cs typeface="Malgun Gothic"/>
              </a:defRPr>
            </a:lvl8pPr>
            <a:lvl9pPr algn="ctr">
              <a:defRPr sz="1800" b="1">
                <a:solidFill>
                  <a:srgbClr val="0B6172"/>
                </a:solidFill>
                <a:latin typeface="Malgun Gothic"/>
                <a:ea typeface="Malgun Gothic"/>
                <a:cs typeface="Malgun Gothic"/>
              </a:defRPr>
            </a:lvl9pPr>
          </a:lstStyle>
          <a:p xmlns:a="http://schemas.openxmlformats.org/drawingml/2006/main">
            <a:pPr algn="ctr">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출처·적용 범위</a:t>
            </a:r>
          </a:p>
        </p:txBody>
      </p:sp>
      <p:sp>
        <p:nvSpPr>
          <p:cNvPr id="13" name="">
            <a:extLst xmlns:a="http://schemas.openxmlformats.org/drawingml/2006/main">
              <a:ext uri="{FF2B5EF4-FFF2-40B4-BE49-F238E27FC236}">
                <a16:creationId xmlns:a16="http://schemas.microsoft.com/office/drawing/2014/main" id="{2D1D5DFA-0172-487A-80A3-81428501A7E7}"/>
              </a:ext>
            </a:extLst>
          </p:cNvPr>
          <p:cNvSpPr>
            <a:spLocks xmlns:a="http://schemas.openxmlformats.org/drawingml/2006/main" noGrp="1"/>
          </p:cNvSpPr>
          <p:nvPr/>
        </p:nvSpPr>
        <p:spPr>
          <a:xfrm xmlns:a="http://schemas.openxmlformats.org/drawingml/2006/main">
            <a:off x="9010650" y="1800225"/>
            <a:ext cx="2571750" cy="5334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4" name="갱신·무효화 조건">
            <a:extLst xmlns:a="http://schemas.openxmlformats.org/drawingml/2006/main">
              <a:ext uri="{FF2B5EF4-FFF2-40B4-BE49-F238E27FC236}">
                <a16:creationId xmlns:a16="http://schemas.microsoft.com/office/drawing/2014/main" id="{28578226-5CB2-4D0C-AD41-B45B49FDB0DA}"/>
              </a:ext>
            </a:extLst>
          </p:cNvPr>
          <p:cNvSpPr>
            <a:spLocks xmlns:a="http://schemas.openxmlformats.org/drawingml/2006/main" noGrp="1"/>
          </p:cNvSpPr>
          <p:nvPr/>
        </p:nvSpPr>
        <p:spPr>
          <a:xfrm xmlns:a="http://schemas.openxmlformats.org/drawingml/2006/main">
            <a:off x="9105900" y="19145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0B6172"/>
                </a:solidFill>
                <a:latin typeface="Malgun Gothic"/>
                <a:ea typeface="Malgun Gothic"/>
                <a:cs typeface="Malgun Gothic"/>
              </a:defRPr>
            </a:defPPr>
            <a:lvl1pPr algn="ctr">
              <a:defRPr sz="1800" b="1">
                <a:solidFill>
                  <a:srgbClr val="0B6172"/>
                </a:solidFill>
                <a:latin typeface="Malgun Gothic"/>
                <a:ea typeface="Malgun Gothic"/>
                <a:cs typeface="Malgun Gothic"/>
              </a:defRPr>
            </a:lvl1pPr>
            <a:lvl2pPr algn="ctr">
              <a:defRPr sz="1800" b="1">
                <a:solidFill>
                  <a:srgbClr val="0B6172"/>
                </a:solidFill>
                <a:latin typeface="Malgun Gothic"/>
                <a:ea typeface="Malgun Gothic"/>
                <a:cs typeface="Malgun Gothic"/>
              </a:defRPr>
            </a:lvl2pPr>
            <a:lvl3pPr algn="ctr">
              <a:defRPr sz="1800" b="1">
                <a:solidFill>
                  <a:srgbClr val="0B6172"/>
                </a:solidFill>
                <a:latin typeface="Malgun Gothic"/>
                <a:ea typeface="Malgun Gothic"/>
                <a:cs typeface="Malgun Gothic"/>
              </a:defRPr>
            </a:lvl3pPr>
            <a:lvl4pPr algn="ctr">
              <a:defRPr sz="1800" b="1">
                <a:solidFill>
                  <a:srgbClr val="0B6172"/>
                </a:solidFill>
                <a:latin typeface="Malgun Gothic"/>
                <a:ea typeface="Malgun Gothic"/>
                <a:cs typeface="Malgun Gothic"/>
              </a:defRPr>
            </a:lvl4pPr>
            <a:lvl5pPr algn="ctr">
              <a:defRPr sz="1800" b="1">
                <a:solidFill>
                  <a:srgbClr val="0B6172"/>
                </a:solidFill>
                <a:latin typeface="Malgun Gothic"/>
                <a:ea typeface="Malgun Gothic"/>
                <a:cs typeface="Malgun Gothic"/>
              </a:defRPr>
            </a:lvl5pPr>
            <a:lvl6pPr algn="ctr">
              <a:defRPr sz="1800" b="1">
                <a:solidFill>
                  <a:srgbClr val="0B6172"/>
                </a:solidFill>
                <a:latin typeface="Malgun Gothic"/>
                <a:ea typeface="Malgun Gothic"/>
                <a:cs typeface="Malgun Gothic"/>
              </a:defRPr>
            </a:lvl6pPr>
            <a:lvl7pPr algn="ctr">
              <a:defRPr sz="1800" b="1">
                <a:solidFill>
                  <a:srgbClr val="0B6172"/>
                </a:solidFill>
                <a:latin typeface="Malgun Gothic"/>
                <a:ea typeface="Malgun Gothic"/>
                <a:cs typeface="Malgun Gothic"/>
              </a:defRPr>
            </a:lvl7pPr>
            <a:lvl8pPr algn="ctr">
              <a:defRPr sz="1800" b="1">
                <a:solidFill>
                  <a:srgbClr val="0B6172"/>
                </a:solidFill>
                <a:latin typeface="Malgun Gothic"/>
                <a:ea typeface="Malgun Gothic"/>
                <a:cs typeface="Malgun Gothic"/>
              </a:defRPr>
            </a:lvl8pPr>
            <a:lvl9pPr algn="ctr">
              <a:defRPr sz="1800" b="1">
                <a:solidFill>
                  <a:srgbClr val="0B6172"/>
                </a:solidFill>
                <a:latin typeface="Malgun Gothic"/>
                <a:ea typeface="Malgun Gothic"/>
                <a:cs typeface="Malgun Gothic"/>
              </a:defRPr>
            </a:lvl9pPr>
          </a:lstStyle>
          <a:p xmlns:a="http://schemas.openxmlformats.org/drawingml/2006/main">
            <a:pPr algn="ctr">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갱신·무효화 조건</a:t>
            </a:r>
          </a:p>
        </p:txBody>
      </p:sp>
      <p:sp>
        <p:nvSpPr>
          <p:cNvPr id="15" name="">
            <a:extLst xmlns:a="http://schemas.openxmlformats.org/drawingml/2006/main">
              <a:ext uri="{FF2B5EF4-FFF2-40B4-BE49-F238E27FC236}">
                <a16:creationId xmlns:a16="http://schemas.microsoft.com/office/drawing/2014/main" id="{27CA7B14-E216-4309-9CF0-21939AB24C2A}"/>
              </a:ext>
            </a:extLst>
          </p:cNvPr>
          <p:cNvSpPr>
            <a:spLocks xmlns:a="http://schemas.openxmlformats.org/drawingml/2006/main" noGrp="1"/>
          </p:cNvSpPr>
          <p:nvPr/>
        </p:nvSpPr>
        <p:spPr>
          <a:xfrm xmlns:a="http://schemas.openxmlformats.org/drawingml/2006/main">
            <a:off x="609600" y="2705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crop의 끝 좌표 제외">
            <a:extLst xmlns:a="http://schemas.openxmlformats.org/drawingml/2006/main">
              <a:ext uri="{FF2B5EF4-FFF2-40B4-BE49-F238E27FC236}">
                <a16:creationId xmlns:a16="http://schemas.microsoft.com/office/drawing/2014/main" id="{76FC7AAF-D504-4076-A7AC-CFFC56EC14A3}"/>
              </a:ext>
            </a:extLst>
          </p:cNvPr>
          <p:cNvSpPr>
            <a:spLocks xmlns:a="http://schemas.openxmlformats.org/drawingml/2006/main" noGrp="1"/>
          </p:cNvSpPr>
          <p:nvPr/>
        </p:nvSpPr>
        <p:spPr>
          <a:xfrm xmlns:a="http://schemas.openxmlformats.org/drawingml/2006/main">
            <a:off x="609600" y="2781300"/>
            <a:ext cx="464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crop의 끝 좌표 제외</a:t>
            </a:r>
          </a:p>
        </p:txBody>
      </p:sp>
      <p:sp>
        <p:nvSpPr>
          <p:cNvPr id="17" name="">
            <a:extLst xmlns:a="http://schemas.openxmlformats.org/drawingml/2006/main">
              <a:ext uri="{FF2B5EF4-FFF2-40B4-BE49-F238E27FC236}">
                <a16:creationId xmlns:a16="http://schemas.microsoft.com/office/drawing/2014/main" id="{D4CEF082-60B0-4582-9B06-F2F43D664B0D}"/>
              </a:ext>
            </a:extLst>
          </p:cNvPr>
          <p:cNvSpPr>
            <a:spLocks xmlns:a="http://schemas.openxmlformats.org/drawingml/2006/main" noGrp="1"/>
          </p:cNvSpPr>
          <p:nvPr/>
        </p:nvSpPr>
        <p:spPr>
          <a:xfrm xmlns:a="http://schemas.openxmlformats.org/drawingml/2006/main">
            <a:off x="5448300" y="2895600"/>
            <a:ext cx="285750"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8" name="코드 · 이미지 명세 문서">
            <a:extLst xmlns:a="http://schemas.openxmlformats.org/drawingml/2006/main">
              <a:ext uri="{FF2B5EF4-FFF2-40B4-BE49-F238E27FC236}">
                <a16:creationId xmlns:a16="http://schemas.microsoft.com/office/drawing/2014/main" id="{6A49A16D-8F94-42A5-8870-25280B8EDA68}"/>
              </a:ext>
            </a:extLst>
          </p:cNvPr>
          <p:cNvSpPr>
            <a:spLocks xmlns:a="http://schemas.openxmlformats.org/drawingml/2006/main" noGrp="1"/>
          </p:cNvSpPr>
          <p:nvPr/>
        </p:nvSpPr>
        <p:spPr>
          <a:xfrm xmlns:a="http://schemas.openxmlformats.org/drawingml/2006/main">
            <a:off x="6191250" y="2781300"/>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코드 · 이미지 명세 문서</a:t>
            </a:r>
          </a:p>
        </p:txBody>
      </p:sp>
      <p:sp>
        <p:nvSpPr>
          <p:cNvPr id="19" name="">
            <a:extLst xmlns:a="http://schemas.openxmlformats.org/drawingml/2006/main">
              <a:ext uri="{FF2B5EF4-FFF2-40B4-BE49-F238E27FC236}">
                <a16:creationId xmlns:a16="http://schemas.microsoft.com/office/drawing/2014/main" id="{32071924-B3A8-43C5-8AA2-1156627C5593}"/>
              </a:ext>
            </a:extLst>
          </p:cNvPr>
          <p:cNvSpPr>
            <a:spLocks xmlns:a="http://schemas.openxmlformats.org/drawingml/2006/main" noGrp="1"/>
          </p:cNvSpPr>
          <p:nvPr/>
        </p:nvSpPr>
        <p:spPr>
          <a:xfrm xmlns:a="http://schemas.openxmlformats.org/drawingml/2006/main">
            <a:off x="609600" y="32670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모듈이 이어지는 순서">
            <a:extLst xmlns:a="http://schemas.openxmlformats.org/drawingml/2006/main">
              <a:ext uri="{FF2B5EF4-FFF2-40B4-BE49-F238E27FC236}">
                <a16:creationId xmlns:a16="http://schemas.microsoft.com/office/drawing/2014/main" id="{306BBBD6-1CEA-4800-9627-198ED8B19F23}"/>
              </a:ext>
            </a:extLst>
          </p:cNvPr>
          <p:cNvSpPr>
            <a:spLocks xmlns:a="http://schemas.openxmlformats.org/drawingml/2006/main" noGrp="1"/>
          </p:cNvSpPr>
          <p:nvPr/>
        </p:nvSpPr>
        <p:spPr>
          <a:xfrm xmlns:a="http://schemas.openxmlformats.org/drawingml/2006/main">
            <a:off x="609600" y="3343275"/>
            <a:ext cx="464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모듈이 이어지는 순서</a:t>
            </a:r>
          </a:p>
        </p:txBody>
      </p:sp>
      <p:sp>
        <p:nvSpPr>
          <p:cNvPr id="21" name="">
            <a:extLst xmlns:a="http://schemas.openxmlformats.org/drawingml/2006/main">
              <a:ext uri="{FF2B5EF4-FFF2-40B4-BE49-F238E27FC236}">
                <a16:creationId xmlns:a16="http://schemas.microsoft.com/office/drawing/2014/main" id="{A6C198B7-BE20-4EF9-BC12-76A1EA384111}"/>
              </a:ext>
            </a:extLst>
          </p:cNvPr>
          <p:cNvSpPr>
            <a:spLocks xmlns:a="http://schemas.openxmlformats.org/drawingml/2006/main" noGrp="1"/>
          </p:cNvSpPr>
          <p:nvPr/>
        </p:nvSpPr>
        <p:spPr>
          <a:xfrm xmlns:a="http://schemas.openxmlformats.org/drawingml/2006/main">
            <a:off x="5448300" y="3457575"/>
            <a:ext cx="285750"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2" name="architecture.md">
            <a:extLst xmlns:a="http://schemas.openxmlformats.org/drawingml/2006/main">
              <a:ext uri="{FF2B5EF4-FFF2-40B4-BE49-F238E27FC236}">
                <a16:creationId xmlns:a16="http://schemas.microsoft.com/office/drawing/2014/main" id="{477B1C67-9E0C-4D9A-A215-DAB2D2710DA4}"/>
              </a:ext>
            </a:extLst>
          </p:cNvPr>
          <p:cNvSpPr>
            <a:spLocks xmlns:a="http://schemas.openxmlformats.org/drawingml/2006/main" noGrp="1"/>
          </p:cNvSpPr>
          <p:nvPr/>
        </p:nvSpPr>
        <p:spPr>
          <a:xfrm xmlns:a="http://schemas.openxmlformats.org/drawingml/2006/main">
            <a:off x="6191250" y="334327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architecture.md</a:t>
            </a:r>
          </a:p>
        </p:txBody>
      </p:sp>
      <p:sp>
        <p:nvSpPr>
          <p:cNvPr id="23" name="">
            <a:extLst xmlns:a="http://schemas.openxmlformats.org/drawingml/2006/main">
              <a:ext uri="{FF2B5EF4-FFF2-40B4-BE49-F238E27FC236}">
                <a16:creationId xmlns:a16="http://schemas.microsoft.com/office/drawing/2014/main" id="{6122A3B6-B183-4D26-A734-96FACDD8D240}"/>
              </a:ext>
            </a:extLst>
          </p:cNvPr>
          <p:cNvSpPr>
            <a:spLocks xmlns:a="http://schemas.openxmlformats.org/drawingml/2006/main" noGrp="1"/>
          </p:cNvSpPr>
          <p:nvPr/>
        </p:nvSpPr>
        <p:spPr>
          <a:xfrm xmlns:a="http://schemas.openxmlformats.org/drawingml/2006/main">
            <a:off x="609600" y="382905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4" name="성능 조사·검증 방법">
            <a:extLst xmlns:a="http://schemas.openxmlformats.org/drawingml/2006/main">
              <a:ext uri="{FF2B5EF4-FFF2-40B4-BE49-F238E27FC236}">
                <a16:creationId xmlns:a16="http://schemas.microsoft.com/office/drawing/2014/main" id="{F21EB4AF-7737-447A-ADBC-5FE42D3D33A6}"/>
              </a:ext>
            </a:extLst>
          </p:cNvPr>
          <p:cNvSpPr>
            <a:spLocks xmlns:a="http://schemas.openxmlformats.org/drawingml/2006/main" noGrp="1"/>
          </p:cNvSpPr>
          <p:nvPr/>
        </p:nvSpPr>
        <p:spPr>
          <a:xfrm xmlns:a="http://schemas.openxmlformats.org/drawingml/2006/main">
            <a:off x="609600" y="3905250"/>
            <a:ext cx="464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성능 조사·검증 방법</a:t>
            </a:r>
          </a:p>
        </p:txBody>
      </p:sp>
      <p:sp>
        <p:nvSpPr>
          <p:cNvPr id="25" name="">
            <a:extLst xmlns:a="http://schemas.openxmlformats.org/drawingml/2006/main">
              <a:ext uri="{FF2B5EF4-FFF2-40B4-BE49-F238E27FC236}">
                <a16:creationId xmlns:a16="http://schemas.microsoft.com/office/drawing/2014/main" id="{F0D15AB9-6EC8-4300-AA6C-F0C330DC808C}"/>
              </a:ext>
            </a:extLst>
          </p:cNvPr>
          <p:cNvSpPr>
            <a:spLocks xmlns:a="http://schemas.openxmlformats.org/drawingml/2006/main" noGrp="1"/>
          </p:cNvSpPr>
          <p:nvPr/>
        </p:nvSpPr>
        <p:spPr>
          <a:xfrm xmlns:a="http://schemas.openxmlformats.org/drawingml/2006/main">
            <a:off x="5448300" y="4019550"/>
            <a:ext cx="285750"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6" name="Repository Skill">
            <a:extLst xmlns:a="http://schemas.openxmlformats.org/drawingml/2006/main">
              <a:ext uri="{FF2B5EF4-FFF2-40B4-BE49-F238E27FC236}">
                <a16:creationId xmlns:a16="http://schemas.microsoft.com/office/drawing/2014/main" id="{A82FD4FC-E08C-4E0A-A42E-4C552E4367BE}"/>
              </a:ext>
            </a:extLst>
          </p:cNvPr>
          <p:cNvSpPr>
            <a:spLocks xmlns:a="http://schemas.openxmlformats.org/drawingml/2006/main" noGrp="1"/>
          </p:cNvSpPr>
          <p:nvPr/>
        </p:nvSpPr>
        <p:spPr>
          <a:xfrm xmlns:a="http://schemas.openxmlformats.org/drawingml/2006/main">
            <a:off x="6191250" y="3905250"/>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Repository Skill</a:t>
            </a:r>
          </a:p>
        </p:txBody>
      </p:sp>
      <p:sp>
        <p:nvSpPr>
          <p:cNvPr id="27" name="">
            <a:extLst xmlns:a="http://schemas.openxmlformats.org/drawingml/2006/main">
              <a:ext uri="{FF2B5EF4-FFF2-40B4-BE49-F238E27FC236}">
                <a16:creationId xmlns:a16="http://schemas.microsoft.com/office/drawing/2014/main" id="{94B736C9-6F24-473C-857D-6A83AC0AEC23}"/>
              </a:ext>
            </a:extLst>
          </p:cNvPr>
          <p:cNvSpPr>
            <a:spLocks xmlns:a="http://schemas.openxmlformats.org/drawingml/2006/main" noGrp="1"/>
          </p:cNvSpPr>
          <p:nvPr/>
        </p:nvSpPr>
        <p:spPr>
          <a:xfrm xmlns:a="http://schemas.openxmlformats.org/drawingml/2006/main">
            <a:off x="609600" y="439102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8" name="이번 실행의 측정값">
            <a:extLst xmlns:a="http://schemas.openxmlformats.org/drawingml/2006/main">
              <a:ext uri="{FF2B5EF4-FFF2-40B4-BE49-F238E27FC236}">
                <a16:creationId xmlns:a16="http://schemas.microsoft.com/office/drawing/2014/main" id="{186722C5-1A06-4DF9-973C-8584E8F9DA7D}"/>
              </a:ext>
            </a:extLst>
          </p:cNvPr>
          <p:cNvSpPr>
            <a:spLocks xmlns:a="http://schemas.openxmlformats.org/drawingml/2006/main" noGrp="1"/>
          </p:cNvSpPr>
          <p:nvPr/>
        </p:nvSpPr>
        <p:spPr>
          <a:xfrm xmlns:a="http://schemas.openxmlformats.org/drawingml/2006/main">
            <a:off x="609600" y="4467225"/>
            <a:ext cx="464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이번 실행의 측정값</a:t>
            </a:r>
          </a:p>
        </p:txBody>
      </p:sp>
      <p:sp>
        <p:nvSpPr>
          <p:cNvPr id="29" name="">
            <a:extLst xmlns:a="http://schemas.openxmlformats.org/drawingml/2006/main">
              <a:ext uri="{FF2B5EF4-FFF2-40B4-BE49-F238E27FC236}">
                <a16:creationId xmlns:a16="http://schemas.microsoft.com/office/drawing/2014/main" id="{2A08C60D-B522-4488-8FA6-5A838DEC6715}"/>
              </a:ext>
            </a:extLst>
          </p:cNvPr>
          <p:cNvSpPr>
            <a:spLocks xmlns:a="http://schemas.openxmlformats.org/drawingml/2006/main" noGrp="1"/>
          </p:cNvSpPr>
          <p:nvPr/>
        </p:nvSpPr>
        <p:spPr>
          <a:xfrm xmlns:a="http://schemas.openxmlformats.org/drawingml/2006/main">
            <a:off x="5448300" y="4581525"/>
            <a:ext cx="285750"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30" name="날짜가 있는 Trial 기록 · Git 이력">
            <a:extLst xmlns:a="http://schemas.openxmlformats.org/drawingml/2006/main">
              <a:ext uri="{FF2B5EF4-FFF2-40B4-BE49-F238E27FC236}">
                <a16:creationId xmlns:a16="http://schemas.microsoft.com/office/drawing/2014/main" id="{C93AB0FF-138A-4A33-BDE9-C126072ACAC6}"/>
              </a:ext>
            </a:extLst>
          </p:cNvPr>
          <p:cNvSpPr>
            <a:spLocks xmlns:a="http://schemas.openxmlformats.org/drawingml/2006/main" noGrp="1"/>
          </p:cNvSpPr>
          <p:nvPr/>
        </p:nvSpPr>
        <p:spPr>
          <a:xfrm xmlns:a="http://schemas.openxmlformats.org/drawingml/2006/main">
            <a:off x="6191250" y="446722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날짜가 있는 Trial 기록 · Git 이력</a:t>
            </a:r>
          </a:p>
        </p:txBody>
      </p:sp>
      <p:sp>
        <p:nvSpPr>
          <p:cNvPr id="31" name="이번 사례: 원래 출처를 유지하고, 별도 Memory는 추가하지 않았다">
            <a:extLst xmlns:a="http://schemas.openxmlformats.org/drawingml/2006/main">
              <a:ext uri="{FF2B5EF4-FFF2-40B4-BE49-F238E27FC236}">
                <a16:creationId xmlns:a16="http://schemas.microsoft.com/office/drawing/2014/main" id="{868D7495-A81C-4768-BAFF-43213DAAEEEF}"/>
              </a:ext>
            </a:extLst>
          </p:cNvPr>
          <p:cNvSpPr>
            <a:spLocks xmlns:a="http://schemas.openxmlformats.org/drawingml/2006/main" noGrp="1"/>
          </p:cNvSpPr>
          <p:nvPr/>
        </p:nvSpPr>
        <p:spPr>
          <a:xfrm xmlns:a="http://schemas.openxmlformats.org/drawingml/2006/main">
            <a:off x="609600" y="52863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이번 사례: 원래 출처를 유지하고, 별도 Memory는 추가하지 않았다</a:t>
            </a:r>
          </a:p>
        </p:txBody>
      </p:sp>
      <p:sp>
        <p:nvSpPr>
          <p:cNvPr id="32" name="Legacy module connection">
            <a:extLst xmlns:a="http://schemas.openxmlformats.org/drawingml/2006/main">
              <a:ext uri="{FF2B5EF4-FFF2-40B4-BE49-F238E27FC236}">
                <a16:creationId xmlns:a16="http://schemas.microsoft.com/office/drawing/2014/main" id="{0C40578C-D6D3-498E-A364-7F416DFC2EEA}"/>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200902658"/>
      </p:ext>
    </p:extLst>
  </p:cSld>
</p:sld>
</file>

<file path=ppt/slides/slide6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5" name="ACT 3 · Minimum Effective Harness의 근거를 회수">
            <a:extLst xmlns:a="http://schemas.openxmlformats.org/drawingml/2006/main">
              <a:ext uri="{FF2B5EF4-FFF2-40B4-BE49-F238E27FC236}">
                <a16:creationId xmlns:a16="http://schemas.microsoft.com/office/drawing/2014/main" id="{29E04ED5-62A3-4AAD-B601-E15C80ED5721}"/>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Minimum Effective Harness의 근거를 회수</a:t>
            </a:r>
          </a:p>
        </p:txBody>
      </p:sp>
      <p:sp>
        <p:nvSpPr>
          <p:cNvPr id="2" name="S63">
            <a:extLst xmlns:a="http://schemas.openxmlformats.org/drawingml/2006/main">
              <a:ext uri="{FF2B5EF4-FFF2-40B4-BE49-F238E27FC236}">
                <a16:creationId xmlns:a16="http://schemas.microsoft.com/office/drawing/2014/main" id="{1F6AABB9-41BD-4C41-81A9-0DC7C37EA0AB}"/>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S63</a:t>
            </a:r>
          </a:p>
        </p:txBody>
      </p:sp>
      <p:sp>
        <p:nvSpPr>
          <p:cNvPr id="3" name="이번 사례에서 실제로 사용한 구조">
            <a:extLst xmlns:a="http://schemas.openxmlformats.org/drawingml/2006/main">
              <a:ext uri="{FF2B5EF4-FFF2-40B4-BE49-F238E27FC236}">
                <a16:creationId xmlns:a16="http://schemas.microsoft.com/office/drawing/2014/main" id="{8C0DF1A4-9317-44D8-A771-8DB092101181}"/>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이번 사례에서 실제로 사용한 구조</a:t>
            </a:r>
          </a:p>
        </p:txBody>
      </p:sp>
      <p:sp>
        <p:nvSpPr>
          <p:cNvPr id="4" name="">
            <a:extLst xmlns:a="http://schemas.openxmlformats.org/drawingml/2006/main">
              <a:ext uri="{FF2B5EF4-FFF2-40B4-BE49-F238E27FC236}">
                <a16:creationId xmlns:a16="http://schemas.microsoft.com/office/drawing/2014/main" id="{13F8BE1E-999F-4A52-ADD3-AD335C1B48B4}"/>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STATE-04-PERF까지의 구성 점검 · 보존된 기록과 교육용 책임 구분을 연결">
            <a:extLst xmlns:a="http://schemas.openxmlformats.org/drawingml/2006/main">
              <a:ext uri="{FF2B5EF4-FFF2-40B4-BE49-F238E27FC236}">
                <a16:creationId xmlns:a16="http://schemas.microsoft.com/office/drawing/2014/main" id="{06D2E8CE-FCAF-4578-847F-5167CDEAE3CA}"/>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STATE-04-PERF까지의 구성 점검 · 보존된 기록과 교육용 책임 구분을 연결</a:t>
            </a:r>
          </a:p>
        </p:txBody>
      </p:sp>
      <p:sp>
        <p:nvSpPr>
          <p:cNvPr id="6" name="Subagent·별도 Memory는 추가하지 않음 · 보편적 최적 구성이나 기능 수 우위에 대한 주장이 아님">
            <a:extLst xmlns:a="http://schemas.openxmlformats.org/drawingml/2006/main">
              <a:ext uri="{FF2B5EF4-FFF2-40B4-BE49-F238E27FC236}">
                <a16:creationId xmlns:a16="http://schemas.microsoft.com/office/drawing/2014/main" id="{98367ADA-DCC1-4245-8F34-9558D3809842}"/>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Subagent·별도 Memory는 추가하지 않음 · 보편적 최적 구성이나 기능 수 우위에 대한 주장이 아님</a:t>
            </a:r>
          </a:p>
        </p:txBody>
      </p:sp>
      <p:sp>
        <p:nvSpPr>
          <p:cNvPr id="7" name="">
            <a:extLst xmlns:a="http://schemas.openxmlformats.org/drawingml/2006/main">
              <a:ext uri="{FF2B5EF4-FFF2-40B4-BE49-F238E27FC236}">
                <a16:creationId xmlns:a16="http://schemas.microsoft.com/office/drawing/2014/main" id="{6B5371E9-280E-4500-8869-96C915637AA8}"/>
              </a:ext>
            </a:extLst>
          </p:cNvPr>
          <p:cNvSpPr>
            <a:spLocks xmlns:a="http://schemas.openxmlformats.org/drawingml/2006/main" noGrp="1"/>
          </p:cNvSpPr>
          <p:nvPr/>
        </p:nvSpPr>
        <p:spPr>
          <a:xfrm xmlns:a="http://schemas.openxmlformats.org/drawingml/2006/main">
            <a:off x="609600" y="21240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8" name="현재 목표·범위">
            <a:extLst xmlns:a="http://schemas.openxmlformats.org/drawingml/2006/main">
              <a:ext uri="{FF2B5EF4-FFF2-40B4-BE49-F238E27FC236}">
                <a16:creationId xmlns:a16="http://schemas.microsoft.com/office/drawing/2014/main" id="{D393202B-3CD2-472D-B0AF-C5116AAF314E}"/>
              </a:ext>
            </a:extLst>
          </p:cNvPr>
          <p:cNvSpPr>
            <a:spLocks xmlns:a="http://schemas.openxmlformats.org/drawingml/2006/main" noGrp="1"/>
          </p:cNvSpPr>
          <p:nvPr/>
        </p:nvSpPr>
        <p:spPr>
          <a:xfrm xmlns:a="http://schemas.openxmlformats.org/drawingml/2006/main">
            <a:off x="609600" y="2286000"/>
            <a:ext cx="4724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현재 목표·범위</a:t>
            </a:r>
          </a:p>
        </p:txBody>
      </p:sp>
      <p:sp>
        <p:nvSpPr>
          <p:cNvPr id="9" name="">
            <a:extLst xmlns:a="http://schemas.openxmlformats.org/drawingml/2006/main">
              <a:ext uri="{FF2B5EF4-FFF2-40B4-BE49-F238E27FC236}">
                <a16:creationId xmlns:a16="http://schemas.microsoft.com/office/drawing/2014/main" id="{8B150075-C8E7-47DB-9EF5-8A46B11FC372}"/>
              </a:ext>
            </a:extLst>
          </p:cNvPr>
          <p:cNvSpPr>
            <a:spLocks xmlns:a="http://schemas.openxmlformats.org/drawingml/2006/main" noGrp="1"/>
          </p:cNvSpPr>
          <p:nvPr/>
        </p:nvSpPr>
        <p:spPr>
          <a:xfrm xmlns:a="http://schemas.openxmlformats.org/drawingml/2006/main">
            <a:off x="5486400" y="2419350"/>
            <a:ext cx="304800"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0" name="밝기 통계 조사 요청">
            <a:extLst xmlns:a="http://schemas.openxmlformats.org/drawingml/2006/main">
              <a:ext uri="{FF2B5EF4-FFF2-40B4-BE49-F238E27FC236}">
                <a16:creationId xmlns:a16="http://schemas.microsoft.com/office/drawing/2014/main" id="{9372C7BA-C7D8-41DD-A32C-8D34A53B20B1}"/>
              </a:ext>
            </a:extLst>
          </p:cNvPr>
          <p:cNvSpPr>
            <a:spLocks xmlns:a="http://schemas.openxmlformats.org/drawingml/2006/main" noGrp="1"/>
          </p:cNvSpPr>
          <p:nvPr/>
        </p:nvSpPr>
        <p:spPr>
          <a:xfrm xmlns:a="http://schemas.openxmlformats.org/drawingml/2006/main">
            <a:off x="6191250" y="22860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밝기 통계 조사 요청</a:t>
            </a:r>
          </a:p>
        </p:txBody>
      </p:sp>
      <p:sp>
        <p:nvSpPr>
          <p:cNvPr id="11" name="">
            <a:extLst xmlns:a="http://schemas.openxmlformats.org/drawingml/2006/main">
              <a:ext uri="{FF2B5EF4-FFF2-40B4-BE49-F238E27FC236}">
                <a16:creationId xmlns:a16="http://schemas.microsoft.com/office/drawing/2014/main" id="{CBC6BAEE-BAC7-4771-95E0-0BAC2F93186E}"/>
              </a:ext>
            </a:extLst>
          </p:cNvPr>
          <p:cNvSpPr>
            <a:spLocks xmlns:a="http://schemas.openxmlformats.org/drawingml/2006/main" noGrp="1"/>
          </p:cNvSpPr>
          <p:nvPr/>
        </p:nvSpPr>
        <p:spPr>
          <a:xfrm xmlns:a="http://schemas.openxmlformats.org/drawingml/2006/main">
            <a:off x="609600" y="28860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2" name="참고할 명세·안내">
            <a:extLst xmlns:a="http://schemas.openxmlformats.org/drawingml/2006/main">
              <a:ext uri="{FF2B5EF4-FFF2-40B4-BE49-F238E27FC236}">
                <a16:creationId xmlns:a16="http://schemas.microsoft.com/office/drawing/2014/main" id="{CB1D9134-3637-4EB7-89D3-31375877774D}"/>
              </a:ext>
            </a:extLst>
          </p:cNvPr>
          <p:cNvSpPr>
            <a:spLocks xmlns:a="http://schemas.openxmlformats.org/drawingml/2006/main" noGrp="1"/>
          </p:cNvSpPr>
          <p:nvPr/>
        </p:nvSpPr>
        <p:spPr>
          <a:xfrm xmlns:a="http://schemas.openxmlformats.org/drawingml/2006/main">
            <a:off x="609600" y="3048000"/>
            <a:ext cx="4724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참고할 명세·안내</a:t>
            </a:r>
          </a:p>
        </p:txBody>
      </p:sp>
      <p:sp>
        <p:nvSpPr>
          <p:cNvPr id="13" name="">
            <a:extLst xmlns:a="http://schemas.openxmlformats.org/drawingml/2006/main">
              <a:ext uri="{FF2B5EF4-FFF2-40B4-BE49-F238E27FC236}">
                <a16:creationId xmlns:a16="http://schemas.microsoft.com/office/drawing/2014/main" id="{1DBBD96C-90AA-4C05-A508-D804ADCC57E9}"/>
              </a:ext>
            </a:extLst>
          </p:cNvPr>
          <p:cNvSpPr>
            <a:spLocks xmlns:a="http://schemas.openxmlformats.org/drawingml/2006/main" noGrp="1"/>
          </p:cNvSpPr>
          <p:nvPr/>
        </p:nvSpPr>
        <p:spPr>
          <a:xfrm xmlns:a="http://schemas.openxmlformats.org/drawingml/2006/main">
            <a:off x="5486400" y="3181350"/>
            <a:ext cx="304800"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4" name="AGENTS.md + 상세 문서">
            <a:extLst xmlns:a="http://schemas.openxmlformats.org/drawingml/2006/main">
              <a:ext uri="{FF2B5EF4-FFF2-40B4-BE49-F238E27FC236}">
                <a16:creationId xmlns:a16="http://schemas.microsoft.com/office/drawing/2014/main" id="{E40696EB-678B-41E7-91BA-2E2448B3344B}"/>
              </a:ext>
            </a:extLst>
          </p:cNvPr>
          <p:cNvSpPr>
            <a:spLocks xmlns:a="http://schemas.openxmlformats.org/drawingml/2006/main" noGrp="1"/>
          </p:cNvSpPr>
          <p:nvPr/>
        </p:nvSpPr>
        <p:spPr>
          <a:xfrm xmlns:a="http://schemas.openxmlformats.org/drawingml/2006/main">
            <a:off x="6191250" y="30480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AGENTS.md + 상세 문서</a:t>
            </a:r>
          </a:p>
        </p:txBody>
      </p:sp>
      <p:sp>
        <p:nvSpPr>
          <p:cNvPr id="15" name="">
            <a:extLst xmlns:a="http://schemas.openxmlformats.org/drawingml/2006/main">
              <a:ext uri="{FF2B5EF4-FFF2-40B4-BE49-F238E27FC236}">
                <a16:creationId xmlns:a16="http://schemas.microsoft.com/office/drawing/2014/main" id="{C13AF8E1-02AD-409A-9CDD-02D9B05BE480}"/>
              </a:ext>
            </a:extLst>
          </p:cNvPr>
          <p:cNvSpPr>
            <a:spLocks xmlns:a="http://schemas.openxmlformats.org/drawingml/2006/main" noGrp="1"/>
          </p:cNvSpPr>
          <p:nvPr/>
        </p:nvSpPr>
        <p:spPr>
          <a:xfrm xmlns:a="http://schemas.openxmlformats.org/drawingml/2006/main">
            <a:off x="609600" y="36480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다시 쓸 수행 방법">
            <a:extLst xmlns:a="http://schemas.openxmlformats.org/drawingml/2006/main">
              <a:ext uri="{FF2B5EF4-FFF2-40B4-BE49-F238E27FC236}">
                <a16:creationId xmlns:a16="http://schemas.microsoft.com/office/drawing/2014/main" id="{616A013F-7BED-4C78-9394-C65FF166D6FB}"/>
              </a:ext>
            </a:extLst>
          </p:cNvPr>
          <p:cNvSpPr>
            <a:spLocks xmlns:a="http://schemas.openxmlformats.org/drawingml/2006/main" noGrp="1"/>
          </p:cNvSpPr>
          <p:nvPr/>
        </p:nvSpPr>
        <p:spPr>
          <a:xfrm xmlns:a="http://schemas.openxmlformats.org/drawingml/2006/main">
            <a:off x="609600" y="3810000"/>
            <a:ext cx="4724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다시 쓸 수행 방법</a:t>
            </a:r>
          </a:p>
        </p:txBody>
      </p:sp>
      <p:sp>
        <p:nvSpPr>
          <p:cNvPr id="17" name="">
            <a:extLst xmlns:a="http://schemas.openxmlformats.org/drawingml/2006/main">
              <a:ext uri="{FF2B5EF4-FFF2-40B4-BE49-F238E27FC236}">
                <a16:creationId xmlns:a16="http://schemas.microsoft.com/office/drawing/2014/main" id="{4F85BB5B-8046-4A56-BE2A-957B524FCF53}"/>
              </a:ext>
            </a:extLst>
          </p:cNvPr>
          <p:cNvSpPr>
            <a:spLocks xmlns:a="http://schemas.openxmlformats.org/drawingml/2006/main" noGrp="1"/>
          </p:cNvSpPr>
          <p:nvPr/>
        </p:nvSpPr>
        <p:spPr>
          <a:xfrm xmlns:a="http://schemas.openxmlformats.org/drawingml/2006/main">
            <a:off x="5486400" y="3943350"/>
            <a:ext cx="304800"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8" name="graypipe-performance Skill">
            <a:extLst xmlns:a="http://schemas.openxmlformats.org/drawingml/2006/main">
              <a:ext uri="{FF2B5EF4-FFF2-40B4-BE49-F238E27FC236}">
                <a16:creationId xmlns:a16="http://schemas.microsoft.com/office/drawing/2014/main" id="{4CFFE6F0-8F22-4534-957D-66887017C2DC}"/>
              </a:ext>
            </a:extLst>
          </p:cNvPr>
          <p:cNvSpPr>
            <a:spLocks xmlns:a="http://schemas.openxmlformats.org/drawingml/2006/main" noGrp="1"/>
          </p:cNvSpPr>
          <p:nvPr/>
        </p:nvSpPr>
        <p:spPr>
          <a:xfrm xmlns:a="http://schemas.openxmlformats.org/drawingml/2006/main">
            <a:off x="6191250" y="38100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graypipe-performance Skill</a:t>
            </a:r>
          </a:p>
        </p:txBody>
      </p:sp>
      <p:sp>
        <p:nvSpPr>
          <p:cNvPr id="19" name="">
            <a:extLst xmlns:a="http://schemas.openxmlformats.org/drawingml/2006/main">
              <a:ext uri="{FF2B5EF4-FFF2-40B4-BE49-F238E27FC236}">
                <a16:creationId xmlns:a16="http://schemas.microsoft.com/office/drawing/2014/main" id="{B949A74E-98CE-4FC9-AA0E-250E79F7EDC9}"/>
              </a:ext>
            </a:extLst>
          </p:cNvPr>
          <p:cNvSpPr>
            <a:spLocks xmlns:a="http://schemas.openxmlformats.org/drawingml/2006/main" noGrp="1"/>
          </p:cNvSpPr>
          <p:nvPr/>
        </p:nvSpPr>
        <p:spPr>
          <a:xfrm xmlns:a="http://schemas.openxmlformats.org/drawingml/2006/main">
            <a:off x="609600" y="44100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변경을 판단할 근거">
            <a:extLst xmlns:a="http://schemas.openxmlformats.org/drawingml/2006/main">
              <a:ext uri="{FF2B5EF4-FFF2-40B4-BE49-F238E27FC236}">
                <a16:creationId xmlns:a16="http://schemas.microsoft.com/office/drawing/2014/main" id="{36528185-8815-438E-B955-B860A6B91496}"/>
              </a:ext>
            </a:extLst>
          </p:cNvPr>
          <p:cNvSpPr>
            <a:spLocks xmlns:a="http://schemas.openxmlformats.org/drawingml/2006/main" noGrp="1"/>
          </p:cNvSpPr>
          <p:nvPr/>
        </p:nvSpPr>
        <p:spPr>
          <a:xfrm xmlns:a="http://schemas.openxmlformats.org/drawingml/2006/main">
            <a:off x="609600" y="4572000"/>
            <a:ext cx="4724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변경을 판단할 근거</a:t>
            </a:r>
          </a:p>
        </p:txBody>
      </p:sp>
      <p:sp>
        <p:nvSpPr>
          <p:cNvPr id="21" name="">
            <a:extLst xmlns:a="http://schemas.openxmlformats.org/drawingml/2006/main">
              <a:ext uri="{FF2B5EF4-FFF2-40B4-BE49-F238E27FC236}">
                <a16:creationId xmlns:a16="http://schemas.microsoft.com/office/drawing/2014/main" id="{6D42F0E2-EAB9-459F-870A-C5E44C804918}"/>
              </a:ext>
            </a:extLst>
          </p:cNvPr>
          <p:cNvSpPr>
            <a:spLocks xmlns:a="http://schemas.openxmlformats.org/drawingml/2006/main" noGrp="1"/>
          </p:cNvSpPr>
          <p:nvPr/>
        </p:nvSpPr>
        <p:spPr>
          <a:xfrm xmlns:a="http://schemas.openxmlformats.org/drawingml/2006/main">
            <a:off x="5486400" y="4705350"/>
            <a:ext cx="304800"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2" name="테스트 + benchmark + 실행 환경">
            <a:extLst xmlns:a="http://schemas.openxmlformats.org/drawingml/2006/main">
              <a:ext uri="{FF2B5EF4-FFF2-40B4-BE49-F238E27FC236}">
                <a16:creationId xmlns:a16="http://schemas.microsoft.com/office/drawing/2014/main" id="{7BC5C3BA-44A1-46BC-86DC-32A01440D3B9}"/>
              </a:ext>
            </a:extLst>
          </p:cNvPr>
          <p:cNvSpPr>
            <a:spLocks xmlns:a="http://schemas.openxmlformats.org/drawingml/2006/main" noGrp="1"/>
          </p:cNvSpPr>
          <p:nvPr/>
        </p:nvSpPr>
        <p:spPr>
          <a:xfrm xmlns:a="http://schemas.openxmlformats.org/drawingml/2006/main">
            <a:off x="6191250" y="45720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테스트 + benchmark + 실행 환경</a:t>
            </a:r>
          </a:p>
        </p:txBody>
      </p:sp>
      <p:sp>
        <p:nvSpPr>
          <p:cNvPr id="23" name="현재 문제와 확인 요구에 맞춰 구성한 작업 환경">
            <a:extLst xmlns:a="http://schemas.openxmlformats.org/drawingml/2006/main">
              <a:ext uri="{FF2B5EF4-FFF2-40B4-BE49-F238E27FC236}">
                <a16:creationId xmlns:a16="http://schemas.microsoft.com/office/drawing/2014/main" id="{890152C8-74A8-4D33-ACA8-6B7B85DAC8CE}"/>
              </a:ext>
            </a:extLst>
          </p:cNvPr>
          <p:cNvSpPr>
            <a:spLocks xmlns:a="http://schemas.openxmlformats.org/drawingml/2006/main" noGrp="1"/>
          </p:cNvSpPr>
          <p:nvPr/>
        </p:nvSpPr>
        <p:spPr>
          <a:xfrm xmlns:a="http://schemas.openxmlformats.org/drawingml/2006/main">
            <a:off x="609600" y="54292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현재 문제와 확인 요구에 맞춰 구성한 작업 환경</a:t>
            </a:r>
          </a:p>
        </p:txBody>
      </p:sp>
      <p:sp>
        <p:nvSpPr>
          <p:cNvPr id="24" name="Legacy module connection">
            <a:extLst xmlns:a="http://schemas.openxmlformats.org/drawingml/2006/main">
              <a:ext uri="{FF2B5EF4-FFF2-40B4-BE49-F238E27FC236}">
                <a16:creationId xmlns:a16="http://schemas.microsoft.com/office/drawing/2014/main" id="{953EBD1B-F51B-494D-99EC-268634F5246F}"/>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471324273"/>
      </p:ext>
    </p:extLst>
  </p:cSld>
</p:sld>
</file>

<file path=ppt/slides/slide6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3" name="ACT 3 · 작업 방법과 실행·검증 환경을 하나로 연결">
            <a:extLst xmlns:a="http://schemas.openxmlformats.org/drawingml/2006/main">
              <a:ext uri="{FF2B5EF4-FFF2-40B4-BE49-F238E27FC236}">
                <a16:creationId xmlns:a16="http://schemas.microsoft.com/office/drawing/2014/main" id="{400EC4E8-3B0C-40B7-B466-75720386D3CF}"/>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작업 방법과 실행·검증 환경을 하나로 연결</a:t>
            </a:r>
          </a:p>
        </p:txBody>
      </p:sp>
      <p:sp>
        <p:nvSpPr>
          <p:cNvPr id="2" name="S64">
            <a:extLst xmlns:a="http://schemas.openxmlformats.org/drawingml/2006/main">
              <a:ext uri="{FF2B5EF4-FFF2-40B4-BE49-F238E27FC236}">
                <a16:creationId xmlns:a16="http://schemas.microsoft.com/office/drawing/2014/main" id="{C1EC5C4E-48A3-49F5-B1A4-76B0F80618C6}"/>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S64</a:t>
            </a:r>
          </a:p>
        </p:txBody>
      </p:sp>
      <p:sp>
        <p:nvSpPr>
          <p:cNvPr id="3" name="이 구성이 함께 작동하는 것이 Harness다">
            <a:extLst xmlns:a="http://schemas.openxmlformats.org/drawingml/2006/main">
              <a:ext uri="{FF2B5EF4-FFF2-40B4-BE49-F238E27FC236}">
                <a16:creationId xmlns:a16="http://schemas.microsoft.com/office/drawing/2014/main" id="{E93E0CF7-E2AF-42D2-90B2-42BA9DE7A2FB}"/>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이 구성이 함께 작동하는 것이 Harness다</a:t>
            </a:r>
          </a:p>
        </p:txBody>
      </p:sp>
      <p:sp>
        <p:nvSpPr>
          <p:cNvPr id="4" name="">
            <a:extLst xmlns:a="http://schemas.openxmlformats.org/drawingml/2006/main">
              <a:ext uri="{FF2B5EF4-FFF2-40B4-BE49-F238E27FC236}">
                <a16:creationId xmlns:a16="http://schemas.microsoft.com/office/drawing/2014/main" id="{D91EB639-48A3-4838-9FBF-5622D846DFF0}"/>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이 과정의 Harness 운영 모델 · 아래 관찰 구성은 STATE-04-PERF까지의 제한된 사례">
            <a:extLst xmlns:a="http://schemas.openxmlformats.org/drawingml/2006/main">
              <a:ext uri="{FF2B5EF4-FFF2-40B4-BE49-F238E27FC236}">
                <a16:creationId xmlns:a16="http://schemas.microsoft.com/office/drawing/2014/main" id="{00A3A0EA-6B55-4379-B5D2-ABF2B7AB4F78}"/>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이 과정의 Harness 운영 모델 · 아래 관찰 구성은 STATE-04-PERF까지의 제한된 사례</a:t>
            </a:r>
          </a:p>
        </p:txBody>
      </p:sp>
      <p:sp>
        <p:nvSpPr>
          <p:cNvPr id="6" name="공식 제품 분류·보편적 필수 목록이 아님 · 특정 구성요소의 단독 성능 효과는 입증하지 않음">
            <a:extLst xmlns:a="http://schemas.openxmlformats.org/drawingml/2006/main">
              <a:ext uri="{FF2B5EF4-FFF2-40B4-BE49-F238E27FC236}">
                <a16:creationId xmlns:a16="http://schemas.microsoft.com/office/drawing/2014/main" id="{36A91AD1-73F7-4343-85D3-AD2DE27A4B52}"/>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공식 제품 분류·보편적 필수 목록이 아님 · 특정 구성요소의 단독 성능 효과는 입증하지 않음</a:t>
            </a:r>
          </a:p>
        </p:txBody>
      </p:sp>
      <p:sp>
        <p:nvSpPr>
          <p:cNvPr id="7" name="">
            <a:extLst xmlns:a="http://schemas.openxmlformats.org/drawingml/2006/main">
              <a:ext uri="{FF2B5EF4-FFF2-40B4-BE49-F238E27FC236}">
                <a16:creationId xmlns:a16="http://schemas.microsoft.com/office/drawing/2014/main" id="{20D33184-4484-47B6-B8D2-AFC5D728AB37}"/>
              </a:ext>
            </a:extLst>
          </p:cNvPr>
          <p:cNvSpPr>
            <a:spLocks xmlns:a="http://schemas.openxmlformats.org/drawingml/2006/main" noGrp="1"/>
          </p:cNvSpPr>
          <p:nvPr/>
        </p:nvSpPr>
        <p:spPr>
          <a:xfrm xmlns:a="http://schemas.openxmlformats.org/drawingml/2006/main">
            <a:off x="609600" y="1828800"/>
            <a:ext cx="10972800" cy="3209925"/>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8" name="프로젝트 작업 환경">
            <a:extLst xmlns:a="http://schemas.openxmlformats.org/drawingml/2006/main">
              <a:ext uri="{FF2B5EF4-FFF2-40B4-BE49-F238E27FC236}">
                <a16:creationId xmlns:a16="http://schemas.microsoft.com/office/drawing/2014/main" id="{59B54774-92EA-4B9E-8D8D-BC58A1387201}"/>
              </a:ext>
            </a:extLst>
          </p:cNvPr>
          <p:cNvSpPr>
            <a:spLocks xmlns:a="http://schemas.openxmlformats.org/drawingml/2006/main" noGrp="1"/>
          </p:cNvSpPr>
          <p:nvPr/>
        </p:nvSpPr>
        <p:spPr>
          <a:xfrm xmlns:a="http://schemas.openxmlformats.org/drawingml/2006/main">
            <a:off x="800100" y="1943100"/>
            <a:ext cx="10591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프로젝트 작업 환경</a:t>
            </a:r>
          </a:p>
        </p:txBody>
      </p:sp>
      <p:sp>
        <p:nvSpPr>
          <p:cNvPr id="9" name="">
            <a:extLst xmlns:a="http://schemas.openxmlformats.org/drawingml/2006/main">
              <a:ext uri="{FF2B5EF4-FFF2-40B4-BE49-F238E27FC236}">
                <a16:creationId xmlns:a16="http://schemas.microsoft.com/office/drawing/2014/main" id="{354955C9-5FEB-438F-8FA5-7257B0A5AC1E}"/>
              </a:ext>
            </a:extLst>
          </p:cNvPr>
          <p:cNvSpPr>
            <a:spLocks xmlns:a="http://schemas.openxmlformats.org/drawingml/2006/main" noGrp="1"/>
          </p:cNvSpPr>
          <p:nvPr/>
        </p:nvSpPr>
        <p:spPr>
          <a:xfrm xmlns:a="http://schemas.openxmlformats.org/drawingml/2006/main">
            <a:off x="838200" y="2581275"/>
            <a:ext cx="2609850" cy="1400175"/>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0" name="목표·허용 범위">
            <a:extLst xmlns:a="http://schemas.openxmlformats.org/drawingml/2006/main">
              <a:ext uri="{FF2B5EF4-FFF2-40B4-BE49-F238E27FC236}">
                <a16:creationId xmlns:a16="http://schemas.microsoft.com/office/drawing/2014/main" id="{9D592889-A69C-4990-90B4-A29060ADACFC}"/>
              </a:ext>
            </a:extLst>
          </p:cNvPr>
          <p:cNvSpPr>
            <a:spLocks xmlns:a="http://schemas.openxmlformats.org/drawingml/2006/main" noGrp="1"/>
          </p:cNvSpPr>
          <p:nvPr/>
        </p:nvSpPr>
        <p:spPr>
          <a:xfrm xmlns:a="http://schemas.openxmlformats.org/drawingml/2006/main">
            <a:off x="1009650" y="26955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목표·허용 범위</a:t>
            </a:r>
          </a:p>
        </p:txBody>
      </p:sp>
      <p:sp>
        <p:nvSpPr>
          <p:cNvPr id="11" name="개발자가 정한다">
            <a:extLst xmlns:a="http://schemas.openxmlformats.org/drawingml/2006/main">
              <a:ext uri="{FF2B5EF4-FFF2-40B4-BE49-F238E27FC236}">
                <a16:creationId xmlns:a16="http://schemas.microsoft.com/office/drawing/2014/main" id="{DACC4C08-148A-4ACE-86AC-D5289D03704D}"/>
              </a:ext>
            </a:extLst>
          </p:cNvPr>
          <p:cNvSpPr>
            <a:spLocks xmlns:a="http://schemas.openxmlformats.org/drawingml/2006/main" noGrp="1"/>
          </p:cNvSpPr>
          <p:nvPr/>
        </p:nvSpPr>
        <p:spPr>
          <a:xfrm xmlns:a="http://schemas.openxmlformats.org/drawingml/2006/main">
            <a:off x="1009650" y="3219450"/>
            <a:ext cx="2266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개발자가 정한다</a:t>
            </a:r>
          </a:p>
        </p:txBody>
      </p:sp>
      <p:sp>
        <p:nvSpPr>
          <p:cNvPr id="12" name="">
            <a:extLst xmlns:a="http://schemas.openxmlformats.org/drawingml/2006/main">
              <a:ext uri="{FF2B5EF4-FFF2-40B4-BE49-F238E27FC236}">
                <a16:creationId xmlns:a16="http://schemas.microsoft.com/office/drawing/2014/main" id="{6F7B174D-6453-48B3-8664-0D12613A0A4A}"/>
              </a:ext>
            </a:extLst>
          </p:cNvPr>
          <p:cNvSpPr>
            <a:spLocks xmlns:a="http://schemas.openxmlformats.org/drawingml/2006/main" noGrp="1"/>
          </p:cNvSpPr>
          <p:nvPr/>
        </p:nvSpPr>
        <p:spPr>
          <a:xfrm xmlns:a="http://schemas.openxmlformats.org/drawingml/2006/main">
            <a:off x="3609975" y="3076575"/>
            <a:ext cx="276225" cy="2095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B0EE0D9-2969-42F7-98F0-4DCF5A252721}"/>
              </a:ext>
            </a:extLst>
          </p:cNvPr>
          <p:cNvSpPr>
            <a:spLocks xmlns:a="http://schemas.openxmlformats.org/drawingml/2006/main" noGrp="1"/>
          </p:cNvSpPr>
          <p:nvPr/>
        </p:nvSpPr>
        <p:spPr>
          <a:xfrm xmlns:a="http://schemas.openxmlformats.org/drawingml/2006/main">
            <a:off x="4133850" y="2581275"/>
            <a:ext cx="3590925" cy="140017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4" name="Agent의 수행 방법">
            <a:extLst xmlns:a="http://schemas.openxmlformats.org/drawingml/2006/main">
              <a:ext uri="{FF2B5EF4-FFF2-40B4-BE49-F238E27FC236}">
                <a16:creationId xmlns:a16="http://schemas.microsoft.com/office/drawing/2014/main" id="{501DC2D0-88DC-4264-9F5E-8B2B504DCC63}"/>
              </a:ext>
            </a:extLst>
          </p:cNvPr>
          <p:cNvSpPr>
            <a:spLocks xmlns:a="http://schemas.openxmlformats.org/drawingml/2006/main" noGrp="1"/>
          </p:cNvSpPr>
          <p:nvPr/>
        </p:nvSpPr>
        <p:spPr>
          <a:xfrm xmlns:a="http://schemas.openxmlformats.org/drawingml/2006/main">
            <a:off x="4305300" y="2695575"/>
            <a:ext cx="3248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Agent의 수행 방법</a:t>
            </a:r>
          </a:p>
        </p:txBody>
      </p:sp>
      <p:sp>
        <p:nvSpPr>
          <p:cNvPr id="15" name="조사 → 판단 → 변경">
            <a:extLst xmlns:a="http://schemas.openxmlformats.org/drawingml/2006/main">
              <a:ext uri="{FF2B5EF4-FFF2-40B4-BE49-F238E27FC236}">
                <a16:creationId xmlns:a16="http://schemas.microsoft.com/office/drawing/2014/main" id="{A80A619A-225E-4859-8A3E-E31DB9C743E4}"/>
              </a:ext>
            </a:extLst>
          </p:cNvPr>
          <p:cNvSpPr>
            <a:spLocks xmlns:a="http://schemas.openxmlformats.org/drawingml/2006/main" noGrp="1"/>
          </p:cNvSpPr>
          <p:nvPr/>
        </p:nvSpPr>
        <p:spPr>
          <a:xfrm xmlns:a="http://schemas.openxmlformats.org/drawingml/2006/main">
            <a:off x="4305300" y="3219450"/>
            <a:ext cx="32480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조사 → 판단 → 변경</a:t>
            </a:r>
          </a:p>
        </p:txBody>
      </p:sp>
      <p:sp>
        <p:nvSpPr>
          <p:cNvPr id="16" name="">
            <a:extLst xmlns:a="http://schemas.openxmlformats.org/drawingml/2006/main">
              <a:ext uri="{FF2B5EF4-FFF2-40B4-BE49-F238E27FC236}">
                <a16:creationId xmlns:a16="http://schemas.microsoft.com/office/drawing/2014/main" id="{1B289AEF-BB05-4B02-91CB-5B41E0E5CF2A}"/>
              </a:ext>
            </a:extLst>
          </p:cNvPr>
          <p:cNvSpPr>
            <a:spLocks xmlns:a="http://schemas.openxmlformats.org/drawingml/2006/main" noGrp="1"/>
          </p:cNvSpPr>
          <p:nvPr/>
        </p:nvSpPr>
        <p:spPr>
          <a:xfrm xmlns:a="http://schemas.openxmlformats.org/drawingml/2006/main">
            <a:off x="7886700" y="3076575"/>
            <a:ext cx="276225" cy="2095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09F95FF-E49F-4805-9740-31E0E523CD83}"/>
              </a:ext>
            </a:extLst>
          </p:cNvPr>
          <p:cNvSpPr>
            <a:spLocks xmlns:a="http://schemas.openxmlformats.org/drawingml/2006/main" noGrp="1"/>
          </p:cNvSpPr>
          <p:nvPr/>
        </p:nvSpPr>
        <p:spPr>
          <a:xfrm xmlns:a="http://schemas.openxmlformats.org/drawingml/2006/main">
            <a:off x="8410575" y="2581275"/>
            <a:ext cx="2943225" cy="1400175"/>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8" name="완료 근거·검토">
            <a:extLst xmlns:a="http://schemas.openxmlformats.org/drawingml/2006/main">
              <a:ext uri="{FF2B5EF4-FFF2-40B4-BE49-F238E27FC236}">
                <a16:creationId xmlns:a16="http://schemas.microsoft.com/office/drawing/2014/main" id="{302ACBA0-9AFA-4DD9-8FBE-897ED077AD92}"/>
              </a:ext>
            </a:extLst>
          </p:cNvPr>
          <p:cNvSpPr>
            <a:spLocks xmlns:a="http://schemas.openxmlformats.org/drawingml/2006/main" noGrp="1"/>
          </p:cNvSpPr>
          <p:nvPr/>
        </p:nvSpPr>
        <p:spPr>
          <a:xfrm xmlns:a="http://schemas.openxmlformats.org/drawingml/2006/main">
            <a:off x="8582025" y="2695575"/>
            <a:ext cx="2600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완료 근거·검토</a:t>
            </a:r>
          </a:p>
        </p:txBody>
      </p:sp>
      <p:sp>
        <p:nvSpPr>
          <p:cNvPr id="19" name="검증 결과를 확인">
            <a:extLst xmlns:a="http://schemas.openxmlformats.org/drawingml/2006/main">
              <a:ext uri="{FF2B5EF4-FFF2-40B4-BE49-F238E27FC236}">
                <a16:creationId xmlns:a16="http://schemas.microsoft.com/office/drawing/2014/main" id="{41994AED-C1E0-4CA0-A19D-A604411B6A2C}"/>
              </a:ext>
            </a:extLst>
          </p:cNvPr>
          <p:cNvSpPr>
            <a:spLocks xmlns:a="http://schemas.openxmlformats.org/drawingml/2006/main" noGrp="1"/>
          </p:cNvSpPr>
          <p:nvPr/>
        </p:nvSpPr>
        <p:spPr>
          <a:xfrm xmlns:a="http://schemas.openxmlformats.org/drawingml/2006/main">
            <a:off x="8582025" y="3219450"/>
            <a:ext cx="26003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검증 결과를 확인</a:t>
            </a:r>
          </a:p>
        </p:txBody>
      </p:sp>
      <p:sp>
        <p:nvSpPr>
          <p:cNvPr id="20" name="Context·재사용 절차 + 실행 도구·입력·권한·측정 환경">
            <a:extLst xmlns:a="http://schemas.openxmlformats.org/drawingml/2006/main">
              <a:ext uri="{FF2B5EF4-FFF2-40B4-BE49-F238E27FC236}">
                <a16:creationId xmlns:a16="http://schemas.microsoft.com/office/drawing/2014/main" id="{F3FBF0C8-4C68-475B-BC6E-8486D12027D6}"/>
              </a:ext>
            </a:extLst>
          </p:cNvPr>
          <p:cNvSpPr>
            <a:spLocks xmlns:a="http://schemas.openxmlformats.org/drawingml/2006/main" noGrp="1"/>
          </p:cNvSpPr>
          <p:nvPr/>
        </p:nvSpPr>
        <p:spPr>
          <a:xfrm xmlns:a="http://schemas.openxmlformats.org/drawingml/2006/main">
            <a:off x="838200" y="4391025"/>
            <a:ext cx="10515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Context·재사용 절차 + 실행 도구·입력·권한·측정 환경</a:t>
            </a:r>
          </a:p>
        </p:txBody>
      </p:sp>
      <p:sp>
        <p:nvSpPr>
          <p:cNvPr id="21" name="관찰한 구성: AGENTS.md · docs · Skill · Tests · Benchmark">
            <a:extLst xmlns:a="http://schemas.openxmlformats.org/drawingml/2006/main">
              <a:ext uri="{FF2B5EF4-FFF2-40B4-BE49-F238E27FC236}">
                <a16:creationId xmlns:a16="http://schemas.microsoft.com/office/drawing/2014/main" id="{293EF153-E153-4C69-AFC5-D03A55D043A7}"/>
              </a:ext>
            </a:extLst>
          </p:cNvPr>
          <p:cNvSpPr>
            <a:spLocks xmlns:a="http://schemas.openxmlformats.org/drawingml/2006/main" noGrp="1"/>
          </p:cNvSpPr>
          <p:nvPr/>
        </p:nvSpPr>
        <p:spPr>
          <a:xfrm xmlns:a="http://schemas.openxmlformats.org/drawingml/2006/main">
            <a:off x="609600" y="53435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관찰한 구성: AGENTS.md · docs · Skill · Tests · Benchmark</a:t>
            </a:r>
          </a:p>
        </p:txBody>
      </p:sp>
      <p:sp>
        <p:nvSpPr>
          <p:cNvPr id="22" name="Legacy module connection">
            <a:extLst xmlns:a="http://schemas.openxmlformats.org/drawingml/2006/main">
              <a:ext uri="{FF2B5EF4-FFF2-40B4-BE49-F238E27FC236}">
                <a16:creationId xmlns:a16="http://schemas.microsoft.com/office/drawing/2014/main" id="{99D03A55-A56D-41E5-8C18-2A39F1FB892C}"/>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240123196"/>
      </p:ext>
    </p:extLst>
  </p:cSld>
</p:sld>
</file>

<file path=ppt/slides/slide6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9" name="ACT 3 · 결과를 해석할 환경을 함께 기록">
            <a:extLst xmlns:a="http://schemas.openxmlformats.org/drawingml/2006/main">
              <a:ext uri="{FF2B5EF4-FFF2-40B4-BE49-F238E27FC236}">
                <a16:creationId xmlns:a16="http://schemas.microsoft.com/office/drawing/2014/main" id="{C6F5B0E2-8A50-4E75-BFD5-FE84ABF4B580}"/>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결과를 해석할 환경을 함께 기록</a:t>
            </a:r>
          </a:p>
        </p:txBody>
      </p:sp>
      <p:sp>
        <p:nvSpPr>
          <p:cNvPr id="2" name="S65">
            <a:extLst xmlns:a="http://schemas.openxmlformats.org/drawingml/2006/main">
              <a:ext uri="{FF2B5EF4-FFF2-40B4-BE49-F238E27FC236}">
                <a16:creationId xmlns:a16="http://schemas.microsoft.com/office/drawing/2014/main" id="{2735DF18-52FC-4B5C-B4EB-97DF70D866EB}"/>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S65</a:t>
            </a:r>
          </a:p>
        </p:txBody>
      </p:sp>
      <p:sp>
        <p:nvSpPr>
          <p:cNvPr id="3" name="같은 Repository라도 실행 조건은 다를 수 있다">
            <a:extLst xmlns:a="http://schemas.openxmlformats.org/drawingml/2006/main">
              <a:ext uri="{FF2B5EF4-FFF2-40B4-BE49-F238E27FC236}">
                <a16:creationId xmlns:a16="http://schemas.microsoft.com/office/drawing/2014/main" id="{F88F3020-8196-42B1-90A8-2199E5DAF2B0}"/>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같은 Repository라도 실행 조건은 다를 수 있다</a:t>
            </a:r>
          </a:p>
        </p:txBody>
      </p:sp>
      <p:sp>
        <p:nvSpPr>
          <p:cNvPr id="4" name="">
            <a:extLst xmlns:a="http://schemas.openxmlformats.org/drawingml/2006/main">
              <a:ext uri="{FF2B5EF4-FFF2-40B4-BE49-F238E27FC236}">
                <a16:creationId xmlns:a16="http://schemas.microsoft.com/office/drawing/2014/main" id="{03156907-8FC1-422F-831E-E01654FA58FC}"/>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5" name="">
            <a:extLst xmlns:a="http://schemas.openxmlformats.org/drawingml/2006/main">
              <a:ext uri="{FF2B5EF4-FFF2-40B4-BE49-F238E27FC236}">
                <a16:creationId xmlns:a16="http://schemas.microsoft.com/office/drawing/2014/main" id="{11CB12B3-219C-4736-B0EA-B8862EE3B070}"/>
              </a:ext>
            </a:extLst>
          </p:cNvPr>
          <p:cNvSpPr>
            <a:spLocks xmlns:a="http://schemas.openxmlformats.org/drawingml/2006/main" noGrp="1"/>
          </p:cNvSpPr>
          <p:nvPr/>
        </p:nvSpPr>
        <p:spPr>
          <a:xfrm xmlns:a="http://schemas.openxmlformats.org/drawingml/2006/main">
            <a:off x="609600" y="5695950"/>
            <a:ext cx="10972800" cy="0"/>
          </a:xfrm>
          <a:prstGeom xmlns:a="http://schemas.openxmlformats.org/drawingml/2006/main" prst="line">
            <a:avLst/>
          </a:prstGeom>
          <a:noFill xmlns:a="http://schemas.openxmlformats.org/drawingml/2006/main"/>
          <a:ln xmlns:a="http://schemas.openxmlformats.org/drawingml/2006/main" w="9525">
            <a:solidFill>
              <a:srgbClr val="0B6172"/>
            </a:solidFill>
            <a:prstDash val="solid"/>
          </a:ln>
        </p:spPr>
      </p:sp>
      <p:sp>
        <p:nvSpPr>
          <p:cNvPr id="6" name="OBSERVED_META · TRIAL-006/007/008의 전역 지침·시작 경고 관찰을 예고 · 상세는 ">
            <a:extLst xmlns:a="http://schemas.openxmlformats.org/drawingml/2006/main">
              <a:ext uri="{FF2B5EF4-FFF2-40B4-BE49-F238E27FC236}">
                <a16:creationId xmlns:a16="http://schemas.microsoft.com/office/drawing/2014/main" id="{04325872-59E2-4CE7-8E81-CF0BC9E9706E}"/>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OBSERVED_META · TRIAL-006/007/008의 전역 지침·시작 경고 관찰을 예고 · 상세는 ACT 4</a:t>
            </a:r>
          </a:p>
        </p:txBody>
      </p:sp>
      <p:sp>
        <p:nvSpPr>
          <p:cNvPr id="7" name="경고는 실행 기여의 증거가 아님 · 전체 환경 목록·Hook/MCP 인과효과·현재 제품 동작은 미검증">
            <a:extLst xmlns:a="http://schemas.openxmlformats.org/drawingml/2006/main">
              <a:ext uri="{FF2B5EF4-FFF2-40B4-BE49-F238E27FC236}">
                <a16:creationId xmlns:a16="http://schemas.microsoft.com/office/drawing/2014/main" id="{823A2887-E0A0-4921-9FAB-509730AE9A27}"/>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경고는 실행 기여의 증거가 아님 · 전체 환경 목록·Hook/MCP 인과효과·현재 제품 동작은 미검증</a:t>
            </a:r>
          </a:p>
        </p:txBody>
      </p:sp>
      <p:sp>
        <p:nvSpPr>
          <p:cNvPr id="8" name="">
            <a:extLst xmlns:a="http://schemas.openxmlformats.org/drawingml/2006/main">
              <a:ext uri="{FF2B5EF4-FFF2-40B4-BE49-F238E27FC236}">
                <a16:creationId xmlns:a16="http://schemas.microsoft.com/office/drawing/2014/main" id="{18225115-1C48-4940-9BF7-12F615D92252}"/>
              </a:ext>
            </a:extLst>
          </p:cNvPr>
          <p:cNvSpPr>
            <a:spLocks xmlns:a="http://schemas.openxmlformats.org/drawingml/2006/main" noGrp="1"/>
          </p:cNvSpPr>
          <p:nvPr/>
        </p:nvSpPr>
        <p:spPr>
          <a:xfrm xmlns:a="http://schemas.openxmlformats.org/drawingml/2006/main">
            <a:off x="609600" y="2257425"/>
            <a:ext cx="4248150" cy="223837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9" name="Repository 안">
            <a:extLst xmlns:a="http://schemas.openxmlformats.org/drawingml/2006/main">
              <a:ext uri="{FF2B5EF4-FFF2-40B4-BE49-F238E27FC236}">
                <a16:creationId xmlns:a16="http://schemas.microsoft.com/office/drawing/2014/main" id="{EDD8B53B-AF8E-4D4D-9BFA-A083B35E1A80}"/>
              </a:ext>
            </a:extLst>
          </p:cNvPr>
          <p:cNvSpPr>
            <a:spLocks xmlns:a="http://schemas.openxmlformats.org/drawingml/2006/main" noGrp="1"/>
          </p:cNvSpPr>
          <p:nvPr/>
        </p:nvSpPr>
        <p:spPr>
          <a:xfrm xmlns:a="http://schemas.openxmlformats.org/drawingml/2006/main">
            <a:off x="781050" y="2371725"/>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Repository 안</a:t>
            </a:r>
          </a:p>
        </p:txBody>
      </p:sp>
      <p:sp>
        <p:nvSpPr>
          <p:cNvPr id="10" name="코드 · AGENTS.md&#10;상세 문서 · 재사용 Skill">
            <a:extLst xmlns:a="http://schemas.openxmlformats.org/drawingml/2006/main">
              <a:ext uri="{FF2B5EF4-FFF2-40B4-BE49-F238E27FC236}">
                <a16:creationId xmlns:a16="http://schemas.microsoft.com/office/drawing/2014/main" id="{C8A23D7B-55FF-402F-907D-D4A9153FD0D8}"/>
              </a:ext>
            </a:extLst>
          </p:cNvPr>
          <p:cNvSpPr>
            <a:spLocks xmlns:a="http://schemas.openxmlformats.org/drawingml/2006/main" noGrp="1"/>
          </p:cNvSpPr>
          <p:nvPr/>
        </p:nvSpPr>
        <p:spPr>
          <a:xfrm xmlns:a="http://schemas.openxmlformats.org/drawingml/2006/main">
            <a:off x="781050" y="2895600"/>
            <a:ext cx="3905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코드 · AGENTS.md</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상세 문서 · 재사용 Skill</a:t>
            </a:r>
          </a:p>
        </p:txBody>
      </p:sp>
      <p:sp>
        <p:nvSpPr>
          <p:cNvPr id="11" name="+">
            <a:extLst xmlns:a="http://schemas.openxmlformats.org/drawingml/2006/main">
              <a:ext uri="{FF2B5EF4-FFF2-40B4-BE49-F238E27FC236}">
                <a16:creationId xmlns:a16="http://schemas.microsoft.com/office/drawing/2014/main" id="{70E8C3A4-3FDF-4B54-ADB0-BC73FD36E41B}"/>
              </a:ext>
            </a:extLst>
          </p:cNvPr>
          <p:cNvSpPr>
            <a:spLocks xmlns:a="http://schemas.openxmlformats.org/drawingml/2006/main" noGrp="1"/>
          </p:cNvSpPr>
          <p:nvPr/>
        </p:nvSpPr>
        <p:spPr>
          <a:xfrm xmlns:a="http://schemas.openxmlformats.org/drawingml/2006/main">
            <a:off x="5162550" y="3086100"/>
            <a:ext cx="47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0B6172"/>
                </a:solidFill>
                <a:latin typeface="Malgun Gothic"/>
                <a:ea typeface="Malgun Gothic"/>
                <a:cs typeface="Malgun Gothic"/>
              </a:defRPr>
            </a:defPPr>
            <a:lvl1pPr algn="l">
              <a:defRPr sz="2700" b="1">
                <a:solidFill>
                  <a:srgbClr val="0B6172"/>
                </a:solidFill>
                <a:latin typeface="Malgun Gothic"/>
                <a:ea typeface="Malgun Gothic"/>
                <a:cs typeface="Malgun Gothic"/>
              </a:defRPr>
            </a:lvl1pPr>
            <a:lvl2pPr algn="l">
              <a:defRPr sz="2700" b="1">
                <a:solidFill>
                  <a:srgbClr val="0B6172"/>
                </a:solidFill>
                <a:latin typeface="Malgun Gothic"/>
                <a:ea typeface="Malgun Gothic"/>
                <a:cs typeface="Malgun Gothic"/>
              </a:defRPr>
            </a:lvl2pPr>
            <a:lvl3pPr algn="l">
              <a:defRPr sz="2700" b="1">
                <a:solidFill>
                  <a:srgbClr val="0B6172"/>
                </a:solidFill>
                <a:latin typeface="Malgun Gothic"/>
                <a:ea typeface="Malgun Gothic"/>
                <a:cs typeface="Malgun Gothic"/>
              </a:defRPr>
            </a:lvl3pPr>
            <a:lvl4pPr algn="l">
              <a:defRPr sz="2700" b="1">
                <a:solidFill>
                  <a:srgbClr val="0B6172"/>
                </a:solidFill>
                <a:latin typeface="Malgun Gothic"/>
                <a:ea typeface="Malgun Gothic"/>
                <a:cs typeface="Malgun Gothic"/>
              </a:defRPr>
            </a:lvl4pPr>
            <a:lvl5pPr algn="l">
              <a:defRPr sz="2700" b="1">
                <a:solidFill>
                  <a:srgbClr val="0B6172"/>
                </a:solidFill>
                <a:latin typeface="Malgun Gothic"/>
                <a:ea typeface="Malgun Gothic"/>
                <a:cs typeface="Malgun Gothic"/>
              </a:defRPr>
            </a:lvl5pPr>
            <a:lvl6pPr algn="l">
              <a:defRPr sz="2700" b="1">
                <a:solidFill>
                  <a:srgbClr val="0B6172"/>
                </a:solidFill>
                <a:latin typeface="Malgun Gothic"/>
                <a:ea typeface="Malgun Gothic"/>
                <a:cs typeface="Malgun Gothic"/>
              </a:defRPr>
            </a:lvl6pPr>
            <a:lvl7pPr algn="l">
              <a:defRPr sz="2700" b="1">
                <a:solidFill>
                  <a:srgbClr val="0B6172"/>
                </a:solidFill>
                <a:latin typeface="Malgun Gothic"/>
                <a:ea typeface="Malgun Gothic"/>
                <a:cs typeface="Malgun Gothic"/>
              </a:defRPr>
            </a:lvl7pPr>
            <a:lvl8pPr algn="l">
              <a:defRPr sz="2700" b="1">
                <a:solidFill>
                  <a:srgbClr val="0B6172"/>
                </a:solidFill>
                <a:latin typeface="Malgun Gothic"/>
                <a:ea typeface="Malgun Gothic"/>
                <a:cs typeface="Malgun Gothic"/>
              </a:defRPr>
            </a:lvl8pPr>
            <a:lvl9pPr algn="l">
              <a:defRPr sz="2700" b="1">
                <a:solidFill>
                  <a:srgbClr val="0B6172"/>
                </a:solidFill>
                <a:latin typeface="Malgun Gothic"/>
                <a:ea typeface="Malgun Gothic"/>
                <a:cs typeface="Malgun Gothic"/>
              </a:defRPr>
            </a:lvl9pPr>
          </a:lstStyle>
          <a:p xmlns:a="http://schemas.openxmlformats.org/drawingml/2006/main">
            <a:pPr algn="l">
              <a:defRPr sz="2700" b="1">
                <a:solidFill>
                  <a:srgbClr val="0B6172"/>
                </a:solidFill>
                <a:latin typeface="Malgun Gothic"/>
                <a:ea typeface="Malgun Gothic"/>
                <a:cs typeface="Malgun Gothic"/>
              </a:defRPr>
            </a:pPr>
            <a:r>
              <a:rPr sz="2700" b="1">
                <a:solidFill>
                  <a:srgbClr val="0B6172"/>
                </a:solidFill>
                <a:latin typeface="Malgun Gothic"/>
                <a:ea typeface="Malgun Gothic"/>
                <a:cs typeface="Malgun Gothic"/>
              </a:rPr>
              <a:t>+</a:t>
            </a:r>
          </a:p>
        </p:txBody>
      </p:sp>
      <p:sp>
        <p:nvSpPr>
          <p:cNvPr id="12" name="">
            <a:extLst xmlns:a="http://schemas.openxmlformats.org/drawingml/2006/main">
              <a:ext uri="{FF2B5EF4-FFF2-40B4-BE49-F238E27FC236}">
                <a16:creationId xmlns:a16="http://schemas.microsoft.com/office/drawing/2014/main" id="{11E2BEBA-74AA-4299-94B6-95C7256C7B09}"/>
              </a:ext>
            </a:extLst>
          </p:cNvPr>
          <p:cNvSpPr>
            <a:spLocks xmlns:a="http://schemas.openxmlformats.org/drawingml/2006/main" noGrp="1"/>
          </p:cNvSpPr>
          <p:nvPr/>
        </p:nvSpPr>
        <p:spPr>
          <a:xfrm xmlns:a="http://schemas.openxmlformats.org/drawingml/2006/main">
            <a:off x="6096000" y="2257425"/>
            <a:ext cx="5486400" cy="2238375"/>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3" name="바깥에서 들어온 관찰">
            <a:extLst xmlns:a="http://schemas.openxmlformats.org/drawingml/2006/main">
              <a:ext uri="{FF2B5EF4-FFF2-40B4-BE49-F238E27FC236}">
                <a16:creationId xmlns:a16="http://schemas.microsoft.com/office/drawing/2014/main" id="{6562593F-0B32-4882-BE24-BC3DA4240D5A}"/>
              </a:ext>
            </a:extLst>
          </p:cNvPr>
          <p:cNvSpPr>
            <a:spLocks xmlns:a="http://schemas.openxmlformats.org/drawingml/2006/main" noGrp="1"/>
          </p:cNvSpPr>
          <p:nvPr/>
        </p:nvSpPr>
        <p:spPr>
          <a:xfrm xmlns:a="http://schemas.openxmlformats.org/drawingml/2006/main">
            <a:off x="6267450" y="23717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바깥에서 들어온 관찰</a:t>
            </a:r>
          </a:p>
        </p:txBody>
      </p:sp>
      <p:sp>
        <p:nvSpPr>
          <p:cNvPr id="14" name="전역 지침·Skills의 포함&#10;Hook·MCP 초기화 경고">
            <a:extLst xmlns:a="http://schemas.openxmlformats.org/drawingml/2006/main">
              <a:ext uri="{FF2B5EF4-FFF2-40B4-BE49-F238E27FC236}">
                <a16:creationId xmlns:a16="http://schemas.microsoft.com/office/drawing/2014/main" id="{9559E45E-A977-434D-B134-A18D4DFF67FA}"/>
              </a:ext>
            </a:extLst>
          </p:cNvPr>
          <p:cNvSpPr>
            <a:spLocks xmlns:a="http://schemas.openxmlformats.org/drawingml/2006/main" noGrp="1"/>
          </p:cNvSpPr>
          <p:nvPr/>
        </p:nvSpPr>
        <p:spPr>
          <a:xfrm xmlns:a="http://schemas.openxmlformats.org/drawingml/2006/main">
            <a:off x="6267450" y="2895600"/>
            <a:ext cx="51435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전역 지침·Skills의 포함</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Hook·MCP 초기화 경고</a:t>
            </a:r>
          </a:p>
        </p:txBody>
      </p:sp>
      <p:sp>
        <p:nvSpPr>
          <p:cNvPr id="15" name="함께 남길 조건">
            <a:extLst xmlns:a="http://schemas.openxmlformats.org/drawingml/2006/main">
              <a:ext uri="{FF2B5EF4-FFF2-40B4-BE49-F238E27FC236}">
                <a16:creationId xmlns:a16="http://schemas.microsoft.com/office/drawing/2014/main" id="{D625208D-6331-48BA-99B1-449D38378987}"/>
              </a:ext>
            </a:extLst>
          </p:cNvPr>
          <p:cNvSpPr>
            <a:spLocks xmlns:a="http://schemas.openxmlformats.org/drawingml/2006/main" noGrp="1"/>
          </p:cNvSpPr>
          <p:nvPr/>
        </p:nvSpPr>
        <p:spPr>
          <a:xfrm xmlns:a="http://schemas.openxmlformats.org/drawingml/2006/main">
            <a:off x="609600" y="4914900"/>
            <a:ext cx="234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함께 남길 조건</a:t>
            </a:r>
          </a:p>
        </p:txBody>
      </p:sp>
      <p:sp>
        <p:nvSpPr>
          <p:cNvPr id="16" name="적용 지침 · 모델/설정 · 권한 · OS/runtime">
            <a:extLst xmlns:a="http://schemas.openxmlformats.org/drawingml/2006/main">
              <a:ext uri="{FF2B5EF4-FFF2-40B4-BE49-F238E27FC236}">
                <a16:creationId xmlns:a16="http://schemas.microsoft.com/office/drawing/2014/main" id="{912563F6-E0B6-4CD2-944D-EC30CCE08190}"/>
              </a:ext>
            </a:extLst>
          </p:cNvPr>
          <p:cNvSpPr>
            <a:spLocks xmlns:a="http://schemas.openxmlformats.org/drawingml/2006/main" noGrp="1"/>
          </p:cNvSpPr>
          <p:nvPr/>
        </p:nvSpPr>
        <p:spPr>
          <a:xfrm xmlns:a="http://schemas.openxmlformats.org/drawingml/2006/main">
            <a:off x="3105150" y="4914900"/>
            <a:ext cx="847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적용 지침 · 모델/설정 · 권한 · OS/runtime</a:t>
            </a:r>
          </a:p>
        </p:txBody>
      </p:sp>
      <p:sp>
        <p:nvSpPr>
          <p:cNvPr id="17" name="관찰한 흔적과, 결과에 영향을 줬다는 판단은 구분한다">
            <a:extLst xmlns:a="http://schemas.openxmlformats.org/drawingml/2006/main">
              <a:ext uri="{FF2B5EF4-FFF2-40B4-BE49-F238E27FC236}">
                <a16:creationId xmlns:a16="http://schemas.microsoft.com/office/drawing/2014/main" id="{40B6344B-F392-4BC2-AB4F-156B62BAFDF9}"/>
              </a:ext>
            </a:extLst>
          </p:cNvPr>
          <p:cNvSpPr>
            <a:spLocks xmlns:a="http://schemas.openxmlformats.org/drawingml/2006/main" noGrp="1"/>
          </p:cNvSpPr>
          <p:nvPr/>
        </p:nvSpPr>
        <p:spPr>
          <a:xfrm xmlns:a="http://schemas.openxmlformats.org/drawingml/2006/main">
            <a:off x="609600" y="54102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관찰한 흔적과, 결과에 영향을 줬다는 판단은 구분한다</a:t>
            </a:r>
          </a:p>
        </p:txBody>
      </p:sp>
      <p:sp>
        <p:nvSpPr>
          <p:cNvPr id="18" name="Legacy module connection">
            <a:extLst xmlns:a="http://schemas.openxmlformats.org/drawingml/2006/main">
              <a:ext uri="{FF2B5EF4-FFF2-40B4-BE49-F238E27FC236}">
                <a16:creationId xmlns:a16="http://schemas.microsoft.com/office/drawing/2014/main" id="{ECF7B0DB-4221-470D-971E-249153B3E0A6}"/>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M6</a:t>
            </a:r>
          </a:p>
        </p:txBody>
      </p:sp>
    </p:spTree>
    <p:extLst>
      <p:ext uri="{BB962C8B-B14F-4D97-AF65-F5344CB8AC3E}">
        <p14:creationId xmlns:p14="http://schemas.microsoft.com/office/powerpoint/2010/main" val="959576257"/>
      </p:ext>
    </p:extLst>
  </p:cSld>
</p:sld>
</file>

<file path=ppt/slides/slide6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3" name="ACT 3 · 도구를 넘어 같은 판단을 적용하기">
            <a:extLst xmlns:a="http://schemas.openxmlformats.org/drawingml/2006/main">
              <a:ext uri="{FF2B5EF4-FFF2-40B4-BE49-F238E27FC236}">
                <a16:creationId xmlns:a16="http://schemas.microsoft.com/office/drawing/2014/main" id="{5E32643A-28EB-4DFB-BCBD-87E308F924FF}"/>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도구를 넘어 같은 판단을 적용하기</a:t>
            </a:r>
          </a:p>
        </p:txBody>
      </p:sp>
      <p:sp>
        <p:nvSpPr>
          <p:cNvPr id="2" name="S66">
            <a:extLst xmlns:a="http://schemas.openxmlformats.org/drawingml/2006/main">
              <a:ext uri="{FF2B5EF4-FFF2-40B4-BE49-F238E27FC236}">
                <a16:creationId xmlns:a16="http://schemas.microsoft.com/office/drawing/2014/main" id="{78D075B7-7F09-4793-8A0D-AA7C863692BF}"/>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S66</a:t>
            </a:r>
          </a:p>
        </p:txBody>
      </p:sp>
      <p:sp>
        <p:nvSpPr>
          <p:cNvPr id="3" name="우리 C++ 검사 작업에 옮겨 보면">
            <a:extLst xmlns:a="http://schemas.openxmlformats.org/drawingml/2006/main">
              <a:ext uri="{FF2B5EF4-FFF2-40B4-BE49-F238E27FC236}">
                <a16:creationId xmlns:a16="http://schemas.microsoft.com/office/drawing/2014/main" id="{5A4C53E5-8B45-4D32-8AA5-6D4B4CD7980B}"/>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우리 C++ 검사 작업에 옮겨 보면</a:t>
            </a:r>
          </a:p>
        </p:txBody>
      </p:sp>
      <p:sp>
        <p:nvSpPr>
          <p:cNvPr id="4" name="">
            <a:extLst xmlns:a="http://schemas.openxmlformats.org/drawingml/2006/main">
              <a:ext uri="{FF2B5EF4-FFF2-40B4-BE49-F238E27FC236}">
                <a16:creationId xmlns:a16="http://schemas.microsoft.com/office/drawing/2014/main" id="{24ABEB56-BA96-4873-9016-C7573CF9A6C8}"/>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C++ Vision 전이를 위한 교육용 예시 · AI 생성 설명용 삽화">
            <a:extLst xmlns:a="http://schemas.openxmlformats.org/drawingml/2006/main">
              <a:ext uri="{FF2B5EF4-FFF2-40B4-BE49-F238E27FC236}">
                <a16:creationId xmlns:a16="http://schemas.microsoft.com/office/drawing/2014/main" id="{0079DCAB-6A51-45D8-B40B-43BE4E85E116}"/>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C++ Vision 전이를 위한 교육용 예시 · AI 생성 설명용 삽화</a:t>
            </a:r>
          </a:p>
        </p:txBody>
      </p:sp>
      <p:sp>
        <p:nvSpPr>
          <p:cNvPr id="6" name="실제 C++ Demo·회사 장비·측정 결과가 아닙니다. 도구·빌드·하드웨어 조건은 프로젝트별 확인 필요">
            <a:extLst xmlns:a="http://schemas.openxmlformats.org/drawingml/2006/main">
              <a:ext uri="{FF2B5EF4-FFF2-40B4-BE49-F238E27FC236}">
                <a16:creationId xmlns:a16="http://schemas.microsoft.com/office/drawing/2014/main" id="{FFB84C53-A920-4BDD-96ED-967D7C6CCD99}"/>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실제 C++ Demo·회사 장비·측정 결과가 아닙니다. 도구·빌드·하드웨어 조건은 프로젝트별 확인 필요</a:t>
            </a:r>
          </a:p>
        </p:txBody>
      </p:sp>
      <p:sp>
        <p:nvSpPr>
          <p:cNvPr id="7" name="밝기 통계에서 쓴 판단을, 같은 검사 파이프라인의 업무로">
            <a:extLst xmlns:a="http://schemas.openxmlformats.org/drawingml/2006/main">
              <a:ext uri="{FF2B5EF4-FFF2-40B4-BE49-F238E27FC236}">
                <a16:creationId xmlns:a16="http://schemas.microsoft.com/office/drawing/2014/main" id="{1B6B0CD0-A232-4BEA-BF70-AD8908707B09}"/>
              </a:ext>
            </a:extLst>
          </p:cNvPr>
          <p:cNvSpPr>
            <a:spLocks xmlns:a="http://schemas.openxmlformats.org/drawingml/2006/main" noGrp="1"/>
          </p:cNvSpPr>
          <p:nvPr/>
        </p:nvSpPr>
        <p:spPr>
          <a:xfrm xmlns:a="http://schemas.openxmlformats.org/drawingml/2006/main">
            <a:off x="609600" y="15335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밝기 통계에서 쓴 판단을, 같은 검사 파이프라인의 업무로</a:t>
            </a:r>
          </a:p>
        </p:txBody>
      </p:sp>
      <p:pic>
        <p:nvPicPr>
          <p:cNvPr id="8" name="">
            <a:extLst xmlns:a="http://schemas.openxmlformats.org/drawingml/2006/main">
              <a:ext uri="{FF2B5EF4-FFF2-40B4-BE49-F238E27FC236}">
                <a16:creationId xmlns:a16="http://schemas.microsoft.com/office/drawing/2014/main" id="{AB62342D-E94E-4CE3-934D-C11056680F6E}"/>
              </a:ext>
            </a:extLst>
          </p:cNvPr>
          <p:cNvPicPr>
            <a:picLocks xmlns:a="http://schemas.openxmlformats.org/drawingml/2006/main" noChangeAspect="1"/>
          </p:cNvPicPr>
          <p:nvPr/>
        </p:nvPicPr>
        <p:blipFill>
          <a:blip xmlns:r="http://schemas.openxmlformats.org/officeDocument/2006/relationships" xmlns:a="http://schemas.openxmlformats.org/drawingml/2006/main" r:embed="R65ea5bdb419a497c"/>
          <a:srcRect xmlns:a="http://schemas.openxmlformats.org/drawingml/2006/main" l="0" t="8000" r="0" b="12000"/>
          <a:stretch xmlns:a="http://schemas.openxmlformats.org/drawingml/2006/main"/>
        </p:blipFill>
        <p:spPr>
          <a:xfrm xmlns:a="http://schemas.openxmlformats.org/drawingml/2006/main">
            <a:off x="1881188" y="1924050"/>
            <a:ext cx="8429625" cy="1943100"/>
          </a:xfrm>
          <a:prstGeom xmlns:a="http://schemas.openxmlformats.org/drawingml/2006/main" prst="rect">
            <a:avLst/>
          </a:prstGeom>
        </p:spPr>
      </p:pic>
      <p:sp>
        <p:nvSpPr>
          <p:cNvPr id="9" name="01  입력">
            <a:extLst xmlns:a="http://schemas.openxmlformats.org/drawingml/2006/main">
              <a:ext uri="{FF2B5EF4-FFF2-40B4-BE49-F238E27FC236}">
                <a16:creationId xmlns:a16="http://schemas.microsoft.com/office/drawing/2014/main" id="{7A5AE663-CCE3-4366-A15A-15480A15B4AF}"/>
              </a:ext>
            </a:extLst>
          </p:cNvPr>
          <p:cNvSpPr>
            <a:spLocks xmlns:a="http://schemas.openxmlformats.org/drawingml/2006/main" noGrp="1"/>
          </p:cNvSpPr>
          <p:nvPr/>
        </p:nvSpPr>
        <p:spPr>
          <a:xfrm xmlns:a="http://schemas.openxmlformats.org/drawingml/2006/main">
            <a:off x="2009775" y="3867150"/>
            <a:ext cx="4067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B6172"/>
                </a:solidFill>
                <a:latin typeface="Malgun Gothic"/>
                <a:ea typeface="Malgun Gothic"/>
                <a:cs typeface="Malgun Gothic"/>
              </a:defRPr>
            </a:defPPr>
            <a:lvl1pPr algn="ctr">
              <a:defRPr sz="1650" b="1">
                <a:solidFill>
                  <a:srgbClr val="0B6172"/>
                </a:solidFill>
                <a:latin typeface="Malgun Gothic"/>
                <a:ea typeface="Malgun Gothic"/>
                <a:cs typeface="Malgun Gothic"/>
              </a:defRPr>
            </a:lvl1pPr>
            <a:lvl2pPr algn="ctr">
              <a:defRPr sz="1650" b="1">
                <a:solidFill>
                  <a:srgbClr val="0B6172"/>
                </a:solidFill>
                <a:latin typeface="Malgun Gothic"/>
                <a:ea typeface="Malgun Gothic"/>
                <a:cs typeface="Malgun Gothic"/>
              </a:defRPr>
            </a:lvl2pPr>
            <a:lvl3pPr algn="ctr">
              <a:defRPr sz="1650" b="1">
                <a:solidFill>
                  <a:srgbClr val="0B6172"/>
                </a:solidFill>
                <a:latin typeface="Malgun Gothic"/>
                <a:ea typeface="Malgun Gothic"/>
                <a:cs typeface="Malgun Gothic"/>
              </a:defRPr>
            </a:lvl3pPr>
            <a:lvl4pPr algn="ctr">
              <a:defRPr sz="1650" b="1">
                <a:solidFill>
                  <a:srgbClr val="0B6172"/>
                </a:solidFill>
                <a:latin typeface="Malgun Gothic"/>
                <a:ea typeface="Malgun Gothic"/>
                <a:cs typeface="Malgun Gothic"/>
              </a:defRPr>
            </a:lvl4pPr>
            <a:lvl5pPr algn="ctr">
              <a:defRPr sz="1650" b="1">
                <a:solidFill>
                  <a:srgbClr val="0B6172"/>
                </a:solidFill>
                <a:latin typeface="Malgun Gothic"/>
                <a:ea typeface="Malgun Gothic"/>
                <a:cs typeface="Malgun Gothic"/>
              </a:defRPr>
            </a:lvl5pPr>
            <a:lvl6pPr algn="ctr">
              <a:defRPr sz="1650" b="1">
                <a:solidFill>
                  <a:srgbClr val="0B6172"/>
                </a:solidFill>
                <a:latin typeface="Malgun Gothic"/>
                <a:ea typeface="Malgun Gothic"/>
                <a:cs typeface="Malgun Gothic"/>
              </a:defRPr>
            </a:lvl6pPr>
            <a:lvl7pPr algn="ctr">
              <a:defRPr sz="1650" b="1">
                <a:solidFill>
                  <a:srgbClr val="0B6172"/>
                </a:solidFill>
                <a:latin typeface="Malgun Gothic"/>
                <a:ea typeface="Malgun Gothic"/>
                <a:cs typeface="Malgun Gothic"/>
              </a:defRPr>
            </a:lvl7pPr>
            <a:lvl8pPr algn="ctr">
              <a:defRPr sz="1650" b="1">
                <a:solidFill>
                  <a:srgbClr val="0B6172"/>
                </a:solidFill>
                <a:latin typeface="Malgun Gothic"/>
                <a:ea typeface="Malgun Gothic"/>
                <a:cs typeface="Malgun Gothic"/>
              </a:defRPr>
            </a:lvl8pPr>
            <a:lvl9pPr algn="ctr">
              <a:defRPr sz="1650" b="1">
                <a:solidFill>
                  <a:srgbClr val="0B6172"/>
                </a:solidFill>
                <a:latin typeface="Malgun Gothic"/>
                <a:ea typeface="Malgun Gothic"/>
                <a:cs typeface="Malgun Gothic"/>
              </a:defRPr>
            </a:lvl9pPr>
          </a:lstStyle>
          <a:p xmlns:a="http://schemas.openxmlformats.org/drawingml/2006/main">
            <a:pPr algn="ctr">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01  입력</a:t>
            </a:r>
          </a:p>
        </p:txBody>
      </p:sp>
      <p:sp>
        <p:nvSpPr>
          <p:cNvPr id="10" name="02  처리">
            <a:extLst xmlns:a="http://schemas.openxmlformats.org/drawingml/2006/main">
              <a:ext uri="{FF2B5EF4-FFF2-40B4-BE49-F238E27FC236}">
                <a16:creationId xmlns:a16="http://schemas.microsoft.com/office/drawing/2014/main" id="{7A3ED3C0-EADD-4D0D-860B-2CB0CE3107BC}"/>
              </a:ext>
            </a:extLst>
          </p:cNvPr>
          <p:cNvSpPr>
            <a:spLocks xmlns:a="http://schemas.openxmlformats.org/drawingml/2006/main" noGrp="1"/>
          </p:cNvSpPr>
          <p:nvPr/>
        </p:nvSpPr>
        <p:spPr>
          <a:xfrm xmlns:a="http://schemas.openxmlformats.org/drawingml/2006/main">
            <a:off x="6438900" y="3867150"/>
            <a:ext cx="257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B6172"/>
                </a:solidFill>
                <a:latin typeface="Malgun Gothic"/>
                <a:ea typeface="Malgun Gothic"/>
                <a:cs typeface="Malgun Gothic"/>
              </a:defRPr>
            </a:defPPr>
            <a:lvl1pPr algn="ctr">
              <a:defRPr sz="1650" b="1">
                <a:solidFill>
                  <a:srgbClr val="0B6172"/>
                </a:solidFill>
                <a:latin typeface="Malgun Gothic"/>
                <a:ea typeface="Malgun Gothic"/>
                <a:cs typeface="Malgun Gothic"/>
              </a:defRPr>
            </a:lvl1pPr>
            <a:lvl2pPr algn="ctr">
              <a:defRPr sz="1650" b="1">
                <a:solidFill>
                  <a:srgbClr val="0B6172"/>
                </a:solidFill>
                <a:latin typeface="Malgun Gothic"/>
                <a:ea typeface="Malgun Gothic"/>
                <a:cs typeface="Malgun Gothic"/>
              </a:defRPr>
            </a:lvl2pPr>
            <a:lvl3pPr algn="ctr">
              <a:defRPr sz="1650" b="1">
                <a:solidFill>
                  <a:srgbClr val="0B6172"/>
                </a:solidFill>
                <a:latin typeface="Malgun Gothic"/>
                <a:ea typeface="Malgun Gothic"/>
                <a:cs typeface="Malgun Gothic"/>
              </a:defRPr>
            </a:lvl3pPr>
            <a:lvl4pPr algn="ctr">
              <a:defRPr sz="1650" b="1">
                <a:solidFill>
                  <a:srgbClr val="0B6172"/>
                </a:solidFill>
                <a:latin typeface="Malgun Gothic"/>
                <a:ea typeface="Malgun Gothic"/>
                <a:cs typeface="Malgun Gothic"/>
              </a:defRPr>
            </a:lvl4pPr>
            <a:lvl5pPr algn="ctr">
              <a:defRPr sz="1650" b="1">
                <a:solidFill>
                  <a:srgbClr val="0B6172"/>
                </a:solidFill>
                <a:latin typeface="Malgun Gothic"/>
                <a:ea typeface="Malgun Gothic"/>
                <a:cs typeface="Malgun Gothic"/>
              </a:defRPr>
            </a:lvl5pPr>
            <a:lvl6pPr algn="ctr">
              <a:defRPr sz="1650" b="1">
                <a:solidFill>
                  <a:srgbClr val="0B6172"/>
                </a:solidFill>
                <a:latin typeface="Malgun Gothic"/>
                <a:ea typeface="Malgun Gothic"/>
                <a:cs typeface="Malgun Gothic"/>
              </a:defRPr>
            </a:lvl6pPr>
            <a:lvl7pPr algn="ctr">
              <a:defRPr sz="1650" b="1">
                <a:solidFill>
                  <a:srgbClr val="0B6172"/>
                </a:solidFill>
                <a:latin typeface="Malgun Gothic"/>
                <a:ea typeface="Malgun Gothic"/>
                <a:cs typeface="Malgun Gothic"/>
              </a:defRPr>
            </a:lvl7pPr>
            <a:lvl8pPr algn="ctr">
              <a:defRPr sz="1650" b="1">
                <a:solidFill>
                  <a:srgbClr val="0B6172"/>
                </a:solidFill>
                <a:latin typeface="Malgun Gothic"/>
                <a:ea typeface="Malgun Gothic"/>
                <a:cs typeface="Malgun Gothic"/>
              </a:defRPr>
            </a:lvl8pPr>
            <a:lvl9pPr algn="ctr">
              <a:defRPr sz="1650" b="1">
                <a:solidFill>
                  <a:srgbClr val="0B6172"/>
                </a:solidFill>
                <a:latin typeface="Malgun Gothic"/>
                <a:ea typeface="Malgun Gothic"/>
                <a:cs typeface="Malgun Gothic"/>
              </a:defRPr>
            </a:lvl9pPr>
          </a:lstStyle>
          <a:p xmlns:a="http://schemas.openxmlformats.org/drawingml/2006/main">
            <a:pPr algn="ctr">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02  처리</a:t>
            </a:r>
          </a:p>
        </p:txBody>
      </p:sp>
      <p:sp>
        <p:nvSpPr>
          <p:cNvPr id="11" name="03  결과">
            <a:extLst xmlns:a="http://schemas.openxmlformats.org/drawingml/2006/main">
              <a:ext uri="{FF2B5EF4-FFF2-40B4-BE49-F238E27FC236}">
                <a16:creationId xmlns:a16="http://schemas.microsoft.com/office/drawing/2014/main" id="{1E527666-0A42-4587-A530-B7BC9617FC95}"/>
              </a:ext>
            </a:extLst>
          </p:cNvPr>
          <p:cNvSpPr>
            <a:spLocks xmlns:a="http://schemas.openxmlformats.org/drawingml/2006/main" noGrp="1"/>
          </p:cNvSpPr>
          <p:nvPr/>
        </p:nvSpPr>
        <p:spPr>
          <a:xfrm xmlns:a="http://schemas.openxmlformats.org/drawingml/2006/main">
            <a:off x="9258300" y="3867150"/>
            <a:ext cx="2105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B6172"/>
                </a:solidFill>
                <a:latin typeface="Malgun Gothic"/>
                <a:ea typeface="Malgun Gothic"/>
                <a:cs typeface="Malgun Gothic"/>
              </a:defRPr>
            </a:defPPr>
            <a:lvl1pPr algn="ctr">
              <a:defRPr sz="1650" b="1">
                <a:solidFill>
                  <a:srgbClr val="0B6172"/>
                </a:solidFill>
                <a:latin typeface="Malgun Gothic"/>
                <a:ea typeface="Malgun Gothic"/>
                <a:cs typeface="Malgun Gothic"/>
              </a:defRPr>
            </a:lvl1pPr>
            <a:lvl2pPr algn="ctr">
              <a:defRPr sz="1650" b="1">
                <a:solidFill>
                  <a:srgbClr val="0B6172"/>
                </a:solidFill>
                <a:latin typeface="Malgun Gothic"/>
                <a:ea typeface="Malgun Gothic"/>
                <a:cs typeface="Malgun Gothic"/>
              </a:defRPr>
            </a:lvl2pPr>
            <a:lvl3pPr algn="ctr">
              <a:defRPr sz="1650" b="1">
                <a:solidFill>
                  <a:srgbClr val="0B6172"/>
                </a:solidFill>
                <a:latin typeface="Malgun Gothic"/>
                <a:ea typeface="Malgun Gothic"/>
                <a:cs typeface="Malgun Gothic"/>
              </a:defRPr>
            </a:lvl3pPr>
            <a:lvl4pPr algn="ctr">
              <a:defRPr sz="1650" b="1">
                <a:solidFill>
                  <a:srgbClr val="0B6172"/>
                </a:solidFill>
                <a:latin typeface="Malgun Gothic"/>
                <a:ea typeface="Malgun Gothic"/>
                <a:cs typeface="Malgun Gothic"/>
              </a:defRPr>
            </a:lvl4pPr>
            <a:lvl5pPr algn="ctr">
              <a:defRPr sz="1650" b="1">
                <a:solidFill>
                  <a:srgbClr val="0B6172"/>
                </a:solidFill>
                <a:latin typeface="Malgun Gothic"/>
                <a:ea typeface="Malgun Gothic"/>
                <a:cs typeface="Malgun Gothic"/>
              </a:defRPr>
            </a:lvl5pPr>
            <a:lvl6pPr algn="ctr">
              <a:defRPr sz="1650" b="1">
                <a:solidFill>
                  <a:srgbClr val="0B6172"/>
                </a:solidFill>
                <a:latin typeface="Malgun Gothic"/>
                <a:ea typeface="Malgun Gothic"/>
                <a:cs typeface="Malgun Gothic"/>
              </a:defRPr>
            </a:lvl6pPr>
            <a:lvl7pPr algn="ctr">
              <a:defRPr sz="1650" b="1">
                <a:solidFill>
                  <a:srgbClr val="0B6172"/>
                </a:solidFill>
                <a:latin typeface="Malgun Gothic"/>
                <a:ea typeface="Malgun Gothic"/>
                <a:cs typeface="Malgun Gothic"/>
              </a:defRPr>
            </a:lvl7pPr>
            <a:lvl8pPr algn="ctr">
              <a:defRPr sz="1650" b="1">
                <a:solidFill>
                  <a:srgbClr val="0B6172"/>
                </a:solidFill>
                <a:latin typeface="Malgun Gothic"/>
                <a:ea typeface="Malgun Gothic"/>
                <a:cs typeface="Malgun Gothic"/>
              </a:defRPr>
            </a:lvl8pPr>
            <a:lvl9pPr algn="ctr">
              <a:defRPr sz="1650" b="1">
                <a:solidFill>
                  <a:srgbClr val="0B6172"/>
                </a:solidFill>
                <a:latin typeface="Malgun Gothic"/>
                <a:ea typeface="Malgun Gothic"/>
                <a:cs typeface="Malgun Gothic"/>
              </a:defRPr>
            </a:lvl9pPr>
          </a:lstStyle>
          <a:p xmlns:a="http://schemas.openxmlformats.org/drawingml/2006/main">
            <a:pPr algn="ctr">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03  결과</a:t>
            </a:r>
          </a:p>
        </p:txBody>
      </p:sp>
      <p:sp>
        <p:nvSpPr>
          <p:cNvPr id="12" name="">
            <a:extLst xmlns:a="http://schemas.openxmlformats.org/drawingml/2006/main">
              <a:ext uri="{FF2B5EF4-FFF2-40B4-BE49-F238E27FC236}">
                <a16:creationId xmlns:a16="http://schemas.microsoft.com/office/drawing/2014/main" id="{058F5178-DB13-4296-A614-3FFFA45BAE18}"/>
              </a:ext>
            </a:extLst>
          </p:cNvPr>
          <p:cNvSpPr>
            <a:spLocks xmlns:a="http://schemas.openxmlformats.org/drawingml/2006/main" noGrp="1"/>
          </p:cNvSpPr>
          <p:nvPr/>
        </p:nvSpPr>
        <p:spPr>
          <a:xfrm xmlns:a="http://schemas.openxmlformats.org/drawingml/2006/main">
            <a:off x="609600" y="4200525"/>
            <a:ext cx="3505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01  지킬 명세">
            <a:extLst xmlns:a="http://schemas.openxmlformats.org/drawingml/2006/main">
              <a:ext uri="{FF2B5EF4-FFF2-40B4-BE49-F238E27FC236}">
                <a16:creationId xmlns:a16="http://schemas.microsoft.com/office/drawing/2014/main" id="{DD2EF8A2-A240-498E-A7CF-5AE1F1706BFE}"/>
              </a:ext>
            </a:extLst>
          </p:cNvPr>
          <p:cNvSpPr>
            <a:spLocks xmlns:a="http://schemas.openxmlformats.org/drawingml/2006/main" noGrp="1"/>
          </p:cNvSpPr>
          <p:nvPr/>
        </p:nvSpPr>
        <p:spPr>
          <a:xfrm xmlns:a="http://schemas.openxmlformats.org/drawingml/2006/main">
            <a:off x="609600" y="4276725"/>
            <a:ext cx="3505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01  지킬 명세</a:t>
            </a:r>
          </a:p>
        </p:txBody>
      </p:sp>
      <p:sp>
        <p:nvSpPr>
          <p:cNvPr id="14" name="ROI·픽셀값 명세&#10;빌드·하드웨어 조건">
            <a:extLst xmlns:a="http://schemas.openxmlformats.org/drawingml/2006/main">
              <a:ext uri="{FF2B5EF4-FFF2-40B4-BE49-F238E27FC236}">
                <a16:creationId xmlns:a16="http://schemas.microsoft.com/office/drawing/2014/main" id="{B520F2A6-9F4E-4730-B2FA-855B846D6692}"/>
              </a:ext>
            </a:extLst>
          </p:cNvPr>
          <p:cNvSpPr>
            <a:spLocks xmlns:a="http://schemas.openxmlformats.org/drawingml/2006/main" noGrp="1"/>
          </p:cNvSpPr>
          <p:nvPr/>
        </p:nvSpPr>
        <p:spPr>
          <a:xfrm xmlns:a="http://schemas.openxmlformats.org/drawingml/2006/main">
            <a:off x="609600" y="4686300"/>
            <a:ext cx="350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ROI·픽셀값 명세</a:t>
            </a:r>
          </a:p>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빌드·하드웨어 조건</a:t>
            </a:r>
          </a:p>
        </p:txBody>
      </p:sp>
      <p:sp>
        <p:nvSpPr>
          <p:cNvPr id="15" name="">
            <a:extLst xmlns:a="http://schemas.openxmlformats.org/drawingml/2006/main">
              <a:ext uri="{FF2B5EF4-FFF2-40B4-BE49-F238E27FC236}">
                <a16:creationId xmlns:a16="http://schemas.microsoft.com/office/drawing/2014/main" id="{024A978C-EE6F-464F-A3DF-172F0A16B0CE}"/>
              </a:ext>
            </a:extLst>
          </p:cNvPr>
          <p:cNvSpPr>
            <a:spLocks xmlns:a="http://schemas.openxmlformats.org/drawingml/2006/main" noGrp="1"/>
          </p:cNvSpPr>
          <p:nvPr/>
        </p:nvSpPr>
        <p:spPr>
          <a:xfrm xmlns:a="http://schemas.openxmlformats.org/drawingml/2006/main">
            <a:off x="4343400" y="4200525"/>
            <a:ext cx="3505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02  반복할 수행 방법">
            <a:extLst xmlns:a="http://schemas.openxmlformats.org/drawingml/2006/main">
              <a:ext uri="{FF2B5EF4-FFF2-40B4-BE49-F238E27FC236}">
                <a16:creationId xmlns:a16="http://schemas.microsoft.com/office/drawing/2014/main" id="{855B315B-E145-4FA8-A278-E966F89EC080}"/>
              </a:ext>
            </a:extLst>
          </p:cNvPr>
          <p:cNvSpPr>
            <a:spLocks xmlns:a="http://schemas.openxmlformats.org/drawingml/2006/main" noGrp="1"/>
          </p:cNvSpPr>
          <p:nvPr/>
        </p:nvSpPr>
        <p:spPr>
          <a:xfrm xmlns:a="http://schemas.openxmlformats.org/drawingml/2006/main">
            <a:off x="4343400" y="4276725"/>
            <a:ext cx="3505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02  반복할 수행 방법</a:t>
            </a:r>
          </a:p>
        </p:txBody>
      </p:sp>
      <p:sp>
        <p:nvSpPr>
          <p:cNvPr id="17" name="기준선·해당 경로 조사&#10;변경·동일 조건 비교">
            <a:extLst xmlns:a="http://schemas.openxmlformats.org/drawingml/2006/main">
              <a:ext uri="{FF2B5EF4-FFF2-40B4-BE49-F238E27FC236}">
                <a16:creationId xmlns:a16="http://schemas.microsoft.com/office/drawing/2014/main" id="{8870F966-AA18-4C28-AC32-453508A87228}"/>
              </a:ext>
            </a:extLst>
          </p:cNvPr>
          <p:cNvSpPr>
            <a:spLocks xmlns:a="http://schemas.openxmlformats.org/drawingml/2006/main" noGrp="1"/>
          </p:cNvSpPr>
          <p:nvPr/>
        </p:nvSpPr>
        <p:spPr>
          <a:xfrm xmlns:a="http://schemas.openxmlformats.org/drawingml/2006/main">
            <a:off x="4343400" y="4686300"/>
            <a:ext cx="350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기준선·해당 경로 조사</a:t>
            </a:r>
          </a:p>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변경·동일 조건 비교</a:t>
            </a:r>
          </a:p>
        </p:txBody>
      </p:sp>
      <p:sp>
        <p:nvSpPr>
          <p:cNvPr id="18" name="">
            <a:extLst xmlns:a="http://schemas.openxmlformats.org/drawingml/2006/main">
              <a:ext uri="{FF2B5EF4-FFF2-40B4-BE49-F238E27FC236}">
                <a16:creationId xmlns:a16="http://schemas.microsoft.com/office/drawing/2014/main" id="{914B40FD-776E-4449-82E2-E21CA3B94F23}"/>
              </a:ext>
            </a:extLst>
          </p:cNvPr>
          <p:cNvSpPr>
            <a:spLocks xmlns:a="http://schemas.openxmlformats.org/drawingml/2006/main" noGrp="1"/>
          </p:cNvSpPr>
          <p:nvPr/>
        </p:nvSpPr>
        <p:spPr>
          <a:xfrm xmlns:a="http://schemas.openxmlformats.org/drawingml/2006/main">
            <a:off x="8077200" y="4200525"/>
            <a:ext cx="3505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03  완료를 판단할 근거">
            <a:extLst xmlns:a="http://schemas.openxmlformats.org/drawingml/2006/main">
              <a:ext uri="{FF2B5EF4-FFF2-40B4-BE49-F238E27FC236}">
                <a16:creationId xmlns:a16="http://schemas.microsoft.com/office/drawing/2014/main" id="{993B6D6D-9CE6-458F-86C7-AF91B3F2504F}"/>
              </a:ext>
            </a:extLst>
          </p:cNvPr>
          <p:cNvSpPr>
            <a:spLocks xmlns:a="http://schemas.openxmlformats.org/drawingml/2006/main" noGrp="1"/>
          </p:cNvSpPr>
          <p:nvPr/>
        </p:nvSpPr>
        <p:spPr>
          <a:xfrm xmlns:a="http://schemas.openxmlformats.org/drawingml/2006/main">
            <a:off x="8077200" y="4276725"/>
            <a:ext cx="3505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03  완료를 판단할 근거</a:t>
            </a:r>
          </a:p>
        </p:txBody>
      </p:sp>
      <p:sp>
        <p:nvSpPr>
          <p:cNvPr id="20" name="동작·회귀·통합 검증&#10;성능 측정 결과">
            <a:extLst xmlns:a="http://schemas.openxmlformats.org/drawingml/2006/main">
              <a:ext uri="{FF2B5EF4-FFF2-40B4-BE49-F238E27FC236}">
                <a16:creationId xmlns:a16="http://schemas.microsoft.com/office/drawing/2014/main" id="{620BC0F7-B2BF-4E13-92E2-1DF72C8C572F}"/>
              </a:ext>
            </a:extLst>
          </p:cNvPr>
          <p:cNvSpPr>
            <a:spLocks xmlns:a="http://schemas.openxmlformats.org/drawingml/2006/main" noGrp="1"/>
          </p:cNvSpPr>
          <p:nvPr/>
        </p:nvSpPr>
        <p:spPr>
          <a:xfrm xmlns:a="http://schemas.openxmlformats.org/drawingml/2006/main">
            <a:off x="8077200" y="4686300"/>
            <a:ext cx="350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동작·회귀·통합 검증</a:t>
            </a:r>
          </a:p>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성능 측정 결과</a:t>
            </a:r>
          </a:p>
        </p:txBody>
      </p:sp>
      <p:sp>
        <p:nvSpPr>
          <p:cNvPr id="21" name="기준선 측정 → 경로 조사 → 변경 → 회귀 확인">
            <a:extLst xmlns:a="http://schemas.openxmlformats.org/drawingml/2006/main">
              <a:ext uri="{FF2B5EF4-FFF2-40B4-BE49-F238E27FC236}">
                <a16:creationId xmlns:a16="http://schemas.microsoft.com/office/drawing/2014/main" id="{08B42607-DD82-4ECC-9A9F-6EB1CC93B239}"/>
              </a:ext>
            </a:extLst>
          </p:cNvPr>
          <p:cNvSpPr>
            <a:spLocks xmlns:a="http://schemas.openxmlformats.org/drawingml/2006/main" noGrp="1"/>
          </p:cNvSpPr>
          <p:nvPr/>
        </p:nvSpPr>
        <p:spPr>
          <a:xfrm xmlns:a="http://schemas.openxmlformats.org/drawingml/2006/main">
            <a:off x="609600" y="535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기준선 측정 → 경로 조사 → 변경 → 회귀 확인</a:t>
            </a:r>
          </a:p>
        </p:txBody>
      </p:sp>
      <p:sp>
        <p:nvSpPr>
          <p:cNvPr id="22" name="Legacy module connection">
            <a:extLst xmlns:a="http://schemas.openxmlformats.org/drawingml/2006/main">
              <a:ext uri="{FF2B5EF4-FFF2-40B4-BE49-F238E27FC236}">
                <a16:creationId xmlns:a16="http://schemas.microsoft.com/office/drawing/2014/main" id="{F52C1ACA-1870-4F9D-9AD5-7400EFF479C8}"/>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3398766"/>
      </p:ext>
    </p:extLst>
  </p:cSld>
</p:sld>
</file>

<file path=ppt/slides/slide6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0" name="ACT 3 · 필요한 구조와 유지할 책임을 되돌아보기">
            <a:extLst xmlns:a="http://schemas.openxmlformats.org/drawingml/2006/main">
              <a:ext uri="{FF2B5EF4-FFF2-40B4-BE49-F238E27FC236}">
                <a16:creationId xmlns:a16="http://schemas.microsoft.com/office/drawing/2014/main" id="{16BE7FCC-99EE-4A15-8BC0-243656EF4DD5}"/>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필요한 구조와 유지할 책임을 되돌아보기</a:t>
            </a:r>
          </a:p>
        </p:txBody>
      </p:sp>
      <p:sp>
        <p:nvSpPr>
          <p:cNvPr id="2" name="S67">
            <a:extLst xmlns:a="http://schemas.openxmlformats.org/drawingml/2006/main">
              <a:ext uri="{FF2B5EF4-FFF2-40B4-BE49-F238E27FC236}">
                <a16:creationId xmlns:a16="http://schemas.microsoft.com/office/drawing/2014/main" id="{9D3CEE60-788D-4510-9ECE-536ED127A2BB}"/>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S67</a:t>
            </a:r>
          </a:p>
        </p:txBody>
      </p:sp>
      <p:sp>
        <p:nvSpPr>
          <p:cNvPr id="3" name="우리 팀의 반복 한 가지를 고르면">
            <a:extLst xmlns:a="http://schemas.openxmlformats.org/drawingml/2006/main">
              <a:ext uri="{FF2B5EF4-FFF2-40B4-BE49-F238E27FC236}">
                <a16:creationId xmlns:a16="http://schemas.microsoft.com/office/drawing/2014/main" id="{55204BEB-83CE-42CB-BB0F-59F6301F6B82}"/>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우리 팀의 반복 한 가지를 고르면</a:t>
            </a:r>
          </a:p>
        </p:txBody>
      </p:sp>
      <p:sp>
        <p:nvSpPr>
          <p:cNvPr id="4" name="">
            <a:extLst xmlns:a="http://schemas.openxmlformats.org/drawingml/2006/main">
              <a:ext uri="{FF2B5EF4-FFF2-40B4-BE49-F238E27FC236}">
                <a16:creationId xmlns:a16="http://schemas.microsoft.com/office/drawing/2014/main" id="{2239FD9C-3A63-4CA2-84A2-3BD476D50CFC}"/>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개인 성찰·공유는 선택 · 실제 성공 STATE-04-PERF를 실패 사례로 재해석하지 않음">
            <a:extLst xmlns:a="http://schemas.openxmlformats.org/drawingml/2006/main">
              <a:ext uri="{FF2B5EF4-FFF2-40B4-BE49-F238E27FC236}">
                <a16:creationId xmlns:a16="http://schemas.microsoft.com/office/drawing/2014/main" id="{60B5B2F5-64BE-48EA-948F-F87E3E7269D0}"/>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개인 성찰·공유는 선택 · 실제 성공 STATE-04-PERF를 실패 사례로 재해석하지 않음</a:t>
            </a:r>
          </a:p>
        </p:txBody>
      </p:sp>
      <p:sp>
        <p:nvSpPr>
          <p:cNvPr id="6" name="Subagent·Memory는 조건부 선택 · 다음 ACT의 프로젝트 변화는 별도의 가상 사례">
            <a:extLst xmlns:a="http://schemas.openxmlformats.org/drawingml/2006/main">
              <a:ext uri="{FF2B5EF4-FFF2-40B4-BE49-F238E27FC236}">
                <a16:creationId xmlns:a16="http://schemas.microsoft.com/office/drawing/2014/main" id="{B51594F4-0BD7-4296-902B-1C3B36967F5C}"/>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Subagent·Memory는 조건부 선택 · 다음 ACT의 프로젝트 변화는 별도의 가상 사례</a:t>
            </a:r>
          </a:p>
        </p:txBody>
      </p:sp>
      <p:sp>
        <p:nvSpPr>
          <p:cNvPr id="7" name="내 업무에서 먼저 정리할 반복은 무엇인가?">
            <a:extLst xmlns:a="http://schemas.openxmlformats.org/drawingml/2006/main">
              <a:ext uri="{FF2B5EF4-FFF2-40B4-BE49-F238E27FC236}">
                <a16:creationId xmlns:a16="http://schemas.microsoft.com/office/drawing/2014/main" id="{86425DAC-C789-4C96-AFED-129CEDFCC0A0}"/>
              </a:ext>
            </a:extLst>
          </p:cNvPr>
          <p:cNvSpPr>
            <a:spLocks xmlns:a="http://schemas.openxmlformats.org/drawingml/2006/main" noGrp="1"/>
          </p:cNvSpPr>
          <p:nvPr/>
        </p:nvSpPr>
        <p:spPr>
          <a:xfrm xmlns:a="http://schemas.openxmlformats.org/drawingml/2006/main">
            <a:off x="609600" y="17526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내 업무에서 먼저 정리할 반복은 무엇인가?</a:t>
            </a:r>
          </a:p>
        </p:txBody>
      </p:sp>
      <p:sp>
        <p:nvSpPr>
          <p:cNvPr id="8" name="">
            <a:extLst xmlns:a="http://schemas.openxmlformats.org/drawingml/2006/main">
              <a:ext uri="{FF2B5EF4-FFF2-40B4-BE49-F238E27FC236}">
                <a16:creationId xmlns:a16="http://schemas.microsoft.com/office/drawing/2014/main" id="{A2D83ED6-B113-4F76-AC1E-4FDB4F3AE10B}"/>
              </a:ext>
            </a:extLst>
          </p:cNvPr>
          <p:cNvSpPr>
            <a:spLocks xmlns:a="http://schemas.openxmlformats.org/drawingml/2006/main" noGrp="1"/>
          </p:cNvSpPr>
          <p:nvPr/>
        </p:nvSpPr>
        <p:spPr>
          <a:xfrm xmlns:a="http://schemas.openxmlformats.org/drawingml/2006/main">
            <a:off x="609600" y="2647950"/>
            <a:ext cx="3352800" cy="15811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9" name="반복되는 정보">
            <a:extLst xmlns:a="http://schemas.openxmlformats.org/drawingml/2006/main">
              <a:ext uri="{FF2B5EF4-FFF2-40B4-BE49-F238E27FC236}">
                <a16:creationId xmlns:a16="http://schemas.microsoft.com/office/drawing/2014/main" id="{253951AB-AF79-4B9F-8929-17824E40CD59}"/>
              </a:ext>
            </a:extLst>
          </p:cNvPr>
          <p:cNvSpPr>
            <a:spLocks xmlns:a="http://schemas.openxmlformats.org/drawingml/2006/main" noGrp="1"/>
          </p:cNvSpPr>
          <p:nvPr/>
        </p:nvSpPr>
        <p:spPr>
          <a:xfrm xmlns:a="http://schemas.openxmlformats.org/drawingml/2006/main">
            <a:off x="781050" y="2762250"/>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반복되는 정보</a:t>
            </a:r>
          </a:p>
        </p:txBody>
      </p:sp>
      <p:sp>
        <p:nvSpPr>
          <p:cNvPr id="10" name="명세·기본 안내·상세 위치">
            <a:extLst xmlns:a="http://schemas.openxmlformats.org/drawingml/2006/main">
              <a:ext uri="{FF2B5EF4-FFF2-40B4-BE49-F238E27FC236}">
                <a16:creationId xmlns:a16="http://schemas.microsoft.com/office/drawing/2014/main" id="{08ED614C-3E10-456B-83CE-F88C548BB183}"/>
              </a:ext>
            </a:extLst>
          </p:cNvPr>
          <p:cNvSpPr>
            <a:spLocks xmlns:a="http://schemas.openxmlformats.org/drawingml/2006/main" noGrp="1"/>
          </p:cNvSpPr>
          <p:nvPr/>
        </p:nvSpPr>
        <p:spPr>
          <a:xfrm xmlns:a="http://schemas.openxmlformats.org/drawingml/2006/main">
            <a:off x="781050" y="3286125"/>
            <a:ext cx="30099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명세·기본 안내·상세 위치</a:t>
            </a:r>
          </a:p>
        </p:txBody>
      </p:sp>
      <p:sp>
        <p:nvSpPr>
          <p:cNvPr id="11" name="">
            <a:extLst xmlns:a="http://schemas.openxmlformats.org/drawingml/2006/main">
              <a:ext uri="{FF2B5EF4-FFF2-40B4-BE49-F238E27FC236}">
                <a16:creationId xmlns:a16="http://schemas.microsoft.com/office/drawing/2014/main" id="{86F402BD-4C15-4EE3-9311-121B5AE1CD6F}"/>
              </a:ext>
            </a:extLst>
          </p:cNvPr>
          <p:cNvSpPr>
            <a:spLocks xmlns:a="http://schemas.openxmlformats.org/drawingml/2006/main" noGrp="1"/>
          </p:cNvSpPr>
          <p:nvPr/>
        </p:nvSpPr>
        <p:spPr>
          <a:xfrm xmlns:a="http://schemas.openxmlformats.org/drawingml/2006/main">
            <a:off x="4419600" y="2647950"/>
            <a:ext cx="3352800" cy="15811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2" name="반복되는 절차">
            <a:extLst xmlns:a="http://schemas.openxmlformats.org/drawingml/2006/main">
              <a:ext uri="{FF2B5EF4-FFF2-40B4-BE49-F238E27FC236}">
                <a16:creationId xmlns:a16="http://schemas.microsoft.com/office/drawing/2014/main" id="{38AD7E0D-3065-4150-8BAD-29AC9050A1D3}"/>
              </a:ext>
            </a:extLst>
          </p:cNvPr>
          <p:cNvSpPr>
            <a:spLocks xmlns:a="http://schemas.openxmlformats.org/drawingml/2006/main" noGrp="1"/>
          </p:cNvSpPr>
          <p:nvPr/>
        </p:nvSpPr>
        <p:spPr>
          <a:xfrm xmlns:a="http://schemas.openxmlformats.org/drawingml/2006/main">
            <a:off x="4591050" y="2762250"/>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반복되는 절차</a:t>
            </a:r>
          </a:p>
        </p:txBody>
      </p:sp>
      <p:sp>
        <p:nvSpPr>
          <p:cNvPr id="13" name="조사·변경 판단·검증·보고">
            <a:extLst xmlns:a="http://schemas.openxmlformats.org/drawingml/2006/main">
              <a:ext uri="{FF2B5EF4-FFF2-40B4-BE49-F238E27FC236}">
                <a16:creationId xmlns:a16="http://schemas.microsoft.com/office/drawing/2014/main" id="{7ADAE007-2B9C-40C0-BEA1-BAD8B94712B7}"/>
              </a:ext>
            </a:extLst>
          </p:cNvPr>
          <p:cNvSpPr>
            <a:spLocks xmlns:a="http://schemas.openxmlformats.org/drawingml/2006/main" noGrp="1"/>
          </p:cNvSpPr>
          <p:nvPr/>
        </p:nvSpPr>
        <p:spPr>
          <a:xfrm xmlns:a="http://schemas.openxmlformats.org/drawingml/2006/main">
            <a:off x="4591050" y="3286125"/>
            <a:ext cx="30099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조사·변경 판단·검증·보고</a:t>
            </a:r>
          </a:p>
        </p:txBody>
      </p:sp>
      <p:sp>
        <p:nvSpPr>
          <p:cNvPr id="14" name="">
            <a:extLst xmlns:a="http://schemas.openxmlformats.org/drawingml/2006/main">
              <a:ext uri="{FF2B5EF4-FFF2-40B4-BE49-F238E27FC236}">
                <a16:creationId xmlns:a16="http://schemas.microsoft.com/office/drawing/2014/main" id="{854690CC-8732-4A5E-8E3C-6AD10F347D76}"/>
              </a:ext>
            </a:extLst>
          </p:cNvPr>
          <p:cNvSpPr>
            <a:spLocks xmlns:a="http://schemas.openxmlformats.org/drawingml/2006/main" noGrp="1"/>
          </p:cNvSpPr>
          <p:nvPr/>
        </p:nvSpPr>
        <p:spPr>
          <a:xfrm xmlns:a="http://schemas.openxmlformats.org/drawingml/2006/main">
            <a:off x="8229600" y="2647950"/>
            <a:ext cx="3352800" cy="15811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5" name="매번 필요한 근거">
            <a:extLst xmlns:a="http://schemas.openxmlformats.org/drawingml/2006/main">
              <a:ext uri="{FF2B5EF4-FFF2-40B4-BE49-F238E27FC236}">
                <a16:creationId xmlns:a16="http://schemas.microsoft.com/office/drawing/2014/main" id="{831EAD19-231C-4C2D-B06A-77DFDAF49B04}"/>
              </a:ext>
            </a:extLst>
          </p:cNvPr>
          <p:cNvSpPr>
            <a:spLocks xmlns:a="http://schemas.openxmlformats.org/drawingml/2006/main" noGrp="1"/>
          </p:cNvSpPr>
          <p:nvPr/>
        </p:nvSpPr>
        <p:spPr>
          <a:xfrm xmlns:a="http://schemas.openxmlformats.org/drawingml/2006/main">
            <a:off x="8401050" y="2762250"/>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매번 필요한 근거</a:t>
            </a:r>
          </a:p>
        </p:txBody>
      </p:sp>
      <p:sp>
        <p:nvSpPr>
          <p:cNvPr id="16" name="테스트·측정 조건·검토 결과">
            <a:extLst xmlns:a="http://schemas.openxmlformats.org/drawingml/2006/main">
              <a:ext uri="{FF2B5EF4-FFF2-40B4-BE49-F238E27FC236}">
                <a16:creationId xmlns:a16="http://schemas.microsoft.com/office/drawing/2014/main" id="{207191BE-3603-4784-80C8-8E95905B3E86}"/>
              </a:ext>
            </a:extLst>
          </p:cNvPr>
          <p:cNvSpPr>
            <a:spLocks xmlns:a="http://schemas.openxmlformats.org/drawingml/2006/main" noGrp="1"/>
          </p:cNvSpPr>
          <p:nvPr/>
        </p:nvSpPr>
        <p:spPr>
          <a:xfrm xmlns:a="http://schemas.openxmlformats.org/drawingml/2006/main">
            <a:off x="8401050" y="3286125"/>
            <a:ext cx="30099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테스트·측정 조건·검토 결과</a:t>
            </a:r>
          </a:p>
        </p:txBody>
      </p:sp>
      <p:sp>
        <p:nvSpPr>
          <p:cNvPr id="17" name="어디에 두고, 누가 검토하고 갱신할까?">
            <a:extLst xmlns:a="http://schemas.openxmlformats.org/drawingml/2006/main">
              <a:ext uri="{FF2B5EF4-FFF2-40B4-BE49-F238E27FC236}">
                <a16:creationId xmlns:a16="http://schemas.microsoft.com/office/drawing/2014/main" id="{872480E3-8023-483A-851C-792A479DC708}"/>
              </a:ext>
            </a:extLst>
          </p:cNvPr>
          <p:cNvSpPr>
            <a:spLocks xmlns:a="http://schemas.openxmlformats.org/drawingml/2006/main" noGrp="1"/>
          </p:cNvSpPr>
          <p:nvPr/>
        </p:nvSpPr>
        <p:spPr>
          <a:xfrm xmlns:a="http://schemas.openxmlformats.org/drawingml/2006/main">
            <a:off x="609600" y="4638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Malgun Gothic"/>
                <a:ea typeface="Malgun Gothic"/>
                <a:cs typeface="Malgun Gothic"/>
              </a:defRPr>
            </a:defPPr>
            <a:lvl1pPr algn="l">
              <a:defRPr sz="2475" b="1">
                <a:solidFill>
                  <a:srgbClr val="17212B"/>
                </a:solidFill>
                <a:latin typeface="Malgun Gothic"/>
                <a:ea typeface="Malgun Gothic"/>
                <a:cs typeface="Malgun Gothic"/>
              </a:defRPr>
            </a:lvl1pPr>
            <a:lvl2pPr algn="l">
              <a:defRPr sz="2475" b="1">
                <a:solidFill>
                  <a:srgbClr val="17212B"/>
                </a:solidFill>
                <a:latin typeface="Malgun Gothic"/>
                <a:ea typeface="Malgun Gothic"/>
                <a:cs typeface="Malgun Gothic"/>
              </a:defRPr>
            </a:lvl2pPr>
            <a:lvl3pPr algn="l">
              <a:defRPr sz="2475" b="1">
                <a:solidFill>
                  <a:srgbClr val="17212B"/>
                </a:solidFill>
                <a:latin typeface="Malgun Gothic"/>
                <a:ea typeface="Malgun Gothic"/>
                <a:cs typeface="Malgun Gothic"/>
              </a:defRPr>
            </a:lvl3pPr>
            <a:lvl4pPr algn="l">
              <a:defRPr sz="2475" b="1">
                <a:solidFill>
                  <a:srgbClr val="17212B"/>
                </a:solidFill>
                <a:latin typeface="Malgun Gothic"/>
                <a:ea typeface="Malgun Gothic"/>
                <a:cs typeface="Malgun Gothic"/>
              </a:defRPr>
            </a:lvl4pPr>
            <a:lvl5pPr algn="l">
              <a:defRPr sz="2475" b="1">
                <a:solidFill>
                  <a:srgbClr val="17212B"/>
                </a:solidFill>
                <a:latin typeface="Malgun Gothic"/>
                <a:ea typeface="Malgun Gothic"/>
                <a:cs typeface="Malgun Gothic"/>
              </a:defRPr>
            </a:lvl5pPr>
            <a:lvl6pPr algn="l">
              <a:defRPr sz="2475" b="1">
                <a:solidFill>
                  <a:srgbClr val="17212B"/>
                </a:solidFill>
                <a:latin typeface="Malgun Gothic"/>
                <a:ea typeface="Malgun Gothic"/>
                <a:cs typeface="Malgun Gothic"/>
              </a:defRPr>
            </a:lvl6pPr>
            <a:lvl7pPr algn="l">
              <a:defRPr sz="2475" b="1">
                <a:solidFill>
                  <a:srgbClr val="17212B"/>
                </a:solidFill>
                <a:latin typeface="Malgun Gothic"/>
                <a:ea typeface="Malgun Gothic"/>
                <a:cs typeface="Malgun Gothic"/>
              </a:defRPr>
            </a:lvl7pPr>
            <a:lvl8pPr algn="l">
              <a:defRPr sz="2475" b="1">
                <a:solidFill>
                  <a:srgbClr val="17212B"/>
                </a:solidFill>
                <a:latin typeface="Malgun Gothic"/>
                <a:ea typeface="Malgun Gothic"/>
                <a:cs typeface="Malgun Gothic"/>
              </a:defRPr>
            </a:lvl8pPr>
            <a:lvl9pPr algn="l">
              <a:defRPr sz="2475" b="1">
                <a:solidFill>
                  <a:srgbClr val="17212B"/>
                </a:solidFill>
                <a:latin typeface="Malgun Gothic"/>
                <a:ea typeface="Malgun Gothic"/>
                <a:cs typeface="Malgun Gothic"/>
              </a:defRPr>
            </a:lvl9pPr>
          </a:lstStyle>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어디에 두고, 누가 검토하고 갱신할까?</a:t>
            </a:r>
          </a:p>
        </p:txBody>
      </p:sp>
      <p:sp>
        <p:nvSpPr>
          <p:cNvPr id="18" name="다음 질문: 프로젝트가 바뀌면 이 방법을 어떻게 점검할까?">
            <a:extLst xmlns:a="http://schemas.openxmlformats.org/drawingml/2006/main">
              <a:ext uri="{FF2B5EF4-FFF2-40B4-BE49-F238E27FC236}">
                <a16:creationId xmlns:a16="http://schemas.microsoft.com/office/drawing/2014/main" id="{4160A307-7A44-4860-8B9C-5AAB5D36AF74}"/>
              </a:ext>
            </a:extLst>
          </p:cNvPr>
          <p:cNvSpPr>
            <a:spLocks xmlns:a="http://schemas.openxmlformats.org/drawingml/2006/main" noGrp="1"/>
          </p:cNvSpPr>
          <p:nvPr/>
        </p:nvSpPr>
        <p:spPr>
          <a:xfrm xmlns:a="http://schemas.openxmlformats.org/drawingml/2006/main">
            <a:off x="609600" y="53530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다음 질문: 프로젝트가 바뀌면 이 방법을 어떻게 점검할까?</a:t>
            </a:r>
          </a:p>
        </p:txBody>
      </p:sp>
      <p:sp>
        <p:nvSpPr>
          <p:cNvPr id="19" name="Legacy module connection">
            <a:extLst xmlns:a="http://schemas.openxmlformats.org/drawingml/2006/main">
              <a:ext uri="{FF2B5EF4-FFF2-40B4-BE49-F238E27FC236}">
                <a16:creationId xmlns:a16="http://schemas.microsoft.com/office/drawing/2014/main" id="{2B117E34-B3C3-4642-87E9-2AEAB4601047}"/>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M8</a:t>
            </a:r>
          </a:p>
        </p:txBody>
      </p:sp>
    </p:spTree>
    <p:extLst>
      <p:ext uri="{BB962C8B-B14F-4D97-AF65-F5344CB8AC3E}">
        <p14:creationId xmlns:p14="http://schemas.microsoft.com/office/powerpoint/2010/main" val="48759671"/>
      </p:ext>
    </p:extLst>
  </p:cSld>
</p:sld>
</file>

<file path=ppt/slides/slide6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9" name="ACT 4 · 확인된 제품 결과">
            <a:extLst xmlns:a="http://schemas.openxmlformats.org/drawingml/2006/main">
              <a:ext uri="{FF2B5EF4-FFF2-40B4-BE49-F238E27FC236}">
                <a16:creationId xmlns:a16="http://schemas.microsoft.com/office/drawing/2014/main" id="{102CC88F-1CB0-4B50-9060-8A7AB1B600FC}"/>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확인된 제품 결과</a:t>
            </a:r>
          </a:p>
        </p:txBody>
      </p:sp>
      <p:sp>
        <p:nvSpPr>
          <p:cNvPr id="2" name="S68">
            <a:extLst xmlns:a="http://schemas.openxmlformats.org/drawingml/2006/main">
              <a:ext uri="{FF2B5EF4-FFF2-40B4-BE49-F238E27FC236}">
                <a16:creationId xmlns:a16="http://schemas.microsoft.com/office/drawing/2014/main" id="{DFFCC732-FBC5-481B-8862-3DBF2DB12FB8}"/>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S68</a:t>
            </a:r>
          </a:p>
        </p:txBody>
      </p:sp>
      <p:sp>
        <p:nvSpPr>
          <p:cNvPr id="3" name="여기까지는 잘 동작했다">
            <a:extLst xmlns:a="http://schemas.openxmlformats.org/drawingml/2006/main">
              <a:ext uri="{FF2B5EF4-FFF2-40B4-BE49-F238E27FC236}">
                <a16:creationId xmlns:a16="http://schemas.microsoft.com/office/drawing/2014/main" id="{8CD90393-7FDB-42D6-BC89-C831E1115913}"/>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여기까지는 잘 동작했다</a:t>
            </a:r>
          </a:p>
        </p:txBody>
      </p:sp>
      <p:sp>
        <p:nvSpPr>
          <p:cNvPr id="4" name="">
            <a:extLst xmlns:a="http://schemas.openxmlformats.org/drawingml/2006/main">
              <a:ext uri="{FF2B5EF4-FFF2-40B4-BE49-F238E27FC236}">
                <a16:creationId xmlns:a16="http://schemas.microsoft.com/office/drawing/2014/main" id="{49CF2C51-A112-4ECF-B686-7AA6D902BD86}"/>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STATE-04-PERF · image_statistics · 실제 기록 요약">
            <a:extLst xmlns:a="http://schemas.openxmlformats.org/drawingml/2006/main">
              <a:ext uri="{FF2B5EF4-FFF2-40B4-BE49-F238E27FC236}">
                <a16:creationId xmlns:a16="http://schemas.microsoft.com/office/drawing/2014/main" id="{37A3FAC4-AFF8-45AF-90EF-8CA237559A40}"/>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STATE-04-PERF · image_statistics · 실제 기록 요약</a:t>
            </a:r>
          </a:p>
        </p:txBody>
      </p:sp>
      <p:sp>
        <p:nvSpPr>
          <p:cNvPr id="6" name="기록된 입력·코드·환경의 결과이며, 뒤의 가상 사례와 별개다.">
            <a:extLst xmlns:a="http://schemas.openxmlformats.org/drawingml/2006/main">
              <a:ext uri="{FF2B5EF4-FFF2-40B4-BE49-F238E27FC236}">
                <a16:creationId xmlns:a16="http://schemas.microsoft.com/office/drawing/2014/main" id="{FD18F979-BF5C-415B-B6FE-27AD47FF5FDF}"/>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기록된 입력·코드·환경의 결과이며, 뒤의 가상 사례와 별개다.</a:t>
            </a:r>
          </a:p>
        </p:txBody>
      </p:sp>
      <p:sp>
        <p:nvSpPr>
          <p:cNvPr id="7" name="작업을 맡기고, 결과를 확인할 수 있었다">
            <a:extLst xmlns:a="http://schemas.openxmlformats.org/drawingml/2006/main">
              <a:ext uri="{FF2B5EF4-FFF2-40B4-BE49-F238E27FC236}">
                <a16:creationId xmlns:a16="http://schemas.microsoft.com/office/drawing/2014/main" id="{6F02378D-6CFE-4B06-8B22-9EC129926CB4}"/>
              </a:ext>
            </a:extLst>
          </p:cNvPr>
          <p:cNvSpPr>
            <a:spLocks xmlns:a="http://schemas.openxmlformats.org/drawingml/2006/main" noGrp="1"/>
          </p:cNvSpPr>
          <p:nvPr/>
        </p:nvSpPr>
        <p:spPr>
          <a:xfrm xmlns:a="http://schemas.openxmlformats.org/drawingml/2006/main">
            <a:off x="609600" y="21145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0B6172"/>
                </a:solidFill>
                <a:latin typeface="Malgun Gothic"/>
                <a:ea typeface="Malgun Gothic"/>
                <a:cs typeface="Malgun Gothic"/>
              </a:defRPr>
            </a:defPPr>
            <a:lvl1pPr algn="l">
              <a:defRPr sz="2700" b="1">
                <a:solidFill>
                  <a:srgbClr val="0B6172"/>
                </a:solidFill>
                <a:latin typeface="Malgun Gothic"/>
                <a:ea typeface="Malgun Gothic"/>
                <a:cs typeface="Malgun Gothic"/>
              </a:defRPr>
            </a:lvl1pPr>
            <a:lvl2pPr algn="l">
              <a:defRPr sz="2700" b="1">
                <a:solidFill>
                  <a:srgbClr val="0B6172"/>
                </a:solidFill>
                <a:latin typeface="Malgun Gothic"/>
                <a:ea typeface="Malgun Gothic"/>
                <a:cs typeface="Malgun Gothic"/>
              </a:defRPr>
            </a:lvl2pPr>
            <a:lvl3pPr algn="l">
              <a:defRPr sz="2700" b="1">
                <a:solidFill>
                  <a:srgbClr val="0B6172"/>
                </a:solidFill>
                <a:latin typeface="Malgun Gothic"/>
                <a:ea typeface="Malgun Gothic"/>
                <a:cs typeface="Malgun Gothic"/>
              </a:defRPr>
            </a:lvl3pPr>
            <a:lvl4pPr algn="l">
              <a:defRPr sz="2700" b="1">
                <a:solidFill>
                  <a:srgbClr val="0B6172"/>
                </a:solidFill>
                <a:latin typeface="Malgun Gothic"/>
                <a:ea typeface="Malgun Gothic"/>
                <a:cs typeface="Malgun Gothic"/>
              </a:defRPr>
            </a:lvl4pPr>
            <a:lvl5pPr algn="l">
              <a:defRPr sz="2700" b="1">
                <a:solidFill>
                  <a:srgbClr val="0B6172"/>
                </a:solidFill>
                <a:latin typeface="Malgun Gothic"/>
                <a:ea typeface="Malgun Gothic"/>
                <a:cs typeface="Malgun Gothic"/>
              </a:defRPr>
            </a:lvl5pPr>
            <a:lvl6pPr algn="l">
              <a:defRPr sz="2700" b="1">
                <a:solidFill>
                  <a:srgbClr val="0B6172"/>
                </a:solidFill>
                <a:latin typeface="Malgun Gothic"/>
                <a:ea typeface="Malgun Gothic"/>
                <a:cs typeface="Malgun Gothic"/>
              </a:defRPr>
            </a:lvl6pPr>
            <a:lvl7pPr algn="l">
              <a:defRPr sz="2700" b="1">
                <a:solidFill>
                  <a:srgbClr val="0B6172"/>
                </a:solidFill>
                <a:latin typeface="Malgun Gothic"/>
                <a:ea typeface="Malgun Gothic"/>
                <a:cs typeface="Malgun Gothic"/>
              </a:defRPr>
            </a:lvl7pPr>
            <a:lvl8pPr algn="l">
              <a:defRPr sz="2700" b="1">
                <a:solidFill>
                  <a:srgbClr val="0B6172"/>
                </a:solidFill>
                <a:latin typeface="Malgun Gothic"/>
                <a:ea typeface="Malgun Gothic"/>
                <a:cs typeface="Malgun Gothic"/>
              </a:defRPr>
            </a:lvl8pPr>
            <a:lvl9pPr algn="l">
              <a:defRPr sz="2700" b="1">
                <a:solidFill>
                  <a:srgbClr val="0B6172"/>
                </a:solidFill>
                <a:latin typeface="Malgun Gothic"/>
                <a:ea typeface="Malgun Gothic"/>
                <a:cs typeface="Malgun Gothic"/>
              </a:defRPr>
            </a:lvl9pPr>
          </a:lstStyle>
          <a:p xmlns:a="http://schemas.openxmlformats.org/drawingml/2006/main">
            <a:pPr algn="l">
              <a:defRPr sz="2700" b="1">
                <a:solidFill>
                  <a:srgbClr val="0B6172"/>
                </a:solidFill>
                <a:latin typeface="Malgun Gothic"/>
                <a:ea typeface="Malgun Gothic"/>
                <a:cs typeface="Malgun Gothic"/>
              </a:defRPr>
            </a:pPr>
            <a:r>
              <a:rPr sz="2700" b="1">
                <a:solidFill>
                  <a:srgbClr val="0B6172"/>
                </a:solidFill>
                <a:latin typeface="Malgun Gothic"/>
                <a:ea typeface="Malgun Gothic"/>
                <a:cs typeface="Malgun Gothic"/>
              </a:rPr>
              <a:t>작업을 맡기고, 결과를 확인할 수 있었다</a:t>
            </a:r>
          </a:p>
        </p:txBody>
      </p:sp>
      <p:sp>
        <p:nvSpPr>
          <p:cNvPr id="8" name="">
            <a:extLst xmlns:a="http://schemas.openxmlformats.org/drawingml/2006/main">
              <a:ext uri="{FF2B5EF4-FFF2-40B4-BE49-F238E27FC236}">
                <a16:creationId xmlns:a16="http://schemas.microsoft.com/office/drawing/2014/main" id="{AD77B442-8C4A-45B1-B200-72A8A958ED33}"/>
              </a:ext>
            </a:extLst>
          </p:cNvPr>
          <p:cNvSpPr>
            <a:spLocks xmlns:a="http://schemas.openxmlformats.org/drawingml/2006/main" noGrp="1"/>
          </p:cNvSpPr>
          <p:nvPr/>
        </p:nvSpPr>
        <p:spPr>
          <a:xfrm xmlns:a="http://schemas.openxmlformats.org/drawingml/2006/main">
            <a:off x="609600" y="2952750"/>
            <a:ext cx="32385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9" name="동작 계약">
            <a:extLst xmlns:a="http://schemas.openxmlformats.org/drawingml/2006/main">
              <a:ext uri="{FF2B5EF4-FFF2-40B4-BE49-F238E27FC236}">
                <a16:creationId xmlns:a16="http://schemas.microsoft.com/office/drawing/2014/main" id="{94A35575-97D0-440A-861D-E5A29821CF08}"/>
              </a:ext>
            </a:extLst>
          </p:cNvPr>
          <p:cNvSpPr>
            <a:spLocks xmlns:a="http://schemas.openxmlformats.org/drawingml/2006/main" noGrp="1"/>
          </p:cNvSpPr>
          <p:nvPr/>
        </p:nvSpPr>
        <p:spPr>
          <a:xfrm xmlns:a="http://schemas.openxmlformats.org/drawingml/2006/main">
            <a:off x="609600" y="314325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Malgun Gothic"/>
                <a:ea typeface="Malgun Gothic"/>
                <a:cs typeface="Malgun Gothic"/>
              </a:defRPr>
            </a:defPPr>
            <a:lvl1pPr algn="l">
              <a:defRPr sz="2400" b="1">
                <a:solidFill>
                  <a:srgbClr val="17212B"/>
                </a:solidFill>
                <a:latin typeface="Malgun Gothic"/>
                <a:ea typeface="Malgun Gothic"/>
                <a:cs typeface="Malgun Gothic"/>
              </a:defRPr>
            </a:lvl1pPr>
            <a:lvl2pPr algn="l">
              <a:defRPr sz="2400" b="1">
                <a:solidFill>
                  <a:srgbClr val="17212B"/>
                </a:solidFill>
                <a:latin typeface="Malgun Gothic"/>
                <a:ea typeface="Malgun Gothic"/>
                <a:cs typeface="Malgun Gothic"/>
              </a:defRPr>
            </a:lvl2pPr>
            <a:lvl3pPr algn="l">
              <a:defRPr sz="2400" b="1">
                <a:solidFill>
                  <a:srgbClr val="17212B"/>
                </a:solidFill>
                <a:latin typeface="Malgun Gothic"/>
                <a:ea typeface="Malgun Gothic"/>
                <a:cs typeface="Malgun Gothic"/>
              </a:defRPr>
            </a:lvl3pPr>
            <a:lvl4pPr algn="l">
              <a:defRPr sz="2400" b="1">
                <a:solidFill>
                  <a:srgbClr val="17212B"/>
                </a:solidFill>
                <a:latin typeface="Malgun Gothic"/>
                <a:ea typeface="Malgun Gothic"/>
                <a:cs typeface="Malgun Gothic"/>
              </a:defRPr>
            </a:lvl4pPr>
            <a:lvl5pPr algn="l">
              <a:defRPr sz="2400" b="1">
                <a:solidFill>
                  <a:srgbClr val="17212B"/>
                </a:solidFill>
                <a:latin typeface="Malgun Gothic"/>
                <a:ea typeface="Malgun Gothic"/>
                <a:cs typeface="Malgun Gothic"/>
              </a:defRPr>
            </a:lvl5pPr>
            <a:lvl6pPr algn="l">
              <a:defRPr sz="2400" b="1">
                <a:solidFill>
                  <a:srgbClr val="17212B"/>
                </a:solidFill>
                <a:latin typeface="Malgun Gothic"/>
                <a:ea typeface="Malgun Gothic"/>
                <a:cs typeface="Malgun Gothic"/>
              </a:defRPr>
            </a:lvl6pPr>
            <a:lvl7pPr algn="l">
              <a:defRPr sz="2400" b="1">
                <a:solidFill>
                  <a:srgbClr val="17212B"/>
                </a:solidFill>
                <a:latin typeface="Malgun Gothic"/>
                <a:ea typeface="Malgun Gothic"/>
                <a:cs typeface="Malgun Gothic"/>
              </a:defRPr>
            </a:lvl7pPr>
            <a:lvl8pPr algn="l">
              <a:defRPr sz="2400" b="1">
                <a:solidFill>
                  <a:srgbClr val="17212B"/>
                </a:solidFill>
                <a:latin typeface="Malgun Gothic"/>
                <a:ea typeface="Malgun Gothic"/>
                <a:cs typeface="Malgun Gothic"/>
              </a:defRPr>
            </a:lvl8pPr>
            <a:lvl9pPr algn="l">
              <a:defRPr sz="2400" b="1">
                <a:solidFill>
                  <a:srgbClr val="17212B"/>
                </a:solidFill>
                <a:latin typeface="Malgun Gothic"/>
                <a:ea typeface="Malgun Gothic"/>
                <a:cs typeface="Malgun Gothic"/>
              </a:defRPr>
            </a:lvl9pPr>
          </a:lstStyle>
          <a:p xmlns:a="http://schemas.openxmlformats.org/drawingml/2006/main">
            <a:pPr algn="l">
              <a:defRPr sz="2400" b="1">
                <a:solidFill>
                  <a:srgbClr val="17212B"/>
                </a:solidFill>
                <a:latin typeface="Malgun Gothic"/>
                <a:ea typeface="Malgun Gothic"/>
                <a:cs typeface="Malgun Gothic"/>
              </a:defRPr>
            </a:pPr>
            <a:r>
              <a:rPr sz="2400" b="1">
                <a:solidFill>
                  <a:srgbClr val="17212B"/>
                </a:solidFill>
                <a:latin typeface="Malgun Gothic"/>
                <a:ea typeface="Malgun Gothic"/>
                <a:cs typeface="Malgun Gothic"/>
              </a:rPr>
              <a:t>동작 계약</a:t>
            </a:r>
          </a:p>
        </p:txBody>
      </p:sp>
      <p:sp>
        <p:nvSpPr>
          <p:cNvPr id="10" name="">
            <a:extLst xmlns:a="http://schemas.openxmlformats.org/drawingml/2006/main">
              <a:ext uri="{FF2B5EF4-FFF2-40B4-BE49-F238E27FC236}">
                <a16:creationId xmlns:a16="http://schemas.microsoft.com/office/drawing/2014/main" id="{8CE9EA7A-0B51-4BC8-B69A-6438296ED50F}"/>
              </a:ext>
            </a:extLst>
          </p:cNvPr>
          <p:cNvSpPr>
            <a:spLocks xmlns:a="http://schemas.openxmlformats.org/drawingml/2006/main" noGrp="1"/>
          </p:cNvSpPr>
          <p:nvPr/>
        </p:nvSpPr>
        <p:spPr>
          <a:xfrm xmlns:a="http://schemas.openxmlformats.org/drawingml/2006/main">
            <a:off x="4400550" y="2952750"/>
            <a:ext cx="32385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1" name="테스트">
            <a:extLst xmlns:a="http://schemas.openxmlformats.org/drawingml/2006/main">
              <a:ext uri="{FF2B5EF4-FFF2-40B4-BE49-F238E27FC236}">
                <a16:creationId xmlns:a16="http://schemas.microsoft.com/office/drawing/2014/main" id="{60E20D94-8D7B-43DE-B8A5-3BC6A809F90E}"/>
              </a:ext>
            </a:extLst>
          </p:cNvPr>
          <p:cNvSpPr>
            <a:spLocks xmlns:a="http://schemas.openxmlformats.org/drawingml/2006/main" noGrp="1"/>
          </p:cNvSpPr>
          <p:nvPr/>
        </p:nvSpPr>
        <p:spPr>
          <a:xfrm xmlns:a="http://schemas.openxmlformats.org/drawingml/2006/main">
            <a:off x="4400550" y="314325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Malgun Gothic"/>
                <a:ea typeface="Malgun Gothic"/>
                <a:cs typeface="Malgun Gothic"/>
              </a:defRPr>
            </a:defPPr>
            <a:lvl1pPr algn="l">
              <a:defRPr sz="2400" b="1">
                <a:solidFill>
                  <a:srgbClr val="17212B"/>
                </a:solidFill>
                <a:latin typeface="Malgun Gothic"/>
                <a:ea typeface="Malgun Gothic"/>
                <a:cs typeface="Malgun Gothic"/>
              </a:defRPr>
            </a:lvl1pPr>
            <a:lvl2pPr algn="l">
              <a:defRPr sz="2400" b="1">
                <a:solidFill>
                  <a:srgbClr val="17212B"/>
                </a:solidFill>
                <a:latin typeface="Malgun Gothic"/>
                <a:ea typeface="Malgun Gothic"/>
                <a:cs typeface="Malgun Gothic"/>
              </a:defRPr>
            </a:lvl2pPr>
            <a:lvl3pPr algn="l">
              <a:defRPr sz="2400" b="1">
                <a:solidFill>
                  <a:srgbClr val="17212B"/>
                </a:solidFill>
                <a:latin typeface="Malgun Gothic"/>
                <a:ea typeface="Malgun Gothic"/>
                <a:cs typeface="Malgun Gothic"/>
              </a:defRPr>
            </a:lvl3pPr>
            <a:lvl4pPr algn="l">
              <a:defRPr sz="2400" b="1">
                <a:solidFill>
                  <a:srgbClr val="17212B"/>
                </a:solidFill>
                <a:latin typeface="Malgun Gothic"/>
                <a:ea typeface="Malgun Gothic"/>
                <a:cs typeface="Malgun Gothic"/>
              </a:defRPr>
            </a:lvl4pPr>
            <a:lvl5pPr algn="l">
              <a:defRPr sz="2400" b="1">
                <a:solidFill>
                  <a:srgbClr val="17212B"/>
                </a:solidFill>
                <a:latin typeface="Malgun Gothic"/>
                <a:ea typeface="Malgun Gothic"/>
                <a:cs typeface="Malgun Gothic"/>
              </a:defRPr>
            </a:lvl5pPr>
            <a:lvl6pPr algn="l">
              <a:defRPr sz="2400" b="1">
                <a:solidFill>
                  <a:srgbClr val="17212B"/>
                </a:solidFill>
                <a:latin typeface="Malgun Gothic"/>
                <a:ea typeface="Malgun Gothic"/>
                <a:cs typeface="Malgun Gothic"/>
              </a:defRPr>
            </a:lvl6pPr>
            <a:lvl7pPr algn="l">
              <a:defRPr sz="2400" b="1">
                <a:solidFill>
                  <a:srgbClr val="17212B"/>
                </a:solidFill>
                <a:latin typeface="Malgun Gothic"/>
                <a:ea typeface="Malgun Gothic"/>
                <a:cs typeface="Malgun Gothic"/>
              </a:defRPr>
            </a:lvl7pPr>
            <a:lvl8pPr algn="l">
              <a:defRPr sz="2400" b="1">
                <a:solidFill>
                  <a:srgbClr val="17212B"/>
                </a:solidFill>
                <a:latin typeface="Malgun Gothic"/>
                <a:ea typeface="Malgun Gothic"/>
                <a:cs typeface="Malgun Gothic"/>
              </a:defRPr>
            </a:lvl8pPr>
            <a:lvl9pPr algn="l">
              <a:defRPr sz="2400" b="1">
                <a:solidFill>
                  <a:srgbClr val="17212B"/>
                </a:solidFill>
                <a:latin typeface="Malgun Gothic"/>
                <a:ea typeface="Malgun Gothic"/>
                <a:cs typeface="Malgun Gothic"/>
              </a:defRPr>
            </a:lvl9pPr>
          </a:lstStyle>
          <a:p xmlns:a="http://schemas.openxmlformats.org/drawingml/2006/main">
            <a:pPr algn="l">
              <a:defRPr sz="2400" b="1">
                <a:solidFill>
                  <a:srgbClr val="17212B"/>
                </a:solidFill>
                <a:latin typeface="Malgun Gothic"/>
                <a:ea typeface="Malgun Gothic"/>
                <a:cs typeface="Malgun Gothic"/>
              </a:defRPr>
            </a:pPr>
            <a:r>
              <a:rPr sz="2400" b="1">
                <a:solidFill>
                  <a:srgbClr val="17212B"/>
                </a:solidFill>
                <a:latin typeface="Malgun Gothic"/>
                <a:ea typeface="Malgun Gothic"/>
                <a:cs typeface="Malgun Gothic"/>
              </a:rPr>
              <a:t>테스트</a:t>
            </a:r>
          </a:p>
        </p:txBody>
      </p:sp>
      <p:sp>
        <p:nvSpPr>
          <p:cNvPr id="12" name="">
            <a:extLst xmlns:a="http://schemas.openxmlformats.org/drawingml/2006/main">
              <a:ext uri="{FF2B5EF4-FFF2-40B4-BE49-F238E27FC236}">
                <a16:creationId xmlns:a16="http://schemas.microsoft.com/office/drawing/2014/main" id="{ED667716-1F9C-4722-8F99-5D991B623F2C}"/>
              </a:ext>
            </a:extLst>
          </p:cNvPr>
          <p:cNvSpPr>
            <a:spLocks xmlns:a="http://schemas.openxmlformats.org/drawingml/2006/main" noGrp="1"/>
          </p:cNvSpPr>
          <p:nvPr/>
        </p:nvSpPr>
        <p:spPr>
          <a:xfrm xmlns:a="http://schemas.openxmlformats.org/drawingml/2006/main">
            <a:off x="8191500" y="2952750"/>
            <a:ext cx="32385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3" name="성능 측정">
            <a:extLst xmlns:a="http://schemas.openxmlformats.org/drawingml/2006/main">
              <a:ext uri="{FF2B5EF4-FFF2-40B4-BE49-F238E27FC236}">
                <a16:creationId xmlns:a16="http://schemas.microsoft.com/office/drawing/2014/main" id="{814A13E0-CA81-4655-8C09-4471D920E764}"/>
              </a:ext>
            </a:extLst>
          </p:cNvPr>
          <p:cNvSpPr>
            <a:spLocks xmlns:a="http://schemas.openxmlformats.org/drawingml/2006/main" noGrp="1"/>
          </p:cNvSpPr>
          <p:nvPr/>
        </p:nvSpPr>
        <p:spPr>
          <a:xfrm xmlns:a="http://schemas.openxmlformats.org/drawingml/2006/main">
            <a:off x="8191500" y="314325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Malgun Gothic"/>
                <a:ea typeface="Malgun Gothic"/>
                <a:cs typeface="Malgun Gothic"/>
              </a:defRPr>
            </a:defPPr>
            <a:lvl1pPr algn="l">
              <a:defRPr sz="2400" b="1">
                <a:solidFill>
                  <a:srgbClr val="17212B"/>
                </a:solidFill>
                <a:latin typeface="Malgun Gothic"/>
                <a:ea typeface="Malgun Gothic"/>
                <a:cs typeface="Malgun Gothic"/>
              </a:defRPr>
            </a:lvl1pPr>
            <a:lvl2pPr algn="l">
              <a:defRPr sz="2400" b="1">
                <a:solidFill>
                  <a:srgbClr val="17212B"/>
                </a:solidFill>
                <a:latin typeface="Malgun Gothic"/>
                <a:ea typeface="Malgun Gothic"/>
                <a:cs typeface="Malgun Gothic"/>
              </a:defRPr>
            </a:lvl2pPr>
            <a:lvl3pPr algn="l">
              <a:defRPr sz="2400" b="1">
                <a:solidFill>
                  <a:srgbClr val="17212B"/>
                </a:solidFill>
                <a:latin typeface="Malgun Gothic"/>
                <a:ea typeface="Malgun Gothic"/>
                <a:cs typeface="Malgun Gothic"/>
              </a:defRPr>
            </a:lvl3pPr>
            <a:lvl4pPr algn="l">
              <a:defRPr sz="2400" b="1">
                <a:solidFill>
                  <a:srgbClr val="17212B"/>
                </a:solidFill>
                <a:latin typeface="Malgun Gothic"/>
                <a:ea typeface="Malgun Gothic"/>
                <a:cs typeface="Malgun Gothic"/>
              </a:defRPr>
            </a:lvl4pPr>
            <a:lvl5pPr algn="l">
              <a:defRPr sz="2400" b="1">
                <a:solidFill>
                  <a:srgbClr val="17212B"/>
                </a:solidFill>
                <a:latin typeface="Malgun Gothic"/>
                <a:ea typeface="Malgun Gothic"/>
                <a:cs typeface="Malgun Gothic"/>
              </a:defRPr>
            </a:lvl5pPr>
            <a:lvl6pPr algn="l">
              <a:defRPr sz="2400" b="1">
                <a:solidFill>
                  <a:srgbClr val="17212B"/>
                </a:solidFill>
                <a:latin typeface="Malgun Gothic"/>
                <a:ea typeface="Malgun Gothic"/>
                <a:cs typeface="Malgun Gothic"/>
              </a:defRPr>
            </a:lvl6pPr>
            <a:lvl7pPr algn="l">
              <a:defRPr sz="2400" b="1">
                <a:solidFill>
                  <a:srgbClr val="17212B"/>
                </a:solidFill>
                <a:latin typeface="Malgun Gothic"/>
                <a:ea typeface="Malgun Gothic"/>
                <a:cs typeface="Malgun Gothic"/>
              </a:defRPr>
            </a:lvl7pPr>
            <a:lvl8pPr algn="l">
              <a:defRPr sz="2400" b="1">
                <a:solidFill>
                  <a:srgbClr val="17212B"/>
                </a:solidFill>
                <a:latin typeface="Malgun Gothic"/>
                <a:ea typeface="Malgun Gothic"/>
                <a:cs typeface="Malgun Gothic"/>
              </a:defRPr>
            </a:lvl8pPr>
            <a:lvl9pPr algn="l">
              <a:defRPr sz="2400" b="1">
                <a:solidFill>
                  <a:srgbClr val="17212B"/>
                </a:solidFill>
                <a:latin typeface="Malgun Gothic"/>
                <a:ea typeface="Malgun Gothic"/>
                <a:cs typeface="Malgun Gothic"/>
              </a:defRPr>
            </a:lvl9pPr>
          </a:lstStyle>
          <a:p xmlns:a="http://schemas.openxmlformats.org/drawingml/2006/main">
            <a:pPr algn="l">
              <a:defRPr sz="2400" b="1">
                <a:solidFill>
                  <a:srgbClr val="17212B"/>
                </a:solidFill>
                <a:latin typeface="Malgun Gothic"/>
                <a:ea typeface="Malgun Gothic"/>
                <a:cs typeface="Malgun Gothic"/>
              </a:defRPr>
            </a:pPr>
            <a:r>
              <a:rPr sz="2400" b="1">
                <a:solidFill>
                  <a:srgbClr val="17212B"/>
                </a:solidFill>
                <a:latin typeface="Malgun Gothic"/>
                <a:ea typeface="Malgun Gothic"/>
                <a:cs typeface="Malgun Gothic"/>
              </a:rPr>
              <a:t>성능 측정</a:t>
            </a:r>
          </a:p>
        </p:txBody>
      </p:sp>
      <p:sp>
        <p:nvSpPr>
          <p:cNvPr id="14" name="입력·출력 조건 확인">
            <a:extLst xmlns:a="http://schemas.openxmlformats.org/drawingml/2006/main">
              <a:ext uri="{FF2B5EF4-FFF2-40B4-BE49-F238E27FC236}">
                <a16:creationId xmlns:a16="http://schemas.microsoft.com/office/drawing/2014/main" id="{7C3BA4B5-7EDC-4F5D-95BF-53CF4A4A7FD3}"/>
              </a:ext>
            </a:extLst>
          </p:cNvPr>
          <p:cNvSpPr>
            <a:spLocks xmlns:a="http://schemas.openxmlformats.org/drawingml/2006/main" noGrp="1"/>
          </p:cNvSpPr>
          <p:nvPr/>
        </p:nvSpPr>
        <p:spPr>
          <a:xfrm xmlns:a="http://schemas.openxmlformats.org/drawingml/2006/main">
            <a:off x="609600" y="377190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입력·출력 조건 확인</a:t>
            </a:r>
          </a:p>
        </p:txBody>
      </p:sp>
      <p:sp>
        <p:nvSpPr>
          <p:cNvPr id="15" name="전체 테스트 11/11">
            <a:extLst xmlns:a="http://schemas.openxmlformats.org/drawingml/2006/main">
              <a:ext uri="{FF2B5EF4-FFF2-40B4-BE49-F238E27FC236}">
                <a16:creationId xmlns:a16="http://schemas.microsoft.com/office/drawing/2014/main" id="{2CC4EC2F-D144-4896-A29E-0D3E21E275DF}"/>
              </a:ext>
            </a:extLst>
          </p:cNvPr>
          <p:cNvSpPr>
            <a:spLocks xmlns:a="http://schemas.openxmlformats.org/drawingml/2006/main" noGrp="1"/>
          </p:cNvSpPr>
          <p:nvPr/>
        </p:nvSpPr>
        <p:spPr>
          <a:xfrm xmlns:a="http://schemas.openxmlformats.org/drawingml/2006/main">
            <a:off x="4400550" y="377190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전체 테스트 11/11</a:t>
            </a:r>
          </a:p>
        </p:txBody>
      </p:sp>
      <p:sp>
        <p:nvSpPr>
          <p:cNvPr id="16" name="Benchmark guard 확인">
            <a:extLst xmlns:a="http://schemas.openxmlformats.org/drawingml/2006/main">
              <a:ext uri="{FF2B5EF4-FFF2-40B4-BE49-F238E27FC236}">
                <a16:creationId xmlns:a16="http://schemas.microsoft.com/office/drawing/2014/main" id="{6C9C4CDC-1852-47D2-8AA3-BD01FCCF55F4}"/>
              </a:ext>
            </a:extLst>
          </p:cNvPr>
          <p:cNvSpPr>
            <a:spLocks xmlns:a="http://schemas.openxmlformats.org/drawingml/2006/main" noGrp="1"/>
          </p:cNvSpPr>
          <p:nvPr/>
        </p:nvSpPr>
        <p:spPr>
          <a:xfrm xmlns:a="http://schemas.openxmlformats.org/drawingml/2006/main">
            <a:off x="8191500" y="37719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17212B"/>
                </a:solidFill>
                <a:latin typeface="Malgun Gothic"/>
                <a:ea typeface="Malgun Gothic"/>
                <a:cs typeface="Malgun Gothic"/>
              </a:defRPr>
            </a:defPPr>
            <a:lvl1pPr algn="l">
              <a:defRPr sz="1950" b="0">
                <a:solidFill>
                  <a:srgbClr val="17212B"/>
                </a:solidFill>
                <a:latin typeface="Malgun Gothic"/>
                <a:ea typeface="Malgun Gothic"/>
                <a:cs typeface="Malgun Gothic"/>
              </a:defRPr>
            </a:lvl1pPr>
            <a:lvl2pPr algn="l">
              <a:defRPr sz="1950" b="0">
                <a:solidFill>
                  <a:srgbClr val="17212B"/>
                </a:solidFill>
                <a:latin typeface="Malgun Gothic"/>
                <a:ea typeface="Malgun Gothic"/>
                <a:cs typeface="Malgun Gothic"/>
              </a:defRPr>
            </a:lvl2pPr>
            <a:lvl3pPr algn="l">
              <a:defRPr sz="1950" b="0">
                <a:solidFill>
                  <a:srgbClr val="17212B"/>
                </a:solidFill>
                <a:latin typeface="Malgun Gothic"/>
                <a:ea typeface="Malgun Gothic"/>
                <a:cs typeface="Malgun Gothic"/>
              </a:defRPr>
            </a:lvl3pPr>
            <a:lvl4pPr algn="l">
              <a:defRPr sz="1950" b="0">
                <a:solidFill>
                  <a:srgbClr val="17212B"/>
                </a:solidFill>
                <a:latin typeface="Malgun Gothic"/>
                <a:ea typeface="Malgun Gothic"/>
                <a:cs typeface="Malgun Gothic"/>
              </a:defRPr>
            </a:lvl4pPr>
            <a:lvl5pPr algn="l">
              <a:defRPr sz="1950" b="0">
                <a:solidFill>
                  <a:srgbClr val="17212B"/>
                </a:solidFill>
                <a:latin typeface="Malgun Gothic"/>
                <a:ea typeface="Malgun Gothic"/>
                <a:cs typeface="Malgun Gothic"/>
              </a:defRPr>
            </a:lvl5pPr>
            <a:lvl6pPr algn="l">
              <a:defRPr sz="1950" b="0">
                <a:solidFill>
                  <a:srgbClr val="17212B"/>
                </a:solidFill>
                <a:latin typeface="Malgun Gothic"/>
                <a:ea typeface="Malgun Gothic"/>
                <a:cs typeface="Malgun Gothic"/>
              </a:defRPr>
            </a:lvl6pPr>
            <a:lvl7pPr algn="l">
              <a:defRPr sz="1950" b="0">
                <a:solidFill>
                  <a:srgbClr val="17212B"/>
                </a:solidFill>
                <a:latin typeface="Malgun Gothic"/>
                <a:ea typeface="Malgun Gothic"/>
                <a:cs typeface="Malgun Gothic"/>
              </a:defRPr>
            </a:lvl7pPr>
            <a:lvl8pPr algn="l">
              <a:defRPr sz="1950" b="0">
                <a:solidFill>
                  <a:srgbClr val="17212B"/>
                </a:solidFill>
                <a:latin typeface="Malgun Gothic"/>
                <a:ea typeface="Malgun Gothic"/>
                <a:cs typeface="Malgun Gothic"/>
              </a:defRPr>
            </a:lvl8pPr>
            <a:lvl9pPr algn="l">
              <a:defRPr sz="1950" b="0">
                <a:solidFill>
                  <a:srgbClr val="17212B"/>
                </a:solidFill>
                <a:latin typeface="Malgun Gothic"/>
                <a:ea typeface="Malgun Gothic"/>
                <a:cs typeface="Malgun Gothic"/>
              </a:defRPr>
            </a:lvl9pPr>
          </a:lstStyle>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Benchmark guard 확인</a:t>
            </a:r>
          </a:p>
        </p:txBody>
      </p:sp>
      <p:sp>
        <p:nvSpPr>
          <p:cNvPr id="17" name="그렇다면 프로젝트가 바뀐 뒤에도 맞을까?">
            <a:extLst xmlns:a="http://schemas.openxmlformats.org/drawingml/2006/main">
              <a:ext uri="{FF2B5EF4-FFF2-40B4-BE49-F238E27FC236}">
                <a16:creationId xmlns:a16="http://schemas.microsoft.com/office/drawing/2014/main" id="{428436A6-4B0E-4F85-ADB0-5E8FB96E69AC}"/>
              </a:ext>
            </a:extLst>
          </p:cNvPr>
          <p:cNvSpPr>
            <a:spLocks xmlns:a="http://schemas.openxmlformats.org/drawingml/2006/main" noGrp="1"/>
          </p:cNvSpPr>
          <p:nvPr/>
        </p:nvSpPr>
        <p:spPr>
          <a:xfrm xmlns:a="http://schemas.openxmlformats.org/drawingml/2006/main">
            <a:off x="609600" y="48958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7212B"/>
                </a:solidFill>
                <a:latin typeface="Malgun Gothic"/>
                <a:ea typeface="Malgun Gothic"/>
                <a:cs typeface="Malgun Gothic"/>
              </a:defRPr>
            </a:defPPr>
            <a:lvl1pPr algn="l">
              <a:defRPr sz="2850" b="1">
                <a:solidFill>
                  <a:srgbClr val="17212B"/>
                </a:solidFill>
                <a:latin typeface="Malgun Gothic"/>
                <a:ea typeface="Malgun Gothic"/>
                <a:cs typeface="Malgun Gothic"/>
              </a:defRPr>
            </a:lvl1pPr>
            <a:lvl2pPr algn="l">
              <a:defRPr sz="2850" b="1">
                <a:solidFill>
                  <a:srgbClr val="17212B"/>
                </a:solidFill>
                <a:latin typeface="Malgun Gothic"/>
                <a:ea typeface="Malgun Gothic"/>
                <a:cs typeface="Malgun Gothic"/>
              </a:defRPr>
            </a:lvl2pPr>
            <a:lvl3pPr algn="l">
              <a:defRPr sz="2850" b="1">
                <a:solidFill>
                  <a:srgbClr val="17212B"/>
                </a:solidFill>
                <a:latin typeface="Malgun Gothic"/>
                <a:ea typeface="Malgun Gothic"/>
                <a:cs typeface="Malgun Gothic"/>
              </a:defRPr>
            </a:lvl3pPr>
            <a:lvl4pPr algn="l">
              <a:defRPr sz="2850" b="1">
                <a:solidFill>
                  <a:srgbClr val="17212B"/>
                </a:solidFill>
                <a:latin typeface="Malgun Gothic"/>
                <a:ea typeface="Malgun Gothic"/>
                <a:cs typeface="Malgun Gothic"/>
              </a:defRPr>
            </a:lvl4pPr>
            <a:lvl5pPr algn="l">
              <a:defRPr sz="2850" b="1">
                <a:solidFill>
                  <a:srgbClr val="17212B"/>
                </a:solidFill>
                <a:latin typeface="Malgun Gothic"/>
                <a:ea typeface="Malgun Gothic"/>
                <a:cs typeface="Malgun Gothic"/>
              </a:defRPr>
            </a:lvl5pPr>
            <a:lvl6pPr algn="l">
              <a:defRPr sz="2850" b="1">
                <a:solidFill>
                  <a:srgbClr val="17212B"/>
                </a:solidFill>
                <a:latin typeface="Malgun Gothic"/>
                <a:ea typeface="Malgun Gothic"/>
                <a:cs typeface="Malgun Gothic"/>
              </a:defRPr>
            </a:lvl6pPr>
            <a:lvl7pPr algn="l">
              <a:defRPr sz="2850" b="1">
                <a:solidFill>
                  <a:srgbClr val="17212B"/>
                </a:solidFill>
                <a:latin typeface="Malgun Gothic"/>
                <a:ea typeface="Malgun Gothic"/>
                <a:cs typeface="Malgun Gothic"/>
              </a:defRPr>
            </a:lvl7pPr>
            <a:lvl8pPr algn="l">
              <a:defRPr sz="2850" b="1">
                <a:solidFill>
                  <a:srgbClr val="17212B"/>
                </a:solidFill>
                <a:latin typeface="Malgun Gothic"/>
                <a:ea typeface="Malgun Gothic"/>
                <a:cs typeface="Malgun Gothic"/>
              </a:defRPr>
            </a:lvl8pPr>
            <a:lvl9pPr algn="l">
              <a:defRPr sz="2850" b="1">
                <a:solidFill>
                  <a:srgbClr val="17212B"/>
                </a:solidFill>
                <a:latin typeface="Malgun Gothic"/>
                <a:ea typeface="Malgun Gothic"/>
                <a:cs typeface="Malgun Gothic"/>
              </a:defRPr>
            </a:lvl9pPr>
          </a:lstStyle>
          <a:p xmlns:a="http://schemas.openxmlformats.org/drawingml/2006/main">
            <a:pPr algn="l">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그렇다면 프로젝트가 바뀐 뒤에도 맞을까?</a:t>
            </a:r>
          </a:p>
        </p:txBody>
      </p:sp>
      <p:sp>
        <p:nvSpPr>
          <p:cNvPr id="18" name="Legacy module connection">
            <a:extLst xmlns:a="http://schemas.openxmlformats.org/drawingml/2006/main">
              <a:ext uri="{FF2B5EF4-FFF2-40B4-BE49-F238E27FC236}">
                <a16:creationId xmlns:a16="http://schemas.microsoft.com/office/drawing/2014/main" id="{8DF96AC2-2E42-440C-9FBC-9C0D55C810BF}"/>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827857510"/>
      </p:ext>
    </p:extLst>
  </p:cSld>
</p:sld>
</file>

<file path=ppt/slides/slide6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7" name="ACT 4 · CONCEPTUAL / 가상 사례">
            <a:extLst xmlns:a="http://schemas.openxmlformats.org/drawingml/2006/main">
              <a:ext uri="{FF2B5EF4-FFF2-40B4-BE49-F238E27FC236}">
                <a16:creationId xmlns:a16="http://schemas.microsoft.com/office/drawing/2014/main" id="{6A66FE98-CD65-44F0-B7A0-D10161B49A07}"/>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CONCEPTUAL / 가상 사례</a:t>
            </a:r>
          </a:p>
        </p:txBody>
      </p:sp>
      <p:sp>
        <p:nvSpPr>
          <p:cNvPr id="2" name="S69">
            <a:extLst xmlns:a="http://schemas.openxmlformats.org/drawingml/2006/main">
              <a:ext uri="{FF2B5EF4-FFF2-40B4-BE49-F238E27FC236}">
                <a16:creationId xmlns:a16="http://schemas.microsoft.com/office/drawing/2014/main" id="{BD1A1CAF-DDBA-4F7E-A17C-FBA1B6D2F22E}"/>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S69</a:t>
            </a:r>
          </a:p>
        </p:txBody>
      </p:sp>
      <p:sp>
        <p:nvSpPr>
          <p:cNvPr id="3" name="개념 사례: Project와 Workflow는 현재 맞다">
            <a:extLst xmlns:a="http://schemas.openxmlformats.org/drawingml/2006/main">
              <a:ext uri="{FF2B5EF4-FFF2-40B4-BE49-F238E27FC236}">
                <a16:creationId xmlns:a16="http://schemas.microsoft.com/office/drawing/2014/main" id="{A77E4889-7B46-4D4E-B580-E0B2435C144D}"/>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개념 사례: Project와 Workflow는 현재 맞다</a:t>
            </a:r>
          </a:p>
        </p:txBody>
      </p:sp>
      <p:sp>
        <p:nvSpPr>
          <p:cNvPr id="4" name="">
            <a:extLst xmlns:a="http://schemas.openxmlformats.org/drawingml/2006/main">
              <a:ext uri="{FF2B5EF4-FFF2-40B4-BE49-F238E27FC236}">
                <a16:creationId xmlns:a16="http://schemas.microsoft.com/office/drawing/2014/main" id="{335CB87A-1E14-403C-9412-4D16B5038807}"/>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DEMO-04A · 프로젝트 변화 전의 가상 설정">
            <a:extLst xmlns:a="http://schemas.openxmlformats.org/drawingml/2006/main">
              <a:ext uri="{FF2B5EF4-FFF2-40B4-BE49-F238E27FC236}">
                <a16:creationId xmlns:a16="http://schemas.microsoft.com/office/drawing/2014/main" id="{C04A723A-7E06-49DD-BE68-562D99CE804D}"/>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DEMO-04A · 프로젝트 변화 전의 가상 설정</a:t>
            </a:r>
          </a:p>
        </p:txBody>
      </p:sp>
      <p:sp>
        <p:nvSpPr>
          <p:cNvPr id="6" name="실제 Repository 변경 이력, Agent 실행 또는 테스트 결과가 아니다.">
            <a:extLst xmlns:a="http://schemas.openxmlformats.org/drawingml/2006/main">
              <a:ext uri="{FF2B5EF4-FFF2-40B4-BE49-F238E27FC236}">
                <a16:creationId xmlns:a16="http://schemas.microsoft.com/office/drawing/2014/main" id="{B7AE3435-CCAA-40FE-BF64-6A870D4A3863}"/>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실제 Repository 변경 이력, Agent 실행 또는 테스트 결과가 아니다.</a:t>
            </a:r>
          </a:p>
        </p:txBody>
      </p:sp>
      <p:sp>
        <p:nvSpPr>
          <p:cNvPr id="7" name="처음에는 두 기준이 같았다">
            <a:extLst xmlns:a="http://schemas.openxmlformats.org/drawingml/2006/main">
              <a:ext uri="{FF2B5EF4-FFF2-40B4-BE49-F238E27FC236}">
                <a16:creationId xmlns:a16="http://schemas.microsoft.com/office/drawing/2014/main" id="{770F97FD-C4A0-49C5-B389-64855A9627AA}"/>
              </a:ext>
            </a:extLst>
          </p:cNvPr>
          <p:cNvSpPr>
            <a:spLocks xmlns:a="http://schemas.openxmlformats.org/drawingml/2006/main" noGrp="1"/>
          </p:cNvSpPr>
          <p:nvPr/>
        </p:nvSpPr>
        <p:spPr>
          <a:xfrm xmlns:a="http://schemas.openxmlformats.org/drawingml/2006/main">
            <a:off x="609600" y="20955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0B6172"/>
                </a:solidFill>
                <a:latin typeface="Malgun Gothic"/>
                <a:ea typeface="Malgun Gothic"/>
                <a:cs typeface="Malgun Gothic"/>
              </a:defRPr>
            </a:defPPr>
            <a:lvl1pPr algn="l">
              <a:defRPr sz="2550" b="1">
                <a:solidFill>
                  <a:srgbClr val="0B6172"/>
                </a:solidFill>
                <a:latin typeface="Malgun Gothic"/>
                <a:ea typeface="Malgun Gothic"/>
                <a:cs typeface="Malgun Gothic"/>
              </a:defRPr>
            </a:lvl1pPr>
            <a:lvl2pPr algn="l">
              <a:defRPr sz="2550" b="1">
                <a:solidFill>
                  <a:srgbClr val="0B6172"/>
                </a:solidFill>
                <a:latin typeface="Malgun Gothic"/>
                <a:ea typeface="Malgun Gothic"/>
                <a:cs typeface="Malgun Gothic"/>
              </a:defRPr>
            </a:lvl2pPr>
            <a:lvl3pPr algn="l">
              <a:defRPr sz="2550" b="1">
                <a:solidFill>
                  <a:srgbClr val="0B6172"/>
                </a:solidFill>
                <a:latin typeface="Malgun Gothic"/>
                <a:ea typeface="Malgun Gothic"/>
                <a:cs typeface="Malgun Gothic"/>
              </a:defRPr>
            </a:lvl3pPr>
            <a:lvl4pPr algn="l">
              <a:defRPr sz="2550" b="1">
                <a:solidFill>
                  <a:srgbClr val="0B6172"/>
                </a:solidFill>
                <a:latin typeface="Malgun Gothic"/>
                <a:ea typeface="Malgun Gothic"/>
                <a:cs typeface="Malgun Gothic"/>
              </a:defRPr>
            </a:lvl4pPr>
            <a:lvl5pPr algn="l">
              <a:defRPr sz="2550" b="1">
                <a:solidFill>
                  <a:srgbClr val="0B6172"/>
                </a:solidFill>
                <a:latin typeface="Malgun Gothic"/>
                <a:ea typeface="Malgun Gothic"/>
                <a:cs typeface="Malgun Gothic"/>
              </a:defRPr>
            </a:lvl5pPr>
            <a:lvl6pPr algn="l">
              <a:defRPr sz="2550" b="1">
                <a:solidFill>
                  <a:srgbClr val="0B6172"/>
                </a:solidFill>
                <a:latin typeface="Malgun Gothic"/>
                <a:ea typeface="Malgun Gothic"/>
                <a:cs typeface="Malgun Gothic"/>
              </a:defRPr>
            </a:lvl6pPr>
            <a:lvl7pPr algn="l">
              <a:defRPr sz="2550" b="1">
                <a:solidFill>
                  <a:srgbClr val="0B6172"/>
                </a:solidFill>
                <a:latin typeface="Malgun Gothic"/>
                <a:ea typeface="Malgun Gothic"/>
                <a:cs typeface="Malgun Gothic"/>
              </a:defRPr>
            </a:lvl7pPr>
            <a:lvl8pPr algn="l">
              <a:defRPr sz="2550" b="1">
                <a:solidFill>
                  <a:srgbClr val="0B6172"/>
                </a:solidFill>
                <a:latin typeface="Malgun Gothic"/>
                <a:ea typeface="Malgun Gothic"/>
                <a:cs typeface="Malgun Gothic"/>
              </a:defRPr>
            </a:lvl8pPr>
            <a:lvl9pPr algn="l">
              <a:defRPr sz="2550" b="1">
                <a:solidFill>
                  <a:srgbClr val="0B6172"/>
                </a:solidFill>
                <a:latin typeface="Malgun Gothic"/>
                <a:ea typeface="Malgun Gothic"/>
                <a:cs typeface="Malgun Gothic"/>
              </a:defRPr>
            </a:lvl9pPr>
          </a:lstStyle>
          <a:p xmlns:a="http://schemas.openxmlformats.org/drawingml/2006/main">
            <a:pPr algn="l">
              <a:defRPr sz="2550" b="1">
                <a:solidFill>
                  <a:srgbClr val="0B6172"/>
                </a:solidFill>
                <a:latin typeface="Malgun Gothic"/>
                <a:ea typeface="Malgun Gothic"/>
                <a:cs typeface="Malgun Gothic"/>
              </a:defRPr>
            </a:pPr>
            <a:r>
              <a:rPr sz="2550" b="1">
                <a:solidFill>
                  <a:srgbClr val="0B6172"/>
                </a:solidFill>
                <a:latin typeface="Malgun Gothic"/>
                <a:ea typeface="Malgun Gothic"/>
                <a:cs typeface="Malgun Gothic"/>
              </a:rPr>
              <a:t>처음에는 두 기준이 같았다</a:t>
            </a:r>
          </a:p>
        </p:txBody>
      </p:sp>
      <p:sp>
        <p:nvSpPr>
          <p:cNvPr id="8" name="프로젝트의 검증 기준">
            <a:extLst xmlns:a="http://schemas.openxmlformats.org/drawingml/2006/main">
              <a:ext uri="{FF2B5EF4-FFF2-40B4-BE49-F238E27FC236}">
                <a16:creationId xmlns:a16="http://schemas.microsoft.com/office/drawing/2014/main" id="{649E97D5-5C1C-422A-9ACD-DCF75F857AD8}"/>
              </a:ext>
            </a:extLst>
          </p:cNvPr>
          <p:cNvSpPr>
            <a:spLocks xmlns:a="http://schemas.openxmlformats.org/drawingml/2006/main" noGrp="1"/>
          </p:cNvSpPr>
          <p:nvPr/>
        </p:nvSpPr>
        <p:spPr>
          <a:xfrm xmlns:a="http://schemas.openxmlformats.org/drawingml/2006/main">
            <a:off x="609600" y="29527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프로젝트의 검증 기준</a:t>
            </a:r>
          </a:p>
        </p:txBody>
      </p:sp>
      <p:sp>
        <p:nvSpPr>
          <p:cNvPr id="9" name="재사용 Workflow의 지시">
            <a:extLst xmlns:a="http://schemas.openxmlformats.org/drawingml/2006/main">
              <a:ext uri="{FF2B5EF4-FFF2-40B4-BE49-F238E27FC236}">
                <a16:creationId xmlns:a16="http://schemas.microsoft.com/office/drawing/2014/main" id="{E05CDEAA-3C39-48ED-BB43-2F95545D4F46}"/>
              </a:ext>
            </a:extLst>
          </p:cNvPr>
          <p:cNvSpPr>
            <a:spLocks xmlns:a="http://schemas.openxmlformats.org/drawingml/2006/main" noGrp="1"/>
          </p:cNvSpPr>
          <p:nvPr/>
        </p:nvSpPr>
        <p:spPr>
          <a:xfrm xmlns:a="http://schemas.openxmlformats.org/drawingml/2006/main">
            <a:off x="6705600" y="29527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재사용 Workflow의 지시</a:t>
            </a:r>
          </a:p>
        </p:txBody>
      </p:sp>
      <p:sp>
        <p:nvSpPr>
          <p:cNvPr id="10" name="">
            <a:extLst xmlns:a="http://schemas.openxmlformats.org/drawingml/2006/main">
              <a:ext uri="{FF2B5EF4-FFF2-40B4-BE49-F238E27FC236}">
                <a16:creationId xmlns:a16="http://schemas.microsoft.com/office/drawing/2014/main" id="{5C51D7A9-25C3-4767-AF50-6EBE6E74CFCF}"/>
              </a:ext>
            </a:extLst>
          </p:cNvPr>
          <p:cNvSpPr>
            <a:spLocks xmlns:a="http://schemas.openxmlformats.org/drawingml/2006/main" noGrp="1"/>
          </p:cNvSpPr>
          <p:nvPr/>
        </p:nvSpPr>
        <p:spPr>
          <a:xfrm xmlns:a="http://schemas.openxmlformats.org/drawingml/2006/main">
            <a:off x="609600" y="3505200"/>
            <a:ext cx="48768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1" name="">
            <a:extLst xmlns:a="http://schemas.openxmlformats.org/drawingml/2006/main">
              <a:ext uri="{FF2B5EF4-FFF2-40B4-BE49-F238E27FC236}">
                <a16:creationId xmlns:a16="http://schemas.microsoft.com/office/drawing/2014/main" id="{4E9833E2-9DCB-4DE8-BCF2-CA451C2FC75C}"/>
              </a:ext>
            </a:extLst>
          </p:cNvPr>
          <p:cNvSpPr>
            <a:spLocks xmlns:a="http://schemas.openxmlformats.org/drawingml/2006/main" noGrp="1"/>
          </p:cNvSpPr>
          <p:nvPr/>
        </p:nvSpPr>
        <p:spPr>
          <a:xfrm xmlns:a="http://schemas.openxmlformats.org/drawingml/2006/main">
            <a:off x="6705600" y="3505200"/>
            <a:ext cx="48768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2" name="단위 테스트">
            <a:extLst xmlns:a="http://schemas.openxmlformats.org/drawingml/2006/main">
              <a:ext uri="{FF2B5EF4-FFF2-40B4-BE49-F238E27FC236}">
                <a16:creationId xmlns:a16="http://schemas.microsoft.com/office/drawing/2014/main" id="{230DA03C-E7D6-479C-951F-71538F2196CF}"/>
              </a:ext>
            </a:extLst>
          </p:cNvPr>
          <p:cNvSpPr>
            <a:spLocks xmlns:a="http://schemas.openxmlformats.org/drawingml/2006/main" noGrp="1"/>
          </p:cNvSpPr>
          <p:nvPr/>
        </p:nvSpPr>
        <p:spPr>
          <a:xfrm xmlns:a="http://schemas.openxmlformats.org/drawingml/2006/main">
            <a:off x="609600" y="3857625"/>
            <a:ext cx="4876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17212B"/>
                </a:solidFill>
                <a:latin typeface="Malgun Gothic"/>
                <a:ea typeface="Malgun Gothic"/>
                <a:cs typeface="Malgun Gothic"/>
              </a:defRPr>
            </a:defPPr>
            <a:lvl1pPr algn="l">
              <a:defRPr sz="3150" b="1">
                <a:solidFill>
                  <a:srgbClr val="17212B"/>
                </a:solidFill>
                <a:latin typeface="Malgun Gothic"/>
                <a:ea typeface="Malgun Gothic"/>
                <a:cs typeface="Malgun Gothic"/>
              </a:defRPr>
            </a:lvl1pPr>
            <a:lvl2pPr algn="l">
              <a:defRPr sz="3150" b="1">
                <a:solidFill>
                  <a:srgbClr val="17212B"/>
                </a:solidFill>
                <a:latin typeface="Malgun Gothic"/>
                <a:ea typeface="Malgun Gothic"/>
                <a:cs typeface="Malgun Gothic"/>
              </a:defRPr>
            </a:lvl2pPr>
            <a:lvl3pPr algn="l">
              <a:defRPr sz="3150" b="1">
                <a:solidFill>
                  <a:srgbClr val="17212B"/>
                </a:solidFill>
                <a:latin typeface="Malgun Gothic"/>
                <a:ea typeface="Malgun Gothic"/>
                <a:cs typeface="Malgun Gothic"/>
              </a:defRPr>
            </a:lvl3pPr>
            <a:lvl4pPr algn="l">
              <a:defRPr sz="3150" b="1">
                <a:solidFill>
                  <a:srgbClr val="17212B"/>
                </a:solidFill>
                <a:latin typeface="Malgun Gothic"/>
                <a:ea typeface="Malgun Gothic"/>
                <a:cs typeface="Malgun Gothic"/>
              </a:defRPr>
            </a:lvl4pPr>
            <a:lvl5pPr algn="l">
              <a:defRPr sz="3150" b="1">
                <a:solidFill>
                  <a:srgbClr val="17212B"/>
                </a:solidFill>
                <a:latin typeface="Malgun Gothic"/>
                <a:ea typeface="Malgun Gothic"/>
                <a:cs typeface="Malgun Gothic"/>
              </a:defRPr>
            </a:lvl5pPr>
            <a:lvl6pPr algn="l">
              <a:defRPr sz="3150" b="1">
                <a:solidFill>
                  <a:srgbClr val="17212B"/>
                </a:solidFill>
                <a:latin typeface="Malgun Gothic"/>
                <a:ea typeface="Malgun Gothic"/>
                <a:cs typeface="Malgun Gothic"/>
              </a:defRPr>
            </a:lvl6pPr>
            <a:lvl7pPr algn="l">
              <a:defRPr sz="3150" b="1">
                <a:solidFill>
                  <a:srgbClr val="17212B"/>
                </a:solidFill>
                <a:latin typeface="Malgun Gothic"/>
                <a:ea typeface="Malgun Gothic"/>
                <a:cs typeface="Malgun Gothic"/>
              </a:defRPr>
            </a:lvl7pPr>
            <a:lvl8pPr algn="l">
              <a:defRPr sz="3150" b="1">
                <a:solidFill>
                  <a:srgbClr val="17212B"/>
                </a:solidFill>
                <a:latin typeface="Malgun Gothic"/>
                <a:ea typeface="Malgun Gothic"/>
                <a:cs typeface="Malgun Gothic"/>
              </a:defRPr>
            </a:lvl8pPr>
            <a:lvl9pPr algn="l">
              <a:defRPr sz="3150" b="1">
                <a:solidFill>
                  <a:srgbClr val="17212B"/>
                </a:solidFill>
                <a:latin typeface="Malgun Gothic"/>
                <a:ea typeface="Malgun Gothic"/>
                <a:cs typeface="Malgun Gothic"/>
              </a:defRPr>
            </a:lvl9pPr>
          </a:lstStyle>
          <a:p xmlns:a="http://schemas.openxmlformats.org/drawingml/2006/main">
            <a:pPr algn="l">
              <a:defRPr sz="3150" b="1">
                <a:solidFill>
                  <a:srgbClr val="17212B"/>
                </a:solidFill>
                <a:latin typeface="Malgun Gothic"/>
                <a:ea typeface="Malgun Gothic"/>
                <a:cs typeface="Malgun Gothic"/>
              </a:defRPr>
            </a:pPr>
            <a:r>
              <a:rPr sz="3150" b="1">
                <a:solidFill>
                  <a:srgbClr val="17212B"/>
                </a:solidFill>
                <a:latin typeface="Malgun Gothic"/>
                <a:ea typeface="Malgun Gothic"/>
                <a:cs typeface="Malgun Gothic"/>
              </a:rPr>
              <a:t>단위 테스트</a:t>
            </a:r>
          </a:p>
        </p:txBody>
      </p:sp>
      <p:sp>
        <p:nvSpPr>
          <p:cNvPr id="13" name="단위 테스트">
            <a:extLst xmlns:a="http://schemas.openxmlformats.org/drawingml/2006/main">
              <a:ext uri="{FF2B5EF4-FFF2-40B4-BE49-F238E27FC236}">
                <a16:creationId xmlns:a16="http://schemas.microsoft.com/office/drawing/2014/main" id="{E70DB829-DA13-41C2-8950-63DD72A9F48C}"/>
              </a:ext>
            </a:extLst>
          </p:cNvPr>
          <p:cNvSpPr>
            <a:spLocks xmlns:a="http://schemas.openxmlformats.org/drawingml/2006/main" noGrp="1"/>
          </p:cNvSpPr>
          <p:nvPr/>
        </p:nvSpPr>
        <p:spPr>
          <a:xfrm xmlns:a="http://schemas.openxmlformats.org/drawingml/2006/main">
            <a:off x="6705600" y="3857625"/>
            <a:ext cx="4876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17212B"/>
                </a:solidFill>
                <a:latin typeface="Malgun Gothic"/>
                <a:ea typeface="Malgun Gothic"/>
                <a:cs typeface="Malgun Gothic"/>
              </a:defRPr>
            </a:defPPr>
            <a:lvl1pPr algn="l">
              <a:defRPr sz="3150" b="1">
                <a:solidFill>
                  <a:srgbClr val="17212B"/>
                </a:solidFill>
                <a:latin typeface="Malgun Gothic"/>
                <a:ea typeface="Malgun Gothic"/>
                <a:cs typeface="Malgun Gothic"/>
              </a:defRPr>
            </a:lvl1pPr>
            <a:lvl2pPr algn="l">
              <a:defRPr sz="3150" b="1">
                <a:solidFill>
                  <a:srgbClr val="17212B"/>
                </a:solidFill>
                <a:latin typeface="Malgun Gothic"/>
                <a:ea typeface="Malgun Gothic"/>
                <a:cs typeface="Malgun Gothic"/>
              </a:defRPr>
            </a:lvl2pPr>
            <a:lvl3pPr algn="l">
              <a:defRPr sz="3150" b="1">
                <a:solidFill>
                  <a:srgbClr val="17212B"/>
                </a:solidFill>
                <a:latin typeface="Malgun Gothic"/>
                <a:ea typeface="Malgun Gothic"/>
                <a:cs typeface="Malgun Gothic"/>
              </a:defRPr>
            </a:lvl3pPr>
            <a:lvl4pPr algn="l">
              <a:defRPr sz="3150" b="1">
                <a:solidFill>
                  <a:srgbClr val="17212B"/>
                </a:solidFill>
                <a:latin typeface="Malgun Gothic"/>
                <a:ea typeface="Malgun Gothic"/>
                <a:cs typeface="Malgun Gothic"/>
              </a:defRPr>
            </a:lvl4pPr>
            <a:lvl5pPr algn="l">
              <a:defRPr sz="3150" b="1">
                <a:solidFill>
                  <a:srgbClr val="17212B"/>
                </a:solidFill>
                <a:latin typeface="Malgun Gothic"/>
                <a:ea typeface="Malgun Gothic"/>
                <a:cs typeface="Malgun Gothic"/>
              </a:defRPr>
            </a:lvl5pPr>
            <a:lvl6pPr algn="l">
              <a:defRPr sz="3150" b="1">
                <a:solidFill>
                  <a:srgbClr val="17212B"/>
                </a:solidFill>
                <a:latin typeface="Malgun Gothic"/>
                <a:ea typeface="Malgun Gothic"/>
                <a:cs typeface="Malgun Gothic"/>
              </a:defRPr>
            </a:lvl6pPr>
            <a:lvl7pPr algn="l">
              <a:defRPr sz="3150" b="1">
                <a:solidFill>
                  <a:srgbClr val="17212B"/>
                </a:solidFill>
                <a:latin typeface="Malgun Gothic"/>
                <a:ea typeface="Malgun Gothic"/>
                <a:cs typeface="Malgun Gothic"/>
              </a:defRPr>
            </a:lvl7pPr>
            <a:lvl8pPr algn="l">
              <a:defRPr sz="3150" b="1">
                <a:solidFill>
                  <a:srgbClr val="17212B"/>
                </a:solidFill>
                <a:latin typeface="Malgun Gothic"/>
                <a:ea typeface="Malgun Gothic"/>
                <a:cs typeface="Malgun Gothic"/>
              </a:defRPr>
            </a:lvl8pPr>
            <a:lvl9pPr algn="l">
              <a:defRPr sz="3150" b="1">
                <a:solidFill>
                  <a:srgbClr val="17212B"/>
                </a:solidFill>
                <a:latin typeface="Malgun Gothic"/>
                <a:ea typeface="Malgun Gothic"/>
                <a:cs typeface="Malgun Gothic"/>
              </a:defRPr>
            </a:lvl9pPr>
          </a:lstStyle>
          <a:p xmlns:a="http://schemas.openxmlformats.org/drawingml/2006/main">
            <a:pPr algn="l">
              <a:defRPr sz="3150" b="1">
                <a:solidFill>
                  <a:srgbClr val="17212B"/>
                </a:solidFill>
                <a:latin typeface="Malgun Gothic"/>
                <a:ea typeface="Malgun Gothic"/>
                <a:cs typeface="Malgun Gothic"/>
              </a:defRPr>
            </a:pPr>
            <a:r>
              <a:rPr sz="3150" b="1">
                <a:solidFill>
                  <a:srgbClr val="17212B"/>
                </a:solidFill>
                <a:latin typeface="Malgun Gothic"/>
                <a:ea typeface="Malgun Gothic"/>
                <a:cs typeface="Malgun Gothic"/>
              </a:rPr>
              <a:t>단위 테스트</a:t>
            </a:r>
          </a:p>
        </p:txBody>
      </p:sp>
      <p:sp>
        <p:nvSpPr>
          <p:cNvPr id="14" name="=">
            <a:extLst xmlns:a="http://schemas.openxmlformats.org/drawingml/2006/main">
              <a:ext uri="{FF2B5EF4-FFF2-40B4-BE49-F238E27FC236}">
                <a16:creationId xmlns:a16="http://schemas.microsoft.com/office/drawing/2014/main" id="{F0130675-BCDB-49A9-AE5E-9D35800323E1}"/>
              </a:ext>
            </a:extLst>
          </p:cNvPr>
          <p:cNvSpPr>
            <a:spLocks xmlns:a="http://schemas.openxmlformats.org/drawingml/2006/main" noGrp="1"/>
          </p:cNvSpPr>
          <p:nvPr/>
        </p:nvSpPr>
        <p:spPr>
          <a:xfrm xmlns:a="http://schemas.openxmlformats.org/drawingml/2006/main">
            <a:off x="5715000" y="38862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0B6172"/>
                </a:solidFill>
                <a:latin typeface="Malgun Gothic"/>
                <a:ea typeface="Malgun Gothic"/>
                <a:cs typeface="Malgun Gothic"/>
              </a:defRPr>
            </a:defPPr>
            <a:lvl1pPr algn="l">
              <a:defRPr sz="3000" b="1">
                <a:solidFill>
                  <a:srgbClr val="0B6172"/>
                </a:solidFill>
                <a:latin typeface="Malgun Gothic"/>
                <a:ea typeface="Malgun Gothic"/>
                <a:cs typeface="Malgun Gothic"/>
              </a:defRPr>
            </a:lvl1pPr>
            <a:lvl2pPr algn="l">
              <a:defRPr sz="3000" b="1">
                <a:solidFill>
                  <a:srgbClr val="0B6172"/>
                </a:solidFill>
                <a:latin typeface="Malgun Gothic"/>
                <a:ea typeface="Malgun Gothic"/>
                <a:cs typeface="Malgun Gothic"/>
              </a:defRPr>
            </a:lvl2pPr>
            <a:lvl3pPr algn="l">
              <a:defRPr sz="3000" b="1">
                <a:solidFill>
                  <a:srgbClr val="0B6172"/>
                </a:solidFill>
                <a:latin typeface="Malgun Gothic"/>
                <a:ea typeface="Malgun Gothic"/>
                <a:cs typeface="Malgun Gothic"/>
              </a:defRPr>
            </a:lvl3pPr>
            <a:lvl4pPr algn="l">
              <a:defRPr sz="3000" b="1">
                <a:solidFill>
                  <a:srgbClr val="0B6172"/>
                </a:solidFill>
                <a:latin typeface="Malgun Gothic"/>
                <a:ea typeface="Malgun Gothic"/>
                <a:cs typeface="Malgun Gothic"/>
              </a:defRPr>
            </a:lvl4pPr>
            <a:lvl5pPr algn="l">
              <a:defRPr sz="3000" b="1">
                <a:solidFill>
                  <a:srgbClr val="0B6172"/>
                </a:solidFill>
                <a:latin typeface="Malgun Gothic"/>
                <a:ea typeface="Malgun Gothic"/>
                <a:cs typeface="Malgun Gothic"/>
              </a:defRPr>
            </a:lvl5pPr>
            <a:lvl6pPr algn="l">
              <a:defRPr sz="3000" b="1">
                <a:solidFill>
                  <a:srgbClr val="0B6172"/>
                </a:solidFill>
                <a:latin typeface="Malgun Gothic"/>
                <a:ea typeface="Malgun Gothic"/>
                <a:cs typeface="Malgun Gothic"/>
              </a:defRPr>
            </a:lvl6pPr>
            <a:lvl7pPr algn="l">
              <a:defRPr sz="3000" b="1">
                <a:solidFill>
                  <a:srgbClr val="0B6172"/>
                </a:solidFill>
                <a:latin typeface="Malgun Gothic"/>
                <a:ea typeface="Malgun Gothic"/>
                <a:cs typeface="Malgun Gothic"/>
              </a:defRPr>
            </a:lvl7pPr>
            <a:lvl8pPr algn="l">
              <a:defRPr sz="3000" b="1">
                <a:solidFill>
                  <a:srgbClr val="0B6172"/>
                </a:solidFill>
                <a:latin typeface="Malgun Gothic"/>
                <a:ea typeface="Malgun Gothic"/>
                <a:cs typeface="Malgun Gothic"/>
              </a:defRPr>
            </a:lvl8pPr>
            <a:lvl9pPr algn="l">
              <a:defRPr sz="3000" b="1">
                <a:solidFill>
                  <a:srgbClr val="0B6172"/>
                </a:solidFill>
                <a:latin typeface="Malgun Gothic"/>
                <a:ea typeface="Malgun Gothic"/>
                <a:cs typeface="Malgun Gothic"/>
              </a:defRPr>
            </a:lvl9pPr>
          </a:lstStyle>
          <a:p xmlns:a="http://schemas.openxmlformats.org/drawingml/2006/main">
            <a:pPr algn="l">
              <a:defRPr sz="3000" b="1">
                <a:solidFill>
                  <a:srgbClr val="0B6172"/>
                </a:solidFill>
                <a:latin typeface="Malgun Gothic"/>
                <a:ea typeface="Malgun Gothic"/>
                <a:cs typeface="Malgun Gothic"/>
              </a:defRPr>
            </a:pPr>
            <a:r>
              <a:rPr sz="3000" b="1">
                <a:solidFill>
                  <a:srgbClr val="0B6172"/>
                </a:solidFill>
                <a:latin typeface="Malgun Gothic"/>
                <a:ea typeface="Malgun Gothic"/>
                <a:cs typeface="Malgun Gothic"/>
              </a:rPr>
              <a:t>=</a:t>
            </a:r>
          </a:p>
        </p:txBody>
      </p:sp>
      <p:sp>
        <p:nvSpPr>
          <p:cNvPr id="15" name="현재 프로젝트에 맞춰 만들어 둔 절차">
            <a:extLst xmlns:a="http://schemas.openxmlformats.org/drawingml/2006/main">
              <a:ext uri="{FF2B5EF4-FFF2-40B4-BE49-F238E27FC236}">
                <a16:creationId xmlns:a16="http://schemas.microsoft.com/office/drawing/2014/main" id="{5E03DA01-4941-4839-A195-F317E539358A}"/>
              </a:ext>
            </a:extLst>
          </p:cNvPr>
          <p:cNvSpPr>
            <a:spLocks xmlns:a="http://schemas.openxmlformats.org/drawingml/2006/main" noGrp="1"/>
          </p:cNvSpPr>
          <p:nvPr/>
        </p:nvSpPr>
        <p:spPr>
          <a:xfrm xmlns:a="http://schemas.openxmlformats.org/drawingml/2006/main">
            <a:off x="609600" y="49530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7212B"/>
                </a:solidFill>
                <a:latin typeface="Malgun Gothic"/>
                <a:ea typeface="Malgun Gothic"/>
                <a:cs typeface="Malgun Gothic"/>
              </a:defRPr>
            </a:defPPr>
            <a:lvl1pPr algn="l">
              <a:defRPr sz="2550" b="1">
                <a:solidFill>
                  <a:srgbClr val="17212B"/>
                </a:solidFill>
                <a:latin typeface="Malgun Gothic"/>
                <a:ea typeface="Malgun Gothic"/>
                <a:cs typeface="Malgun Gothic"/>
              </a:defRPr>
            </a:lvl1pPr>
            <a:lvl2pPr algn="l">
              <a:defRPr sz="2550" b="1">
                <a:solidFill>
                  <a:srgbClr val="17212B"/>
                </a:solidFill>
                <a:latin typeface="Malgun Gothic"/>
                <a:ea typeface="Malgun Gothic"/>
                <a:cs typeface="Malgun Gothic"/>
              </a:defRPr>
            </a:lvl2pPr>
            <a:lvl3pPr algn="l">
              <a:defRPr sz="2550" b="1">
                <a:solidFill>
                  <a:srgbClr val="17212B"/>
                </a:solidFill>
                <a:latin typeface="Malgun Gothic"/>
                <a:ea typeface="Malgun Gothic"/>
                <a:cs typeface="Malgun Gothic"/>
              </a:defRPr>
            </a:lvl3pPr>
            <a:lvl4pPr algn="l">
              <a:defRPr sz="2550" b="1">
                <a:solidFill>
                  <a:srgbClr val="17212B"/>
                </a:solidFill>
                <a:latin typeface="Malgun Gothic"/>
                <a:ea typeface="Malgun Gothic"/>
                <a:cs typeface="Malgun Gothic"/>
              </a:defRPr>
            </a:lvl4pPr>
            <a:lvl5pPr algn="l">
              <a:defRPr sz="2550" b="1">
                <a:solidFill>
                  <a:srgbClr val="17212B"/>
                </a:solidFill>
                <a:latin typeface="Malgun Gothic"/>
                <a:ea typeface="Malgun Gothic"/>
                <a:cs typeface="Malgun Gothic"/>
              </a:defRPr>
            </a:lvl5pPr>
            <a:lvl6pPr algn="l">
              <a:defRPr sz="2550" b="1">
                <a:solidFill>
                  <a:srgbClr val="17212B"/>
                </a:solidFill>
                <a:latin typeface="Malgun Gothic"/>
                <a:ea typeface="Malgun Gothic"/>
                <a:cs typeface="Malgun Gothic"/>
              </a:defRPr>
            </a:lvl6pPr>
            <a:lvl7pPr algn="l">
              <a:defRPr sz="2550" b="1">
                <a:solidFill>
                  <a:srgbClr val="17212B"/>
                </a:solidFill>
                <a:latin typeface="Malgun Gothic"/>
                <a:ea typeface="Malgun Gothic"/>
                <a:cs typeface="Malgun Gothic"/>
              </a:defRPr>
            </a:lvl7pPr>
            <a:lvl8pPr algn="l">
              <a:defRPr sz="2550" b="1">
                <a:solidFill>
                  <a:srgbClr val="17212B"/>
                </a:solidFill>
                <a:latin typeface="Malgun Gothic"/>
                <a:ea typeface="Malgun Gothic"/>
                <a:cs typeface="Malgun Gothic"/>
              </a:defRPr>
            </a:lvl8pPr>
            <a:lvl9pPr algn="l">
              <a:defRPr sz="2550" b="1">
                <a:solidFill>
                  <a:srgbClr val="17212B"/>
                </a:solidFill>
                <a:latin typeface="Malgun Gothic"/>
                <a:ea typeface="Malgun Gothic"/>
                <a:cs typeface="Malgun Gothic"/>
              </a:defRPr>
            </a:lvl9pPr>
          </a:lstStyle>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현재 프로젝트에 맞춰 만들어 둔 절차</a:t>
            </a:r>
          </a:p>
        </p:txBody>
      </p:sp>
      <p:sp>
        <p:nvSpPr>
          <p:cNvPr id="16" name="Legacy module connection">
            <a:extLst xmlns:a="http://schemas.openxmlformats.org/drawingml/2006/main">
              <a:ext uri="{FF2B5EF4-FFF2-40B4-BE49-F238E27FC236}">
                <a16:creationId xmlns:a16="http://schemas.microsoft.com/office/drawing/2014/main" id="{9F82AB04-9A1F-4920-859C-3C16740BC73D}"/>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M6</a:t>
            </a:r>
          </a:p>
        </p:txBody>
      </p:sp>
    </p:spTree>
    <p:extLst>
      <p:ext uri="{BB962C8B-B14F-4D97-AF65-F5344CB8AC3E}">
        <p14:creationId xmlns:p14="http://schemas.microsoft.com/office/powerpoint/2010/main" val="1113345507"/>
      </p:ext>
    </p:extLst>
  </p:cSld>
</p:sld>
</file>

<file path=ppt/slides/slide7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0" name="ACT 4  ·  CONCEPTUAL / 가상 사례">
            <a:extLst xmlns:a="http://schemas.openxmlformats.org/drawingml/2006/main">
              <a:ext uri="{FF2B5EF4-FFF2-40B4-BE49-F238E27FC236}">
                <a16:creationId xmlns:a16="http://schemas.microsoft.com/office/drawing/2014/main" id="{0AB41D41-F153-499B-A847-E34784AB97CC}"/>
              </a:ext>
            </a:extLst>
          </p:cNvPr>
          <p:cNvSpPr>
            <a:spLocks xmlns:a="http://schemas.openxmlformats.org/drawingml/2006/main" noGrp="1"/>
          </p:cNvSpPr>
          <p:nvPr/>
        </p:nvSpPr>
        <p:spPr>
          <a:xfrm xmlns:a="http://schemas.openxmlformats.org/drawingml/2006/main">
            <a:off x="609600" y="4572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CONCEPTUAL / 가상 사례</a:t>
            </a:r>
          </a:p>
        </p:txBody>
      </p:sp>
      <p:sp>
        <p:nvSpPr>
          <p:cNvPr id="2" name="S70">
            <a:extLst xmlns:a="http://schemas.openxmlformats.org/drawingml/2006/main">
              <a:ext uri="{FF2B5EF4-FFF2-40B4-BE49-F238E27FC236}">
                <a16:creationId xmlns:a16="http://schemas.microsoft.com/office/drawing/2014/main" id="{DB78F37E-EA39-45B0-B6A7-5C8C7F1AB253}"/>
              </a:ext>
            </a:extLst>
          </p:cNvPr>
          <p:cNvSpPr>
            <a:spLocks xmlns:a="http://schemas.openxmlformats.org/drawingml/2006/main" noGrp="1"/>
          </p:cNvSpPr>
          <p:nvPr/>
        </p:nvSpPr>
        <p:spPr>
          <a:xfrm xmlns:a="http://schemas.openxmlformats.org/drawingml/2006/main">
            <a:off x="10668000" y="457200"/>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S70</a:t>
            </a:r>
          </a:p>
        </p:txBody>
      </p:sp>
      <p:sp>
        <p:nvSpPr>
          <p:cNvPr id="3" name="Project는 바뀌고 Workflow는 남았다">
            <a:extLst xmlns:a="http://schemas.openxmlformats.org/drawingml/2006/main">
              <a:ext uri="{FF2B5EF4-FFF2-40B4-BE49-F238E27FC236}">
                <a16:creationId xmlns:a16="http://schemas.microsoft.com/office/drawing/2014/main" id="{84FF69B5-230A-484C-BC9B-65E542FEB5D2}"/>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Project는 바뀌고 Workflow는 남았다</a:t>
            </a:r>
          </a:p>
        </p:txBody>
      </p:sp>
      <p:sp>
        <p:nvSpPr>
          <p:cNvPr id="4" name="가정: 모듈 연결 동작도 검증해야 하는 프로젝트가 됐다">
            <a:extLst xmlns:a="http://schemas.openxmlformats.org/drawingml/2006/main">
              <a:ext uri="{FF2B5EF4-FFF2-40B4-BE49-F238E27FC236}">
                <a16:creationId xmlns:a16="http://schemas.microsoft.com/office/drawing/2014/main" id="{10578EAA-9D3A-49A4-9384-310C18039F89}"/>
              </a:ext>
            </a:extLst>
          </p:cNvPr>
          <p:cNvSpPr>
            <a:spLocks xmlns:a="http://schemas.openxmlformats.org/drawingml/2006/main" noGrp="1"/>
          </p:cNvSpPr>
          <p:nvPr/>
        </p:nvSpPr>
        <p:spPr>
          <a:xfrm xmlns:a="http://schemas.openxmlformats.org/drawingml/2006/main">
            <a:off x="609600" y="160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17212B"/>
                </a:solidFill>
                <a:latin typeface="Malgun Gothic"/>
                <a:ea typeface="Malgun Gothic"/>
                <a:cs typeface="Malgun Gothic"/>
              </a:defRPr>
            </a:defPPr>
            <a:lvl1pPr algn="l">
              <a:defRPr sz="2250" b="0">
                <a:solidFill>
                  <a:srgbClr val="17212B"/>
                </a:solidFill>
                <a:latin typeface="Malgun Gothic"/>
                <a:ea typeface="Malgun Gothic"/>
                <a:cs typeface="Malgun Gothic"/>
              </a:defRPr>
            </a:lvl1pPr>
            <a:lvl2pPr algn="l">
              <a:defRPr sz="2250" b="0">
                <a:solidFill>
                  <a:srgbClr val="17212B"/>
                </a:solidFill>
                <a:latin typeface="Malgun Gothic"/>
                <a:ea typeface="Malgun Gothic"/>
                <a:cs typeface="Malgun Gothic"/>
              </a:defRPr>
            </a:lvl2pPr>
            <a:lvl3pPr algn="l">
              <a:defRPr sz="2250" b="0">
                <a:solidFill>
                  <a:srgbClr val="17212B"/>
                </a:solidFill>
                <a:latin typeface="Malgun Gothic"/>
                <a:ea typeface="Malgun Gothic"/>
                <a:cs typeface="Malgun Gothic"/>
              </a:defRPr>
            </a:lvl3pPr>
            <a:lvl4pPr algn="l">
              <a:defRPr sz="2250" b="0">
                <a:solidFill>
                  <a:srgbClr val="17212B"/>
                </a:solidFill>
                <a:latin typeface="Malgun Gothic"/>
                <a:ea typeface="Malgun Gothic"/>
                <a:cs typeface="Malgun Gothic"/>
              </a:defRPr>
            </a:lvl4pPr>
            <a:lvl5pPr algn="l">
              <a:defRPr sz="2250" b="0">
                <a:solidFill>
                  <a:srgbClr val="17212B"/>
                </a:solidFill>
                <a:latin typeface="Malgun Gothic"/>
                <a:ea typeface="Malgun Gothic"/>
                <a:cs typeface="Malgun Gothic"/>
              </a:defRPr>
            </a:lvl5pPr>
            <a:lvl6pPr algn="l">
              <a:defRPr sz="2250" b="0">
                <a:solidFill>
                  <a:srgbClr val="17212B"/>
                </a:solidFill>
                <a:latin typeface="Malgun Gothic"/>
                <a:ea typeface="Malgun Gothic"/>
                <a:cs typeface="Malgun Gothic"/>
              </a:defRPr>
            </a:lvl6pPr>
            <a:lvl7pPr algn="l">
              <a:defRPr sz="2250" b="0">
                <a:solidFill>
                  <a:srgbClr val="17212B"/>
                </a:solidFill>
                <a:latin typeface="Malgun Gothic"/>
                <a:ea typeface="Malgun Gothic"/>
                <a:cs typeface="Malgun Gothic"/>
              </a:defRPr>
            </a:lvl7pPr>
            <a:lvl8pPr algn="l">
              <a:defRPr sz="2250" b="0">
                <a:solidFill>
                  <a:srgbClr val="17212B"/>
                </a:solidFill>
                <a:latin typeface="Malgun Gothic"/>
                <a:ea typeface="Malgun Gothic"/>
                <a:cs typeface="Malgun Gothic"/>
              </a:defRPr>
            </a:lvl8pPr>
            <a:lvl9pPr algn="l">
              <a:defRPr sz="2250" b="0">
                <a:solidFill>
                  <a:srgbClr val="17212B"/>
                </a:solidFill>
                <a:latin typeface="Malgun Gothic"/>
                <a:ea typeface="Malgun Gothic"/>
                <a:cs typeface="Malgun Gothic"/>
              </a:defRPr>
            </a:lvl9pPr>
          </a:lstStyle>
          <a:p xmlns:a="http://schemas.openxmlformats.org/drawingml/2006/main">
            <a:pPr algn="l">
              <a:defRPr sz="2250" b="0">
                <a:solidFill>
                  <a:srgbClr val="17212B"/>
                </a:solidFill>
                <a:latin typeface="Malgun Gothic"/>
                <a:ea typeface="Malgun Gothic"/>
                <a:cs typeface="Malgun Gothic"/>
              </a:defRPr>
            </a:pPr>
            <a:r>
              <a:rPr sz="2250" b="0">
                <a:solidFill>
                  <a:srgbClr val="17212B"/>
                </a:solidFill>
                <a:latin typeface="Malgun Gothic"/>
                <a:ea typeface="Malgun Gothic"/>
                <a:cs typeface="Malgun Gothic"/>
              </a:rPr>
              <a:t>가정: 모듈 연결 동작도 검증해야 하는 프로젝트가 됐다</a:t>
            </a:r>
          </a:p>
        </p:txBody>
      </p:sp>
      <p:sp>
        <p:nvSpPr>
          <p:cNvPr id="5" name="현재 프로젝트의 기준">
            <a:extLst xmlns:a="http://schemas.openxmlformats.org/drawingml/2006/main">
              <a:ext uri="{FF2B5EF4-FFF2-40B4-BE49-F238E27FC236}">
                <a16:creationId xmlns:a16="http://schemas.microsoft.com/office/drawing/2014/main" id="{E0DD451F-9B48-4F1B-8529-92B0488E8463}"/>
              </a:ext>
            </a:extLst>
          </p:cNvPr>
          <p:cNvSpPr>
            <a:spLocks xmlns:a="http://schemas.openxmlformats.org/drawingml/2006/main" noGrp="1"/>
          </p:cNvSpPr>
          <p:nvPr/>
        </p:nvSpPr>
        <p:spPr>
          <a:xfrm xmlns:a="http://schemas.openxmlformats.org/drawingml/2006/main">
            <a:off x="609600" y="22764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현재 프로젝트의 기준</a:t>
            </a:r>
          </a:p>
        </p:txBody>
      </p:sp>
      <p:sp>
        <p:nvSpPr>
          <p:cNvPr id="6" name="재사용 Workflow에 남은 지시">
            <a:extLst xmlns:a="http://schemas.openxmlformats.org/drawingml/2006/main">
              <a:ext uri="{FF2B5EF4-FFF2-40B4-BE49-F238E27FC236}">
                <a16:creationId xmlns:a16="http://schemas.microsoft.com/office/drawing/2014/main" id="{094C1AEF-99B6-4EA8-9F2B-8CCB2B177104}"/>
              </a:ext>
            </a:extLst>
          </p:cNvPr>
          <p:cNvSpPr>
            <a:spLocks xmlns:a="http://schemas.openxmlformats.org/drawingml/2006/main" noGrp="1"/>
          </p:cNvSpPr>
          <p:nvPr/>
        </p:nvSpPr>
        <p:spPr>
          <a:xfrm xmlns:a="http://schemas.openxmlformats.org/drawingml/2006/main">
            <a:off x="6705600" y="227647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805400"/>
                </a:solidFill>
                <a:latin typeface="Malgun Gothic"/>
                <a:ea typeface="Malgun Gothic"/>
                <a:cs typeface="Malgun Gothic"/>
              </a:defRPr>
            </a:defPPr>
            <a:lvl1pPr algn="l">
              <a:defRPr sz="2325" b="1">
                <a:solidFill>
                  <a:srgbClr val="805400"/>
                </a:solidFill>
                <a:latin typeface="Malgun Gothic"/>
                <a:ea typeface="Malgun Gothic"/>
                <a:cs typeface="Malgun Gothic"/>
              </a:defRPr>
            </a:lvl1pPr>
            <a:lvl2pPr algn="l">
              <a:defRPr sz="2325" b="1">
                <a:solidFill>
                  <a:srgbClr val="805400"/>
                </a:solidFill>
                <a:latin typeface="Malgun Gothic"/>
                <a:ea typeface="Malgun Gothic"/>
                <a:cs typeface="Malgun Gothic"/>
              </a:defRPr>
            </a:lvl2pPr>
            <a:lvl3pPr algn="l">
              <a:defRPr sz="2325" b="1">
                <a:solidFill>
                  <a:srgbClr val="805400"/>
                </a:solidFill>
                <a:latin typeface="Malgun Gothic"/>
                <a:ea typeface="Malgun Gothic"/>
                <a:cs typeface="Malgun Gothic"/>
              </a:defRPr>
            </a:lvl3pPr>
            <a:lvl4pPr algn="l">
              <a:defRPr sz="2325" b="1">
                <a:solidFill>
                  <a:srgbClr val="805400"/>
                </a:solidFill>
                <a:latin typeface="Malgun Gothic"/>
                <a:ea typeface="Malgun Gothic"/>
                <a:cs typeface="Malgun Gothic"/>
              </a:defRPr>
            </a:lvl4pPr>
            <a:lvl5pPr algn="l">
              <a:defRPr sz="2325" b="1">
                <a:solidFill>
                  <a:srgbClr val="805400"/>
                </a:solidFill>
                <a:latin typeface="Malgun Gothic"/>
                <a:ea typeface="Malgun Gothic"/>
                <a:cs typeface="Malgun Gothic"/>
              </a:defRPr>
            </a:lvl5pPr>
            <a:lvl6pPr algn="l">
              <a:defRPr sz="2325" b="1">
                <a:solidFill>
                  <a:srgbClr val="805400"/>
                </a:solidFill>
                <a:latin typeface="Malgun Gothic"/>
                <a:ea typeface="Malgun Gothic"/>
                <a:cs typeface="Malgun Gothic"/>
              </a:defRPr>
            </a:lvl6pPr>
            <a:lvl7pPr algn="l">
              <a:defRPr sz="2325" b="1">
                <a:solidFill>
                  <a:srgbClr val="805400"/>
                </a:solidFill>
                <a:latin typeface="Malgun Gothic"/>
                <a:ea typeface="Malgun Gothic"/>
                <a:cs typeface="Malgun Gothic"/>
              </a:defRPr>
            </a:lvl7pPr>
            <a:lvl8pPr algn="l">
              <a:defRPr sz="2325" b="1">
                <a:solidFill>
                  <a:srgbClr val="805400"/>
                </a:solidFill>
                <a:latin typeface="Malgun Gothic"/>
                <a:ea typeface="Malgun Gothic"/>
                <a:cs typeface="Malgun Gothic"/>
              </a:defRPr>
            </a:lvl8pPr>
            <a:lvl9pPr algn="l">
              <a:defRPr sz="2325" b="1">
                <a:solidFill>
                  <a:srgbClr val="805400"/>
                </a:solidFill>
                <a:latin typeface="Malgun Gothic"/>
                <a:ea typeface="Malgun Gothic"/>
                <a:cs typeface="Malgun Gothic"/>
              </a:defRPr>
            </a:lvl9pPr>
          </a:lstStyle>
          <a:p xmlns:a="http://schemas.openxmlformats.org/drawingml/2006/main">
            <a:pPr algn="l">
              <a:defRPr sz="2325" b="1">
                <a:solidFill>
                  <a:srgbClr val="805400"/>
                </a:solidFill>
                <a:latin typeface="Malgun Gothic"/>
                <a:ea typeface="Malgun Gothic"/>
                <a:cs typeface="Malgun Gothic"/>
              </a:defRPr>
            </a:pPr>
            <a:r>
              <a:rPr sz="2325" b="1">
                <a:solidFill>
                  <a:srgbClr val="805400"/>
                </a:solidFill>
                <a:latin typeface="Malgun Gothic"/>
                <a:ea typeface="Malgun Gothic"/>
                <a:cs typeface="Malgun Gothic"/>
              </a:rPr>
              <a:t>재사용 Workflow에 남은 지시</a:t>
            </a:r>
          </a:p>
        </p:txBody>
      </p:sp>
      <p:sp>
        <p:nvSpPr>
          <p:cNvPr id="7" name="">
            <a:extLst xmlns:a="http://schemas.openxmlformats.org/drawingml/2006/main">
              <a:ext uri="{FF2B5EF4-FFF2-40B4-BE49-F238E27FC236}">
                <a16:creationId xmlns:a16="http://schemas.microsoft.com/office/drawing/2014/main" id="{CB2CED10-CE2C-470B-9F89-9E7191D3CDA7}"/>
              </a:ext>
            </a:extLst>
          </p:cNvPr>
          <p:cNvSpPr>
            <a:spLocks xmlns:a="http://schemas.openxmlformats.org/drawingml/2006/main" noGrp="1"/>
          </p:cNvSpPr>
          <p:nvPr/>
        </p:nvSpPr>
        <p:spPr>
          <a:xfrm xmlns:a="http://schemas.openxmlformats.org/drawingml/2006/main">
            <a:off x="609600" y="2819400"/>
            <a:ext cx="49530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8" name="">
            <a:extLst xmlns:a="http://schemas.openxmlformats.org/drawingml/2006/main">
              <a:ext uri="{FF2B5EF4-FFF2-40B4-BE49-F238E27FC236}">
                <a16:creationId xmlns:a16="http://schemas.microsoft.com/office/drawing/2014/main" id="{A0C5116D-8DDA-4BCE-9560-0ED18084EE8F}"/>
              </a:ext>
            </a:extLst>
          </p:cNvPr>
          <p:cNvSpPr>
            <a:spLocks xmlns:a="http://schemas.openxmlformats.org/drawingml/2006/main" noGrp="1"/>
          </p:cNvSpPr>
          <p:nvPr/>
        </p:nvSpPr>
        <p:spPr>
          <a:xfrm xmlns:a="http://schemas.openxmlformats.org/drawingml/2006/main">
            <a:off x="6705600" y="2819400"/>
            <a:ext cx="4876800" cy="0"/>
          </a:xfrm>
          <a:prstGeom xmlns:a="http://schemas.openxmlformats.org/drawingml/2006/main" prst="line">
            <a:avLst/>
          </a:prstGeom>
          <a:noFill xmlns:a="http://schemas.openxmlformats.org/drawingml/2006/main"/>
          <a:ln xmlns:a="http://schemas.openxmlformats.org/drawingml/2006/main" w="28575">
            <a:solidFill>
              <a:srgbClr val="805400"/>
            </a:solidFill>
            <a:prstDash val="dash"/>
          </a:ln>
        </p:spPr>
      </p:sp>
      <p:sp>
        <p:nvSpPr>
          <p:cNvPr id="9" name="단위 테스트 · 각 모듈">
            <a:extLst xmlns:a="http://schemas.openxmlformats.org/drawingml/2006/main">
              <a:ext uri="{FF2B5EF4-FFF2-40B4-BE49-F238E27FC236}">
                <a16:creationId xmlns:a16="http://schemas.microsoft.com/office/drawing/2014/main" id="{B874904A-6623-4A77-B59A-77649591410F}"/>
              </a:ext>
            </a:extLst>
          </p:cNvPr>
          <p:cNvSpPr>
            <a:spLocks xmlns:a="http://schemas.openxmlformats.org/drawingml/2006/main" noGrp="1"/>
          </p:cNvSpPr>
          <p:nvPr/>
        </p:nvSpPr>
        <p:spPr>
          <a:xfrm xmlns:a="http://schemas.openxmlformats.org/drawingml/2006/main">
            <a:off x="609600" y="297180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단위 테스트 · 각 모듈</a:t>
            </a:r>
          </a:p>
        </p:txBody>
      </p:sp>
      <p:sp>
        <p:nvSpPr>
          <p:cNvPr id="10" name="단위 테스트 · 각 모듈">
            <a:extLst xmlns:a="http://schemas.openxmlformats.org/drawingml/2006/main">
              <a:ext uri="{FF2B5EF4-FFF2-40B4-BE49-F238E27FC236}">
                <a16:creationId xmlns:a16="http://schemas.microsoft.com/office/drawing/2014/main" id="{A7C6190C-131C-49CA-9877-8E239E4A99EB}"/>
              </a:ext>
            </a:extLst>
          </p:cNvPr>
          <p:cNvSpPr>
            <a:spLocks xmlns:a="http://schemas.openxmlformats.org/drawingml/2006/main" noGrp="1"/>
          </p:cNvSpPr>
          <p:nvPr/>
        </p:nvSpPr>
        <p:spPr>
          <a:xfrm xmlns:a="http://schemas.openxmlformats.org/drawingml/2006/main">
            <a:off x="6705600" y="2971800"/>
            <a:ext cx="4876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단위 테스트 · 각 모듈</a:t>
            </a:r>
          </a:p>
        </p:txBody>
      </p:sp>
      <p:sp>
        <p:nvSpPr>
          <p:cNvPr id="11" name="">
            <a:extLst xmlns:a="http://schemas.openxmlformats.org/drawingml/2006/main">
              <a:ext uri="{FF2B5EF4-FFF2-40B4-BE49-F238E27FC236}">
                <a16:creationId xmlns:a16="http://schemas.microsoft.com/office/drawing/2014/main" id="{9CD9BDF5-7204-4E39-B03F-42D01F038E3F}"/>
              </a:ext>
            </a:extLst>
          </p:cNvPr>
          <p:cNvSpPr>
            <a:spLocks xmlns:a="http://schemas.openxmlformats.org/drawingml/2006/main" noGrp="1"/>
          </p:cNvSpPr>
          <p:nvPr/>
        </p:nvSpPr>
        <p:spPr>
          <a:xfrm xmlns:a="http://schemas.openxmlformats.org/drawingml/2006/main">
            <a:off x="609600" y="3371850"/>
            <a:ext cx="4953000" cy="1200150"/>
          </a:xfrm>
          <a:prstGeom xmlns:a="http://schemas.openxmlformats.org/drawingml/2006/main" prst="rect">
            <a:avLst/>
          </a:prstGeom>
          <a:solidFill xmlns:a="http://schemas.openxmlformats.org/drawingml/2006/main">
            <a:srgbClr val="E0EFF0"/>
          </a:solidFill>
          <a:ln xmlns:a="http://schemas.openxmlformats.org/drawingml/2006/main" w="19050">
            <a:solidFill>
              <a:srgbClr val="0B6172"/>
            </a:solidFill>
            <a:prstDash val="solid"/>
          </a:ln>
        </p:spPr>
      </p:sp>
      <p:sp>
        <p:nvSpPr>
          <p:cNvPr id="12" name="">
            <a:extLst xmlns:a="http://schemas.openxmlformats.org/drawingml/2006/main">
              <a:ext uri="{FF2B5EF4-FFF2-40B4-BE49-F238E27FC236}">
                <a16:creationId xmlns:a16="http://schemas.microsoft.com/office/drawing/2014/main" id="{295BF9F8-7E95-4ECA-9DD4-0943E1F9315A}"/>
              </a:ext>
            </a:extLst>
          </p:cNvPr>
          <p:cNvSpPr>
            <a:spLocks xmlns:a="http://schemas.openxmlformats.org/drawingml/2006/main" noGrp="1"/>
          </p:cNvSpPr>
          <p:nvPr/>
        </p:nvSpPr>
        <p:spPr>
          <a:xfrm xmlns:a="http://schemas.openxmlformats.org/drawingml/2006/main">
            <a:off x="800100" y="3562350"/>
            <a:ext cx="1733550"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13" name="모듈 A">
            <a:extLst xmlns:a="http://schemas.openxmlformats.org/drawingml/2006/main">
              <a:ext uri="{FF2B5EF4-FFF2-40B4-BE49-F238E27FC236}">
                <a16:creationId xmlns:a16="http://schemas.microsoft.com/office/drawing/2014/main" id="{6E28FBC8-3601-48FA-BD65-3AE827132223}"/>
              </a:ext>
            </a:extLst>
          </p:cNvPr>
          <p:cNvSpPr>
            <a:spLocks xmlns:a="http://schemas.openxmlformats.org/drawingml/2006/main" noGrp="1"/>
          </p:cNvSpPr>
          <p:nvPr/>
        </p:nvSpPr>
        <p:spPr>
          <a:xfrm xmlns:a="http://schemas.openxmlformats.org/drawingml/2006/main">
            <a:off x="914400" y="3724275"/>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a:solidFill>
                  <a:srgbClr val="17212B"/>
                </a:solidFill>
                <a:latin typeface="Malgun Gothic"/>
                <a:ea typeface="Malgun Gothic"/>
                <a:cs typeface="Malgun Gothic"/>
              </a:defRPr>
            </a:defPPr>
            <a:lvl1pPr algn="ctr">
              <a:defRPr sz="2025" b="1">
                <a:solidFill>
                  <a:srgbClr val="17212B"/>
                </a:solidFill>
                <a:latin typeface="Malgun Gothic"/>
                <a:ea typeface="Malgun Gothic"/>
                <a:cs typeface="Malgun Gothic"/>
              </a:defRPr>
            </a:lvl1pPr>
            <a:lvl2pPr algn="ctr">
              <a:defRPr sz="2025" b="1">
                <a:solidFill>
                  <a:srgbClr val="17212B"/>
                </a:solidFill>
                <a:latin typeface="Malgun Gothic"/>
                <a:ea typeface="Malgun Gothic"/>
                <a:cs typeface="Malgun Gothic"/>
              </a:defRPr>
            </a:lvl2pPr>
            <a:lvl3pPr algn="ctr">
              <a:defRPr sz="2025" b="1">
                <a:solidFill>
                  <a:srgbClr val="17212B"/>
                </a:solidFill>
                <a:latin typeface="Malgun Gothic"/>
                <a:ea typeface="Malgun Gothic"/>
                <a:cs typeface="Malgun Gothic"/>
              </a:defRPr>
            </a:lvl3pPr>
            <a:lvl4pPr algn="ctr">
              <a:defRPr sz="2025" b="1">
                <a:solidFill>
                  <a:srgbClr val="17212B"/>
                </a:solidFill>
                <a:latin typeface="Malgun Gothic"/>
                <a:ea typeface="Malgun Gothic"/>
                <a:cs typeface="Malgun Gothic"/>
              </a:defRPr>
            </a:lvl4pPr>
            <a:lvl5pPr algn="ctr">
              <a:defRPr sz="2025" b="1">
                <a:solidFill>
                  <a:srgbClr val="17212B"/>
                </a:solidFill>
                <a:latin typeface="Malgun Gothic"/>
                <a:ea typeface="Malgun Gothic"/>
                <a:cs typeface="Malgun Gothic"/>
              </a:defRPr>
            </a:lvl5pPr>
            <a:lvl6pPr algn="ctr">
              <a:defRPr sz="2025" b="1">
                <a:solidFill>
                  <a:srgbClr val="17212B"/>
                </a:solidFill>
                <a:latin typeface="Malgun Gothic"/>
                <a:ea typeface="Malgun Gothic"/>
                <a:cs typeface="Malgun Gothic"/>
              </a:defRPr>
            </a:lvl6pPr>
            <a:lvl7pPr algn="ctr">
              <a:defRPr sz="2025" b="1">
                <a:solidFill>
                  <a:srgbClr val="17212B"/>
                </a:solidFill>
                <a:latin typeface="Malgun Gothic"/>
                <a:ea typeface="Malgun Gothic"/>
                <a:cs typeface="Malgun Gothic"/>
              </a:defRPr>
            </a:lvl7pPr>
            <a:lvl8pPr algn="ctr">
              <a:defRPr sz="2025" b="1">
                <a:solidFill>
                  <a:srgbClr val="17212B"/>
                </a:solidFill>
                <a:latin typeface="Malgun Gothic"/>
                <a:ea typeface="Malgun Gothic"/>
                <a:cs typeface="Malgun Gothic"/>
              </a:defRPr>
            </a:lvl8pPr>
            <a:lvl9pPr algn="ctr">
              <a:defRPr sz="2025" b="1">
                <a:solidFill>
                  <a:srgbClr val="17212B"/>
                </a:solidFill>
                <a:latin typeface="Malgun Gothic"/>
                <a:ea typeface="Malgun Gothic"/>
                <a:cs typeface="Malgun Gothic"/>
              </a:defRPr>
            </a:lvl9pPr>
          </a:lstStyle>
          <a:p xmlns:a="http://schemas.openxmlformats.org/drawingml/2006/main">
            <a:pPr algn="ctr">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모듈 A</a:t>
            </a:r>
          </a:p>
        </p:txBody>
      </p:sp>
      <p:sp>
        <p:nvSpPr>
          <p:cNvPr id="14" name="">
            <a:extLst xmlns:a="http://schemas.openxmlformats.org/drawingml/2006/main">
              <a:ext uri="{FF2B5EF4-FFF2-40B4-BE49-F238E27FC236}">
                <a16:creationId xmlns:a16="http://schemas.microsoft.com/office/drawing/2014/main" id="{E60AFDAD-4E4A-443E-9B58-0DD71A731257}"/>
              </a:ext>
            </a:extLst>
          </p:cNvPr>
          <p:cNvSpPr>
            <a:spLocks xmlns:a="http://schemas.openxmlformats.org/drawingml/2006/main" noGrp="1"/>
          </p:cNvSpPr>
          <p:nvPr/>
        </p:nvSpPr>
        <p:spPr>
          <a:xfrm xmlns:a="http://schemas.openxmlformats.org/drawingml/2006/main">
            <a:off x="3638550" y="3562350"/>
            <a:ext cx="1733550"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15" name="모듈 B">
            <a:extLst xmlns:a="http://schemas.openxmlformats.org/drawingml/2006/main">
              <a:ext uri="{FF2B5EF4-FFF2-40B4-BE49-F238E27FC236}">
                <a16:creationId xmlns:a16="http://schemas.microsoft.com/office/drawing/2014/main" id="{CFE18DB5-32C2-403A-B0B1-E447537F5087}"/>
              </a:ext>
            </a:extLst>
          </p:cNvPr>
          <p:cNvSpPr>
            <a:spLocks xmlns:a="http://schemas.openxmlformats.org/drawingml/2006/main" noGrp="1"/>
          </p:cNvSpPr>
          <p:nvPr/>
        </p:nvSpPr>
        <p:spPr>
          <a:xfrm xmlns:a="http://schemas.openxmlformats.org/drawingml/2006/main">
            <a:off x="3752850" y="3724275"/>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a:solidFill>
                  <a:srgbClr val="17212B"/>
                </a:solidFill>
                <a:latin typeface="Malgun Gothic"/>
                <a:ea typeface="Malgun Gothic"/>
                <a:cs typeface="Malgun Gothic"/>
              </a:defRPr>
            </a:defPPr>
            <a:lvl1pPr algn="ctr">
              <a:defRPr sz="2025" b="1">
                <a:solidFill>
                  <a:srgbClr val="17212B"/>
                </a:solidFill>
                <a:latin typeface="Malgun Gothic"/>
                <a:ea typeface="Malgun Gothic"/>
                <a:cs typeface="Malgun Gothic"/>
              </a:defRPr>
            </a:lvl1pPr>
            <a:lvl2pPr algn="ctr">
              <a:defRPr sz="2025" b="1">
                <a:solidFill>
                  <a:srgbClr val="17212B"/>
                </a:solidFill>
                <a:latin typeface="Malgun Gothic"/>
                <a:ea typeface="Malgun Gothic"/>
                <a:cs typeface="Malgun Gothic"/>
              </a:defRPr>
            </a:lvl2pPr>
            <a:lvl3pPr algn="ctr">
              <a:defRPr sz="2025" b="1">
                <a:solidFill>
                  <a:srgbClr val="17212B"/>
                </a:solidFill>
                <a:latin typeface="Malgun Gothic"/>
                <a:ea typeface="Malgun Gothic"/>
                <a:cs typeface="Malgun Gothic"/>
              </a:defRPr>
            </a:lvl3pPr>
            <a:lvl4pPr algn="ctr">
              <a:defRPr sz="2025" b="1">
                <a:solidFill>
                  <a:srgbClr val="17212B"/>
                </a:solidFill>
                <a:latin typeface="Malgun Gothic"/>
                <a:ea typeface="Malgun Gothic"/>
                <a:cs typeface="Malgun Gothic"/>
              </a:defRPr>
            </a:lvl4pPr>
            <a:lvl5pPr algn="ctr">
              <a:defRPr sz="2025" b="1">
                <a:solidFill>
                  <a:srgbClr val="17212B"/>
                </a:solidFill>
                <a:latin typeface="Malgun Gothic"/>
                <a:ea typeface="Malgun Gothic"/>
                <a:cs typeface="Malgun Gothic"/>
              </a:defRPr>
            </a:lvl5pPr>
            <a:lvl6pPr algn="ctr">
              <a:defRPr sz="2025" b="1">
                <a:solidFill>
                  <a:srgbClr val="17212B"/>
                </a:solidFill>
                <a:latin typeface="Malgun Gothic"/>
                <a:ea typeface="Malgun Gothic"/>
                <a:cs typeface="Malgun Gothic"/>
              </a:defRPr>
            </a:lvl6pPr>
            <a:lvl7pPr algn="ctr">
              <a:defRPr sz="2025" b="1">
                <a:solidFill>
                  <a:srgbClr val="17212B"/>
                </a:solidFill>
                <a:latin typeface="Malgun Gothic"/>
                <a:ea typeface="Malgun Gothic"/>
                <a:cs typeface="Malgun Gothic"/>
              </a:defRPr>
            </a:lvl7pPr>
            <a:lvl8pPr algn="ctr">
              <a:defRPr sz="2025" b="1">
                <a:solidFill>
                  <a:srgbClr val="17212B"/>
                </a:solidFill>
                <a:latin typeface="Malgun Gothic"/>
                <a:ea typeface="Malgun Gothic"/>
                <a:cs typeface="Malgun Gothic"/>
              </a:defRPr>
            </a:lvl8pPr>
            <a:lvl9pPr algn="ctr">
              <a:defRPr sz="2025" b="1">
                <a:solidFill>
                  <a:srgbClr val="17212B"/>
                </a:solidFill>
                <a:latin typeface="Malgun Gothic"/>
                <a:ea typeface="Malgun Gothic"/>
                <a:cs typeface="Malgun Gothic"/>
              </a:defRPr>
            </a:lvl9pPr>
          </a:lstStyle>
          <a:p xmlns:a="http://schemas.openxmlformats.org/drawingml/2006/main">
            <a:pPr algn="ctr">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모듈 B</a:t>
            </a:r>
          </a:p>
        </p:txBody>
      </p:sp>
      <p:sp>
        <p:nvSpPr>
          <p:cNvPr id="16" name="">
            <a:extLst xmlns:a="http://schemas.openxmlformats.org/drawingml/2006/main">
              <a:ext uri="{FF2B5EF4-FFF2-40B4-BE49-F238E27FC236}">
                <a16:creationId xmlns:a16="http://schemas.microsoft.com/office/drawing/2014/main" id="{9B5E9CDB-3689-4677-80E5-45D0C360A785}"/>
              </a:ext>
            </a:extLst>
          </p:cNvPr>
          <p:cNvSpPr>
            <a:spLocks xmlns:a="http://schemas.openxmlformats.org/drawingml/2006/main" noGrp="1"/>
          </p:cNvSpPr>
          <p:nvPr/>
        </p:nvSpPr>
        <p:spPr>
          <a:xfrm xmlns:a="http://schemas.openxmlformats.org/drawingml/2006/main">
            <a:off x="2752725" y="3781425"/>
            <a:ext cx="666750" cy="2286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7" name="+ 통합 테스트 · 모듈 연결까지">
            <a:extLst xmlns:a="http://schemas.openxmlformats.org/drawingml/2006/main">
              <a:ext uri="{FF2B5EF4-FFF2-40B4-BE49-F238E27FC236}">
                <a16:creationId xmlns:a16="http://schemas.microsoft.com/office/drawing/2014/main" id="{B3323899-539E-4988-ACAE-E22A59DA92D1}"/>
              </a:ext>
            </a:extLst>
          </p:cNvPr>
          <p:cNvSpPr>
            <a:spLocks xmlns:a="http://schemas.openxmlformats.org/drawingml/2006/main" noGrp="1"/>
          </p:cNvSpPr>
          <p:nvPr/>
        </p:nvSpPr>
        <p:spPr>
          <a:xfrm xmlns:a="http://schemas.openxmlformats.org/drawingml/2006/main">
            <a:off x="609600" y="46482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 통합 테스트 · 모듈 연결까지</a:t>
            </a:r>
          </a:p>
        </p:txBody>
      </p:sp>
      <p:sp>
        <p:nvSpPr>
          <p:cNvPr id="18" name="">
            <a:extLst xmlns:a="http://schemas.openxmlformats.org/drawingml/2006/main">
              <a:ext uri="{FF2B5EF4-FFF2-40B4-BE49-F238E27FC236}">
                <a16:creationId xmlns:a16="http://schemas.microsoft.com/office/drawing/2014/main" id="{CD1F167D-5DF7-4C18-8AFB-391F27741A5D}"/>
              </a:ext>
            </a:extLst>
          </p:cNvPr>
          <p:cNvSpPr>
            <a:spLocks xmlns:a="http://schemas.openxmlformats.org/drawingml/2006/main" noGrp="1"/>
          </p:cNvSpPr>
          <p:nvPr/>
        </p:nvSpPr>
        <p:spPr>
          <a:xfrm xmlns:a="http://schemas.openxmlformats.org/drawingml/2006/main">
            <a:off x="6896100" y="3562350"/>
            <a:ext cx="1733550"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19" name="모듈 A">
            <a:extLst xmlns:a="http://schemas.openxmlformats.org/drawingml/2006/main">
              <a:ext uri="{FF2B5EF4-FFF2-40B4-BE49-F238E27FC236}">
                <a16:creationId xmlns:a16="http://schemas.microsoft.com/office/drawing/2014/main" id="{A2DBB0CC-4DFB-4E55-A39C-97BBC822DD9E}"/>
              </a:ext>
            </a:extLst>
          </p:cNvPr>
          <p:cNvSpPr>
            <a:spLocks xmlns:a="http://schemas.openxmlformats.org/drawingml/2006/main" noGrp="1"/>
          </p:cNvSpPr>
          <p:nvPr/>
        </p:nvSpPr>
        <p:spPr>
          <a:xfrm xmlns:a="http://schemas.openxmlformats.org/drawingml/2006/main">
            <a:off x="7010400" y="3724275"/>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a:solidFill>
                  <a:srgbClr val="17212B"/>
                </a:solidFill>
                <a:latin typeface="Malgun Gothic"/>
                <a:ea typeface="Malgun Gothic"/>
                <a:cs typeface="Malgun Gothic"/>
              </a:defRPr>
            </a:defPPr>
            <a:lvl1pPr algn="ctr">
              <a:defRPr sz="2025" b="1">
                <a:solidFill>
                  <a:srgbClr val="17212B"/>
                </a:solidFill>
                <a:latin typeface="Malgun Gothic"/>
                <a:ea typeface="Malgun Gothic"/>
                <a:cs typeface="Malgun Gothic"/>
              </a:defRPr>
            </a:lvl1pPr>
            <a:lvl2pPr algn="ctr">
              <a:defRPr sz="2025" b="1">
                <a:solidFill>
                  <a:srgbClr val="17212B"/>
                </a:solidFill>
                <a:latin typeface="Malgun Gothic"/>
                <a:ea typeface="Malgun Gothic"/>
                <a:cs typeface="Malgun Gothic"/>
              </a:defRPr>
            </a:lvl2pPr>
            <a:lvl3pPr algn="ctr">
              <a:defRPr sz="2025" b="1">
                <a:solidFill>
                  <a:srgbClr val="17212B"/>
                </a:solidFill>
                <a:latin typeface="Malgun Gothic"/>
                <a:ea typeface="Malgun Gothic"/>
                <a:cs typeface="Malgun Gothic"/>
              </a:defRPr>
            </a:lvl3pPr>
            <a:lvl4pPr algn="ctr">
              <a:defRPr sz="2025" b="1">
                <a:solidFill>
                  <a:srgbClr val="17212B"/>
                </a:solidFill>
                <a:latin typeface="Malgun Gothic"/>
                <a:ea typeface="Malgun Gothic"/>
                <a:cs typeface="Malgun Gothic"/>
              </a:defRPr>
            </a:lvl4pPr>
            <a:lvl5pPr algn="ctr">
              <a:defRPr sz="2025" b="1">
                <a:solidFill>
                  <a:srgbClr val="17212B"/>
                </a:solidFill>
                <a:latin typeface="Malgun Gothic"/>
                <a:ea typeface="Malgun Gothic"/>
                <a:cs typeface="Malgun Gothic"/>
              </a:defRPr>
            </a:lvl5pPr>
            <a:lvl6pPr algn="ctr">
              <a:defRPr sz="2025" b="1">
                <a:solidFill>
                  <a:srgbClr val="17212B"/>
                </a:solidFill>
                <a:latin typeface="Malgun Gothic"/>
                <a:ea typeface="Malgun Gothic"/>
                <a:cs typeface="Malgun Gothic"/>
              </a:defRPr>
            </a:lvl6pPr>
            <a:lvl7pPr algn="ctr">
              <a:defRPr sz="2025" b="1">
                <a:solidFill>
                  <a:srgbClr val="17212B"/>
                </a:solidFill>
                <a:latin typeface="Malgun Gothic"/>
                <a:ea typeface="Malgun Gothic"/>
                <a:cs typeface="Malgun Gothic"/>
              </a:defRPr>
            </a:lvl7pPr>
            <a:lvl8pPr algn="ctr">
              <a:defRPr sz="2025" b="1">
                <a:solidFill>
                  <a:srgbClr val="17212B"/>
                </a:solidFill>
                <a:latin typeface="Malgun Gothic"/>
                <a:ea typeface="Malgun Gothic"/>
                <a:cs typeface="Malgun Gothic"/>
              </a:defRPr>
            </a:lvl8pPr>
            <a:lvl9pPr algn="ctr">
              <a:defRPr sz="2025" b="1">
                <a:solidFill>
                  <a:srgbClr val="17212B"/>
                </a:solidFill>
                <a:latin typeface="Malgun Gothic"/>
                <a:ea typeface="Malgun Gothic"/>
                <a:cs typeface="Malgun Gothic"/>
              </a:defRPr>
            </a:lvl9pPr>
          </a:lstStyle>
          <a:p xmlns:a="http://schemas.openxmlformats.org/drawingml/2006/main">
            <a:pPr algn="ctr">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모듈 A</a:t>
            </a:r>
          </a:p>
        </p:txBody>
      </p:sp>
      <p:sp>
        <p:nvSpPr>
          <p:cNvPr id="20" name="">
            <a:extLst xmlns:a="http://schemas.openxmlformats.org/drawingml/2006/main">
              <a:ext uri="{FF2B5EF4-FFF2-40B4-BE49-F238E27FC236}">
                <a16:creationId xmlns:a16="http://schemas.microsoft.com/office/drawing/2014/main" id="{55F59377-721F-48E1-B327-BEBD1F26A1E0}"/>
              </a:ext>
            </a:extLst>
          </p:cNvPr>
          <p:cNvSpPr>
            <a:spLocks xmlns:a="http://schemas.openxmlformats.org/drawingml/2006/main" noGrp="1"/>
          </p:cNvSpPr>
          <p:nvPr/>
        </p:nvSpPr>
        <p:spPr>
          <a:xfrm xmlns:a="http://schemas.openxmlformats.org/drawingml/2006/main">
            <a:off x="9658350" y="3562350"/>
            <a:ext cx="1733550"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21" name="모듈 B">
            <a:extLst xmlns:a="http://schemas.openxmlformats.org/drawingml/2006/main">
              <a:ext uri="{FF2B5EF4-FFF2-40B4-BE49-F238E27FC236}">
                <a16:creationId xmlns:a16="http://schemas.microsoft.com/office/drawing/2014/main" id="{37EA931F-5B3C-40FF-875F-F0853DC16BD6}"/>
              </a:ext>
            </a:extLst>
          </p:cNvPr>
          <p:cNvSpPr>
            <a:spLocks xmlns:a="http://schemas.openxmlformats.org/drawingml/2006/main" noGrp="1"/>
          </p:cNvSpPr>
          <p:nvPr/>
        </p:nvSpPr>
        <p:spPr>
          <a:xfrm xmlns:a="http://schemas.openxmlformats.org/drawingml/2006/main">
            <a:off x="9772650" y="3724275"/>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a:solidFill>
                  <a:srgbClr val="17212B"/>
                </a:solidFill>
                <a:latin typeface="Malgun Gothic"/>
                <a:ea typeface="Malgun Gothic"/>
                <a:cs typeface="Malgun Gothic"/>
              </a:defRPr>
            </a:defPPr>
            <a:lvl1pPr algn="ctr">
              <a:defRPr sz="2025" b="1">
                <a:solidFill>
                  <a:srgbClr val="17212B"/>
                </a:solidFill>
                <a:latin typeface="Malgun Gothic"/>
                <a:ea typeface="Malgun Gothic"/>
                <a:cs typeface="Malgun Gothic"/>
              </a:defRPr>
            </a:lvl1pPr>
            <a:lvl2pPr algn="ctr">
              <a:defRPr sz="2025" b="1">
                <a:solidFill>
                  <a:srgbClr val="17212B"/>
                </a:solidFill>
                <a:latin typeface="Malgun Gothic"/>
                <a:ea typeface="Malgun Gothic"/>
                <a:cs typeface="Malgun Gothic"/>
              </a:defRPr>
            </a:lvl2pPr>
            <a:lvl3pPr algn="ctr">
              <a:defRPr sz="2025" b="1">
                <a:solidFill>
                  <a:srgbClr val="17212B"/>
                </a:solidFill>
                <a:latin typeface="Malgun Gothic"/>
                <a:ea typeface="Malgun Gothic"/>
                <a:cs typeface="Malgun Gothic"/>
              </a:defRPr>
            </a:lvl3pPr>
            <a:lvl4pPr algn="ctr">
              <a:defRPr sz="2025" b="1">
                <a:solidFill>
                  <a:srgbClr val="17212B"/>
                </a:solidFill>
                <a:latin typeface="Malgun Gothic"/>
                <a:ea typeface="Malgun Gothic"/>
                <a:cs typeface="Malgun Gothic"/>
              </a:defRPr>
            </a:lvl4pPr>
            <a:lvl5pPr algn="ctr">
              <a:defRPr sz="2025" b="1">
                <a:solidFill>
                  <a:srgbClr val="17212B"/>
                </a:solidFill>
                <a:latin typeface="Malgun Gothic"/>
                <a:ea typeface="Malgun Gothic"/>
                <a:cs typeface="Malgun Gothic"/>
              </a:defRPr>
            </a:lvl5pPr>
            <a:lvl6pPr algn="ctr">
              <a:defRPr sz="2025" b="1">
                <a:solidFill>
                  <a:srgbClr val="17212B"/>
                </a:solidFill>
                <a:latin typeface="Malgun Gothic"/>
                <a:ea typeface="Malgun Gothic"/>
                <a:cs typeface="Malgun Gothic"/>
              </a:defRPr>
            </a:lvl6pPr>
            <a:lvl7pPr algn="ctr">
              <a:defRPr sz="2025" b="1">
                <a:solidFill>
                  <a:srgbClr val="17212B"/>
                </a:solidFill>
                <a:latin typeface="Malgun Gothic"/>
                <a:ea typeface="Malgun Gothic"/>
                <a:cs typeface="Malgun Gothic"/>
              </a:defRPr>
            </a:lvl7pPr>
            <a:lvl8pPr algn="ctr">
              <a:defRPr sz="2025" b="1">
                <a:solidFill>
                  <a:srgbClr val="17212B"/>
                </a:solidFill>
                <a:latin typeface="Malgun Gothic"/>
                <a:ea typeface="Malgun Gothic"/>
                <a:cs typeface="Malgun Gothic"/>
              </a:defRPr>
            </a:lvl8pPr>
            <a:lvl9pPr algn="ctr">
              <a:defRPr sz="2025" b="1">
                <a:solidFill>
                  <a:srgbClr val="17212B"/>
                </a:solidFill>
                <a:latin typeface="Malgun Gothic"/>
                <a:ea typeface="Malgun Gothic"/>
                <a:cs typeface="Malgun Gothic"/>
              </a:defRPr>
            </a:lvl9pPr>
          </a:lstStyle>
          <a:p xmlns:a="http://schemas.openxmlformats.org/drawingml/2006/main">
            <a:pPr algn="ctr">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모듈 B</a:t>
            </a:r>
          </a:p>
        </p:txBody>
      </p:sp>
      <p:sp>
        <p:nvSpPr>
          <p:cNvPr id="22" name="">
            <a:extLst xmlns:a="http://schemas.openxmlformats.org/drawingml/2006/main">
              <a:ext uri="{FF2B5EF4-FFF2-40B4-BE49-F238E27FC236}">
                <a16:creationId xmlns:a16="http://schemas.microsoft.com/office/drawing/2014/main" id="{DB7CDE4F-74D7-47EB-B74B-6F66E3F2ABD4}"/>
              </a:ext>
            </a:extLst>
          </p:cNvPr>
          <p:cNvSpPr>
            <a:spLocks xmlns:a="http://schemas.openxmlformats.org/drawingml/2006/main" noGrp="1"/>
          </p:cNvSpPr>
          <p:nvPr/>
        </p:nvSpPr>
        <p:spPr>
          <a:xfrm xmlns:a="http://schemas.openxmlformats.org/drawingml/2006/main">
            <a:off x="8810625" y="3781425"/>
            <a:ext cx="647700" cy="228600"/>
          </a:xfrm>
          <a:prstGeom xmlns:a="http://schemas.openxmlformats.org/drawingml/2006/main" prst="rightArrow">
            <a:avLst/>
          </a:prstGeom>
          <a:solidFill xmlns:a="http://schemas.openxmlformats.org/drawingml/2006/main">
            <a:srgbClr val="4D5A6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40FC52C-3E94-4DB7-B409-A45AB5299FC5}"/>
              </a:ext>
            </a:extLst>
          </p:cNvPr>
          <p:cNvSpPr>
            <a:spLocks xmlns:a="http://schemas.openxmlformats.org/drawingml/2006/main" noGrp="1"/>
          </p:cNvSpPr>
          <p:nvPr/>
        </p:nvSpPr>
        <p:spPr>
          <a:xfrm xmlns:a="http://schemas.openxmlformats.org/drawingml/2006/main">
            <a:off x="6705600" y="4572000"/>
            <a:ext cx="4876800" cy="495300"/>
          </a:xfrm>
          <a:prstGeom xmlns:a="http://schemas.openxmlformats.org/drawingml/2006/main" prst="rect">
            <a:avLst/>
          </a:prstGeom>
          <a:noFill xmlns:a="http://schemas.openxmlformats.org/drawingml/2006/main"/>
          <a:ln xmlns:a="http://schemas.openxmlformats.org/drawingml/2006/main" w="19050">
            <a:solidFill>
              <a:srgbClr val="805400"/>
            </a:solidFill>
            <a:prstDash val="dash"/>
          </a:ln>
        </p:spPr>
      </p:sp>
      <p:sp>
        <p:nvSpPr>
          <p:cNvPr id="24" name="단위 테스트만 지시">
            <a:extLst xmlns:a="http://schemas.openxmlformats.org/drawingml/2006/main">
              <a:ext uri="{FF2B5EF4-FFF2-40B4-BE49-F238E27FC236}">
                <a16:creationId xmlns:a16="http://schemas.microsoft.com/office/drawing/2014/main" id="{C7F901B4-5BA0-49A8-A016-A32F89D683A0}"/>
              </a:ext>
            </a:extLst>
          </p:cNvPr>
          <p:cNvSpPr>
            <a:spLocks xmlns:a="http://schemas.openxmlformats.org/drawingml/2006/main" noGrp="1"/>
          </p:cNvSpPr>
          <p:nvPr/>
        </p:nvSpPr>
        <p:spPr>
          <a:xfrm xmlns:a="http://schemas.openxmlformats.org/drawingml/2006/main">
            <a:off x="6934200" y="4638675"/>
            <a:ext cx="441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805400"/>
                </a:solidFill>
                <a:latin typeface="Malgun Gothic"/>
                <a:ea typeface="Malgun Gothic"/>
                <a:cs typeface="Malgun Gothic"/>
              </a:defRPr>
            </a:defPPr>
            <a:lvl1pPr algn="l">
              <a:defRPr sz="2175" b="1">
                <a:solidFill>
                  <a:srgbClr val="805400"/>
                </a:solidFill>
                <a:latin typeface="Malgun Gothic"/>
                <a:ea typeface="Malgun Gothic"/>
                <a:cs typeface="Malgun Gothic"/>
              </a:defRPr>
            </a:lvl1pPr>
            <a:lvl2pPr algn="l">
              <a:defRPr sz="2175" b="1">
                <a:solidFill>
                  <a:srgbClr val="805400"/>
                </a:solidFill>
                <a:latin typeface="Malgun Gothic"/>
                <a:ea typeface="Malgun Gothic"/>
                <a:cs typeface="Malgun Gothic"/>
              </a:defRPr>
            </a:lvl2pPr>
            <a:lvl3pPr algn="l">
              <a:defRPr sz="2175" b="1">
                <a:solidFill>
                  <a:srgbClr val="805400"/>
                </a:solidFill>
                <a:latin typeface="Malgun Gothic"/>
                <a:ea typeface="Malgun Gothic"/>
                <a:cs typeface="Malgun Gothic"/>
              </a:defRPr>
            </a:lvl3pPr>
            <a:lvl4pPr algn="l">
              <a:defRPr sz="2175" b="1">
                <a:solidFill>
                  <a:srgbClr val="805400"/>
                </a:solidFill>
                <a:latin typeface="Malgun Gothic"/>
                <a:ea typeface="Malgun Gothic"/>
                <a:cs typeface="Malgun Gothic"/>
              </a:defRPr>
            </a:lvl4pPr>
            <a:lvl5pPr algn="l">
              <a:defRPr sz="2175" b="1">
                <a:solidFill>
                  <a:srgbClr val="805400"/>
                </a:solidFill>
                <a:latin typeface="Malgun Gothic"/>
                <a:ea typeface="Malgun Gothic"/>
                <a:cs typeface="Malgun Gothic"/>
              </a:defRPr>
            </a:lvl5pPr>
            <a:lvl6pPr algn="l">
              <a:defRPr sz="2175" b="1">
                <a:solidFill>
                  <a:srgbClr val="805400"/>
                </a:solidFill>
                <a:latin typeface="Malgun Gothic"/>
                <a:ea typeface="Malgun Gothic"/>
                <a:cs typeface="Malgun Gothic"/>
              </a:defRPr>
            </a:lvl6pPr>
            <a:lvl7pPr algn="l">
              <a:defRPr sz="2175" b="1">
                <a:solidFill>
                  <a:srgbClr val="805400"/>
                </a:solidFill>
                <a:latin typeface="Malgun Gothic"/>
                <a:ea typeface="Malgun Gothic"/>
                <a:cs typeface="Malgun Gothic"/>
              </a:defRPr>
            </a:lvl7pPr>
            <a:lvl8pPr algn="l">
              <a:defRPr sz="2175" b="1">
                <a:solidFill>
                  <a:srgbClr val="805400"/>
                </a:solidFill>
                <a:latin typeface="Malgun Gothic"/>
                <a:ea typeface="Malgun Gothic"/>
                <a:cs typeface="Malgun Gothic"/>
              </a:defRPr>
            </a:lvl8pPr>
            <a:lvl9pPr algn="l">
              <a:defRPr sz="2175" b="1">
                <a:solidFill>
                  <a:srgbClr val="805400"/>
                </a:solidFill>
                <a:latin typeface="Malgun Gothic"/>
                <a:ea typeface="Malgun Gothic"/>
                <a:cs typeface="Malgun Gothic"/>
              </a:defRPr>
            </a:lvl9pPr>
          </a:lstStyle>
          <a:p xmlns:a="http://schemas.openxmlformats.org/drawingml/2006/main">
            <a:pPr algn="l">
              <a:defRPr sz="2175" b="1">
                <a:solidFill>
                  <a:srgbClr val="805400"/>
                </a:solidFill>
                <a:latin typeface="Malgun Gothic"/>
                <a:ea typeface="Malgun Gothic"/>
                <a:cs typeface="Malgun Gothic"/>
              </a:defRPr>
            </a:pPr>
            <a:r>
              <a:rPr sz="2175" b="1">
                <a:solidFill>
                  <a:srgbClr val="805400"/>
                </a:solidFill>
                <a:latin typeface="Malgun Gothic"/>
                <a:ea typeface="Malgun Gothic"/>
                <a:cs typeface="Malgun Gothic"/>
              </a:rPr>
              <a:t>단위 테스트만 지시</a:t>
            </a:r>
          </a:p>
        </p:txBody>
      </p:sp>
      <p:sp>
        <p:nvSpPr>
          <p:cNvPr id="25" name="프로젝트의 기준이 바뀌었을 때, 재사용 지침도 함께 바뀌었을까?">
            <a:extLst xmlns:a="http://schemas.openxmlformats.org/drawingml/2006/main">
              <a:ext uri="{FF2B5EF4-FFF2-40B4-BE49-F238E27FC236}">
                <a16:creationId xmlns:a16="http://schemas.microsoft.com/office/drawing/2014/main" id="{BC894DFD-769E-4031-A793-5F3D42B3DF9E}"/>
              </a:ext>
            </a:extLst>
          </p:cNvPr>
          <p:cNvSpPr>
            <a:spLocks xmlns:a="http://schemas.openxmlformats.org/drawingml/2006/main" noGrp="1"/>
          </p:cNvSpPr>
          <p:nvPr/>
        </p:nvSpPr>
        <p:spPr>
          <a:xfrm xmlns:a="http://schemas.openxmlformats.org/drawingml/2006/main">
            <a:off x="609600" y="52292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프로젝트의 기준이 바뀌었을 때, 재사용 지침도 함께 바뀌었을까?</a:t>
            </a:r>
          </a:p>
        </p:txBody>
      </p:sp>
      <p:sp>
        <p:nvSpPr>
          <p:cNvPr id="26" name="">
            <a:extLst xmlns:a="http://schemas.openxmlformats.org/drawingml/2006/main">
              <a:ext uri="{FF2B5EF4-FFF2-40B4-BE49-F238E27FC236}">
                <a16:creationId xmlns:a16="http://schemas.microsoft.com/office/drawing/2014/main" id="{AFFFA208-70EF-452B-9F43-B1C54CCE416F}"/>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27" name="DEMO-04A  |  가상 설정 · 실제 Repository 변경 이력이 아님">
            <a:extLst xmlns:a="http://schemas.openxmlformats.org/drawingml/2006/main">
              <a:ext uri="{FF2B5EF4-FFF2-40B4-BE49-F238E27FC236}">
                <a16:creationId xmlns:a16="http://schemas.microsoft.com/office/drawing/2014/main" id="{578EAAE2-95C0-4184-8581-2D72B68228CB}"/>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DEMO-04A  |  가상 설정 · 실제 Repository 변경 이력이 아님</a:t>
            </a:r>
          </a:p>
        </p:txBody>
      </p:sp>
      <p:sp>
        <p:nvSpPr>
          <p:cNvPr id="28" name="두 지침의 범위 비교 · Agent 실행, 테스트 누락 또는 PASS / FAIL 결과를 뜻하지 않음">
            <a:extLst xmlns:a="http://schemas.openxmlformats.org/drawingml/2006/main">
              <a:ext uri="{FF2B5EF4-FFF2-40B4-BE49-F238E27FC236}">
                <a16:creationId xmlns:a16="http://schemas.microsoft.com/office/drawing/2014/main" id="{01111713-7AC3-4DDC-B9B7-AF6994E8CA85}"/>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두 지침의 범위 비교 · Agent 실행, 테스트 누락 또는 PASS / FAIL 결과를 뜻하지 않음</a:t>
            </a:r>
          </a:p>
        </p:txBody>
      </p:sp>
      <p:sp>
        <p:nvSpPr>
          <p:cNvPr id="29" name="Legacy module connection">
            <a:extLst xmlns:a="http://schemas.openxmlformats.org/drawingml/2006/main">
              <a:ext uri="{FF2B5EF4-FFF2-40B4-BE49-F238E27FC236}">
                <a16:creationId xmlns:a16="http://schemas.microsoft.com/office/drawing/2014/main" id="{925C6868-4A6E-4F7F-9F01-D9592ECCC5BC}"/>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M6</a:t>
            </a:r>
          </a:p>
        </p:txBody>
      </p:sp>
    </p:spTree>
    <p:extLst>
      <p:ext uri="{BB962C8B-B14F-4D97-AF65-F5344CB8AC3E}">
        <p14:creationId xmlns:p14="http://schemas.microsoft.com/office/powerpoint/2010/main" val="1942424320"/>
      </p:ext>
    </p:extLst>
  </p:cSld>
</p:sld>
</file>

<file path=ppt/slides/slide7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6" name="ACT 4 · CONCEPTUAL / 가상 사례">
            <a:extLst xmlns:a="http://schemas.openxmlformats.org/drawingml/2006/main">
              <a:ext uri="{FF2B5EF4-FFF2-40B4-BE49-F238E27FC236}">
                <a16:creationId xmlns:a16="http://schemas.microsoft.com/office/drawing/2014/main" id="{8C8CC112-BDAE-4C9C-A37F-339EA9EC75A6}"/>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CONCEPTUAL / 가상 사례</a:t>
            </a:r>
          </a:p>
        </p:txBody>
      </p:sp>
      <p:sp>
        <p:nvSpPr>
          <p:cNvPr id="2" name="S71">
            <a:extLst xmlns:a="http://schemas.openxmlformats.org/drawingml/2006/main">
              <a:ext uri="{FF2B5EF4-FFF2-40B4-BE49-F238E27FC236}">
                <a16:creationId xmlns:a16="http://schemas.microsoft.com/office/drawing/2014/main" id="{E03797BE-925E-4B29-BA75-F059AB1BABB0}"/>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S71</a:t>
            </a:r>
          </a:p>
        </p:txBody>
      </p:sp>
      <p:sp>
        <p:nvSpPr>
          <p:cNvPr id="3" name="Task 해결과 System 문제는 다르다">
            <a:extLst xmlns:a="http://schemas.openxmlformats.org/drawingml/2006/main">
              <a:ext uri="{FF2B5EF4-FFF2-40B4-BE49-F238E27FC236}">
                <a16:creationId xmlns:a16="http://schemas.microsoft.com/office/drawing/2014/main" id="{8950507D-2523-425D-BC8A-44A114118C4A}"/>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Task 해결과 System 문제는 다르다</a:t>
            </a:r>
          </a:p>
        </p:txBody>
      </p:sp>
      <p:sp>
        <p:nvSpPr>
          <p:cNvPr id="4" name="">
            <a:extLst xmlns:a="http://schemas.openxmlformats.org/drawingml/2006/main">
              <a:ext uri="{FF2B5EF4-FFF2-40B4-BE49-F238E27FC236}">
                <a16:creationId xmlns:a16="http://schemas.microsoft.com/office/drawing/2014/main" id="{B31181AB-3363-432F-AB9E-51AFCD7A6B98}"/>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DEMO-04A · 이번 요청과 재사용 지침의 범위 비교">
            <a:extLst xmlns:a="http://schemas.openxmlformats.org/drawingml/2006/main">
              <a:ext uri="{FF2B5EF4-FFF2-40B4-BE49-F238E27FC236}">
                <a16:creationId xmlns:a16="http://schemas.microsoft.com/office/drawing/2014/main" id="{E1FC2333-EF54-4A82-9274-2DF21644FBF4}"/>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DEMO-04A · 이번 요청과 재사용 지침의 범위 비교</a:t>
            </a:r>
          </a:p>
        </p:txBody>
      </p:sp>
      <p:sp>
        <p:nvSpPr>
          <p:cNvPr id="6" name="아래는 가능한 대응이다. 실제 실행·복구 성공·검증 누락을 관찰한 결과가 아니다.">
            <a:extLst xmlns:a="http://schemas.openxmlformats.org/drawingml/2006/main">
              <a:ext uri="{FF2B5EF4-FFF2-40B4-BE49-F238E27FC236}">
                <a16:creationId xmlns:a16="http://schemas.microsoft.com/office/drawing/2014/main" id="{C7C072C2-0432-4AA6-A22F-22C2E51DCD79}"/>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아래는 가능한 대응이다. 실제 실행·복구 성공·검증 누락을 관찰한 결과가 아니다.</a:t>
            </a:r>
          </a:p>
        </p:txBody>
      </p:sp>
      <p:sp>
        <p:nvSpPr>
          <p:cNvPr id="7" name="이번 요청에 “통합 테스트도 확인해 줘”를 더한다면?">
            <a:extLst xmlns:a="http://schemas.openxmlformats.org/drawingml/2006/main">
              <a:ext uri="{FF2B5EF4-FFF2-40B4-BE49-F238E27FC236}">
                <a16:creationId xmlns:a16="http://schemas.microsoft.com/office/drawing/2014/main" id="{0D4E7D6B-EBE0-4D54-956E-EED28ADB7F23}"/>
              </a:ext>
            </a:extLst>
          </p:cNvPr>
          <p:cNvSpPr>
            <a:spLocks xmlns:a="http://schemas.openxmlformats.org/drawingml/2006/main" noGrp="1"/>
          </p:cNvSpPr>
          <p:nvPr/>
        </p:nvSpPr>
        <p:spPr>
          <a:xfrm xmlns:a="http://schemas.openxmlformats.org/drawingml/2006/main">
            <a:off x="609600" y="21336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Malgun Gothic"/>
                <a:ea typeface="Malgun Gothic"/>
                <a:cs typeface="Malgun Gothic"/>
              </a:defRPr>
            </a:defPPr>
            <a:lvl1pPr algn="l">
              <a:defRPr sz="2475" b="1">
                <a:solidFill>
                  <a:srgbClr val="17212B"/>
                </a:solidFill>
                <a:latin typeface="Malgun Gothic"/>
                <a:ea typeface="Malgun Gothic"/>
                <a:cs typeface="Malgun Gothic"/>
              </a:defRPr>
            </a:lvl1pPr>
            <a:lvl2pPr algn="l">
              <a:defRPr sz="2475" b="1">
                <a:solidFill>
                  <a:srgbClr val="17212B"/>
                </a:solidFill>
                <a:latin typeface="Malgun Gothic"/>
                <a:ea typeface="Malgun Gothic"/>
                <a:cs typeface="Malgun Gothic"/>
              </a:defRPr>
            </a:lvl2pPr>
            <a:lvl3pPr algn="l">
              <a:defRPr sz="2475" b="1">
                <a:solidFill>
                  <a:srgbClr val="17212B"/>
                </a:solidFill>
                <a:latin typeface="Malgun Gothic"/>
                <a:ea typeface="Malgun Gothic"/>
                <a:cs typeface="Malgun Gothic"/>
              </a:defRPr>
            </a:lvl3pPr>
            <a:lvl4pPr algn="l">
              <a:defRPr sz="2475" b="1">
                <a:solidFill>
                  <a:srgbClr val="17212B"/>
                </a:solidFill>
                <a:latin typeface="Malgun Gothic"/>
                <a:ea typeface="Malgun Gothic"/>
                <a:cs typeface="Malgun Gothic"/>
              </a:defRPr>
            </a:lvl4pPr>
            <a:lvl5pPr algn="l">
              <a:defRPr sz="2475" b="1">
                <a:solidFill>
                  <a:srgbClr val="17212B"/>
                </a:solidFill>
                <a:latin typeface="Malgun Gothic"/>
                <a:ea typeface="Malgun Gothic"/>
                <a:cs typeface="Malgun Gothic"/>
              </a:defRPr>
            </a:lvl5pPr>
            <a:lvl6pPr algn="l">
              <a:defRPr sz="2475" b="1">
                <a:solidFill>
                  <a:srgbClr val="17212B"/>
                </a:solidFill>
                <a:latin typeface="Malgun Gothic"/>
                <a:ea typeface="Malgun Gothic"/>
                <a:cs typeface="Malgun Gothic"/>
              </a:defRPr>
            </a:lvl6pPr>
            <a:lvl7pPr algn="l">
              <a:defRPr sz="2475" b="1">
                <a:solidFill>
                  <a:srgbClr val="17212B"/>
                </a:solidFill>
                <a:latin typeface="Malgun Gothic"/>
                <a:ea typeface="Malgun Gothic"/>
                <a:cs typeface="Malgun Gothic"/>
              </a:defRPr>
            </a:lvl7pPr>
            <a:lvl8pPr algn="l">
              <a:defRPr sz="2475" b="1">
                <a:solidFill>
                  <a:srgbClr val="17212B"/>
                </a:solidFill>
                <a:latin typeface="Malgun Gothic"/>
                <a:ea typeface="Malgun Gothic"/>
                <a:cs typeface="Malgun Gothic"/>
              </a:defRPr>
            </a:lvl8pPr>
            <a:lvl9pPr algn="l">
              <a:defRPr sz="2475" b="1">
                <a:solidFill>
                  <a:srgbClr val="17212B"/>
                </a:solidFill>
                <a:latin typeface="Malgun Gothic"/>
                <a:ea typeface="Malgun Gothic"/>
                <a:cs typeface="Malgun Gothic"/>
              </a:defRPr>
            </a:lvl9pPr>
          </a:lstStyle>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이번 요청에 “통합 테스트도 확인해 줘”를 더한다면?</a:t>
            </a:r>
          </a:p>
        </p:txBody>
      </p:sp>
      <p:sp>
        <p:nvSpPr>
          <p:cNvPr id="8" name="이번 Task">
            <a:extLst xmlns:a="http://schemas.openxmlformats.org/drawingml/2006/main">
              <a:ext uri="{FF2B5EF4-FFF2-40B4-BE49-F238E27FC236}">
                <a16:creationId xmlns:a16="http://schemas.microsoft.com/office/drawing/2014/main" id="{FF07C406-E2C0-4E38-855D-02693BEA28B9}"/>
              </a:ext>
            </a:extLst>
          </p:cNvPr>
          <p:cNvSpPr>
            <a:spLocks xmlns:a="http://schemas.openxmlformats.org/drawingml/2006/main" noGrp="1"/>
          </p:cNvSpPr>
          <p:nvPr/>
        </p:nvSpPr>
        <p:spPr>
          <a:xfrm xmlns:a="http://schemas.openxmlformats.org/drawingml/2006/main">
            <a:off x="609600" y="30670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이번 Task</a:t>
            </a:r>
          </a:p>
        </p:txBody>
      </p:sp>
      <p:sp>
        <p:nvSpPr>
          <p:cNvPr id="9" name="다음 Task가 읽을 Workflow">
            <a:extLst xmlns:a="http://schemas.openxmlformats.org/drawingml/2006/main">
              <a:ext uri="{FF2B5EF4-FFF2-40B4-BE49-F238E27FC236}">
                <a16:creationId xmlns:a16="http://schemas.microsoft.com/office/drawing/2014/main" id="{1CACD9FC-63D0-46DA-99FD-1212A7850645}"/>
              </a:ext>
            </a:extLst>
          </p:cNvPr>
          <p:cNvSpPr>
            <a:spLocks xmlns:a="http://schemas.openxmlformats.org/drawingml/2006/main" noGrp="1"/>
          </p:cNvSpPr>
          <p:nvPr/>
        </p:nvSpPr>
        <p:spPr>
          <a:xfrm xmlns:a="http://schemas.openxmlformats.org/drawingml/2006/main">
            <a:off x="6705600" y="3067050"/>
            <a:ext cx="4876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805400"/>
                </a:solidFill>
                <a:latin typeface="Malgun Gothic"/>
                <a:ea typeface="Malgun Gothic"/>
                <a:cs typeface="Malgun Gothic"/>
              </a:defRPr>
            </a:defPPr>
            <a:lvl1pPr algn="l">
              <a:defRPr sz="2175" b="1">
                <a:solidFill>
                  <a:srgbClr val="805400"/>
                </a:solidFill>
                <a:latin typeface="Malgun Gothic"/>
                <a:ea typeface="Malgun Gothic"/>
                <a:cs typeface="Malgun Gothic"/>
              </a:defRPr>
            </a:lvl1pPr>
            <a:lvl2pPr algn="l">
              <a:defRPr sz="2175" b="1">
                <a:solidFill>
                  <a:srgbClr val="805400"/>
                </a:solidFill>
                <a:latin typeface="Malgun Gothic"/>
                <a:ea typeface="Malgun Gothic"/>
                <a:cs typeface="Malgun Gothic"/>
              </a:defRPr>
            </a:lvl2pPr>
            <a:lvl3pPr algn="l">
              <a:defRPr sz="2175" b="1">
                <a:solidFill>
                  <a:srgbClr val="805400"/>
                </a:solidFill>
                <a:latin typeface="Malgun Gothic"/>
                <a:ea typeface="Malgun Gothic"/>
                <a:cs typeface="Malgun Gothic"/>
              </a:defRPr>
            </a:lvl3pPr>
            <a:lvl4pPr algn="l">
              <a:defRPr sz="2175" b="1">
                <a:solidFill>
                  <a:srgbClr val="805400"/>
                </a:solidFill>
                <a:latin typeface="Malgun Gothic"/>
                <a:ea typeface="Malgun Gothic"/>
                <a:cs typeface="Malgun Gothic"/>
              </a:defRPr>
            </a:lvl4pPr>
            <a:lvl5pPr algn="l">
              <a:defRPr sz="2175" b="1">
                <a:solidFill>
                  <a:srgbClr val="805400"/>
                </a:solidFill>
                <a:latin typeface="Malgun Gothic"/>
                <a:ea typeface="Malgun Gothic"/>
                <a:cs typeface="Malgun Gothic"/>
              </a:defRPr>
            </a:lvl5pPr>
            <a:lvl6pPr algn="l">
              <a:defRPr sz="2175" b="1">
                <a:solidFill>
                  <a:srgbClr val="805400"/>
                </a:solidFill>
                <a:latin typeface="Malgun Gothic"/>
                <a:ea typeface="Malgun Gothic"/>
                <a:cs typeface="Malgun Gothic"/>
              </a:defRPr>
            </a:lvl6pPr>
            <a:lvl7pPr algn="l">
              <a:defRPr sz="2175" b="1">
                <a:solidFill>
                  <a:srgbClr val="805400"/>
                </a:solidFill>
                <a:latin typeface="Malgun Gothic"/>
                <a:ea typeface="Malgun Gothic"/>
                <a:cs typeface="Malgun Gothic"/>
              </a:defRPr>
            </a:lvl7pPr>
            <a:lvl8pPr algn="l">
              <a:defRPr sz="2175" b="1">
                <a:solidFill>
                  <a:srgbClr val="805400"/>
                </a:solidFill>
                <a:latin typeface="Malgun Gothic"/>
                <a:ea typeface="Malgun Gothic"/>
                <a:cs typeface="Malgun Gothic"/>
              </a:defRPr>
            </a:lvl8pPr>
            <a:lvl9pPr algn="l">
              <a:defRPr sz="2175" b="1">
                <a:solidFill>
                  <a:srgbClr val="805400"/>
                </a:solidFill>
                <a:latin typeface="Malgun Gothic"/>
                <a:ea typeface="Malgun Gothic"/>
                <a:cs typeface="Malgun Gothic"/>
              </a:defRPr>
            </a:lvl9pPr>
          </a:lstStyle>
          <a:p xmlns:a="http://schemas.openxmlformats.org/drawingml/2006/main">
            <a:pPr algn="l">
              <a:defRPr sz="2175" b="1">
                <a:solidFill>
                  <a:srgbClr val="805400"/>
                </a:solidFill>
                <a:latin typeface="Malgun Gothic"/>
                <a:ea typeface="Malgun Gothic"/>
                <a:cs typeface="Malgun Gothic"/>
              </a:defRPr>
            </a:pPr>
            <a:r>
              <a:rPr sz="2175" b="1">
                <a:solidFill>
                  <a:srgbClr val="805400"/>
                </a:solidFill>
                <a:latin typeface="Malgun Gothic"/>
                <a:ea typeface="Malgun Gothic"/>
                <a:cs typeface="Malgun Gothic"/>
              </a:rPr>
              <a:t>다음 Task가 읽을 Workflow</a:t>
            </a:r>
          </a:p>
        </p:txBody>
      </p:sp>
      <p:sp>
        <p:nvSpPr>
          <p:cNvPr id="10" name="">
            <a:extLst xmlns:a="http://schemas.openxmlformats.org/drawingml/2006/main">
              <a:ext uri="{FF2B5EF4-FFF2-40B4-BE49-F238E27FC236}">
                <a16:creationId xmlns:a16="http://schemas.microsoft.com/office/drawing/2014/main" id="{2FD27F01-A292-4C19-8740-AB819599CA36}"/>
              </a:ext>
            </a:extLst>
          </p:cNvPr>
          <p:cNvSpPr>
            <a:spLocks xmlns:a="http://schemas.openxmlformats.org/drawingml/2006/main" noGrp="1"/>
          </p:cNvSpPr>
          <p:nvPr/>
        </p:nvSpPr>
        <p:spPr>
          <a:xfrm xmlns:a="http://schemas.openxmlformats.org/drawingml/2006/main">
            <a:off x="609600" y="3619500"/>
            <a:ext cx="48768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1" name="">
            <a:extLst xmlns:a="http://schemas.openxmlformats.org/drawingml/2006/main">
              <a:ext uri="{FF2B5EF4-FFF2-40B4-BE49-F238E27FC236}">
                <a16:creationId xmlns:a16="http://schemas.microsoft.com/office/drawing/2014/main" id="{877095DF-3FB4-435D-A801-226528F21D71}"/>
              </a:ext>
            </a:extLst>
          </p:cNvPr>
          <p:cNvSpPr>
            <a:spLocks xmlns:a="http://schemas.openxmlformats.org/drawingml/2006/main" noGrp="1"/>
          </p:cNvSpPr>
          <p:nvPr/>
        </p:nvSpPr>
        <p:spPr>
          <a:xfrm xmlns:a="http://schemas.openxmlformats.org/drawingml/2006/main">
            <a:off x="6705600" y="3619500"/>
            <a:ext cx="4876800" cy="0"/>
          </a:xfrm>
          <a:prstGeom xmlns:a="http://schemas.openxmlformats.org/drawingml/2006/main" prst="line">
            <a:avLst/>
          </a:prstGeom>
          <a:noFill xmlns:a="http://schemas.openxmlformats.org/drawingml/2006/main"/>
          <a:ln xmlns:a="http://schemas.openxmlformats.org/drawingml/2006/main" w="28575">
            <a:solidFill>
              <a:srgbClr val="805400"/>
            </a:solidFill>
            <a:prstDash val="dash"/>
          </a:ln>
        </p:spPr>
      </p:sp>
      <p:sp>
        <p:nvSpPr>
          <p:cNvPr id="12" name="단위 + 통합 테스트를&#10;확인하도록 요청 가능">
            <a:extLst xmlns:a="http://schemas.openxmlformats.org/drawingml/2006/main">
              <a:ext uri="{FF2B5EF4-FFF2-40B4-BE49-F238E27FC236}">
                <a16:creationId xmlns:a16="http://schemas.microsoft.com/office/drawing/2014/main" id="{C1F1B246-2D0C-46A0-BC54-7923337FA249}"/>
              </a:ext>
            </a:extLst>
          </p:cNvPr>
          <p:cNvSpPr>
            <a:spLocks xmlns:a="http://schemas.openxmlformats.org/drawingml/2006/main" noGrp="1"/>
          </p:cNvSpPr>
          <p:nvPr/>
        </p:nvSpPr>
        <p:spPr>
          <a:xfrm xmlns:a="http://schemas.openxmlformats.org/drawingml/2006/main">
            <a:off x="609600" y="3810000"/>
            <a:ext cx="4876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7212B"/>
                </a:solidFill>
                <a:latin typeface="Malgun Gothic"/>
                <a:ea typeface="Malgun Gothic"/>
                <a:cs typeface="Malgun Gothic"/>
              </a:defRPr>
            </a:defPPr>
            <a:lvl1pPr algn="l">
              <a:defRPr sz="2550" b="1">
                <a:solidFill>
                  <a:srgbClr val="17212B"/>
                </a:solidFill>
                <a:latin typeface="Malgun Gothic"/>
                <a:ea typeface="Malgun Gothic"/>
                <a:cs typeface="Malgun Gothic"/>
              </a:defRPr>
            </a:lvl1pPr>
            <a:lvl2pPr algn="l">
              <a:defRPr sz="2550" b="1">
                <a:solidFill>
                  <a:srgbClr val="17212B"/>
                </a:solidFill>
                <a:latin typeface="Malgun Gothic"/>
                <a:ea typeface="Malgun Gothic"/>
                <a:cs typeface="Malgun Gothic"/>
              </a:defRPr>
            </a:lvl2pPr>
            <a:lvl3pPr algn="l">
              <a:defRPr sz="2550" b="1">
                <a:solidFill>
                  <a:srgbClr val="17212B"/>
                </a:solidFill>
                <a:latin typeface="Malgun Gothic"/>
                <a:ea typeface="Malgun Gothic"/>
                <a:cs typeface="Malgun Gothic"/>
              </a:defRPr>
            </a:lvl3pPr>
            <a:lvl4pPr algn="l">
              <a:defRPr sz="2550" b="1">
                <a:solidFill>
                  <a:srgbClr val="17212B"/>
                </a:solidFill>
                <a:latin typeface="Malgun Gothic"/>
                <a:ea typeface="Malgun Gothic"/>
                <a:cs typeface="Malgun Gothic"/>
              </a:defRPr>
            </a:lvl4pPr>
            <a:lvl5pPr algn="l">
              <a:defRPr sz="2550" b="1">
                <a:solidFill>
                  <a:srgbClr val="17212B"/>
                </a:solidFill>
                <a:latin typeface="Malgun Gothic"/>
                <a:ea typeface="Malgun Gothic"/>
                <a:cs typeface="Malgun Gothic"/>
              </a:defRPr>
            </a:lvl5pPr>
            <a:lvl6pPr algn="l">
              <a:defRPr sz="2550" b="1">
                <a:solidFill>
                  <a:srgbClr val="17212B"/>
                </a:solidFill>
                <a:latin typeface="Malgun Gothic"/>
                <a:ea typeface="Malgun Gothic"/>
                <a:cs typeface="Malgun Gothic"/>
              </a:defRPr>
            </a:lvl6pPr>
            <a:lvl7pPr algn="l">
              <a:defRPr sz="2550" b="1">
                <a:solidFill>
                  <a:srgbClr val="17212B"/>
                </a:solidFill>
                <a:latin typeface="Malgun Gothic"/>
                <a:ea typeface="Malgun Gothic"/>
                <a:cs typeface="Malgun Gothic"/>
              </a:defRPr>
            </a:lvl7pPr>
            <a:lvl8pPr algn="l">
              <a:defRPr sz="2550" b="1">
                <a:solidFill>
                  <a:srgbClr val="17212B"/>
                </a:solidFill>
                <a:latin typeface="Malgun Gothic"/>
                <a:ea typeface="Malgun Gothic"/>
                <a:cs typeface="Malgun Gothic"/>
              </a:defRPr>
            </a:lvl8pPr>
            <a:lvl9pPr algn="l">
              <a:defRPr sz="2550" b="1">
                <a:solidFill>
                  <a:srgbClr val="17212B"/>
                </a:solidFill>
                <a:latin typeface="Malgun Gothic"/>
                <a:ea typeface="Malgun Gothic"/>
                <a:cs typeface="Malgun Gothic"/>
              </a:defRPr>
            </a:lvl9pPr>
          </a:lstStyle>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단위 + 통합 테스트를</a:t>
            </a:r>
          </a:p>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확인하도록 요청 가능</a:t>
            </a:r>
          </a:p>
        </p:txBody>
      </p:sp>
      <p:sp>
        <p:nvSpPr>
          <p:cNvPr id="13" name="여전히&#10;단위 테스트만 지시">
            <a:extLst xmlns:a="http://schemas.openxmlformats.org/drawingml/2006/main">
              <a:ext uri="{FF2B5EF4-FFF2-40B4-BE49-F238E27FC236}">
                <a16:creationId xmlns:a16="http://schemas.microsoft.com/office/drawing/2014/main" id="{134F936F-3688-4414-8873-CCB58C139D08}"/>
              </a:ext>
            </a:extLst>
          </p:cNvPr>
          <p:cNvSpPr>
            <a:spLocks xmlns:a="http://schemas.openxmlformats.org/drawingml/2006/main" noGrp="1"/>
          </p:cNvSpPr>
          <p:nvPr/>
        </p:nvSpPr>
        <p:spPr>
          <a:xfrm xmlns:a="http://schemas.openxmlformats.org/drawingml/2006/main">
            <a:off x="6705600" y="3810000"/>
            <a:ext cx="4876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7212B"/>
                </a:solidFill>
                <a:latin typeface="Malgun Gothic"/>
                <a:ea typeface="Malgun Gothic"/>
                <a:cs typeface="Malgun Gothic"/>
              </a:defRPr>
            </a:defPPr>
            <a:lvl1pPr algn="l">
              <a:defRPr sz="2550" b="1">
                <a:solidFill>
                  <a:srgbClr val="17212B"/>
                </a:solidFill>
                <a:latin typeface="Malgun Gothic"/>
                <a:ea typeface="Malgun Gothic"/>
                <a:cs typeface="Malgun Gothic"/>
              </a:defRPr>
            </a:lvl1pPr>
            <a:lvl2pPr algn="l">
              <a:defRPr sz="2550" b="1">
                <a:solidFill>
                  <a:srgbClr val="17212B"/>
                </a:solidFill>
                <a:latin typeface="Malgun Gothic"/>
                <a:ea typeface="Malgun Gothic"/>
                <a:cs typeface="Malgun Gothic"/>
              </a:defRPr>
            </a:lvl2pPr>
            <a:lvl3pPr algn="l">
              <a:defRPr sz="2550" b="1">
                <a:solidFill>
                  <a:srgbClr val="17212B"/>
                </a:solidFill>
                <a:latin typeface="Malgun Gothic"/>
                <a:ea typeface="Malgun Gothic"/>
                <a:cs typeface="Malgun Gothic"/>
              </a:defRPr>
            </a:lvl3pPr>
            <a:lvl4pPr algn="l">
              <a:defRPr sz="2550" b="1">
                <a:solidFill>
                  <a:srgbClr val="17212B"/>
                </a:solidFill>
                <a:latin typeface="Malgun Gothic"/>
                <a:ea typeface="Malgun Gothic"/>
                <a:cs typeface="Malgun Gothic"/>
              </a:defRPr>
            </a:lvl4pPr>
            <a:lvl5pPr algn="l">
              <a:defRPr sz="2550" b="1">
                <a:solidFill>
                  <a:srgbClr val="17212B"/>
                </a:solidFill>
                <a:latin typeface="Malgun Gothic"/>
                <a:ea typeface="Malgun Gothic"/>
                <a:cs typeface="Malgun Gothic"/>
              </a:defRPr>
            </a:lvl5pPr>
            <a:lvl6pPr algn="l">
              <a:defRPr sz="2550" b="1">
                <a:solidFill>
                  <a:srgbClr val="17212B"/>
                </a:solidFill>
                <a:latin typeface="Malgun Gothic"/>
                <a:ea typeface="Malgun Gothic"/>
                <a:cs typeface="Malgun Gothic"/>
              </a:defRPr>
            </a:lvl6pPr>
            <a:lvl7pPr algn="l">
              <a:defRPr sz="2550" b="1">
                <a:solidFill>
                  <a:srgbClr val="17212B"/>
                </a:solidFill>
                <a:latin typeface="Malgun Gothic"/>
                <a:ea typeface="Malgun Gothic"/>
                <a:cs typeface="Malgun Gothic"/>
              </a:defRPr>
            </a:lvl7pPr>
            <a:lvl8pPr algn="l">
              <a:defRPr sz="2550" b="1">
                <a:solidFill>
                  <a:srgbClr val="17212B"/>
                </a:solidFill>
                <a:latin typeface="Malgun Gothic"/>
                <a:ea typeface="Malgun Gothic"/>
                <a:cs typeface="Malgun Gothic"/>
              </a:defRPr>
            </a:lvl8pPr>
            <a:lvl9pPr algn="l">
              <a:defRPr sz="2550" b="1">
                <a:solidFill>
                  <a:srgbClr val="17212B"/>
                </a:solidFill>
                <a:latin typeface="Malgun Gothic"/>
                <a:ea typeface="Malgun Gothic"/>
                <a:cs typeface="Malgun Gothic"/>
              </a:defRPr>
            </a:lvl9pPr>
          </a:lstStyle>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여전히</a:t>
            </a:r>
          </a:p>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단위 테스트만 지시</a:t>
            </a:r>
          </a:p>
        </p:txBody>
      </p:sp>
      <p:sp>
        <p:nvSpPr>
          <p:cNvPr id="14" name="이번 답을 보정해도, 재사용 절차는 그대로일 수 있다.">
            <a:extLst xmlns:a="http://schemas.openxmlformats.org/drawingml/2006/main">
              <a:ext uri="{FF2B5EF4-FFF2-40B4-BE49-F238E27FC236}">
                <a16:creationId xmlns:a16="http://schemas.microsoft.com/office/drawing/2014/main" id="{3B157B5F-30E5-4A52-A075-60DC59249775}"/>
              </a:ext>
            </a:extLst>
          </p:cNvPr>
          <p:cNvSpPr>
            <a:spLocks xmlns:a="http://schemas.openxmlformats.org/drawingml/2006/main" noGrp="1"/>
          </p:cNvSpPr>
          <p:nvPr/>
        </p:nvSpPr>
        <p:spPr>
          <a:xfrm xmlns:a="http://schemas.openxmlformats.org/drawingml/2006/main">
            <a:off x="609600" y="52006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이번 답을 보정해도, 재사용 절차는 그대로일 수 있다.</a:t>
            </a:r>
          </a:p>
        </p:txBody>
      </p:sp>
      <p:sp>
        <p:nvSpPr>
          <p:cNvPr id="15" name="Legacy module connection">
            <a:extLst xmlns:a="http://schemas.openxmlformats.org/drawingml/2006/main">
              <a:ext uri="{FF2B5EF4-FFF2-40B4-BE49-F238E27FC236}">
                <a16:creationId xmlns:a16="http://schemas.microsoft.com/office/drawing/2014/main" id="{3463BB13-D58F-4FCA-B989-6F8AAB891258}"/>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M6</a:t>
            </a:r>
          </a:p>
        </p:txBody>
      </p:sp>
    </p:spTree>
    <p:extLst>
      <p:ext uri="{BB962C8B-B14F-4D97-AF65-F5344CB8AC3E}">
        <p14:creationId xmlns:p14="http://schemas.microsoft.com/office/powerpoint/2010/main" val="1614838690"/>
      </p:ext>
    </p:extLst>
  </p:cSld>
</p:sld>
</file>

<file path=ppt/slides/slide7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9" name="ACT 4 · CONCEPTUAL / 대응 범위 비교">
            <a:extLst xmlns:a="http://schemas.openxmlformats.org/drawingml/2006/main">
              <a:ext uri="{FF2B5EF4-FFF2-40B4-BE49-F238E27FC236}">
                <a16:creationId xmlns:a16="http://schemas.microsoft.com/office/drawing/2014/main" id="{24527AD5-D875-4C0B-80C9-F3D4BC8C78F2}"/>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CONCEPTUAL / 대응 범위 비교</a:t>
            </a:r>
          </a:p>
        </p:txBody>
      </p:sp>
      <p:sp>
        <p:nvSpPr>
          <p:cNvPr id="2" name="S72">
            <a:extLst xmlns:a="http://schemas.openxmlformats.org/drawingml/2006/main">
              <a:ext uri="{FF2B5EF4-FFF2-40B4-BE49-F238E27FC236}">
                <a16:creationId xmlns:a16="http://schemas.microsoft.com/office/drawing/2014/main" id="{0553AA8A-606F-436C-B996-07DA5718F248}"/>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S72</a:t>
            </a:r>
          </a:p>
        </p:txBody>
      </p:sp>
      <p:sp>
        <p:nvSpPr>
          <p:cNvPr id="3" name="원인에 맞는 Layer를 고르기">
            <a:extLst xmlns:a="http://schemas.openxmlformats.org/drawingml/2006/main">
              <a:ext uri="{FF2B5EF4-FFF2-40B4-BE49-F238E27FC236}">
                <a16:creationId xmlns:a16="http://schemas.microsoft.com/office/drawing/2014/main" id="{D8627B87-C109-4898-A77B-D47D54A37529}"/>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원인에 맞는 Layer를 고르기</a:t>
            </a:r>
          </a:p>
        </p:txBody>
      </p:sp>
      <p:sp>
        <p:nvSpPr>
          <p:cNvPr id="4" name="">
            <a:extLst xmlns:a="http://schemas.openxmlformats.org/drawingml/2006/main">
              <a:ext uri="{FF2B5EF4-FFF2-40B4-BE49-F238E27FC236}">
                <a16:creationId xmlns:a16="http://schemas.microsoft.com/office/drawing/2014/main" id="{DD08DCB2-1448-473C-86B8-1F6A4C855000}"/>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DEMO-04A · DEMO-11 · 가상 사례의 선택지">
            <a:extLst xmlns:a="http://schemas.openxmlformats.org/drawingml/2006/main">
              <a:ext uri="{FF2B5EF4-FFF2-40B4-BE49-F238E27FC236}">
                <a16:creationId xmlns:a16="http://schemas.microsoft.com/office/drawing/2014/main" id="{5ECA02FB-3EC5-429D-8E67-C0E7DBDB459F}"/>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DEMO-04A · DEMO-11 · 가상 사례의 선택지</a:t>
            </a:r>
          </a:p>
        </p:txBody>
      </p:sp>
      <p:sp>
        <p:nvSpPr>
          <p:cNvPr id="6" name="Workflow가 원인으로 확인된 경우의 판단이며, 모든 문제의 정답은 아니다.">
            <a:extLst xmlns:a="http://schemas.openxmlformats.org/drawingml/2006/main">
              <a:ext uri="{FF2B5EF4-FFF2-40B4-BE49-F238E27FC236}">
                <a16:creationId xmlns:a16="http://schemas.microsoft.com/office/drawing/2014/main" id="{9AF9250C-6CD3-4F95-8197-88150035277A}"/>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Workflow가 원인으로 확인된 경우의 판단이며, 모든 문제의 정답은 아니다.</a:t>
            </a:r>
          </a:p>
        </p:txBody>
      </p:sp>
      <p:sp>
        <p:nvSpPr>
          <p:cNvPr id="7" name="무엇을 바꾸면 다음 작업에도 반영될까?">
            <a:extLst xmlns:a="http://schemas.openxmlformats.org/drawingml/2006/main">
              <a:ext uri="{FF2B5EF4-FFF2-40B4-BE49-F238E27FC236}">
                <a16:creationId xmlns:a16="http://schemas.microsoft.com/office/drawing/2014/main" id="{8F730D58-E393-4AB3-BE0F-C1F1D44913D2}"/>
              </a:ext>
            </a:extLst>
          </p:cNvPr>
          <p:cNvSpPr>
            <a:spLocks xmlns:a="http://schemas.openxmlformats.org/drawingml/2006/main" noGrp="1"/>
          </p:cNvSpPr>
          <p:nvPr/>
        </p:nvSpPr>
        <p:spPr>
          <a:xfrm xmlns:a="http://schemas.openxmlformats.org/drawingml/2006/main">
            <a:off x="609600" y="21145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7212B"/>
                </a:solidFill>
                <a:latin typeface="Malgun Gothic"/>
                <a:ea typeface="Malgun Gothic"/>
                <a:cs typeface="Malgun Gothic"/>
              </a:defRPr>
            </a:defPPr>
            <a:lvl1pPr algn="l">
              <a:defRPr sz="2550" b="1">
                <a:solidFill>
                  <a:srgbClr val="17212B"/>
                </a:solidFill>
                <a:latin typeface="Malgun Gothic"/>
                <a:ea typeface="Malgun Gothic"/>
                <a:cs typeface="Malgun Gothic"/>
              </a:defRPr>
            </a:lvl1pPr>
            <a:lvl2pPr algn="l">
              <a:defRPr sz="2550" b="1">
                <a:solidFill>
                  <a:srgbClr val="17212B"/>
                </a:solidFill>
                <a:latin typeface="Malgun Gothic"/>
                <a:ea typeface="Malgun Gothic"/>
                <a:cs typeface="Malgun Gothic"/>
              </a:defRPr>
            </a:lvl2pPr>
            <a:lvl3pPr algn="l">
              <a:defRPr sz="2550" b="1">
                <a:solidFill>
                  <a:srgbClr val="17212B"/>
                </a:solidFill>
                <a:latin typeface="Malgun Gothic"/>
                <a:ea typeface="Malgun Gothic"/>
                <a:cs typeface="Malgun Gothic"/>
              </a:defRPr>
            </a:lvl3pPr>
            <a:lvl4pPr algn="l">
              <a:defRPr sz="2550" b="1">
                <a:solidFill>
                  <a:srgbClr val="17212B"/>
                </a:solidFill>
                <a:latin typeface="Malgun Gothic"/>
                <a:ea typeface="Malgun Gothic"/>
                <a:cs typeface="Malgun Gothic"/>
              </a:defRPr>
            </a:lvl4pPr>
            <a:lvl5pPr algn="l">
              <a:defRPr sz="2550" b="1">
                <a:solidFill>
                  <a:srgbClr val="17212B"/>
                </a:solidFill>
                <a:latin typeface="Malgun Gothic"/>
                <a:ea typeface="Malgun Gothic"/>
                <a:cs typeface="Malgun Gothic"/>
              </a:defRPr>
            </a:lvl5pPr>
            <a:lvl6pPr algn="l">
              <a:defRPr sz="2550" b="1">
                <a:solidFill>
                  <a:srgbClr val="17212B"/>
                </a:solidFill>
                <a:latin typeface="Malgun Gothic"/>
                <a:ea typeface="Malgun Gothic"/>
                <a:cs typeface="Malgun Gothic"/>
              </a:defRPr>
            </a:lvl6pPr>
            <a:lvl7pPr algn="l">
              <a:defRPr sz="2550" b="1">
                <a:solidFill>
                  <a:srgbClr val="17212B"/>
                </a:solidFill>
                <a:latin typeface="Malgun Gothic"/>
                <a:ea typeface="Malgun Gothic"/>
                <a:cs typeface="Malgun Gothic"/>
              </a:defRPr>
            </a:lvl7pPr>
            <a:lvl8pPr algn="l">
              <a:defRPr sz="2550" b="1">
                <a:solidFill>
                  <a:srgbClr val="17212B"/>
                </a:solidFill>
                <a:latin typeface="Malgun Gothic"/>
                <a:ea typeface="Malgun Gothic"/>
                <a:cs typeface="Malgun Gothic"/>
              </a:defRPr>
            </a:lvl8pPr>
            <a:lvl9pPr algn="l">
              <a:defRPr sz="2550" b="1">
                <a:solidFill>
                  <a:srgbClr val="17212B"/>
                </a:solidFill>
                <a:latin typeface="Malgun Gothic"/>
                <a:ea typeface="Malgun Gothic"/>
                <a:cs typeface="Malgun Gothic"/>
              </a:defRPr>
            </a:lvl9pPr>
          </a:lstStyle>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무엇을 바꾸면 다음 작업에도 반영될까?</a:t>
            </a:r>
          </a:p>
        </p:txBody>
      </p:sp>
      <p:sp>
        <p:nvSpPr>
          <p:cNvPr id="8" name="">
            <a:extLst xmlns:a="http://schemas.openxmlformats.org/drawingml/2006/main">
              <a:ext uri="{FF2B5EF4-FFF2-40B4-BE49-F238E27FC236}">
                <a16:creationId xmlns:a16="http://schemas.microsoft.com/office/drawing/2014/main" id="{3A6611E7-43D8-48E7-AEAE-9C31DDB57E83}"/>
              </a:ext>
            </a:extLst>
          </p:cNvPr>
          <p:cNvSpPr>
            <a:spLocks xmlns:a="http://schemas.openxmlformats.org/drawingml/2006/main" noGrp="1"/>
          </p:cNvSpPr>
          <p:nvPr/>
        </p:nvSpPr>
        <p:spPr>
          <a:xfrm xmlns:a="http://schemas.openxmlformats.org/drawingml/2006/main">
            <a:off x="609600" y="295275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9" name="이번 Prompt 보정">
            <a:extLst xmlns:a="http://schemas.openxmlformats.org/drawingml/2006/main">
              <a:ext uri="{FF2B5EF4-FFF2-40B4-BE49-F238E27FC236}">
                <a16:creationId xmlns:a16="http://schemas.microsoft.com/office/drawing/2014/main" id="{687556E9-175E-4994-B7EA-CB5339F9D723}"/>
              </a:ext>
            </a:extLst>
          </p:cNvPr>
          <p:cNvSpPr>
            <a:spLocks xmlns:a="http://schemas.openxmlformats.org/drawingml/2006/main" noGrp="1"/>
          </p:cNvSpPr>
          <p:nvPr/>
        </p:nvSpPr>
        <p:spPr>
          <a:xfrm xmlns:a="http://schemas.openxmlformats.org/drawingml/2006/main">
            <a:off x="609600" y="3067050"/>
            <a:ext cx="320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이번 Prompt 보정</a:t>
            </a:r>
          </a:p>
        </p:txBody>
      </p:sp>
      <p:sp>
        <p:nvSpPr>
          <p:cNvPr id="10" name="현재 Task의 요청 범위를 넓힌다">
            <a:extLst xmlns:a="http://schemas.openxmlformats.org/drawingml/2006/main">
              <a:ext uri="{FF2B5EF4-FFF2-40B4-BE49-F238E27FC236}">
                <a16:creationId xmlns:a16="http://schemas.microsoft.com/office/drawing/2014/main" id="{07016CE5-D0F7-4193-802A-96B5BE43E455}"/>
              </a:ext>
            </a:extLst>
          </p:cNvPr>
          <p:cNvSpPr>
            <a:spLocks xmlns:a="http://schemas.openxmlformats.org/drawingml/2006/main" noGrp="1"/>
          </p:cNvSpPr>
          <p:nvPr/>
        </p:nvSpPr>
        <p:spPr>
          <a:xfrm xmlns:a="http://schemas.openxmlformats.org/drawingml/2006/main">
            <a:off x="4038600" y="3067050"/>
            <a:ext cx="754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현재 Task의 요청 범위를 넓힌다</a:t>
            </a:r>
          </a:p>
        </p:txBody>
      </p:sp>
      <p:sp>
        <p:nvSpPr>
          <p:cNvPr id="11" name="">
            <a:extLst xmlns:a="http://schemas.openxmlformats.org/drawingml/2006/main">
              <a:ext uri="{FF2B5EF4-FFF2-40B4-BE49-F238E27FC236}">
                <a16:creationId xmlns:a16="http://schemas.microsoft.com/office/drawing/2014/main" id="{08DBAB72-C743-4B8A-8A41-56BC7EBAF6AE}"/>
              </a:ext>
            </a:extLst>
          </p:cNvPr>
          <p:cNvSpPr>
            <a:spLocks xmlns:a="http://schemas.openxmlformats.org/drawingml/2006/main" noGrp="1"/>
          </p:cNvSpPr>
          <p:nvPr/>
        </p:nvSpPr>
        <p:spPr>
          <a:xfrm xmlns:a="http://schemas.openxmlformats.org/drawingml/2006/main">
            <a:off x="609600" y="37338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2" name="전역 규칙 추가">
            <a:extLst xmlns:a="http://schemas.openxmlformats.org/drawingml/2006/main">
              <a:ext uri="{FF2B5EF4-FFF2-40B4-BE49-F238E27FC236}">
                <a16:creationId xmlns:a16="http://schemas.microsoft.com/office/drawing/2014/main" id="{A6A20F64-76C3-4315-94EF-6EF168BB91F8}"/>
              </a:ext>
            </a:extLst>
          </p:cNvPr>
          <p:cNvSpPr>
            <a:spLocks xmlns:a="http://schemas.openxmlformats.org/drawingml/2006/main" noGrp="1"/>
          </p:cNvSpPr>
          <p:nvPr/>
        </p:nvSpPr>
        <p:spPr>
          <a:xfrm xmlns:a="http://schemas.openxmlformats.org/drawingml/2006/main">
            <a:off x="609600" y="3848100"/>
            <a:ext cx="320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전역 규칙 추가</a:t>
            </a:r>
          </a:p>
        </p:txBody>
      </p:sp>
      <p:sp>
        <p:nvSpPr>
          <p:cNvPr id="13" name="다른 지침과 중복·충돌할 수 있다">
            <a:extLst xmlns:a="http://schemas.openxmlformats.org/drawingml/2006/main">
              <a:ext uri="{FF2B5EF4-FFF2-40B4-BE49-F238E27FC236}">
                <a16:creationId xmlns:a16="http://schemas.microsoft.com/office/drawing/2014/main" id="{FDDDA925-D86A-46DD-8D79-ADF1AF23ED90}"/>
              </a:ext>
            </a:extLst>
          </p:cNvPr>
          <p:cNvSpPr>
            <a:spLocks xmlns:a="http://schemas.openxmlformats.org/drawingml/2006/main" noGrp="1"/>
          </p:cNvSpPr>
          <p:nvPr/>
        </p:nvSpPr>
        <p:spPr>
          <a:xfrm xmlns:a="http://schemas.openxmlformats.org/drawingml/2006/main">
            <a:off x="4038600" y="3848100"/>
            <a:ext cx="754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다른 지침과 중복·충돌할 수 있다</a:t>
            </a:r>
          </a:p>
        </p:txBody>
      </p:sp>
      <p:sp>
        <p:nvSpPr>
          <p:cNvPr id="14" name="">
            <a:extLst xmlns:a="http://schemas.openxmlformats.org/drawingml/2006/main">
              <a:ext uri="{FF2B5EF4-FFF2-40B4-BE49-F238E27FC236}">
                <a16:creationId xmlns:a16="http://schemas.microsoft.com/office/drawing/2014/main" id="{B4DB0E55-4DE7-4D22-BF55-3D2B2F000232}"/>
              </a:ext>
            </a:extLst>
          </p:cNvPr>
          <p:cNvSpPr>
            <a:spLocks xmlns:a="http://schemas.openxmlformats.org/drawingml/2006/main" noGrp="1"/>
          </p:cNvSpPr>
          <p:nvPr/>
        </p:nvSpPr>
        <p:spPr>
          <a:xfrm xmlns:a="http://schemas.openxmlformats.org/drawingml/2006/main">
            <a:off x="609600" y="451485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5" name="원인인 Workflow 갱신">
            <a:extLst xmlns:a="http://schemas.openxmlformats.org/drawingml/2006/main">
              <a:ext uri="{FF2B5EF4-FFF2-40B4-BE49-F238E27FC236}">
                <a16:creationId xmlns:a16="http://schemas.microsoft.com/office/drawing/2014/main" id="{99F164E7-080D-4908-A76B-E4739BCF1EAE}"/>
              </a:ext>
            </a:extLst>
          </p:cNvPr>
          <p:cNvSpPr>
            <a:spLocks xmlns:a="http://schemas.openxmlformats.org/drawingml/2006/main" noGrp="1"/>
          </p:cNvSpPr>
          <p:nvPr/>
        </p:nvSpPr>
        <p:spPr>
          <a:xfrm xmlns:a="http://schemas.openxmlformats.org/drawingml/2006/main">
            <a:off x="609600" y="4629150"/>
            <a:ext cx="320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원인인 Workflow 갱신</a:t>
            </a:r>
          </a:p>
        </p:txBody>
      </p:sp>
      <p:sp>
        <p:nvSpPr>
          <p:cNvPr id="16" name="다음 Task가 재사용할 절차를 바꾼다">
            <a:extLst xmlns:a="http://schemas.openxmlformats.org/drawingml/2006/main">
              <a:ext uri="{FF2B5EF4-FFF2-40B4-BE49-F238E27FC236}">
                <a16:creationId xmlns:a16="http://schemas.microsoft.com/office/drawing/2014/main" id="{A9C22D4B-5320-4C59-8448-BD9892AE62C0}"/>
              </a:ext>
            </a:extLst>
          </p:cNvPr>
          <p:cNvSpPr>
            <a:spLocks xmlns:a="http://schemas.openxmlformats.org/drawingml/2006/main" noGrp="1"/>
          </p:cNvSpPr>
          <p:nvPr/>
        </p:nvSpPr>
        <p:spPr>
          <a:xfrm xmlns:a="http://schemas.openxmlformats.org/drawingml/2006/main">
            <a:off x="4038600" y="4629150"/>
            <a:ext cx="754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다음 Task가 재사용할 절차를 바꾼다</a:t>
            </a:r>
          </a:p>
        </p:txBody>
      </p:sp>
      <p:sp>
        <p:nvSpPr>
          <p:cNvPr id="17" name="선택 기준: 원인이 있는 곳과 변경할 곳이 맞는가?">
            <a:extLst xmlns:a="http://schemas.openxmlformats.org/drawingml/2006/main">
              <a:ext uri="{FF2B5EF4-FFF2-40B4-BE49-F238E27FC236}">
                <a16:creationId xmlns:a16="http://schemas.microsoft.com/office/drawing/2014/main" id="{6D0FD556-BC26-44F5-85B1-CFD1CE018FFF}"/>
              </a:ext>
            </a:extLst>
          </p:cNvPr>
          <p:cNvSpPr>
            <a:spLocks xmlns:a="http://schemas.openxmlformats.org/drawingml/2006/main" noGrp="1"/>
          </p:cNvSpPr>
          <p:nvPr/>
        </p:nvSpPr>
        <p:spPr>
          <a:xfrm xmlns:a="http://schemas.openxmlformats.org/drawingml/2006/main">
            <a:off x="609600" y="53625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선택 기준: 원인이 있는 곳과 변경할 곳이 맞는가?</a:t>
            </a:r>
          </a:p>
        </p:txBody>
      </p:sp>
      <p:sp>
        <p:nvSpPr>
          <p:cNvPr id="18" name="Legacy module connection">
            <a:extLst xmlns:a="http://schemas.openxmlformats.org/drawingml/2006/main">
              <a:ext uri="{FF2B5EF4-FFF2-40B4-BE49-F238E27FC236}">
                <a16:creationId xmlns:a16="http://schemas.microsoft.com/office/drawing/2014/main" id="{95D7670A-B2CC-43B6-A32D-6D081177C31F}"/>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M6</a:t>
            </a:r>
          </a:p>
        </p:txBody>
      </p:sp>
    </p:spTree>
    <p:extLst>
      <p:ext uri="{BB962C8B-B14F-4D97-AF65-F5344CB8AC3E}">
        <p14:creationId xmlns:p14="http://schemas.microsoft.com/office/powerpoint/2010/main" val="1699866860"/>
      </p:ext>
    </p:extLst>
  </p:cSld>
</p:sld>
</file>

<file path=ppt/slides/slide7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3" name="ACT 4 · CONCEPTUAL / 원인 후보">
            <a:extLst xmlns:a="http://schemas.openxmlformats.org/drawingml/2006/main">
              <a:ext uri="{FF2B5EF4-FFF2-40B4-BE49-F238E27FC236}">
                <a16:creationId xmlns:a16="http://schemas.microsoft.com/office/drawing/2014/main" id="{1481B0F0-14E9-4A37-86B4-F94F61328A4F}"/>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CONCEPTUAL / 원인 후보</a:t>
            </a:r>
          </a:p>
        </p:txBody>
      </p:sp>
      <p:sp>
        <p:nvSpPr>
          <p:cNvPr id="2" name="S73">
            <a:extLst xmlns:a="http://schemas.openxmlformats.org/drawingml/2006/main">
              <a:ext uri="{FF2B5EF4-FFF2-40B4-BE49-F238E27FC236}">
                <a16:creationId xmlns:a16="http://schemas.microsoft.com/office/drawing/2014/main" id="{FE2E6A1B-FAD3-4E90-973D-E436DB16CC8D}"/>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S73</a:t>
            </a:r>
          </a:p>
        </p:txBody>
      </p:sp>
      <p:sp>
        <p:nvSpPr>
          <p:cNvPr id="3" name="실패 지점과 원인 Layer 구분하기">
            <a:extLst xmlns:a="http://schemas.openxmlformats.org/drawingml/2006/main">
              <a:ext uri="{FF2B5EF4-FFF2-40B4-BE49-F238E27FC236}">
                <a16:creationId xmlns:a16="http://schemas.microsoft.com/office/drawing/2014/main" id="{54547E84-9EF2-475A-9A81-B1DB32093BF0}"/>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실패 지점과 원인 Layer 구분하기</a:t>
            </a:r>
          </a:p>
        </p:txBody>
      </p:sp>
      <p:sp>
        <p:nvSpPr>
          <p:cNvPr id="4" name="">
            <a:extLst xmlns:a="http://schemas.openxmlformats.org/drawingml/2006/main">
              <a:ext uri="{FF2B5EF4-FFF2-40B4-BE49-F238E27FC236}">
                <a16:creationId xmlns:a16="http://schemas.microsoft.com/office/drawing/2014/main" id="{31CCA249-09B2-495D-A6CE-3E94C039244A}"/>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DEMO-11 · 원인을 찾기 위한 교육용 관점">
            <a:extLst xmlns:a="http://schemas.openxmlformats.org/drawingml/2006/main">
              <a:ext uri="{FF2B5EF4-FFF2-40B4-BE49-F238E27FC236}">
                <a16:creationId xmlns:a16="http://schemas.microsoft.com/office/drawing/2014/main" id="{B06D30DD-E574-47EB-9D6E-54760B6004F7}"/>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DEMO-11 · 원인을 찾기 위한 교육용 관점</a:t>
            </a:r>
          </a:p>
        </p:txBody>
      </p:sp>
      <p:sp>
        <p:nvSpPr>
          <p:cNvPr id="6" name="가능한 원인 후보이며, 증상만으로 한 원인을 확정하지 않는다.">
            <a:extLst xmlns:a="http://schemas.openxmlformats.org/drawingml/2006/main">
              <a:ext uri="{FF2B5EF4-FFF2-40B4-BE49-F238E27FC236}">
                <a16:creationId xmlns:a16="http://schemas.microsoft.com/office/drawing/2014/main" id="{810F1077-2B4D-4289-B9E9-774DA256DE23}"/>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가능한 원인 후보이며, 증상만으로 한 원인을 확정하지 않는다.</a:t>
            </a:r>
          </a:p>
        </p:txBody>
      </p:sp>
      <p:sp>
        <p:nvSpPr>
          <p:cNvPr id="7" name="“요청한 검증이 충분한가?”">
            <a:extLst xmlns:a="http://schemas.openxmlformats.org/drawingml/2006/main">
              <a:ext uri="{FF2B5EF4-FFF2-40B4-BE49-F238E27FC236}">
                <a16:creationId xmlns:a16="http://schemas.microsoft.com/office/drawing/2014/main" id="{BD9F5BD2-8598-48F2-9A47-0F870BFC94BE}"/>
              </a:ext>
            </a:extLst>
          </p:cNvPr>
          <p:cNvSpPr>
            <a:spLocks xmlns:a="http://schemas.openxmlformats.org/drawingml/2006/main" noGrp="1"/>
          </p:cNvSpPr>
          <p:nvPr/>
        </p:nvSpPr>
        <p:spPr>
          <a:xfrm xmlns:a="http://schemas.openxmlformats.org/drawingml/2006/main">
            <a:off x="609600" y="2266950"/>
            <a:ext cx="5334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7212B"/>
                </a:solidFill>
                <a:latin typeface="Malgun Gothic"/>
                <a:ea typeface="Malgun Gothic"/>
                <a:cs typeface="Malgun Gothic"/>
              </a:defRPr>
            </a:defPPr>
            <a:lvl1pPr algn="l">
              <a:defRPr sz="2850" b="1">
                <a:solidFill>
                  <a:srgbClr val="17212B"/>
                </a:solidFill>
                <a:latin typeface="Malgun Gothic"/>
                <a:ea typeface="Malgun Gothic"/>
                <a:cs typeface="Malgun Gothic"/>
              </a:defRPr>
            </a:lvl1pPr>
            <a:lvl2pPr algn="l">
              <a:defRPr sz="2850" b="1">
                <a:solidFill>
                  <a:srgbClr val="17212B"/>
                </a:solidFill>
                <a:latin typeface="Malgun Gothic"/>
                <a:ea typeface="Malgun Gothic"/>
                <a:cs typeface="Malgun Gothic"/>
              </a:defRPr>
            </a:lvl2pPr>
            <a:lvl3pPr algn="l">
              <a:defRPr sz="2850" b="1">
                <a:solidFill>
                  <a:srgbClr val="17212B"/>
                </a:solidFill>
                <a:latin typeface="Malgun Gothic"/>
                <a:ea typeface="Malgun Gothic"/>
                <a:cs typeface="Malgun Gothic"/>
              </a:defRPr>
            </a:lvl3pPr>
            <a:lvl4pPr algn="l">
              <a:defRPr sz="2850" b="1">
                <a:solidFill>
                  <a:srgbClr val="17212B"/>
                </a:solidFill>
                <a:latin typeface="Malgun Gothic"/>
                <a:ea typeface="Malgun Gothic"/>
                <a:cs typeface="Malgun Gothic"/>
              </a:defRPr>
            </a:lvl4pPr>
            <a:lvl5pPr algn="l">
              <a:defRPr sz="2850" b="1">
                <a:solidFill>
                  <a:srgbClr val="17212B"/>
                </a:solidFill>
                <a:latin typeface="Malgun Gothic"/>
                <a:ea typeface="Malgun Gothic"/>
                <a:cs typeface="Malgun Gothic"/>
              </a:defRPr>
            </a:lvl5pPr>
            <a:lvl6pPr algn="l">
              <a:defRPr sz="2850" b="1">
                <a:solidFill>
                  <a:srgbClr val="17212B"/>
                </a:solidFill>
                <a:latin typeface="Malgun Gothic"/>
                <a:ea typeface="Malgun Gothic"/>
                <a:cs typeface="Malgun Gothic"/>
              </a:defRPr>
            </a:lvl6pPr>
            <a:lvl7pPr algn="l">
              <a:defRPr sz="2850" b="1">
                <a:solidFill>
                  <a:srgbClr val="17212B"/>
                </a:solidFill>
                <a:latin typeface="Malgun Gothic"/>
                <a:ea typeface="Malgun Gothic"/>
                <a:cs typeface="Malgun Gothic"/>
              </a:defRPr>
            </a:lvl7pPr>
            <a:lvl8pPr algn="l">
              <a:defRPr sz="2850" b="1">
                <a:solidFill>
                  <a:srgbClr val="17212B"/>
                </a:solidFill>
                <a:latin typeface="Malgun Gothic"/>
                <a:ea typeface="Malgun Gothic"/>
                <a:cs typeface="Malgun Gothic"/>
              </a:defRPr>
            </a:lvl8pPr>
            <a:lvl9pPr algn="l">
              <a:defRPr sz="2850" b="1">
                <a:solidFill>
                  <a:srgbClr val="17212B"/>
                </a:solidFill>
                <a:latin typeface="Malgun Gothic"/>
                <a:ea typeface="Malgun Gothic"/>
                <a:cs typeface="Malgun Gothic"/>
              </a:defRPr>
            </a:lvl9pPr>
          </a:lstStyle>
          <a:p xmlns:a="http://schemas.openxmlformats.org/drawingml/2006/main">
            <a:pPr algn="l">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“요청한 검증이 충분한가?”</a:t>
            </a:r>
          </a:p>
        </p:txBody>
      </p:sp>
      <p:sp>
        <p:nvSpPr>
          <p:cNvPr id="8" name="증상에서 바로 결론으로 가지 않는다">
            <a:extLst xmlns:a="http://schemas.openxmlformats.org/drawingml/2006/main">
              <a:ext uri="{FF2B5EF4-FFF2-40B4-BE49-F238E27FC236}">
                <a16:creationId xmlns:a16="http://schemas.microsoft.com/office/drawing/2014/main" id="{6EE7C58F-80D4-482D-BA15-4BE9493EDC0E}"/>
              </a:ext>
            </a:extLst>
          </p:cNvPr>
          <p:cNvSpPr>
            <a:spLocks xmlns:a="http://schemas.openxmlformats.org/drawingml/2006/main" noGrp="1"/>
          </p:cNvSpPr>
          <p:nvPr/>
        </p:nvSpPr>
        <p:spPr>
          <a:xfrm xmlns:a="http://schemas.openxmlformats.org/drawingml/2006/main">
            <a:off x="609600" y="3105150"/>
            <a:ext cx="5334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4D5A68"/>
                </a:solidFill>
                <a:latin typeface="Malgun Gothic"/>
                <a:ea typeface="Malgun Gothic"/>
                <a:cs typeface="Malgun Gothic"/>
              </a:defRPr>
            </a:defPPr>
            <a:lvl1pPr algn="l">
              <a:defRPr sz="2175" b="0">
                <a:solidFill>
                  <a:srgbClr val="4D5A68"/>
                </a:solidFill>
                <a:latin typeface="Malgun Gothic"/>
                <a:ea typeface="Malgun Gothic"/>
                <a:cs typeface="Malgun Gothic"/>
              </a:defRPr>
            </a:lvl1pPr>
            <a:lvl2pPr algn="l">
              <a:defRPr sz="2175" b="0">
                <a:solidFill>
                  <a:srgbClr val="4D5A68"/>
                </a:solidFill>
                <a:latin typeface="Malgun Gothic"/>
                <a:ea typeface="Malgun Gothic"/>
                <a:cs typeface="Malgun Gothic"/>
              </a:defRPr>
            </a:lvl2pPr>
            <a:lvl3pPr algn="l">
              <a:defRPr sz="2175" b="0">
                <a:solidFill>
                  <a:srgbClr val="4D5A68"/>
                </a:solidFill>
                <a:latin typeface="Malgun Gothic"/>
                <a:ea typeface="Malgun Gothic"/>
                <a:cs typeface="Malgun Gothic"/>
              </a:defRPr>
            </a:lvl3pPr>
            <a:lvl4pPr algn="l">
              <a:defRPr sz="2175" b="0">
                <a:solidFill>
                  <a:srgbClr val="4D5A68"/>
                </a:solidFill>
                <a:latin typeface="Malgun Gothic"/>
                <a:ea typeface="Malgun Gothic"/>
                <a:cs typeface="Malgun Gothic"/>
              </a:defRPr>
            </a:lvl4pPr>
            <a:lvl5pPr algn="l">
              <a:defRPr sz="2175" b="0">
                <a:solidFill>
                  <a:srgbClr val="4D5A68"/>
                </a:solidFill>
                <a:latin typeface="Malgun Gothic"/>
                <a:ea typeface="Malgun Gothic"/>
                <a:cs typeface="Malgun Gothic"/>
              </a:defRPr>
            </a:lvl5pPr>
            <a:lvl6pPr algn="l">
              <a:defRPr sz="2175" b="0">
                <a:solidFill>
                  <a:srgbClr val="4D5A68"/>
                </a:solidFill>
                <a:latin typeface="Malgun Gothic"/>
                <a:ea typeface="Malgun Gothic"/>
                <a:cs typeface="Malgun Gothic"/>
              </a:defRPr>
            </a:lvl6pPr>
            <a:lvl7pPr algn="l">
              <a:defRPr sz="2175" b="0">
                <a:solidFill>
                  <a:srgbClr val="4D5A68"/>
                </a:solidFill>
                <a:latin typeface="Malgun Gothic"/>
                <a:ea typeface="Malgun Gothic"/>
                <a:cs typeface="Malgun Gothic"/>
              </a:defRPr>
            </a:lvl7pPr>
            <a:lvl8pPr algn="l">
              <a:defRPr sz="2175" b="0">
                <a:solidFill>
                  <a:srgbClr val="4D5A68"/>
                </a:solidFill>
                <a:latin typeface="Malgun Gothic"/>
                <a:ea typeface="Malgun Gothic"/>
                <a:cs typeface="Malgun Gothic"/>
              </a:defRPr>
            </a:lvl8pPr>
            <a:lvl9pPr algn="l">
              <a:defRPr sz="2175" b="0">
                <a:solidFill>
                  <a:srgbClr val="4D5A68"/>
                </a:solidFill>
                <a:latin typeface="Malgun Gothic"/>
                <a:ea typeface="Malgun Gothic"/>
                <a:cs typeface="Malgun Gothic"/>
              </a:defRPr>
            </a:lvl9pPr>
          </a:lstStyle>
          <a:p xmlns:a="http://schemas.openxmlformats.org/drawingml/2006/main">
            <a:pPr algn="l">
              <a:defRPr sz="2175" b="0">
                <a:solidFill>
                  <a:srgbClr val="4D5A68"/>
                </a:solidFill>
                <a:latin typeface="Malgun Gothic"/>
                <a:ea typeface="Malgun Gothic"/>
                <a:cs typeface="Malgun Gothic"/>
              </a:defRPr>
            </a:pPr>
            <a:r>
              <a:rPr sz="2175" b="0">
                <a:solidFill>
                  <a:srgbClr val="4D5A68"/>
                </a:solidFill>
                <a:latin typeface="Malgun Gothic"/>
                <a:ea typeface="Malgun Gothic"/>
                <a:cs typeface="Malgun Gothic"/>
              </a:rPr>
              <a:t>증상에서 바로 결론으로 가지 않는다</a:t>
            </a:r>
          </a:p>
        </p:txBody>
      </p:sp>
      <p:sp>
        <p:nvSpPr>
          <p:cNvPr id="9" name="">
            <a:extLst xmlns:a="http://schemas.openxmlformats.org/drawingml/2006/main">
              <a:ext uri="{FF2B5EF4-FFF2-40B4-BE49-F238E27FC236}">
                <a16:creationId xmlns:a16="http://schemas.microsoft.com/office/drawing/2014/main" id="{2D56B4A0-A6D2-4655-9028-F6DDF1ED990F}"/>
              </a:ext>
            </a:extLst>
          </p:cNvPr>
          <p:cNvSpPr>
            <a:spLocks xmlns:a="http://schemas.openxmlformats.org/drawingml/2006/main" noGrp="1"/>
          </p:cNvSpPr>
          <p:nvPr/>
        </p:nvSpPr>
        <p:spPr>
          <a:xfrm xmlns:a="http://schemas.openxmlformats.org/drawingml/2006/main">
            <a:off x="6705600" y="2266950"/>
            <a:ext cx="4876800" cy="0"/>
          </a:xfrm>
          <a:prstGeom xmlns:a="http://schemas.openxmlformats.org/drawingml/2006/main" prst="line">
            <a:avLst/>
          </a:prstGeom>
          <a:noFill xmlns:a="http://schemas.openxmlformats.org/drawingml/2006/main"/>
          <a:ln xmlns:a="http://schemas.openxmlformats.org/drawingml/2006/main" w="9525">
            <a:solidFill>
              <a:srgbClr val="805400"/>
            </a:solidFill>
            <a:prstDash val="dash"/>
          </a:ln>
        </p:spPr>
      </p:sp>
      <p:sp>
        <p:nvSpPr>
          <p:cNvPr id="10" name="Context">
            <a:extLst xmlns:a="http://schemas.openxmlformats.org/drawingml/2006/main">
              <a:ext uri="{FF2B5EF4-FFF2-40B4-BE49-F238E27FC236}">
                <a16:creationId xmlns:a16="http://schemas.microsoft.com/office/drawing/2014/main" id="{1BB7F735-3B2E-4669-97D3-0902952FF8BC}"/>
              </a:ext>
            </a:extLst>
          </p:cNvPr>
          <p:cNvSpPr>
            <a:spLocks xmlns:a="http://schemas.openxmlformats.org/drawingml/2006/main" noGrp="1"/>
          </p:cNvSpPr>
          <p:nvPr/>
        </p:nvSpPr>
        <p:spPr>
          <a:xfrm xmlns:a="http://schemas.openxmlformats.org/drawingml/2006/main">
            <a:off x="6705600" y="2362200"/>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805400"/>
                </a:solidFill>
                <a:latin typeface="Malgun Gothic"/>
                <a:ea typeface="Malgun Gothic"/>
                <a:cs typeface="Malgun Gothic"/>
              </a:defRPr>
            </a:defPPr>
            <a:lvl1pPr algn="l">
              <a:defRPr sz="2025" b="1">
                <a:solidFill>
                  <a:srgbClr val="805400"/>
                </a:solidFill>
                <a:latin typeface="Malgun Gothic"/>
                <a:ea typeface="Malgun Gothic"/>
                <a:cs typeface="Malgun Gothic"/>
              </a:defRPr>
            </a:lvl1pPr>
            <a:lvl2pPr algn="l">
              <a:defRPr sz="2025" b="1">
                <a:solidFill>
                  <a:srgbClr val="805400"/>
                </a:solidFill>
                <a:latin typeface="Malgun Gothic"/>
                <a:ea typeface="Malgun Gothic"/>
                <a:cs typeface="Malgun Gothic"/>
              </a:defRPr>
            </a:lvl2pPr>
            <a:lvl3pPr algn="l">
              <a:defRPr sz="2025" b="1">
                <a:solidFill>
                  <a:srgbClr val="805400"/>
                </a:solidFill>
                <a:latin typeface="Malgun Gothic"/>
                <a:ea typeface="Malgun Gothic"/>
                <a:cs typeface="Malgun Gothic"/>
              </a:defRPr>
            </a:lvl3pPr>
            <a:lvl4pPr algn="l">
              <a:defRPr sz="2025" b="1">
                <a:solidFill>
                  <a:srgbClr val="805400"/>
                </a:solidFill>
                <a:latin typeface="Malgun Gothic"/>
                <a:ea typeface="Malgun Gothic"/>
                <a:cs typeface="Malgun Gothic"/>
              </a:defRPr>
            </a:lvl4pPr>
            <a:lvl5pPr algn="l">
              <a:defRPr sz="2025" b="1">
                <a:solidFill>
                  <a:srgbClr val="805400"/>
                </a:solidFill>
                <a:latin typeface="Malgun Gothic"/>
                <a:ea typeface="Malgun Gothic"/>
                <a:cs typeface="Malgun Gothic"/>
              </a:defRPr>
            </a:lvl5pPr>
            <a:lvl6pPr algn="l">
              <a:defRPr sz="2025" b="1">
                <a:solidFill>
                  <a:srgbClr val="805400"/>
                </a:solidFill>
                <a:latin typeface="Malgun Gothic"/>
                <a:ea typeface="Malgun Gothic"/>
                <a:cs typeface="Malgun Gothic"/>
              </a:defRPr>
            </a:lvl6pPr>
            <a:lvl7pPr algn="l">
              <a:defRPr sz="2025" b="1">
                <a:solidFill>
                  <a:srgbClr val="805400"/>
                </a:solidFill>
                <a:latin typeface="Malgun Gothic"/>
                <a:ea typeface="Malgun Gothic"/>
                <a:cs typeface="Malgun Gothic"/>
              </a:defRPr>
            </a:lvl7pPr>
            <a:lvl8pPr algn="l">
              <a:defRPr sz="2025" b="1">
                <a:solidFill>
                  <a:srgbClr val="805400"/>
                </a:solidFill>
                <a:latin typeface="Malgun Gothic"/>
                <a:ea typeface="Malgun Gothic"/>
                <a:cs typeface="Malgun Gothic"/>
              </a:defRPr>
            </a:lvl8pPr>
            <a:lvl9pPr algn="l">
              <a:defRPr sz="2025" b="1">
                <a:solidFill>
                  <a:srgbClr val="805400"/>
                </a:solidFill>
                <a:latin typeface="Malgun Gothic"/>
                <a:ea typeface="Malgun Gothic"/>
                <a:cs typeface="Malgun Gothic"/>
              </a:defRPr>
            </a:lvl9pPr>
          </a:lstStyle>
          <a:p xmlns:a="http://schemas.openxmlformats.org/drawingml/2006/main">
            <a:pPr algn="l">
              <a:defRPr sz="2025" b="1">
                <a:solidFill>
                  <a:srgbClr val="805400"/>
                </a:solidFill>
                <a:latin typeface="Malgun Gothic"/>
                <a:ea typeface="Malgun Gothic"/>
                <a:cs typeface="Malgun Gothic"/>
              </a:defRPr>
            </a:pPr>
            <a:r>
              <a:rPr sz="2025" b="1">
                <a:solidFill>
                  <a:srgbClr val="805400"/>
                </a:solidFill>
                <a:latin typeface="Malgun Gothic"/>
                <a:ea typeface="Malgun Gothic"/>
                <a:cs typeface="Malgun Gothic"/>
              </a:rPr>
              <a:t>Context</a:t>
            </a:r>
          </a:p>
        </p:txBody>
      </p:sp>
      <p:sp>
        <p:nvSpPr>
          <p:cNvPr id="11" name="현재 기준이 맞는가?">
            <a:extLst xmlns:a="http://schemas.openxmlformats.org/drawingml/2006/main">
              <a:ext uri="{FF2B5EF4-FFF2-40B4-BE49-F238E27FC236}">
                <a16:creationId xmlns:a16="http://schemas.microsoft.com/office/drawing/2014/main" id="{D411F4D6-A809-4F14-A6B9-07D34243E8DC}"/>
              </a:ext>
            </a:extLst>
          </p:cNvPr>
          <p:cNvSpPr>
            <a:spLocks xmlns:a="http://schemas.openxmlformats.org/drawingml/2006/main" noGrp="1"/>
          </p:cNvSpPr>
          <p:nvPr/>
        </p:nvSpPr>
        <p:spPr>
          <a:xfrm xmlns:a="http://schemas.openxmlformats.org/drawingml/2006/main">
            <a:off x="8610600" y="2362200"/>
            <a:ext cx="2971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현재 기준이 맞는가?</a:t>
            </a:r>
          </a:p>
        </p:txBody>
      </p:sp>
      <p:sp>
        <p:nvSpPr>
          <p:cNvPr id="12" name="">
            <a:extLst xmlns:a="http://schemas.openxmlformats.org/drawingml/2006/main">
              <a:ext uri="{FF2B5EF4-FFF2-40B4-BE49-F238E27FC236}">
                <a16:creationId xmlns:a16="http://schemas.microsoft.com/office/drawing/2014/main" id="{D4EF937A-9D25-4655-9906-6AA4A0BAAE74}"/>
              </a:ext>
            </a:extLst>
          </p:cNvPr>
          <p:cNvSpPr>
            <a:spLocks xmlns:a="http://schemas.openxmlformats.org/drawingml/2006/main" noGrp="1"/>
          </p:cNvSpPr>
          <p:nvPr/>
        </p:nvSpPr>
        <p:spPr>
          <a:xfrm xmlns:a="http://schemas.openxmlformats.org/drawingml/2006/main">
            <a:off x="6705600" y="3048000"/>
            <a:ext cx="4876800" cy="0"/>
          </a:xfrm>
          <a:prstGeom xmlns:a="http://schemas.openxmlformats.org/drawingml/2006/main" prst="line">
            <a:avLst/>
          </a:prstGeom>
          <a:noFill xmlns:a="http://schemas.openxmlformats.org/drawingml/2006/main"/>
          <a:ln xmlns:a="http://schemas.openxmlformats.org/drawingml/2006/main" w="9525">
            <a:solidFill>
              <a:srgbClr val="805400"/>
            </a:solidFill>
            <a:prstDash val="dash"/>
          </a:ln>
        </p:spPr>
      </p:sp>
      <p:sp>
        <p:nvSpPr>
          <p:cNvPr id="13" name="Workflow">
            <a:extLst xmlns:a="http://schemas.openxmlformats.org/drawingml/2006/main">
              <a:ext uri="{FF2B5EF4-FFF2-40B4-BE49-F238E27FC236}">
                <a16:creationId xmlns:a16="http://schemas.microsoft.com/office/drawing/2014/main" id="{A3D48552-BFF1-4DF8-A460-052FAD2A53BE}"/>
              </a:ext>
            </a:extLst>
          </p:cNvPr>
          <p:cNvSpPr>
            <a:spLocks xmlns:a="http://schemas.openxmlformats.org/drawingml/2006/main" noGrp="1"/>
          </p:cNvSpPr>
          <p:nvPr/>
        </p:nvSpPr>
        <p:spPr>
          <a:xfrm xmlns:a="http://schemas.openxmlformats.org/drawingml/2006/main">
            <a:off x="6705600" y="3143250"/>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805400"/>
                </a:solidFill>
                <a:latin typeface="Malgun Gothic"/>
                <a:ea typeface="Malgun Gothic"/>
                <a:cs typeface="Malgun Gothic"/>
              </a:defRPr>
            </a:defPPr>
            <a:lvl1pPr algn="l">
              <a:defRPr sz="2025" b="1">
                <a:solidFill>
                  <a:srgbClr val="805400"/>
                </a:solidFill>
                <a:latin typeface="Malgun Gothic"/>
                <a:ea typeface="Malgun Gothic"/>
                <a:cs typeface="Malgun Gothic"/>
              </a:defRPr>
            </a:lvl1pPr>
            <a:lvl2pPr algn="l">
              <a:defRPr sz="2025" b="1">
                <a:solidFill>
                  <a:srgbClr val="805400"/>
                </a:solidFill>
                <a:latin typeface="Malgun Gothic"/>
                <a:ea typeface="Malgun Gothic"/>
                <a:cs typeface="Malgun Gothic"/>
              </a:defRPr>
            </a:lvl2pPr>
            <a:lvl3pPr algn="l">
              <a:defRPr sz="2025" b="1">
                <a:solidFill>
                  <a:srgbClr val="805400"/>
                </a:solidFill>
                <a:latin typeface="Malgun Gothic"/>
                <a:ea typeface="Malgun Gothic"/>
                <a:cs typeface="Malgun Gothic"/>
              </a:defRPr>
            </a:lvl3pPr>
            <a:lvl4pPr algn="l">
              <a:defRPr sz="2025" b="1">
                <a:solidFill>
                  <a:srgbClr val="805400"/>
                </a:solidFill>
                <a:latin typeface="Malgun Gothic"/>
                <a:ea typeface="Malgun Gothic"/>
                <a:cs typeface="Malgun Gothic"/>
              </a:defRPr>
            </a:lvl4pPr>
            <a:lvl5pPr algn="l">
              <a:defRPr sz="2025" b="1">
                <a:solidFill>
                  <a:srgbClr val="805400"/>
                </a:solidFill>
                <a:latin typeface="Malgun Gothic"/>
                <a:ea typeface="Malgun Gothic"/>
                <a:cs typeface="Malgun Gothic"/>
              </a:defRPr>
            </a:lvl5pPr>
            <a:lvl6pPr algn="l">
              <a:defRPr sz="2025" b="1">
                <a:solidFill>
                  <a:srgbClr val="805400"/>
                </a:solidFill>
                <a:latin typeface="Malgun Gothic"/>
                <a:ea typeface="Malgun Gothic"/>
                <a:cs typeface="Malgun Gothic"/>
              </a:defRPr>
            </a:lvl6pPr>
            <a:lvl7pPr algn="l">
              <a:defRPr sz="2025" b="1">
                <a:solidFill>
                  <a:srgbClr val="805400"/>
                </a:solidFill>
                <a:latin typeface="Malgun Gothic"/>
                <a:ea typeface="Malgun Gothic"/>
                <a:cs typeface="Malgun Gothic"/>
              </a:defRPr>
            </a:lvl7pPr>
            <a:lvl8pPr algn="l">
              <a:defRPr sz="2025" b="1">
                <a:solidFill>
                  <a:srgbClr val="805400"/>
                </a:solidFill>
                <a:latin typeface="Malgun Gothic"/>
                <a:ea typeface="Malgun Gothic"/>
                <a:cs typeface="Malgun Gothic"/>
              </a:defRPr>
            </a:lvl8pPr>
            <a:lvl9pPr algn="l">
              <a:defRPr sz="2025" b="1">
                <a:solidFill>
                  <a:srgbClr val="805400"/>
                </a:solidFill>
                <a:latin typeface="Malgun Gothic"/>
                <a:ea typeface="Malgun Gothic"/>
                <a:cs typeface="Malgun Gothic"/>
              </a:defRPr>
            </a:lvl9pPr>
          </a:lstStyle>
          <a:p xmlns:a="http://schemas.openxmlformats.org/drawingml/2006/main">
            <a:pPr algn="l">
              <a:defRPr sz="2025" b="1">
                <a:solidFill>
                  <a:srgbClr val="805400"/>
                </a:solidFill>
                <a:latin typeface="Malgun Gothic"/>
                <a:ea typeface="Malgun Gothic"/>
                <a:cs typeface="Malgun Gothic"/>
              </a:defRPr>
            </a:pPr>
            <a:r>
              <a:rPr sz="2025" b="1">
                <a:solidFill>
                  <a:srgbClr val="805400"/>
                </a:solidFill>
                <a:latin typeface="Malgun Gothic"/>
                <a:ea typeface="Malgun Gothic"/>
                <a:cs typeface="Malgun Gothic"/>
              </a:rPr>
              <a:t>Workflow</a:t>
            </a:r>
          </a:p>
        </p:txBody>
      </p:sp>
      <p:sp>
        <p:nvSpPr>
          <p:cNvPr id="14" name="어떤 절차를 지시하는가?">
            <a:extLst xmlns:a="http://schemas.openxmlformats.org/drawingml/2006/main">
              <a:ext uri="{FF2B5EF4-FFF2-40B4-BE49-F238E27FC236}">
                <a16:creationId xmlns:a16="http://schemas.microsoft.com/office/drawing/2014/main" id="{6E11A8F0-68E0-4A4B-A123-3C97CF9D1149}"/>
              </a:ext>
            </a:extLst>
          </p:cNvPr>
          <p:cNvSpPr>
            <a:spLocks xmlns:a="http://schemas.openxmlformats.org/drawingml/2006/main" noGrp="1"/>
          </p:cNvSpPr>
          <p:nvPr/>
        </p:nvSpPr>
        <p:spPr>
          <a:xfrm xmlns:a="http://schemas.openxmlformats.org/drawingml/2006/main">
            <a:off x="8610600" y="3143250"/>
            <a:ext cx="2971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어떤 절차를 지시하는가?</a:t>
            </a:r>
          </a:p>
        </p:txBody>
      </p:sp>
      <p:sp>
        <p:nvSpPr>
          <p:cNvPr id="15" name="">
            <a:extLst xmlns:a="http://schemas.openxmlformats.org/drawingml/2006/main">
              <a:ext uri="{FF2B5EF4-FFF2-40B4-BE49-F238E27FC236}">
                <a16:creationId xmlns:a16="http://schemas.microsoft.com/office/drawing/2014/main" id="{E3934256-F7B6-417E-A293-B58DFE65C596}"/>
              </a:ext>
            </a:extLst>
          </p:cNvPr>
          <p:cNvSpPr>
            <a:spLocks xmlns:a="http://schemas.openxmlformats.org/drawingml/2006/main" noGrp="1"/>
          </p:cNvSpPr>
          <p:nvPr/>
        </p:nvSpPr>
        <p:spPr>
          <a:xfrm xmlns:a="http://schemas.openxmlformats.org/drawingml/2006/main">
            <a:off x="6705600" y="3829050"/>
            <a:ext cx="4876800" cy="0"/>
          </a:xfrm>
          <a:prstGeom xmlns:a="http://schemas.openxmlformats.org/drawingml/2006/main" prst="line">
            <a:avLst/>
          </a:prstGeom>
          <a:noFill xmlns:a="http://schemas.openxmlformats.org/drawingml/2006/main"/>
          <a:ln xmlns:a="http://schemas.openxmlformats.org/drawingml/2006/main" w="9525">
            <a:solidFill>
              <a:srgbClr val="805400"/>
            </a:solidFill>
            <a:prstDash val="dash"/>
          </a:ln>
        </p:spPr>
      </p:sp>
      <p:sp>
        <p:nvSpPr>
          <p:cNvPr id="16" name="환경 · 권한">
            <a:extLst xmlns:a="http://schemas.openxmlformats.org/drawingml/2006/main">
              <a:ext uri="{FF2B5EF4-FFF2-40B4-BE49-F238E27FC236}">
                <a16:creationId xmlns:a16="http://schemas.microsoft.com/office/drawing/2014/main" id="{F756B0FE-4B07-4F56-ACD3-69F91EFD6B8C}"/>
              </a:ext>
            </a:extLst>
          </p:cNvPr>
          <p:cNvSpPr>
            <a:spLocks xmlns:a="http://schemas.openxmlformats.org/drawingml/2006/main" noGrp="1"/>
          </p:cNvSpPr>
          <p:nvPr/>
        </p:nvSpPr>
        <p:spPr>
          <a:xfrm xmlns:a="http://schemas.openxmlformats.org/drawingml/2006/main">
            <a:off x="6705600" y="3924300"/>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805400"/>
                </a:solidFill>
                <a:latin typeface="Malgun Gothic"/>
                <a:ea typeface="Malgun Gothic"/>
                <a:cs typeface="Malgun Gothic"/>
              </a:defRPr>
            </a:defPPr>
            <a:lvl1pPr algn="l">
              <a:defRPr sz="2025" b="1">
                <a:solidFill>
                  <a:srgbClr val="805400"/>
                </a:solidFill>
                <a:latin typeface="Malgun Gothic"/>
                <a:ea typeface="Malgun Gothic"/>
                <a:cs typeface="Malgun Gothic"/>
              </a:defRPr>
            </a:lvl1pPr>
            <a:lvl2pPr algn="l">
              <a:defRPr sz="2025" b="1">
                <a:solidFill>
                  <a:srgbClr val="805400"/>
                </a:solidFill>
                <a:latin typeface="Malgun Gothic"/>
                <a:ea typeface="Malgun Gothic"/>
                <a:cs typeface="Malgun Gothic"/>
              </a:defRPr>
            </a:lvl2pPr>
            <a:lvl3pPr algn="l">
              <a:defRPr sz="2025" b="1">
                <a:solidFill>
                  <a:srgbClr val="805400"/>
                </a:solidFill>
                <a:latin typeface="Malgun Gothic"/>
                <a:ea typeface="Malgun Gothic"/>
                <a:cs typeface="Malgun Gothic"/>
              </a:defRPr>
            </a:lvl3pPr>
            <a:lvl4pPr algn="l">
              <a:defRPr sz="2025" b="1">
                <a:solidFill>
                  <a:srgbClr val="805400"/>
                </a:solidFill>
                <a:latin typeface="Malgun Gothic"/>
                <a:ea typeface="Malgun Gothic"/>
                <a:cs typeface="Malgun Gothic"/>
              </a:defRPr>
            </a:lvl4pPr>
            <a:lvl5pPr algn="l">
              <a:defRPr sz="2025" b="1">
                <a:solidFill>
                  <a:srgbClr val="805400"/>
                </a:solidFill>
                <a:latin typeface="Malgun Gothic"/>
                <a:ea typeface="Malgun Gothic"/>
                <a:cs typeface="Malgun Gothic"/>
              </a:defRPr>
            </a:lvl5pPr>
            <a:lvl6pPr algn="l">
              <a:defRPr sz="2025" b="1">
                <a:solidFill>
                  <a:srgbClr val="805400"/>
                </a:solidFill>
                <a:latin typeface="Malgun Gothic"/>
                <a:ea typeface="Malgun Gothic"/>
                <a:cs typeface="Malgun Gothic"/>
              </a:defRPr>
            </a:lvl6pPr>
            <a:lvl7pPr algn="l">
              <a:defRPr sz="2025" b="1">
                <a:solidFill>
                  <a:srgbClr val="805400"/>
                </a:solidFill>
                <a:latin typeface="Malgun Gothic"/>
                <a:ea typeface="Malgun Gothic"/>
                <a:cs typeface="Malgun Gothic"/>
              </a:defRPr>
            </a:lvl7pPr>
            <a:lvl8pPr algn="l">
              <a:defRPr sz="2025" b="1">
                <a:solidFill>
                  <a:srgbClr val="805400"/>
                </a:solidFill>
                <a:latin typeface="Malgun Gothic"/>
                <a:ea typeface="Malgun Gothic"/>
                <a:cs typeface="Malgun Gothic"/>
              </a:defRPr>
            </a:lvl8pPr>
            <a:lvl9pPr algn="l">
              <a:defRPr sz="2025" b="1">
                <a:solidFill>
                  <a:srgbClr val="805400"/>
                </a:solidFill>
                <a:latin typeface="Malgun Gothic"/>
                <a:ea typeface="Malgun Gothic"/>
                <a:cs typeface="Malgun Gothic"/>
              </a:defRPr>
            </a:lvl9pPr>
          </a:lstStyle>
          <a:p xmlns:a="http://schemas.openxmlformats.org/drawingml/2006/main">
            <a:pPr algn="l">
              <a:defRPr sz="2025" b="1">
                <a:solidFill>
                  <a:srgbClr val="805400"/>
                </a:solidFill>
                <a:latin typeface="Malgun Gothic"/>
                <a:ea typeface="Malgun Gothic"/>
                <a:cs typeface="Malgun Gothic"/>
              </a:defRPr>
            </a:pPr>
            <a:r>
              <a:rPr sz="2025" b="1">
                <a:solidFill>
                  <a:srgbClr val="805400"/>
                </a:solidFill>
                <a:latin typeface="Malgun Gothic"/>
                <a:ea typeface="Malgun Gothic"/>
                <a:cs typeface="Malgun Gothic"/>
              </a:rPr>
              <a:t>환경 · 권한</a:t>
            </a:r>
          </a:p>
        </p:txBody>
      </p:sp>
      <p:sp>
        <p:nvSpPr>
          <p:cNvPr id="17" name="실행 조건이 맞는가?">
            <a:extLst xmlns:a="http://schemas.openxmlformats.org/drawingml/2006/main">
              <a:ext uri="{FF2B5EF4-FFF2-40B4-BE49-F238E27FC236}">
                <a16:creationId xmlns:a16="http://schemas.microsoft.com/office/drawing/2014/main" id="{4050B61E-B693-4F98-921F-C475E09E40D7}"/>
              </a:ext>
            </a:extLst>
          </p:cNvPr>
          <p:cNvSpPr>
            <a:spLocks xmlns:a="http://schemas.openxmlformats.org/drawingml/2006/main" noGrp="1"/>
          </p:cNvSpPr>
          <p:nvPr/>
        </p:nvSpPr>
        <p:spPr>
          <a:xfrm xmlns:a="http://schemas.openxmlformats.org/drawingml/2006/main">
            <a:off x="8610600" y="3924300"/>
            <a:ext cx="2971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실행 조건이 맞는가?</a:t>
            </a:r>
          </a:p>
        </p:txBody>
      </p:sp>
      <p:sp>
        <p:nvSpPr>
          <p:cNvPr id="18" name="">
            <a:extLst xmlns:a="http://schemas.openxmlformats.org/drawingml/2006/main">
              <a:ext uri="{FF2B5EF4-FFF2-40B4-BE49-F238E27FC236}">
                <a16:creationId xmlns:a16="http://schemas.microsoft.com/office/drawing/2014/main" id="{4A5FF209-4BDB-4225-AB5C-B2A363BC6D7A}"/>
              </a:ext>
            </a:extLst>
          </p:cNvPr>
          <p:cNvSpPr>
            <a:spLocks xmlns:a="http://schemas.openxmlformats.org/drawingml/2006/main" noGrp="1"/>
          </p:cNvSpPr>
          <p:nvPr/>
        </p:nvSpPr>
        <p:spPr>
          <a:xfrm xmlns:a="http://schemas.openxmlformats.org/drawingml/2006/main">
            <a:off x="6705600" y="4610100"/>
            <a:ext cx="4876800" cy="0"/>
          </a:xfrm>
          <a:prstGeom xmlns:a="http://schemas.openxmlformats.org/drawingml/2006/main" prst="line">
            <a:avLst/>
          </a:prstGeom>
          <a:noFill xmlns:a="http://schemas.openxmlformats.org/drawingml/2006/main"/>
          <a:ln xmlns:a="http://schemas.openxmlformats.org/drawingml/2006/main" w="9525">
            <a:solidFill>
              <a:srgbClr val="805400"/>
            </a:solidFill>
            <a:prstDash val="dash"/>
          </a:ln>
        </p:spPr>
      </p:sp>
      <p:sp>
        <p:nvSpPr>
          <p:cNvPr id="19" name="제품 코드">
            <a:extLst xmlns:a="http://schemas.openxmlformats.org/drawingml/2006/main">
              <a:ext uri="{FF2B5EF4-FFF2-40B4-BE49-F238E27FC236}">
                <a16:creationId xmlns:a16="http://schemas.microsoft.com/office/drawing/2014/main" id="{42A52E8F-3AFE-478F-A529-86676EC6D9D0}"/>
              </a:ext>
            </a:extLst>
          </p:cNvPr>
          <p:cNvSpPr>
            <a:spLocks xmlns:a="http://schemas.openxmlformats.org/drawingml/2006/main" noGrp="1"/>
          </p:cNvSpPr>
          <p:nvPr/>
        </p:nvSpPr>
        <p:spPr>
          <a:xfrm xmlns:a="http://schemas.openxmlformats.org/drawingml/2006/main">
            <a:off x="6705600" y="4705350"/>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805400"/>
                </a:solidFill>
                <a:latin typeface="Malgun Gothic"/>
                <a:ea typeface="Malgun Gothic"/>
                <a:cs typeface="Malgun Gothic"/>
              </a:defRPr>
            </a:defPPr>
            <a:lvl1pPr algn="l">
              <a:defRPr sz="2025" b="1">
                <a:solidFill>
                  <a:srgbClr val="805400"/>
                </a:solidFill>
                <a:latin typeface="Malgun Gothic"/>
                <a:ea typeface="Malgun Gothic"/>
                <a:cs typeface="Malgun Gothic"/>
              </a:defRPr>
            </a:lvl1pPr>
            <a:lvl2pPr algn="l">
              <a:defRPr sz="2025" b="1">
                <a:solidFill>
                  <a:srgbClr val="805400"/>
                </a:solidFill>
                <a:latin typeface="Malgun Gothic"/>
                <a:ea typeface="Malgun Gothic"/>
                <a:cs typeface="Malgun Gothic"/>
              </a:defRPr>
            </a:lvl2pPr>
            <a:lvl3pPr algn="l">
              <a:defRPr sz="2025" b="1">
                <a:solidFill>
                  <a:srgbClr val="805400"/>
                </a:solidFill>
                <a:latin typeface="Malgun Gothic"/>
                <a:ea typeface="Malgun Gothic"/>
                <a:cs typeface="Malgun Gothic"/>
              </a:defRPr>
            </a:lvl3pPr>
            <a:lvl4pPr algn="l">
              <a:defRPr sz="2025" b="1">
                <a:solidFill>
                  <a:srgbClr val="805400"/>
                </a:solidFill>
                <a:latin typeface="Malgun Gothic"/>
                <a:ea typeface="Malgun Gothic"/>
                <a:cs typeface="Malgun Gothic"/>
              </a:defRPr>
            </a:lvl4pPr>
            <a:lvl5pPr algn="l">
              <a:defRPr sz="2025" b="1">
                <a:solidFill>
                  <a:srgbClr val="805400"/>
                </a:solidFill>
                <a:latin typeface="Malgun Gothic"/>
                <a:ea typeface="Malgun Gothic"/>
                <a:cs typeface="Malgun Gothic"/>
              </a:defRPr>
            </a:lvl5pPr>
            <a:lvl6pPr algn="l">
              <a:defRPr sz="2025" b="1">
                <a:solidFill>
                  <a:srgbClr val="805400"/>
                </a:solidFill>
                <a:latin typeface="Malgun Gothic"/>
                <a:ea typeface="Malgun Gothic"/>
                <a:cs typeface="Malgun Gothic"/>
              </a:defRPr>
            </a:lvl6pPr>
            <a:lvl7pPr algn="l">
              <a:defRPr sz="2025" b="1">
                <a:solidFill>
                  <a:srgbClr val="805400"/>
                </a:solidFill>
                <a:latin typeface="Malgun Gothic"/>
                <a:ea typeface="Malgun Gothic"/>
                <a:cs typeface="Malgun Gothic"/>
              </a:defRPr>
            </a:lvl7pPr>
            <a:lvl8pPr algn="l">
              <a:defRPr sz="2025" b="1">
                <a:solidFill>
                  <a:srgbClr val="805400"/>
                </a:solidFill>
                <a:latin typeface="Malgun Gothic"/>
                <a:ea typeface="Malgun Gothic"/>
                <a:cs typeface="Malgun Gothic"/>
              </a:defRPr>
            </a:lvl8pPr>
            <a:lvl9pPr algn="l">
              <a:defRPr sz="2025" b="1">
                <a:solidFill>
                  <a:srgbClr val="805400"/>
                </a:solidFill>
                <a:latin typeface="Malgun Gothic"/>
                <a:ea typeface="Malgun Gothic"/>
                <a:cs typeface="Malgun Gothic"/>
              </a:defRPr>
            </a:lvl9pPr>
          </a:lstStyle>
          <a:p xmlns:a="http://schemas.openxmlformats.org/drawingml/2006/main">
            <a:pPr algn="l">
              <a:defRPr sz="2025" b="1">
                <a:solidFill>
                  <a:srgbClr val="805400"/>
                </a:solidFill>
                <a:latin typeface="Malgun Gothic"/>
                <a:ea typeface="Malgun Gothic"/>
                <a:cs typeface="Malgun Gothic"/>
              </a:defRPr>
            </a:pPr>
            <a:r>
              <a:rPr sz="2025" b="1">
                <a:solidFill>
                  <a:srgbClr val="805400"/>
                </a:solidFill>
                <a:latin typeface="Malgun Gothic"/>
                <a:ea typeface="Malgun Gothic"/>
                <a:cs typeface="Malgun Gothic"/>
              </a:rPr>
              <a:t>제품 코드</a:t>
            </a:r>
          </a:p>
        </p:txBody>
      </p:sp>
      <p:sp>
        <p:nvSpPr>
          <p:cNvPr id="20" name="동작 자체의 문제인가?">
            <a:extLst xmlns:a="http://schemas.openxmlformats.org/drawingml/2006/main">
              <a:ext uri="{FF2B5EF4-FFF2-40B4-BE49-F238E27FC236}">
                <a16:creationId xmlns:a16="http://schemas.microsoft.com/office/drawing/2014/main" id="{69CCB9A7-66C7-4E1A-9F9B-092044CB1CAA}"/>
              </a:ext>
            </a:extLst>
          </p:cNvPr>
          <p:cNvSpPr>
            <a:spLocks xmlns:a="http://schemas.openxmlformats.org/drawingml/2006/main" noGrp="1"/>
          </p:cNvSpPr>
          <p:nvPr/>
        </p:nvSpPr>
        <p:spPr>
          <a:xfrm xmlns:a="http://schemas.openxmlformats.org/drawingml/2006/main">
            <a:off x="8610600" y="4705350"/>
            <a:ext cx="2971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동작 자체의 문제인가?</a:t>
            </a:r>
          </a:p>
        </p:txBody>
      </p:sp>
      <p:sp>
        <p:nvSpPr>
          <p:cNvPr id="21" name="확인할 기록부터 찾는다">
            <a:extLst xmlns:a="http://schemas.openxmlformats.org/drawingml/2006/main">
              <a:ext uri="{FF2B5EF4-FFF2-40B4-BE49-F238E27FC236}">
                <a16:creationId xmlns:a16="http://schemas.microsoft.com/office/drawing/2014/main" id="{7CAED02F-BB7A-4274-8855-3FB63F0A5118}"/>
              </a:ext>
            </a:extLst>
          </p:cNvPr>
          <p:cNvSpPr>
            <a:spLocks xmlns:a="http://schemas.openxmlformats.org/drawingml/2006/main" noGrp="1"/>
          </p:cNvSpPr>
          <p:nvPr/>
        </p:nvSpPr>
        <p:spPr>
          <a:xfrm xmlns:a="http://schemas.openxmlformats.org/drawingml/2006/main">
            <a:off x="609600" y="46672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0B6172"/>
                </a:solidFill>
                <a:latin typeface="Malgun Gothic"/>
                <a:ea typeface="Malgun Gothic"/>
                <a:cs typeface="Malgun Gothic"/>
              </a:defRPr>
            </a:defPPr>
            <a:lvl1pPr algn="l">
              <a:defRPr sz="2625" b="1">
                <a:solidFill>
                  <a:srgbClr val="0B6172"/>
                </a:solidFill>
                <a:latin typeface="Malgun Gothic"/>
                <a:ea typeface="Malgun Gothic"/>
                <a:cs typeface="Malgun Gothic"/>
              </a:defRPr>
            </a:lvl1pPr>
            <a:lvl2pPr algn="l">
              <a:defRPr sz="2625" b="1">
                <a:solidFill>
                  <a:srgbClr val="0B6172"/>
                </a:solidFill>
                <a:latin typeface="Malgun Gothic"/>
                <a:ea typeface="Malgun Gothic"/>
                <a:cs typeface="Malgun Gothic"/>
              </a:defRPr>
            </a:lvl2pPr>
            <a:lvl3pPr algn="l">
              <a:defRPr sz="2625" b="1">
                <a:solidFill>
                  <a:srgbClr val="0B6172"/>
                </a:solidFill>
                <a:latin typeface="Malgun Gothic"/>
                <a:ea typeface="Malgun Gothic"/>
                <a:cs typeface="Malgun Gothic"/>
              </a:defRPr>
            </a:lvl3pPr>
            <a:lvl4pPr algn="l">
              <a:defRPr sz="2625" b="1">
                <a:solidFill>
                  <a:srgbClr val="0B6172"/>
                </a:solidFill>
                <a:latin typeface="Malgun Gothic"/>
                <a:ea typeface="Malgun Gothic"/>
                <a:cs typeface="Malgun Gothic"/>
              </a:defRPr>
            </a:lvl4pPr>
            <a:lvl5pPr algn="l">
              <a:defRPr sz="2625" b="1">
                <a:solidFill>
                  <a:srgbClr val="0B6172"/>
                </a:solidFill>
                <a:latin typeface="Malgun Gothic"/>
                <a:ea typeface="Malgun Gothic"/>
                <a:cs typeface="Malgun Gothic"/>
              </a:defRPr>
            </a:lvl5pPr>
            <a:lvl6pPr algn="l">
              <a:defRPr sz="2625" b="1">
                <a:solidFill>
                  <a:srgbClr val="0B6172"/>
                </a:solidFill>
                <a:latin typeface="Malgun Gothic"/>
                <a:ea typeface="Malgun Gothic"/>
                <a:cs typeface="Malgun Gothic"/>
              </a:defRPr>
            </a:lvl6pPr>
            <a:lvl7pPr algn="l">
              <a:defRPr sz="2625" b="1">
                <a:solidFill>
                  <a:srgbClr val="0B6172"/>
                </a:solidFill>
                <a:latin typeface="Malgun Gothic"/>
                <a:ea typeface="Malgun Gothic"/>
                <a:cs typeface="Malgun Gothic"/>
              </a:defRPr>
            </a:lvl7pPr>
            <a:lvl8pPr algn="l">
              <a:defRPr sz="2625" b="1">
                <a:solidFill>
                  <a:srgbClr val="0B6172"/>
                </a:solidFill>
                <a:latin typeface="Malgun Gothic"/>
                <a:ea typeface="Malgun Gothic"/>
                <a:cs typeface="Malgun Gothic"/>
              </a:defRPr>
            </a:lvl8pPr>
            <a:lvl9pPr algn="l">
              <a:defRPr sz="2625" b="1">
                <a:solidFill>
                  <a:srgbClr val="0B6172"/>
                </a:solidFill>
                <a:latin typeface="Malgun Gothic"/>
                <a:ea typeface="Malgun Gothic"/>
                <a:cs typeface="Malgun Gothic"/>
              </a:defRPr>
            </a:lvl9pPr>
          </a:lstStyle>
          <a:p xmlns:a="http://schemas.openxmlformats.org/drawingml/2006/main">
            <a:pPr algn="l">
              <a:defRPr sz="2625" b="1">
                <a:solidFill>
                  <a:srgbClr val="0B6172"/>
                </a:solidFill>
                <a:latin typeface="Malgun Gothic"/>
                <a:ea typeface="Malgun Gothic"/>
                <a:cs typeface="Malgun Gothic"/>
              </a:defRPr>
            </a:pPr>
            <a:r>
              <a:rPr sz="2625" b="1">
                <a:solidFill>
                  <a:srgbClr val="0B6172"/>
                </a:solidFill>
                <a:latin typeface="Malgun Gothic"/>
                <a:ea typeface="Malgun Gothic"/>
                <a:cs typeface="Malgun Gothic"/>
              </a:rPr>
              <a:t>확인할 기록부터 찾는다</a:t>
            </a:r>
          </a:p>
        </p:txBody>
      </p:sp>
      <p:sp>
        <p:nvSpPr>
          <p:cNvPr id="22" name="Legacy module connection">
            <a:extLst xmlns:a="http://schemas.openxmlformats.org/drawingml/2006/main">
              <a:ext uri="{FF2B5EF4-FFF2-40B4-BE49-F238E27FC236}">
                <a16:creationId xmlns:a16="http://schemas.microsoft.com/office/drawing/2014/main" id="{9F3B882B-5296-499C-8E28-CE6323B03765}"/>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M6</a:t>
            </a:r>
          </a:p>
        </p:txBody>
      </p:sp>
    </p:spTree>
    <p:extLst>
      <p:ext uri="{BB962C8B-B14F-4D97-AF65-F5344CB8AC3E}">
        <p14:creationId xmlns:p14="http://schemas.microsoft.com/office/powerpoint/2010/main" val="380956455"/>
      </p:ext>
    </p:extLst>
  </p:cSld>
</p:sld>
</file>

<file path=ppt/slides/slide7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5" name="ACT 4 · CONCEPTUAL / 가정과 추론">
            <a:extLst xmlns:a="http://schemas.openxmlformats.org/drawingml/2006/main">
              <a:ext uri="{FF2B5EF4-FFF2-40B4-BE49-F238E27FC236}">
                <a16:creationId xmlns:a16="http://schemas.microsoft.com/office/drawing/2014/main" id="{C5892AF7-4DE1-42D8-A40E-7B1D162B9CD5}"/>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CONCEPTUAL / 가정과 추론</a:t>
            </a:r>
          </a:p>
        </p:txBody>
      </p:sp>
      <p:sp>
        <p:nvSpPr>
          <p:cNvPr id="2" name="S74">
            <a:extLst xmlns:a="http://schemas.openxmlformats.org/drawingml/2006/main">
              <a:ext uri="{FF2B5EF4-FFF2-40B4-BE49-F238E27FC236}">
                <a16:creationId xmlns:a16="http://schemas.microsoft.com/office/drawing/2014/main" id="{E053F3D6-2A1D-4C89-9BD3-0BC04A4E97FE}"/>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S74</a:t>
            </a:r>
          </a:p>
        </p:txBody>
      </p:sp>
      <p:sp>
        <p:nvSpPr>
          <p:cNvPr id="3" name="먼저 관찰하고, 그다음 가설을 세운다">
            <a:extLst xmlns:a="http://schemas.openxmlformats.org/drawingml/2006/main">
              <a:ext uri="{FF2B5EF4-FFF2-40B4-BE49-F238E27FC236}">
                <a16:creationId xmlns:a16="http://schemas.microsoft.com/office/drawing/2014/main" id="{28F189CA-E794-4CF1-B156-545FD64E9695}"/>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먼저 관찰하고, 그다음 가설을 세운다</a:t>
            </a:r>
          </a:p>
        </p:txBody>
      </p:sp>
      <p:sp>
        <p:nvSpPr>
          <p:cNvPr id="4" name="">
            <a:extLst xmlns:a="http://schemas.openxmlformats.org/drawingml/2006/main">
              <a:ext uri="{FF2B5EF4-FFF2-40B4-BE49-F238E27FC236}">
                <a16:creationId xmlns:a16="http://schemas.microsoft.com/office/drawing/2014/main" id="{D2EAF1D5-0B44-43C9-90EE-CD8D80B72C71}"/>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DEMO-04A · 구성된 사례의 전제와 원인 가설">
            <a:extLst xmlns:a="http://schemas.openxmlformats.org/drawingml/2006/main">
              <a:ext uri="{FF2B5EF4-FFF2-40B4-BE49-F238E27FC236}">
                <a16:creationId xmlns:a16="http://schemas.microsoft.com/office/drawing/2014/main" id="{F8A472C4-FE9A-425F-BE79-5F7F33CEFFCA}"/>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DEMO-04A · 구성된 사례의 전제와 원인 가설</a:t>
            </a:r>
          </a:p>
        </p:txBody>
      </p:sp>
      <p:sp>
        <p:nvSpPr>
          <p:cNvPr id="6" name="가상 설정을 실제 Trial 관찰로 표현하지 않는다. 실행 결과는 아직 없다.">
            <a:extLst xmlns:a="http://schemas.openxmlformats.org/drawingml/2006/main">
              <a:ext uri="{FF2B5EF4-FFF2-40B4-BE49-F238E27FC236}">
                <a16:creationId xmlns:a16="http://schemas.microsoft.com/office/drawing/2014/main" id="{C283753D-23B2-4E3E-A015-080DFCD0E925}"/>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가상 설정을 실제 Trial 관찰로 표현하지 않는다. 실행 결과는 아직 없다.</a:t>
            </a:r>
          </a:p>
        </p:txBody>
      </p:sp>
      <p:sp>
        <p:nvSpPr>
          <p:cNvPr id="7" name="사례에 주어진 정보">
            <a:extLst xmlns:a="http://schemas.openxmlformats.org/drawingml/2006/main">
              <a:ext uri="{FF2B5EF4-FFF2-40B4-BE49-F238E27FC236}">
                <a16:creationId xmlns:a16="http://schemas.microsoft.com/office/drawing/2014/main" id="{26BE21C6-4686-4140-A840-E2DD2F319391}"/>
              </a:ext>
            </a:extLst>
          </p:cNvPr>
          <p:cNvSpPr>
            <a:spLocks xmlns:a="http://schemas.openxmlformats.org/drawingml/2006/main" noGrp="1"/>
          </p:cNvSpPr>
          <p:nvPr/>
        </p:nvSpPr>
        <p:spPr>
          <a:xfrm xmlns:a="http://schemas.openxmlformats.org/drawingml/2006/main">
            <a:off x="609600" y="222885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사례에 주어진 정보</a:t>
            </a:r>
          </a:p>
        </p:txBody>
      </p:sp>
      <p:sp>
        <p:nvSpPr>
          <p:cNvPr id="8" name="확인해야 할 가설">
            <a:extLst xmlns:a="http://schemas.openxmlformats.org/drawingml/2006/main">
              <a:ext uri="{FF2B5EF4-FFF2-40B4-BE49-F238E27FC236}">
                <a16:creationId xmlns:a16="http://schemas.microsoft.com/office/drawing/2014/main" id="{3AC17561-BD7C-4524-8CE9-0BBBDC2B5BDB}"/>
              </a:ext>
            </a:extLst>
          </p:cNvPr>
          <p:cNvSpPr>
            <a:spLocks xmlns:a="http://schemas.openxmlformats.org/drawingml/2006/main" noGrp="1"/>
          </p:cNvSpPr>
          <p:nvPr/>
        </p:nvSpPr>
        <p:spPr>
          <a:xfrm xmlns:a="http://schemas.openxmlformats.org/drawingml/2006/main">
            <a:off x="6705600" y="2228850"/>
            <a:ext cx="4876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805400"/>
                </a:solidFill>
                <a:latin typeface="Malgun Gothic"/>
                <a:ea typeface="Malgun Gothic"/>
                <a:cs typeface="Malgun Gothic"/>
              </a:defRPr>
            </a:defPPr>
            <a:lvl1pPr algn="l">
              <a:defRPr sz="2325" b="1">
                <a:solidFill>
                  <a:srgbClr val="805400"/>
                </a:solidFill>
                <a:latin typeface="Malgun Gothic"/>
                <a:ea typeface="Malgun Gothic"/>
                <a:cs typeface="Malgun Gothic"/>
              </a:defRPr>
            </a:lvl1pPr>
            <a:lvl2pPr algn="l">
              <a:defRPr sz="2325" b="1">
                <a:solidFill>
                  <a:srgbClr val="805400"/>
                </a:solidFill>
                <a:latin typeface="Malgun Gothic"/>
                <a:ea typeface="Malgun Gothic"/>
                <a:cs typeface="Malgun Gothic"/>
              </a:defRPr>
            </a:lvl2pPr>
            <a:lvl3pPr algn="l">
              <a:defRPr sz="2325" b="1">
                <a:solidFill>
                  <a:srgbClr val="805400"/>
                </a:solidFill>
                <a:latin typeface="Malgun Gothic"/>
                <a:ea typeface="Malgun Gothic"/>
                <a:cs typeface="Malgun Gothic"/>
              </a:defRPr>
            </a:lvl3pPr>
            <a:lvl4pPr algn="l">
              <a:defRPr sz="2325" b="1">
                <a:solidFill>
                  <a:srgbClr val="805400"/>
                </a:solidFill>
                <a:latin typeface="Malgun Gothic"/>
                <a:ea typeface="Malgun Gothic"/>
                <a:cs typeface="Malgun Gothic"/>
              </a:defRPr>
            </a:lvl4pPr>
            <a:lvl5pPr algn="l">
              <a:defRPr sz="2325" b="1">
                <a:solidFill>
                  <a:srgbClr val="805400"/>
                </a:solidFill>
                <a:latin typeface="Malgun Gothic"/>
                <a:ea typeface="Malgun Gothic"/>
                <a:cs typeface="Malgun Gothic"/>
              </a:defRPr>
            </a:lvl5pPr>
            <a:lvl6pPr algn="l">
              <a:defRPr sz="2325" b="1">
                <a:solidFill>
                  <a:srgbClr val="805400"/>
                </a:solidFill>
                <a:latin typeface="Malgun Gothic"/>
                <a:ea typeface="Malgun Gothic"/>
                <a:cs typeface="Malgun Gothic"/>
              </a:defRPr>
            </a:lvl6pPr>
            <a:lvl7pPr algn="l">
              <a:defRPr sz="2325" b="1">
                <a:solidFill>
                  <a:srgbClr val="805400"/>
                </a:solidFill>
                <a:latin typeface="Malgun Gothic"/>
                <a:ea typeface="Malgun Gothic"/>
                <a:cs typeface="Malgun Gothic"/>
              </a:defRPr>
            </a:lvl7pPr>
            <a:lvl8pPr algn="l">
              <a:defRPr sz="2325" b="1">
                <a:solidFill>
                  <a:srgbClr val="805400"/>
                </a:solidFill>
                <a:latin typeface="Malgun Gothic"/>
                <a:ea typeface="Malgun Gothic"/>
                <a:cs typeface="Malgun Gothic"/>
              </a:defRPr>
            </a:lvl8pPr>
            <a:lvl9pPr algn="l">
              <a:defRPr sz="2325" b="1">
                <a:solidFill>
                  <a:srgbClr val="805400"/>
                </a:solidFill>
                <a:latin typeface="Malgun Gothic"/>
                <a:ea typeface="Malgun Gothic"/>
                <a:cs typeface="Malgun Gothic"/>
              </a:defRPr>
            </a:lvl9pPr>
          </a:lstStyle>
          <a:p xmlns:a="http://schemas.openxmlformats.org/drawingml/2006/main">
            <a:pPr algn="l">
              <a:defRPr sz="2325" b="1">
                <a:solidFill>
                  <a:srgbClr val="805400"/>
                </a:solidFill>
                <a:latin typeface="Malgun Gothic"/>
                <a:ea typeface="Malgun Gothic"/>
                <a:cs typeface="Malgun Gothic"/>
              </a:defRPr>
            </a:pPr>
            <a:r>
              <a:rPr sz="2325" b="1">
                <a:solidFill>
                  <a:srgbClr val="805400"/>
                </a:solidFill>
                <a:latin typeface="Malgun Gothic"/>
                <a:ea typeface="Malgun Gothic"/>
                <a:cs typeface="Malgun Gothic"/>
              </a:rPr>
              <a:t>확인해야 할 가설</a:t>
            </a:r>
          </a:p>
        </p:txBody>
      </p:sp>
      <p:sp>
        <p:nvSpPr>
          <p:cNvPr id="9" name="">
            <a:extLst xmlns:a="http://schemas.openxmlformats.org/drawingml/2006/main">
              <a:ext uri="{FF2B5EF4-FFF2-40B4-BE49-F238E27FC236}">
                <a16:creationId xmlns:a16="http://schemas.microsoft.com/office/drawing/2014/main" id="{CFB58338-0FB8-498B-9186-412F0E3BD2C0}"/>
              </a:ext>
            </a:extLst>
          </p:cNvPr>
          <p:cNvSpPr>
            <a:spLocks xmlns:a="http://schemas.openxmlformats.org/drawingml/2006/main" noGrp="1"/>
          </p:cNvSpPr>
          <p:nvPr/>
        </p:nvSpPr>
        <p:spPr>
          <a:xfrm xmlns:a="http://schemas.openxmlformats.org/drawingml/2006/main">
            <a:off x="609600" y="2857500"/>
            <a:ext cx="48768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0" name="">
            <a:extLst xmlns:a="http://schemas.openxmlformats.org/drawingml/2006/main">
              <a:ext uri="{FF2B5EF4-FFF2-40B4-BE49-F238E27FC236}">
                <a16:creationId xmlns:a16="http://schemas.microsoft.com/office/drawing/2014/main" id="{DFDF7D8F-0180-41F7-A010-7042E7B98F54}"/>
              </a:ext>
            </a:extLst>
          </p:cNvPr>
          <p:cNvSpPr>
            <a:spLocks xmlns:a="http://schemas.openxmlformats.org/drawingml/2006/main" noGrp="1"/>
          </p:cNvSpPr>
          <p:nvPr/>
        </p:nvSpPr>
        <p:spPr>
          <a:xfrm xmlns:a="http://schemas.openxmlformats.org/drawingml/2006/main">
            <a:off x="6705600" y="2857500"/>
            <a:ext cx="4876800" cy="0"/>
          </a:xfrm>
          <a:prstGeom xmlns:a="http://schemas.openxmlformats.org/drawingml/2006/main" prst="line">
            <a:avLst/>
          </a:prstGeom>
          <a:noFill xmlns:a="http://schemas.openxmlformats.org/drawingml/2006/main"/>
          <a:ln xmlns:a="http://schemas.openxmlformats.org/drawingml/2006/main" w="28575">
            <a:solidFill>
              <a:srgbClr val="805400"/>
            </a:solidFill>
            <a:prstDash val="dash"/>
          </a:ln>
        </p:spPr>
      </p:sp>
      <p:sp>
        <p:nvSpPr>
          <p:cNvPr id="11" name="현재 기준: 단위 + 통합&#10;재사용 지침: 단위만">
            <a:extLst xmlns:a="http://schemas.openxmlformats.org/drawingml/2006/main">
              <a:ext uri="{FF2B5EF4-FFF2-40B4-BE49-F238E27FC236}">
                <a16:creationId xmlns:a16="http://schemas.microsoft.com/office/drawing/2014/main" id="{2A6572A6-02B9-4D93-A4D2-03021FF00094}"/>
              </a:ext>
            </a:extLst>
          </p:cNvPr>
          <p:cNvSpPr>
            <a:spLocks xmlns:a="http://schemas.openxmlformats.org/drawingml/2006/main" noGrp="1"/>
          </p:cNvSpPr>
          <p:nvPr/>
        </p:nvSpPr>
        <p:spPr>
          <a:xfrm xmlns:a="http://schemas.openxmlformats.org/drawingml/2006/main">
            <a:off x="609600" y="3114675"/>
            <a:ext cx="4876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Malgun Gothic"/>
                <a:ea typeface="Malgun Gothic"/>
                <a:cs typeface="Malgun Gothic"/>
              </a:defRPr>
            </a:defPPr>
            <a:lvl1pPr algn="l">
              <a:defRPr sz="2475" b="1">
                <a:solidFill>
                  <a:srgbClr val="17212B"/>
                </a:solidFill>
                <a:latin typeface="Malgun Gothic"/>
                <a:ea typeface="Malgun Gothic"/>
                <a:cs typeface="Malgun Gothic"/>
              </a:defRPr>
            </a:lvl1pPr>
            <a:lvl2pPr algn="l">
              <a:defRPr sz="2475" b="1">
                <a:solidFill>
                  <a:srgbClr val="17212B"/>
                </a:solidFill>
                <a:latin typeface="Malgun Gothic"/>
                <a:ea typeface="Malgun Gothic"/>
                <a:cs typeface="Malgun Gothic"/>
              </a:defRPr>
            </a:lvl2pPr>
            <a:lvl3pPr algn="l">
              <a:defRPr sz="2475" b="1">
                <a:solidFill>
                  <a:srgbClr val="17212B"/>
                </a:solidFill>
                <a:latin typeface="Malgun Gothic"/>
                <a:ea typeface="Malgun Gothic"/>
                <a:cs typeface="Malgun Gothic"/>
              </a:defRPr>
            </a:lvl3pPr>
            <a:lvl4pPr algn="l">
              <a:defRPr sz="2475" b="1">
                <a:solidFill>
                  <a:srgbClr val="17212B"/>
                </a:solidFill>
                <a:latin typeface="Malgun Gothic"/>
                <a:ea typeface="Malgun Gothic"/>
                <a:cs typeface="Malgun Gothic"/>
              </a:defRPr>
            </a:lvl4pPr>
            <a:lvl5pPr algn="l">
              <a:defRPr sz="2475" b="1">
                <a:solidFill>
                  <a:srgbClr val="17212B"/>
                </a:solidFill>
                <a:latin typeface="Malgun Gothic"/>
                <a:ea typeface="Malgun Gothic"/>
                <a:cs typeface="Malgun Gothic"/>
              </a:defRPr>
            </a:lvl5pPr>
            <a:lvl6pPr algn="l">
              <a:defRPr sz="2475" b="1">
                <a:solidFill>
                  <a:srgbClr val="17212B"/>
                </a:solidFill>
                <a:latin typeface="Malgun Gothic"/>
                <a:ea typeface="Malgun Gothic"/>
                <a:cs typeface="Malgun Gothic"/>
              </a:defRPr>
            </a:lvl6pPr>
            <a:lvl7pPr algn="l">
              <a:defRPr sz="2475" b="1">
                <a:solidFill>
                  <a:srgbClr val="17212B"/>
                </a:solidFill>
                <a:latin typeface="Malgun Gothic"/>
                <a:ea typeface="Malgun Gothic"/>
                <a:cs typeface="Malgun Gothic"/>
              </a:defRPr>
            </a:lvl7pPr>
            <a:lvl8pPr algn="l">
              <a:defRPr sz="2475" b="1">
                <a:solidFill>
                  <a:srgbClr val="17212B"/>
                </a:solidFill>
                <a:latin typeface="Malgun Gothic"/>
                <a:ea typeface="Malgun Gothic"/>
                <a:cs typeface="Malgun Gothic"/>
              </a:defRPr>
            </a:lvl8pPr>
            <a:lvl9pPr algn="l">
              <a:defRPr sz="2475" b="1">
                <a:solidFill>
                  <a:srgbClr val="17212B"/>
                </a:solidFill>
                <a:latin typeface="Malgun Gothic"/>
                <a:ea typeface="Malgun Gothic"/>
                <a:cs typeface="Malgun Gothic"/>
              </a:defRPr>
            </a:lvl9pPr>
          </a:lstStyle>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현재 기준: 단위 + 통합</a:t>
            </a:r>
          </a:p>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재사용 지침: 단위만</a:t>
            </a:r>
          </a:p>
        </p:txBody>
      </p:sp>
      <p:sp>
        <p:nvSpPr>
          <p:cNvPr id="12" name="오래된 Workflow가&#10;문제의 원인일 수 있다">
            <a:extLst xmlns:a="http://schemas.openxmlformats.org/drawingml/2006/main">
              <a:ext uri="{FF2B5EF4-FFF2-40B4-BE49-F238E27FC236}">
                <a16:creationId xmlns:a16="http://schemas.microsoft.com/office/drawing/2014/main" id="{05513CC1-CB04-4852-BBB4-D6184F43F895}"/>
              </a:ext>
            </a:extLst>
          </p:cNvPr>
          <p:cNvSpPr>
            <a:spLocks xmlns:a="http://schemas.openxmlformats.org/drawingml/2006/main" noGrp="1"/>
          </p:cNvSpPr>
          <p:nvPr/>
        </p:nvSpPr>
        <p:spPr>
          <a:xfrm xmlns:a="http://schemas.openxmlformats.org/drawingml/2006/main">
            <a:off x="6705600" y="3114675"/>
            <a:ext cx="4876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Malgun Gothic"/>
                <a:ea typeface="Malgun Gothic"/>
                <a:cs typeface="Malgun Gothic"/>
              </a:defRPr>
            </a:defPPr>
            <a:lvl1pPr algn="l">
              <a:defRPr sz="2475" b="1">
                <a:solidFill>
                  <a:srgbClr val="17212B"/>
                </a:solidFill>
                <a:latin typeface="Malgun Gothic"/>
                <a:ea typeface="Malgun Gothic"/>
                <a:cs typeface="Malgun Gothic"/>
              </a:defRPr>
            </a:lvl1pPr>
            <a:lvl2pPr algn="l">
              <a:defRPr sz="2475" b="1">
                <a:solidFill>
                  <a:srgbClr val="17212B"/>
                </a:solidFill>
                <a:latin typeface="Malgun Gothic"/>
                <a:ea typeface="Malgun Gothic"/>
                <a:cs typeface="Malgun Gothic"/>
              </a:defRPr>
            </a:lvl2pPr>
            <a:lvl3pPr algn="l">
              <a:defRPr sz="2475" b="1">
                <a:solidFill>
                  <a:srgbClr val="17212B"/>
                </a:solidFill>
                <a:latin typeface="Malgun Gothic"/>
                <a:ea typeface="Malgun Gothic"/>
                <a:cs typeface="Malgun Gothic"/>
              </a:defRPr>
            </a:lvl3pPr>
            <a:lvl4pPr algn="l">
              <a:defRPr sz="2475" b="1">
                <a:solidFill>
                  <a:srgbClr val="17212B"/>
                </a:solidFill>
                <a:latin typeface="Malgun Gothic"/>
                <a:ea typeface="Malgun Gothic"/>
                <a:cs typeface="Malgun Gothic"/>
              </a:defRPr>
            </a:lvl4pPr>
            <a:lvl5pPr algn="l">
              <a:defRPr sz="2475" b="1">
                <a:solidFill>
                  <a:srgbClr val="17212B"/>
                </a:solidFill>
                <a:latin typeface="Malgun Gothic"/>
                <a:ea typeface="Malgun Gothic"/>
                <a:cs typeface="Malgun Gothic"/>
              </a:defRPr>
            </a:lvl5pPr>
            <a:lvl6pPr algn="l">
              <a:defRPr sz="2475" b="1">
                <a:solidFill>
                  <a:srgbClr val="17212B"/>
                </a:solidFill>
                <a:latin typeface="Malgun Gothic"/>
                <a:ea typeface="Malgun Gothic"/>
                <a:cs typeface="Malgun Gothic"/>
              </a:defRPr>
            </a:lvl6pPr>
            <a:lvl7pPr algn="l">
              <a:defRPr sz="2475" b="1">
                <a:solidFill>
                  <a:srgbClr val="17212B"/>
                </a:solidFill>
                <a:latin typeface="Malgun Gothic"/>
                <a:ea typeface="Malgun Gothic"/>
                <a:cs typeface="Malgun Gothic"/>
              </a:defRPr>
            </a:lvl7pPr>
            <a:lvl8pPr algn="l">
              <a:defRPr sz="2475" b="1">
                <a:solidFill>
                  <a:srgbClr val="17212B"/>
                </a:solidFill>
                <a:latin typeface="Malgun Gothic"/>
                <a:ea typeface="Malgun Gothic"/>
                <a:cs typeface="Malgun Gothic"/>
              </a:defRPr>
            </a:lvl8pPr>
            <a:lvl9pPr algn="l">
              <a:defRPr sz="2475" b="1">
                <a:solidFill>
                  <a:srgbClr val="17212B"/>
                </a:solidFill>
                <a:latin typeface="Malgun Gothic"/>
                <a:ea typeface="Malgun Gothic"/>
                <a:cs typeface="Malgun Gothic"/>
              </a:defRPr>
            </a:lvl9pPr>
          </a:lstStyle>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오래된 Workflow가</a:t>
            </a:r>
          </a:p>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문제의 원인일 수 있다</a:t>
            </a:r>
          </a:p>
        </p:txBody>
      </p:sp>
      <p:sp>
        <p:nvSpPr>
          <p:cNvPr id="13" name="실행 경로와 실제로 읽은 지침을 대조해야 원인을 판단할 수 있다.">
            <a:extLst xmlns:a="http://schemas.openxmlformats.org/drawingml/2006/main">
              <a:ext uri="{FF2B5EF4-FFF2-40B4-BE49-F238E27FC236}">
                <a16:creationId xmlns:a16="http://schemas.microsoft.com/office/drawing/2014/main" id="{0AB7CA2D-5726-4666-9845-952732B1845A}"/>
              </a:ext>
            </a:extLst>
          </p:cNvPr>
          <p:cNvSpPr>
            <a:spLocks xmlns:a="http://schemas.openxmlformats.org/drawingml/2006/main" noGrp="1"/>
          </p:cNvSpPr>
          <p:nvPr/>
        </p:nvSpPr>
        <p:spPr>
          <a:xfrm xmlns:a="http://schemas.openxmlformats.org/drawingml/2006/main">
            <a:off x="609600" y="49149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실행 경로와 실제로 읽은 지침을 대조해야 원인을 판단할 수 있다.</a:t>
            </a:r>
          </a:p>
        </p:txBody>
      </p:sp>
      <p:sp>
        <p:nvSpPr>
          <p:cNvPr id="14" name="Legacy module connection">
            <a:extLst xmlns:a="http://schemas.openxmlformats.org/drawingml/2006/main">
              <a:ext uri="{FF2B5EF4-FFF2-40B4-BE49-F238E27FC236}">
                <a16:creationId xmlns:a16="http://schemas.microsoft.com/office/drawing/2014/main" id="{92EBCEC5-5819-46D5-9E1D-B313278F4D59}"/>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M6</a:t>
            </a:r>
          </a:p>
        </p:txBody>
      </p:sp>
    </p:spTree>
    <p:extLst>
      <p:ext uri="{BB962C8B-B14F-4D97-AF65-F5344CB8AC3E}">
        <p14:creationId xmlns:p14="http://schemas.microsoft.com/office/powerpoint/2010/main" val="330957760"/>
      </p:ext>
    </p:extLst>
  </p:cSld>
</p:sld>
</file>

<file path=ppt/slides/slide7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7" name="ACT 4 · CONCEPTUAL / 원인에 맞는 수정">
            <a:extLst xmlns:a="http://schemas.openxmlformats.org/drawingml/2006/main">
              <a:ext uri="{FF2B5EF4-FFF2-40B4-BE49-F238E27FC236}">
                <a16:creationId xmlns:a16="http://schemas.microsoft.com/office/drawing/2014/main" id="{9AD4C61C-2199-46C3-A303-151793022718}"/>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CONCEPTUAL / 원인에 맞는 수정</a:t>
            </a:r>
          </a:p>
        </p:txBody>
      </p:sp>
      <p:sp>
        <p:nvSpPr>
          <p:cNvPr id="2" name="S75">
            <a:extLst xmlns:a="http://schemas.openxmlformats.org/drawingml/2006/main">
              <a:ext uri="{FF2B5EF4-FFF2-40B4-BE49-F238E27FC236}">
                <a16:creationId xmlns:a16="http://schemas.microsoft.com/office/drawing/2014/main" id="{6B05E6D6-5EE1-41E3-847D-8CE4FD69FFE0}"/>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S75</a:t>
            </a:r>
          </a:p>
        </p:txBody>
      </p:sp>
      <p:sp>
        <p:nvSpPr>
          <p:cNvPr id="3" name="Cause가 지지하는 최소 변경">
            <a:extLst xmlns:a="http://schemas.openxmlformats.org/drawingml/2006/main">
              <a:ext uri="{FF2B5EF4-FFF2-40B4-BE49-F238E27FC236}">
                <a16:creationId xmlns:a16="http://schemas.microsoft.com/office/drawing/2014/main" id="{107D50D1-A88A-408D-81A6-113B52FDB575}"/>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Cause가 지지하는 최소 변경</a:t>
            </a:r>
          </a:p>
        </p:txBody>
      </p:sp>
      <p:sp>
        <p:nvSpPr>
          <p:cNvPr id="4" name="">
            <a:extLst xmlns:a="http://schemas.openxmlformats.org/drawingml/2006/main">
              <a:ext uri="{FF2B5EF4-FFF2-40B4-BE49-F238E27FC236}">
                <a16:creationId xmlns:a16="http://schemas.microsoft.com/office/drawing/2014/main" id="{BDB3737C-F513-4021-9D30-4CBDC625EEF7}"/>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DEMO-04A · 원인이 확인됐다고 가정한 변경 설계">
            <a:extLst xmlns:a="http://schemas.openxmlformats.org/drawingml/2006/main">
              <a:ext uri="{FF2B5EF4-FFF2-40B4-BE49-F238E27FC236}">
                <a16:creationId xmlns:a16="http://schemas.microsoft.com/office/drawing/2014/main" id="{CF85EE18-FAF5-48B2-9E56-AF8F9C759A54}"/>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DEMO-04A · 원인이 확인됐다고 가정한 변경 설계</a:t>
            </a:r>
          </a:p>
        </p:txBody>
      </p:sp>
      <p:sp>
        <p:nvSpPr>
          <p:cNvPr id="6" name="실제 코드·Skill 수정 또는 실행 결과가 아니다. 관련 없는 규칙은 임의로 바꾸지 않는다.">
            <a:extLst xmlns:a="http://schemas.openxmlformats.org/drawingml/2006/main">
              <a:ext uri="{FF2B5EF4-FFF2-40B4-BE49-F238E27FC236}">
                <a16:creationId xmlns:a16="http://schemas.microsoft.com/office/drawing/2014/main" id="{F8853A0A-DA81-4095-BCB9-FF00E3856C5A}"/>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실제 코드·Skill 수정 또는 실행 결과가 아니다. 관련 없는 규칙은 임의로 바꾸지 않는다.</a:t>
            </a:r>
          </a:p>
        </p:txBody>
      </p:sp>
      <p:sp>
        <p:nvSpPr>
          <p:cNvPr id="7" name="Workflow가 원인으로 확인됐다면">
            <a:extLst xmlns:a="http://schemas.openxmlformats.org/drawingml/2006/main">
              <a:ext uri="{FF2B5EF4-FFF2-40B4-BE49-F238E27FC236}">
                <a16:creationId xmlns:a16="http://schemas.microsoft.com/office/drawing/2014/main" id="{1B9694B1-12B5-49CA-B2F4-447EE1E38E88}"/>
              </a:ext>
            </a:extLst>
          </p:cNvPr>
          <p:cNvSpPr>
            <a:spLocks xmlns:a="http://schemas.openxmlformats.org/drawingml/2006/main" noGrp="1"/>
          </p:cNvSpPr>
          <p:nvPr/>
        </p:nvSpPr>
        <p:spPr>
          <a:xfrm xmlns:a="http://schemas.openxmlformats.org/drawingml/2006/main">
            <a:off x="609600" y="21145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805400"/>
                </a:solidFill>
                <a:latin typeface="Malgun Gothic"/>
                <a:ea typeface="Malgun Gothic"/>
                <a:cs typeface="Malgun Gothic"/>
              </a:defRPr>
            </a:defPPr>
            <a:lvl1pPr algn="l">
              <a:defRPr sz="2550" b="1">
                <a:solidFill>
                  <a:srgbClr val="805400"/>
                </a:solidFill>
                <a:latin typeface="Malgun Gothic"/>
                <a:ea typeface="Malgun Gothic"/>
                <a:cs typeface="Malgun Gothic"/>
              </a:defRPr>
            </a:lvl1pPr>
            <a:lvl2pPr algn="l">
              <a:defRPr sz="2550" b="1">
                <a:solidFill>
                  <a:srgbClr val="805400"/>
                </a:solidFill>
                <a:latin typeface="Malgun Gothic"/>
                <a:ea typeface="Malgun Gothic"/>
                <a:cs typeface="Malgun Gothic"/>
              </a:defRPr>
            </a:lvl2pPr>
            <a:lvl3pPr algn="l">
              <a:defRPr sz="2550" b="1">
                <a:solidFill>
                  <a:srgbClr val="805400"/>
                </a:solidFill>
                <a:latin typeface="Malgun Gothic"/>
                <a:ea typeface="Malgun Gothic"/>
                <a:cs typeface="Malgun Gothic"/>
              </a:defRPr>
            </a:lvl3pPr>
            <a:lvl4pPr algn="l">
              <a:defRPr sz="2550" b="1">
                <a:solidFill>
                  <a:srgbClr val="805400"/>
                </a:solidFill>
                <a:latin typeface="Malgun Gothic"/>
                <a:ea typeface="Malgun Gothic"/>
                <a:cs typeface="Malgun Gothic"/>
              </a:defRPr>
            </a:lvl4pPr>
            <a:lvl5pPr algn="l">
              <a:defRPr sz="2550" b="1">
                <a:solidFill>
                  <a:srgbClr val="805400"/>
                </a:solidFill>
                <a:latin typeface="Malgun Gothic"/>
                <a:ea typeface="Malgun Gothic"/>
                <a:cs typeface="Malgun Gothic"/>
              </a:defRPr>
            </a:lvl5pPr>
            <a:lvl6pPr algn="l">
              <a:defRPr sz="2550" b="1">
                <a:solidFill>
                  <a:srgbClr val="805400"/>
                </a:solidFill>
                <a:latin typeface="Malgun Gothic"/>
                <a:ea typeface="Malgun Gothic"/>
                <a:cs typeface="Malgun Gothic"/>
              </a:defRPr>
            </a:lvl6pPr>
            <a:lvl7pPr algn="l">
              <a:defRPr sz="2550" b="1">
                <a:solidFill>
                  <a:srgbClr val="805400"/>
                </a:solidFill>
                <a:latin typeface="Malgun Gothic"/>
                <a:ea typeface="Malgun Gothic"/>
                <a:cs typeface="Malgun Gothic"/>
              </a:defRPr>
            </a:lvl7pPr>
            <a:lvl8pPr algn="l">
              <a:defRPr sz="2550" b="1">
                <a:solidFill>
                  <a:srgbClr val="805400"/>
                </a:solidFill>
                <a:latin typeface="Malgun Gothic"/>
                <a:ea typeface="Malgun Gothic"/>
                <a:cs typeface="Malgun Gothic"/>
              </a:defRPr>
            </a:lvl8pPr>
            <a:lvl9pPr algn="l">
              <a:defRPr sz="2550" b="1">
                <a:solidFill>
                  <a:srgbClr val="805400"/>
                </a:solidFill>
                <a:latin typeface="Malgun Gothic"/>
                <a:ea typeface="Malgun Gothic"/>
                <a:cs typeface="Malgun Gothic"/>
              </a:defRPr>
            </a:lvl9pPr>
          </a:lstStyle>
          <a:p xmlns:a="http://schemas.openxmlformats.org/drawingml/2006/main">
            <a:pPr algn="l">
              <a:defRPr sz="2550" b="1">
                <a:solidFill>
                  <a:srgbClr val="805400"/>
                </a:solidFill>
                <a:latin typeface="Malgun Gothic"/>
                <a:ea typeface="Malgun Gothic"/>
                <a:cs typeface="Malgun Gothic"/>
              </a:defRPr>
            </a:pPr>
            <a:r>
              <a:rPr sz="2550" b="1">
                <a:solidFill>
                  <a:srgbClr val="805400"/>
                </a:solidFill>
                <a:latin typeface="Malgun Gothic"/>
                <a:ea typeface="Malgun Gothic"/>
                <a:cs typeface="Malgun Gothic"/>
              </a:rPr>
              <a:t>Workflow가 원인으로 확인됐다면</a:t>
            </a:r>
          </a:p>
        </p:txBody>
      </p:sp>
      <p:sp>
        <p:nvSpPr>
          <p:cNvPr id="8" name="기존 재사용 지침">
            <a:extLst xmlns:a="http://schemas.openxmlformats.org/drawingml/2006/main">
              <a:ext uri="{FF2B5EF4-FFF2-40B4-BE49-F238E27FC236}">
                <a16:creationId xmlns:a16="http://schemas.microsoft.com/office/drawing/2014/main" id="{48A4343E-ED35-49B6-864B-C5430FAE8425}"/>
              </a:ext>
            </a:extLst>
          </p:cNvPr>
          <p:cNvSpPr>
            <a:spLocks xmlns:a="http://schemas.openxmlformats.org/drawingml/2006/main" noGrp="1"/>
          </p:cNvSpPr>
          <p:nvPr/>
        </p:nvSpPr>
        <p:spPr>
          <a:xfrm xmlns:a="http://schemas.openxmlformats.org/drawingml/2006/main">
            <a:off x="609600" y="30670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4D5A68"/>
                </a:solidFill>
                <a:latin typeface="Malgun Gothic"/>
                <a:ea typeface="Malgun Gothic"/>
                <a:cs typeface="Malgun Gothic"/>
              </a:defRPr>
            </a:defPPr>
            <a:lvl1pPr algn="l">
              <a:defRPr sz="2175" b="1">
                <a:solidFill>
                  <a:srgbClr val="4D5A68"/>
                </a:solidFill>
                <a:latin typeface="Malgun Gothic"/>
                <a:ea typeface="Malgun Gothic"/>
                <a:cs typeface="Malgun Gothic"/>
              </a:defRPr>
            </a:lvl1pPr>
            <a:lvl2pPr algn="l">
              <a:defRPr sz="2175" b="1">
                <a:solidFill>
                  <a:srgbClr val="4D5A68"/>
                </a:solidFill>
                <a:latin typeface="Malgun Gothic"/>
                <a:ea typeface="Malgun Gothic"/>
                <a:cs typeface="Malgun Gothic"/>
              </a:defRPr>
            </a:lvl2pPr>
            <a:lvl3pPr algn="l">
              <a:defRPr sz="2175" b="1">
                <a:solidFill>
                  <a:srgbClr val="4D5A68"/>
                </a:solidFill>
                <a:latin typeface="Malgun Gothic"/>
                <a:ea typeface="Malgun Gothic"/>
                <a:cs typeface="Malgun Gothic"/>
              </a:defRPr>
            </a:lvl3pPr>
            <a:lvl4pPr algn="l">
              <a:defRPr sz="2175" b="1">
                <a:solidFill>
                  <a:srgbClr val="4D5A68"/>
                </a:solidFill>
                <a:latin typeface="Malgun Gothic"/>
                <a:ea typeface="Malgun Gothic"/>
                <a:cs typeface="Malgun Gothic"/>
              </a:defRPr>
            </a:lvl4pPr>
            <a:lvl5pPr algn="l">
              <a:defRPr sz="2175" b="1">
                <a:solidFill>
                  <a:srgbClr val="4D5A68"/>
                </a:solidFill>
                <a:latin typeface="Malgun Gothic"/>
                <a:ea typeface="Malgun Gothic"/>
                <a:cs typeface="Malgun Gothic"/>
              </a:defRPr>
            </a:lvl5pPr>
            <a:lvl6pPr algn="l">
              <a:defRPr sz="2175" b="1">
                <a:solidFill>
                  <a:srgbClr val="4D5A68"/>
                </a:solidFill>
                <a:latin typeface="Malgun Gothic"/>
                <a:ea typeface="Malgun Gothic"/>
                <a:cs typeface="Malgun Gothic"/>
              </a:defRPr>
            </a:lvl6pPr>
            <a:lvl7pPr algn="l">
              <a:defRPr sz="2175" b="1">
                <a:solidFill>
                  <a:srgbClr val="4D5A68"/>
                </a:solidFill>
                <a:latin typeface="Malgun Gothic"/>
                <a:ea typeface="Malgun Gothic"/>
                <a:cs typeface="Malgun Gothic"/>
              </a:defRPr>
            </a:lvl7pPr>
            <a:lvl8pPr algn="l">
              <a:defRPr sz="2175" b="1">
                <a:solidFill>
                  <a:srgbClr val="4D5A68"/>
                </a:solidFill>
                <a:latin typeface="Malgun Gothic"/>
                <a:ea typeface="Malgun Gothic"/>
                <a:cs typeface="Malgun Gothic"/>
              </a:defRPr>
            </a:lvl8pPr>
            <a:lvl9pPr algn="l">
              <a:defRPr sz="2175" b="1">
                <a:solidFill>
                  <a:srgbClr val="4D5A68"/>
                </a:solidFill>
                <a:latin typeface="Malgun Gothic"/>
                <a:ea typeface="Malgun Gothic"/>
                <a:cs typeface="Malgun Gothic"/>
              </a:defRPr>
            </a:lvl9pPr>
          </a:lstStyle>
          <a:p xmlns:a="http://schemas.openxmlformats.org/drawingml/2006/main">
            <a:pPr algn="l">
              <a:defRPr sz="2175" b="1">
                <a:solidFill>
                  <a:srgbClr val="4D5A68"/>
                </a:solidFill>
                <a:latin typeface="Malgun Gothic"/>
                <a:ea typeface="Malgun Gothic"/>
                <a:cs typeface="Malgun Gothic"/>
              </a:defRPr>
            </a:pPr>
            <a:r>
              <a:rPr sz="2175" b="1">
                <a:solidFill>
                  <a:srgbClr val="4D5A68"/>
                </a:solidFill>
                <a:latin typeface="Malgun Gothic"/>
                <a:ea typeface="Malgun Gothic"/>
                <a:cs typeface="Malgun Gothic"/>
              </a:rPr>
              <a:t>기존 재사용 지침</a:t>
            </a:r>
          </a:p>
        </p:txBody>
      </p:sp>
      <p:sp>
        <p:nvSpPr>
          <p:cNvPr id="9" name="갱신할 지침">
            <a:extLst xmlns:a="http://schemas.openxmlformats.org/drawingml/2006/main">
              <a:ext uri="{FF2B5EF4-FFF2-40B4-BE49-F238E27FC236}">
                <a16:creationId xmlns:a16="http://schemas.microsoft.com/office/drawing/2014/main" id="{FAE826A1-77F0-42DB-9A7B-8381FC5E58D7}"/>
              </a:ext>
            </a:extLst>
          </p:cNvPr>
          <p:cNvSpPr>
            <a:spLocks xmlns:a="http://schemas.openxmlformats.org/drawingml/2006/main" noGrp="1"/>
          </p:cNvSpPr>
          <p:nvPr/>
        </p:nvSpPr>
        <p:spPr>
          <a:xfrm xmlns:a="http://schemas.openxmlformats.org/drawingml/2006/main">
            <a:off x="6705600" y="3067050"/>
            <a:ext cx="4876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갱신할 지침</a:t>
            </a:r>
          </a:p>
        </p:txBody>
      </p:sp>
      <p:sp>
        <p:nvSpPr>
          <p:cNvPr id="10" name="">
            <a:extLst xmlns:a="http://schemas.openxmlformats.org/drawingml/2006/main">
              <a:ext uri="{FF2B5EF4-FFF2-40B4-BE49-F238E27FC236}">
                <a16:creationId xmlns:a16="http://schemas.microsoft.com/office/drawing/2014/main" id="{E9496753-D87B-4821-8298-4C572C95FBC0}"/>
              </a:ext>
            </a:extLst>
          </p:cNvPr>
          <p:cNvSpPr>
            <a:spLocks xmlns:a="http://schemas.openxmlformats.org/drawingml/2006/main" noGrp="1"/>
          </p:cNvSpPr>
          <p:nvPr/>
        </p:nvSpPr>
        <p:spPr>
          <a:xfrm xmlns:a="http://schemas.openxmlformats.org/drawingml/2006/main">
            <a:off x="609600" y="3609975"/>
            <a:ext cx="4876800" cy="0"/>
          </a:xfrm>
          <a:prstGeom xmlns:a="http://schemas.openxmlformats.org/drawingml/2006/main" prst="line">
            <a:avLst/>
          </a:prstGeom>
          <a:noFill xmlns:a="http://schemas.openxmlformats.org/drawingml/2006/main"/>
          <a:ln xmlns:a="http://schemas.openxmlformats.org/drawingml/2006/main" w="28575">
            <a:solidFill>
              <a:srgbClr val="805400"/>
            </a:solidFill>
            <a:prstDash val="dash"/>
          </a:ln>
        </p:spPr>
      </p:sp>
      <p:sp>
        <p:nvSpPr>
          <p:cNvPr id="11" name="">
            <a:extLst xmlns:a="http://schemas.openxmlformats.org/drawingml/2006/main">
              <a:ext uri="{FF2B5EF4-FFF2-40B4-BE49-F238E27FC236}">
                <a16:creationId xmlns:a16="http://schemas.microsoft.com/office/drawing/2014/main" id="{93D24CEC-4A3F-4AA9-904E-361B982CC87B}"/>
              </a:ext>
            </a:extLst>
          </p:cNvPr>
          <p:cNvSpPr>
            <a:spLocks xmlns:a="http://schemas.openxmlformats.org/drawingml/2006/main" noGrp="1"/>
          </p:cNvSpPr>
          <p:nvPr/>
        </p:nvSpPr>
        <p:spPr>
          <a:xfrm xmlns:a="http://schemas.openxmlformats.org/drawingml/2006/main">
            <a:off x="6705600" y="3609975"/>
            <a:ext cx="48768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2" name="단위 테스트를 확인">
            <a:extLst xmlns:a="http://schemas.openxmlformats.org/drawingml/2006/main">
              <a:ext uri="{FF2B5EF4-FFF2-40B4-BE49-F238E27FC236}">
                <a16:creationId xmlns:a16="http://schemas.microsoft.com/office/drawing/2014/main" id="{D95F072B-F222-4E0A-B5E6-8E3E09CFEDB4}"/>
              </a:ext>
            </a:extLst>
          </p:cNvPr>
          <p:cNvSpPr>
            <a:spLocks xmlns:a="http://schemas.openxmlformats.org/drawingml/2006/main" noGrp="1"/>
          </p:cNvSpPr>
          <p:nvPr/>
        </p:nvSpPr>
        <p:spPr>
          <a:xfrm xmlns:a="http://schemas.openxmlformats.org/drawingml/2006/main">
            <a:off x="609600" y="3914775"/>
            <a:ext cx="4876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17212B"/>
                </a:solidFill>
                <a:latin typeface="Malgun Gothic"/>
                <a:ea typeface="Malgun Gothic"/>
                <a:cs typeface="Malgun Gothic"/>
              </a:defRPr>
            </a:defPPr>
            <a:lvl1pPr algn="l">
              <a:defRPr sz="2700" b="1">
                <a:solidFill>
                  <a:srgbClr val="17212B"/>
                </a:solidFill>
                <a:latin typeface="Malgun Gothic"/>
                <a:ea typeface="Malgun Gothic"/>
                <a:cs typeface="Malgun Gothic"/>
              </a:defRPr>
            </a:lvl1pPr>
            <a:lvl2pPr algn="l">
              <a:defRPr sz="2700" b="1">
                <a:solidFill>
                  <a:srgbClr val="17212B"/>
                </a:solidFill>
                <a:latin typeface="Malgun Gothic"/>
                <a:ea typeface="Malgun Gothic"/>
                <a:cs typeface="Malgun Gothic"/>
              </a:defRPr>
            </a:lvl2pPr>
            <a:lvl3pPr algn="l">
              <a:defRPr sz="2700" b="1">
                <a:solidFill>
                  <a:srgbClr val="17212B"/>
                </a:solidFill>
                <a:latin typeface="Malgun Gothic"/>
                <a:ea typeface="Malgun Gothic"/>
                <a:cs typeface="Malgun Gothic"/>
              </a:defRPr>
            </a:lvl3pPr>
            <a:lvl4pPr algn="l">
              <a:defRPr sz="2700" b="1">
                <a:solidFill>
                  <a:srgbClr val="17212B"/>
                </a:solidFill>
                <a:latin typeface="Malgun Gothic"/>
                <a:ea typeface="Malgun Gothic"/>
                <a:cs typeface="Malgun Gothic"/>
              </a:defRPr>
            </a:lvl4pPr>
            <a:lvl5pPr algn="l">
              <a:defRPr sz="2700" b="1">
                <a:solidFill>
                  <a:srgbClr val="17212B"/>
                </a:solidFill>
                <a:latin typeface="Malgun Gothic"/>
                <a:ea typeface="Malgun Gothic"/>
                <a:cs typeface="Malgun Gothic"/>
              </a:defRPr>
            </a:lvl5pPr>
            <a:lvl6pPr algn="l">
              <a:defRPr sz="2700" b="1">
                <a:solidFill>
                  <a:srgbClr val="17212B"/>
                </a:solidFill>
                <a:latin typeface="Malgun Gothic"/>
                <a:ea typeface="Malgun Gothic"/>
                <a:cs typeface="Malgun Gothic"/>
              </a:defRPr>
            </a:lvl6pPr>
            <a:lvl7pPr algn="l">
              <a:defRPr sz="2700" b="1">
                <a:solidFill>
                  <a:srgbClr val="17212B"/>
                </a:solidFill>
                <a:latin typeface="Malgun Gothic"/>
                <a:ea typeface="Malgun Gothic"/>
                <a:cs typeface="Malgun Gothic"/>
              </a:defRPr>
            </a:lvl7pPr>
            <a:lvl8pPr algn="l">
              <a:defRPr sz="2700" b="1">
                <a:solidFill>
                  <a:srgbClr val="17212B"/>
                </a:solidFill>
                <a:latin typeface="Malgun Gothic"/>
                <a:ea typeface="Malgun Gothic"/>
                <a:cs typeface="Malgun Gothic"/>
              </a:defRPr>
            </a:lvl8pPr>
            <a:lvl9pPr algn="l">
              <a:defRPr sz="2700" b="1">
                <a:solidFill>
                  <a:srgbClr val="17212B"/>
                </a:solidFill>
                <a:latin typeface="Malgun Gothic"/>
                <a:ea typeface="Malgun Gothic"/>
                <a:cs typeface="Malgun Gothic"/>
              </a:defRPr>
            </a:lvl9pPr>
          </a:lstStyle>
          <a:p xmlns:a="http://schemas.openxmlformats.org/drawingml/2006/main">
            <a:pPr algn="l">
              <a:defRPr sz="2700" b="1">
                <a:solidFill>
                  <a:srgbClr val="17212B"/>
                </a:solidFill>
                <a:latin typeface="Malgun Gothic"/>
                <a:ea typeface="Malgun Gothic"/>
                <a:cs typeface="Malgun Gothic"/>
              </a:defRPr>
            </a:pPr>
            <a:r>
              <a:rPr sz="2700" b="1">
                <a:solidFill>
                  <a:srgbClr val="17212B"/>
                </a:solidFill>
                <a:latin typeface="Malgun Gothic"/>
                <a:ea typeface="Malgun Gothic"/>
                <a:cs typeface="Malgun Gothic"/>
              </a:rPr>
              <a:t>단위 테스트를 확인</a:t>
            </a:r>
          </a:p>
        </p:txBody>
      </p:sp>
      <p:sp>
        <p:nvSpPr>
          <p:cNvPr id="13" name="">
            <a:extLst xmlns:a="http://schemas.openxmlformats.org/drawingml/2006/main">
              <a:ext uri="{FF2B5EF4-FFF2-40B4-BE49-F238E27FC236}">
                <a16:creationId xmlns:a16="http://schemas.microsoft.com/office/drawing/2014/main" id="{2B65E837-4641-4250-8C9D-6BBE7A9DDAC2}"/>
              </a:ext>
            </a:extLst>
          </p:cNvPr>
          <p:cNvSpPr>
            <a:spLocks xmlns:a="http://schemas.openxmlformats.org/drawingml/2006/main" noGrp="1"/>
          </p:cNvSpPr>
          <p:nvPr/>
        </p:nvSpPr>
        <p:spPr>
          <a:xfrm xmlns:a="http://schemas.openxmlformats.org/drawingml/2006/main">
            <a:off x="5715000" y="4010025"/>
            <a:ext cx="609600" cy="2476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4" name="단위 + 통합 테스트 확인">
            <a:extLst xmlns:a="http://schemas.openxmlformats.org/drawingml/2006/main">
              <a:ext uri="{FF2B5EF4-FFF2-40B4-BE49-F238E27FC236}">
                <a16:creationId xmlns:a16="http://schemas.microsoft.com/office/drawing/2014/main" id="{D50DAD41-EA58-4045-AE5C-89EC7994A518}"/>
              </a:ext>
            </a:extLst>
          </p:cNvPr>
          <p:cNvSpPr>
            <a:spLocks xmlns:a="http://schemas.openxmlformats.org/drawingml/2006/main" noGrp="1"/>
          </p:cNvSpPr>
          <p:nvPr/>
        </p:nvSpPr>
        <p:spPr>
          <a:xfrm xmlns:a="http://schemas.openxmlformats.org/drawingml/2006/main">
            <a:off x="6705600" y="3914775"/>
            <a:ext cx="4876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7212B"/>
                </a:solidFill>
                <a:latin typeface="Malgun Gothic"/>
                <a:ea typeface="Malgun Gothic"/>
                <a:cs typeface="Malgun Gothic"/>
              </a:defRPr>
            </a:defPPr>
            <a:lvl1pPr algn="l">
              <a:defRPr sz="2550" b="1">
                <a:solidFill>
                  <a:srgbClr val="17212B"/>
                </a:solidFill>
                <a:latin typeface="Malgun Gothic"/>
                <a:ea typeface="Malgun Gothic"/>
                <a:cs typeface="Malgun Gothic"/>
              </a:defRPr>
            </a:lvl1pPr>
            <a:lvl2pPr algn="l">
              <a:defRPr sz="2550" b="1">
                <a:solidFill>
                  <a:srgbClr val="17212B"/>
                </a:solidFill>
                <a:latin typeface="Malgun Gothic"/>
                <a:ea typeface="Malgun Gothic"/>
                <a:cs typeface="Malgun Gothic"/>
              </a:defRPr>
            </a:lvl2pPr>
            <a:lvl3pPr algn="l">
              <a:defRPr sz="2550" b="1">
                <a:solidFill>
                  <a:srgbClr val="17212B"/>
                </a:solidFill>
                <a:latin typeface="Malgun Gothic"/>
                <a:ea typeface="Malgun Gothic"/>
                <a:cs typeface="Malgun Gothic"/>
              </a:defRPr>
            </a:lvl3pPr>
            <a:lvl4pPr algn="l">
              <a:defRPr sz="2550" b="1">
                <a:solidFill>
                  <a:srgbClr val="17212B"/>
                </a:solidFill>
                <a:latin typeface="Malgun Gothic"/>
                <a:ea typeface="Malgun Gothic"/>
                <a:cs typeface="Malgun Gothic"/>
              </a:defRPr>
            </a:lvl4pPr>
            <a:lvl5pPr algn="l">
              <a:defRPr sz="2550" b="1">
                <a:solidFill>
                  <a:srgbClr val="17212B"/>
                </a:solidFill>
                <a:latin typeface="Malgun Gothic"/>
                <a:ea typeface="Malgun Gothic"/>
                <a:cs typeface="Malgun Gothic"/>
              </a:defRPr>
            </a:lvl5pPr>
            <a:lvl6pPr algn="l">
              <a:defRPr sz="2550" b="1">
                <a:solidFill>
                  <a:srgbClr val="17212B"/>
                </a:solidFill>
                <a:latin typeface="Malgun Gothic"/>
                <a:ea typeface="Malgun Gothic"/>
                <a:cs typeface="Malgun Gothic"/>
              </a:defRPr>
            </a:lvl6pPr>
            <a:lvl7pPr algn="l">
              <a:defRPr sz="2550" b="1">
                <a:solidFill>
                  <a:srgbClr val="17212B"/>
                </a:solidFill>
                <a:latin typeface="Malgun Gothic"/>
                <a:ea typeface="Malgun Gothic"/>
                <a:cs typeface="Malgun Gothic"/>
              </a:defRPr>
            </a:lvl7pPr>
            <a:lvl8pPr algn="l">
              <a:defRPr sz="2550" b="1">
                <a:solidFill>
                  <a:srgbClr val="17212B"/>
                </a:solidFill>
                <a:latin typeface="Malgun Gothic"/>
                <a:ea typeface="Malgun Gothic"/>
                <a:cs typeface="Malgun Gothic"/>
              </a:defRPr>
            </a:lvl8pPr>
            <a:lvl9pPr algn="l">
              <a:defRPr sz="2550" b="1">
                <a:solidFill>
                  <a:srgbClr val="17212B"/>
                </a:solidFill>
                <a:latin typeface="Malgun Gothic"/>
                <a:ea typeface="Malgun Gothic"/>
                <a:cs typeface="Malgun Gothic"/>
              </a:defRPr>
            </a:lvl9pPr>
          </a:lstStyle>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단위 + 통합 테스트 확인</a:t>
            </a:r>
          </a:p>
        </p:txBody>
      </p:sp>
      <p:sp>
        <p:nvSpPr>
          <p:cNvPr id="15" name="원인이 뒷받침하는 범위까지 바꾼다.">
            <a:extLst xmlns:a="http://schemas.openxmlformats.org/drawingml/2006/main">
              <a:ext uri="{FF2B5EF4-FFF2-40B4-BE49-F238E27FC236}">
                <a16:creationId xmlns:a16="http://schemas.microsoft.com/office/drawing/2014/main" id="{F4C1B54E-54A3-4FA3-B718-24A74741336A}"/>
              </a:ext>
            </a:extLst>
          </p:cNvPr>
          <p:cNvSpPr>
            <a:spLocks xmlns:a="http://schemas.openxmlformats.org/drawingml/2006/main" noGrp="1"/>
          </p:cNvSpPr>
          <p:nvPr/>
        </p:nvSpPr>
        <p:spPr>
          <a:xfrm xmlns:a="http://schemas.openxmlformats.org/drawingml/2006/main">
            <a:off x="609600" y="50768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0B6172"/>
                </a:solidFill>
                <a:latin typeface="Malgun Gothic"/>
                <a:ea typeface="Malgun Gothic"/>
                <a:cs typeface="Malgun Gothic"/>
              </a:defRPr>
            </a:defPPr>
            <a:lvl1pPr algn="l">
              <a:defRPr sz="2625" b="1">
                <a:solidFill>
                  <a:srgbClr val="0B6172"/>
                </a:solidFill>
                <a:latin typeface="Malgun Gothic"/>
                <a:ea typeface="Malgun Gothic"/>
                <a:cs typeface="Malgun Gothic"/>
              </a:defRPr>
            </a:lvl1pPr>
            <a:lvl2pPr algn="l">
              <a:defRPr sz="2625" b="1">
                <a:solidFill>
                  <a:srgbClr val="0B6172"/>
                </a:solidFill>
                <a:latin typeface="Malgun Gothic"/>
                <a:ea typeface="Malgun Gothic"/>
                <a:cs typeface="Malgun Gothic"/>
              </a:defRPr>
            </a:lvl2pPr>
            <a:lvl3pPr algn="l">
              <a:defRPr sz="2625" b="1">
                <a:solidFill>
                  <a:srgbClr val="0B6172"/>
                </a:solidFill>
                <a:latin typeface="Malgun Gothic"/>
                <a:ea typeface="Malgun Gothic"/>
                <a:cs typeface="Malgun Gothic"/>
              </a:defRPr>
            </a:lvl3pPr>
            <a:lvl4pPr algn="l">
              <a:defRPr sz="2625" b="1">
                <a:solidFill>
                  <a:srgbClr val="0B6172"/>
                </a:solidFill>
                <a:latin typeface="Malgun Gothic"/>
                <a:ea typeface="Malgun Gothic"/>
                <a:cs typeface="Malgun Gothic"/>
              </a:defRPr>
            </a:lvl4pPr>
            <a:lvl5pPr algn="l">
              <a:defRPr sz="2625" b="1">
                <a:solidFill>
                  <a:srgbClr val="0B6172"/>
                </a:solidFill>
                <a:latin typeface="Malgun Gothic"/>
                <a:ea typeface="Malgun Gothic"/>
                <a:cs typeface="Malgun Gothic"/>
              </a:defRPr>
            </a:lvl5pPr>
            <a:lvl6pPr algn="l">
              <a:defRPr sz="2625" b="1">
                <a:solidFill>
                  <a:srgbClr val="0B6172"/>
                </a:solidFill>
                <a:latin typeface="Malgun Gothic"/>
                <a:ea typeface="Malgun Gothic"/>
                <a:cs typeface="Malgun Gothic"/>
              </a:defRPr>
            </a:lvl6pPr>
            <a:lvl7pPr algn="l">
              <a:defRPr sz="2625" b="1">
                <a:solidFill>
                  <a:srgbClr val="0B6172"/>
                </a:solidFill>
                <a:latin typeface="Malgun Gothic"/>
                <a:ea typeface="Malgun Gothic"/>
                <a:cs typeface="Malgun Gothic"/>
              </a:defRPr>
            </a:lvl7pPr>
            <a:lvl8pPr algn="l">
              <a:defRPr sz="2625" b="1">
                <a:solidFill>
                  <a:srgbClr val="0B6172"/>
                </a:solidFill>
                <a:latin typeface="Malgun Gothic"/>
                <a:ea typeface="Malgun Gothic"/>
                <a:cs typeface="Malgun Gothic"/>
              </a:defRPr>
            </a:lvl8pPr>
            <a:lvl9pPr algn="l">
              <a:defRPr sz="2625" b="1">
                <a:solidFill>
                  <a:srgbClr val="0B6172"/>
                </a:solidFill>
                <a:latin typeface="Malgun Gothic"/>
                <a:ea typeface="Malgun Gothic"/>
                <a:cs typeface="Malgun Gothic"/>
              </a:defRPr>
            </a:lvl9pPr>
          </a:lstStyle>
          <a:p xmlns:a="http://schemas.openxmlformats.org/drawingml/2006/main">
            <a:pPr algn="l">
              <a:defRPr sz="2625" b="1">
                <a:solidFill>
                  <a:srgbClr val="0B6172"/>
                </a:solidFill>
                <a:latin typeface="Malgun Gothic"/>
                <a:ea typeface="Malgun Gothic"/>
                <a:cs typeface="Malgun Gothic"/>
              </a:defRPr>
            </a:pPr>
            <a:r>
              <a:rPr sz="2625" b="1">
                <a:solidFill>
                  <a:srgbClr val="0B6172"/>
                </a:solidFill>
                <a:latin typeface="Malgun Gothic"/>
                <a:ea typeface="Malgun Gothic"/>
                <a:cs typeface="Malgun Gothic"/>
              </a:rPr>
              <a:t>원인이 뒷받침하는 범위까지 바꾼다.</a:t>
            </a:r>
          </a:p>
        </p:txBody>
      </p:sp>
      <p:sp>
        <p:nvSpPr>
          <p:cNvPr id="16" name="Legacy module connection">
            <a:extLst xmlns:a="http://schemas.openxmlformats.org/drawingml/2006/main">
              <a:ext uri="{FF2B5EF4-FFF2-40B4-BE49-F238E27FC236}">
                <a16:creationId xmlns:a16="http://schemas.microsoft.com/office/drawing/2014/main" id="{C2D3197B-067E-4A79-93C6-F4B5D01825FC}"/>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71717890"/>
      </p:ext>
    </p:extLst>
  </p:cSld>
</p:sld>
</file>

<file path=ppt/slides/slide7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5" name="ACT 4 · CONCEPTUAL / 평가 범위">
            <a:extLst xmlns:a="http://schemas.openxmlformats.org/drawingml/2006/main">
              <a:ext uri="{FF2B5EF4-FFF2-40B4-BE49-F238E27FC236}">
                <a16:creationId xmlns:a16="http://schemas.microsoft.com/office/drawing/2014/main" id="{E3911F7E-098C-4C7A-BE65-0EE8BEEC4008}"/>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CONCEPTUAL / 평가 범위</a:t>
            </a:r>
          </a:p>
        </p:txBody>
      </p:sp>
      <p:sp>
        <p:nvSpPr>
          <p:cNvPr id="2" name="S76">
            <a:extLst xmlns:a="http://schemas.openxmlformats.org/drawingml/2006/main">
              <a:ext uri="{FF2B5EF4-FFF2-40B4-BE49-F238E27FC236}">
                <a16:creationId xmlns:a16="http://schemas.microsoft.com/office/drawing/2014/main" id="{BB1B3869-51F7-4CF0-970D-078D4E2B0160}"/>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S76</a:t>
            </a:r>
          </a:p>
        </p:txBody>
      </p:sp>
      <p:sp>
        <p:nvSpPr>
          <p:cNvPr id="3" name="같은 Task의 재실행만으로 충분할까?">
            <a:extLst xmlns:a="http://schemas.openxmlformats.org/drawingml/2006/main">
              <a:ext uri="{FF2B5EF4-FFF2-40B4-BE49-F238E27FC236}">
                <a16:creationId xmlns:a16="http://schemas.microsoft.com/office/drawing/2014/main" id="{F22AE00D-CBF9-4651-B352-C06C9615CCFC}"/>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같은 Task의 재실행만으로 충분할까?</a:t>
            </a:r>
          </a:p>
        </p:txBody>
      </p:sp>
      <p:sp>
        <p:nvSpPr>
          <p:cNvPr id="4" name="">
            <a:extLst xmlns:a="http://schemas.openxmlformats.org/drawingml/2006/main">
              <a:ext uri="{FF2B5EF4-FFF2-40B4-BE49-F238E27FC236}">
                <a16:creationId xmlns:a16="http://schemas.microsoft.com/office/drawing/2014/main" id="{CAF2E372-797E-4E9B-AC71-EE74158C3F49}"/>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DEMO-04A · 변경 후 확인할 질문을 설계한 도식">
            <a:extLst xmlns:a="http://schemas.openxmlformats.org/drawingml/2006/main">
              <a:ext uri="{FF2B5EF4-FFF2-40B4-BE49-F238E27FC236}">
                <a16:creationId xmlns:a16="http://schemas.microsoft.com/office/drawing/2014/main" id="{99691F07-B4EE-4AA0-A72B-1B728E274206}"/>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DEMO-04A · 변경 후 확인할 질문을 설계한 도식</a:t>
            </a:r>
          </a:p>
        </p:txBody>
      </p:sp>
      <p:sp>
        <p:nvSpPr>
          <p:cNvPr id="6" name="재실행·회귀 테스트 결과는 없다. 두 검증 질문을 구분하는 가상 사례다.">
            <a:extLst xmlns:a="http://schemas.openxmlformats.org/drawingml/2006/main">
              <a:ext uri="{FF2B5EF4-FFF2-40B4-BE49-F238E27FC236}">
                <a16:creationId xmlns:a16="http://schemas.microsoft.com/office/drawing/2014/main" id="{81D5B19C-D42C-4FB5-A025-FC9CA74BF940}"/>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재실행·회귀 테스트 결과는 없다. 두 검증 질문을 구분하는 가상 사례다.</a:t>
            </a:r>
          </a:p>
        </p:txBody>
      </p:sp>
      <p:sp>
        <p:nvSpPr>
          <p:cNvPr id="7" name="이번 작업을 다시 확인">
            <a:extLst xmlns:a="http://schemas.openxmlformats.org/drawingml/2006/main">
              <a:ext uri="{FF2B5EF4-FFF2-40B4-BE49-F238E27FC236}">
                <a16:creationId xmlns:a16="http://schemas.microsoft.com/office/drawing/2014/main" id="{68C175E2-E971-4C88-B7BE-964302433B39}"/>
              </a:ext>
            </a:extLst>
          </p:cNvPr>
          <p:cNvSpPr>
            <a:spLocks xmlns:a="http://schemas.openxmlformats.org/drawingml/2006/main" noGrp="1"/>
          </p:cNvSpPr>
          <p:nvPr/>
        </p:nvSpPr>
        <p:spPr>
          <a:xfrm xmlns:a="http://schemas.openxmlformats.org/drawingml/2006/main">
            <a:off x="609600" y="2238375"/>
            <a:ext cx="4876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0B6172"/>
                </a:solidFill>
                <a:latin typeface="Malgun Gothic"/>
                <a:ea typeface="Malgun Gothic"/>
                <a:cs typeface="Malgun Gothic"/>
              </a:defRPr>
            </a:defPPr>
            <a:lvl1pPr algn="l">
              <a:defRPr sz="2550" b="1">
                <a:solidFill>
                  <a:srgbClr val="0B6172"/>
                </a:solidFill>
                <a:latin typeface="Malgun Gothic"/>
                <a:ea typeface="Malgun Gothic"/>
                <a:cs typeface="Malgun Gothic"/>
              </a:defRPr>
            </a:lvl1pPr>
            <a:lvl2pPr algn="l">
              <a:defRPr sz="2550" b="1">
                <a:solidFill>
                  <a:srgbClr val="0B6172"/>
                </a:solidFill>
                <a:latin typeface="Malgun Gothic"/>
                <a:ea typeface="Malgun Gothic"/>
                <a:cs typeface="Malgun Gothic"/>
              </a:defRPr>
            </a:lvl2pPr>
            <a:lvl3pPr algn="l">
              <a:defRPr sz="2550" b="1">
                <a:solidFill>
                  <a:srgbClr val="0B6172"/>
                </a:solidFill>
                <a:latin typeface="Malgun Gothic"/>
                <a:ea typeface="Malgun Gothic"/>
                <a:cs typeface="Malgun Gothic"/>
              </a:defRPr>
            </a:lvl3pPr>
            <a:lvl4pPr algn="l">
              <a:defRPr sz="2550" b="1">
                <a:solidFill>
                  <a:srgbClr val="0B6172"/>
                </a:solidFill>
                <a:latin typeface="Malgun Gothic"/>
                <a:ea typeface="Malgun Gothic"/>
                <a:cs typeface="Malgun Gothic"/>
              </a:defRPr>
            </a:lvl4pPr>
            <a:lvl5pPr algn="l">
              <a:defRPr sz="2550" b="1">
                <a:solidFill>
                  <a:srgbClr val="0B6172"/>
                </a:solidFill>
                <a:latin typeface="Malgun Gothic"/>
                <a:ea typeface="Malgun Gothic"/>
                <a:cs typeface="Malgun Gothic"/>
              </a:defRPr>
            </a:lvl5pPr>
            <a:lvl6pPr algn="l">
              <a:defRPr sz="2550" b="1">
                <a:solidFill>
                  <a:srgbClr val="0B6172"/>
                </a:solidFill>
                <a:latin typeface="Malgun Gothic"/>
                <a:ea typeface="Malgun Gothic"/>
                <a:cs typeface="Malgun Gothic"/>
              </a:defRPr>
            </a:lvl6pPr>
            <a:lvl7pPr algn="l">
              <a:defRPr sz="2550" b="1">
                <a:solidFill>
                  <a:srgbClr val="0B6172"/>
                </a:solidFill>
                <a:latin typeface="Malgun Gothic"/>
                <a:ea typeface="Malgun Gothic"/>
                <a:cs typeface="Malgun Gothic"/>
              </a:defRPr>
            </a:lvl7pPr>
            <a:lvl8pPr algn="l">
              <a:defRPr sz="2550" b="1">
                <a:solidFill>
                  <a:srgbClr val="0B6172"/>
                </a:solidFill>
                <a:latin typeface="Malgun Gothic"/>
                <a:ea typeface="Malgun Gothic"/>
                <a:cs typeface="Malgun Gothic"/>
              </a:defRPr>
            </a:lvl8pPr>
            <a:lvl9pPr algn="l">
              <a:defRPr sz="2550" b="1">
                <a:solidFill>
                  <a:srgbClr val="0B6172"/>
                </a:solidFill>
                <a:latin typeface="Malgun Gothic"/>
                <a:ea typeface="Malgun Gothic"/>
                <a:cs typeface="Malgun Gothic"/>
              </a:defRPr>
            </a:lvl9pPr>
          </a:lstStyle>
          <a:p xmlns:a="http://schemas.openxmlformats.org/drawingml/2006/main">
            <a:pPr algn="l">
              <a:defRPr sz="2550" b="1">
                <a:solidFill>
                  <a:srgbClr val="0B6172"/>
                </a:solidFill>
                <a:latin typeface="Malgun Gothic"/>
                <a:ea typeface="Malgun Gothic"/>
                <a:cs typeface="Malgun Gothic"/>
              </a:defRPr>
            </a:pPr>
            <a:r>
              <a:rPr sz="2550" b="1">
                <a:solidFill>
                  <a:srgbClr val="0B6172"/>
                </a:solidFill>
                <a:latin typeface="Malgun Gothic"/>
                <a:ea typeface="Malgun Gothic"/>
                <a:cs typeface="Malgun Gothic"/>
              </a:rPr>
              <a:t>이번 작업을 다시 확인</a:t>
            </a:r>
          </a:p>
        </p:txBody>
      </p:sp>
      <p:sp>
        <p:nvSpPr>
          <p:cNvPr id="8" name="다른 작업도 확인">
            <a:extLst xmlns:a="http://schemas.openxmlformats.org/drawingml/2006/main">
              <a:ext uri="{FF2B5EF4-FFF2-40B4-BE49-F238E27FC236}">
                <a16:creationId xmlns:a16="http://schemas.microsoft.com/office/drawing/2014/main" id="{BEAAD097-928A-4AAE-98A0-546F30915B3C}"/>
              </a:ext>
            </a:extLst>
          </p:cNvPr>
          <p:cNvSpPr>
            <a:spLocks xmlns:a="http://schemas.openxmlformats.org/drawingml/2006/main" noGrp="1"/>
          </p:cNvSpPr>
          <p:nvPr/>
        </p:nvSpPr>
        <p:spPr>
          <a:xfrm xmlns:a="http://schemas.openxmlformats.org/drawingml/2006/main">
            <a:off x="6705600" y="2238375"/>
            <a:ext cx="4876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805400"/>
                </a:solidFill>
                <a:latin typeface="Malgun Gothic"/>
                <a:ea typeface="Malgun Gothic"/>
                <a:cs typeface="Malgun Gothic"/>
              </a:defRPr>
            </a:defPPr>
            <a:lvl1pPr algn="l">
              <a:defRPr sz="2550" b="1">
                <a:solidFill>
                  <a:srgbClr val="805400"/>
                </a:solidFill>
                <a:latin typeface="Malgun Gothic"/>
                <a:ea typeface="Malgun Gothic"/>
                <a:cs typeface="Malgun Gothic"/>
              </a:defRPr>
            </a:lvl1pPr>
            <a:lvl2pPr algn="l">
              <a:defRPr sz="2550" b="1">
                <a:solidFill>
                  <a:srgbClr val="805400"/>
                </a:solidFill>
                <a:latin typeface="Malgun Gothic"/>
                <a:ea typeface="Malgun Gothic"/>
                <a:cs typeface="Malgun Gothic"/>
              </a:defRPr>
            </a:lvl2pPr>
            <a:lvl3pPr algn="l">
              <a:defRPr sz="2550" b="1">
                <a:solidFill>
                  <a:srgbClr val="805400"/>
                </a:solidFill>
                <a:latin typeface="Malgun Gothic"/>
                <a:ea typeface="Malgun Gothic"/>
                <a:cs typeface="Malgun Gothic"/>
              </a:defRPr>
            </a:lvl3pPr>
            <a:lvl4pPr algn="l">
              <a:defRPr sz="2550" b="1">
                <a:solidFill>
                  <a:srgbClr val="805400"/>
                </a:solidFill>
                <a:latin typeface="Malgun Gothic"/>
                <a:ea typeface="Malgun Gothic"/>
                <a:cs typeface="Malgun Gothic"/>
              </a:defRPr>
            </a:lvl4pPr>
            <a:lvl5pPr algn="l">
              <a:defRPr sz="2550" b="1">
                <a:solidFill>
                  <a:srgbClr val="805400"/>
                </a:solidFill>
                <a:latin typeface="Malgun Gothic"/>
                <a:ea typeface="Malgun Gothic"/>
                <a:cs typeface="Malgun Gothic"/>
              </a:defRPr>
            </a:lvl5pPr>
            <a:lvl6pPr algn="l">
              <a:defRPr sz="2550" b="1">
                <a:solidFill>
                  <a:srgbClr val="805400"/>
                </a:solidFill>
                <a:latin typeface="Malgun Gothic"/>
                <a:ea typeface="Malgun Gothic"/>
                <a:cs typeface="Malgun Gothic"/>
              </a:defRPr>
            </a:lvl6pPr>
            <a:lvl7pPr algn="l">
              <a:defRPr sz="2550" b="1">
                <a:solidFill>
                  <a:srgbClr val="805400"/>
                </a:solidFill>
                <a:latin typeface="Malgun Gothic"/>
                <a:ea typeface="Malgun Gothic"/>
                <a:cs typeface="Malgun Gothic"/>
              </a:defRPr>
            </a:lvl7pPr>
            <a:lvl8pPr algn="l">
              <a:defRPr sz="2550" b="1">
                <a:solidFill>
                  <a:srgbClr val="805400"/>
                </a:solidFill>
                <a:latin typeface="Malgun Gothic"/>
                <a:ea typeface="Malgun Gothic"/>
                <a:cs typeface="Malgun Gothic"/>
              </a:defRPr>
            </a:lvl8pPr>
            <a:lvl9pPr algn="l">
              <a:defRPr sz="2550" b="1">
                <a:solidFill>
                  <a:srgbClr val="805400"/>
                </a:solidFill>
                <a:latin typeface="Malgun Gothic"/>
                <a:ea typeface="Malgun Gothic"/>
                <a:cs typeface="Malgun Gothic"/>
              </a:defRPr>
            </a:lvl9pPr>
          </a:lstStyle>
          <a:p xmlns:a="http://schemas.openxmlformats.org/drawingml/2006/main">
            <a:pPr algn="l">
              <a:defRPr sz="2550" b="1">
                <a:solidFill>
                  <a:srgbClr val="805400"/>
                </a:solidFill>
                <a:latin typeface="Malgun Gothic"/>
                <a:ea typeface="Malgun Gothic"/>
                <a:cs typeface="Malgun Gothic"/>
              </a:defRPr>
            </a:pPr>
            <a:r>
              <a:rPr sz="2550" b="1">
                <a:solidFill>
                  <a:srgbClr val="805400"/>
                </a:solidFill>
                <a:latin typeface="Malgun Gothic"/>
                <a:ea typeface="Malgun Gothic"/>
                <a:cs typeface="Malgun Gothic"/>
              </a:rPr>
              <a:t>다른 작업도 확인</a:t>
            </a:r>
          </a:p>
        </p:txBody>
      </p:sp>
      <p:sp>
        <p:nvSpPr>
          <p:cNvPr id="9" name="">
            <a:extLst xmlns:a="http://schemas.openxmlformats.org/drawingml/2006/main">
              <a:ext uri="{FF2B5EF4-FFF2-40B4-BE49-F238E27FC236}">
                <a16:creationId xmlns:a16="http://schemas.microsoft.com/office/drawing/2014/main" id="{B37CEB49-7848-46F8-B632-3F0E026C8E3B}"/>
              </a:ext>
            </a:extLst>
          </p:cNvPr>
          <p:cNvSpPr>
            <a:spLocks xmlns:a="http://schemas.openxmlformats.org/drawingml/2006/main" noGrp="1"/>
          </p:cNvSpPr>
          <p:nvPr/>
        </p:nvSpPr>
        <p:spPr>
          <a:xfrm xmlns:a="http://schemas.openxmlformats.org/drawingml/2006/main">
            <a:off x="609600" y="2952750"/>
            <a:ext cx="48768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0" name="">
            <a:extLst xmlns:a="http://schemas.openxmlformats.org/drawingml/2006/main">
              <a:ext uri="{FF2B5EF4-FFF2-40B4-BE49-F238E27FC236}">
                <a16:creationId xmlns:a16="http://schemas.microsoft.com/office/drawing/2014/main" id="{117EBD86-7F6C-405D-90B8-64F161013D71}"/>
              </a:ext>
            </a:extLst>
          </p:cNvPr>
          <p:cNvSpPr>
            <a:spLocks xmlns:a="http://schemas.openxmlformats.org/drawingml/2006/main" noGrp="1"/>
          </p:cNvSpPr>
          <p:nvPr/>
        </p:nvSpPr>
        <p:spPr>
          <a:xfrm xmlns:a="http://schemas.openxmlformats.org/drawingml/2006/main">
            <a:off x="6705600" y="2952750"/>
            <a:ext cx="4876800" cy="0"/>
          </a:xfrm>
          <a:prstGeom xmlns:a="http://schemas.openxmlformats.org/drawingml/2006/main" prst="line">
            <a:avLst/>
          </a:prstGeom>
          <a:noFill xmlns:a="http://schemas.openxmlformats.org/drawingml/2006/main"/>
          <a:ln xmlns:a="http://schemas.openxmlformats.org/drawingml/2006/main" w="28575">
            <a:solidFill>
              <a:srgbClr val="805400"/>
            </a:solidFill>
            <a:prstDash val="dash"/>
          </a:ln>
        </p:spPr>
      </p:sp>
      <p:sp>
        <p:nvSpPr>
          <p:cNvPr id="11" name="요청했던 검증 범위를&#10;이제 다루는가?">
            <a:extLst xmlns:a="http://schemas.openxmlformats.org/drawingml/2006/main">
              <a:ext uri="{FF2B5EF4-FFF2-40B4-BE49-F238E27FC236}">
                <a16:creationId xmlns:a16="http://schemas.microsoft.com/office/drawing/2014/main" id="{EA8DEC34-58A0-4E6F-A7C0-484ADB8EDD71}"/>
              </a:ext>
            </a:extLst>
          </p:cNvPr>
          <p:cNvSpPr>
            <a:spLocks xmlns:a="http://schemas.openxmlformats.org/drawingml/2006/main" noGrp="1"/>
          </p:cNvSpPr>
          <p:nvPr/>
        </p:nvSpPr>
        <p:spPr>
          <a:xfrm xmlns:a="http://schemas.openxmlformats.org/drawingml/2006/main">
            <a:off x="609600" y="3314700"/>
            <a:ext cx="4876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17212B"/>
                </a:solidFill>
                <a:latin typeface="Malgun Gothic"/>
                <a:ea typeface="Malgun Gothic"/>
                <a:cs typeface="Malgun Gothic"/>
              </a:defRPr>
            </a:defPPr>
            <a:lvl1pPr algn="l">
              <a:defRPr sz="2625" b="1">
                <a:solidFill>
                  <a:srgbClr val="17212B"/>
                </a:solidFill>
                <a:latin typeface="Malgun Gothic"/>
                <a:ea typeface="Malgun Gothic"/>
                <a:cs typeface="Malgun Gothic"/>
              </a:defRPr>
            </a:lvl1pPr>
            <a:lvl2pPr algn="l">
              <a:defRPr sz="2625" b="1">
                <a:solidFill>
                  <a:srgbClr val="17212B"/>
                </a:solidFill>
                <a:latin typeface="Malgun Gothic"/>
                <a:ea typeface="Malgun Gothic"/>
                <a:cs typeface="Malgun Gothic"/>
              </a:defRPr>
            </a:lvl2pPr>
            <a:lvl3pPr algn="l">
              <a:defRPr sz="2625" b="1">
                <a:solidFill>
                  <a:srgbClr val="17212B"/>
                </a:solidFill>
                <a:latin typeface="Malgun Gothic"/>
                <a:ea typeface="Malgun Gothic"/>
                <a:cs typeface="Malgun Gothic"/>
              </a:defRPr>
            </a:lvl3pPr>
            <a:lvl4pPr algn="l">
              <a:defRPr sz="2625" b="1">
                <a:solidFill>
                  <a:srgbClr val="17212B"/>
                </a:solidFill>
                <a:latin typeface="Malgun Gothic"/>
                <a:ea typeface="Malgun Gothic"/>
                <a:cs typeface="Malgun Gothic"/>
              </a:defRPr>
            </a:lvl4pPr>
            <a:lvl5pPr algn="l">
              <a:defRPr sz="2625" b="1">
                <a:solidFill>
                  <a:srgbClr val="17212B"/>
                </a:solidFill>
                <a:latin typeface="Malgun Gothic"/>
                <a:ea typeface="Malgun Gothic"/>
                <a:cs typeface="Malgun Gothic"/>
              </a:defRPr>
            </a:lvl5pPr>
            <a:lvl6pPr algn="l">
              <a:defRPr sz="2625" b="1">
                <a:solidFill>
                  <a:srgbClr val="17212B"/>
                </a:solidFill>
                <a:latin typeface="Malgun Gothic"/>
                <a:ea typeface="Malgun Gothic"/>
                <a:cs typeface="Malgun Gothic"/>
              </a:defRPr>
            </a:lvl6pPr>
            <a:lvl7pPr algn="l">
              <a:defRPr sz="2625" b="1">
                <a:solidFill>
                  <a:srgbClr val="17212B"/>
                </a:solidFill>
                <a:latin typeface="Malgun Gothic"/>
                <a:ea typeface="Malgun Gothic"/>
                <a:cs typeface="Malgun Gothic"/>
              </a:defRPr>
            </a:lvl7pPr>
            <a:lvl8pPr algn="l">
              <a:defRPr sz="2625" b="1">
                <a:solidFill>
                  <a:srgbClr val="17212B"/>
                </a:solidFill>
                <a:latin typeface="Malgun Gothic"/>
                <a:ea typeface="Malgun Gothic"/>
                <a:cs typeface="Malgun Gothic"/>
              </a:defRPr>
            </a:lvl8pPr>
            <a:lvl9pPr algn="l">
              <a:defRPr sz="2625" b="1">
                <a:solidFill>
                  <a:srgbClr val="17212B"/>
                </a:solidFill>
                <a:latin typeface="Malgun Gothic"/>
                <a:ea typeface="Malgun Gothic"/>
                <a:cs typeface="Malgun Gothic"/>
              </a:defRPr>
            </a:lvl9pPr>
          </a:lstStyle>
          <a:p xmlns:a="http://schemas.openxmlformats.org/drawingml/2006/main">
            <a:pPr algn="l">
              <a:defRPr sz="2625" b="1">
                <a:solidFill>
                  <a:srgbClr val="17212B"/>
                </a:solidFill>
                <a:latin typeface="Malgun Gothic"/>
                <a:ea typeface="Malgun Gothic"/>
                <a:cs typeface="Malgun Gothic"/>
              </a:defRPr>
            </a:pPr>
            <a:r>
              <a:rPr sz="2625" b="1">
                <a:solidFill>
                  <a:srgbClr val="17212B"/>
                </a:solidFill>
                <a:latin typeface="Malgun Gothic"/>
                <a:ea typeface="Malgun Gothic"/>
                <a:cs typeface="Malgun Gothic"/>
              </a:rPr>
              <a:t>요청했던 검증 범위를</a:t>
            </a:r>
          </a:p>
          <a:p xmlns:a="http://schemas.openxmlformats.org/drawingml/2006/main">
            <a:pPr algn="l">
              <a:defRPr sz="2625" b="1">
                <a:solidFill>
                  <a:srgbClr val="17212B"/>
                </a:solidFill>
                <a:latin typeface="Malgun Gothic"/>
                <a:ea typeface="Malgun Gothic"/>
                <a:cs typeface="Malgun Gothic"/>
              </a:defRPr>
            </a:pPr>
            <a:r>
              <a:rPr sz="2625" b="1">
                <a:solidFill>
                  <a:srgbClr val="17212B"/>
                </a:solidFill>
                <a:latin typeface="Malgun Gothic"/>
                <a:ea typeface="Malgun Gothic"/>
                <a:cs typeface="Malgun Gothic"/>
              </a:rPr>
              <a:t>이제 다루는가?</a:t>
            </a:r>
          </a:p>
        </p:txBody>
      </p:sp>
      <p:sp>
        <p:nvSpPr>
          <p:cNvPr id="12" name="바뀐 지침이 다른 작업을&#10;방해하지 않는가?">
            <a:extLst xmlns:a="http://schemas.openxmlformats.org/drawingml/2006/main">
              <a:ext uri="{FF2B5EF4-FFF2-40B4-BE49-F238E27FC236}">
                <a16:creationId xmlns:a16="http://schemas.microsoft.com/office/drawing/2014/main" id="{1319B8E4-0FE8-45EB-9126-8BD9A73FA93D}"/>
              </a:ext>
            </a:extLst>
          </p:cNvPr>
          <p:cNvSpPr>
            <a:spLocks xmlns:a="http://schemas.openxmlformats.org/drawingml/2006/main" noGrp="1"/>
          </p:cNvSpPr>
          <p:nvPr/>
        </p:nvSpPr>
        <p:spPr>
          <a:xfrm xmlns:a="http://schemas.openxmlformats.org/drawingml/2006/main">
            <a:off x="6705600" y="3314700"/>
            <a:ext cx="4876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17212B"/>
                </a:solidFill>
                <a:latin typeface="Malgun Gothic"/>
                <a:ea typeface="Malgun Gothic"/>
                <a:cs typeface="Malgun Gothic"/>
              </a:defRPr>
            </a:defPPr>
            <a:lvl1pPr algn="l">
              <a:defRPr sz="2625" b="1">
                <a:solidFill>
                  <a:srgbClr val="17212B"/>
                </a:solidFill>
                <a:latin typeface="Malgun Gothic"/>
                <a:ea typeface="Malgun Gothic"/>
                <a:cs typeface="Malgun Gothic"/>
              </a:defRPr>
            </a:lvl1pPr>
            <a:lvl2pPr algn="l">
              <a:defRPr sz="2625" b="1">
                <a:solidFill>
                  <a:srgbClr val="17212B"/>
                </a:solidFill>
                <a:latin typeface="Malgun Gothic"/>
                <a:ea typeface="Malgun Gothic"/>
                <a:cs typeface="Malgun Gothic"/>
              </a:defRPr>
            </a:lvl2pPr>
            <a:lvl3pPr algn="l">
              <a:defRPr sz="2625" b="1">
                <a:solidFill>
                  <a:srgbClr val="17212B"/>
                </a:solidFill>
                <a:latin typeface="Malgun Gothic"/>
                <a:ea typeface="Malgun Gothic"/>
                <a:cs typeface="Malgun Gothic"/>
              </a:defRPr>
            </a:lvl3pPr>
            <a:lvl4pPr algn="l">
              <a:defRPr sz="2625" b="1">
                <a:solidFill>
                  <a:srgbClr val="17212B"/>
                </a:solidFill>
                <a:latin typeface="Malgun Gothic"/>
                <a:ea typeface="Malgun Gothic"/>
                <a:cs typeface="Malgun Gothic"/>
              </a:defRPr>
            </a:lvl4pPr>
            <a:lvl5pPr algn="l">
              <a:defRPr sz="2625" b="1">
                <a:solidFill>
                  <a:srgbClr val="17212B"/>
                </a:solidFill>
                <a:latin typeface="Malgun Gothic"/>
                <a:ea typeface="Malgun Gothic"/>
                <a:cs typeface="Malgun Gothic"/>
              </a:defRPr>
            </a:lvl5pPr>
            <a:lvl6pPr algn="l">
              <a:defRPr sz="2625" b="1">
                <a:solidFill>
                  <a:srgbClr val="17212B"/>
                </a:solidFill>
                <a:latin typeface="Malgun Gothic"/>
                <a:ea typeface="Malgun Gothic"/>
                <a:cs typeface="Malgun Gothic"/>
              </a:defRPr>
            </a:lvl6pPr>
            <a:lvl7pPr algn="l">
              <a:defRPr sz="2625" b="1">
                <a:solidFill>
                  <a:srgbClr val="17212B"/>
                </a:solidFill>
                <a:latin typeface="Malgun Gothic"/>
                <a:ea typeface="Malgun Gothic"/>
                <a:cs typeface="Malgun Gothic"/>
              </a:defRPr>
            </a:lvl7pPr>
            <a:lvl8pPr algn="l">
              <a:defRPr sz="2625" b="1">
                <a:solidFill>
                  <a:srgbClr val="17212B"/>
                </a:solidFill>
                <a:latin typeface="Malgun Gothic"/>
                <a:ea typeface="Malgun Gothic"/>
                <a:cs typeface="Malgun Gothic"/>
              </a:defRPr>
            </a:lvl8pPr>
            <a:lvl9pPr algn="l">
              <a:defRPr sz="2625" b="1">
                <a:solidFill>
                  <a:srgbClr val="17212B"/>
                </a:solidFill>
                <a:latin typeface="Malgun Gothic"/>
                <a:ea typeface="Malgun Gothic"/>
                <a:cs typeface="Malgun Gothic"/>
              </a:defRPr>
            </a:lvl9pPr>
          </a:lstStyle>
          <a:p xmlns:a="http://schemas.openxmlformats.org/drawingml/2006/main">
            <a:pPr algn="l">
              <a:defRPr sz="2625" b="1">
                <a:solidFill>
                  <a:srgbClr val="17212B"/>
                </a:solidFill>
                <a:latin typeface="Malgun Gothic"/>
                <a:ea typeface="Malgun Gothic"/>
                <a:cs typeface="Malgun Gothic"/>
              </a:defRPr>
            </a:pPr>
            <a:r>
              <a:rPr sz="2625" b="1">
                <a:solidFill>
                  <a:srgbClr val="17212B"/>
                </a:solidFill>
                <a:latin typeface="Malgun Gothic"/>
                <a:ea typeface="Malgun Gothic"/>
                <a:cs typeface="Malgun Gothic"/>
              </a:rPr>
              <a:t>바뀐 지침이 다른 작업을</a:t>
            </a:r>
          </a:p>
          <a:p xmlns:a="http://schemas.openxmlformats.org/drawingml/2006/main">
            <a:pPr algn="l">
              <a:defRPr sz="2625" b="1">
                <a:solidFill>
                  <a:srgbClr val="17212B"/>
                </a:solidFill>
                <a:latin typeface="Malgun Gothic"/>
                <a:ea typeface="Malgun Gothic"/>
                <a:cs typeface="Malgun Gothic"/>
              </a:defRPr>
            </a:pPr>
            <a:r>
              <a:rPr sz="2625" b="1">
                <a:solidFill>
                  <a:srgbClr val="17212B"/>
                </a:solidFill>
                <a:latin typeface="Malgun Gothic"/>
                <a:ea typeface="Malgun Gothic"/>
                <a:cs typeface="Malgun Gothic"/>
              </a:rPr>
              <a:t>방해하지 않는가?</a:t>
            </a:r>
          </a:p>
        </p:txBody>
      </p:sp>
      <p:sp>
        <p:nvSpPr>
          <p:cNvPr id="13" name="확인할 범위가 다르므로, 두 질문이 모두 필요하다.">
            <a:extLst xmlns:a="http://schemas.openxmlformats.org/drawingml/2006/main">
              <a:ext uri="{FF2B5EF4-FFF2-40B4-BE49-F238E27FC236}">
                <a16:creationId xmlns:a16="http://schemas.microsoft.com/office/drawing/2014/main" id="{AA17BCAC-B434-4367-8A7B-FEDFED4EF5F1}"/>
              </a:ext>
            </a:extLst>
          </p:cNvPr>
          <p:cNvSpPr>
            <a:spLocks xmlns:a="http://schemas.openxmlformats.org/drawingml/2006/main" noGrp="1"/>
          </p:cNvSpPr>
          <p:nvPr/>
        </p:nvSpPr>
        <p:spPr>
          <a:xfrm xmlns:a="http://schemas.openxmlformats.org/drawingml/2006/main">
            <a:off x="609600" y="5143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확인할 범위가 다르므로, 두 질문이 모두 필요하다.</a:t>
            </a:r>
          </a:p>
        </p:txBody>
      </p:sp>
      <p:sp>
        <p:nvSpPr>
          <p:cNvPr id="14" name="Legacy module connection">
            <a:extLst xmlns:a="http://schemas.openxmlformats.org/drawingml/2006/main">
              <a:ext uri="{FF2B5EF4-FFF2-40B4-BE49-F238E27FC236}">
                <a16:creationId xmlns:a16="http://schemas.microsoft.com/office/drawing/2014/main" id="{0BA4A263-1FDB-4EF2-8256-F4EAC744F915}"/>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M6</a:t>
            </a:r>
          </a:p>
        </p:txBody>
      </p:sp>
    </p:spTree>
    <p:extLst>
      <p:ext uri="{BB962C8B-B14F-4D97-AF65-F5344CB8AC3E}">
        <p14:creationId xmlns:p14="http://schemas.microsoft.com/office/powerpoint/2010/main" val="646348386"/>
      </p:ext>
    </p:extLst>
  </p:cSld>
</p:sld>
</file>

<file path=ppt/slides/slide7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8" name="ACT 4 · CONCEPTUAL / 평가 설계">
            <a:extLst xmlns:a="http://schemas.openxmlformats.org/drawingml/2006/main">
              <a:ext uri="{FF2B5EF4-FFF2-40B4-BE49-F238E27FC236}">
                <a16:creationId xmlns:a16="http://schemas.microsoft.com/office/drawing/2014/main" id="{641EDF4F-D9A1-4540-99AB-E49C9C988699}"/>
              </a:ext>
            </a:extLst>
          </p:cNvPr>
          <p:cNvSpPr>
            <a:spLocks xmlns:a="http://schemas.openxmlformats.org/drawingml/2006/main" noGrp="1"/>
          </p:cNvSpPr>
          <p:nvPr/>
        </p:nvSpPr>
        <p:spPr>
          <a:xfrm xmlns:a="http://schemas.openxmlformats.org/drawingml/2006/main">
            <a:off x="609600" y="4572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CONCEPTUAL / 평가 설계</a:t>
            </a:r>
          </a:p>
        </p:txBody>
      </p:sp>
      <p:sp>
        <p:nvSpPr>
          <p:cNvPr id="2" name="S77">
            <a:extLst xmlns:a="http://schemas.openxmlformats.org/drawingml/2006/main">
              <a:ext uri="{FF2B5EF4-FFF2-40B4-BE49-F238E27FC236}">
                <a16:creationId xmlns:a16="http://schemas.microsoft.com/office/drawing/2014/main" id="{5E2AA377-1A1B-41CE-B441-436700899F66}"/>
              </a:ext>
            </a:extLst>
          </p:cNvPr>
          <p:cNvSpPr>
            <a:spLocks xmlns:a="http://schemas.openxmlformats.org/drawingml/2006/main" noGrp="1"/>
          </p:cNvSpPr>
          <p:nvPr/>
        </p:nvSpPr>
        <p:spPr>
          <a:xfrm xmlns:a="http://schemas.openxmlformats.org/drawingml/2006/main">
            <a:off x="10668000" y="457200"/>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S77</a:t>
            </a:r>
          </a:p>
        </p:txBody>
      </p:sp>
      <p:sp>
        <p:nvSpPr>
          <p:cNvPr id="3" name="대표 작업으로 변경 범위를 확인하기">
            <a:extLst xmlns:a="http://schemas.openxmlformats.org/drawingml/2006/main">
              <a:ext uri="{FF2B5EF4-FFF2-40B4-BE49-F238E27FC236}">
                <a16:creationId xmlns:a16="http://schemas.microsoft.com/office/drawing/2014/main" id="{0F94C43C-6BD4-4D44-AC42-C5D8D01D5B32}"/>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대표 작업으로 변경 범위를 확인하기</a:t>
            </a:r>
          </a:p>
        </p:txBody>
      </p:sp>
      <p:sp>
        <p:nvSpPr>
          <p:cNvPr id="4" name="">
            <a:extLst xmlns:a="http://schemas.openxmlformats.org/drawingml/2006/main">
              <a:ext uri="{FF2B5EF4-FFF2-40B4-BE49-F238E27FC236}">
                <a16:creationId xmlns:a16="http://schemas.microsoft.com/office/drawing/2014/main" id="{4245C103-BF41-4182-A3A2-59DE390B9BA2}"/>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DEMO-10 · 네 작업 모두 이 Workflow 변경 후의 평가 결과는 없음">
            <a:extLst xmlns:a="http://schemas.openxmlformats.org/drawingml/2006/main">
              <a:ext uri="{FF2B5EF4-FFF2-40B4-BE49-F238E27FC236}">
                <a16:creationId xmlns:a16="http://schemas.microsoft.com/office/drawing/2014/main" id="{26FD3D67-6F46-4C3C-A259-7544C5132CB3}"/>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DEMO-10 · 네 작업 모두 이 Workflow 변경 후의 평가 결과는 없음</a:t>
            </a:r>
          </a:p>
        </p:txBody>
      </p:sp>
      <p:sp>
        <p:nvSpPr>
          <p:cNvPr id="6" name="EVAL-01/02: 별도 과거 관찰 참고 · EVAL-03/04: 설계만 있음 · 새 실행·PASS/FAI">
            <a:extLst xmlns:a="http://schemas.openxmlformats.org/drawingml/2006/main">
              <a:ext uri="{FF2B5EF4-FFF2-40B4-BE49-F238E27FC236}">
                <a16:creationId xmlns:a16="http://schemas.microsoft.com/office/drawing/2014/main" id="{5332E9D9-1114-40CD-900F-675B8E1DAC14}"/>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EVAL-01/02: 별도 과거 관찰 참고 · EVAL-03/04: 설계만 있음 · 새 실행·PASS/FAIL 없음</a:t>
            </a:r>
          </a:p>
        </p:txBody>
      </p:sp>
      <p:sp>
        <p:nvSpPr>
          <p:cNvPr id="7" name="작업 수보다, 서로 다른 위험을 덮는가?">
            <a:extLst xmlns:a="http://schemas.openxmlformats.org/drawingml/2006/main">
              <a:ext uri="{FF2B5EF4-FFF2-40B4-BE49-F238E27FC236}">
                <a16:creationId xmlns:a16="http://schemas.microsoft.com/office/drawing/2014/main" id="{A912C912-3404-4253-A80B-267637EEF859}"/>
              </a:ext>
            </a:extLst>
          </p:cNvPr>
          <p:cNvSpPr>
            <a:spLocks xmlns:a="http://schemas.openxmlformats.org/drawingml/2006/main" noGrp="1"/>
          </p:cNvSpPr>
          <p:nvPr/>
        </p:nvSpPr>
        <p:spPr>
          <a:xfrm xmlns:a="http://schemas.openxmlformats.org/drawingml/2006/main">
            <a:off x="609600" y="18478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Malgun Gothic"/>
                <a:ea typeface="Malgun Gothic"/>
                <a:cs typeface="Malgun Gothic"/>
              </a:defRPr>
            </a:defPPr>
            <a:lvl1pPr algn="l">
              <a:defRPr sz="2475" b="1">
                <a:solidFill>
                  <a:srgbClr val="17212B"/>
                </a:solidFill>
                <a:latin typeface="Malgun Gothic"/>
                <a:ea typeface="Malgun Gothic"/>
                <a:cs typeface="Malgun Gothic"/>
              </a:defRPr>
            </a:lvl1pPr>
            <a:lvl2pPr algn="l">
              <a:defRPr sz="2475" b="1">
                <a:solidFill>
                  <a:srgbClr val="17212B"/>
                </a:solidFill>
                <a:latin typeface="Malgun Gothic"/>
                <a:ea typeface="Malgun Gothic"/>
                <a:cs typeface="Malgun Gothic"/>
              </a:defRPr>
            </a:lvl2pPr>
            <a:lvl3pPr algn="l">
              <a:defRPr sz="2475" b="1">
                <a:solidFill>
                  <a:srgbClr val="17212B"/>
                </a:solidFill>
                <a:latin typeface="Malgun Gothic"/>
                <a:ea typeface="Malgun Gothic"/>
                <a:cs typeface="Malgun Gothic"/>
              </a:defRPr>
            </a:lvl3pPr>
            <a:lvl4pPr algn="l">
              <a:defRPr sz="2475" b="1">
                <a:solidFill>
                  <a:srgbClr val="17212B"/>
                </a:solidFill>
                <a:latin typeface="Malgun Gothic"/>
                <a:ea typeface="Malgun Gothic"/>
                <a:cs typeface="Malgun Gothic"/>
              </a:defRPr>
            </a:lvl4pPr>
            <a:lvl5pPr algn="l">
              <a:defRPr sz="2475" b="1">
                <a:solidFill>
                  <a:srgbClr val="17212B"/>
                </a:solidFill>
                <a:latin typeface="Malgun Gothic"/>
                <a:ea typeface="Malgun Gothic"/>
                <a:cs typeface="Malgun Gothic"/>
              </a:defRPr>
            </a:lvl5pPr>
            <a:lvl6pPr algn="l">
              <a:defRPr sz="2475" b="1">
                <a:solidFill>
                  <a:srgbClr val="17212B"/>
                </a:solidFill>
                <a:latin typeface="Malgun Gothic"/>
                <a:ea typeface="Malgun Gothic"/>
                <a:cs typeface="Malgun Gothic"/>
              </a:defRPr>
            </a:lvl6pPr>
            <a:lvl7pPr algn="l">
              <a:defRPr sz="2475" b="1">
                <a:solidFill>
                  <a:srgbClr val="17212B"/>
                </a:solidFill>
                <a:latin typeface="Malgun Gothic"/>
                <a:ea typeface="Malgun Gothic"/>
                <a:cs typeface="Malgun Gothic"/>
              </a:defRPr>
            </a:lvl7pPr>
            <a:lvl8pPr algn="l">
              <a:defRPr sz="2475" b="1">
                <a:solidFill>
                  <a:srgbClr val="17212B"/>
                </a:solidFill>
                <a:latin typeface="Malgun Gothic"/>
                <a:ea typeface="Malgun Gothic"/>
                <a:cs typeface="Malgun Gothic"/>
              </a:defRPr>
            </a:lvl8pPr>
            <a:lvl9pPr algn="l">
              <a:defRPr sz="2475" b="1">
                <a:solidFill>
                  <a:srgbClr val="17212B"/>
                </a:solidFill>
                <a:latin typeface="Malgun Gothic"/>
                <a:ea typeface="Malgun Gothic"/>
                <a:cs typeface="Malgun Gothic"/>
              </a:defRPr>
            </a:lvl9pPr>
          </a:lstStyle>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작업 수보다, 서로 다른 위험을 덮는가?</a:t>
            </a:r>
          </a:p>
        </p:txBody>
      </p:sp>
      <p:sp>
        <p:nvSpPr>
          <p:cNvPr id="8" name="">
            <a:extLst xmlns:a="http://schemas.openxmlformats.org/drawingml/2006/main">
              <a:ext uri="{FF2B5EF4-FFF2-40B4-BE49-F238E27FC236}">
                <a16:creationId xmlns:a16="http://schemas.microsoft.com/office/drawing/2014/main" id="{C7551F8A-1FE0-4981-BF2C-BD597E684DBA}"/>
              </a:ext>
            </a:extLst>
          </p:cNvPr>
          <p:cNvSpPr>
            <a:spLocks xmlns:a="http://schemas.openxmlformats.org/drawingml/2006/main" noGrp="1"/>
          </p:cNvSpPr>
          <p:nvPr/>
        </p:nvSpPr>
        <p:spPr>
          <a:xfrm xmlns:a="http://schemas.openxmlformats.org/drawingml/2006/main">
            <a:off x="609600" y="2400300"/>
            <a:ext cx="10972800" cy="400050"/>
          </a:xfrm>
          <a:prstGeom xmlns:a="http://schemas.openxmlformats.org/drawingml/2006/main" prst="rect">
            <a:avLst/>
          </a:prstGeom>
          <a:solidFill xmlns:a="http://schemas.openxmlformats.org/drawingml/2006/main">
            <a:srgbClr val="FAEAC9"/>
          </a:solidFill>
          <a:ln xmlns:a="http://schemas.openxmlformats.org/drawingml/2006/main" w="0">
            <a:noFill/>
            <a:prstDash val="solid"/>
          </a:ln>
        </p:spPr>
      </p:sp>
      <p:sp>
        <p:nvSpPr>
          <p:cNvPr id="9" name="평가 설계 · 네 작업 모두 이 Workflow 변경 뒤의 실행 결과는 없음">
            <a:extLst xmlns:a="http://schemas.openxmlformats.org/drawingml/2006/main">
              <a:ext uri="{FF2B5EF4-FFF2-40B4-BE49-F238E27FC236}">
                <a16:creationId xmlns:a16="http://schemas.microsoft.com/office/drawing/2014/main" id="{17DFF85F-8AB7-4BA3-ADBF-40D328A2D0DB}"/>
              </a:ext>
            </a:extLst>
          </p:cNvPr>
          <p:cNvSpPr>
            <a:spLocks xmlns:a="http://schemas.openxmlformats.org/drawingml/2006/main" noGrp="1"/>
          </p:cNvSpPr>
          <p:nvPr/>
        </p:nvSpPr>
        <p:spPr>
          <a:xfrm xmlns:a="http://schemas.openxmlformats.org/drawingml/2006/main">
            <a:off x="762000" y="244792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805400"/>
                </a:solidFill>
                <a:latin typeface="Malgun Gothic"/>
                <a:ea typeface="Malgun Gothic"/>
                <a:cs typeface="Malgun Gothic"/>
              </a:defRPr>
            </a:defPPr>
            <a:lvl1pPr algn="l">
              <a:defRPr sz="1875" b="1">
                <a:solidFill>
                  <a:srgbClr val="805400"/>
                </a:solidFill>
                <a:latin typeface="Malgun Gothic"/>
                <a:ea typeface="Malgun Gothic"/>
                <a:cs typeface="Malgun Gothic"/>
              </a:defRPr>
            </a:lvl1pPr>
            <a:lvl2pPr algn="l">
              <a:defRPr sz="1875" b="1">
                <a:solidFill>
                  <a:srgbClr val="805400"/>
                </a:solidFill>
                <a:latin typeface="Malgun Gothic"/>
                <a:ea typeface="Malgun Gothic"/>
                <a:cs typeface="Malgun Gothic"/>
              </a:defRPr>
            </a:lvl2pPr>
            <a:lvl3pPr algn="l">
              <a:defRPr sz="1875" b="1">
                <a:solidFill>
                  <a:srgbClr val="805400"/>
                </a:solidFill>
                <a:latin typeface="Malgun Gothic"/>
                <a:ea typeface="Malgun Gothic"/>
                <a:cs typeface="Malgun Gothic"/>
              </a:defRPr>
            </a:lvl3pPr>
            <a:lvl4pPr algn="l">
              <a:defRPr sz="1875" b="1">
                <a:solidFill>
                  <a:srgbClr val="805400"/>
                </a:solidFill>
                <a:latin typeface="Malgun Gothic"/>
                <a:ea typeface="Malgun Gothic"/>
                <a:cs typeface="Malgun Gothic"/>
              </a:defRPr>
            </a:lvl4pPr>
            <a:lvl5pPr algn="l">
              <a:defRPr sz="1875" b="1">
                <a:solidFill>
                  <a:srgbClr val="805400"/>
                </a:solidFill>
                <a:latin typeface="Malgun Gothic"/>
                <a:ea typeface="Malgun Gothic"/>
                <a:cs typeface="Malgun Gothic"/>
              </a:defRPr>
            </a:lvl5pPr>
            <a:lvl6pPr algn="l">
              <a:defRPr sz="1875" b="1">
                <a:solidFill>
                  <a:srgbClr val="805400"/>
                </a:solidFill>
                <a:latin typeface="Malgun Gothic"/>
                <a:ea typeface="Malgun Gothic"/>
                <a:cs typeface="Malgun Gothic"/>
              </a:defRPr>
            </a:lvl6pPr>
            <a:lvl7pPr algn="l">
              <a:defRPr sz="1875" b="1">
                <a:solidFill>
                  <a:srgbClr val="805400"/>
                </a:solidFill>
                <a:latin typeface="Malgun Gothic"/>
                <a:ea typeface="Malgun Gothic"/>
                <a:cs typeface="Malgun Gothic"/>
              </a:defRPr>
            </a:lvl7pPr>
            <a:lvl8pPr algn="l">
              <a:defRPr sz="1875" b="1">
                <a:solidFill>
                  <a:srgbClr val="805400"/>
                </a:solidFill>
                <a:latin typeface="Malgun Gothic"/>
                <a:ea typeface="Malgun Gothic"/>
                <a:cs typeface="Malgun Gothic"/>
              </a:defRPr>
            </a:lvl8pPr>
            <a:lvl9pPr algn="l">
              <a:defRPr sz="1875" b="1">
                <a:solidFill>
                  <a:srgbClr val="805400"/>
                </a:solidFill>
                <a:latin typeface="Malgun Gothic"/>
                <a:ea typeface="Malgun Gothic"/>
                <a:cs typeface="Malgun Gothic"/>
              </a:defRPr>
            </a:lvl9pPr>
          </a:lstStyle>
          <a:p xmlns:a="http://schemas.openxmlformats.org/drawingml/2006/main">
            <a:pPr algn="l">
              <a:defRPr sz="1875" b="1">
                <a:solidFill>
                  <a:srgbClr val="805400"/>
                </a:solidFill>
                <a:latin typeface="Malgun Gothic"/>
                <a:ea typeface="Malgun Gothic"/>
                <a:cs typeface="Malgun Gothic"/>
              </a:defRPr>
            </a:pPr>
            <a:r>
              <a:rPr sz="1875" b="1">
                <a:solidFill>
                  <a:srgbClr val="805400"/>
                </a:solidFill>
                <a:latin typeface="Malgun Gothic"/>
                <a:ea typeface="Malgun Gothic"/>
                <a:cs typeface="Malgun Gothic"/>
              </a:rPr>
              <a:t>평가 설계 · 네 작업 모두 이 Workflow 변경 뒤의 실행 결과는 없음</a:t>
            </a:r>
          </a:p>
        </p:txBody>
      </p:sp>
      <p:sp>
        <p:nvSpPr>
          <p:cNvPr id="10" name="대표 작업">
            <a:extLst xmlns:a="http://schemas.openxmlformats.org/drawingml/2006/main">
              <a:ext uri="{FF2B5EF4-FFF2-40B4-BE49-F238E27FC236}">
                <a16:creationId xmlns:a16="http://schemas.microsoft.com/office/drawing/2014/main" id="{4FA6E4A6-C307-49BE-98E4-4AFA1D2FE3A8}"/>
              </a:ext>
            </a:extLst>
          </p:cNvPr>
          <p:cNvSpPr>
            <a:spLocks xmlns:a="http://schemas.openxmlformats.org/drawingml/2006/main" noGrp="1"/>
          </p:cNvSpPr>
          <p:nvPr/>
        </p:nvSpPr>
        <p:spPr>
          <a:xfrm xmlns:a="http://schemas.openxmlformats.org/drawingml/2006/main">
            <a:off x="609600" y="292417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대표 작업</a:t>
            </a:r>
          </a:p>
        </p:txBody>
      </p:sp>
      <p:sp>
        <p:nvSpPr>
          <p:cNvPr id="11" name="무엇을 확인하기 위한 설계인가?">
            <a:extLst xmlns:a="http://schemas.openxmlformats.org/drawingml/2006/main">
              <a:ext uri="{FF2B5EF4-FFF2-40B4-BE49-F238E27FC236}">
                <a16:creationId xmlns:a16="http://schemas.microsoft.com/office/drawing/2014/main" id="{9DEDC028-BB81-4E21-BEEE-6A430C0DCA2B}"/>
              </a:ext>
            </a:extLst>
          </p:cNvPr>
          <p:cNvSpPr>
            <a:spLocks xmlns:a="http://schemas.openxmlformats.org/drawingml/2006/main" noGrp="1"/>
          </p:cNvSpPr>
          <p:nvPr/>
        </p:nvSpPr>
        <p:spPr>
          <a:xfrm xmlns:a="http://schemas.openxmlformats.org/drawingml/2006/main">
            <a:off x="3695700" y="2924175"/>
            <a:ext cx="4895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무엇을 확인하기 위한 설계인가?</a:t>
            </a:r>
          </a:p>
        </p:txBody>
      </p:sp>
      <p:sp>
        <p:nvSpPr>
          <p:cNvPr id="12" name="현재 근거 상태">
            <a:extLst xmlns:a="http://schemas.openxmlformats.org/drawingml/2006/main">
              <a:ext uri="{FF2B5EF4-FFF2-40B4-BE49-F238E27FC236}">
                <a16:creationId xmlns:a16="http://schemas.microsoft.com/office/drawing/2014/main" id="{8C3A487C-E707-4680-8EA9-74E7612CDA9D}"/>
              </a:ext>
            </a:extLst>
          </p:cNvPr>
          <p:cNvSpPr>
            <a:spLocks xmlns:a="http://schemas.openxmlformats.org/drawingml/2006/main" noGrp="1"/>
          </p:cNvSpPr>
          <p:nvPr/>
        </p:nvSpPr>
        <p:spPr>
          <a:xfrm xmlns:a="http://schemas.openxmlformats.org/drawingml/2006/main">
            <a:off x="8858250" y="292417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현재 근거 상태</a:t>
            </a:r>
          </a:p>
        </p:txBody>
      </p:sp>
      <p:sp>
        <p:nvSpPr>
          <p:cNvPr id="13" name="">
            <a:extLst xmlns:a="http://schemas.openxmlformats.org/drawingml/2006/main">
              <a:ext uri="{FF2B5EF4-FFF2-40B4-BE49-F238E27FC236}">
                <a16:creationId xmlns:a16="http://schemas.microsoft.com/office/drawing/2014/main" id="{CA4BC7B6-EC10-4D83-A368-8330144B95AB}"/>
              </a:ext>
            </a:extLst>
          </p:cNvPr>
          <p:cNvSpPr>
            <a:spLocks xmlns:a="http://schemas.openxmlformats.org/drawingml/2006/main" noGrp="1"/>
          </p:cNvSpPr>
          <p:nvPr/>
        </p:nvSpPr>
        <p:spPr>
          <a:xfrm xmlns:a="http://schemas.openxmlformats.org/drawingml/2006/main">
            <a:off x="609600" y="3295650"/>
            <a:ext cx="10972800" cy="0"/>
          </a:xfrm>
          <a:prstGeom xmlns:a="http://schemas.openxmlformats.org/drawingml/2006/main" prst="line">
            <a:avLst/>
          </a:prstGeom>
          <a:noFill xmlns:a="http://schemas.openxmlformats.org/drawingml/2006/main"/>
          <a:ln xmlns:a="http://schemas.openxmlformats.org/drawingml/2006/main" w="9525">
            <a:solidFill>
              <a:srgbClr val="805400"/>
            </a:solidFill>
            <a:prstDash val="dash"/>
          </a:ln>
        </p:spPr>
      </p:sp>
      <p:sp>
        <p:nvSpPr>
          <p:cNvPr id="14" name="EVAL-01">
            <a:extLst xmlns:a="http://schemas.openxmlformats.org/drawingml/2006/main">
              <a:ext uri="{FF2B5EF4-FFF2-40B4-BE49-F238E27FC236}">
                <a16:creationId xmlns:a16="http://schemas.microsoft.com/office/drawing/2014/main" id="{E73CC57B-7C7E-4F4F-8770-7A2AF13315F1}"/>
              </a:ext>
            </a:extLst>
          </p:cNvPr>
          <p:cNvSpPr>
            <a:spLocks xmlns:a="http://schemas.openxmlformats.org/drawingml/2006/main" noGrp="1"/>
          </p:cNvSpPr>
          <p:nvPr/>
        </p:nvSpPr>
        <p:spPr>
          <a:xfrm xmlns:a="http://schemas.openxmlformats.org/drawingml/2006/main">
            <a:off x="609600" y="3362325"/>
            <a:ext cx="1209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805400"/>
                </a:solidFill>
                <a:latin typeface="Consolas"/>
                <a:ea typeface="Consolas"/>
                <a:cs typeface="Consolas"/>
              </a:defRPr>
            </a:defPPr>
            <a:lvl1pPr algn="l">
              <a:defRPr sz="1575" b="1">
                <a:solidFill>
                  <a:srgbClr val="805400"/>
                </a:solidFill>
                <a:latin typeface="Consolas"/>
                <a:ea typeface="Consolas"/>
                <a:cs typeface="Consolas"/>
              </a:defRPr>
            </a:lvl1pPr>
            <a:lvl2pPr algn="l">
              <a:defRPr sz="1575" b="1">
                <a:solidFill>
                  <a:srgbClr val="805400"/>
                </a:solidFill>
                <a:latin typeface="Consolas"/>
                <a:ea typeface="Consolas"/>
                <a:cs typeface="Consolas"/>
              </a:defRPr>
            </a:lvl2pPr>
            <a:lvl3pPr algn="l">
              <a:defRPr sz="1575" b="1">
                <a:solidFill>
                  <a:srgbClr val="805400"/>
                </a:solidFill>
                <a:latin typeface="Consolas"/>
                <a:ea typeface="Consolas"/>
                <a:cs typeface="Consolas"/>
              </a:defRPr>
            </a:lvl3pPr>
            <a:lvl4pPr algn="l">
              <a:defRPr sz="1575" b="1">
                <a:solidFill>
                  <a:srgbClr val="805400"/>
                </a:solidFill>
                <a:latin typeface="Consolas"/>
                <a:ea typeface="Consolas"/>
                <a:cs typeface="Consolas"/>
              </a:defRPr>
            </a:lvl4pPr>
            <a:lvl5pPr algn="l">
              <a:defRPr sz="1575" b="1">
                <a:solidFill>
                  <a:srgbClr val="805400"/>
                </a:solidFill>
                <a:latin typeface="Consolas"/>
                <a:ea typeface="Consolas"/>
                <a:cs typeface="Consolas"/>
              </a:defRPr>
            </a:lvl5pPr>
            <a:lvl6pPr algn="l">
              <a:defRPr sz="1575" b="1">
                <a:solidFill>
                  <a:srgbClr val="805400"/>
                </a:solidFill>
                <a:latin typeface="Consolas"/>
                <a:ea typeface="Consolas"/>
                <a:cs typeface="Consolas"/>
              </a:defRPr>
            </a:lvl6pPr>
            <a:lvl7pPr algn="l">
              <a:defRPr sz="1575" b="1">
                <a:solidFill>
                  <a:srgbClr val="805400"/>
                </a:solidFill>
                <a:latin typeface="Consolas"/>
                <a:ea typeface="Consolas"/>
                <a:cs typeface="Consolas"/>
              </a:defRPr>
            </a:lvl7pPr>
            <a:lvl8pPr algn="l">
              <a:defRPr sz="1575" b="1">
                <a:solidFill>
                  <a:srgbClr val="805400"/>
                </a:solidFill>
                <a:latin typeface="Consolas"/>
                <a:ea typeface="Consolas"/>
                <a:cs typeface="Consolas"/>
              </a:defRPr>
            </a:lvl8pPr>
            <a:lvl9pPr algn="l">
              <a:defRPr sz="1575" b="1">
                <a:solidFill>
                  <a:srgbClr val="805400"/>
                </a:solidFill>
                <a:latin typeface="Consolas"/>
                <a:ea typeface="Consolas"/>
                <a:cs typeface="Consolas"/>
              </a:defRPr>
            </a:lvl9pPr>
          </a:lstStyle>
          <a:p xmlns:a="http://schemas.openxmlformats.org/drawingml/2006/main">
            <a:pPr algn="l">
              <a:defRPr sz="1575" b="1">
                <a:solidFill>
                  <a:srgbClr val="805400"/>
                </a:solidFill>
                <a:latin typeface="Consolas"/>
                <a:ea typeface="Consolas"/>
                <a:cs typeface="Consolas"/>
              </a:defRPr>
            </a:pPr>
            <a:r>
              <a:rPr sz="1575" b="1">
                <a:solidFill>
                  <a:srgbClr val="805400"/>
                </a:solidFill>
                <a:latin typeface="Consolas"/>
                <a:ea typeface="Consolas"/>
                <a:cs typeface="Consolas"/>
              </a:rPr>
              <a:t>EVAL-01</a:t>
            </a:r>
          </a:p>
        </p:txBody>
      </p:sp>
      <p:sp>
        <p:nvSpPr>
          <p:cNvPr id="15" name="버그 수정">
            <a:extLst xmlns:a="http://schemas.openxmlformats.org/drawingml/2006/main">
              <a:ext uri="{FF2B5EF4-FFF2-40B4-BE49-F238E27FC236}">
                <a16:creationId xmlns:a16="http://schemas.microsoft.com/office/drawing/2014/main" id="{760FFA8D-4C18-48FA-950F-9FB2C25BA1DD}"/>
              </a:ext>
            </a:extLst>
          </p:cNvPr>
          <p:cNvSpPr>
            <a:spLocks xmlns:a="http://schemas.openxmlformats.org/drawingml/2006/main" noGrp="1"/>
          </p:cNvSpPr>
          <p:nvPr/>
        </p:nvSpPr>
        <p:spPr>
          <a:xfrm xmlns:a="http://schemas.openxmlformats.org/drawingml/2006/main">
            <a:off x="1828800" y="3352800"/>
            <a:ext cx="1600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버그 수정</a:t>
            </a:r>
          </a:p>
        </p:txBody>
      </p:sp>
      <p:sp>
        <p:nvSpPr>
          <p:cNvPr id="16" name="동작 계약을 확인하는가?">
            <a:extLst xmlns:a="http://schemas.openxmlformats.org/drawingml/2006/main">
              <a:ext uri="{FF2B5EF4-FFF2-40B4-BE49-F238E27FC236}">
                <a16:creationId xmlns:a16="http://schemas.microsoft.com/office/drawing/2014/main" id="{AFA18990-492A-48CB-8754-6872E1BAFB04}"/>
              </a:ext>
            </a:extLst>
          </p:cNvPr>
          <p:cNvSpPr>
            <a:spLocks xmlns:a="http://schemas.openxmlformats.org/drawingml/2006/main" noGrp="1"/>
          </p:cNvSpPr>
          <p:nvPr/>
        </p:nvSpPr>
        <p:spPr>
          <a:xfrm xmlns:a="http://schemas.openxmlformats.org/drawingml/2006/main">
            <a:off x="3695700" y="3352800"/>
            <a:ext cx="489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동작 계약을 확인하는가?</a:t>
            </a:r>
          </a:p>
        </p:txBody>
      </p:sp>
      <p:sp>
        <p:nvSpPr>
          <p:cNvPr id="17" name="과거 관찰 참고">
            <a:extLst xmlns:a="http://schemas.openxmlformats.org/drawingml/2006/main">
              <a:ext uri="{FF2B5EF4-FFF2-40B4-BE49-F238E27FC236}">
                <a16:creationId xmlns:a16="http://schemas.microsoft.com/office/drawing/2014/main" id="{7F38D6F3-5E89-48B4-A576-5540A880A000}"/>
              </a:ext>
            </a:extLst>
          </p:cNvPr>
          <p:cNvSpPr>
            <a:spLocks xmlns:a="http://schemas.openxmlformats.org/drawingml/2006/main" noGrp="1"/>
          </p:cNvSpPr>
          <p:nvPr/>
        </p:nvSpPr>
        <p:spPr>
          <a:xfrm xmlns:a="http://schemas.openxmlformats.org/drawingml/2006/main">
            <a:off x="8858250" y="3333750"/>
            <a:ext cx="2724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0B6172"/>
                </a:solidFill>
                <a:latin typeface="Malgun Gothic"/>
                <a:ea typeface="Malgun Gothic"/>
                <a:cs typeface="Malgun Gothic"/>
              </a:defRPr>
            </a:defPPr>
            <a:lvl1pPr algn="l">
              <a:defRPr sz="1650" b="1">
                <a:solidFill>
                  <a:srgbClr val="0B6172"/>
                </a:solidFill>
                <a:latin typeface="Malgun Gothic"/>
                <a:ea typeface="Malgun Gothic"/>
                <a:cs typeface="Malgun Gothic"/>
              </a:defRPr>
            </a:lvl1pPr>
            <a:lvl2pPr algn="l">
              <a:defRPr sz="1650" b="1">
                <a:solidFill>
                  <a:srgbClr val="0B6172"/>
                </a:solidFill>
                <a:latin typeface="Malgun Gothic"/>
                <a:ea typeface="Malgun Gothic"/>
                <a:cs typeface="Malgun Gothic"/>
              </a:defRPr>
            </a:lvl2pPr>
            <a:lvl3pPr algn="l">
              <a:defRPr sz="1650" b="1">
                <a:solidFill>
                  <a:srgbClr val="0B6172"/>
                </a:solidFill>
                <a:latin typeface="Malgun Gothic"/>
                <a:ea typeface="Malgun Gothic"/>
                <a:cs typeface="Malgun Gothic"/>
              </a:defRPr>
            </a:lvl3pPr>
            <a:lvl4pPr algn="l">
              <a:defRPr sz="1650" b="1">
                <a:solidFill>
                  <a:srgbClr val="0B6172"/>
                </a:solidFill>
                <a:latin typeface="Malgun Gothic"/>
                <a:ea typeface="Malgun Gothic"/>
                <a:cs typeface="Malgun Gothic"/>
              </a:defRPr>
            </a:lvl4pPr>
            <a:lvl5pPr algn="l">
              <a:defRPr sz="1650" b="1">
                <a:solidFill>
                  <a:srgbClr val="0B6172"/>
                </a:solidFill>
                <a:latin typeface="Malgun Gothic"/>
                <a:ea typeface="Malgun Gothic"/>
                <a:cs typeface="Malgun Gothic"/>
              </a:defRPr>
            </a:lvl5pPr>
            <a:lvl6pPr algn="l">
              <a:defRPr sz="1650" b="1">
                <a:solidFill>
                  <a:srgbClr val="0B6172"/>
                </a:solidFill>
                <a:latin typeface="Malgun Gothic"/>
                <a:ea typeface="Malgun Gothic"/>
                <a:cs typeface="Malgun Gothic"/>
              </a:defRPr>
            </a:lvl6pPr>
            <a:lvl7pPr algn="l">
              <a:defRPr sz="1650" b="1">
                <a:solidFill>
                  <a:srgbClr val="0B6172"/>
                </a:solidFill>
                <a:latin typeface="Malgun Gothic"/>
                <a:ea typeface="Malgun Gothic"/>
                <a:cs typeface="Malgun Gothic"/>
              </a:defRPr>
            </a:lvl7pPr>
            <a:lvl8pPr algn="l">
              <a:defRPr sz="1650" b="1">
                <a:solidFill>
                  <a:srgbClr val="0B6172"/>
                </a:solidFill>
                <a:latin typeface="Malgun Gothic"/>
                <a:ea typeface="Malgun Gothic"/>
                <a:cs typeface="Malgun Gothic"/>
              </a:defRPr>
            </a:lvl8pPr>
            <a:lvl9pPr algn="l">
              <a:defRPr sz="1650" b="1">
                <a:solidFill>
                  <a:srgbClr val="0B6172"/>
                </a:solidFill>
                <a:latin typeface="Malgun Gothic"/>
                <a:ea typeface="Malgun Gothic"/>
                <a:cs typeface="Malgun Gothic"/>
              </a:defRPr>
            </a:lvl9pPr>
          </a:lstStyle>
          <a:p xmlns:a="http://schemas.openxmlformats.org/drawingml/2006/main">
            <a:pPr algn="l">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과거 관찰 참고</a:t>
            </a:r>
          </a:p>
        </p:txBody>
      </p:sp>
      <p:sp>
        <p:nvSpPr>
          <p:cNvPr id="18" name="TRIAL-002">
            <a:extLst xmlns:a="http://schemas.openxmlformats.org/drawingml/2006/main">
              <a:ext uri="{FF2B5EF4-FFF2-40B4-BE49-F238E27FC236}">
                <a16:creationId xmlns:a16="http://schemas.microsoft.com/office/drawing/2014/main" id="{3EB6255A-3FC0-4187-A2A0-C7A69A03FC56}"/>
              </a:ext>
            </a:extLst>
          </p:cNvPr>
          <p:cNvSpPr>
            <a:spLocks xmlns:a="http://schemas.openxmlformats.org/drawingml/2006/main" noGrp="1"/>
          </p:cNvSpPr>
          <p:nvPr/>
        </p:nvSpPr>
        <p:spPr>
          <a:xfrm xmlns:a="http://schemas.openxmlformats.org/drawingml/2006/main">
            <a:off x="8858250" y="3581400"/>
            <a:ext cx="2724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4D5A68"/>
                </a:solidFill>
                <a:latin typeface="Malgun Gothic"/>
                <a:ea typeface="Malgun Gothic"/>
                <a:cs typeface="Malgun Gothic"/>
              </a:defRPr>
            </a:defPPr>
            <a:lvl1pPr algn="l">
              <a:defRPr sz="1500" b="0">
                <a:solidFill>
                  <a:srgbClr val="4D5A68"/>
                </a:solidFill>
                <a:latin typeface="Malgun Gothic"/>
                <a:ea typeface="Malgun Gothic"/>
                <a:cs typeface="Malgun Gothic"/>
              </a:defRPr>
            </a:lvl1pPr>
            <a:lvl2pPr algn="l">
              <a:defRPr sz="1500" b="0">
                <a:solidFill>
                  <a:srgbClr val="4D5A68"/>
                </a:solidFill>
                <a:latin typeface="Malgun Gothic"/>
                <a:ea typeface="Malgun Gothic"/>
                <a:cs typeface="Malgun Gothic"/>
              </a:defRPr>
            </a:lvl2pPr>
            <a:lvl3pPr algn="l">
              <a:defRPr sz="1500" b="0">
                <a:solidFill>
                  <a:srgbClr val="4D5A68"/>
                </a:solidFill>
                <a:latin typeface="Malgun Gothic"/>
                <a:ea typeface="Malgun Gothic"/>
                <a:cs typeface="Malgun Gothic"/>
              </a:defRPr>
            </a:lvl3pPr>
            <a:lvl4pPr algn="l">
              <a:defRPr sz="1500" b="0">
                <a:solidFill>
                  <a:srgbClr val="4D5A68"/>
                </a:solidFill>
                <a:latin typeface="Malgun Gothic"/>
                <a:ea typeface="Malgun Gothic"/>
                <a:cs typeface="Malgun Gothic"/>
              </a:defRPr>
            </a:lvl4pPr>
            <a:lvl5pPr algn="l">
              <a:defRPr sz="1500" b="0">
                <a:solidFill>
                  <a:srgbClr val="4D5A68"/>
                </a:solidFill>
                <a:latin typeface="Malgun Gothic"/>
                <a:ea typeface="Malgun Gothic"/>
                <a:cs typeface="Malgun Gothic"/>
              </a:defRPr>
            </a:lvl5pPr>
            <a:lvl6pPr algn="l">
              <a:defRPr sz="1500" b="0">
                <a:solidFill>
                  <a:srgbClr val="4D5A68"/>
                </a:solidFill>
                <a:latin typeface="Malgun Gothic"/>
                <a:ea typeface="Malgun Gothic"/>
                <a:cs typeface="Malgun Gothic"/>
              </a:defRPr>
            </a:lvl6pPr>
            <a:lvl7pPr algn="l">
              <a:defRPr sz="1500" b="0">
                <a:solidFill>
                  <a:srgbClr val="4D5A68"/>
                </a:solidFill>
                <a:latin typeface="Malgun Gothic"/>
                <a:ea typeface="Malgun Gothic"/>
                <a:cs typeface="Malgun Gothic"/>
              </a:defRPr>
            </a:lvl7pPr>
            <a:lvl8pPr algn="l">
              <a:defRPr sz="1500" b="0">
                <a:solidFill>
                  <a:srgbClr val="4D5A68"/>
                </a:solidFill>
                <a:latin typeface="Malgun Gothic"/>
                <a:ea typeface="Malgun Gothic"/>
                <a:cs typeface="Malgun Gothic"/>
              </a:defRPr>
            </a:lvl8pPr>
            <a:lvl9pPr algn="l">
              <a:defRPr sz="1500" b="0">
                <a:solidFill>
                  <a:srgbClr val="4D5A68"/>
                </a:solidFill>
                <a:latin typeface="Malgun Gothic"/>
                <a:ea typeface="Malgun Gothic"/>
                <a:cs typeface="Malgun Gothic"/>
              </a:defRPr>
            </a:lvl9pPr>
          </a:lstStyle>
          <a:p xmlns:a="http://schemas.openxmlformats.org/drawingml/2006/main">
            <a:pPr algn="l">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TRIAL-002</a:t>
            </a:r>
          </a:p>
        </p:txBody>
      </p:sp>
      <p:sp>
        <p:nvSpPr>
          <p:cNvPr id="19" name="">
            <a:extLst xmlns:a="http://schemas.openxmlformats.org/drawingml/2006/main">
              <a:ext uri="{FF2B5EF4-FFF2-40B4-BE49-F238E27FC236}">
                <a16:creationId xmlns:a16="http://schemas.microsoft.com/office/drawing/2014/main" id="{04D13A22-91E6-49CD-9F03-DF9D75BBB6D7}"/>
              </a:ext>
            </a:extLst>
          </p:cNvPr>
          <p:cNvSpPr>
            <a:spLocks xmlns:a="http://schemas.openxmlformats.org/drawingml/2006/main" noGrp="1"/>
          </p:cNvSpPr>
          <p:nvPr/>
        </p:nvSpPr>
        <p:spPr>
          <a:xfrm xmlns:a="http://schemas.openxmlformats.org/drawingml/2006/main">
            <a:off x="609600" y="3886200"/>
            <a:ext cx="10972800" cy="0"/>
          </a:xfrm>
          <a:prstGeom xmlns:a="http://schemas.openxmlformats.org/drawingml/2006/main" prst="line">
            <a:avLst/>
          </a:prstGeom>
          <a:noFill xmlns:a="http://schemas.openxmlformats.org/drawingml/2006/main"/>
          <a:ln xmlns:a="http://schemas.openxmlformats.org/drawingml/2006/main" w="9525">
            <a:solidFill>
              <a:srgbClr val="805400"/>
            </a:solidFill>
            <a:prstDash val="dash"/>
          </a:ln>
        </p:spPr>
      </p:sp>
      <p:sp>
        <p:nvSpPr>
          <p:cNvPr id="20" name="EVAL-02">
            <a:extLst xmlns:a="http://schemas.openxmlformats.org/drawingml/2006/main">
              <a:ext uri="{FF2B5EF4-FFF2-40B4-BE49-F238E27FC236}">
                <a16:creationId xmlns:a16="http://schemas.microsoft.com/office/drawing/2014/main" id="{63903CAF-AAD2-44B4-AEE3-06D068A40846}"/>
              </a:ext>
            </a:extLst>
          </p:cNvPr>
          <p:cNvSpPr>
            <a:spLocks xmlns:a="http://schemas.openxmlformats.org/drawingml/2006/main" noGrp="1"/>
          </p:cNvSpPr>
          <p:nvPr/>
        </p:nvSpPr>
        <p:spPr>
          <a:xfrm xmlns:a="http://schemas.openxmlformats.org/drawingml/2006/main">
            <a:off x="609600" y="3952875"/>
            <a:ext cx="1209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805400"/>
                </a:solidFill>
                <a:latin typeface="Consolas"/>
                <a:ea typeface="Consolas"/>
                <a:cs typeface="Consolas"/>
              </a:defRPr>
            </a:defPPr>
            <a:lvl1pPr algn="l">
              <a:defRPr sz="1575" b="1">
                <a:solidFill>
                  <a:srgbClr val="805400"/>
                </a:solidFill>
                <a:latin typeface="Consolas"/>
                <a:ea typeface="Consolas"/>
                <a:cs typeface="Consolas"/>
              </a:defRPr>
            </a:lvl1pPr>
            <a:lvl2pPr algn="l">
              <a:defRPr sz="1575" b="1">
                <a:solidFill>
                  <a:srgbClr val="805400"/>
                </a:solidFill>
                <a:latin typeface="Consolas"/>
                <a:ea typeface="Consolas"/>
                <a:cs typeface="Consolas"/>
              </a:defRPr>
            </a:lvl2pPr>
            <a:lvl3pPr algn="l">
              <a:defRPr sz="1575" b="1">
                <a:solidFill>
                  <a:srgbClr val="805400"/>
                </a:solidFill>
                <a:latin typeface="Consolas"/>
                <a:ea typeface="Consolas"/>
                <a:cs typeface="Consolas"/>
              </a:defRPr>
            </a:lvl3pPr>
            <a:lvl4pPr algn="l">
              <a:defRPr sz="1575" b="1">
                <a:solidFill>
                  <a:srgbClr val="805400"/>
                </a:solidFill>
                <a:latin typeface="Consolas"/>
                <a:ea typeface="Consolas"/>
                <a:cs typeface="Consolas"/>
              </a:defRPr>
            </a:lvl4pPr>
            <a:lvl5pPr algn="l">
              <a:defRPr sz="1575" b="1">
                <a:solidFill>
                  <a:srgbClr val="805400"/>
                </a:solidFill>
                <a:latin typeface="Consolas"/>
                <a:ea typeface="Consolas"/>
                <a:cs typeface="Consolas"/>
              </a:defRPr>
            </a:lvl5pPr>
            <a:lvl6pPr algn="l">
              <a:defRPr sz="1575" b="1">
                <a:solidFill>
                  <a:srgbClr val="805400"/>
                </a:solidFill>
                <a:latin typeface="Consolas"/>
                <a:ea typeface="Consolas"/>
                <a:cs typeface="Consolas"/>
              </a:defRPr>
            </a:lvl6pPr>
            <a:lvl7pPr algn="l">
              <a:defRPr sz="1575" b="1">
                <a:solidFill>
                  <a:srgbClr val="805400"/>
                </a:solidFill>
                <a:latin typeface="Consolas"/>
                <a:ea typeface="Consolas"/>
                <a:cs typeface="Consolas"/>
              </a:defRPr>
            </a:lvl7pPr>
            <a:lvl8pPr algn="l">
              <a:defRPr sz="1575" b="1">
                <a:solidFill>
                  <a:srgbClr val="805400"/>
                </a:solidFill>
                <a:latin typeface="Consolas"/>
                <a:ea typeface="Consolas"/>
                <a:cs typeface="Consolas"/>
              </a:defRPr>
            </a:lvl8pPr>
            <a:lvl9pPr algn="l">
              <a:defRPr sz="1575" b="1">
                <a:solidFill>
                  <a:srgbClr val="805400"/>
                </a:solidFill>
                <a:latin typeface="Consolas"/>
                <a:ea typeface="Consolas"/>
                <a:cs typeface="Consolas"/>
              </a:defRPr>
            </a:lvl9pPr>
          </a:lstStyle>
          <a:p xmlns:a="http://schemas.openxmlformats.org/drawingml/2006/main">
            <a:pPr algn="l">
              <a:defRPr sz="1575" b="1">
                <a:solidFill>
                  <a:srgbClr val="805400"/>
                </a:solidFill>
                <a:latin typeface="Consolas"/>
                <a:ea typeface="Consolas"/>
                <a:cs typeface="Consolas"/>
              </a:defRPr>
            </a:pPr>
            <a:r>
              <a:rPr sz="1575" b="1">
                <a:solidFill>
                  <a:srgbClr val="805400"/>
                </a:solidFill>
                <a:latin typeface="Consolas"/>
                <a:ea typeface="Consolas"/>
                <a:cs typeface="Consolas"/>
              </a:rPr>
              <a:t>EVAL-02</a:t>
            </a:r>
          </a:p>
        </p:txBody>
      </p:sp>
      <p:sp>
        <p:nvSpPr>
          <p:cNvPr id="21" name="성능 변경">
            <a:extLst xmlns:a="http://schemas.openxmlformats.org/drawingml/2006/main">
              <a:ext uri="{FF2B5EF4-FFF2-40B4-BE49-F238E27FC236}">
                <a16:creationId xmlns:a16="http://schemas.microsoft.com/office/drawing/2014/main" id="{6EC247B1-AAD3-40DC-AC0A-EFC04CFABAAC}"/>
              </a:ext>
            </a:extLst>
          </p:cNvPr>
          <p:cNvSpPr>
            <a:spLocks xmlns:a="http://schemas.openxmlformats.org/drawingml/2006/main" noGrp="1"/>
          </p:cNvSpPr>
          <p:nvPr/>
        </p:nvSpPr>
        <p:spPr>
          <a:xfrm xmlns:a="http://schemas.openxmlformats.org/drawingml/2006/main">
            <a:off x="1828800" y="3943350"/>
            <a:ext cx="1600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성능 변경</a:t>
            </a:r>
          </a:p>
        </p:txBody>
      </p:sp>
      <p:sp>
        <p:nvSpPr>
          <p:cNvPr id="22" name="측정·검증 범위를 유지하는가?">
            <a:extLst xmlns:a="http://schemas.openxmlformats.org/drawingml/2006/main">
              <a:ext uri="{FF2B5EF4-FFF2-40B4-BE49-F238E27FC236}">
                <a16:creationId xmlns:a16="http://schemas.microsoft.com/office/drawing/2014/main" id="{889F91B7-0565-44DE-AB3B-A3DB83834BDC}"/>
              </a:ext>
            </a:extLst>
          </p:cNvPr>
          <p:cNvSpPr>
            <a:spLocks xmlns:a="http://schemas.openxmlformats.org/drawingml/2006/main" noGrp="1"/>
          </p:cNvSpPr>
          <p:nvPr/>
        </p:nvSpPr>
        <p:spPr>
          <a:xfrm xmlns:a="http://schemas.openxmlformats.org/drawingml/2006/main">
            <a:off x="3695700" y="3943350"/>
            <a:ext cx="489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측정·검증 범위를 유지하는가?</a:t>
            </a:r>
          </a:p>
        </p:txBody>
      </p:sp>
      <p:sp>
        <p:nvSpPr>
          <p:cNvPr id="23" name="과거 관찰 참고">
            <a:extLst xmlns:a="http://schemas.openxmlformats.org/drawingml/2006/main">
              <a:ext uri="{FF2B5EF4-FFF2-40B4-BE49-F238E27FC236}">
                <a16:creationId xmlns:a16="http://schemas.microsoft.com/office/drawing/2014/main" id="{090E6163-CADE-4742-A091-F65D256FA522}"/>
              </a:ext>
            </a:extLst>
          </p:cNvPr>
          <p:cNvSpPr>
            <a:spLocks xmlns:a="http://schemas.openxmlformats.org/drawingml/2006/main" noGrp="1"/>
          </p:cNvSpPr>
          <p:nvPr/>
        </p:nvSpPr>
        <p:spPr>
          <a:xfrm xmlns:a="http://schemas.openxmlformats.org/drawingml/2006/main">
            <a:off x="8858250" y="3924300"/>
            <a:ext cx="2724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0B6172"/>
                </a:solidFill>
                <a:latin typeface="Malgun Gothic"/>
                <a:ea typeface="Malgun Gothic"/>
                <a:cs typeface="Malgun Gothic"/>
              </a:defRPr>
            </a:defPPr>
            <a:lvl1pPr algn="l">
              <a:defRPr sz="1650" b="1">
                <a:solidFill>
                  <a:srgbClr val="0B6172"/>
                </a:solidFill>
                <a:latin typeface="Malgun Gothic"/>
                <a:ea typeface="Malgun Gothic"/>
                <a:cs typeface="Malgun Gothic"/>
              </a:defRPr>
            </a:lvl1pPr>
            <a:lvl2pPr algn="l">
              <a:defRPr sz="1650" b="1">
                <a:solidFill>
                  <a:srgbClr val="0B6172"/>
                </a:solidFill>
                <a:latin typeface="Malgun Gothic"/>
                <a:ea typeface="Malgun Gothic"/>
                <a:cs typeface="Malgun Gothic"/>
              </a:defRPr>
            </a:lvl2pPr>
            <a:lvl3pPr algn="l">
              <a:defRPr sz="1650" b="1">
                <a:solidFill>
                  <a:srgbClr val="0B6172"/>
                </a:solidFill>
                <a:latin typeface="Malgun Gothic"/>
                <a:ea typeface="Malgun Gothic"/>
                <a:cs typeface="Malgun Gothic"/>
              </a:defRPr>
            </a:lvl3pPr>
            <a:lvl4pPr algn="l">
              <a:defRPr sz="1650" b="1">
                <a:solidFill>
                  <a:srgbClr val="0B6172"/>
                </a:solidFill>
                <a:latin typeface="Malgun Gothic"/>
                <a:ea typeface="Malgun Gothic"/>
                <a:cs typeface="Malgun Gothic"/>
              </a:defRPr>
            </a:lvl4pPr>
            <a:lvl5pPr algn="l">
              <a:defRPr sz="1650" b="1">
                <a:solidFill>
                  <a:srgbClr val="0B6172"/>
                </a:solidFill>
                <a:latin typeface="Malgun Gothic"/>
                <a:ea typeface="Malgun Gothic"/>
                <a:cs typeface="Malgun Gothic"/>
              </a:defRPr>
            </a:lvl5pPr>
            <a:lvl6pPr algn="l">
              <a:defRPr sz="1650" b="1">
                <a:solidFill>
                  <a:srgbClr val="0B6172"/>
                </a:solidFill>
                <a:latin typeface="Malgun Gothic"/>
                <a:ea typeface="Malgun Gothic"/>
                <a:cs typeface="Malgun Gothic"/>
              </a:defRPr>
            </a:lvl6pPr>
            <a:lvl7pPr algn="l">
              <a:defRPr sz="1650" b="1">
                <a:solidFill>
                  <a:srgbClr val="0B6172"/>
                </a:solidFill>
                <a:latin typeface="Malgun Gothic"/>
                <a:ea typeface="Malgun Gothic"/>
                <a:cs typeface="Malgun Gothic"/>
              </a:defRPr>
            </a:lvl7pPr>
            <a:lvl8pPr algn="l">
              <a:defRPr sz="1650" b="1">
                <a:solidFill>
                  <a:srgbClr val="0B6172"/>
                </a:solidFill>
                <a:latin typeface="Malgun Gothic"/>
                <a:ea typeface="Malgun Gothic"/>
                <a:cs typeface="Malgun Gothic"/>
              </a:defRPr>
            </a:lvl8pPr>
            <a:lvl9pPr algn="l">
              <a:defRPr sz="1650" b="1">
                <a:solidFill>
                  <a:srgbClr val="0B6172"/>
                </a:solidFill>
                <a:latin typeface="Malgun Gothic"/>
                <a:ea typeface="Malgun Gothic"/>
                <a:cs typeface="Malgun Gothic"/>
              </a:defRPr>
            </a:lvl9pPr>
          </a:lstStyle>
          <a:p xmlns:a="http://schemas.openxmlformats.org/drawingml/2006/main">
            <a:pPr algn="l">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과거 관찰 참고</a:t>
            </a:r>
          </a:p>
        </p:txBody>
      </p:sp>
      <p:sp>
        <p:nvSpPr>
          <p:cNvPr id="24" name="STATE-04-PERF">
            <a:extLst xmlns:a="http://schemas.openxmlformats.org/drawingml/2006/main">
              <a:ext uri="{FF2B5EF4-FFF2-40B4-BE49-F238E27FC236}">
                <a16:creationId xmlns:a16="http://schemas.microsoft.com/office/drawing/2014/main" id="{1BF71BE9-BAAB-4F6E-BBE3-16AD3FD58432}"/>
              </a:ext>
            </a:extLst>
          </p:cNvPr>
          <p:cNvSpPr>
            <a:spLocks xmlns:a="http://schemas.openxmlformats.org/drawingml/2006/main" noGrp="1"/>
          </p:cNvSpPr>
          <p:nvPr/>
        </p:nvSpPr>
        <p:spPr>
          <a:xfrm xmlns:a="http://schemas.openxmlformats.org/drawingml/2006/main">
            <a:off x="8858250" y="4171950"/>
            <a:ext cx="2724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4D5A68"/>
                </a:solidFill>
                <a:latin typeface="Malgun Gothic"/>
                <a:ea typeface="Malgun Gothic"/>
                <a:cs typeface="Malgun Gothic"/>
              </a:defRPr>
            </a:defPPr>
            <a:lvl1pPr algn="l">
              <a:defRPr sz="1500" b="0">
                <a:solidFill>
                  <a:srgbClr val="4D5A68"/>
                </a:solidFill>
                <a:latin typeface="Malgun Gothic"/>
                <a:ea typeface="Malgun Gothic"/>
                <a:cs typeface="Malgun Gothic"/>
              </a:defRPr>
            </a:lvl1pPr>
            <a:lvl2pPr algn="l">
              <a:defRPr sz="1500" b="0">
                <a:solidFill>
                  <a:srgbClr val="4D5A68"/>
                </a:solidFill>
                <a:latin typeface="Malgun Gothic"/>
                <a:ea typeface="Malgun Gothic"/>
                <a:cs typeface="Malgun Gothic"/>
              </a:defRPr>
            </a:lvl2pPr>
            <a:lvl3pPr algn="l">
              <a:defRPr sz="1500" b="0">
                <a:solidFill>
                  <a:srgbClr val="4D5A68"/>
                </a:solidFill>
                <a:latin typeface="Malgun Gothic"/>
                <a:ea typeface="Malgun Gothic"/>
                <a:cs typeface="Malgun Gothic"/>
              </a:defRPr>
            </a:lvl3pPr>
            <a:lvl4pPr algn="l">
              <a:defRPr sz="1500" b="0">
                <a:solidFill>
                  <a:srgbClr val="4D5A68"/>
                </a:solidFill>
                <a:latin typeface="Malgun Gothic"/>
                <a:ea typeface="Malgun Gothic"/>
                <a:cs typeface="Malgun Gothic"/>
              </a:defRPr>
            </a:lvl4pPr>
            <a:lvl5pPr algn="l">
              <a:defRPr sz="1500" b="0">
                <a:solidFill>
                  <a:srgbClr val="4D5A68"/>
                </a:solidFill>
                <a:latin typeface="Malgun Gothic"/>
                <a:ea typeface="Malgun Gothic"/>
                <a:cs typeface="Malgun Gothic"/>
              </a:defRPr>
            </a:lvl5pPr>
            <a:lvl6pPr algn="l">
              <a:defRPr sz="1500" b="0">
                <a:solidFill>
                  <a:srgbClr val="4D5A68"/>
                </a:solidFill>
                <a:latin typeface="Malgun Gothic"/>
                <a:ea typeface="Malgun Gothic"/>
                <a:cs typeface="Malgun Gothic"/>
              </a:defRPr>
            </a:lvl6pPr>
            <a:lvl7pPr algn="l">
              <a:defRPr sz="1500" b="0">
                <a:solidFill>
                  <a:srgbClr val="4D5A68"/>
                </a:solidFill>
                <a:latin typeface="Malgun Gothic"/>
                <a:ea typeface="Malgun Gothic"/>
                <a:cs typeface="Malgun Gothic"/>
              </a:defRPr>
            </a:lvl7pPr>
            <a:lvl8pPr algn="l">
              <a:defRPr sz="1500" b="0">
                <a:solidFill>
                  <a:srgbClr val="4D5A68"/>
                </a:solidFill>
                <a:latin typeface="Malgun Gothic"/>
                <a:ea typeface="Malgun Gothic"/>
                <a:cs typeface="Malgun Gothic"/>
              </a:defRPr>
            </a:lvl8pPr>
            <a:lvl9pPr algn="l">
              <a:defRPr sz="1500" b="0">
                <a:solidFill>
                  <a:srgbClr val="4D5A68"/>
                </a:solidFill>
                <a:latin typeface="Malgun Gothic"/>
                <a:ea typeface="Malgun Gothic"/>
                <a:cs typeface="Malgun Gothic"/>
              </a:defRPr>
            </a:lvl9pPr>
          </a:lstStyle>
          <a:p xmlns:a="http://schemas.openxmlformats.org/drawingml/2006/main">
            <a:pPr algn="l">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STATE-04-PERF</a:t>
            </a:r>
          </a:p>
        </p:txBody>
      </p:sp>
      <p:sp>
        <p:nvSpPr>
          <p:cNvPr id="25" name="">
            <a:extLst xmlns:a="http://schemas.openxmlformats.org/drawingml/2006/main">
              <a:ext uri="{FF2B5EF4-FFF2-40B4-BE49-F238E27FC236}">
                <a16:creationId xmlns:a16="http://schemas.microsoft.com/office/drawing/2014/main" id="{D5785146-5264-4B68-B338-1764B7E011E7}"/>
              </a:ext>
            </a:extLst>
          </p:cNvPr>
          <p:cNvSpPr>
            <a:spLocks xmlns:a="http://schemas.openxmlformats.org/drawingml/2006/main" noGrp="1"/>
          </p:cNvSpPr>
          <p:nvPr/>
        </p:nvSpPr>
        <p:spPr>
          <a:xfrm xmlns:a="http://schemas.openxmlformats.org/drawingml/2006/main">
            <a:off x="609600" y="4476750"/>
            <a:ext cx="10972800" cy="0"/>
          </a:xfrm>
          <a:prstGeom xmlns:a="http://schemas.openxmlformats.org/drawingml/2006/main" prst="line">
            <a:avLst/>
          </a:prstGeom>
          <a:noFill xmlns:a="http://schemas.openxmlformats.org/drawingml/2006/main"/>
          <a:ln xmlns:a="http://schemas.openxmlformats.org/drawingml/2006/main" w="9525">
            <a:solidFill>
              <a:srgbClr val="805400"/>
            </a:solidFill>
            <a:prstDash val="dash"/>
          </a:ln>
        </p:spPr>
      </p:sp>
      <p:sp>
        <p:nvSpPr>
          <p:cNvPr id="26" name="EVAL-03">
            <a:extLst xmlns:a="http://schemas.openxmlformats.org/drawingml/2006/main">
              <a:ext uri="{FF2B5EF4-FFF2-40B4-BE49-F238E27FC236}">
                <a16:creationId xmlns:a16="http://schemas.microsoft.com/office/drawing/2014/main" id="{C170D3A0-14D7-47DB-AB76-04EEF2A21ACA}"/>
              </a:ext>
            </a:extLst>
          </p:cNvPr>
          <p:cNvSpPr>
            <a:spLocks xmlns:a="http://schemas.openxmlformats.org/drawingml/2006/main" noGrp="1"/>
          </p:cNvSpPr>
          <p:nvPr/>
        </p:nvSpPr>
        <p:spPr>
          <a:xfrm xmlns:a="http://schemas.openxmlformats.org/drawingml/2006/main">
            <a:off x="609600" y="4543425"/>
            <a:ext cx="1209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805400"/>
                </a:solidFill>
                <a:latin typeface="Consolas"/>
                <a:ea typeface="Consolas"/>
                <a:cs typeface="Consolas"/>
              </a:defRPr>
            </a:defPPr>
            <a:lvl1pPr algn="l">
              <a:defRPr sz="1575" b="1">
                <a:solidFill>
                  <a:srgbClr val="805400"/>
                </a:solidFill>
                <a:latin typeface="Consolas"/>
                <a:ea typeface="Consolas"/>
                <a:cs typeface="Consolas"/>
              </a:defRPr>
            </a:lvl1pPr>
            <a:lvl2pPr algn="l">
              <a:defRPr sz="1575" b="1">
                <a:solidFill>
                  <a:srgbClr val="805400"/>
                </a:solidFill>
                <a:latin typeface="Consolas"/>
                <a:ea typeface="Consolas"/>
                <a:cs typeface="Consolas"/>
              </a:defRPr>
            </a:lvl2pPr>
            <a:lvl3pPr algn="l">
              <a:defRPr sz="1575" b="1">
                <a:solidFill>
                  <a:srgbClr val="805400"/>
                </a:solidFill>
                <a:latin typeface="Consolas"/>
                <a:ea typeface="Consolas"/>
                <a:cs typeface="Consolas"/>
              </a:defRPr>
            </a:lvl3pPr>
            <a:lvl4pPr algn="l">
              <a:defRPr sz="1575" b="1">
                <a:solidFill>
                  <a:srgbClr val="805400"/>
                </a:solidFill>
                <a:latin typeface="Consolas"/>
                <a:ea typeface="Consolas"/>
                <a:cs typeface="Consolas"/>
              </a:defRPr>
            </a:lvl4pPr>
            <a:lvl5pPr algn="l">
              <a:defRPr sz="1575" b="1">
                <a:solidFill>
                  <a:srgbClr val="805400"/>
                </a:solidFill>
                <a:latin typeface="Consolas"/>
                <a:ea typeface="Consolas"/>
                <a:cs typeface="Consolas"/>
              </a:defRPr>
            </a:lvl5pPr>
            <a:lvl6pPr algn="l">
              <a:defRPr sz="1575" b="1">
                <a:solidFill>
                  <a:srgbClr val="805400"/>
                </a:solidFill>
                <a:latin typeface="Consolas"/>
                <a:ea typeface="Consolas"/>
                <a:cs typeface="Consolas"/>
              </a:defRPr>
            </a:lvl6pPr>
            <a:lvl7pPr algn="l">
              <a:defRPr sz="1575" b="1">
                <a:solidFill>
                  <a:srgbClr val="805400"/>
                </a:solidFill>
                <a:latin typeface="Consolas"/>
                <a:ea typeface="Consolas"/>
                <a:cs typeface="Consolas"/>
              </a:defRPr>
            </a:lvl7pPr>
            <a:lvl8pPr algn="l">
              <a:defRPr sz="1575" b="1">
                <a:solidFill>
                  <a:srgbClr val="805400"/>
                </a:solidFill>
                <a:latin typeface="Consolas"/>
                <a:ea typeface="Consolas"/>
                <a:cs typeface="Consolas"/>
              </a:defRPr>
            </a:lvl8pPr>
            <a:lvl9pPr algn="l">
              <a:defRPr sz="1575" b="1">
                <a:solidFill>
                  <a:srgbClr val="805400"/>
                </a:solidFill>
                <a:latin typeface="Consolas"/>
                <a:ea typeface="Consolas"/>
                <a:cs typeface="Consolas"/>
              </a:defRPr>
            </a:lvl9pPr>
          </a:lstStyle>
          <a:p xmlns:a="http://schemas.openxmlformats.org/drawingml/2006/main">
            <a:pPr algn="l">
              <a:defRPr sz="1575" b="1">
                <a:solidFill>
                  <a:srgbClr val="805400"/>
                </a:solidFill>
                <a:latin typeface="Consolas"/>
                <a:ea typeface="Consolas"/>
                <a:cs typeface="Consolas"/>
              </a:defRPr>
            </a:pPr>
            <a:r>
              <a:rPr sz="1575" b="1">
                <a:solidFill>
                  <a:srgbClr val="805400"/>
                </a:solidFill>
                <a:latin typeface="Consolas"/>
                <a:ea typeface="Consolas"/>
                <a:cs typeface="Consolas"/>
              </a:rPr>
              <a:t>EVAL-03</a:t>
            </a:r>
          </a:p>
        </p:txBody>
      </p:sp>
      <p:sp>
        <p:nvSpPr>
          <p:cNvPr id="27" name="문서만 수정">
            <a:extLst xmlns:a="http://schemas.openxmlformats.org/drawingml/2006/main">
              <a:ext uri="{FF2B5EF4-FFF2-40B4-BE49-F238E27FC236}">
                <a16:creationId xmlns:a16="http://schemas.microsoft.com/office/drawing/2014/main" id="{708DF3F5-7871-41A6-B297-89A029114317}"/>
              </a:ext>
            </a:extLst>
          </p:cNvPr>
          <p:cNvSpPr>
            <a:spLocks xmlns:a="http://schemas.openxmlformats.org/drawingml/2006/main" noGrp="1"/>
          </p:cNvSpPr>
          <p:nvPr/>
        </p:nvSpPr>
        <p:spPr>
          <a:xfrm xmlns:a="http://schemas.openxmlformats.org/drawingml/2006/main">
            <a:off x="1828800" y="4533900"/>
            <a:ext cx="1600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문서만 수정</a:t>
            </a:r>
          </a:p>
        </p:txBody>
      </p:sp>
      <p:sp>
        <p:nvSpPr>
          <p:cNvPr id="28" name="불필요한 절차를 강요하지 않는가?">
            <a:extLst xmlns:a="http://schemas.openxmlformats.org/drawingml/2006/main">
              <a:ext uri="{FF2B5EF4-FFF2-40B4-BE49-F238E27FC236}">
                <a16:creationId xmlns:a16="http://schemas.microsoft.com/office/drawing/2014/main" id="{2F845C43-4194-42BF-A2F8-C6ADBDB83096}"/>
              </a:ext>
            </a:extLst>
          </p:cNvPr>
          <p:cNvSpPr>
            <a:spLocks xmlns:a="http://schemas.openxmlformats.org/drawingml/2006/main" noGrp="1"/>
          </p:cNvSpPr>
          <p:nvPr/>
        </p:nvSpPr>
        <p:spPr>
          <a:xfrm xmlns:a="http://schemas.openxmlformats.org/drawingml/2006/main">
            <a:off x="3695700" y="4533900"/>
            <a:ext cx="489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불필요한 절차를 강요하지 않는가?</a:t>
            </a:r>
          </a:p>
        </p:txBody>
      </p:sp>
      <p:sp>
        <p:nvSpPr>
          <p:cNvPr id="29" name="설계 사례">
            <a:extLst xmlns:a="http://schemas.openxmlformats.org/drawingml/2006/main">
              <a:ext uri="{FF2B5EF4-FFF2-40B4-BE49-F238E27FC236}">
                <a16:creationId xmlns:a16="http://schemas.microsoft.com/office/drawing/2014/main" id="{1FE346C2-CA18-4963-AB2E-7D7A1E3F4BE1}"/>
              </a:ext>
            </a:extLst>
          </p:cNvPr>
          <p:cNvSpPr>
            <a:spLocks xmlns:a="http://schemas.openxmlformats.org/drawingml/2006/main" noGrp="1"/>
          </p:cNvSpPr>
          <p:nvPr/>
        </p:nvSpPr>
        <p:spPr>
          <a:xfrm xmlns:a="http://schemas.openxmlformats.org/drawingml/2006/main">
            <a:off x="8858250" y="4514850"/>
            <a:ext cx="2724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0B6172"/>
                </a:solidFill>
                <a:latin typeface="Malgun Gothic"/>
                <a:ea typeface="Malgun Gothic"/>
                <a:cs typeface="Malgun Gothic"/>
              </a:defRPr>
            </a:defPPr>
            <a:lvl1pPr algn="l">
              <a:defRPr sz="1650" b="1">
                <a:solidFill>
                  <a:srgbClr val="0B6172"/>
                </a:solidFill>
                <a:latin typeface="Malgun Gothic"/>
                <a:ea typeface="Malgun Gothic"/>
                <a:cs typeface="Malgun Gothic"/>
              </a:defRPr>
            </a:lvl1pPr>
            <a:lvl2pPr algn="l">
              <a:defRPr sz="1650" b="1">
                <a:solidFill>
                  <a:srgbClr val="0B6172"/>
                </a:solidFill>
                <a:latin typeface="Malgun Gothic"/>
                <a:ea typeface="Malgun Gothic"/>
                <a:cs typeface="Malgun Gothic"/>
              </a:defRPr>
            </a:lvl2pPr>
            <a:lvl3pPr algn="l">
              <a:defRPr sz="1650" b="1">
                <a:solidFill>
                  <a:srgbClr val="0B6172"/>
                </a:solidFill>
                <a:latin typeface="Malgun Gothic"/>
                <a:ea typeface="Malgun Gothic"/>
                <a:cs typeface="Malgun Gothic"/>
              </a:defRPr>
            </a:lvl3pPr>
            <a:lvl4pPr algn="l">
              <a:defRPr sz="1650" b="1">
                <a:solidFill>
                  <a:srgbClr val="0B6172"/>
                </a:solidFill>
                <a:latin typeface="Malgun Gothic"/>
                <a:ea typeface="Malgun Gothic"/>
                <a:cs typeface="Malgun Gothic"/>
              </a:defRPr>
            </a:lvl4pPr>
            <a:lvl5pPr algn="l">
              <a:defRPr sz="1650" b="1">
                <a:solidFill>
                  <a:srgbClr val="0B6172"/>
                </a:solidFill>
                <a:latin typeface="Malgun Gothic"/>
                <a:ea typeface="Malgun Gothic"/>
                <a:cs typeface="Malgun Gothic"/>
              </a:defRPr>
            </a:lvl5pPr>
            <a:lvl6pPr algn="l">
              <a:defRPr sz="1650" b="1">
                <a:solidFill>
                  <a:srgbClr val="0B6172"/>
                </a:solidFill>
                <a:latin typeface="Malgun Gothic"/>
                <a:ea typeface="Malgun Gothic"/>
                <a:cs typeface="Malgun Gothic"/>
              </a:defRPr>
            </a:lvl6pPr>
            <a:lvl7pPr algn="l">
              <a:defRPr sz="1650" b="1">
                <a:solidFill>
                  <a:srgbClr val="0B6172"/>
                </a:solidFill>
                <a:latin typeface="Malgun Gothic"/>
                <a:ea typeface="Malgun Gothic"/>
                <a:cs typeface="Malgun Gothic"/>
              </a:defRPr>
            </a:lvl7pPr>
            <a:lvl8pPr algn="l">
              <a:defRPr sz="1650" b="1">
                <a:solidFill>
                  <a:srgbClr val="0B6172"/>
                </a:solidFill>
                <a:latin typeface="Malgun Gothic"/>
                <a:ea typeface="Malgun Gothic"/>
                <a:cs typeface="Malgun Gothic"/>
              </a:defRPr>
            </a:lvl8pPr>
            <a:lvl9pPr algn="l">
              <a:defRPr sz="1650" b="1">
                <a:solidFill>
                  <a:srgbClr val="0B6172"/>
                </a:solidFill>
                <a:latin typeface="Malgun Gothic"/>
                <a:ea typeface="Malgun Gothic"/>
                <a:cs typeface="Malgun Gothic"/>
              </a:defRPr>
            </a:lvl9pPr>
          </a:lstStyle>
          <a:p xmlns:a="http://schemas.openxmlformats.org/drawingml/2006/main">
            <a:pPr algn="l">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설계 사례</a:t>
            </a:r>
          </a:p>
        </p:txBody>
      </p:sp>
      <p:sp>
        <p:nvSpPr>
          <p:cNvPr id="30" name="새 평가 실행 없음">
            <a:extLst xmlns:a="http://schemas.openxmlformats.org/drawingml/2006/main">
              <a:ext uri="{FF2B5EF4-FFF2-40B4-BE49-F238E27FC236}">
                <a16:creationId xmlns:a16="http://schemas.microsoft.com/office/drawing/2014/main" id="{A516DD02-C586-490A-9D20-40F6720E9025}"/>
              </a:ext>
            </a:extLst>
          </p:cNvPr>
          <p:cNvSpPr>
            <a:spLocks xmlns:a="http://schemas.openxmlformats.org/drawingml/2006/main" noGrp="1"/>
          </p:cNvSpPr>
          <p:nvPr/>
        </p:nvSpPr>
        <p:spPr>
          <a:xfrm xmlns:a="http://schemas.openxmlformats.org/drawingml/2006/main">
            <a:off x="8858250" y="4762500"/>
            <a:ext cx="2724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4D5A68"/>
                </a:solidFill>
                <a:latin typeface="Malgun Gothic"/>
                <a:ea typeface="Malgun Gothic"/>
                <a:cs typeface="Malgun Gothic"/>
              </a:defRPr>
            </a:defPPr>
            <a:lvl1pPr algn="l">
              <a:defRPr sz="1500" b="0">
                <a:solidFill>
                  <a:srgbClr val="4D5A68"/>
                </a:solidFill>
                <a:latin typeface="Malgun Gothic"/>
                <a:ea typeface="Malgun Gothic"/>
                <a:cs typeface="Malgun Gothic"/>
              </a:defRPr>
            </a:lvl1pPr>
            <a:lvl2pPr algn="l">
              <a:defRPr sz="1500" b="0">
                <a:solidFill>
                  <a:srgbClr val="4D5A68"/>
                </a:solidFill>
                <a:latin typeface="Malgun Gothic"/>
                <a:ea typeface="Malgun Gothic"/>
                <a:cs typeface="Malgun Gothic"/>
              </a:defRPr>
            </a:lvl2pPr>
            <a:lvl3pPr algn="l">
              <a:defRPr sz="1500" b="0">
                <a:solidFill>
                  <a:srgbClr val="4D5A68"/>
                </a:solidFill>
                <a:latin typeface="Malgun Gothic"/>
                <a:ea typeface="Malgun Gothic"/>
                <a:cs typeface="Malgun Gothic"/>
              </a:defRPr>
            </a:lvl3pPr>
            <a:lvl4pPr algn="l">
              <a:defRPr sz="1500" b="0">
                <a:solidFill>
                  <a:srgbClr val="4D5A68"/>
                </a:solidFill>
                <a:latin typeface="Malgun Gothic"/>
                <a:ea typeface="Malgun Gothic"/>
                <a:cs typeface="Malgun Gothic"/>
              </a:defRPr>
            </a:lvl4pPr>
            <a:lvl5pPr algn="l">
              <a:defRPr sz="1500" b="0">
                <a:solidFill>
                  <a:srgbClr val="4D5A68"/>
                </a:solidFill>
                <a:latin typeface="Malgun Gothic"/>
                <a:ea typeface="Malgun Gothic"/>
                <a:cs typeface="Malgun Gothic"/>
              </a:defRPr>
            </a:lvl5pPr>
            <a:lvl6pPr algn="l">
              <a:defRPr sz="1500" b="0">
                <a:solidFill>
                  <a:srgbClr val="4D5A68"/>
                </a:solidFill>
                <a:latin typeface="Malgun Gothic"/>
                <a:ea typeface="Malgun Gothic"/>
                <a:cs typeface="Malgun Gothic"/>
              </a:defRPr>
            </a:lvl6pPr>
            <a:lvl7pPr algn="l">
              <a:defRPr sz="1500" b="0">
                <a:solidFill>
                  <a:srgbClr val="4D5A68"/>
                </a:solidFill>
                <a:latin typeface="Malgun Gothic"/>
                <a:ea typeface="Malgun Gothic"/>
                <a:cs typeface="Malgun Gothic"/>
              </a:defRPr>
            </a:lvl7pPr>
            <a:lvl8pPr algn="l">
              <a:defRPr sz="1500" b="0">
                <a:solidFill>
                  <a:srgbClr val="4D5A68"/>
                </a:solidFill>
                <a:latin typeface="Malgun Gothic"/>
                <a:ea typeface="Malgun Gothic"/>
                <a:cs typeface="Malgun Gothic"/>
              </a:defRPr>
            </a:lvl8pPr>
            <a:lvl9pPr algn="l">
              <a:defRPr sz="1500" b="0">
                <a:solidFill>
                  <a:srgbClr val="4D5A68"/>
                </a:solidFill>
                <a:latin typeface="Malgun Gothic"/>
                <a:ea typeface="Malgun Gothic"/>
                <a:cs typeface="Malgun Gothic"/>
              </a:defRPr>
            </a:lvl9pPr>
          </a:lstStyle>
          <a:p xmlns:a="http://schemas.openxmlformats.org/drawingml/2006/main">
            <a:pPr algn="l">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새 평가 실행 없음</a:t>
            </a:r>
          </a:p>
        </p:txBody>
      </p:sp>
      <p:sp>
        <p:nvSpPr>
          <p:cNvPr id="31" name="">
            <a:extLst xmlns:a="http://schemas.openxmlformats.org/drawingml/2006/main">
              <a:ext uri="{FF2B5EF4-FFF2-40B4-BE49-F238E27FC236}">
                <a16:creationId xmlns:a16="http://schemas.microsoft.com/office/drawing/2014/main" id="{FB97552A-7D6B-45C4-A865-9554BA7770C3}"/>
              </a:ext>
            </a:extLst>
          </p:cNvPr>
          <p:cNvSpPr>
            <a:spLocks xmlns:a="http://schemas.openxmlformats.org/drawingml/2006/main" noGrp="1"/>
          </p:cNvSpPr>
          <p:nvPr/>
        </p:nvSpPr>
        <p:spPr>
          <a:xfrm xmlns:a="http://schemas.openxmlformats.org/drawingml/2006/main">
            <a:off x="609600" y="5067300"/>
            <a:ext cx="10972800" cy="0"/>
          </a:xfrm>
          <a:prstGeom xmlns:a="http://schemas.openxmlformats.org/drawingml/2006/main" prst="line">
            <a:avLst/>
          </a:prstGeom>
          <a:noFill xmlns:a="http://schemas.openxmlformats.org/drawingml/2006/main"/>
          <a:ln xmlns:a="http://schemas.openxmlformats.org/drawingml/2006/main" w="9525">
            <a:solidFill>
              <a:srgbClr val="805400"/>
            </a:solidFill>
            <a:prstDash val="dash"/>
          </a:ln>
        </p:spPr>
      </p:sp>
      <p:sp>
        <p:nvSpPr>
          <p:cNvPr id="32" name="EVAL-04">
            <a:extLst xmlns:a="http://schemas.openxmlformats.org/drawingml/2006/main">
              <a:ext uri="{FF2B5EF4-FFF2-40B4-BE49-F238E27FC236}">
                <a16:creationId xmlns:a16="http://schemas.microsoft.com/office/drawing/2014/main" id="{1EB6D614-EEFF-44BE-9552-540AA032B3DD}"/>
              </a:ext>
            </a:extLst>
          </p:cNvPr>
          <p:cNvSpPr>
            <a:spLocks xmlns:a="http://schemas.openxmlformats.org/drawingml/2006/main" noGrp="1"/>
          </p:cNvSpPr>
          <p:nvPr/>
        </p:nvSpPr>
        <p:spPr>
          <a:xfrm xmlns:a="http://schemas.openxmlformats.org/drawingml/2006/main">
            <a:off x="609600" y="5133975"/>
            <a:ext cx="1209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805400"/>
                </a:solidFill>
                <a:latin typeface="Consolas"/>
                <a:ea typeface="Consolas"/>
                <a:cs typeface="Consolas"/>
              </a:defRPr>
            </a:defPPr>
            <a:lvl1pPr algn="l">
              <a:defRPr sz="1575" b="1">
                <a:solidFill>
                  <a:srgbClr val="805400"/>
                </a:solidFill>
                <a:latin typeface="Consolas"/>
                <a:ea typeface="Consolas"/>
                <a:cs typeface="Consolas"/>
              </a:defRPr>
            </a:lvl1pPr>
            <a:lvl2pPr algn="l">
              <a:defRPr sz="1575" b="1">
                <a:solidFill>
                  <a:srgbClr val="805400"/>
                </a:solidFill>
                <a:latin typeface="Consolas"/>
                <a:ea typeface="Consolas"/>
                <a:cs typeface="Consolas"/>
              </a:defRPr>
            </a:lvl2pPr>
            <a:lvl3pPr algn="l">
              <a:defRPr sz="1575" b="1">
                <a:solidFill>
                  <a:srgbClr val="805400"/>
                </a:solidFill>
                <a:latin typeface="Consolas"/>
                <a:ea typeface="Consolas"/>
                <a:cs typeface="Consolas"/>
              </a:defRPr>
            </a:lvl3pPr>
            <a:lvl4pPr algn="l">
              <a:defRPr sz="1575" b="1">
                <a:solidFill>
                  <a:srgbClr val="805400"/>
                </a:solidFill>
                <a:latin typeface="Consolas"/>
                <a:ea typeface="Consolas"/>
                <a:cs typeface="Consolas"/>
              </a:defRPr>
            </a:lvl4pPr>
            <a:lvl5pPr algn="l">
              <a:defRPr sz="1575" b="1">
                <a:solidFill>
                  <a:srgbClr val="805400"/>
                </a:solidFill>
                <a:latin typeface="Consolas"/>
                <a:ea typeface="Consolas"/>
                <a:cs typeface="Consolas"/>
              </a:defRPr>
            </a:lvl5pPr>
            <a:lvl6pPr algn="l">
              <a:defRPr sz="1575" b="1">
                <a:solidFill>
                  <a:srgbClr val="805400"/>
                </a:solidFill>
                <a:latin typeface="Consolas"/>
                <a:ea typeface="Consolas"/>
                <a:cs typeface="Consolas"/>
              </a:defRPr>
            </a:lvl6pPr>
            <a:lvl7pPr algn="l">
              <a:defRPr sz="1575" b="1">
                <a:solidFill>
                  <a:srgbClr val="805400"/>
                </a:solidFill>
                <a:latin typeface="Consolas"/>
                <a:ea typeface="Consolas"/>
                <a:cs typeface="Consolas"/>
              </a:defRPr>
            </a:lvl7pPr>
            <a:lvl8pPr algn="l">
              <a:defRPr sz="1575" b="1">
                <a:solidFill>
                  <a:srgbClr val="805400"/>
                </a:solidFill>
                <a:latin typeface="Consolas"/>
                <a:ea typeface="Consolas"/>
                <a:cs typeface="Consolas"/>
              </a:defRPr>
            </a:lvl8pPr>
            <a:lvl9pPr algn="l">
              <a:defRPr sz="1575" b="1">
                <a:solidFill>
                  <a:srgbClr val="805400"/>
                </a:solidFill>
                <a:latin typeface="Consolas"/>
                <a:ea typeface="Consolas"/>
                <a:cs typeface="Consolas"/>
              </a:defRPr>
            </a:lvl9pPr>
          </a:lstStyle>
          <a:p xmlns:a="http://schemas.openxmlformats.org/drawingml/2006/main">
            <a:pPr algn="l">
              <a:defRPr sz="1575" b="1">
                <a:solidFill>
                  <a:srgbClr val="805400"/>
                </a:solidFill>
                <a:latin typeface="Consolas"/>
                <a:ea typeface="Consolas"/>
                <a:cs typeface="Consolas"/>
              </a:defRPr>
            </a:pPr>
            <a:r>
              <a:rPr sz="1575" b="1">
                <a:solidFill>
                  <a:srgbClr val="805400"/>
                </a:solidFill>
                <a:latin typeface="Consolas"/>
                <a:ea typeface="Consolas"/>
                <a:cs typeface="Consolas"/>
              </a:rPr>
              <a:t>EVAL-04</a:t>
            </a:r>
          </a:p>
        </p:txBody>
      </p:sp>
      <p:sp>
        <p:nvSpPr>
          <p:cNvPr id="33" name="작은 리팩터링">
            <a:extLst xmlns:a="http://schemas.openxmlformats.org/drawingml/2006/main">
              <a:ext uri="{FF2B5EF4-FFF2-40B4-BE49-F238E27FC236}">
                <a16:creationId xmlns:a16="http://schemas.microsoft.com/office/drawing/2014/main" id="{F916D30F-9AE2-4D6A-8E1C-E98C82FD6F80}"/>
              </a:ext>
            </a:extLst>
          </p:cNvPr>
          <p:cNvSpPr>
            <a:spLocks xmlns:a="http://schemas.openxmlformats.org/drawingml/2006/main" noGrp="1"/>
          </p:cNvSpPr>
          <p:nvPr/>
        </p:nvSpPr>
        <p:spPr>
          <a:xfrm xmlns:a="http://schemas.openxmlformats.org/drawingml/2006/main">
            <a:off x="1828800" y="5124450"/>
            <a:ext cx="1600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작은 리팩터링</a:t>
            </a:r>
          </a:p>
        </p:txBody>
      </p:sp>
      <p:sp>
        <p:nvSpPr>
          <p:cNvPr id="34" name="다른 유효한 작업을 방해하지 않는가?">
            <a:extLst xmlns:a="http://schemas.openxmlformats.org/drawingml/2006/main">
              <a:ext uri="{FF2B5EF4-FFF2-40B4-BE49-F238E27FC236}">
                <a16:creationId xmlns:a16="http://schemas.microsoft.com/office/drawing/2014/main" id="{3A8ED0C5-6FA7-4B7D-835A-892739E73530}"/>
              </a:ext>
            </a:extLst>
          </p:cNvPr>
          <p:cNvSpPr>
            <a:spLocks xmlns:a="http://schemas.openxmlformats.org/drawingml/2006/main" noGrp="1"/>
          </p:cNvSpPr>
          <p:nvPr/>
        </p:nvSpPr>
        <p:spPr>
          <a:xfrm xmlns:a="http://schemas.openxmlformats.org/drawingml/2006/main">
            <a:off x="3695700" y="5124450"/>
            <a:ext cx="489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다른 유효한 작업을 방해하지 않는가?</a:t>
            </a:r>
          </a:p>
        </p:txBody>
      </p:sp>
      <p:sp>
        <p:nvSpPr>
          <p:cNvPr id="35" name="설계 사례">
            <a:extLst xmlns:a="http://schemas.openxmlformats.org/drawingml/2006/main">
              <a:ext uri="{FF2B5EF4-FFF2-40B4-BE49-F238E27FC236}">
                <a16:creationId xmlns:a16="http://schemas.microsoft.com/office/drawing/2014/main" id="{71EBDCE0-B618-4E34-B1FA-2BE119585F32}"/>
              </a:ext>
            </a:extLst>
          </p:cNvPr>
          <p:cNvSpPr>
            <a:spLocks xmlns:a="http://schemas.openxmlformats.org/drawingml/2006/main" noGrp="1"/>
          </p:cNvSpPr>
          <p:nvPr/>
        </p:nvSpPr>
        <p:spPr>
          <a:xfrm xmlns:a="http://schemas.openxmlformats.org/drawingml/2006/main">
            <a:off x="8858250" y="5105400"/>
            <a:ext cx="2724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0B6172"/>
                </a:solidFill>
                <a:latin typeface="Malgun Gothic"/>
                <a:ea typeface="Malgun Gothic"/>
                <a:cs typeface="Malgun Gothic"/>
              </a:defRPr>
            </a:defPPr>
            <a:lvl1pPr algn="l">
              <a:defRPr sz="1650" b="1">
                <a:solidFill>
                  <a:srgbClr val="0B6172"/>
                </a:solidFill>
                <a:latin typeface="Malgun Gothic"/>
                <a:ea typeface="Malgun Gothic"/>
                <a:cs typeface="Malgun Gothic"/>
              </a:defRPr>
            </a:lvl1pPr>
            <a:lvl2pPr algn="l">
              <a:defRPr sz="1650" b="1">
                <a:solidFill>
                  <a:srgbClr val="0B6172"/>
                </a:solidFill>
                <a:latin typeface="Malgun Gothic"/>
                <a:ea typeface="Malgun Gothic"/>
                <a:cs typeface="Malgun Gothic"/>
              </a:defRPr>
            </a:lvl2pPr>
            <a:lvl3pPr algn="l">
              <a:defRPr sz="1650" b="1">
                <a:solidFill>
                  <a:srgbClr val="0B6172"/>
                </a:solidFill>
                <a:latin typeface="Malgun Gothic"/>
                <a:ea typeface="Malgun Gothic"/>
                <a:cs typeface="Malgun Gothic"/>
              </a:defRPr>
            </a:lvl3pPr>
            <a:lvl4pPr algn="l">
              <a:defRPr sz="1650" b="1">
                <a:solidFill>
                  <a:srgbClr val="0B6172"/>
                </a:solidFill>
                <a:latin typeface="Malgun Gothic"/>
                <a:ea typeface="Malgun Gothic"/>
                <a:cs typeface="Malgun Gothic"/>
              </a:defRPr>
            </a:lvl4pPr>
            <a:lvl5pPr algn="l">
              <a:defRPr sz="1650" b="1">
                <a:solidFill>
                  <a:srgbClr val="0B6172"/>
                </a:solidFill>
                <a:latin typeface="Malgun Gothic"/>
                <a:ea typeface="Malgun Gothic"/>
                <a:cs typeface="Malgun Gothic"/>
              </a:defRPr>
            </a:lvl5pPr>
            <a:lvl6pPr algn="l">
              <a:defRPr sz="1650" b="1">
                <a:solidFill>
                  <a:srgbClr val="0B6172"/>
                </a:solidFill>
                <a:latin typeface="Malgun Gothic"/>
                <a:ea typeface="Malgun Gothic"/>
                <a:cs typeface="Malgun Gothic"/>
              </a:defRPr>
            </a:lvl6pPr>
            <a:lvl7pPr algn="l">
              <a:defRPr sz="1650" b="1">
                <a:solidFill>
                  <a:srgbClr val="0B6172"/>
                </a:solidFill>
                <a:latin typeface="Malgun Gothic"/>
                <a:ea typeface="Malgun Gothic"/>
                <a:cs typeface="Malgun Gothic"/>
              </a:defRPr>
            </a:lvl7pPr>
            <a:lvl8pPr algn="l">
              <a:defRPr sz="1650" b="1">
                <a:solidFill>
                  <a:srgbClr val="0B6172"/>
                </a:solidFill>
                <a:latin typeface="Malgun Gothic"/>
                <a:ea typeface="Malgun Gothic"/>
                <a:cs typeface="Malgun Gothic"/>
              </a:defRPr>
            </a:lvl8pPr>
            <a:lvl9pPr algn="l">
              <a:defRPr sz="1650" b="1">
                <a:solidFill>
                  <a:srgbClr val="0B6172"/>
                </a:solidFill>
                <a:latin typeface="Malgun Gothic"/>
                <a:ea typeface="Malgun Gothic"/>
                <a:cs typeface="Malgun Gothic"/>
              </a:defRPr>
            </a:lvl9pPr>
          </a:lstStyle>
          <a:p xmlns:a="http://schemas.openxmlformats.org/drawingml/2006/main">
            <a:pPr algn="l">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설계 사례</a:t>
            </a:r>
          </a:p>
        </p:txBody>
      </p:sp>
      <p:sp>
        <p:nvSpPr>
          <p:cNvPr id="36" name="새 평가 실행 없음">
            <a:extLst xmlns:a="http://schemas.openxmlformats.org/drawingml/2006/main">
              <a:ext uri="{FF2B5EF4-FFF2-40B4-BE49-F238E27FC236}">
                <a16:creationId xmlns:a16="http://schemas.microsoft.com/office/drawing/2014/main" id="{52231AD7-806B-4EC3-B5A7-6934C18B7E5B}"/>
              </a:ext>
            </a:extLst>
          </p:cNvPr>
          <p:cNvSpPr>
            <a:spLocks xmlns:a="http://schemas.openxmlformats.org/drawingml/2006/main" noGrp="1"/>
          </p:cNvSpPr>
          <p:nvPr/>
        </p:nvSpPr>
        <p:spPr>
          <a:xfrm xmlns:a="http://schemas.openxmlformats.org/drawingml/2006/main">
            <a:off x="8858250" y="5353050"/>
            <a:ext cx="2724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4D5A68"/>
                </a:solidFill>
                <a:latin typeface="Malgun Gothic"/>
                <a:ea typeface="Malgun Gothic"/>
                <a:cs typeface="Malgun Gothic"/>
              </a:defRPr>
            </a:defPPr>
            <a:lvl1pPr algn="l">
              <a:defRPr sz="1500" b="0">
                <a:solidFill>
                  <a:srgbClr val="4D5A68"/>
                </a:solidFill>
                <a:latin typeface="Malgun Gothic"/>
                <a:ea typeface="Malgun Gothic"/>
                <a:cs typeface="Malgun Gothic"/>
              </a:defRPr>
            </a:lvl1pPr>
            <a:lvl2pPr algn="l">
              <a:defRPr sz="1500" b="0">
                <a:solidFill>
                  <a:srgbClr val="4D5A68"/>
                </a:solidFill>
                <a:latin typeface="Malgun Gothic"/>
                <a:ea typeface="Malgun Gothic"/>
                <a:cs typeface="Malgun Gothic"/>
              </a:defRPr>
            </a:lvl2pPr>
            <a:lvl3pPr algn="l">
              <a:defRPr sz="1500" b="0">
                <a:solidFill>
                  <a:srgbClr val="4D5A68"/>
                </a:solidFill>
                <a:latin typeface="Malgun Gothic"/>
                <a:ea typeface="Malgun Gothic"/>
                <a:cs typeface="Malgun Gothic"/>
              </a:defRPr>
            </a:lvl3pPr>
            <a:lvl4pPr algn="l">
              <a:defRPr sz="1500" b="0">
                <a:solidFill>
                  <a:srgbClr val="4D5A68"/>
                </a:solidFill>
                <a:latin typeface="Malgun Gothic"/>
                <a:ea typeface="Malgun Gothic"/>
                <a:cs typeface="Malgun Gothic"/>
              </a:defRPr>
            </a:lvl4pPr>
            <a:lvl5pPr algn="l">
              <a:defRPr sz="1500" b="0">
                <a:solidFill>
                  <a:srgbClr val="4D5A68"/>
                </a:solidFill>
                <a:latin typeface="Malgun Gothic"/>
                <a:ea typeface="Malgun Gothic"/>
                <a:cs typeface="Malgun Gothic"/>
              </a:defRPr>
            </a:lvl5pPr>
            <a:lvl6pPr algn="l">
              <a:defRPr sz="1500" b="0">
                <a:solidFill>
                  <a:srgbClr val="4D5A68"/>
                </a:solidFill>
                <a:latin typeface="Malgun Gothic"/>
                <a:ea typeface="Malgun Gothic"/>
                <a:cs typeface="Malgun Gothic"/>
              </a:defRPr>
            </a:lvl6pPr>
            <a:lvl7pPr algn="l">
              <a:defRPr sz="1500" b="0">
                <a:solidFill>
                  <a:srgbClr val="4D5A68"/>
                </a:solidFill>
                <a:latin typeface="Malgun Gothic"/>
                <a:ea typeface="Malgun Gothic"/>
                <a:cs typeface="Malgun Gothic"/>
              </a:defRPr>
            </a:lvl7pPr>
            <a:lvl8pPr algn="l">
              <a:defRPr sz="1500" b="0">
                <a:solidFill>
                  <a:srgbClr val="4D5A68"/>
                </a:solidFill>
                <a:latin typeface="Malgun Gothic"/>
                <a:ea typeface="Malgun Gothic"/>
                <a:cs typeface="Malgun Gothic"/>
              </a:defRPr>
            </a:lvl8pPr>
            <a:lvl9pPr algn="l">
              <a:defRPr sz="1500" b="0">
                <a:solidFill>
                  <a:srgbClr val="4D5A68"/>
                </a:solidFill>
                <a:latin typeface="Malgun Gothic"/>
                <a:ea typeface="Malgun Gothic"/>
                <a:cs typeface="Malgun Gothic"/>
              </a:defRPr>
            </a:lvl9pPr>
          </a:lstStyle>
          <a:p xmlns:a="http://schemas.openxmlformats.org/drawingml/2006/main">
            <a:pPr algn="l">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새 평가 실행 없음</a:t>
            </a:r>
          </a:p>
        </p:txBody>
      </p:sp>
      <p:sp>
        <p:nvSpPr>
          <p:cNvPr id="37" name="Legacy module connection">
            <a:extLst xmlns:a="http://schemas.openxmlformats.org/drawingml/2006/main">
              <a:ext uri="{FF2B5EF4-FFF2-40B4-BE49-F238E27FC236}">
                <a16:creationId xmlns:a16="http://schemas.microsoft.com/office/drawing/2014/main" id="{BE685BC8-C961-4452-BD07-2FEE91EF3BF5}"/>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M6</a:t>
            </a:r>
          </a:p>
        </p:txBody>
      </p:sp>
    </p:spTree>
    <p:extLst>
      <p:ext uri="{BB962C8B-B14F-4D97-AF65-F5344CB8AC3E}">
        <p14:creationId xmlns:p14="http://schemas.microsoft.com/office/powerpoint/2010/main" val="1739247242"/>
      </p:ext>
    </p:extLst>
  </p:cSld>
</p:sld>
</file>

<file path=ppt/slides/slide7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9" name="ACT 4 · CONCEPTUAL / 규칙 유지보수">
            <a:extLst xmlns:a="http://schemas.openxmlformats.org/drawingml/2006/main">
              <a:ext uri="{FF2B5EF4-FFF2-40B4-BE49-F238E27FC236}">
                <a16:creationId xmlns:a16="http://schemas.microsoft.com/office/drawing/2014/main" id="{85147321-695B-4933-BB7A-88FE08D51AE1}"/>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CONCEPTUAL / 규칙 유지보수</a:t>
            </a:r>
          </a:p>
        </p:txBody>
      </p:sp>
      <p:sp>
        <p:nvSpPr>
          <p:cNvPr id="2" name="S78">
            <a:extLst xmlns:a="http://schemas.openxmlformats.org/drawingml/2006/main">
              <a:ext uri="{FF2B5EF4-FFF2-40B4-BE49-F238E27FC236}">
                <a16:creationId xmlns:a16="http://schemas.microsoft.com/office/drawing/2014/main" id="{ECB3A9C1-6459-4D7B-B436-AB559AEBE443}"/>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S78</a:t>
            </a:r>
          </a:p>
        </p:txBody>
      </p:sp>
      <p:sp>
        <p:nvSpPr>
          <p:cNvPr id="3" name="Harness도 특정 실패에 맞춰&#10;과적합될 수 있다">
            <a:extLst xmlns:a="http://schemas.openxmlformats.org/drawingml/2006/main">
              <a:ext uri="{FF2B5EF4-FFF2-40B4-BE49-F238E27FC236}">
                <a16:creationId xmlns:a16="http://schemas.microsoft.com/office/drawing/2014/main" id="{D4E1DD3B-6AF5-407C-AD31-C31CECAD3759}"/>
              </a:ext>
            </a:extLst>
          </p:cNvPr>
          <p:cNvSpPr>
            <a:spLocks xmlns:a="http://schemas.openxmlformats.org/drawingml/2006/main" noGrp="1"/>
          </p:cNvSpPr>
          <p:nvPr/>
        </p:nvSpPr>
        <p:spPr>
          <a:xfrm xmlns:a="http://schemas.openxmlformats.org/drawingml/2006/main">
            <a:off x="609600" y="800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17212B"/>
                </a:solidFill>
                <a:latin typeface="Malgun Gothic"/>
                <a:ea typeface="Malgun Gothic"/>
                <a:cs typeface="Malgun Gothic"/>
              </a:defRPr>
            </a:defPPr>
            <a:lvl1pPr algn="l">
              <a:defRPr sz="3450" b="1">
                <a:solidFill>
                  <a:srgbClr val="17212B"/>
                </a:solidFill>
                <a:latin typeface="Malgun Gothic"/>
                <a:ea typeface="Malgun Gothic"/>
                <a:cs typeface="Malgun Gothic"/>
              </a:defRPr>
            </a:lvl1pPr>
            <a:lvl2pPr algn="l">
              <a:defRPr sz="3450" b="1">
                <a:solidFill>
                  <a:srgbClr val="17212B"/>
                </a:solidFill>
                <a:latin typeface="Malgun Gothic"/>
                <a:ea typeface="Malgun Gothic"/>
                <a:cs typeface="Malgun Gothic"/>
              </a:defRPr>
            </a:lvl2pPr>
            <a:lvl3pPr algn="l">
              <a:defRPr sz="3450" b="1">
                <a:solidFill>
                  <a:srgbClr val="17212B"/>
                </a:solidFill>
                <a:latin typeface="Malgun Gothic"/>
                <a:ea typeface="Malgun Gothic"/>
                <a:cs typeface="Malgun Gothic"/>
              </a:defRPr>
            </a:lvl3pPr>
            <a:lvl4pPr algn="l">
              <a:defRPr sz="3450" b="1">
                <a:solidFill>
                  <a:srgbClr val="17212B"/>
                </a:solidFill>
                <a:latin typeface="Malgun Gothic"/>
                <a:ea typeface="Malgun Gothic"/>
                <a:cs typeface="Malgun Gothic"/>
              </a:defRPr>
            </a:lvl4pPr>
            <a:lvl5pPr algn="l">
              <a:defRPr sz="3450" b="1">
                <a:solidFill>
                  <a:srgbClr val="17212B"/>
                </a:solidFill>
                <a:latin typeface="Malgun Gothic"/>
                <a:ea typeface="Malgun Gothic"/>
                <a:cs typeface="Malgun Gothic"/>
              </a:defRPr>
            </a:lvl5pPr>
            <a:lvl6pPr algn="l">
              <a:defRPr sz="3450" b="1">
                <a:solidFill>
                  <a:srgbClr val="17212B"/>
                </a:solidFill>
                <a:latin typeface="Malgun Gothic"/>
                <a:ea typeface="Malgun Gothic"/>
                <a:cs typeface="Malgun Gothic"/>
              </a:defRPr>
            </a:lvl6pPr>
            <a:lvl7pPr algn="l">
              <a:defRPr sz="3450" b="1">
                <a:solidFill>
                  <a:srgbClr val="17212B"/>
                </a:solidFill>
                <a:latin typeface="Malgun Gothic"/>
                <a:ea typeface="Malgun Gothic"/>
                <a:cs typeface="Malgun Gothic"/>
              </a:defRPr>
            </a:lvl7pPr>
            <a:lvl8pPr algn="l">
              <a:defRPr sz="3450" b="1">
                <a:solidFill>
                  <a:srgbClr val="17212B"/>
                </a:solidFill>
                <a:latin typeface="Malgun Gothic"/>
                <a:ea typeface="Malgun Gothic"/>
                <a:cs typeface="Malgun Gothic"/>
              </a:defRPr>
            </a:lvl8pPr>
            <a:lvl9pPr algn="l">
              <a:defRPr sz="3450" b="1">
                <a:solidFill>
                  <a:srgbClr val="17212B"/>
                </a:solidFill>
                <a:latin typeface="Malgun Gothic"/>
                <a:ea typeface="Malgun Gothic"/>
                <a:cs typeface="Malgun Gothic"/>
              </a:defRPr>
            </a:lvl9pPr>
          </a:lstStyle>
          <a:p xmlns:a="http://schemas.openxmlformats.org/drawingml/2006/main">
            <a:pPr algn="l">
              <a:defRPr sz="3450" b="1">
                <a:solidFill>
                  <a:srgbClr val="17212B"/>
                </a:solidFill>
                <a:latin typeface="Malgun Gothic"/>
                <a:ea typeface="Malgun Gothic"/>
                <a:cs typeface="Malgun Gothic"/>
              </a:defRPr>
            </a:pPr>
            <a:r>
              <a:rPr sz="3450" b="1">
                <a:solidFill>
                  <a:srgbClr val="17212B"/>
                </a:solidFill>
                <a:latin typeface="Malgun Gothic"/>
                <a:ea typeface="Malgun Gothic"/>
                <a:cs typeface="Malgun Gothic"/>
              </a:rPr>
              <a:t>Harness도 특정 실패에 맞춰</a:t>
            </a:r>
          </a:p>
          <a:p xmlns:a="http://schemas.openxmlformats.org/drawingml/2006/main">
            <a:pPr algn="l">
              <a:defRPr sz="3450" b="1">
                <a:solidFill>
                  <a:srgbClr val="17212B"/>
                </a:solidFill>
                <a:latin typeface="Malgun Gothic"/>
                <a:ea typeface="Malgun Gothic"/>
                <a:cs typeface="Malgun Gothic"/>
              </a:defRPr>
            </a:pPr>
            <a:r>
              <a:rPr sz="3450" b="1">
                <a:solidFill>
                  <a:srgbClr val="17212B"/>
                </a:solidFill>
                <a:latin typeface="Malgun Gothic"/>
                <a:ea typeface="Malgun Gothic"/>
                <a:cs typeface="Malgun Gothic"/>
              </a:rPr>
              <a:t>과적합될 수 있다</a:t>
            </a:r>
          </a:p>
        </p:txBody>
      </p:sp>
      <p:sp>
        <p:nvSpPr>
          <p:cNvPr id="4" name="">
            <a:extLst xmlns:a="http://schemas.openxmlformats.org/drawingml/2006/main">
              <a:ext uri="{FF2B5EF4-FFF2-40B4-BE49-F238E27FC236}">
                <a16:creationId xmlns:a16="http://schemas.microsoft.com/office/drawing/2014/main" id="{400200F7-F031-49E6-809D-9F73A86383EA}"/>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DEMO-04A · 과적합은 이 교육의 비유">
            <a:extLst xmlns:a="http://schemas.openxmlformats.org/drawingml/2006/main">
              <a:ext uri="{FF2B5EF4-FFF2-40B4-BE49-F238E27FC236}">
                <a16:creationId xmlns:a16="http://schemas.microsoft.com/office/drawing/2014/main" id="{B8DE3664-B2DF-4FCA-9D9C-50C11F0AB285}"/>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DEMO-04A · 과적합은 이 교육의 비유</a:t>
            </a:r>
          </a:p>
        </p:txBody>
      </p:sp>
      <p:sp>
        <p:nvSpPr>
          <p:cNvPr id="6" name="Machine Learning의 통계적 과적합과 같은 현상이라는 주장이 아니다.">
            <a:extLst xmlns:a="http://schemas.openxmlformats.org/drawingml/2006/main">
              <a:ext uri="{FF2B5EF4-FFF2-40B4-BE49-F238E27FC236}">
                <a16:creationId xmlns:a16="http://schemas.microsoft.com/office/drawing/2014/main" id="{82F61AB6-5918-4954-BEFD-37EEFCC82332}"/>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Machine Learning의 통계적 과적합과 같은 현상이라는 주장이 아니다.</a:t>
            </a:r>
          </a:p>
        </p:txBody>
      </p:sp>
      <p:sp>
        <p:nvSpPr>
          <p:cNvPr id="7" name="실패할 때마다 규칙을 하나씩 더하면">
            <a:extLst xmlns:a="http://schemas.openxmlformats.org/drawingml/2006/main">
              <a:ext uri="{FF2B5EF4-FFF2-40B4-BE49-F238E27FC236}">
                <a16:creationId xmlns:a16="http://schemas.microsoft.com/office/drawing/2014/main" id="{5D423047-22D2-4AF5-B909-E2FA874E3D00}"/>
              </a:ext>
            </a:extLst>
          </p:cNvPr>
          <p:cNvSpPr>
            <a:spLocks xmlns:a="http://schemas.openxmlformats.org/drawingml/2006/main" noGrp="1"/>
          </p:cNvSpPr>
          <p:nvPr/>
        </p:nvSpPr>
        <p:spPr>
          <a:xfrm xmlns:a="http://schemas.openxmlformats.org/drawingml/2006/main">
            <a:off x="609600" y="21717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Malgun Gothic"/>
                <a:ea typeface="Malgun Gothic"/>
                <a:cs typeface="Malgun Gothic"/>
              </a:defRPr>
            </a:defPPr>
            <a:lvl1pPr algn="l">
              <a:defRPr sz="2475" b="1">
                <a:solidFill>
                  <a:srgbClr val="17212B"/>
                </a:solidFill>
                <a:latin typeface="Malgun Gothic"/>
                <a:ea typeface="Malgun Gothic"/>
                <a:cs typeface="Malgun Gothic"/>
              </a:defRPr>
            </a:lvl1pPr>
            <a:lvl2pPr algn="l">
              <a:defRPr sz="2475" b="1">
                <a:solidFill>
                  <a:srgbClr val="17212B"/>
                </a:solidFill>
                <a:latin typeface="Malgun Gothic"/>
                <a:ea typeface="Malgun Gothic"/>
                <a:cs typeface="Malgun Gothic"/>
              </a:defRPr>
            </a:lvl2pPr>
            <a:lvl3pPr algn="l">
              <a:defRPr sz="2475" b="1">
                <a:solidFill>
                  <a:srgbClr val="17212B"/>
                </a:solidFill>
                <a:latin typeface="Malgun Gothic"/>
                <a:ea typeface="Malgun Gothic"/>
                <a:cs typeface="Malgun Gothic"/>
              </a:defRPr>
            </a:lvl3pPr>
            <a:lvl4pPr algn="l">
              <a:defRPr sz="2475" b="1">
                <a:solidFill>
                  <a:srgbClr val="17212B"/>
                </a:solidFill>
                <a:latin typeface="Malgun Gothic"/>
                <a:ea typeface="Malgun Gothic"/>
                <a:cs typeface="Malgun Gothic"/>
              </a:defRPr>
            </a:lvl4pPr>
            <a:lvl5pPr algn="l">
              <a:defRPr sz="2475" b="1">
                <a:solidFill>
                  <a:srgbClr val="17212B"/>
                </a:solidFill>
                <a:latin typeface="Malgun Gothic"/>
                <a:ea typeface="Malgun Gothic"/>
                <a:cs typeface="Malgun Gothic"/>
              </a:defRPr>
            </a:lvl5pPr>
            <a:lvl6pPr algn="l">
              <a:defRPr sz="2475" b="1">
                <a:solidFill>
                  <a:srgbClr val="17212B"/>
                </a:solidFill>
                <a:latin typeface="Malgun Gothic"/>
                <a:ea typeface="Malgun Gothic"/>
                <a:cs typeface="Malgun Gothic"/>
              </a:defRPr>
            </a:lvl6pPr>
            <a:lvl7pPr algn="l">
              <a:defRPr sz="2475" b="1">
                <a:solidFill>
                  <a:srgbClr val="17212B"/>
                </a:solidFill>
                <a:latin typeface="Malgun Gothic"/>
                <a:ea typeface="Malgun Gothic"/>
                <a:cs typeface="Malgun Gothic"/>
              </a:defRPr>
            </a:lvl7pPr>
            <a:lvl8pPr algn="l">
              <a:defRPr sz="2475" b="1">
                <a:solidFill>
                  <a:srgbClr val="17212B"/>
                </a:solidFill>
                <a:latin typeface="Malgun Gothic"/>
                <a:ea typeface="Malgun Gothic"/>
                <a:cs typeface="Malgun Gothic"/>
              </a:defRPr>
            </a:lvl8pPr>
            <a:lvl9pPr algn="l">
              <a:defRPr sz="2475" b="1">
                <a:solidFill>
                  <a:srgbClr val="17212B"/>
                </a:solidFill>
                <a:latin typeface="Malgun Gothic"/>
                <a:ea typeface="Malgun Gothic"/>
                <a:cs typeface="Malgun Gothic"/>
              </a:defRPr>
            </a:lvl9pPr>
          </a:lstStyle>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실패할 때마다 규칙을 하나씩 더하면</a:t>
            </a:r>
          </a:p>
        </p:txBody>
      </p:sp>
      <p:sp>
        <p:nvSpPr>
          <p:cNvPr id="8" name="">
            <a:extLst xmlns:a="http://schemas.openxmlformats.org/drawingml/2006/main">
              <a:ext uri="{FF2B5EF4-FFF2-40B4-BE49-F238E27FC236}">
                <a16:creationId xmlns:a16="http://schemas.microsoft.com/office/drawing/2014/main" id="{B57E3CE9-FD85-4671-ACA6-FB9F53033529}"/>
              </a:ext>
            </a:extLst>
          </p:cNvPr>
          <p:cNvSpPr>
            <a:spLocks xmlns:a="http://schemas.openxmlformats.org/drawingml/2006/main" noGrp="1"/>
          </p:cNvSpPr>
          <p:nvPr/>
        </p:nvSpPr>
        <p:spPr>
          <a:xfrm xmlns:a="http://schemas.openxmlformats.org/drawingml/2006/main">
            <a:off x="609600" y="3143250"/>
            <a:ext cx="3333750" cy="0"/>
          </a:xfrm>
          <a:prstGeom xmlns:a="http://schemas.openxmlformats.org/drawingml/2006/main" prst="line">
            <a:avLst/>
          </a:prstGeom>
          <a:noFill xmlns:a="http://schemas.openxmlformats.org/drawingml/2006/main"/>
          <a:ln xmlns:a="http://schemas.openxmlformats.org/drawingml/2006/main" w="28575">
            <a:solidFill>
              <a:srgbClr val="805400"/>
            </a:solidFill>
            <a:prstDash val="dash"/>
          </a:ln>
        </p:spPr>
      </p:sp>
      <p:sp>
        <p:nvSpPr>
          <p:cNvPr id="9" name="규칙 누적">
            <a:extLst xmlns:a="http://schemas.openxmlformats.org/drawingml/2006/main">
              <a:ext uri="{FF2B5EF4-FFF2-40B4-BE49-F238E27FC236}">
                <a16:creationId xmlns:a16="http://schemas.microsoft.com/office/drawing/2014/main" id="{913D4786-CD64-4EC3-A9D1-6C6A3BB3FFDC}"/>
              </a:ext>
            </a:extLst>
          </p:cNvPr>
          <p:cNvSpPr>
            <a:spLocks xmlns:a="http://schemas.openxmlformats.org/drawingml/2006/main" noGrp="1"/>
          </p:cNvSpPr>
          <p:nvPr/>
        </p:nvSpPr>
        <p:spPr>
          <a:xfrm xmlns:a="http://schemas.openxmlformats.org/drawingml/2006/main">
            <a:off x="609600" y="33337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805400"/>
                </a:solidFill>
                <a:latin typeface="Malgun Gothic"/>
                <a:ea typeface="Malgun Gothic"/>
                <a:cs typeface="Malgun Gothic"/>
              </a:defRPr>
            </a:defPPr>
            <a:lvl1pPr algn="l">
              <a:defRPr sz="2175" b="1">
                <a:solidFill>
                  <a:srgbClr val="805400"/>
                </a:solidFill>
                <a:latin typeface="Malgun Gothic"/>
                <a:ea typeface="Malgun Gothic"/>
                <a:cs typeface="Malgun Gothic"/>
              </a:defRPr>
            </a:lvl1pPr>
            <a:lvl2pPr algn="l">
              <a:defRPr sz="2175" b="1">
                <a:solidFill>
                  <a:srgbClr val="805400"/>
                </a:solidFill>
                <a:latin typeface="Malgun Gothic"/>
                <a:ea typeface="Malgun Gothic"/>
                <a:cs typeface="Malgun Gothic"/>
              </a:defRPr>
            </a:lvl2pPr>
            <a:lvl3pPr algn="l">
              <a:defRPr sz="2175" b="1">
                <a:solidFill>
                  <a:srgbClr val="805400"/>
                </a:solidFill>
                <a:latin typeface="Malgun Gothic"/>
                <a:ea typeface="Malgun Gothic"/>
                <a:cs typeface="Malgun Gothic"/>
              </a:defRPr>
            </a:lvl3pPr>
            <a:lvl4pPr algn="l">
              <a:defRPr sz="2175" b="1">
                <a:solidFill>
                  <a:srgbClr val="805400"/>
                </a:solidFill>
                <a:latin typeface="Malgun Gothic"/>
                <a:ea typeface="Malgun Gothic"/>
                <a:cs typeface="Malgun Gothic"/>
              </a:defRPr>
            </a:lvl4pPr>
            <a:lvl5pPr algn="l">
              <a:defRPr sz="2175" b="1">
                <a:solidFill>
                  <a:srgbClr val="805400"/>
                </a:solidFill>
                <a:latin typeface="Malgun Gothic"/>
                <a:ea typeface="Malgun Gothic"/>
                <a:cs typeface="Malgun Gothic"/>
              </a:defRPr>
            </a:lvl5pPr>
            <a:lvl6pPr algn="l">
              <a:defRPr sz="2175" b="1">
                <a:solidFill>
                  <a:srgbClr val="805400"/>
                </a:solidFill>
                <a:latin typeface="Malgun Gothic"/>
                <a:ea typeface="Malgun Gothic"/>
                <a:cs typeface="Malgun Gothic"/>
              </a:defRPr>
            </a:lvl6pPr>
            <a:lvl7pPr algn="l">
              <a:defRPr sz="2175" b="1">
                <a:solidFill>
                  <a:srgbClr val="805400"/>
                </a:solidFill>
                <a:latin typeface="Malgun Gothic"/>
                <a:ea typeface="Malgun Gothic"/>
                <a:cs typeface="Malgun Gothic"/>
              </a:defRPr>
            </a:lvl7pPr>
            <a:lvl8pPr algn="l">
              <a:defRPr sz="2175" b="1">
                <a:solidFill>
                  <a:srgbClr val="805400"/>
                </a:solidFill>
                <a:latin typeface="Malgun Gothic"/>
                <a:ea typeface="Malgun Gothic"/>
                <a:cs typeface="Malgun Gothic"/>
              </a:defRPr>
            </a:lvl8pPr>
            <a:lvl9pPr algn="l">
              <a:defRPr sz="2175" b="1">
                <a:solidFill>
                  <a:srgbClr val="805400"/>
                </a:solidFill>
                <a:latin typeface="Malgun Gothic"/>
                <a:ea typeface="Malgun Gothic"/>
                <a:cs typeface="Malgun Gothic"/>
              </a:defRPr>
            </a:lvl9pPr>
          </a:lstStyle>
          <a:p xmlns:a="http://schemas.openxmlformats.org/drawingml/2006/main">
            <a:pPr algn="l">
              <a:defRPr sz="2175" b="1">
                <a:solidFill>
                  <a:srgbClr val="805400"/>
                </a:solidFill>
                <a:latin typeface="Malgun Gothic"/>
                <a:ea typeface="Malgun Gothic"/>
                <a:cs typeface="Malgun Gothic"/>
              </a:defRPr>
            </a:pPr>
            <a:r>
              <a:rPr sz="2175" b="1">
                <a:solidFill>
                  <a:srgbClr val="805400"/>
                </a:solidFill>
                <a:latin typeface="Malgun Gothic"/>
                <a:ea typeface="Malgun Gothic"/>
                <a:cs typeface="Malgun Gothic"/>
              </a:rPr>
              <a:t>규칙 누적</a:t>
            </a:r>
          </a:p>
        </p:txBody>
      </p:sp>
      <p:sp>
        <p:nvSpPr>
          <p:cNvPr id="10" name="읽고 유지할 내용이 커짐">
            <a:extLst xmlns:a="http://schemas.openxmlformats.org/drawingml/2006/main">
              <a:ext uri="{FF2B5EF4-FFF2-40B4-BE49-F238E27FC236}">
                <a16:creationId xmlns:a16="http://schemas.microsoft.com/office/drawing/2014/main" id="{C2A1874C-6923-4734-8B88-A297760D87F6}"/>
              </a:ext>
            </a:extLst>
          </p:cNvPr>
          <p:cNvSpPr>
            <a:spLocks xmlns:a="http://schemas.openxmlformats.org/drawingml/2006/main" noGrp="1"/>
          </p:cNvSpPr>
          <p:nvPr/>
        </p:nvSpPr>
        <p:spPr>
          <a:xfrm xmlns:a="http://schemas.openxmlformats.org/drawingml/2006/main">
            <a:off x="609600" y="4048125"/>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읽고 유지할 내용이 커짐</a:t>
            </a:r>
          </a:p>
        </p:txBody>
      </p:sp>
      <p:sp>
        <p:nvSpPr>
          <p:cNvPr id="11" name="">
            <a:extLst xmlns:a="http://schemas.openxmlformats.org/drawingml/2006/main">
              <a:ext uri="{FF2B5EF4-FFF2-40B4-BE49-F238E27FC236}">
                <a16:creationId xmlns:a16="http://schemas.microsoft.com/office/drawing/2014/main" id="{AC6631B7-356E-46AB-9B3B-794C07596358}"/>
              </a:ext>
            </a:extLst>
          </p:cNvPr>
          <p:cNvSpPr>
            <a:spLocks xmlns:a="http://schemas.openxmlformats.org/drawingml/2006/main" noGrp="1"/>
          </p:cNvSpPr>
          <p:nvPr/>
        </p:nvSpPr>
        <p:spPr>
          <a:xfrm xmlns:a="http://schemas.openxmlformats.org/drawingml/2006/main">
            <a:off x="4362450" y="3143250"/>
            <a:ext cx="3333750" cy="0"/>
          </a:xfrm>
          <a:prstGeom xmlns:a="http://schemas.openxmlformats.org/drawingml/2006/main" prst="line">
            <a:avLst/>
          </a:prstGeom>
          <a:noFill xmlns:a="http://schemas.openxmlformats.org/drawingml/2006/main"/>
          <a:ln xmlns:a="http://schemas.openxmlformats.org/drawingml/2006/main" w="28575">
            <a:solidFill>
              <a:srgbClr val="805400"/>
            </a:solidFill>
            <a:prstDash val="dash"/>
          </a:ln>
        </p:spPr>
      </p:sp>
      <p:sp>
        <p:nvSpPr>
          <p:cNvPr id="12" name="규칙 충돌">
            <a:extLst xmlns:a="http://schemas.openxmlformats.org/drawingml/2006/main">
              <a:ext uri="{FF2B5EF4-FFF2-40B4-BE49-F238E27FC236}">
                <a16:creationId xmlns:a16="http://schemas.microsoft.com/office/drawing/2014/main" id="{4963A312-1C43-4305-9BDE-4C925209C696}"/>
              </a:ext>
            </a:extLst>
          </p:cNvPr>
          <p:cNvSpPr>
            <a:spLocks xmlns:a="http://schemas.openxmlformats.org/drawingml/2006/main" noGrp="1"/>
          </p:cNvSpPr>
          <p:nvPr/>
        </p:nvSpPr>
        <p:spPr>
          <a:xfrm xmlns:a="http://schemas.openxmlformats.org/drawingml/2006/main">
            <a:off x="4362450" y="33337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805400"/>
                </a:solidFill>
                <a:latin typeface="Malgun Gothic"/>
                <a:ea typeface="Malgun Gothic"/>
                <a:cs typeface="Malgun Gothic"/>
              </a:defRPr>
            </a:defPPr>
            <a:lvl1pPr algn="l">
              <a:defRPr sz="2175" b="1">
                <a:solidFill>
                  <a:srgbClr val="805400"/>
                </a:solidFill>
                <a:latin typeface="Malgun Gothic"/>
                <a:ea typeface="Malgun Gothic"/>
                <a:cs typeface="Malgun Gothic"/>
              </a:defRPr>
            </a:lvl1pPr>
            <a:lvl2pPr algn="l">
              <a:defRPr sz="2175" b="1">
                <a:solidFill>
                  <a:srgbClr val="805400"/>
                </a:solidFill>
                <a:latin typeface="Malgun Gothic"/>
                <a:ea typeface="Malgun Gothic"/>
                <a:cs typeface="Malgun Gothic"/>
              </a:defRPr>
            </a:lvl2pPr>
            <a:lvl3pPr algn="l">
              <a:defRPr sz="2175" b="1">
                <a:solidFill>
                  <a:srgbClr val="805400"/>
                </a:solidFill>
                <a:latin typeface="Malgun Gothic"/>
                <a:ea typeface="Malgun Gothic"/>
                <a:cs typeface="Malgun Gothic"/>
              </a:defRPr>
            </a:lvl3pPr>
            <a:lvl4pPr algn="l">
              <a:defRPr sz="2175" b="1">
                <a:solidFill>
                  <a:srgbClr val="805400"/>
                </a:solidFill>
                <a:latin typeface="Malgun Gothic"/>
                <a:ea typeface="Malgun Gothic"/>
                <a:cs typeface="Malgun Gothic"/>
              </a:defRPr>
            </a:lvl4pPr>
            <a:lvl5pPr algn="l">
              <a:defRPr sz="2175" b="1">
                <a:solidFill>
                  <a:srgbClr val="805400"/>
                </a:solidFill>
                <a:latin typeface="Malgun Gothic"/>
                <a:ea typeface="Malgun Gothic"/>
                <a:cs typeface="Malgun Gothic"/>
              </a:defRPr>
            </a:lvl5pPr>
            <a:lvl6pPr algn="l">
              <a:defRPr sz="2175" b="1">
                <a:solidFill>
                  <a:srgbClr val="805400"/>
                </a:solidFill>
                <a:latin typeface="Malgun Gothic"/>
                <a:ea typeface="Malgun Gothic"/>
                <a:cs typeface="Malgun Gothic"/>
              </a:defRPr>
            </a:lvl6pPr>
            <a:lvl7pPr algn="l">
              <a:defRPr sz="2175" b="1">
                <a:solidFill>
                  <a:srgbClr val="805400"/>
                </a:solidFill>
                <a:latin typeface="Malgun Gothic"/>
                <a:ea typeface="Malgun Gothic"/>
                <a:cs typeface="Malgun Gothic"/>
              </a:defRPr>
            </a:lvl7pPr>
            <a:lvl8pPr algn="l">
              <a:defRPr sz="2175" b="1">
                <a:solidFill>
                  <a:srgbClr val="805400"/>
                </a:solidFill>
                <a:latin typeface="Malgun Gothic"/>
                <a:ea typeface="Malgun Gothic"/>
                <a:cs typeface="Malgun Gothic"/>
              </a:defRPr>
            </a:lvl8pPr>
            <a:lvl9pPr algn="l">
              <a:defRPr sz="2175" b="1">
                <a:solidFill>
                  <a:srgbClr val="805400"/>
                </a:solidFill>
                <a:latin typeface="Malgun Gothic"/>
                <a:ea typeface="Malgun Gothic"/>
                <a:cs typeface="Malgun Gothic"/>
              </a:defRPr>
            </a:lvl9pPr>
          </a:lstStyle>
          <a:p xmlns:a="http://schemas.openxmlformats.org/drawingml/2006/main">
            <a:pPr algn="l">
              <a:defRPr sz="2175" b="1">
                <a:solidFill>
                  <a:srgbClr val="805400"/>
                </a:solidFill>
                <a:latin typeface="Malgun Gothic"/>
                <a:ea typeface="Malgun Gothic"/>
                <a:cs typeface="Malgun Gothic"/>
              </a:defRPr>
            </a:pPr>
            <a:r>
              <a:rPr sz="2175" b="1">
                <a:solidFill>
                  <a:srgbClr val="805400"/>
                </a:solidFill>
                <a:latin typeface="Malgun Gothic"/>
                <a:ea typeface="Malgun Gothic"/>
                <a:cs typeface="Malgun Gothic"/>
              </a:rPr>
              <a:t>규칙 충돌</a:t>
            </a:r>
          </a:p>
        </p:txBody>
      </p:sp>
      <p:sp>
        <p:nvSpPr>
          <p:cNvPr id="13" name="서로 다른 지시가 섞임">
            <a:extLst xmlns:a="http://schemas.openxmlformats.org/drawingml/2006/main">
              <a:ext uri="{FF2B5EF4-FFF2-40B4-BE49-F238E27FC236}">
                <a16:creationId xmlns:a16="http://schemas.microsoft.com/office/drawing/2014/main" id="{C5B1DA12-DD22-4283-AECF-40F748D521BA}"/>
              </a:ext>
            </a:extLst>
          </p:cNvPr>
          <p:cNvSpPr>
            <a:spLocks xmlns:a="http://schemas.openxmlformats.org/drawingml/2006/main" noGrp="1"/>
          </p:cNvSpPr>
          <p:nvPr/>
        </p:nvSpPr>
        <p:spPr>
          <a:xfrm xmlns:a="http://schemas.openxmlformats.org/drawingml/2006/main">
            <a:off x="4362450" y="4048125"/>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서로 다른 지시가 섞임</a:t>
            </a:r>
          </a:p>
        </p:txBody>
      </p:sp>
      <p:sp>
        <p:nvSpPr>
          <p:cNvPr id="14" name="">
            <a:extLst xmlns:a="http://schemas.openxmlformats.org/drawingml/2006/main">
              <a:ext uri="{FF2B5EF4-FFF2-40B4-BE49-F238E27FC236}">
                <a16:creationId xmlns:a16="http://schemas.microsoft.com/office/drawing/2014/main" id="{8F614B9D-11C2-4610-9E4B-6A62ECED75C0}"/>
              </a:ext>
            </a:extLst>
          </p:cNvPr>
          <p:cNvSpPr>
            <a:spLocks xmlns:a="http://schemas.openxmlformats.org/drawingml/2006/main" noGrp="1"/>
          </p:cNvSpPr>
          <p:nvPr/>
        </p:nvSpPr>
        <p:spPr>
          <a:xfrm xmlns:a="http://schemas.openxmlformats.org/drawingml/2006/main">
            <a:off x="8115300" y="3143250"/>
            <a:ext cx="3333750" cy="0"/>
          </a:xfrm>
          <a:prstGeom xmlns:a="http://schemas.openxmlformats.org/drawingml/2006/main" prst="line">
            <a:avLst/>
          </a:prstGeom>
          <a:noFill xmlns:a="http://schemas.openxmlformats.org/drawingml/2006/main"/>
          <a:ln xmlns:a="http://schemas.openxmlformats.org/drawingml/2006/main" w="28575">
            <a:solidFill>
              <a:srgbClr val="805400"/>
            </a:solidFill>
            <a:prstDash val="dash"/>
          </a:ln>
        </p:spPr>
      </p:sp>
      <p:sp>
        <p:nvSpPr>
          <p:cNvPr id="15" name="특정 작업에만 맞춤">
            <a:extLst xmlns:a="http://schemas.openxmlformats.org/drawingml/2006/main">
              <a:ext uri="{FF2B5EF4-FFF2-40B4-BE49-F238E27FC236}">
                <a16:creationId xmlns:a16="http://schemas.microsoft.com/office/drawing/2014/main" id="{04F2769F-017F-4DD5-8C0A-9B482A2E1EE6}"/>
              </a:ext>
            </a:extLst>
          </p:cNvPr>
          <p:cNvSpPr>
            <a:spLocks xmlns:a="http://schemas.openxmlformats.org/drawingml/2006/main" noGrp="1"/>
          </p:cNvSpPr>
          <p:nvPr/>
        </p:nvSpPr>
        <p:spPr>
          <a:xfrm xmlns:a="http://schemas.openxmlformats.org/drawingml/2006/main">
            <a:off x="8115300" y="33337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805400"/>
                </a:solidFill>
                <a:latin typeface="Malgun Gothic"/>
                <a:ea typeface="Malgun Gothic"/>
                <a:cs typeface="Malgun Gothic"/>
              </a:defRPr>
            </a:defPPr>
            <a:lvl1pPr algn="l">
              <a:defRPr sz="2175" b="1">
                <a:solidFill>
                  <a:srgbClr val="805400"/>
                </a:solidFill>
                <a:latin typeface="Malgun Gothic"/>
                <a:ea typeface="Malgun Gothic"/>
                <a:cs typeface="Malgun Gothic"/>
              </a:defRPr>
            </a:lvl1pPr>
            <a:lvl2pPr algn="l">
              <a:defRPr sz="2175" b="1">
                <a:solidFill>
                  <a:srgbClr val="805400"/>
                </a:solidFill>
                <a:latin typeface="Malgun Gothic"/>
                <a:ea typeface="Malgun Gothic"/>
                <a:cs typeface="Malgun Gothic"/>
              </a:defRPr>
            </a:lvl2pPr>
            <a:lvl3pPr algn="l">
              <a:defRPr sz="2175" b="1">
                <a:solidFill>
                  <a:srgbClr val="805400"/>
                </a:solidFill>
                <a:latin typeface="Malgun Gothic"/>
                <a:ea typeface="Malgun Gothic"/>
                <a:cs typeface="Malgun Gothic"/>
              </a:defRPr>
            </a:lvl3pPr>
            <a:lvl4pPr algn="l">
              <a:defRPr sz="2175" b="1">
                <a:solidFill>
                  <a:srgbClr val="805400"/>
                </a:solidFill>
                <a:latin typeface="Malgun Gothic"/>
                <a:ea typeface="Malgun Gothic"/>
                <a:cs typeface="Malgun Gothic"/>
              </a:defRPr>
            </a:lvl4pPr>
            <a:lvl5pPr algn="l">
              <a:defRPr sz="2175" b="1">
                <a:solidFill>
                  <a:srgbClr val="805400"/>
                </a:solidFill>
                <a:latin typeface="Malgun Gothic"/>
                <a:ea typeface="Malgun Gothic"/>
                <a:cs typeface="Malgun Gothic"/>
              </a:defRPr>
            </a:lvl5pPr>
            <a:lvl6pPr algn="l">
              <a:defRPr sz="2175" b="1">
                <a:solidFill>
                  <a:srgbClr val="805400"/>
                </a:solidFill>
                <a:latin typeface="Malgun Gothic"/>
                <a:ea typeface="Malgun Gothic"/>
                <a:cs typeface="Malgun Gothic"/>
              </a:defRPr>
            </a:lvl6pPr>
            <a:lvl7pPr algn="l">
              <a:defRPr sz="2175" b="1">
                <a:solidFill>
                  <a:srgbClr val="805400"/>
                </a:solidFill>
                <a:latin typeface="Malgun Gothic"/>
                <a:ea typeface="Malgun Gothic"/>
                <a:cs typeface="Malgun Gothic"/>
              </a:defRPr>
            </a:lvl7pPr>
            <a:lvl8pPr algn="l">
              <a:defRPr sz="2175" b="1">
                <a:solidFill>
                  <a:srgbClr val="805400"/>
                </a:solidFill>
                <a:latin typeface="Malgun Gothic"/>
                <a:ea typeface="Malgun Gothic"/>
                <a:cs typeface="Malgun Gothic"/>
              </a:defRPr>
            </a:lvl8pPr>
            <a:lvl9pPr algn="l">
              <a:defRPr sz="2175" b="1">
                <a:solidFill>
                  <a:srgbClr val="805400"/>
                </a:solidFill>
                <a:latin typeface="Malgun Gothic"/>
                <a:ea typeface="Malgun Gothic"/>
                <a:cs typeface="Malgun Gothic"/>
              </a:defRPr>
            </a:lvl9pPr>
          </a:lstStyle>
          <a:p xmlns:a="http://schemas.openxmlformats.org/drawingml/2006/main">
            <a:pPr algn="l">
              <a:defRPr sz="2175" b="1">
                <a:solidFill>
                  <a:srgbClr val="805400"/>
                </a:solidFill>
                <a:latin typeface="Malgun Gothic"/>
                <a:ea typeface="Malgun Gothic"/>
                <a:cs typeface="Malgun Gothic"/>
              </a:defRPr>
            </a:pPr>
            <a:r>
              <a:rPr sz="2175" b="1">
                <a:solidFill>
                  <a:srgbClr val="805400"/>
                </a:solidFill>
                <a:latin typeface="Malgun Gothic"/>
                <a:ea typeface="Malgun Gothic"/>
                <a:cs typeface="Malgun Gothic"/>
              </a:rPr>
              <a:t>특정 작업에만 맞춤</a:t>
            </a:r>
          </a:p>
        </p:txBody>
      </p:sp>
      <p:sp>
        <p:nvSpPr>
          <p:cNvPr id="16" name="다른 작업에서 적합성 미확인">
            <a:extLst xmlns:a="http://schemas.openxmlformats.org/drawingml/2006/main">
              <a:ext uri="{FF2B5EF4-FFF2-40B4-BE49-F238E27FC236}">
                <a16:creationId xmlns:a16="http://schemas.microsoft.com/office/drawing/2014/main" id="{4ED73B58-7A20-484F-941C-CCCD42BCD211}"/>
              </a:ext>
            </a:extLst>
          </p:cNvPr>
          <p:cNvSpPr>
            <a:spLocks xmlns:a="http://schemas.openxmlformats.org/drawingml/2006/main" noGrp="1"/>
          </p:cNvSpPr>
          <p:nvPr/>
        </p:nvSpPr>
        <p:spPr>
          <a:xfrm xmlns:a="http://schemas.openxmlformats.org/drawingml/2006/main">
            <a:off x="8115300" y="4048125"/>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다른 작업에서 적합성 미확인</a:t>
            </a:r>
          </a:p>
        </p:txBody>
      </p:sp>
      <p:sp>
        <p:nvSpPr>
          <p:cNvPr id="17" name="원인을 확인하고, 대표 작업으로 평가하고, 불필요한 규칙을 정리한다.">
            <a:extLst xmlns:a="http://schemas.openxmlformats.org/drawingml/2006/main">
              <a:ext uri="{FF2B5EF4-FFF2-40B4-BE49-F238E27FC236}">
                <a16:creationId xmlns:a16="http://schemas.microsoft.com/office/drawing/2014/main" id="{AD553076-EC9F-478E-883A-8B353337A9AA}"/>
              </a:ext>
            </a:extLst>
          </p:cNvPr>
          <p:cNvSpPr>
            <a:spLocks xmlns:a="http://schemas.openxmlformats.org/drawingml/2006/main" noGrp="1"/>
          </p:cNvSpPr>
          <p:nvPr/>
        </p:nvSpPr>
        <p:spPr>
          <a:xfrm xmlns:a="http://schemas.openxmlformats.org/drawingml/2006/main">
            <a:off x="609600" y="52197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원인을 확인하고, 대표 작업으로 평가하고, 불필요한 규칙을 정리한다.</a:t>
            </a:r>
          </a:p>
        </p:txBody>
      </p:sp>
      <p:sp>
        <p:nvSpPr>
          <p:cNvPr id="18" name="Legacy module connection">
            <a:extLst xmlns:a="http://schemas.openxmlformats.org/drawingml/2006/main">
              <a:ext uri="{FF2B5EF4-FFF2-40B4-BE49-F238E27FC236}">
                <a16:creationId xmlns:a16="http://schemas.microsoft.com/office/drawing/2014/main" id="{2438F172-D2D7-40CA-919D-9E81AA83A520}"/>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72460170"/>
      </p:ext>
    </p:extLst>
  </p:cSld>
</p:sld>
</file>

<file path=ppt/slides/slide7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ACT 4 · 이 교육의 Loop 모델">
            <a:extLst xmlns:a="http://schemas.openxmlformats.org/drawingml/2006/main">
              <a:ext uri="{FF2B5EF4-FFF2-40B4-BE49-F238E27FC236}">
                <a16:creationId xmlns:a16="http://schemas.microsoft.com/office/drawing/2014/main" id="{DEF4D9CF-7670-4AE7-A45C-696B7E50BD62}"/>
              </a:ext>
            </a:extLst>
          </p:cNvPr>
          <p:cNvSpPr>
            <a:spLocks xmlns:a="http://schemas.openxmlformats.org/drawingml/2006/main" noGrp="1"/>
          </p:cNvSpPr>
          <p:nvPr/>
        </p:nvSpPr>
        <p:spPr>
          <a:xfrm xmlns:a="http://schemas.openxmlformats.org/drawingml/2006/main">
            <a:off x="609600" y="4572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이 교육의 Loop 모델</a:t>
            </a:r>
          </a:p>
        </p:txBody>
      </p:sp>
      <p:sp>
        <p:nvSpPr>
          <p:cNvPr id="2" name="S79">
            <a:extLst xmlns:a="http://schemas.openxmlformats.org/drawingml/2006/main">
              <a:ext uri="{FF2B5EF4-FFF2-40B4-BE49-F238E27FC236}">
                <a16:creationId xmlns:a16="http://schemas.microsoft.com/office/drawing/2014/main" id="{98B410C4-071D-40EB-92C4-AEFBFB29BC37}"/>
              </a:ext>
            </a:extLst>
          </p:cNvPr>
          <p:cNvSpPr>
            <a:spLocks xmlns:a="http://schemas.openxmlformats.org/drawingml/2006/main" noGrp="1"/>
          </p:cNvSpPr>
          <p:nvPr/>
        </p:nvSpPr>
        <p:spPr>
          <a:xfrm xmlns:a="http://schemas.openxmlformats.org/drawingml/2006/main">
            <a:off x="10668000" y="457200"/>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S79</a:t>
            </a:r>
          </a:p>
        </p:txBody>
      </p:sp>
      <p:sp>
        <p:nvSpPr>
          <p:cNvPr id="3" name="Feedback을 System Change와&#10;Evaluation으로 잇기">
            <a:extLst xmlns:a="http://schemas.openxmlformats.org/drawingml/2006/main">
              <a:ext uri="{FF2B5EF4-FFF2-40B4-BE49-F238E27FC236}">
                <a16:creationId xmlns:a16="http://schemas.microsoft.com/office/drawing/2014/main" id="{1A0064CE-49DA-4FA3-A8DE-828CA3BED5D4}"/>
              </a:ext>
            </a:extLst>
          </p:cNvPr>
          <p:cNvSpPr>
            <a:spLocks xmlns:a="http://schemas.openxmlformats.org/drawingml/2006/main" noGrp="1"/>
          </p:cNvSpPr>
          <p:nvPr/>
        </p:nvSpPr>
        <p:spPr>
          <a:xfrm xmlns:a="http://schemas.openxmlformats.org/drawingml/2006/main">
            <a:off x="609600" y="800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17212B"/>
                </a:solidFill>
                <a:latin typeface="Malgun Gothic"/>
                <a:ea typeface="Malgun Gothic"/>
                <a:cs typeface="Malgun Gothic"/>
              </a:defRPr>
            </a:defPPr>
            <a:lvl1pPr algn="l">
              <a:defRPr sz="3450" b="1">
                <a:solidFill>
                  <a:srgbClr val="17212B"/>
                </a:solidFill>
                <a:latin typeface="Malgun Gothic"/>
                <a:ea typeface="Malgun Gothic"/>
                <a:cs typeface="Malgun Gothic"/>
              </a:defRPr>
            </a:lvl1pPr>
            <a:lvl2pPr algn="l">
              <a:defRPr sz="3450" b="1">
                <a:solidFill>
                  <a:srgbClr val="17212B"/>
                </a:solidFill>
                <a:latin typeface="Malgun Gothic"/>
                <a:ea typeface="Malgun Gothic"/>
                <a:cs typeface="Malgun Gothic"/>
              </a:defRPr>
            </a:lvl2pPr>
            <a:lvl3pPr algn="l">
              <a:defRPr sz="3450" b="1">
                <a:solidFill>
                  <a:srgbClr val="17212B"/>
                </a:solidFill>
                <a:latin typeface="Malgun Gothic"/>
                <a:ea typeface="Malgun Gothic"/>
                <a:cs typeface="Malgun Gothic"/>
              </a:defRPr>
            </a:lvl3pPr>
            <a:lvl4pPr algn="l">
              <a:defRPr sz="3450" b="1">
                <a:solidFill>
                  <a:srgbClr val="17212B"/>
                </a:solidFill>
                <a:latin typeface="Malgun Gothic"/>
                <a:ea typeface="Malgun Gothic"/>
                <a:cs typeface="Malgun Gothic"/>
              </a:defRPr>
            </a:lvl4pPr>
            <a:lvl5pPr algn="l">
              <a:defRPr sz="3450" b="1">
                <a:solidFill>
                  <a:srgbClr val="17212B"/>
                </a:solidFill>
                <a:latin typeface="Malgun Gothic"/>
                <a:ea typeface="Malgun Gothic"/>
                <a:cs typeface="Malgun Gothic"/>
              </a:defRPr>
            </a:lvl5pPr>
            <a:lvl6pPr algn="l">
              <a:defRPr sz="3450" b="1">
                <a:solidFill>
                  <a:srgbClr val="17212B"/>
                </a:solidFill>
                <a:latin typeface="Malgun Gothic"/>
                <a:ea typeface="Malgun Gothic"/>
                <a:cs typeface="Malgun Gothic"/>
              </a:defRPr>
            </a:lvl6pPr>
            <a:lvl7pPr algn="l">
              <a:defRPr sz="3450" b="1">
                <a:solidFill>
                  <a:srgbClr val="17212B"/>
                </a:solidFill>
                <a:latin typeface="Malgun Gothic"/>
                <a:ea typeface="Malgun Gothic"/>
                <a:cs typeface="Malgun Gothic"/>
              </a:defRPr>
            </a:lvl7pPr>
            <a:lvl8pPr algn="l">
              <a:defRPr sz="3450" b="1">
                <a:solidFill>
                  <a:srgbClr val="17212B"/>
                </a:solidFill>
                <a:latin typeface="Malgun Gothic"/>
                <a:ea typeface="Malgun Gothic"/>
                <a:cs typeface="Malgun Gothic"/>
              </a:defRPr>
            </a:lvl8pPr>
            <a:lvl9pPr algn="l">
              <a:defRPr sz="3450" b="1">
                <a:solidFill>
                  <a:srgbClr val="17212B"/>
                </a:solidFill>
                <a:latin typeface="Malgun Gothic"/>
                <a:ea typeface="Malgun Gothic"/>
                <a:cs typeface="Malgun Gothic"/>
              </a:defRPr>
            </a:lvl9pPr>
          </a:lstStyle>
          <a:p xmlns:a="http://schemas.openxmlformats.org/drawingml/2006/main">
            <a:pPr algn="l">
              <a:defRPr sz="3450" b="1">
                <a:solidFill>
                  <a:srgbClr val="17212B"/>
                </a:solidFill>
                <a:latin typeface="Malgun Gothic"/>
                <a:ea typeface="Malgun Gothic"/>
                <a:cs typeface="Malgun Gothic"/>
              </a:defRPr>
            </a:pPr>
            <a:r>
              <a:rPr sz="3450" b="1">
                <a:solidFill>
                  <a:srgbClr val="17212B"/>
                </a:solidFill>
                <a:latin typeface="Malgun Gothic"/>
                <a:ea typeface="Malgun Gothic"/>
                <a:cs typeface="Malgun Gothic"/>
              </a:rPr>
              <a:t>Feedback을 System Change와</a:t>
            </a:r>
          </a:p>
          <a:p xmlns:a="http://schemas.openxmlformats.org/drawingml/2006/main">
            <a:pPr algn="l">
              <a:defRPr sz="3450" b="1">
                <a:solidFill>
                  <a:srgbClr val="17212B"/>
                </a:solidFill>
                <a:latin typeface="Malgun Gothic"/>
                <a:ea typeface="Malgun Gothic"/>
                <a:cs typeface="Malgun Gothic"/>
              </a:defRPr>
            </a:pPr>
            <a:r>
              <a:rPr sz="3450" b="1">
                <a:solidFill>
                  <a:srgbClr val="17212B"/>
                </a:solidFill>
                <a:latin typeface="Malgun Gothic"/>
                <a:ea typeface="Malgun Gothic"/>
                <a:cs typeface="Malgun Gothic"/>
              </a:rPr>
              <a:t>Evaluation으로 잇기</a:t>
            </a:r>
          </a:p>
        </p:txBody>
      </p:sp>
      <p:sp>
        <p:nvSpPr>
          <p:cNvPr id="4" name="">
            <a:extLst xmlns:a="http://schemas.openxmlformats.org/drawingml/2006/main">
              <a:ext uri="{FF2B5EF4-FFF2-40B4-BE49-F238E27FC236}">
                <a16:creationId xmlns:a16="http://schemas.microsoft.com/office/drawing/2014/main" id="{A8DE1844-0F96-4C9B-A0E4-637821956E24}"/>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DEC-0023 · 교육용 운영 모델">
            <a:extLst xmlns:a="http://schemas.openxmlformats.org/drawingml/2006/main">
              <a:ext uri="{FF2B5EF4-FFF2-40B4-BE49-F238E27FC236}">
                <a16:creationId xmlns:a16="http://schemas.microsoft.com/office/drawing/2014/main" id="{381AA5E4-A83B-44DA-B80B-347895E50FD1}"/>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DEC-0023 · 교육용 운영 모델</a:t>
            </a:r>
          </a:p>
        </p:txBody>
      </p:sp>
      <p:sp>
        <p:nvSpPr>
          <p:cNvPr id="6" name="모델의 자동 학습이나 실제 Product Loop를 관찰했다는 뜻은 아니다.">
            <a:extLst xmlns:a="http://schemas.openxmlformats.org/drawingml/2006/main">
              <a:ext uri="{FF2B5EF4-FFF2-40B4-BE49-F238E27FC236}">
                <a16:creationId xmlns:a16="http://schemas.microsoft.com/office/drawing/2014/main" id="{0CC23B97-F4D3-4749-8A29-55DC1079F29E}"/>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모델의 자동 학습이나 실제 Product Loop를 관찰했다는 뜻은 아니다.</a:t>
            </a:r>
          </a:p>
        </p:txBody>
      </p:sp>
      <p:sp>
        <p:nvSpPr>
          <p:cNvPr id="7" name="앞선 가상 사례의 판단을 다섯 단계로 묶으면">
            <a:extLst xmlns:a="http://schemas.openxmlformats.org/drawingml/2006/main">
              <a:ext uri="{FF2B5EF4-FFF2-40B4-BE49-F238E27FC236}">
                <a16:creationId xmlns:a16="http://schemas.microsoft.com/office/drawing/2014/main" id="{13842829-C726-4FF0-9A40-364FE73F2E7D}"/>
              </a:ext>
            </a:extLst>
          </p:cNvPr>
          <p:cNvSpPr>
            <a:spLocks xmlns:a="http://schemas.openxmlformats.org/drawingml/2006/main" noGrp="1"/>
          </p:cNvSpPr>
          <p:nvPr/>
        </p:nvSpPr>
        <p:spPr>
          <a:xfrm xmlns:a="http://schemas.openxmlformats.org/drawingml/2006/main">
            <a:off x="609600" y="20478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4D5A68"/>
                </a:solidFill>
                <a:latin typeface="Malgun Gothic"/>
                <a:ea typeface="Malgun Gothic"/>
                <a:cs typeface="Malgun Gothic"/>
              </a:defRPr>
            </a:defPPr>
            <a:lvl1pPr algn="l">
              <a:defRPr sz="2175" b="0">
                <a:solidFill>
                  <a:srgbClr val="4D5A68"/>
                </a:solidFill>
                <a:latin typeface="Malgun Gothic"/>
                <a:ea typeface="Malgun Gothic"/>
                <a:cs typeface="Malgun Gothic"/>
              </a:defRPr>
            </a:lvl1pPr>
            <a:lvl2pPr algn="l">
              <a:defRPr sz="2175" b="0">
                <a:solidFill>
                  <a:srgbClr val="4D5A68"/>
                </a:solidFill>
                <a:latin typeface="Malgun Gothic"/>
                <a:ea typeface="Malgun Gothic"/>
                <a:cs typeface="Malgun Gothic"/>
              </a:defRPr>
            </a:lvl2pPr>
            <a:lvl3pPr algn="l">
              <a:defRPr sz="2175" b="0">
                <a:solidFill>
                  <a:srgbClr val="4D5A68"/>
                </a:solidFill>
                <a:latin typeface="Malgun Gothic"/>
                <a:ea typeface="Malgun Gothic"/>
                <a:cs typeface="Malgun Gothic"/>
              </a:defRPr>
            </a:lvl3pPr>
            <a:lvl4pPr algn="l">
              <a:defRPr sz="2175" b="0">
                <a:solidFill>
                  <a:srgbClr val="4D5A68"/>
                </a:solidFill>
                <a:latin typeface="Malgun Gothic"/>
                <a:ea typeface="Malgun Gothic"/>
                <a:cs typeface="Malgun Gothic"/>
              </a:defRPr>
            </a:lvl4pPr>
            <a:lvl5pPr algn="l">
              <a:defRPr sz="2175" b="0">
                <a:solidFill>
                  <a:srgbClr val="4D5A68"/>
                </a:solidFill>
                <a:latin typeface="Malgun Gothic"/>
                <a:ea typeface="Malgun Gothic"/>
                <a:cs typeface="Malgun Gothic"/>
              </a:defRPr>
            </a:lvl5pPr>
            <a:lvl6pPr algn="l">
              <a:defRPr sz="2175" b="0">
                <a:solidFill>
                  <a:srgbClr val="4D5A68"/>
                </a:solidFill>
                <a:latin typeface="Malgun Gothic"/>
                <a:ea typeface="Malgun Gothic"/>
                <a:cs typeface="Malgun Gothic"/>
              </a:defRPr>
            </a:lvl6pPr>
            <a:lvl7pPr algn="l">
              <a:defRPr sz="2175" b="0">
                <a:solidFill>
                  <a:srgbClr val="4D5A68"/>
                </a:solidFill>
                <a:latin typeface="Malgun Gothic"/>
                <a:ea typeface="Malgun Gothic"/>
                <a:cs typeface="Malgun Gothic"/>
              </a:defRPr>
            </a:lvl7pPr>
            <a:lvl8pPr algn="l">
              <a:defRPr sz="2175" b="0">
                <a:solidFill>
                  <a:srgbClr val="4D5A68"/>
                </a:solidFill>
                <a:latin typeface="Malgun Gothic"/>
                <a:ea typeface="Malgun Gothic"/>
                <a:cs typeface="Malgun Gothic"/>
              </a:defRPr>
            </a:lvl8pPr>
            <a:lvl9pPr algn="l">
              <a:defRPr sz="2175" b="0">
                <a:solidFill>
                  <a:srgbClr val="4D5A68"/>
                </a:solidFill>
                <a:latin typeface="Malgun Gothic"/>
                <a:ea typeface="Malgun Gothic"/>
                <a:cs typeface="Malgun Gothic"/>
              </a:defRPr>
            </a:lvl9pPr>
          </a:lstStyle>
          <a:p xmlns:a="http://schemas.openxmlformats.org/drawingml/2006/main">
            <a:pPr algn="l">
              <a:defRPr sz="2175" b="0">
                <a:solidFill>
                  <a:srgbClr val="4D5A68"/>
                </a:solidFill>
                <a:latin typeface="Malgun Gothic"/>
                <a:ea typeface="Malgun Gothic"/>
                <a:cs typeface="Malgun Gothic"/>
              </a:defRPr>
            </a:pPr>
            <a:r>
              <a:rPr sz="2175" b="0">
                <a:solidFill>
                  <a:srgbClr val="4D5A68"/>
                </a:solidFill>
                <a:latin typeface="Malgun Gothic"/>
                <a:ea typeface="Malgun Gothic"/>
                <a:cs typeface="Malgun Gothic"/>
              </a:rPr>
              <a:t>앞선 가상 사례의 판단을 다섯 단계로 묶으면</a:t>
            </a:r>
          </a:p>
        </p:txBody>
      </p:sp>
      <p:sp>
        <p:nvSpPr>
          <p:cNvPr id="8" name="01">
            <a:extLst xmlns:a="http://schemas.openxmlformats.org/drawingml/2006/main">
              <a:ext uri="{FF2B5EF4-FFF2-40B4-BE49-F238E27FC236}">
                <a16:creationId xmlns:a16="http://schemas.microsoft.com/office/drawing/2014/main" id="{321AA112-81CB-4090-ACA5-9F66B7829D1D}"/>
              </a:ext>
            </a:extLst>
          </p:cNvPr>
          <p:cNvSpPr>
            <a:spLocks xmlns:a="http://schemas.openxmlformats.org/drawingml/2006/main" noGrp="1"/>
          </p:cNvSpPr>
          <p:nvPr/>
        </p:nvSpPr>
        <p:spPr>
          <a:xfrm xmlns:a="http://schemas.openxmlformats.org/drawingml/2006/main">
            <a:off x="609600" y="2647950"/>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0B6172"/>
                </a:solidFill>
                <a:latin typeface="Consolas"/>
                <a:ea typeface="Consolas"/>
                <a:cs typeface="Consolas"/>
              </a:defRPr>
            </a:defPPr>
            <a:lvl1pPr algn="l">
              <a:defRPr sz="1575" b="1">
                <a:solidFill>
                  <a:srgbClr val="0B6172"/>
                </a:solidFill>
                <a:latin typeface="Consolas"/>
                <a:ea typeface="Consolas"/>
                <a:cs typeface="Consolas"/>
              </a:defRPr>
            </a:lvl1pPr>
            <a:lvl2pPr algn="l">
              <a:defRPr sz="1575" b="1">
                <a:solidFill>
                  <a:srgbClr val="0B6172"/>
                </a:solidFill>
                <a:latin typeface="Consolas"/>
                <a:ea typeface="Consolas"/>
                <a:cs typeface="Consolas"/>
              </a:defRPr>
            </a:lvl2pPr>
            <a:lvl3pPr algn="l">
              <a:defRPr sz="1575" b="1">
                <a:solidFill>
                  <a:srgbClr val="0B6172"/>
                </a:solidFill>
                <a:latin typeface="Consolas"/>
                <a:ea typeface="Consolas"/>
                <a:cs typeface="Consolas"/>
              </a:defRPr>
            </a:lvl3pPr>
            <a:lvl4pPr algn="l">
              <a:defRPr sz="1575" b="1">
                <a:solidFill>
                  <a:srgbClr val="0B6172"/>
                </a:solidFill>
                <a:latin typeface="Consolas"/>
                <a:ea typeface="Consolas"/>
                <a:cs typeface="Consolas"/>
              </a:defRPr>
            </a:lvl4pPr>
            <a:lvl5pPr algn="l">
              <a:defRPr sz="1575" b="1">
                <a:solidFill>
                  <a:srgbClr val="0B6172"/>
                </a:solidFill>
                <a:latin typeface="Consolas"/>
                <a:ea typeface="Consolas"/>
                <a:cs typeface="Consolas"/>
              </a:defRPr>
            </a:lvl5pPr>
            <a:lvl6pPr algn="l">
              <a:defRPr sz="1575" b="1">
                <a:solidFill>
                  <a:srgbClr val="0B6172"/>
                </a:solidFill>
                <a:latin typeface="Consolas"/>
                <a:ea typeface="Consolas"/>
                <a:cs typeface="Consolas"/>
              </a:defRPr>
            </a:lvl6pPr>
            <a:lvl7pPr algn="l">
              <a:defRPr sz="1575" b="1">
                <a:solidFill>
                  <a:srgbClr val="0B6172"/>
                </a:solidFill>
                <a:latin typeface="Consolas"/>
                <a:ea typeface="Consolas"/>
                <a:cs typeface="Consolas"/>
              </a:defRPr>
            </a:lvl7pPr>
            <a:lvl8pPr algn="l">
              <a:defRPr sz="1575" b="1">
                <a:solidFill>
                  <a:srgbClr val="0B6172"/>
                </a:solidFill>
                <a:latin typeface="Consolas"/>
                <a:ea typeface="Consolas"/>
                <a:cs typeface="Consolas"/>
              </a:defRPr>
            </a:lvl8pPr>
            <a:lvl9pPr algn="l">
              <a:defRPr sz="1575" b="1">
                <a:solidFill>
                  <a:srgbClr val="0B6172"/>
                </a:solidFill>
                <a:latin typeface="Consolas"/>
                <a:ea typeface="Consolas"/>
                <a:cs typeface="Consolas"/>
              </a:defRPr>
            </a:lvl9pPr>
          </a:lstStyle>
          <a:p xmlns:a="http://schemas.openxmlformats.org/drawingml/2006/main">
            <a:pPr algn="l">
              <a:defRPr sz="1575" b="1">
                <a:solidFill>
                  <a:srgbClr val="0B6172"/>
                </a:solidFill>
                <a:latin typeface="Consolas"/>
                <a:ea typeface="Consolas"/>
                <a:cs typeface="Consolas"/>
              </a:defRPr>
            </a:pPr>
            <a:r>
              <a:rPr sz="1575" b="1">
                <a:solidFill>
                  <a:srgbClr val="0B6172"/>
                </a:solidFill>
                <a:latin typeface="Consolas"/>
                <a:ea typeface="Consolas"/>
                <a:cs typeface="Consolas"/>
              </a:rPr>
              <a:t>01</a:t>
            </a:r>
          </a:p>
        </p:txBody>
      </p:sp>
      <p:sp>
        <p:nvSpPr>
          <p:cNvPr id="9" name="">
            <a:extLst xmlns:a="http://schemas.openxmlformats.org/drawingml/2006/main">
              <a:ext uri="{FF2B5EF4-FFF2-40B4-BE49-F238E27FC236}">
                <a16:creationId xmlns:a16="http://schemas.microsoft.com/office/drawing/2014/main" id="{ADFFC235-FD77-4BD4-B239-E72A27913D05}"/>
              </a:ext>
            </a:extLst>
          </p:cNvPr>
          <p:cNvSpPr>
            <a:spLocks xmlns:a="http://schemas.openxmlformats.org/drawingml/2006/main" noGrp="1"/>
          </p:cNvSpPr>
          <p:nvPr/>
        </p:nvSpPr>
        <p:spPr>
          <a:xfrm xmlns:a="http://schemas.openxmlformats.org/drawingml/2006/main">
            <a:off x="609600" y="3038475"/>
            <a:ext cx="19812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0" name="실행">
            <a:extLst xmlns:a="http://schemas.openxmlformats.org/drawingml/2006/main">
              <a:ext uri="{FF2B5EF4-FFF2-40B4-BE49-F238E27FC236}">
                <a16:creationId xmlns:a16="http://schemas.microsoft.com/office/drawing/2014/main" id="{1DDBD825-EBC3-4FB1-A7B9-64DA48D6F648}"/>
              </a:ext>
            </a:extLst>
          </p:cNvPr>
          <p:cNvSpPr>
            <a:spLocks xmlns:a="http://schemas.openxmlformats.org/drawingml/2006/main" noGrp="1"/>
          </p:cNvSpPr>
          <p:nvPr/>
        </p:nvSpPr>
        <p:spPr>
          <a:xfrm xmlns:a="http://schemas.openxmlformats.org/drawingml/2006/main">
            <a:off x="609600" y="3171825"/>
            <a:ext cx="198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실행</a:t>
            </a:r>
          </a:p>
        </p:txBody>
      </p:sp>
      <p:sp>
        <p:nvSpPr>
          <p:cNvPr id="11" name="무엇을 했나?">
            <a:extLst xmlns:a="http://schemas.openxmlformats.org/drawingml/2006/main">
              <a:ext uri="{FF2B5EF4-FFF2-40B4-BE49-F238E27FC236}">
                <a16:creationId xmlns:a16="http://schemas.microsoft.com/office/drawing/2014/main" id="{8F04AEC0-BC97-4B69-AD9A-B8963F65BBF6}"/>
              </a:ext>
            </a:extLst>
          </p:cNvPr>
          <p:cNvSpPr>
            <a:spLocks xmlns:a="http://schemas.openxmlformats.org/drawingml/2006/main" noGrp="1"/>
          </p:cNvSpPr>
          <p:nvPr/>
        </p:nvSpPr>
        <p:spPr>
          <a:xfrm xmlns:a="http://schemas.openxmlformats.org/drawingml/2006/main">
            <a:off x="609600" y="3657600"/>
            <a:ext cx="1981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무엇을 했나?</a:t>
            </a:r>
          </a:p>
        </p:txBody>
      </p:sp>
      <p:sp>
        <p:nvSpPr>
          <p:cNvPr id="12" name="">
            <a:extLst xmlns:a="http://schemas.openxmlformats.org/drawingml/2006/main">
              <a:ext uri="{FF2B5EF4-FFF2-40B4-BE49-F238E27FC236}">
                <a16:creationId xmlns:a16="http://schemas.microsoft.com/office/drawing/2014/main" id="{19590E2F-6AE1-4392-803A-779C896BA5CC}"/>
              </a:ext>
            </a:extLst>
          </p:cNvPr>
          <p:cNvSpPr>
            <a:spLocks xmlns:a="http://schemas.openxmlformats.org/drawingml/2006/main" noGrp="1"/>
          </p:cNvSpPr>
          <p:nvPr/>
        </p:nvSpPr>
        <p:spPr>
          <a:xfrm xmlns:a="http://schemas.openxmlformats.org/drawingml/2006/main">
            <a:off x="609600" y="4124325"/>
            <a:ext cx="1981200" cy="10763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3" name="가상 Task&#10;현재 기준은&#10;단위 + 통합">
            <a:extLst xmlns:a="http://schemas.openxmlformats.org/drawingml/2006/main">
              <a:ext uri="{FF2B5EF4-FFF2-40B4-BE49-F238E27FC236}">
                <a16:creationId xmlns:a16="http://schemas.microsoft.com/office/drawing/2014/main" id="{B4541542-AE03-458C-9D9A-E6918D8DC414}"/>
              </a:ext>
            </a:extLst>
          </p:cNvPr>
          <p:cNvSpPr>
            <a:spLocks xmlns:a="http://schemas.openxmlformats.org/drawingml/2006/main" noGrp="1"/>
          </p:cNvSpPr>
          <p:nvPr/>
        </p:nvSpPr>
        <p:spPr>
          <a:xfrm xmlns:a="http://schemas.openxmlformats.org/drawingml/2006/main">
            <a:off x="733425" y="4181475"/>
            <a:ext cx="17335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7212B"/>
                </a:solidFill>
                <a:latin typeface="Malgun Gothic"/>
                <a:ea typeface="Malgun Gothic"/>
                <a:cs typeface="Malgun Gothic"/>
              </a:defRPr>
            </a:defPPr>
            <a:lvl1pPr algn="l">
              <a:defRPr sz="1800" b="1">
                <a:solidFill>
                  <a:srgbClr val="17212B"/>
                </a:solidFill>
                <a:latin typeface="Malgun Gothic"/>
                <a:ea typeface="Malgun Gothic"/>
                <a:cs typeface="Malgun Gothic"/>
              </a:defRPr>
            </a:lvl1pPr>
            <a:lvl2pPr algn="l">
              <a:defRPr sz="1800" b="1">
                <a:solidFill>
                  <a:srgbClr val="17212B"/>
                </a:solidFill>
                <a:latin typeface="Malgun Gothic"/>
                <a:ea typeface="Malgun Gothic"/>
                <a:cs typeface="Malgun Gothic"/>
              </a:defRPr>
            </a:lvl2pPr>
            <a:lvl3pPr algn="l">
              <a:defRPr sz="1800" b="1">
                <a:solidFill>
                  <a:srgbClr val="17212B"/>
                </a:solidFill>
                <a:latin typeface="Malgun Gothic"/>
                <a:ea typeface="Malgun Gothic"/>
                <a:cs typeface="Malgun Gothic"/>
              </a:defRPr>
            </a:lvl3pPr>
            <a:lvl4pPr algn="l">
              <a:defRPr sz="1800" b="1">
                <a:solidFill>
                  <a:srgbClr val="17212B"/>
                </a:solidFill>
                <a:latin typeface="Malgun Gothic"/>
                <a:ea typeface="Malgun Gothic"/>
                <a:cs typeface="Malgun Gothic"/>
              </a:defRPr>
            </a:lvl4pPr>
            <a:lvl5pPr algn="l">
              <a:defRPr sz="1800" b="1">
                <a:solidFill>
                  <a:srgbClr val="17212B"/>
                </a:solidFill>
                <a:latin typeface="Malgun Gothic"/>
                <a:ea typeface="Malgun Gothic"/>
                <a:cs typeface="Malgun Gothic"/>
              </a:defRPr>
            </a:lvl5pPr>
            <a:lvl6pPr algn="l">
              <a:defRPr sz="1800" b="1">
                <a:solidFill>
                  <a:srgbClr val="17212B"/>
                </a:solidFill>
                <a:latin typeface="Malgun Gothic"/>
                <a:ea typeface="Malgun Gothic"/>
                <a:cs typeface="Malgun Gothic"/>
              </a:defRPr>
            </a:lvl6pPr>
            <a:lvl7pPr algn="l">
              <a:defRPr sz="1800" b="1">
                <a:solidFill>
                  <a:srgbClr val="17212B"/>
                </a:solidFill>
                <a:latin typeface="Malgun Gothic"/>
                <a:ea typeface="Malgun Gothic"/>
                <a:cs typeface="Malgun Gothic"/>
              </a:defRPr>
            </a:lvl7pPr>
            <a:lvl8pPr algn="l">
              <a:defRPr sz="1800" b="1">
                <a:solidFill>
                  <a:srgbClr val="17212B"/>
                </a:solidFill>
                <a:latin typeface="Malgun Gothic"/>
                <a:ea typeface="Malgun Gothic"/>
                <a:cs typeface="Malgun Gothic"/>
              </a:defRPr>
            </a:lvl8pPr>
            <a:lvl9pPr algn="l">
              <a:defRPr sz="1800" b="1">
                <a:solidFill>
                  <a:srgbClr val="17212B"/>
                </a:solidFill>
                <a:latin typeface="Malgun Gothic"/>
                <a:ea typeface="Malgun Gothic"/>
                <a:cs typeface="Malgun Gothic"/>
              </a:defRPr>
            </a:lvl9pPr>
          </a:lstStyle>
          <a:p xmlns:a="http://schemas.openxmlformats.org/drawingml/2006/main">
            <a:pPr algn="l">
              <a:defRPr sz="1800" b="1">
                <a:solidFill>
                  <a:srgbClr val="17212B"/>
                </a:solidFill>
                <a:latin typeface="Malgun Gothic"/>
                <a:ea typeface="Malgun Gothic"/>
                <a:cs typeface="Malgun Gothic"/>
              </a:defRPr>
            </a:pPr>
            <a:r>
              <a:rPr sz="1800" b="1">
                <a:solidFill>
                  <a:srgbClr val="17212B"/>
                </a:solidFill>
                <a:latin typeface="Malgun Gothic"/>
                <a:ea typeface="Malgun Gothic"/>
                <a:cs typeface="Malgun Gothic"/>
              </a:rPr>
              <a:t>가상 Task</a:t>
            </a:r>
          </a:p>
          <a:p xmlns:a="http://schemas.openxmlformats.org/drawingml/2006/main">
            <a:pPr algn="l">
              <a:defRPr sz="1800" b="1">
                <a:solidFill>
                  <a:srgbClr val="17212B"/>
                </a:solidFill>
                <a:latin typeface="Malgun Gothic"/>
                <a:ea typeface="Malgun Gothic"/>
                <a:cs typeface="Malgun Gothic"/>
              </a:defRPr>
            </a:pPr>
            <a:r>
              <a:rPr sz="1800" b="1">
                <a:solidFill>
                  <a:srgbClr val="17212B"/>
                </a:solidFill>
                <a:latin typeface="Malgun Gothic"/>
                <a:ea typeface="Malgun Gothic"/>
                <a:cs typeface="Malgun Gothic"/>
              </a:rPr>
              <a:t>현재 기준은</a:t>
            </a:r>
          </a:p>
          <a:p xmlns:a="http://schemas.openxmlformats.org/drawingml/2006/main">
            <a:pPr algn="l">
              <a:defRPr sz="1800" b="1">
                <a:solidFill>
                  <a:srgbClr val="17212B"/>
                </a:solidFill>
                <a:latin typeface="Malgun Gothic"/>
                <a:ea typeface="Malgun Gothic"/>
                <a:cs typeface="Malgun Gothic"/>
              </a:defRPr>
            </a:pPr>
            <a:r>
              <a:rPr sz="1800" b="1">
                <a:solidFill>
                  <a:srgbClr val="17212B"/>
                </a:solidFill>
                <a:latin typeface="Malgun Gothic"/>
                <a:ea typeface="Malgun Gothic"/>
                <a:cs typeface="Malgun Gothic"/>
              </a:rPr>
              <a:t>단위 + 통합</a:t>
            </a:r>
          </a:p>
        </p:txBody>
      </p:sp>
      <p:sp>
        <p:nvSpPr>
          <p:cNvPr id="14" name="">
            <a:extLst xmlns:a="http://schemas.openxmlformats.org/drawingml/2006/main">
              <a:ext uri="{FF2B5EF4-FFF2-40B4-BE49-F238E27FC236}">
                <a16:creationId xmlns:a16="http://schemas.microsoft.com/office/drawing/2014/main" id="{B245BEB4-83A2-4A89-970D-74330181C3C1}"/>
              </a:ext>
            </a:extLst>
          </p:cNvPr>
          <p:cNvSpPr>
            <a:spLocks xmlns:a="http://schemas.openxmlformats.org/drawingml/2006/main" noGrp="1"/>
          </p:cNvSpPr>
          <p:nvPr/>
        </p:nvSpPr>
        <p:spPr>
          <a:xfrm xmlns:a="http://schemas.openxmlformats.org/drawingml/2006/main">
            <a:off x="2647950" y="3333750"/>
            <a:ext cx="161925" cy="1428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5" name="02">
            <a:extLst xmlns:a="http://schemas.openxmlformats.org/drawingml/2006/main">
              <a:ext uri="{FF2B5EF4-FFF2-40B4-BE49-F238E27FC236}">
                <a16:creationId xmlns:a16="http://schemas.microsoft.com/office/drawing/2014/main" id="{4F5F4624-56E5-432B-A76E-A3ABCA0BB72B}"/>
              </a:ext>
            </a:extLst>
          </p:cNvPr>
          <p:cNvSpPr>
            <a:spLocks xmlns:a="http://schemas.openxmlformats.org/drawingml/2006/main" noGrp="1"/>
          </p:cNvSpPr>
          <p:nvPr/>
        </p:nvSpPr>
        <p:spPr>
          <a:xfrm xmlns:a="http://schemas.openxmlformats.org/drawingml/2006/main">
            <a:off x="2857500" y="2647950"/>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0B6172"/>
                </a:solidFill>
                <a:latin typeface="Consolas"/>
                <a:ea typeface="Consolas"/>
                <a:cs typeface="Consolas"/>
              </a:defRPr>
            </a:defPPr>
            <a:lvl1pPr algn="l">
              <a:defRPr sz="1575" b="1">
                <a:solidFill>
                  <a:srgbClr val="0B6172"/>
                </a:solidFill>
                <a:latin typeface="Consolas"/>
                <a:ea typeface="Consolas"/>
                <a:cs typeface="Consolas"/>
              </a:defRPr>
            </a:lvl1pPr>
            <a:lvl2pPr algn="l">
              <a:defRPr sz="1575" b="1">
                <a:solidFill>
                  <a:srgbClr val="0B6172"/>
                </a:solidFill>
                <a:latin typeface="Consolas"/>
                <a:ea typeface="Consolas"/>
                <a:cs typeface="Consolas"/>
              </a:defRPr>
            </a:lvl2pPr>
            <a:lvl3pPr algn="l">
              <a:defRPr sz="1575" b="1">
                <a:solidFill>
                  <a:srgbClr val="0B6172"/>
                </a:solidFill>
                <a:latin typeface="Consolas"/>
                <a:ea typeface="Consolas"/>
                <a:cs typeface="Consolas"/>
              </a:defRPr>
            </a:lvl3pPr>
            <a:lvl4pPr algn="l">
              <a:defRPr sz="1575" b="1">
                <a:solidFill>
                  <a:srgbClr val="0B6172"/>
                </a:solidFill>
                <a:latin typeface="Consolas"/>
                <a:ea typeface="Consolas"/>
                <a:cs typeface="Consolas"/>
              </a:defRPr>
            </a:lvl4pPr>
            <a:lvl5pPr algn="l">
              <a:defRPr sz="1575" b="1">
                <a:solidFill>
                  <a:srgbClr val="0B6172"/>
                </a:solidFill>
                <a:latin typeface="Consolas"/>
                <a:ea typeface="Consolas"/>
                <a:cs typeface="Consolas"/>
              </a:defRPr>
            </a:lvl5pPr>
            <a:lvl6pPr algn="l">
              <a:defRPr sz="1575" b="1">
                <a:solidFill>
                  <a:srgbClr val="0B6172"/>
                </a:solidFill>
                <a:latin typeface="Consolas"/>
                <a:ea typeface="Consolas"/>
                <a:cs typeface="Consolas"/>
              </a:defRPr>
            </a:lvl6pPr>
            <a:lvl7pPr algn="l">
              <a:defRPr sz="1575" b="1">
                <a:solidFill>
                  <a:srgbClr val="0B6172"/>
                </a:solidFill>
                <a:latin typeface="Consolas"/>
                <a:ea typeface="Consolas"/>
                <a:cs typeface="Consolas"/>
              </a:defRPr>
            </a:lvl7pPr>
            <a:lvl8pPr algn="l">
              <a:defRPr sz="1575" b="1">
                <a:solidFill>
                  <a:srgbClr val="0B6172"/>
                </a:solidFill>
                <a:latin typeface="Consolas"/>
                <a:ea typeface="Consolas"/>
                <a:cs typeface="Consolas"/>
              </a:defRPr>
            </a:lvl8pPr>
            <a:lvl9pPr algn="l">
              <a:defRPr sz="1575" b="1">
                <a:solidFill>
                  <a:srgbClr val="0B6172"/>
                </a:solidFill>
                <a:latin typeface="Consolas"/>
                <a:ea typeface="Consolas"/>
                <a:cs typeface="Consolas"/>
              </a:defRPr>
            </a:lvl9pPr>
          </a:lstStyle>
          <a:p xmlns:a="http://schemas.openxmlformats.org/drawingml/2006/main">
            <a:pPr algn="l">
              <a:defRPr sz="1575" b="1">
                <a:solidFill>
                  <a:srgbClr val="0B6172"/>
                </a:solidFill>
                <a:latin typeface="Consolas"/>
                <a:ea typeface="Consolas"/>
                <a:cs typeface="Consolas"/>
              </a:defRPr>
            </a:pPr>
            <a:r>
              <a:rPr sz="1575" b="1">
                <a:solidFill>
                  <a:srgbClr val="0B6172"/>
                </a:solidFill>
                <a:latin typeface="Consolas"/>
                <a:ea typeface="Consolas"/>
                <a:cs typeface="Consolas"/>
              </a:rPr>
              <a:t>02</a:t>
            </a:r>
          </a:p>
        </p:txBody>
      </p:sp>
      <p:sp>
        <p:nvSpPr>
          <p:cNvPr id="16" name="">
            <a:extLst xmlns:a="http://schemas.openxmlformats.org/drawingml/2006/main">
              <a:ext uri="{FF2B5EF4-FFF2-40B4-BE49-F238E27FC236}">
                <a16:creationId xmlns:a16="http://schemas.microsoft.com/office/drawing/2014/main" id="{77003C5D-2AF1-4468-8F48-F85E741E3981}"/>
              </a:ext>
            </a:extLst>
          </p:cNvPr>
          <p:cNvSpPr>
            <a:spLocks xmlns:a="http://schemas.openxmlformats.org/drawingml/2006/main" noGrp="1"/>
          </p:cNvSpPr>
          <p:nvPr/>
        </p:nvSpPr>
        <p:spPr>
          <a:xfrm xmlns:a="http://schemas.openxmlformats.org/drawingml/2006/main">
            <a:off x="2857500" y="3038475"/>
            <a:ext cx="19812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7" name="관찰">
            <a:extLst xmlns:a="http://schemas.openxmlformats.org/drawingml/2006/main">
              <a:ext uri="{FF2B5EF4-FFF2-40B4-BE49-F238E27FC236}">
                <a16:creationId xmlns:a16="http://schemas.microsoft.com/office/drawing/2014/main" id="{76EB8FD9-4330-4374-8F6F-28CB026A1AD7}"/>
              </a:ext>
            </a:extLst>
          </p:cNvPr>
          <p:cNvSpPr>
            <a:spLocks xmlns:a="http://schemas.openxmlformats.org/drawingml/2006/main" noGrp="1"/>
          </p:cNvSpPr>
          <p:nvPr/>
        </p:nvSpPr>
        <p:spPr>
          <a:xfrm xmlns:a="http://schemas.openxmlformats.org/drawingml/2006/main">
            <a:off x="2857500" y="3171825"/>
            <a:ext cx="198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관찰</a:t>
            </a:r>
          </a:p>
        </p:txBody>
      </p:sp>
      <p:sp>
        <p:nvSpPr>
          <p:cNvPr id="18" name="무엇이 보였나?">
            <a:extLst xmlns:a="http://schemas.openxmlformats.org/drawingml/2006/main">
              <a:ext uri="{FF2B5EF4-FFF2-40B4-BE49-F238E27FC236}">
                <a16:creationId xmlns:a16="http://schemas.microsoft.com/office/drawing/2014/main" id="{94FA3527-BF44-47FF-A6C7-60DC4AA7E579}"/>
              </a:ext>
            </a:extLst>
          </p:cNvPr>
          <p:cNvSpPr>
            <a:spLocks xmlns:a="http://schemas.openxmlformats.org/drawingml/2006/main" noGrp="1"/>
          </p:cNvSpPr>
          <p:nvPr/>
        </p:nvSpPr>
        <p:spPr>
          <a:xfrm xmlns:a="http://schemas.openxmlformats.org/drawingml/2006/main">
            <a:off x="2857500" y="3657600"/>
            <a:ext cx="1981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무엇이 보였나?</a:t>
            </a:r>
          </a:p>
        </p:txBody>
      </p:sp>
      <p:sp>
        <p:nvSpPr>
          <p:cNvPr id="19" name="">
            <a:extLst xmlns:a="http://schemas.openxmlformats.org/drawingml/2006/main">
              <a:ext uri="{FF2B5EF4-FFF2-40B4-BE49-F238E27FC236}">
                <a16:creationId xmlns:a16="http://schemas.microsoft.com/office/drawing/2014/main" id="{7DB4C3A9-0E48-4D2F-891E-8D6EB1A86A10}"/>
              </a:ext>
            </a:extLst>
          </p:cNvPr>
          <p:cNvSpPr>
            <a:spLocks xmlns:a="http://schemas.openxmlformats.org/drawingml/2006/main" noGrp="1"/>
          </p:cNvSpPr>
          <p:nvPr/>
        </p:nvSpPr>
        <p:spPr>
          <a:xfrm xmlns:a="http://schemas.openxmlformats.org/drawingml/2006/main">
            <a:off x="2857500" y="4124325"/>
            <a:ext cx="1981200" cy="10763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0" name="지침은 단위만&#10;검증 범위가 다름">
            <a:extLst xmlns:a="http://schemas.openxmlformats.org/drawingml/2006/main">
              <a:ext uri="{FF2B5EF4-FFF2-40B4-BE49-F238E27FC236}">
                <a16:creationId xmlns:a16="http://schemas.microsoft.com/office/drawing/2014/main" id="{1DB54872-68F8-4557-AB6A-7D2352520DD0}"/>
              </a:ext>
            </a:extLst>
          </p:cNvPr>
          <p:cNvSpPr>
            <a:spLocks xmlns:a="http://schemas.openxmlformats.org/drawingml/2006/main" noGrp="1"/>
          </p:cNvSpPr>
          <p:nvPr/>
        </p:nvSpPr>
        <p:spPr>
          <a:xfrm xmlns:a="http://schemas.openxmlformats.org/drawingml/2006/main">
            <a:off x="2981325" y="4181475"/>
            <a:ext cx="17335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7212B"/>
                </a:solidFill>
                <a:latin typeface="Malgun Gothic"/>
                <a:ea typeface="Malgun Gothic"/>
                <a:cs typeface="Malgun Gothic"/>
              </a:defRPr>
            </a:defPPr>
            <a:lvl1pPr algn="l">
              <a:defRPr sz="1800" b="1">
                <a:solidFill>
                  <a:srgbClr val="17212B"/>
                </a:solidFill>
                <a:latin typeface="Malgun Gothic"/>
                <a:ea typeface="Malgun Gothic"/>
                <a:cs typeface="Malgun Gothic"/>
              </a:defRPr>
            </a:lvl1pPr>
            <a:lvl2pPr algn="l">
              <a:defRPr sz="1800" b="1">
                <a:solidFill>
                  <a:srgbClr val="17212B"/>
                </a:solidFill>
                <a:latin typeface="Malgun Gothic"/>
                <a:ea typeface="Malgun Gothic"/>
                <a:cs typeface="Malgun Gothic"/>
              </a:defRPr>
            </a:lvl2pPr>
            <a:lvl3pPr algn="l">
              <a:defRPr sz="1800" b="1">
                <a:solidFill>
                  <a:srgbClr val="17212B"/>
                </a:solidFill>
                <a:latin typeface="Malgun Gothic"/>
                <a:ea typeface="Malgun Gothic"/>
                <a:cs typeface="Malgun Gothic"/>
              </a:defRPr>
            </a:lvl3pPr>
            <a:lvl4pPr algn="l">
              <a:defRPr sz="1800" b="1">
                <a:solidFill>
                  <a:srgbClr val="17212B"/>
                </a:solidFill>
                <a:latin typeface="Malgun Gothic"/>
                <a:ea typeface="Malgun Gothic"/>
                <a:cs typeface="Malgun Gothic"/>
              </a:defRPr>
            </a:lvl4pPr>
            <a:lvl5pPr algn="l">
              <a:defRPr sz="1800" b="1">
                <a:solidFill>
                  <a:srgbClr val="17212B"/>
                </a:solidFill>
                <a:latin typeface="Malgun Gothic"/>
                <a:ea typeface="Malgun Gothic"/>
                <a:cs typeface="Malgun Gothic"/>
              </a:defRPr>
            </a:lvl5pPr>
            <a:lvl6pPr algn="l">
              <a:defRPr sz="1800" b="1">
                <a:solidFill>
                  <a:srgbClr val="17212B"/>
                </a:solidFill>
                <a:latin typeface="Malgun Gothic"/>
                <a:ea typeface="Malgun Gothic"/>
                <a:cs typeface="Malgun Gothic"/>
              </a:defRPr>
            </a:lvl6pPr>
            <a:lvl7pPr algn="l">
              <a:defRPr sz="1800" b="1">
                <a:solidFill>
                  <a:srgbClr val="17212B"/>
                </a:solidFill>
                <a:latin typeface="Malgun Gothic"/>
                <a:ea typeface="Malgun Gothic"/>
                <a:cs typeface="Malgun Gothic"/>
              </a:defRPr>
            </a:lvl7pPr>
            <a:lvl8pPr algn="l">
              <a:defRPr sz="1800" b="1">
                <a:solidFill>
                  <a:srgbClr val="17212B"/>
                </a:solidFill>
                <a:latin typeface="Malgun Gothic"/>
                <a:ea typeface="Malgun Gothic"/>
                <a:cs typeface="Malgun Gothic"/>
              </a:defRPr>
            </a:lvl8pPr>
            <a:lvl9pPr algn="l">
              <a:defRPr sz="1800" b="1">
                <a:solidFill>
                  <a:srgbClr val="17212B"/>
                </a:solidFill>
                <a:latin typeface="Malgun Gothic"/>
                <a:ea typeface="Malgun Gothic"/>
                <a:cs typeface="Malgun Gothic"/>
              </a:defRPr>
            </a:lvl9pPr>
          </a:lstStyle>
          <a:p xmlns:a="http://schemas.openxmlformats.org/drawingml/2006/main">
            <a:pPr algn="l">
              <a:defRPr sz="1800" b="1">
                <a:solidFill>
                  <a:srgbClr val="17212B"/>
                </a:solidFill>
                <a:latin typeface="Malgun Gothic"/>
                <a:ea typeface="Malgun Gothic"/>
                <a:cs typeface="Malgun Gothic"/>
              </a:defRPr>
            </a:pPr>
            <a:r>
              <a:rPr sz="1800" b="1">
                <a:solidFill>
                  <a:srgbClr val="17212B"/>
                </a:solidFill>
                <a:latin typeface="Malgun Gothic"/>
                <a:ea typeface="Malgun Gothic"/>
                <a:cs typeface="Malgun Gothic"/>
              </a:rPr>
              <a:t>지침은 단위만</a:t>
            </a:r>
          </a:p>
          <a:p xmlns:a="http://schemas.openxmlformats.org/drawingml/2006/main">
            <a:pPr algn="l">
              <a:defRPr sz="1800" b="1">
                <a:solidFill>
                  <a:srgbClr val="17212B"/>
                </a:solidFill>
                <a:latin typeface="Malgun Gothic"/>
                <a:ea typeface="Malgun Gothic"/>
                <a:cs typeface="Malgun Gothic"/>
              </a:defRPr>
            </a:pPr>
            <a:r>
              <a:rPr sz="1800" b="1">
                <a:solidFill>
                  <a:srgbClr val="17212B"/>
                </a:solidFill>
                <a:latin typeface="Malgun Gothic"/>
                <a:ea typeface="Malgun Gothic"/>
                <a:cs typeface="Malgun Gothic"/>
              </a:rPr>
              <a:t>검증 범위가 다름</a:t>
            </a:r>
          </a:p>
        </p:txBody>
      </p:sp>
      <p:sp>
        <p:nvSpPr>
          <p:cNvPr id="21" name="">
            <a:extLst xmlns:a="http://schemas.openxmlformats.org/drawingml/2006/main">
              <a:ext uri="{FF2B5EF4-FFF2-40B4-BE49-F238E27FC236}">
                <a16:creationId xmlns:a16="http://schemas.microsoft.com/office/drawing/2014/main" id="{4C78B5F7-BA58-4D81-8D59-E4A2810BA580}"/>
              </a:ext>
            </a:extLst>
          </p:cNvPr>
          <p:cNvSpPr>
            <a:spLocks xmlns:a="http://schemas.openxmlformats.org/drawingml/2006/main" noGrp="1"/>
          </p:cNvSpPr>
          <p:nvPr/>
        </p:nvSpPr>
        <p:spPr>
          <a:xfrm xmlns:a="http://schemas.openxmlformats.org/drawingml/2006/main">
            <a:off x="4895850" y="3333750"/>
            <a:ext cx="161925" cy="1428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2" name="03">
            <a:extLst xmlns:a="http://schemas.openxmlformats.org/drawingml/2006/main">
              <a:ext uri="{FF2B5EF4-FFF2-40B4-BE49-F238E27FC236}">
                <a16:creationId xmlns:a16="http://schemas.microsoft.com/office/drawing/2014/main" id="{18F890BF-84A5-4D34-8DCE-B23B49DF3963}"/>
              </a:ext>
            </a:extLst>
          </p:cNvPr>
          <p:cNvSpPr>
            <a:spLocks xmlns:a="http://schemas.openxmlformats.org/drawingml/2006/main" noGrp="1"/>
          </p:cNvSpPr>
          <p:nvPr/>
        </p:nvSpPr>
        <p:spPr>
          <a:xfrm xmlns:a="http://schemas.openxmlformats.org/drawingml/2006/main">
            <a:off x="5105400" y="2647950"/>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0B6172"/>
                </a:solidFill>
                <a:latin typeface="Consolas"/>
                <a:ea typeface="Consolas"/>
                <a:cs typeface="Consolas"/>
              </a:defRPr>
            </a:defPPr>
            <a:lvl1pPr algn="l">
              <a:defRPr sz="1575" b="1">
                <a:solidFill>
                  <a:srgbClr val="0B6172"/>
                </a:solidFill>
                <a:latin typeface="Consolas"/>
                <a:ea typeface="Consolas"/>
                <a:cs typeface="Consolas"/>
              </a:defRPr>
            </a:lvl1pPr>
            <a:lvl2pPr algn="l">
              <a:defRPr sz="1575" b="1">
                <a:solidFill>
                  <a:srgbClr val="0B6172"/>
                </a:solidFill>
                <a:latin typeface="Consolas"/>
                <a:ea typeface="Consolas"/>
                <a:cs typeface="Consolas"/>
              </a:defRPr>
            </a:lvl2pPr>
            <a:lvl3pPr algn="l">
              <a:defRPr sz="1575" b="1">
                <a:solidFill>
                  <a:srgbClr val="0B6172"/>
                </a:solidFill>
                <a:latin typeface="Consolas"/>
                <a:ea typeface="Consolas"/>
                <a:cs typeface="Consolas"/>
              </a:defRPr>
            </a:lvl3pPr>
            <a:lvl4pPr algn="l">
              <a:defRPr sz="1575" b="1">
                <a:solidFill>
                  <a:srgbClr val="0B6172"/>
                </a:solidFill>
                <a:latin typeface="Consolas"/>
                <a:ea typeface="Consolas"/>
                <a:cs typeface="Consolas"/>
              </a:defRPr>
            </a:lvl4pPr>
            <a:lvl5pPr algn="l">
              <a:defRPr sz="1575" b="1">
                <a:solidFill>
                  <a:srgbClr val="0B6172"/>
                </a:solidFill>
                <a:latin typeface="Consolas"/>
                <a:ea typeface="Consolas"/>
                <a:cs typeface="Consolas"/>
              </a:defRPr>
            </a:lvl5pPr>
            <a:lvl6pPr algn="l">
              <a:defRPr sz="1575" b="1">
                <a:solidFill>
                  <a:srgbClr val="0B6172"/>
                </a:solidFill>
                <a:latin typeface="Consolas"/>
                <a:ea typeface="Consolas"/>
                <a:cs typeface="Consolas"/>
              </a:defRPr>
            </a:lvl6pPr>
            <a:lvl7pPr algn="l">
              <a:defRPr sz="1575" b="1">
                <a:solidFill>
                  <a:srgbClr val="0B6172"/>
                </a:solidFill>
                <a:latin typeface="Consolas"/>
                <a:ea typeface="Consolas"/>
                <a:cs typeface="Consolas"/>
              </a:defRPr>
            </a:lvl7pPr>
            <a:lvl8pPr algn="l">
              <a:defRPr sz="1575" b="1">
                <a:solidFill>
                  <a:srgbClr val="0B6172"/>
                </a:solidFill>
                <a:latin typeface="Consolas"/>
                <a:ea typeface="Consolas"/>
                <a:cs typeface="Consolas"/>
              </a:defRPr>
            </a:lvl8pPr>
            <a:lvl9pPr algn="l">
              <a:defRPr sz="1575" b="1">
                <a:solidFill>
                  <a:srgbClr val="0B6172"/>
                </a:solidFill>
                <a:latin typeface="Consolas"/>
                <a:ea typeface="Consolas"/>
                <a:cs typeface="Consolas"/>
              </a:defRPr>
            </a:lvl9pPr>
          </a:lstStyle>
          <a:p xmlns:a="http://schemas.openxmlformats.org/drawingml/2006/main">
            <a:pPr algn="l">
              <a:defRPr sz="1575" b="1">
                <a:solidFill>
                  <a:srgbClr val="0B6172"/>
                </a:solidFill>
                <a:latin typeface="Consolas"/>
                <a:ea typeface="Consolas"/>
                <a:cs typeface="Consolas"/>
              </a:defRPr>
            </a:pPr>
            <a:r>
              <a:rPr sz="1575" b="1">
                <a:solidFill>
                  <a:srgbClr val="0B6172"/>
                </a:solidFill>
                <a:latin typeface="Consolas"/>
                <a:ea typeface="Consolas"/>
                <a:cs typeface="Consolas"/>
              </a:rPr>
              <a:t>03</a:t>
            </a:r>
          </a:p>
        </p:txBody>
      </p:sp>
      <p:sp>
        <p:nvSpPr>
          <p:cNvPr id="23" name="">
            <a:extLst xmlns:a="http://schemas.openxmlformats.org/drawingml/2006/main">
              <a:ext uri="{FF2B5EF4-FFF2-40B4-BE49-F238E27FC236}">
                <a16:creationId xmlns:a16="http://schemas.microsoft.com/office/drawing/2014/main" id="{FE8EDB05-3513-4599-B457-CD5571181B94}"/>
              </a:ext>
            </a:extLst>
          </p:cNvPr>
          <p:cNvSpPr>
            <a:spLocks xmlns:a="http://schemas.openxmlformats.org/drawingml/2006/main" noGrp="1"/>
          </p:cNvSpPr>
          <p:nvPr/>
        </p:nvSpPr>
        <p:spPr>
          <a:xfrm xmlns:a="http://schemas.openxmlformats.org/drawingml/2006/main">
            <a:off x="5105400" y="3038475"/>
            <a:ext cx="19812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24" name="원인 판단">
            <a:extLst xmlns:a="http://schemas.openxmlformats.org/drawingml/2006/main">
              <a:ext uri="{FF2B5EF4-FFF2-40B4-BE49-F238E27FC236}">
                <a16:creationId xmlns:a16="http://schemas.microsoft.com/office/drawing/2014/main" id="{AC7C8738-4EB4-43C4-9FBE-B83EAB9F2FE1}"/>
              </a:ext>
            </a:extLst>
          </p:cNvPr>
          <p:cNvSpPr>
            <a:spLocks xmlns:a="http://schemas.openxmlformats.org/drawingml/2006/main" noGrp="1"/>
          </p:cNvSpPr>
          <p:nvPr/>
        </p:nvSpPr>
        <p:spPr>
          <a:xfrm xmlns:a="http://schemas.openxmlformats.org/drawingml/2006/main">
            <a:off x="5105400" y="3171825"/>
            <a:ext cx="198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원인 판단</a:t>
            </a:r>
          </a:p>
        </p:txBody>
      </p:sp>
      <p:sp>
        <p:nvSpPr>
          <p:cNvPr id="25" name="왜 생겼나?">
            <a:extLst xmlns:a="http://schemas.openxmlformats.org/drawingml/2006/main">
              <a:ext uri="{FF2B5EF4-FFF2-40B4-BE49-F238E27FC236}">
                <a16:creationId xmlns:a16="http://schemas.microsoft.com/office/drawing/2014/main" id="{2B6AC1B7-9CE0-464D-8E3A-5947284ADD9C}"/>
              </a:ext>
            </a:extLst>
          </p:cNvPr>
          <p:cNvSpPr>
            <a:spLocks xmlns:a="http://schemas.openxmlformats.org/drawingml/2006/main" noGrp="1"/>
          </p:cNvSpPr>
          <p:nvPr/>
        </p:nvSpPr>
        <p:spPr>
          <a:xfrm xmlns:a="http://schemas.openxmlformats.org/drawingml/2006/main">
            <a:off x="5105400" y="3657600"/>
            <a:ext cx="1981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왜 생겼나?</a:t>
            </a:r>
          </a:p>
        </p:txBody>
      </p:sp>
      <p:sp>
        <p:nvSpPr>
          <p:cNvPr id="26" name="">
            <a:extLst xmlns:a="http://schemas.openxmlformats.org/drawingml/2006/main">
              <a:ext uri="{FF2B5EF4-FFF2-40B4-BE49-F238E27FC236}">
                <a16:creationId xmlns:a16="http://schemas.microsoft.com/office/drawing/2014/main" id="{9983C047-941D-479C-886C-C1986A74D122}"/>
              </a:ext>
            </a:extLst>
          </p:cNvPr>
          <p:cNvSpPr>
            <a:spLocks xmlns:a="http://schemas.openxmlformats.org/drawingml/2006/main" noGrp="1"/>
          </p:cNvSpPr>
          <p:nvPr/>
        </p:nvSpPr>
        <p:spPr>
          <a:xfrm xmlns:a="http://schemas.openxmlformats.org/drawingml/2006/main">
            <a:off x="5105400" y="4124325"/>
            <a:ext cx="1981200" cy="10763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7" name="오래된 지침이&#10;원인인지 확인">
            <a:extLst xmlns:a="http://schemas.openxmlformats.org/drawingml/2006/main">
              <a:ext uri="{FF2B5EF4-FFF2-40B4-BE49-F238E27FC236}">
                <a16:creationId xmlns:a16="http://schemas.microsoft.com/office/drawing/2014/main" id="{FCC64004-1A34-43DE-BBDD-030E0ED2F7B7}"/>
              </a:ext>
            </a:extLst>
          </p:cNvPr>
          <p:cNvSpPr>
            <a:spLocks xmlns:a="http://schemas.openxmlformats.org/drawingml/2006/main" noGrp="1"/>
          </p:cNvSpPr>
          <p:nvPr/>
        </p:nvSpPr>
        <p:spPr>
          <a:xfrm xmlns:a="http://schemas.openxmlformats.org/drawingml/2006/main">
            <a:off x="5229225" y="4181475"/>
            <a:ext cx="17335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7212B"/>
                </a:solidFill>
                <a:latin typeface="Malgun Gothic"/>
                <a:ea typeface="Malgun Gothic"/>
                <a:cs typeface="Malgun Gothic"/>
              </a:defRPr>
            </a:defPPr>
            <a:lvl1pPr algn="l">
              <a:defRPr sz="1800" b="1">
                <a:solidFill>
                  <a:srgbClr val="17212B"/>
                </a:solidFill>
                <a:latin typeface="Malgun Gothic"/>
                <a:ea typeface="Malgun Gothic"/>
                <a:cs typeface="Malgun Gothic"/>
              </a:defRPr>
            </a:lvl1pPr>
            <a:lvl2pPr algn="l">
              <a:defRPr sz="1800" b="1">
                <a:solidFill>
                  <a:srgbClr val="17212B"/>
                </a:solidFill>
                <a:latin typeface="Malgun Gothic"/>
                <a:ea typeface="Malgun Gothic"/>
                <a:cs typeface="Malgun Gothic"/>
              </a:defRPr>
            </a:lvl2pPr>
            <a:lvl3pPr algn="l">
              <a:defRPr sz="1800" b="1">
                <a:solidFill>
                  <a:srgbClr val="17212B"/>
                </a:solidFill>
                <a:latin typeface="Malgun Gothic"/>
                <a:ea typeface="Malgun Gothic"/>
                <a:cs typeface="Malgun Gothic"/>
              </a:defRPr>
            </a:lvl3pPr>
            <a:lvl4pPr algn="l">
              <a:defRPr sz="1800" b="1">
                <a:solidFill>
                  <a:srgbClr val="17212B"/>
                </a:solidFill>
                <a:latin typeface="Malgun Gothic"/>
                <a:ea typeface="Malgun Gothic"/>
                <a:cs typeface="Malgun Gothic"/>
              </a:defRPr>
            </a:lvl4pPr>
            <a:lvl5pPr algn="l">
              <a:defRPr sz="1800" b="1">
                <a:solidFill>
                  <a:srgbClr val="17212B"/>
                </a:solidFill>
                <a:latin typeface="Malgun Gothic"/>
                <a:ea typeface="Malgun Gothic"/>
                <a:cs typeface="Malgun Gothic"/>
              </a:defRPr>
            </a:lvl5pPr>
            <a:lvl6pPr algn="l">
              <a:defRPr sz="1800" b="1">
                <a:solidFill>
                  <a:srgbClr val="17212B"/>
                </a:solidFill>
                <a:latin typeface="Malgun Gothic"/>
                <a:ea typeface="Malgun Gothic"/>
                <a:cs typeface="Malgun Gothic"/>
              </a:defRPr>
            </a:lvl6pPr>
            <a:lvl7pPr algn="l">
              <a:defRPr sz="1800" b="1">
                <a:solidFill>
                  <a:srgbClr val="17212B"/>
                </a:solidFill>
                <a:latin typeface="Malgun Gothic"/>
                <a:ea typeface="Malgun Gothic"/>
                <a:cs typeface="Malgun Gothic"/>
              </a:defRPr>
            </a:lvl7pPr>
            <a:lvl8pPr algn="l">
              <a:defRPr sz="1800" b="1">
                <a:solidFill>
                  <a:srgbClr val="17212B"/>
                </a:solidFill>
                <a:latin typeface="Malgun Gothic"/>
                <a:ea typeface="Malgun Gothic"/>
                <a:cs typeface="Malgun Gothic"/>
              </a:defRPr>
            </a:lvl8pPr>
            <a:lvl9pPr algn="l">
              <a:defRPr sz="1800" b="1">
                <a:solidFill>
                  <a:srgbClr val="17212B"/>
                </a:solidFill>
                <a:latin typeface="Malgun Gothic"/>
                <a:ea typeface="Malgun Gothic"/>
                <a:cs typeface="Malgun Gothic"/>
              </a:defRPr>
            </a:lvl9pPr>
          </a:lstStyle>
          <a:p xmlns:a="http://schemas.openxmlformats.org/drawingml/2006/main">
            <a:pPr algn="l">
              <a:defRPr sz="1800" b="1">
                <a:solidFill>
                  <a:srgbClr val="17212B"/>
                </a:solidFill>
                <a:latin typeface="Malgun Gothic"/>
                <a:ea typeface="Malgun Gothic"/>
                <a:cs typeface="Malgun Gothic"/>
              </a:defRPr>
            </a:pPr>
            <a:r>
              <a:rPr sz="1800" b="1">
                <a:solidFill>
                  <a:srgbClr val="17212B"/>
                </a:solidFill>
                <a:latin typeface="Malgun Gothic"/>
                <a:ea typeface="Malgun Gothic"/>
                <a:cs typeface="Malgun Gothic"/>
              </a:rPr>
              <a:t>오래된 지침이</a:t>
            </a:r>
          </a:p>
          <a:p xmlns:a="http://schemas.openxmlformats.org/drawingml/2006/main">
            <a:pPr algn="l">
              <a:defRPr sz="1800" b="1">
                <a:solidFill>
                  <a:srgbClr val="17212B"/>
                </a:solidFill>
                <a:latin typeface="Malgun Gothic"/>
                <a:ea typeface="Malgun Gothic"/>
                <a:cs typeface="Malgun Gothic"/>
              </a:defRPr>
            </a:pPr>
            <a:r>
              <a:rPr sz="1800" b="1">
                <a:solidFill>
                  <a:srgbClr val="17212B"/>
                </a:solidFill>
                <a:latin typeface="Malgun Gothic"/>
                <a:ea typeface="Malgun Gothic"/>
                <a:cs typeface="Malgun Gothic"/>
              </a:rPr>
              <a:t>원인인지 확인</a:t>
            </a:r>
          </a:p>
        </p:txBody>
      </p:sp>
      <p:sp>
        <p:nvSpPr>
          <p:cNvPr id="28" name="">
            <a:extLst xmlns:a="http://schemas.openxmlformats.org/drawingml/2006/main">
              <a:ext uri="{FF2B5EF4-FFF2-40B4-BE49-F238E27FC236}">
                <a16:creationId xmlns:a16="http://schemas.microsoft.com/office/drawing/2014/main" id="{1018D05A-69B8-4CA1-AE28-CEE5AE94DD37}"/>
              </a:ext>
            </a:extLst>
          </p:cNvPr>
          <p:cNvSpPr>
            <a:spLocks xmlns:a="http://schemas.openxmlformats.org/drawingml/2006/main" noGrp="1"/>
          </p:cNvSpPr>
          <p:nvPr/>
        </p:nvSpPr>
        <p:spPr>
          <a:xfrm xmlns:a="http://schemas.openxmlformats.org/drawingml/2006/main">
            <a:off x="7143750" y="3333750"/>
            <a:ext cx="161925" cy="1428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9" name="04">
            <a:extLst xmlns:a="http://schemas.openxmlformats.org/drawingml/2006/main">
              <a:ext uri="{FF2B5EF4-FFF2-40B4-BE49-F238E27FC236}">
                <a16:creationId xmlns:a16="http://schemas.microsoft.com/office/drawing/2014/main" id="{40648A3A-E51C-48F2-997C-3FEBA750FA67}"/>
              </a:ext>
            </a:extLst>
          </p:cNvPr>
          <p:cNvSpPr>
            <a:spLocks xmlns:a="http://schemas.openxmlformats.org/drawingml/2006/main" noGrp="1"/>
          </p:cNvSpPr>
          <p:nvPr/>
        </p:nvSpPr>
        <p:spPr>
          <a:xfrm xmlns:a="http://schemas.openxmlformats.org/drawingml/2006/main">
            <a:off x="7353300" y="2647950"/>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0B6172"/>
                </a:solidFill>
                <a:latin typeface="Consolas"/>
                <a:ea typeface="Consolas"/>
                <a:cs typeface="Consolas"/>
              </a:defRPr>
            </a:defPPr>
            <a:lvl1pPr algn="l">
              <a:defRPr sz="1575" b="1">
                <a:solidFill>
                  <a:srgbClr val="0B6172"/>
                </a:solidFill>
                <a:latin typeface="Consolas"/>
                <a:ea typeface="Consolas"/>
                <a:cs typeface="Consolas"/>
              </a:defRPr>
            </a:lvl1pPr>
            <a:lvl2pPr algn="l">
              <a:defRPr sz="1575" b="1">
                <a:solidFill>
                  <a:srgbClr val="0B6172"/>
                </a:solidFill>
                <a:latin typeface="Consolas"/>
                <a:ea typeface="Consolas"/>
                <a:cs typeface="Consolas"/>
              </a:defRPr>
            </a:lvl2pPr>
            <a:lvl3pPr algn="l">
              <a:defRPr sz="1575" b="1">
                <a:solidFill>
                  <a:srgbClr val="0B6172"/>
                </a:solidFill>
                <a:latin typeface="Consolas"/>
                <a:ea typeface="Consolas"/>
                <a:cs typeface="Consolas"/>
              </a:defRPr>
            </a:lvl3pPr>
            <a:lvl4pPr algn="l">
              <a:defRPr sz="1575" b="1">
                <a:solidFill>
                  <a:srgbClr val="0B6172"/>
                </a:solidFill>
                <a:latin typeface="Consolas"/>
                <a:ea typeface="Consolas"/>
                <a:cs typeface="Consolas"/>
              </a:defRPr>
            </a:lvl4pPr>
            <a:lvl5pPr algn="l">
              <a:defRPr sz="1575" b="1">
                <a:solidFill>
                  <a:srgbClr val="0B6172"/>
                </a:solidFill>
                <a:latin typeface="Consolas"/>
                <a:ea typeface="Consolas"/>
                <a:cs typeface="Consolas"/>
              </a:defRPr>
            </a:lvl5pPr>
            <a:lvl6pPr algn="l">
              <a:defRPr sz="1575" b="1">
                <a:solidFill>
                  <a:srgbClr val="0B6172"/>
                </a:solidFill>
                <a:latin typeface="Consolas"/>
                <a:ea typeface="Consolas"/>
                <a:cs typeface="Consolas"/>
              </a:defRPr>
            </a:lvl6pPr>
            <a:lvl7pPr algn="l">
              <a:defRPr sz="1575" b="1">
                <a:solidFill>
                  <a:srgbClr val="0B6172"/>
                </a:solidFill>
                <a:latin typeface="Consolas"/>
                <a:ea typeface="Consolas"/>
                <a:cs typeface="Consolas"/>
              </a:defRPr>
            </a:lvl7pPr>
            <a:lvl8pPr algn="l">
              <a:defRPr sz="1575" b="1">
                <a:solidFill>
                  <a:srgbClr val="0B6172"/>
                </a:solidFill>
                <a:latin typeface="Consolas"/>
                <a:ea typeface="Consolas"/>
                <a:cs typeface="Consolas"/>
              </a:defRPr>
            </a:lvl8pPr>
            <a:lvl9pPr algn="l">
              <a:defRPr sz="1575" b="1">
                <a:solidFill>
                  <a:srgbClr val="0B6172"/>
                </a:solidFill>
                <a:latin typeface="Consolas"/>
                <a:ea typeface="Consolas"/>
                <a:cs typeface="Consolas"/>
              </a:defRPr>
            </a:lvl9pPr>
          </a:lstStyle>
          <a:p xmlns:a="http://schemas.openxmlformats.org/drawingml/2006/main">
            <a:pPr algn="l">
              <a:defRPr sz="1575" b="1">
                <a:solidFill>
                  <a:srgbClr val="0B6172"/>
                </a:solidFill>
                <a:latin typeface="Consolas"/>
                <a:ea typeface="Consolas"/>
                <a:cs typeface="Consolas"/>
              </a:defRPr>
            </a:pPr>
            <a:r>
              <a:rPr sz="1575" b="1">
                <a:solidFill>
                  <a:srgbClr val="0B6172"/>
                </a:solidFill>
                <a:latin typeface="Consolas"/>
                <a:ea typeface="Consolas"/>
                <a:cs typeface="Consolas"/>
              </a:rPr>
              <a:t>04</a:t>
            </a:r>
          </a:p>
        </p:txBody>
      </p:sp>
      <p:sp>
        <p:nvSpPr>
          <p:cNvPr id="30" name="">
            <a:extLst xmlns:a="http://schemas.openxmlformats.org/drawingml/2006/main">
              <a:ext uri="{FF2B5EF4-FFF2-40B4-BE49-F238E27FC236}">
                <a16:creationId xmlns:a16="http://schemas.microsoft.com/office/drawing/2014/main" id="{50E5B92A-ECD0-453A-AAB9-314411DA1129}"/>
              </a:ext>
            </a:extLst>
          </p:cNvPr>
          <p:cNvSpPr>
            <a:spLocks xmlns:a="http://schemas.openxmlformats.org/drawingml/2006/main" noGrp="1"/>
          </p:cNvSpPr>
          <p:nvPr/>
        </p:nvSpPr>
        <p:spPr>
          <a:xfrm xmlns:a="http://schemas.openxmlformats.org/drawingml/2006/main">
            <a:off x="7353300" y="3038475"/>
            <a:ext cx="19812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31" name="시스템 변경">
            <a:extLst xmlns:a="http://schemas.openxmlformats.org/drawingml/2006/main">
              <a:ext uri="{FF2B5EF4-FFF2-40B4-BE49-F238E27FC236}">
                <a16:creationId xmlns:a16="http://schemas.microsoft.com/office/drawing/2014/main" id="{EF905B9A-B92B-42FE-9A52-051BE776683D}"/>
              </a:ext>
            </a:extLst>
          </p:cNvPr>
          <p:cNvSpPr>
            <a:spLocks xmlns:a="http://schemas.openxmlformats.org/drawingml/2006/main" noGrp="1"/>
          </p:cNvSpPr>
          <p:nvPr/>
        </p:nvSpPr>
        <p:spPr>
          <a:xfrm xmlns:a="http://schemas.openxmlformats.org/drawingml/2006/main">
            <a:off x="7353300" y="3171825"/>
            <a:ext cx="198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시스템 변경</a:t>
            </a:r>
          </a:p>
        </p:txBody>
      </p:sp>
      <p:sp>
        <p:nvSpPr>
          <p:cNvPr id="32" name="어디를 바꾸나?">
            <a:extLst xmlns:a="http://schemas.openxmlformats.org/drawingml/2006/main">
              <a:ext uri="{FF2B5EF4-FFF2-40B4-BE49-F238E27FC236}">
                <a16:creationId xmlns:a16="http://schemas.microsoft.com/office/drawing/2014/main" id="{3B1A278F-908B-4616-8C58-FBAE07720640}"/>
              </a:ext>
            </a:extLst>
          </p:cNvPr>
          <p:cNvSpPr>
            <a:spLocks xmlns:a="http://schemas.openxmlformats.org/drawingml/2006/main" noGrp="1"/>
          </p:cNvSpPr>
          <p:nvPr/>
        </p:nvSpPr>
        <p:spPr>
          <a:xfrm xmlns:a="http://schemas.openxmlformats.org/drawingml/2006/main">
            <a:off x="7353300" y="3657600"/>
            <a:ext cx="1981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어디를 바꾸나?</a:t>
            </a:r>
          </a:p>
        </p:txBody>
      </p:sp>
      <p:sp>
        <p:nvSpPr>
          <p:cNvPr id="33" name="">
            <a:extLst xmlns:a="http://schemas.openxmlformats.org/drawingml/2006/main">
              <a:ext uri="{FF2B5EF4-FFF2-40B4-BE49-F238E27FC236}">
                <a16:creationId xmlns:a16="http://schemas.microsoft.com/office/drawing/2014/main" id="{4261E2B3-FFE7-47DB-85FF-EAE8609B13AE}"/>
              </a:ext>
            </a:extLst>
          </p:cNvPr>
          <p:cNvSpPr>
            <a:spLocks xmlns:a="http://schemas.openxmlformats.org/drawingml/2006/main" noGrp="1"/>
          </p:cNvSpPr>
          <p:nvPr/>
        </p:nvSpPr>
        <p:spPr>
          <a:xfrm xmlns:a="http://schemas.openxmlformats.org/drawingml/2006/main">
            <a:off x="7353300" y="4124325"/>
            <a:ext cx="1981200" cy="10763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34" name="확인됐다면&#10;Workflow 갱신">
            <a:extLst xmlns:a="http://schemas.openxmlformats.org/drawingml/2006/main">
              <a:ext uri="{FF2B5EF4-FFF2-40B4-BE49-F238E27FC236}">
                <a16:creationId xmlns:a16="http://schemas.microsoft.com/office/drawing/2014/main" id="{9EB92CA6-AFFB-47D1-A90F-3F9116C48611}"/>
              </a:ext>
            </a:extLst>
          </p:cNvPr>
          <p:cNvSpPr>
            <a:spLocks xmlns:a="http://schemas.openxmlformats.org/drawingml/2006/main" noGrp="1"/>
          </p:cNvSpPr>
          <p:nvPr/>
        </p:nvSpPr>
        <p:spPr>
          <a:xfrm xmlns:a="http://schemas.openxmlformats.org/drawingml/2006/main">
            <a:off x="7477125" y="4181475"/>
            <a:ext cx="17335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7212B"/>
                </a:solidFill>
                <a:latin typeface="Malgun Gothic"/>
                <a:ea typeface="Malgun Gothic"/>
                <a:cs typeface="Malgun Gothic"/>
              </a:defRPr>
            </a:defPPr>
            <a:lvl1pPr algn="l">
              <a:defRPr sz="1800" b="1">
                <a:solidFill>
                  <a:srgbClr val="17212B"/>
                </a:solidFill>
                <a:latin typeface="Malgun Gothic"/>
                <a:ea typeface="Malgun Gothic"/>
                <a:cs typeface="Malgun Gothic"/>
              </a:defRPr>
            </a:lvl1pPr>
            <a:lvl2pPr algn="l">
              <a:defRPr sz="1800" b="1">
                <a:solidFill>
                  <a:srgbClr val="17212B"/>
                </a:solidFill>
                <a:latin typeface="Malgun Gothic"/>
                <a:ea typeface="Malgun Gothic"/>
                <a:cs typeface="Malgun Gothic"/>
              </a:defRPr>
            </a:lvl2pPr>
            <a:lvl3pPr algn="l">
              <a:defRPr sz="1800" b="1">
                <a:solidFill>
                  <a:srgbClr val="17212B"/>
                </a:solidFill>
                <a:latin typeface="Malgun Gothic"/>
                <a:ea typeface="Malgun Gothic"/>
                <a:cs typeface="Malgun Gothic"/>
              </a:defRPr>
            </a:lvl3pPr>
            <a:lvl4pPr algn="l">
              <a:defRPr sz="1800" b="1">
                <a:solidFill>
                  <a:srgbClr val="17212B"/>
                </a:solidFill>
                <a:latin typeface="Malgun Gothic"/>
                <a:ea typeface="Malgun Gothic"/>
                <a:cs typeface="Malgun Gothic"/>
              </a:defRPr>
            </a:lvl4pPr>
            <a:lvl5pPr algn="l">
              <a:defRPr sz="1800" b="1">
                <a:solidFill>
                  <a:srgbClr val="17212B"/>
                </a:solidFill>
                <a:latin typeface="Malgun Gothic"/>
                <a:ea typeface="Malgun Gothic"/>
                <a:cs typeface="Malgun Gothic"/>
              </a:defRPr>
            </a:lvl5pPr>
            <a:lvl6pPr algn="l">
              <a:defRPr sz="1800" b="1">
                <a:solidFill>
                  <a:srgbClr val="17212B"/>
                </a:solidFill>
                <a:latin typeface="Malgun Gothic"/>
                <a:ea typeface="Malgun Gothic"/>
                <a:cs typeface="Malgun Gothic"/>
              </a:defRPr>
            </a:lvl6pPr>
            <a:lvl7pPr algn="l">
              <a:defRPr sz="1800" b="1">
                <a:solidFill>
                  <a:srgbClr val="17212B"/>
                </a:solidFill>
                <a:latin typeface="Malgun Gothic"/>
                <a:ea typeface="Malgun Gothic"/>
                <a:cs typeface="Malgun Gothic"/>
              </a:defRPr>
            </a:lvl7pPr>
            <a:lvl8pPr algn="l">
              <a:defRPr sz="1800" b="1">
                <a:solidFill>
                  <a:srgbClr val="17212B"/>
                </a:solidFill>
                <a:latin typeface="Malgun Gothic"/>
                <a:ea typeface="Malgun Gothic"/>
                <a:cs typeface="Malgun Gothic"/>
              </a:defRPr>
            </a:lvl8pPr>
            <a:lvl9pPr algn="l">
              <a:defRPr sz="1800" b="1">
                <a:solidFill>
                  <a:srgbClr val="17212B"/>
                </a:solidFill>
                <a:latin typeface="Malgun Gothic"/>
                <a:ea typeface="Malgun Gothic"/>
                <a:cs typeface="Malgun Gothic"/>
              </a:defRPr>
            </a:lvl9pPr>
          </a:lstStyle>
          <a:p xmlns:a="http://schemas.openxmlformats.org/drawingml/2006/main">
            <a:pPr algn="l">
              <a:defRPr sz="1800" b="1">
                <a:solidFill>
                  <a:srgbClr val="17212B"/>
                </a:solidFill>
                <a:latin typeface="Malgun Gothic"/>
                <a:ea typeface="Malgun Gothic"/>
                <a:cs typeface="Malgun Gothic"/>
              </a:defRPr>
            </a:pPr>
            <a:r>
              <a:rPr sz="1800" b="1">
                <a:solidFill>
                  <a:srgbClr val="17212B"/>
                </a:solidFill>
                <a:latin typeface="Malgun Gothic"/>
                <a:ea typeface="Malgun Gothic"/>
                <a:cs typeface="Malgun Gothic"/>
              </a:rPr>
              <a:t>확인됐다면</a:t>
            </a:r>
          </a:p>
          <a:p xmlns:a="http://schemas.openxmlformats.org/drawingml/2006/main">
            <a:pPr algn="l">
              <a:defRPr sz="1800" b="1">
                <a:solidFill>
                  <a:srgbClr val="17212B"/>
                </a:solidFill>
                <a:latin typeface="Malgun Gothic"/>
                <a:ea typeface="Malgun Gothic"/>
                <a:cs typeface="Malgun Gothic"/>
              </a:defRPr>
            </a:pPr>
            <a:r>
              <a:rPr sz="1800" b="1">
                <a:solidFill>
                  <a:srgbClr val="17212B"/>
                </a:solidFill>
                <a:latin typeface="Malgun Gothic"/>
                <a:ea typeface="Malgun Gothic"/>
                <a:cs typeface="Malgun Gothic"/>
              </a:rPr>
              <a:t>Workflow 갱신</a:t>
            </a:r>
          </a:p>
        </p:txBody>
      </p:sp>
      <p:sp>
        <p:nvSpPr>
          <p:cNvPr id="35" name="">
            <a:extLst xmlns:a="http://schemas.openxmlformats.org/drawingml/2006/main">
              <a:ext uri="{FF2B5EF4-FFF2-40B4-BE49-F238E27FC236}">
                <a16:creationId xmlns:a16="http://schemas.microsoft.com/office/drawing/2014/main" id="{47650950-0AEB-41C7-B44B-C6716B6CC26F}"/>
              </a:ext>
            </a:extLst>
          </p:cNvPr>
          <p:cNvSpPr>
            <a:spLocks xmlns:a="http://schemas.openxmlformats.org/drawingml/2006/main" noGrp="1"/>
          </p:cNvSpPr>
          <p:nvPr/>
        </p:nvSpPr>
        <p:spPr>
          <a:xfrm xmlns:a="http://schemas.openxmlformats.org/drawingml/2006/main">
            <a:off x="9391650" y="3333750"/>
            <a:ext cx="161925" cy="1428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36" name="05">
            <a:extLst xmlns:a="http://schemas.openxmlformats.org/drawingml/2006/main">
              <a:ext uri="{FF2B5EF4-FFF2-40B4-BE49-F238E27FC236}">
                <a16:creationId xmlns:a16="http://schemas.microsoft.com/office/drawing/2014/main" id="{00A21379-FAF8-4234-8A2E-45346E73EFCC}"/>
              </a:ext>
            </a:extLst>
          </p:cNvPr>
          <p:cNvSpPr>
            <a:spLocks xmlns:a="http://schemas.openxmlformats.org/drawingml/2006/main" noGrp="1"/>
          </p:cNvSpPr>
          <p:nvPr/>
        </p:nvSpPr>
        <p:spPr>
          <a:xfrm xmlns:a="http://schemas.openxmlformats.org/drawingml/2006/main">
            <a:off x="9601200" y="2647950"/>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0B6172"/>
                </a:solidFill>
                <a:latin typeface="Consolas"/>
                <a:ea typeface="Consolas"/>
                <a:cs typeface="Consolas"/>
              </a:defRPr>
            </a:defPPr>
            <a:lvl1pPr algn="l">
              <a:defRPr sz="1575" b="1">
                <a:solidFill>
                  <a:srgbClr val="0B6172"/>
                </a:solidFill>
                <a:latin typeface="Consolas"/>
                <a:ea typeface="Consolas"/>
                <a:cs typeface="Consolas"/>
              </a:defRPr>
            </a:lvl1pPr>
            <a:lvl2pPr algn="l">
              <a:defRPr sz="1575" b="1">
                <a:solidFill>
                  <a:srgbClr val="0B6172"/>
                </a:solidFill>
                <a:latin typeface="Consolas"/>
                <a:ea typeface="Consolas"/>
                <a:cs typeface="Consolas"/>
              </a:defRPr>
            </a:lvl2pPr>
            <a:lvl3pPr algn="l">
              <a:defRPr sz="1575" b="1">
                <a:solidFill>
                  <a:srgbClr val="0B6172"/>
                </a:solidFill>
                <a:latin typeface="Consolas"/>
                <a:ea typeface="Consolas"/>
                <a:cs typeface="Consolas"/>
              </a:defRPr>
            </a:lvl3pPr>
            <a:lvl4pPr algn="l">
              <a:defRPr sz="1575" b="1">
                <a:solidFill>
                  <a:srgbClr val="0B6172"/>
                </a:solidFill>
                <a:latin typeface="Consolas"/>
                <a:ea typeface="Consolas"/>
                <a:cs typeface="Consolas"/>
              </a:defRPr>
            </a:lvl4pPr>
            <a:lvl5pPr algn="l">
              <a:defRPr sz="1575" b="1">
                <a:solidFill>
                  <a:srgbClr val="0B6172"/>
                </a:solidFill>
                <a:latin typeface="Consolas"/>
                <a:ea typeface="Consolas"/>
                <a:cs typeface="Consolas"/>
              </a:defRPr>
            </a:lvl5pPr>
            <a:lvl6pPr algn="l">
              <a:defRPr sz="1575" b="1">
                <a:solidFill>
                  <a:srgbClr val="0B6172"/>
                </a:solidFill>
                <a:latin typeface="Consolas"/>
                <a:ea typeface="Consolas"/>
                <a:cs typeface="Consolas"/>
              </a:defRPr>
            </a:lvl6pPr>
            <a:lvl7pPr algn="l">
              <a:defRPr sz="1575" b="1">
                <a:solidFill>
                  <a:srgbClr val="0B6172"/>
                </a:solidFill>
                <a:latin typeface="Consolas"/>
                <a:ea typeface="Consolas"/>
                <a:cs typeface="Consolas"/>
              </a:defRPr>
            </a:lvl7pPr>
            <a:lvl8pPr algn="l">
              <a:defRPr sz="1575" b="1">
                <a:solidFill>
                  <a:srgbClr val="0B6172"/>
                </a:solidFill>
                <a:latin typeface="Consolas"/>
                <a:ea typeface="Consolas"/>
                <a:cs typeface="Consolas"/>
              </a:defRPr>
            </a:lvl8pPr>
            <a:lvl9pPr algn="l">
              <a:defRPr sz="1575" b="1">
                <a:solidFill>
                  <a:srgbClr val="0B6172"/>
                </a:solidFill>
                <a:latin typeface="Consolas"/>
                <a:ea typeface="Consolas"/>
                <a:cs typeface="Consolas"/>
              </a:defRPr>
            </a:lvl9pPr>
          </a:lstStyle>
          <a:p xmlns:a="http://schemas.openxmlformats.org/drawingml/2006/main">
            <a:pPr algn="l">
              <a:defRPr sz="1575" b="1">
                <a:solidFill>
                  <a:srgbClr val="0B6172"/>
                </a:solidFill>
                <a:latin typeface="Consolas"/>
                <a:ea typeface="Consolas"/>
                <a:cs typeface="Consolas"/>
              </a:defRPr>
            </a:pPr>
            <a:r>
              <a:rPr sz="1575" b="1">
                <a:solidFill>
                  <a:srgbClr val="0B6172"/>
                </a:solidFill>
                <a:latin typeface="Consolas"/>
                <a:ea typeface="Consolas"/>
                <a:cs typeface="Consolas"/>
              </a:rPr>
              <a:t>05</a:t>
            </a:r>
          </a:p>
        </p:txBody>
      </p:sp>
      <p:sp>
        <p:nvSpPr>
          <p:cNvPr id="37" name="">
            <a:extLst xmlns:a="http://schemas.openxmlformats.org/drawingml/2006/main">
              <a:ext uri="{FF2B5EF4-FFF2-40B4-BE49-F238E27FC236}">
                <a16:creationId xmlns:a16="http://schemas.microsoft.com/office/drawing/2014/main" id="{95BE50C9-EC8F-4848-8E02-756BA4ACBA3C}"/>
              </a:ext>
            </a:extLst>
          </p:cNvPr>
          <p:cNvSpPr>
            <a:spLocks xmlns:a="http://schemas.openxmlformats.org/drawingml/2006/main" noGrp="1"/>
          </p:cNvSpPr>
          <p:nvPr/>
        </p:nvSpPr>
        <p:spPr>
          <a:xfrm xmlns:a="http://schemas.openxmlformats.org/drawingml/2006/main">
            <a:off x="9601200" y="3038475"/>
            <a:ext cx="19812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38" name="재평가">
            <a:extLst xmlns:a="http://schemas.openxmlformats.org/drawingml/2006/main">
              <a:ext uri="{FF2B5EF4-FFF2-40B4-BE49-F238E27FC236}">
                <a16:creationId xmlns:a16="http://schemas.microsoft.com/office/drawing/2014/main" id="{17EBBF03-280B-480A-AC3C-C5846E330705}"/>
              </a:ext>
            </a:extLst>
          </p:cNvPr>
          <p:cNvSpPr>
            <a:spLocks xmlns:a="http://schemas.openxmlformats.org/drawingml/2006/main" noGrp="1"/>
          </p:cNvSpPr>
          <p:nvPr/>
        </p:nvSpPr>
        <p:spPr>
          <a:xfrm xmlns:a="http://schemas.openxmlformats.org/drawingml/2006/main">
            <a:off x="9601200" y="3171825"/>
            <a:ext cx="198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재평가</a:t>
            </a:r>
          </a:p>
        </p:txBody>
      </p:sp>
      <p:sp>
        <p:nvSpPr>
          <p:cNvPr id="39" name="다른 작업도 괜찮나?">
            <a:extLst xmlns:a="http://schemas.openxmlformats.org/drawingml/2006/main">
              <a:ext uri="{FF2B5EF4-FFF2-40B4-BE49-F238E27FC236}">
                <a16:creationId xmlns:a16="http://schemas.microsoft.com/office/drawing/2014/main" id="{5BDB813F-E985-4834-9E38-60F01C8DBB18}"/>
              </a:ext>
            </a:extLst>
          </p:cNvPr>
          <p:cNvSpPr>
            <a:spLocks xmlns:a="http://schemas.openxmlformats.org/drawingml/2006/main" noGrp="1"/>
          </p:cNvSpPr>
          <p:nvPr/>
        </p:nvSpPr>
        <p:spPr>
          <a:xfrm xmlns:a="http://schemas.openxmlformats.org/drawingml/2006/main">
            <a:off x="9601200" y="3657600"/>
            <a:ext cx="1981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4D5A68"/>
                </a:solidFill>
                <a:latin typeface="Malgun Gothic"/>
                <a:ea typeface="Malgun Gothic"/>
                <a:cs typeface="Malgun Gothic"/>
              </a:defRPr>
            </a:defPPr>
            <a:lvl1pPr algn="l">
              <a:defRPr sz="1575" b="0">
                <a:solidFill>
                  <a:srgbClr val="4D5A68"/>
                </a:solidFill>
                <a:latin typeface="Malgun Gothic"/>
                <a:ea typeface="Malgun Gothic"/>
                <a:cs typeface="Malgun Gothic"/>
              </a:defRPr>
            </a:lvl1pPr>
            <a:lvl2pPr algn="l">
              <a:defRPr sz="1575" b="0">
                <a:solidFill>
                  <a:srgbClr val="4D5A68"/>
                </a:solidFill>
                <a:latin typeface="Malgun Gothic"/>
                <a:ea typeface="Malgun Gothic"/>
                <a:cs typeface="Malgun Gothic"/>
              </a:defRPr>
            </a:lvl2pPr>
            <a:lvl3pPr algn="l">
              <a:defRPr sz="1575" b="0">
                <a:solidFill>
                  <a:srgbClr val="4D5A68"/>
                </a:solidFill>
                <a:latin typeface="Malgun Gothic"/>
                <a:ea typeface="Malgun Gothic"/>
                <a:cs typeface="Malgun Gothic"/>
              </a:defRPr>
            </a:lvl3pPr>
            <a:lvl4pPr algn="l">
              <a:defRPr sz="1575" b="0">
                <a:solidFill>
                  <a:srgbClr val="4D5A68"/>
                </a:solidFill>
                <a:latin typeface="Malgun Gothic"/>
                <a:ea typeface="Malgun Gothic"/>
                <a:cs typeface="Malgun Gothic"/>
              </a:defRPr>
            </a:lvl4pPr>
            <a:lvl5pPr algn="l">
              <a:defRPr sz="1575" b="0">
                <a:solidFill>
                  <a:srgbClr val="4D5A68"/>
                </a:solidFill>
                <a:latin typeface="Malgun Gothic"/>
                <a:ea typeface="Malgun Gothic"/>
                <a:cs typeface="Malgun Gothic"/>
              </a:defRPr>
            </a:lvl5pPr>
            <a:lvl6pPr algn="l">
              <a:defRPr sz="1575" b="0">
                <a:solidFill>
                  <a:srgbClr val="4D5A68"/>
                </a:solidFill>
                <a:latin typeface="Malgun Gothic"/>
                <a:ea typeface="Malgun Gothic"/>
                <a:cs typeface="Malgun Gothic"/>
              </a:defRPr>
            </a:lvl6pPr>
            <a:lvl7pPr algn="l">
              <a:defRPr sz="1575" b="0">
                <a:solidFill>
                  <a:srgbClr val="4D5A68"/>
                </a:solidFill>
                <a:latin typeface="Malgun Gothic"/>
                <a:ea typeface="Malgun Gothic"/>
                <a:cs typeface="Malgun Gothic"/>
              </a:defRPr>
            </a:lvl7pPr>
            <a:lvl8pPr algn="l">
              <a:defRPr sz="1575" b="0">
                <a:solidFill>
                  <a:srgbClr val="4D5A68"/>
                </a:solidFill>
                <a:latin typeface="Malgun Gothic"/>
                <a:ea typeface="Malgun Gothic"/>
                <a:cs typeface="Malgun Gothic"/>
              </a:defRPr>
            </a:lvl8pPr>
            <a:lvl9pPr algn="l">
              <a:defRPr sz="1575" b="0">
                <a:solidFill>
                  <a:srgbClr val="4D5A68"/>
                </a:solidFill>
                <a:latin typeface="Malgun Gothic"/>
                <a:ea typeface="Malgun Gothic"/>
                <a:cs typeface="Malgun Gothic"/>
              </a:defRPr>
            </a:lvl9pPr>
          </a:lstStyle>
          <a:p xmlns:a="http://schemas.openxmlformats.org/drawingml/2006/main">
            <a:pPr algn="l">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다른 작업도 괜찮나?</a:t>
            </a:r>
          </a:p>
        </p:txBody>
      </p:sp>
      <p:sp>
        <p:nvSpPr>
          <p:cNvPr id="40" name="">
            <a:extLst xmlns:a="http://schemas.openxmlformats.org/drawingml/2006/main">
              <a:ext uri="{FF2B5EF4-FFF2-40B4-BE49-F238E27FC236}">
                <a16:creationId xmlns:a16="http://schemas.microsoft.com/office/drawing/2014/main" id="{8E585E1E-C1CD-4F2B-9C49-DF3C8C62C71C}"/>
              </a:ext>
            </a:extLst>
          </p:cNvPr>
          <p:cNvSpPr>
            <a:spLocks xmlns:a="http://schemas.openxmlformats.org/drawingml/2006/main" noGrp="1"/>
          </p:cNvSpPr>
          <p:nvPr/>
        </p:nvSpPr>
        <p:spPr>
          <a:xfrm xmlns:a="http://schemas.openxmlformats.org/drawingml/2006/main">
            <a:off x="9601200" y="4124325"/>
            <a:ext cx="1981200" cy="10763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41" name="재실행 +&#10;다른 대표 작업">
            <a:extLst xmlns:a="http://schemas.openxmlformats.org/drawingml/2006/main">
              <a:ext uri="{FF2B5EF4-FFF2-40B4-BE49-F238E27FC236}">
                <a16:creationId xmlns:a16="http://schemas.microsoft.com/office/drawing/2014/main" id="{43DB84E4-99DB-4C89-819C-BC4C14798266}"/>
              </a:ext>
            </a:extLst>
          </p:cNvPr>
          <p:cNvSpPr>
            <a:spLocks xmlns:a="http://schemas.openxmlformats.org/drawingml/2006/main" noGrp="1"/>
          </p:cNvSpPr>
          <p:nvPr/>
        </p:nvSpPr>
        <p:spPr>
          <a:xfrm xmlns:a="http://schemas.openxmlformats.org/drawingml/2006/main">
            <a:off x="9725025" y="4181475"/>
            <a:ext cx="17335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7212B"/>
                </a:solidFill>
                <a:latin typeface="Malgun Gothic"/>
                <a:ea typeface="Malgun Gothic"/>
                <a:cs typeface="Malgun Gothic"/>
              </a:defRPr>
            </a:defPPr>
            <a:lvl1pPr algn="l">
              <a:defRPr sz="1800" b="1">
                <a:solidFill>
                  <a:srgbClr val="17212B"/>
                </a:solidFill>
                <a:latin typeface="Malgun Gothic"/>
                <a:ea typeface="Malgun Gothic"/>
                <a:cs typeface="Malgun Gothic"/>
              </a:defRPr>
            </a:lvl1pPr>
            <a:lvl2pPr algn="l">
              <a:defRPr sz="1800" b="1">
                <a:solidFill>
                  <a:srgbClr val="17212B"/>
                </a:solidFill>
                <a:latin typeface="Malgun Gothic"/>
                <a:ea typeface="Malgun Gothic"/>
                <a:cs typeface="Malgun Gothic"/>
              </a:defRPr>
            </a:lvl2pPr>
            <a:lvl3pPr algn="l">
              <a:defRPr sz="1800" b="1">
                <a:solidFill>
                  <a:srgbClr val="17212B"/>
                </a:solidFill>
                <a:latin typeface="Malgun Gothic"/>
                <a:ea typeface="Malgun Gothic"/>
                <a:cs typeface="Malgun Gothic"/>
              </a:defRPr>
            </a:lvl3pPr>
            <a:lvl4pPr algn="l">
              <a:defRPr sz="1800" b="1">
                <a:solidFill>
                  <a:srgbClr val="17212B"/>
                </a:solidFill>
                <a:latin typeface="Malgun Gothic"/>
                <a:ea typeface="Malgun Gothic"/>
                <a:cs typeface="Malgun Gothic"/>
              </a:defRPr>
            </a:lvl4pPr>
            <a:lvl5pPr algn="l">
              <a:defRPr sz="1800" b="1">
                <a:solidFill>
                  <a:srgbClr val="17212B"/>
                </a:solidFill>
                <a:latin typeface="Malgun Gothic"/>
                <a:ea typeface="Malgun Gothic"/>
                <a:cs typeface="Malgun Gothic"/>
              </a:defRPr>
            </a:lvl5pPr>
            <a:lvl6pPr algn="l">
              <a:defRPr sz="1800" b="1">
                <a:solidFill>
                  <a:srgbClr val="17212B"/>
                </a:solidFill>
                <a:latin typeface="Malgun Gothic"/>
                <a:ea typeface="Malgun Gothic"/>
                <a:cs typeface="Malgun Gothic"/>
              </a:defRPr>
            </a:lvl6pPr>
            <a:lvl7pPr algn="l">
              <a:defRPr sz="1800" b="1">
                <a:solidFill>
                  <a:srgbClr val="17212B"/>
                </a:solidFill>
                <a:latin typeface="Malgun Gothic"/>
                <a:ea typeface="Malgun Gothic"/>
                <a:cs typeface="Malgun Gothic"/>
              </a:defRPr>
            </a:lvl7pPr>
            <a:lvl8pPr algn="l">
              <a:defRPr sz="1800" b="1">
                <a:solidFill>
                  <a:srgbClr val="17212B"/>
                </a:solidFill>
                <a:latin typeface="Malgun Gothic"/>
                <a:ea typeface="Malgun Gothic"/>
                <a:cs typeface="Malgun Gothic"/>
              </a:defRPr>
            </a:lvl8pPr>
            <a:lvl9pPr algn="l">
              <a:defRPr sz="1800" b="1">
                <a:solidFill>
                  <a:srgbClr val="17212B"/>
                </a:solidFill>
                <a:latin typeface="Malgun Gothic"/>
                <a:ea typeface="Malgun Gothic"/>
                <a:cs typeface="Malgun Gothic"/>
              </a:defRPr>
            </a:lvl9pPr>
          </a:lstStyle>
          <a:p xmlns:a="http://schemas.openxmlformats.org/drawingml/2006/main">
            <a:pPr algn="l">
              <a:defRPr sz="1800" b="1">
                <a:solidFill>
                  <a:srgbClr val="17212B"/>
                </a:solidFill>
                <a:latin typeface="Malgun Gothic"/>
                <a:ea typeface="Malgun Gothic"/>
                <a:cs typeface="Malgun Gothic"/>
              </a:defRPr>
            </a:pPr>
            <a:r>
              <a:rPr sz="1800" b="1">
                <a:solidFill>
                  <a:srgbClr val="17212B"/>
                </a:solidFill>
                <a:latin typeface="Malgun Gothic"/>
                <a:ea typeface="Malgun Gothic"/>
                <a:cs typeface="Malgun Gothic"/>
              </a:rPr>
              <a:t>재실행 +</a:t>
            </a:r>
          </a:p>
          <a:p xmlns:a="http://schemas.openxmlformats.org/drawingml/2006/main">
            <a:pPr algn="l">
              <a:defRPr sz="1800" b="1">
                <a:solidFill>
                  <a:srgbClr val="17212B"/>
                </a:solidFill>
                <a:latin typeface="Malgun Gothic"/>
                <a:ea typeface="Malgun Gothic"/>
                <a:cs typeface="Malgun Gothic"/>
              </a:defRPr>
            </a:pPr>
            <a:r>
              <a:rPr sz="1800" b="1">
                <a:solidFill>
                  <a:srgbClr val="17212B"/>
                </a:solidFill>
                <a:latin typeface="Malgun Gothic"/>
                <a:ea typeface="Malgun Gothic"/>
                <a:cs typeface="Malgun Gothic"/>
              </a:rPr>
              <a:t>다른 대표 작업</a:t>
            </a:r>
          </a:p>
        </p:txBody>
      </p:sp>
      <p:sp>
        <p:nvSpPr>
          <p:cNvPr id="42" name="다음 작업에도 영향을 주는 변경으로 연결한다.">
            <a:extLst xmlns:a="http://schemas.openxmlformats.org/drawingml/2006/main">
              <a:ext uri="{FF2B5EF4-FFF2-40B4-BE49-F238E27FC236}">
                <a16:creationId xmlns:a16="http://schemas.microsoft.com/office/drawing/2014/main" id="{4908237A-A559-4C97-94DA-393A35AAD700}"/>
              </a:ext>
            </a:extLst>
          </p:cNvPr>
          <p:cNvSpPr>
            <a:spLocks xmlns:a="http://schemas.openxmlformats.org/drawingml/2006/main" noGrp="1"/>
          </p:cNvSpPr>
          <p:nvPr/>
        </p:nvSpPr>
        <p:spPr>
          <a:xfrm xmlns:a="http://schemas.openxmlformats.org/drawingml/2006/main">
            <a:off x="609600" y="53435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다음 작업에도 영향을 주는 변경으로 연결한다.</a:t>
            </a:r>
          </a:p>
        </p:txBody>
      </p:sp>
      <p:sp>
        <p:nvSpPr>
          <p:cNvPr id="43" name="Legacy module connection">
            <a:extLst xmlns:a="http://schemas.openxmlformats.org/drawingml/2006/main">
              <a:ext uri="{FF2B5EF4-FFF2-40B4-BE49-F238E27FC236}">
                <a16:creationId xmlns:a16="http://schemas.microsoft.com/office/drawing/2014/main" id="{FD5CF56E-A2D3-4AE3-B5FF-03EB3874A609}"/>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M6</a:t>
            </a:r>
          </a:p>
        </p:txBody>
      </p:sp>
    </p:spTree>
    <p:extLst>
      <p:ext uri="{BB962C8B-B14F-4D97-AF65-F5344CB8AC3E}">
        <p14:creationId xmlns:p14="http://schemas.microsoft.com/office/powerpoint/2010/main" val="1087869253"/>
      </p:ext>
    </p:extLst>
  </p:cSld>
</p:sld>
</file>

<file path=ppt/slides/slide8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5" name="ACT 4 · OBSERVED META / Trial 평가·보고 기준">
            <a:extLst xmlns:a="http://schemas.openxmlformats.org/drawingml/2006/main">
              <a:ext uri="{FF2B5EF4-FFF2-40B4-BE49-F238E27FC236}">
                <a16:creationId xmlns:a16="http://schemas.microsoft.com/office/drawing/2014/main" id="{51AEAB52-23FA-4B40-B899-81E25B90482E}"/>
              </a:ext>
            </a:extLst>
          </p:cNvPr>
          <p:cNvSpPr>
            <a:spLocks xmlns:a="http://schemas.openxmlformats.org/drawingml/2006/main" noGrp="1"/>
          </p:cNvSpPr>
          <p:nvPr/>
        </p:nvSpPr>
        <p:spPr>
          <a:xfrm xmlns:a="http://schemas.openxmlformats.org/drawingml/2006/main">
            <a:off x="609600" y="4572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OBSERVED META / Trial 평가·보고 기준</a:t>
            </a:r>
          </a:p>
        </p:txBody>
      </p:sp>
      <p:sp>
        <p:nvSpPr>
          <p:cNvPr id="2" name="S80">
            <a:extLst xmlns:a="http://schemas.openxmlformats.org/drawingml/2006/main">
              <a:ext uri="{FF2B5EF4-FFF2-40B4-BE49-F238E27FC236}">
                <a16:creationId xmlns:a16="http://schemas.microsoft.com/office/drawing/2014/main" id="{6F4EE29F-0412-4DE6-AC77-77489983757E}"/>
              </a:ext>
            </a:extLst>
          </p:cNvPr>
          <p:cNvSpPr>
            <a:spLocks xmlns:a="http://schemas.openxmlformats.org/drawingml/2006/main" noGrp="1"/>
          </p:cNvSpPr>
          <p:nvPr/>
        </p:nvSpPr>
        <p:spPr>
          <a:xfrm xmlns:a="http://schemas.openxmlformats.org/drawingml/2006/main">
            <a:off x="10668000" y="457200"/>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S80</a:t>
            </a:r>
          </a:p>
        </p:txBody>
      </p:sp>
      <p:sp>
        <p:nvSpPr>
          <p:cNvPr id="3" name="실제 제작 기록: TRIAL-006">
            <a:extLst xmlns:a="http://schemas.openxmlformats.org/drawingml/2006/main">
              <a:ext uri="{FF2B5EF4-FFF2-40B4-BE49-F238E27FC236}">
                <a16:creationId xmlns:a16="http://schemas.microsoft.com/office/drawing/2014/main" id="{3C435002-CB97-4485-A1F6-34EFA11857B9}"/>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실제 제작 기록: TRIAL-006</a:t>
            </a:r>
          </a:p>
        </p:txBody>
      </p:sp>
      <p:sp>
        <p:nvSpPr>
          <p:cNvPr id="4" name="">
            <a:extLst xmlns:a="http://schemas.openxmlformats.org/drawingml/2006/main">
              <a:ext uri="{FF2B5EF4-FFF2-40B4-BE49-F238E27FC236}">
                <a16:creationId xmlns:a16="http://schemas.microsoft.com/office/drawing/2014/main" id="{F543A4E8-5780-4937-80E4-57AC53C0B7B2}"/>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5" name="">
            <a:extLst xmlns:a="http://schemas.openxmlformats.org/drawingml/2006/main">
              <a:ext uri="{FF2B5EF4-FFF2-40B4-BE49-F238E27FC236}">
                <a16:creationId xmlns:a16="http://schemas.microsoft.com/office/drawing/2014/main" id="{6C289D24-7453-4BF3-8888-B13A415D1BD4}"/>
              </a:ext>
            </a:extLst>
          </p:cNvPr>
          <p:cNvSpPr>
            <a:spLocks xmlns:a="http://schemas.openxmlformats.org/drawingml/2006/main" noGrp="1"/>
          </p:cNvSpPr>
          <p:nvPr/>
        </p:nvSpPr>
        <p:spPr>
          <a:xfrm xmlns:a="http://schemas.openxmlformats.org/drawingml/2006/main">
            <a:off x="609600" y="5695950"/>
            <a:ext cx="10972800" cy="0"/>
          </a:xfrm>
          <a:prstGeom xmlns:a="http://schemas.openxmlformats.org/drawingml/2006/main" prst="line">
            <a:avLst/>
          </a:prstGeom>
          <a:noFill xmlns:a="http://schemas.openxmlformats.org/drawingml/2006/main"/>
          <a:ln xmlns:a="http://schemas.openxmlformats.org/drawingml/2006/main" w="9525">
            <a:solidFill>
              <a:srgbClr val="0B6172"/>
            </a:solidFill>
            <a:prstDash val="solid"/>
          </a:ln>
        </p:spPr>
      </p:sp>
      <p:sp>
        <p:nvSpPr>
          <p:cNvPr id="6" name="TRIAL-006 · 과거 Codex CLI 조사 기록의 재구성">
            <a:extLst xmlns:a="http://schemas.openxmlformats.org/drawingml/2006/main">
              <a:ext uri="{FF2B5EF4-FFF2-40B4-BE49-F238E27FC236}">
                <a16:creationId xmlns:a16="http://schemas.microsoft.com/office/drawing/2014/main" id="{AD41E8C0-B559-43E8-8AC9-E9815E85268D}"/>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TRIAL-006 · 과거 Codex CLI 조사 기록의 재구성</a:t>
            </a:r>
          </a:p>
        </p:txBody>
      </p:sp>
      <p:sp>
        <p:nvSpPr>
          <p:cNvPr id="7" name="앞의 가상 Workflow와 별개 사건이다. 제품 코드·Demo Skill의 수정 사례가 아니다.">
            <a:extLst xmlns:a="http://schemas.openxmlformats.org/drawingml/2006/main">
              <a:ext uri="{FF2B5EF4-FFF2-40B4-BE49-F238E27FC236}">
                <a16:creationId xmlns:a16="http://schemas.microsoft.com/office/drawing/2014/main" id="{2F62B891-D1EF-4515-B390-323FDA268C96}"/>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앞의 가상 Workflow와 별개 사건이다. 제품 코드·Demo Skill의 수정 사례가 아니다.</a:t>
            </a:r>
          </a:p>
        </p:txBody>
      </p:sp>
      <p:sp>
        <p:nvSpPr>
          <p:cNvPr id="8" name="성능 조사에 Prompt 밖의 환경도 함께 관여했다.">
            <a:extLst xmlns:a="http://schemas.openxmlformats.org/drawingml/2006/main">
              <a:ext uri="{FF2B5EF4-FFF2-40B4-BE49-F238E27FC236}">
                <a16:creationId xmlns:a16="http://schemas.microsoft.com/office/drawing/2014/main" id="{83EE800F-E6C6-4742-87BA-206AE08650B1}"/>
              </a:ext>
            </a:extLst>
          </p:cNvPr>
          <p:cNvSpPr>
            <a:spLocks xmlns:a="http://schemas.openxmlformats.org/drawingml/2006/main" noGrp="1"/>
          </p:cNvSpPr>
          <p:nvPr/>
        </p:nvSpPr>
        <p:spPr>
          <a:xfrm xmlns:a="http://schemas.openxmlformats.org/drawingml/2006/main">
            <a:off x="609600" y="20478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0B6172"/>
                </a:solidFill>
                <a:latin typeface="Malgun Gothic"/>
                <a:ea typeface="Malgun Gothic"/>
                <a:cs typeface="Malgun Gothic"/>
              </a:defRPr>
            </a:defPPr>
            <a:lvl1pPr algn="l">
              <a:defRPr sz="2550" b="1">
                <a:solidFill>
                  <a:srgbClr val="0B6172"/>
                </a:solidFill>
                <a:latin typeface="Malgun Gothic"/>
                <a:ea typeface="Malgun Gothic"/>
                <a:cs typeface="Malgun Gothic"/>
              </a:defRPr>
            </a:lvl1pPr>
            <a:lvl2pPr algn="l">
              <a:defRPr sz="2550" b="1">
                <a:solidFill>
                  <a:srgbClr val="0B6172"/>
                </a:solidFill>
                <a:latin typeface="Malgun Gothic"/>
                <a:ea typeface="Malgun Gothic"/>
                <a:cs typeface="Malgun Gothic"/>
              </a:defRPr>
            </a:lvl2pPr>
            <a:lvl3pPr algn="l">
              <a:defRPr sz="2550" b="1">
                <a:solidFill>
                  <a:srgbClr val="0B6172"/>
                </a:solidFill>
                <a:latin typeface="Malgun Gothic"/>
                <a:ea typeface="Malgun Gothic"/>
                <a:cs typeface="Malgun Gothic"/>
              </a:defRPr>
            </a:lvl3pPr>
            <a:lvl4pPr algn="l">
              <a:defRPr sz="2550" b="1">
                <a:solidFill>
                  <a:srgbClr val="0B6172"/>
                </a:solidFill>
                <a:latin typeface="Malgun Gothic"/>
                <a:ea typeface="Malgun Gothic"/>
                <a:cs typeface="Malgun Gothic"/>
              </a:defRPr>
            </a:lvl4pPr>
            <a:lvl5pPr algn="l">
              <a:defRPr sz="2550" b="1">
                <a:solidFill>
                  <a:srgbClr val="0B6172"/>
                </a:solidFill>
                <a:latin typeface="Malgun Gothic"/>
                <a:ea typeface="Malgun Gothic"/>
                <a:cs typeface="Malgun Gothic"/>
              </a:defRPr>
            </a:lvl5pPr>
            <a:lvl6pPr algn="l">
              <a:defRPr sz="2550" b="1">
                <a:solidFill>
                  <a:srgbClr val="0B6172"/>
                </a:solidFill>
                <a:latin typeface="Malgun Gothic"/>
                <a:ea typeface="Malgun Gothic"/>
                <a:cs typeface="Malgun Gothic"/>
              </a:defRPr>
            </a:lvl6pPr>
            <a:lvl7pPr algn="l">
              <a:defRPr sz="2550" b="1">
                <a:solidFill>
                  <a:srgbClr val="0B6172"/>
                </a:solidFill>
                <a:latin typeface="Malgun Gothic"/>
                <a:ea typeface="Malgun Gothic"/>
                <a:cs typeface="Malgun Gothic"/>
              </a:defRPr>
            </a:lvl7pPr>
            <a:lvl8pPr algn="l">
              <a:defRPr sz="2550" b="1">
                <a:solidFill>
                  <a:srgbClr val="0B6172"/>
                </a:solidFill>
                <a:latin typeface="Malgun Gothic"/>
                <a:ea typeface="Malgun Gothic"/>
                <a:cs typeface="Malgun Gothic"/>
              </a:defRPr>
            </a:lvl8pPr>
            <a:lvl9pPr algn="l">
              <a:defRPr sz="2550" b="1">
                <a:solidFill>
                  <a:srgbClr val="0B6172"/>
                </a:solidFill>
                <a:latin typeface="Malgun Gothic"/>
                <a:ea typeface="Malgun Gothic"/>
                <a:cs typeface="Malgun Gothic"/>
              </a:defRPr>
            </a:lvl9pPr>
          </a:lstStyle>
          <a:p xmlns:a="http://schemas.openxmlformats.org/drawingml/2006/main">
            <a:pPr algn="l">
              <a:defRPr sz="2550" b="1">
                <a:solidFill>
                  <a:srgbClr val="0B6172"/>
                </a:solidFill>
                <a:latin typeface="Malgun Gothic"/>
                <a:ea typeface="Malgun Gothic"/>
                <a:cs typeface="Malgun Gothic"/>
              </a:defRPr>
            </a:pPr>
            <a:r>
              <a:rPr sz="2550" b="1">
                <a:solidFill>
                  <a:srgbClr val="0B6172"/>
                </a:solidFill>
                <a:latin typeface="Malgun Gothic"/>
                <a:ea typeface="Malgun Gothic"/>
                <a:cs typeface="Malgun Gothic"/>
              </a:rPr>
              <a:t>성능 조사에 Prompt 밖의 환경도 함께 관여했다.</a:t>
            </a:r>
          </a:p>
        </p:txBody>
      </p:sp>
      <p:sp>
        <p:nvSpPr>
          <p:cNvPr id="9" name="01">
            <a:extLst xmlns:a="http://schemas.openxmlformats.org/drawingml/2006/main">
              <a:ext uri="{FF2B5EF4-FFF2-40B4-BE49-F238E27FC236}">
                <a16:creationId xmlns:a16="http://schemas.microsoft.com/office/drawing/2014/main" id="{DA287458-4965-471B-9156-14ACA5A61922}"/>
              </a:ext>
            </a:extLst>
          </p:cNvPr>
          <p:cNvSpPr>
            <a:spLocks xmlns:a="http://schemas.openxmlformats.org/drawingml/2006/main" noGrp="1"/>
          </p:cNvSpPr>
          <p:nvPr/>
        </p:nvSpPr>
        <p:spPr>
          <a:xfrm xmlns:a="http://schemas.openxmlformats.org/drawingml/2006/main">
            <a:off x="609600" y="28765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4D5A68"/>
                </a:solidFill>
                <a:latin typeface="Consolas"/>
                <a:ea typeface="Consolas"/>
                <a:cs typeface="Consolas"/>
              </a:defRPr>
            </a:defPPr>
            <a:lvl1pPr algn="l">
              <a:defRPr sz="1575" b="1">
                <a:solidFill>
                  <a:srgbClr val="4D5A68"/>
                </a:solidFill>
                <a:latin typeface="Consolas"/>
                <a:ea typeface="Consolas"/>
                <a:cs typeface="Consolas"/>
              </a:defRPr>
            </a:lvl1pPr>
            <a:lvl2pPr algn="l">
              <a:defRPr sz="1575" b="1">
                <a:solidFill>
                  <a:srgbClr val="4D5A68"/>
                </a:solidFill>
                <a:latin typeface="Consolas"/>
                <a:ea typeface="Consolas"/>
                <a:cs typeface="Consolas"/>
              </a:defRPr>
            </a:lvl2pPr>
            <a:lvl3pPr algn="l">
              <a:defRPr sz="1575" b="1">
                <a:solidFill>
                  <a:srgbClr val="4D5A68"/>
                </a:solidFill>
                <a:latin typeface="Consolas"/>
                <a:ea typeface="Consolas"/>
                <a:cs typeface="Consolas"/>
              </a:defRPr>
            </a:lvl3pPr>
            <a:lvl4pPr algn="l">
              <a:defRPr sz="1575" b="1">
                <a:solidFill>
                  <a:srgbClr val="4D5A68"/>
                </a:solidFill>
                <a:latin typeface="Consolas"/>
                <a:ea typeface="Consolas"/>
                <a:cs typeface="Consolas"/>
              </a:defRPr>
            </a:lvl4pPr>
            <a:lvl5pPr algn="l">
              <a:defRPr sz="1575" b="1">
                <a:solidFill>
                  <a:srgbClr val="4D5A68"/>
                </a:solidFill>
                <a:latin typeface="Consolas"/>
                <a:ea typeface="Consolas"/>
                <a:cs typeface="Consolas"/>
              </a:defRPr>
            </a:lvl5pPr>
            <a:lvl6pPr algn="l">
              <a:defRPr sz="1575" b="1">
                <a:solidFill>
                  <a:srgbClr val="4D5A68"/>
                </a:solidFill>
                <a:latin typeface="Consolas"/>
                <a:ea typeface="Consolas"/>
                <a:cs typeface="Consolas"/>
              </a:defRPr>
            </a:lvl6pPr>
            <a:lvl7pPr algn="l">
              <a:defRPr sz="1575" b="1">
                <a:solidFill>
                  <a:srgbClr val="4D5A68"/>
                </a:solidFill>
                <a:latin typeface="Consolas"/>
                <a:ea typeface="Consolas"/>
                <a:cs typeface="Consolas"/>
              </a:defRPr>
            </a:lvl7pPr>
            <a:lvl8pPr algn="l">
              <a:defRPr sz="1575" b="1">
                <a:solidFill>
                  <a:srgbClr val="4D5A68"/>
                </a:solidFill>
                <a:latin typeface="Consolas"/>
                <a:ea typeface="Consolas"/>
                <a:cs typeface="Consolas"/>
              </a:defRPr>
            </a:lvl8pPr>
            <a:lvl9pPr algn="l">
              <a:defRPr sz="1575" b="1">
                <a:solidFill>
                  <a:srgbClr val="4D5A68"/>
                </a:solidFill>
                <a:latin typeface="Consolas"/>
                <a:ea typeface="Consolas"/>
                <a:cs typeface="Consolas"/>
              </a:defRPr>
            </a:lvl9pPr>
          </a:lstStyle>
          <a:p xmlns:a="http://schemas.openxmlformats.org/drawingml/2006/main">
            <a:pPr algn="l">
              <a:defRPr sz="1575" b="1">
                <a:solidFill>
                  <a:srgbClr val="4D5A68"/>
                </a:solidFill>
                <a:latin typeface="Consolas"/>
                <a:ea typeface="Consolas"/>
                <a:cs typeface="Consolas"/>
              </a:defRPr>
            </a:pPr>
            <a:r>
              <a:rPr sz="1575" b="1">
                <a:solidFill>
                  <a:srgbClr val="4D5A68"/>
                </a:solidFill>
                <a:latin typeface="Consolas"/>
                <a:ea typeface="Consolas"/>
                <a:cs typeface="Consolas"/>
              </a:rPr>
              <a:t>01</a:t>
            </a:r>
          </a:p>
        </p:txBody>
      </p:sp>
      <p:sp>
        <p:nvSpPr>
          <p:cNvPr id="10" name="작업 요청">
            <a:extLst xmlns:a="http://schemas.openxmlformats.org/drawingml/2006/main">
              <a:ext uri="{FF2B5EF4-FFF2-40B4-BE49-F238E27FC236}">
                <a16:creationId xmlns:a16="http://schemas.microsoft.com/office/drawing/2014/main" id="{A92A00B2-1C48-487D-9A05-F79B203DC5EE}"/>
              </a:ext>
            </a:extLst>
          </p:cNvPr>
          <p:cNvSpPr>
            <a:spLocks xmlns:a="http://schemas.openxmlformats.org/drawingml/2006/main" noGrp="1"/>
          </p:cNvSpPr>
          <p:nvPr/>
        </p:nvSpPr>
        <p:spPr>
          <a:xfrm xmlns:a="http://schemas.openxmlformats.org/drawingml/2006/main">
            <a:off x="609600" y="32670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작업 요청</a:t>
            </a:r>
          </a:p>
        </p:txBody>
      </p:sp>
      <p:sp>
        <p:nvSpPr>
          <p:cNvPr id="11" name="">
            <a:extLst xmlns:a="http://schemas.openxmlformats.org/drawingml/2006/main">
              <a:ext uri="{FF2B5EF4-FFF2-40B4-BE49-F238E27FC236}">
                <a16:creationId xmlns:a16="http://schemas.microsoft.com/office/drawing/2014/main" id="{3C889F7A-D342-495A-BF36-86B05CDDC6CE}"/>
              </a:ext>
            </a:extLst>
          </p:cNvPr>
          <p:cNvSpPr>
            <a:spLocks xmlns:a="http://schemas.openxmlformats.org/drawingml/2006/main" noGrp="1"/>
          </p:cNvSpPr>
          <p:nvPr/>
        </p:nvSpPr>
        <p:spPr>
          <a:xfrm xmlns:a="http://schemas.openxmlformats.org/drawingml/2006/main">
            <a:off x="609600" y="3819525"/>
            <a:ext cx="333375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2" name="성능 개선 작업">
            <a:extLst xmlns:a="http://schemas.openxmlformats.org/drawingml/2006/main">
              <a:ext uri="{FF2B5EF4-FFF2-40B4-BE49-F238E27FC236}">
                <a16:creationId xmlns:a16="http://schemas.microsoft.com/office/drawing/2014/main" id="{2AAADE7B-F859-4415-AA26-9914CFA82D4D}"/>
              </a:ext>
            </a:extLst>
          </p:cNvPr>
          <p:cNvSpPr>
            <a:spLocks xmlns:a="http://schemas.openxmlformats.org/drawingml/2006/main" noGrp="1"/>
          </p:cNvSpPr>
          <p:nvPr/>
        </p:nvSpPr>
        <p:spPr>
          <a:xfrm xmlns:a="http://schemas.openxmlformats.org/drawingml/2006/main">
            <a:off x="609600" y="4010025"/>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17212B"/>
                </a:solidFill>
                <a:latin typeface="Malgun Gothic"/>
                <a:ea typeface="Malgun Gothic"/>
                <a:cs typeface="Malgun Gothic"/>
              </a:defRPr>
            </a:defPPr>
            <a:lvl1pPr algn="l">
              <a:defRPr sz="2175" b="0">
                <a:solidFill>
                  <a:srgbClr val="17212B"/>
                </a:solidFill>
                <a:latin typeface="Malgun Gothic"/>
                <a:ea typeface="Malgun Gothic"/>
                <a:cs typeface="Malgun Gothic"/>
              </a:defRPr>
            </a:lvl1pPr>
            <a:lvl2pPr algn="l">
              <a:defRPr sz="2175" b="0">
                <a:solidFill>
                  <a:srgbClr val="17212B"/>
                </a:solidFill>
                <a:latin typeface="Malgun Gothic"/>
                <a:ea typeface="Malgun Gothic"/>
                <a:cs typeface="Malgun Gothic"/>
              </a:defRPr>
            </a:lvl2pPr>
            <a:lvl3pPr algn="l">
              <a:defRPr sz="2175" b="0">
                <a:solidFill>
                  <a:srgbClr val="17212B"/>
                </a:solidFill>
                <a:latin typeface="Malgun Gothic"/>
                <a:ea typeface="Malgun Gothic"/>
                <a:cs typeface="Malgun Gothic"/>
              </a:defRPr>
            </a:lvl3pPr>
            <a:lvl4pPr algn="l">
              <a:defRPr sz="2175" b="0">
                <a:solidFill>
                  <a:srgbClr val="17212B"/>
                </a:solidFill>
                <a:latin typeface="Malgun Gothic"/>
                <a:ea typeface="Malgun Gothic"/>
                <a:cs typeface="Malgun Gothic"/>
              </a:defRPr>
            </a:lvl4pPr>
            <a:lvl5pPr algn="l">
              <a:defRPr sz="2175" b="0">
                <a:solidFill>
                  <a:srgbClr val="17212B"/>
                </a:solidFill>
                <a:latin typeface="Malgun Gothic"/>
                <a:ea typeface="Malgun Gothic"/>
                <a:cs typeface="Malgun Gothic"/>
              </a:defRPr>
            </a:lvl5pPr>
            <a:lvl6pPr algn="l">
              <a:defRPr sz="2175" b="0">
                <a:solidFill>
                  <a:srgbClr val="17212B"/>
                </a:solidFill>
                <a:latin typeface="Malgun Gothic"/>
                <a:ea typeface="Malgun Gothic"/>
                <a:cs typeface="Malgun Gothic"/>
              </a:defRPr>
            </a:lvl6pPr>
            <a:lvl7pPr algn="l">
              <a:defRPr sz="2175" b="0">
                <a:solidFill>
                  <a:srgbClr val="17212B"/>
                </a:solidFill>
                <a:latin typeface="Malgun Gothic"/>
                <a:ea typeface="Malgun Gothic"/>
                <a:cs typeface="Malgun Gothic"/>
              </a:defRPr>
            </a:lvl7pPr>
            <a:lvl8pPr algn="l">
              <a:defRPr sz="2175" b="0">
                <a:solidFill>
                  <a:srgbClr val="17212B"/>
                </a:solidFill>
                <a:latin typeface="Malgun Gothic"/>
                <a:ea typeface="Malgun Gothic"/>
                <a:cs typeface="Malgun Gothic"/>
              </a:defRPr>
            </a:lvl8pPr>
            <a:lvl9pPr algn="l">
              <a:defRPr sz="2175" b="0">
                <a:solidFill>
                  <a:srgbClr val="17212B"/>
                </a:solidFill>
                <a:latin typeface="Malgun Gothic"/>
                <a:ea typeface="Malgun Gothic"/>
                <a:cs typeface="Malgun Gothic"/>
              </a:defRPr>
            </a:lvl9pPr>
          </a:lstStyle>
          <a:p xmlns:a="http://schemas.openxmlformats.org/drawingml/2006/main">
            <a:pPr algn="l">
              <a:defRPr sz="2175" b="0">
                <a:solidFill>
                  <a:srgbClr val="17212B"/>
                </a:solidFill>
                <a:latin typeface="Malgun Gothic"/>
                <a:ea typeface="Malgun Gothic"/>
                <a:cs typeface="Malgun Gothic"/>
              </a:defRPr>
            </a:pPr>
            <a:r>
              <a:rPr sz="2175" b="0">
                <a:solidFill>
                  <a:srgbClr val="17212B"/>
                </a:solidFill>
                <a:latin typeface="Malgun Gothic"/>
                <a:ea typeface="Malgun Gothic"/>
                <a:cs typeface="Malgun Gothic"/>
              </a:rPr>
              <a:t>성능 개선 작업</a:t>
            </a:r>
          </a:p>
        </p:txBody>
      </p:sp>
      <p:sp>
        <p:nvSpPr>
          <p:cNvPr id="13" name="">
            <a:extLst xmlns:a="http://schemas.openxmlformats.org/drawingml/2006/main">
              <a:ext uri="{FF2B5EF4-FFF2-40B4-BE49-F238E27FC236}">
                <a16:creationId xmlns:a16="http://schemas.microsoft.com/office/drawing/2014/main" id="{1358CB69-7424-49F4-93E9-AF1C2213FB49}"/>
              </a:ext>
            </a:extLst>
          </p:cNvPr>
          <p:cNvSpPr>
            <a:spLocks xmlns:a="http://schemas.openxmlformats.org/drawingml/2006/main" noGrp="1"/>
          </p:cNvSpPr>
          <p:nvPr/>
        </p:nvSpPr>
        <p:spPr>
          <a:xfrm xmlns:a="http://schemas.openxmlformats.org/drawingml/2006/main">
            <a:off x="4019550" y="3486150"/>
            <a:ext cx="257175"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4" name="02">
            <a:extLst xmlns:a="http://schemas.openxmlformats.org/drawingml/2006/main">
              <a:ext uri="{FF2B5EF4-FFF2-40B4-BE49-F238E27FC236}">
                <a16:creationId xmlns:a16="http://schemas.microsoft.com/office/drawing/2014/main" id="{32EF77F8-4672-4E2E-A70E-B5865A1D10A7}"/>
              </a:ext>
            </a:extLst>
          </p:cNvPr>
          <p:cNvSpPr>
            <a:spLocks xmlns:a="http://schemas.openxmlformats.org/drawingml/2006/main" noGrp="1"/>
          </p:cNvSpPr>
          <p:nvPr/>
        </p:nvSpPr>
        <p:spPr>
          <a:xfrm xmlns:a="http://schemas.openxmlformats.org/drawingml/2006/main">
            <a:off x="4400550" y="28765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4D5A68"/>
                </a:solidFill>
                <a:latin typeface="Consolas"/>
                <a:ea typeface="Consolas"/>
                <a:cs typeface="Consolas"/>
              </a:defRPr>
            </a:defPPr>
            <a:lvl1pPr algn="l">
              <a:defRPr sz="1575" b="1">
                <a:solidFill>
                  <a:srgbClr val="4D5A68"/>
                </a:solidFill>
                <a:latin typeface="Consolas"/>
                <a:ea typeface="Consolas"/>
                <a:cs typeface="Consolas"/>
              </a:defRPr>
            </a:lvl1pPr>
            <a:lvl2pPr algn="l">
              <a:defRPr sz="1575" b="1">
                <a:solidFill>
                  <a:srgbClr val="4D5A68"/>
                </a:solidFill>
                <a:latin typeface="Consolas"/>
                <a:ea typeface="Consolas"/>
                <a:cs typeface="Consolas"/>
              </a:defRPr>
            </a:lvl2pPr>
            <a:lvl3pPr algn="l">
              <a:defRPr sz="1575" b="1">
                <a:solidFill>
                  <a:srgbClr val="4D5A68"/>
                </a:solidFill>
                <a:latin typeface="Consolas"/>
                <a:ea typeface="Consolas"/>
                <a:cs typeface="Consolas"/>
              </a:defRPr>
            </a:lvl3pPr>
            <a:lvl4pPr algn="l">
              <a:defRPr sz="1575" b="1">
                <a:solidFill>
                  <a:srgbClr val="4D5A68"/>
                </a:solidFill>
                <a:latin typeface="Consolas"/>
                <a:ea typeface="Consolas"/>
                <a:cs typeface="Consolas"/>
              </a:defRPr>
            </a:lvl4pPr>
            <a:lvl5pPr algn="l">
              <a:defRPr sz="1575" b="1">
                <a:solidFill>
                  <a:srgbClr val="4D5A68"/>
                </a:solidFill>
                <a:latin typeface="Consolas"/>
                <a:ea typeface="Consolas"/>
                <a:cs typeface="Consolas"/>
              </a:defRPr>
            </a:lvl5pPr>
            <a:lvl6pPr algn="l">
              <a:defRPr sz="1575" b="1">
                <a:solidFill>
                  <a:srgbClr val="4D5A68"/>
                </a:solidFill>
                <a:latin typeface="Consolas"/>
                <a:ea typeface="Consolas"/>
                <a:cs typeface="Consolas"/>
              </a:defRPr>
            </a:lvl6pPr>
            <a:lvl7pPr algn="l">
              <a:defRPr sz="1575" b="1">
                <a:solidFill>
                  <a:srgbClr val="4D5A68"/>
                </a:solidFill>
                <a:latin typeface="Consolas"/>
                <a:ea typeface="Consolas"/>
                <a:cs typeface="Consolas"/>
              </a:defRPr>
            </a:lvl7pPr>
            <a:lvl8pPr algn="l">
              <a:defRPr sz="1575" b="1">
                <a:solidFill>
                  <a:srgbClr val="4D5A68"/>
                </a:solidFill>
                <a:latin typeface="Consolas"/>
                <a:ea typeface="Consolas"/>
                <a:cs typeface="Consolas"/>
              </a:defRPr>
            </a:lvl8pPr>
            <a:lvl9pPr algn="l">
              <a:defRPr sz="1575" b="1">
                <a:solidFill>
                  <a:srgbClr val="4D5A68"/>
                </a:solidFill>
                <a:latin typeface="Consolas"/>
                <a:ea typeface="Consolas"/>
                <a:cs typeface="Consolas"/>
              </a:defRPr>
            </a:lvl9pPr>
          </a:lstStyle>
          <a:p xmlns:a="http://schemas.openxmlformats.org/drawingml/2006/main">
            <a:pPr algn="l">
              <a:defRPr sz="1575" b="1">
                <a:solidFill>
                  <a:srgbClr val="4D5A68"/>
                </a:solidFill>
                <a:latin typeface="Consolas"/>
                <a:ea typeface="Consolas"/>
                <a:cs typeface="Consolas"/>
              </a:defRPr>
            </a:pPr>
            <a:r>
              <a:rPr sz="1575" b="1">
                <a:solidFill>
                  <a:srgbClr val="4D5A68"/>
                </a:solidFill>
                <a:latin typeface="Consolas"/>
                <a:ea typeface="Consolas"/>
                <a:cs typeface="Consolas"/>
              </a:rPr>
              <a:t>02</a:t>
            </a:r>
          </a:p>
        </p:txBody>
      </p:sp>
      <p:sp>
        <p:nvSpPr>
          <p:cNvPr id="15" name="함께 관찰된 조건">
            <a:extLst xmlns:a="http://schemas.openxmlformats.org/drawingml/2006/main">
              <a:ext uri="{FF2B5EF4-FFF2-40B4-BE49-F238E27FC236}">
                <a16:creationId xmlns:a16="http://schemas.microsoft.com/office/drawing/2014/main" id="{91C1A8CE-ECBD-43EC-89AD-8072D7769C28}"/>
              </a:ext>
            </a:extLst>
          </p:cNvPr>
          <p:cNvSpPr>
            <a:spLocks xmlns:a="http://schemas.openxmlformats.org/drawingml/2006/main" noGrp="1"/>
          </p:cNvSpPr>
          <p:nvPr/>
        </p:nvSpPr>
        <p:spPr>
          <a:xfrm xmlns:a="http://schemas.openxmlformats.org/drawingml/2006/main">
            <a:off x="4400550" y="32670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함께 관찰된 조건</a:t>
            </a:r>
          </a:p>
        </p:txBody>
      </p:sp>
      <p:sp>
        <p:nvSpPr>
          <p:cNvPr id="16" name="">
            <a:extLst xmlns:a="http://schemas.openxmlformats.org/drawingml/2006/main">
              <a:ext uri="{FF2B5EF4-FFF2-40B4-BE49-F238E27FC236}">
                <a16:creationId xmlns:a16="http://schemas.microsoft.com/office/drawing/2014/main" id="{37E9290E-6550-4034-8F3B-5D71038873A5}"/>
              </a:ext>
            </a:extLst>
          </p:cNvPr>
          <p:cNvSpPr>
            <a:spLocks xmlns:a="http://schemas.openxmlformats.org/drawingml/2006/main" noGrp="1"/>
          </p:cNvSpPr>
          <p:nvPr/>
        </p:nvSpPr>
        <p:spPr>
          <a:xfrm xmlns:a="http://schemas.openxmlformats.org/drawingml/2006/main">
            <a:off x="4400550" y="3819525"/>
            <a:ext cx="333375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7" name="Global Skill 관여&#10;시작 경고도 기록">
            <a:extLst xmlns:a="http://schemas.openxmlformats.org/drawingml/2006/main">
              <a:ext uri="{FF2B5EF4-FFF2-40B4-BE49-F238E27FC236}">
                <a16:creationId xmlns:a16="http://schemas.microsoft.com/office/drawing/2014/main" id="{78709840-57DF-4DD8-8C4C-BB490E103FAE}"/>
              </a:ext>
            </a:extLst>
          </p:cNvPr>
          <p:cNvSpPr>
            <a:spLocks xmlns:a="http://schemas.openxmlformats.org/drawingml/2006/main" noGrp="1"/>
          </p:cNvSpPr>
          <p:nvPr/>
        </p:nvSpPr>
        <p:spPr>
          <a:xfrm xmlns:a="http://schemas.openxmlformats.org/drawingml/2006/main">
            <a:off x="4400550" y="4010025"/>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17212B"/>
                </a:solidFill>
                <a:latin typeface="Malgun Gothic"/>
                <a:ea typeface="Malgun Gothic"/>
                <a:cs typeface="Malgun Gothic"/>
              </a:defRPr>
            </a:defPPr>
            <a:lvl1pPr algn="l">
              <a:defRPr sz="2175" b="0">
                <a:solidFill>
                  <a:srgbClr val="17212B"/>
                </a:solidFill>
                <a:latin typeface="Malgun Gothic"/>
                <a:ea typeface="Malgun Gothic"/>
                <a:cs typeface="Malgun Gothic"/>
              </a:defRPr>
            </a:lvl1pPr>
            <a:lvl2pPr algn="l">
              <a:defRPr sz="2175" b="0">
                <a:solidFill>
                  <a:srgbClr val="17212B"/>
                </a:solidFill>
                <a:latin typeface="Malgun Gothic"/>
                <a:ea typeface="Malgun Gothic"/>
                <a:cs typeface="Malgun Gothic"/>
              </a:defRPr>
            </a:lvl2pPr>
            <a:lvl3pPr algn="l">
              <a:defRPr sz="2175" b="0">
                <a:solidFill>
                  <a:srgbClr val="17212B"/>
                </a:solidFill>
                <a:latin typeface="Malgun Gothic"/>
                <a:ea typeface="Malgun Gothic"/>
                <a:cs typeface="Malgun Gothic"/>
              </a:defRPr>
            </a:lvl3pPr>
            <a:lvl4pPr algn="l">
              <a:defRPr sz="2175" b="0">
                <a:solidFill>
                  <a:srgbClr val="17212B"/>
                </a:solidFill>
                <a:latin typeface="Malgun Gothic"/>
                <a:ea typeface="Malgun Gothic"/>
                <a:cs typeface="Malgun Gothic"/>
              </a:defRPr>
            </a:lvl4pPr>
            <a:lvl5pPr algn="l">
              <a:defRPr sz="2175" b="0">
                <a:solidFill>
                  <a:srgbClr val="17212B"/>
                </a:solidFill>
                <a:latin typeface="Malgun Gothic"/>
                <a:ea typeface="Malgun Gothic"/>
                <a:cs typeface="Malgun Gothic"/>
              </a:defRPr>
            </a:lvl5pPr>
            <a:lvl6pPr algn="l">
              <a:defRPr sz="2175" b="0">
                <a:solidFill>
                  <a:srgbClr val="17212B"/>
                </a:solidFill>
                <a:latin typeface="Malgun Gothic"/>
                <a:ea typeface="Malgun Gothic"/>
                <a:cs typeface="Malgun Gothic"/>
              </a:defRPr>
            </a:lvl6pPr>
            <a:lvl7pPr algn="l">
              <a:defRPr sz="2175" b="0">
                <a:solidFill>
                  <a:srgbClr val="17212B"/>
                </a:solidFill>
                <a:latin typeface="Malgun Gothic"/>
                <a:ea typeface="Malgun Gothic"/>
                <a:cs typeface="Malgun Gothic"/>
              </a:defRPr>
            </a:lvl7pPr>
            <a:lvl8pPr algn="l">
              <a:defRPr sz="2175" b="0">
                <a:solidFill>
                  <a:srgbClr val="17212B"/>
                </a:solidFill>
                <a:latin typeface="Malgun Gothic"/>
                <a:ea typeface="Malgun Gothic"/>
                <a:cs typeface="Malgun Gothic"/>
              </a:defRPr>
            </a:lvl8pPr>
            <a:lvl9pPr algn="l">
              <a:defRPr sz="2175" b="0">
                <a:solidFill>
                  <a:srgbClr val="17212B"/>
                </a:solidFill>
                <a:latin typeface="Malgun Gothic"/>
                <a:ea typeface="Malgun Gothic"/>
                <a:cs typeface="Malgun Gothic"/>
              </a:defRPr>
            </a:lvl9pPr>
          </a:lstStyle>
          <a:p xmlns:a="http://schemas.openxmlformats.org/drawingml/2006/main">
            <a:pPr algn="l">
              <a:defRPr sz="2175" b="0">
                <a:solidFill>
                  <a:srgbClr val="17212B"/>
                </a:solidFill>
                <a:latin typeface="Malgun Gothic"/>
                <a:ea typeface="Malgun Gothic"/>
                <a:cs typeface="Malgun Gothic"/>
              </a:defRPr>
            </a:pPr>
            <a:r>
              <a:rPr sz="2175" b="0">
                <a:solidFill>
                  <a:srgbClr val="17212B"/>
                </a:solidFill>
                <a:latin typeface="Malgun Gothic"/>
                <a:ea typeface="Malgun Gothic"/>
                <a:cs typeface="Malgun Gothic"/>
              </a:rPr>
              <a:t>Global Skill 관여</a:t>
            </a:r>
          </a:p>
          <a:p xmlns:a="http://schemas.openxmlformats.org/drawingml/2006/main">
            <a:pPr algn="l">
              <a:defRPr sz="2175" b="0">
                <a:solidFill>
                  <a:srgbClr val="17212B"/>
                </a:solidFill>
                <a:latin typeface="Malgun Gothic"/>
                <a:ea typeface="Malgun Gothic"/>
                <a:cs typeface="Malgun Gothic"/>
              </a:defRPr>
            </a:pPr>
            <a:r>
              <a:rPr sz="2175" b="0">
                <a:solidFill>
                  <a:srgbClr val="17212B"/>
                </a:solidFill>
                <a:latin typeface="Malgun Gothic"/>
                <a:ea typeface="Malgun Gothic"/>
                <a:cs typeface="Malgun Gothic"/>
              </a:rPr>
              <a:t>시작 경고도 기록</a:t>
            </a:r>
          </a:p>
        </p:txBody>
      </p:sp>
      <p:sp>
        <p:nvSpPr>
          <p:cNvPr id="18" name="">
            <a:extLst xmlns:a="http://schemas.openxmlformats.org/drawingml/2006/main">
              <a:ext uri="{FF2B5EF4-FFF2-40B4-BE49-F238E27FC236}">
                <a16:creationId xmlns:a16="http://schemas.microsoft.com/office/drawing/2014/main" id="{72DA5A57-FD9A-4999-ABB5-46CA85B99574}"/>
              </a:ext>
            </a:extLst>
          </p:cNvPr>
          <p:cNvSpPr>
            <a:spLocks xmlns:a="http://schemas.openxmlformats.org/drawingml/2006/main" noGrp="1"/>
          </p:cNvSpPr>
          <p:nvPr/>
        </p:nvSpPr>
        <p:spPr>
          <a:xfrm xmlns:a="http://schemas.openxmlformats.org/drawingml/2006/main">
            <a:off x="7810500" y="3486150"/>
            <a:ext cx="257175"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9" name="03">
            <a:extLst xmlns:a="http://schemas.openxmlformats.org/drawingml/2006/main">
              <a:ext uri="{FF2B5EF4-FFF2-40B4-BE49-F238E27FC236}">
                <a16:creationId xmlns:a16="http://schemas.microsoft.com/office/drawing/2014/main" id="{32B4B27B-8997-4340-B062-1D3F2E58837C}"/>
              </a:ext>
            </a:extLst>
          </p:cNvPr>
          <p:cNvSpPr>
            <a:spLocks xmlns:a="http://schemas.openxmlformats.org/drawingml/2006/main" noGrp="1"/>
          </p:cNvSpPr>
          <p:nvPr/>
        </p:nvSpPr>
        <p:spPr>
          <a:xfrm xmlns:a="http://schemas.openxmlformats.org/drawingml/2006/main">
            <a:off x="8191500" y="28765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4D5A68"/>
                </a:solidFill>
                <a:latin typeface="Consolas"/>
                <a:ea typeface="Consolas"/>
                <a:cs typeface="Consolas"/>
              </a:defRPr>
            </a:defPPr>
            <a:lvl1pPr algn="l">
              <a:defRPr sz="1575" b="1">
                <a:solidFill>
                  <a:srgbClr val="4D5A68"/>
                </a:solidFill>
                <a:latin typeface="Consolas"/>
                <a:ea typeface="Consolas"/>
                <a:cs typeface="Consolas"/>
              </a:defRPr>
            </a:lvl1pPr>
            <a:lvl2pPr algn="l">
              <a:defRPr sz="1575" b="1">
                <a:solidFill>
                  <a:srgbClr val="4D5A68"/>
                </a:solidFill>
                <a:latin typeface="Consolas"/>
                <a:ea typeface="Consolas"/>
                <a:cs typeface="Consolas"/>
              </a:defRPr>
            </a:lvl2pPr>
            <a:lvl3pPr algn="l">
              <a:defRPr sz="1575" b="1">
                <a:solidFill>
                  <a:srgbClr val="4D5A68"/>
                </a:solidFill>
                <a:latin typeface="Consolas"/>
                <a:ea typeface="Consolas"/>
                <a:cs typeface="Consolas"/>
              </a:defRPr>
            </a:lvl3pPr>
            <a:lvl4pPr algn="l">
              <a:defRPr sz="1575" b="1">
                <a:solidFill>
                  <a:srgbClr val="4D5A68"/>
                </a:solidFill>
                <a:latin typeface="Consolas"/>
                <a:ea typeface="Consolas"/>
                <a:cs typeface="Consolas"/>
              </a:defRPr>
            </a:lvl4pPr>
            <a:lvl5pPr algn="l">
              <a:defRPr sz="1575" b="1">
                <a:solidFill>
                  <a:srgbClr val="4D5A68"/>
                </a:solidFill>
                <a:latin typeface="Consolas"/>
                <a:ea typeface="Consolas"/>
                <a:cs typeface="Consolas"/>
              </a:defRPr>
            </a:lvl5pPr>
            <a:lvl6pPr algn="l">
              <a:defRPr sz="1575" b="1">
                <a:solidFill>
                  <a:srgbClr val="4D5A68"/>
                </a:solidFill>
                <a:latin typeface="Consolas"/>
                <a:ea typeface="Consolas"/>
                <a:cs typeface="Consolas"/>
              </a:defRPr>
            </a:lvl6pPr>
            <a:lvl7pPr algn="l">
              <a:defRPr sz="1575" b="1">
                <a:solidFill>
                  <a:srgbClr val="4D5A68"/>
                </a:solidFill>
                <a:latin typeface="Consolas"/>
                <a:ea typeface="Consolas"/>
                <a:cs typeface="Consolas"/>
              </a:defRPr>
            </a:lvl7pPr>
            <a:lvl8pPr algn="l">
              <a:defRPr sz="1575" b="1">
                <a:solidFill>
                  <a:srgbClr val="4D5A68"/>
                </a:solidFill>
                <a:latin typeface="Consolas"/>
                <a:ea typeface="Consolas"/>
                <a:cs typeface="Consolas"/>
              </a:defRPr>
            </a:lvl8pPr>
            <a:lvl9pPr algn="l">
              <a:defRPr sz="1575" b="1">
                <a:solidFill>
                  <a:srgbClr val="4D5A68"/>
                </a:solidFill>
                <a:latin typeface="Consolas"/>
                <a:ea typeface="Consolas"/>
                <a:cs typeface="Consolas"/>
              </a:defRPr>
            </a:lvl9pPr>
          </a:lstStyle>
          <a:p xmlns:a="http://schemas.openxmlformats.org/drawingml/2006/main">
            <a:pPr algn="l">
              <a:defRPr sz="1575" b="1">
                <a:solidFill>
                  <a:srgbClr val="4D5A68"/>
                </a:solidFill>
                <a:latin typeface="Consolas"/>
                <a:ea typeface="Consolas"/>
                <a:cs typeface="Consolas"/>
              </a:defRPr>
            </a:pPr>
            <a:r>
              <a:rPr sz="1575" b="1">
                <a:solidFill>
                  <a:srgbClr val="4D5A68"/>
                </a:solidFill>
                <a:latin typeface="Consolas"/>
                <a:ea typeface="Consolas"/>
                <a:cs typeface="Consolas"/>
              </a:rPr>
              <a:t>03</a:t>
            </a:r>
          </a:p>
        </p:txBody>
      </p:sp>
      <p:sp>
        <p:nvSpPr>
          <p:cNvPr id="20" name="결과 해석의 질문">
            <a:extLst xmlns:a="http://schemas.openxmlformats.org/drawingml/2006/main">
              <a:ext uri="{FF2B5EF4-FFF2-40B4-BE49-F238E27FC236}">
                <a16:creationId xmlns:a16="http://schemas.microsoft.com/office/drawing/2014/main" id="{E154D977-3574-45FF-8837-97E95C4CD4CF}"/>
              </a:ext>
            </a:extLst>
          </p:cNvPr>
          <p:cNvSpPr>
            <a:spLocks xmlns:a="http://schemas.openxmlformats.org/drawingml/2006/main" noGrp="1"/>
          </p:cNvSpPr>
          <p:nvPr/>
        </p:nvSpPr>
        <p:spPr>
          <a:xfrm xmlns:a="http://schemas.openxmlformats.org/drawingml/2006/main">
            <a:off x="8191500" y="32670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결과 해석의 질문</a:t>
            </a:r>
          </a:p>
        </p:txBody>
      </p:sp>
      <p:sp>
        <p:nvSpPr>
          <p:cNvPr id="21" name="">
            <a:extLst xmlns:a="http://schemas.openxmlformats.org/drawingml/2006/main">
              <a:ext uri="{FF2B5EF4-FFF2-40B4-BE49-F238E27FC236}">
                <a16:creationId xmlns:a16="http://schemas.microsoft.com/office/drawing/2014/main" id="{F685496E-B4B1-4713-B473-6784A3AA7155}"/>
              </a:ext>
            </a:extLst>
          </p:cNvPr>
          <p:cNvSpPr>
            <a:spLocks xmlns:a="http://schemas.openxmlformats.org/drawingml/2006/main" noGrp="1"/>
          </p:cNvSpPr>
          <p:nvPr/>
        </p:nvSpPr>
        <p:spPr>
          <a:xfrm xmlns:a="http://schemas.openxmlformats.org/drawingml/2006/main">
            <a:off x="8191500" y="3819525"/>
            <a:ext cx="333375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22" name="Prompt만의 효과?&#10;귀속은 PARTIAL">
            <a:extLst xmlns:a="http://schemas.openxmlformats.org/drawingml/2006/main">
              <a:ext uri="{FF2B5EF4-FFF2-40B4-BE49-F238E27FC236}">
                <a16:creationId xmlns:a16="http://schemas.microsoft.com/office/drawing/2014/main" id="{CD429D7A-9AF0-4A6F-B837-3D8ED1DA9A72}"/>
              </a:ext>
            </a:extLst>
          </p:cNvPr>
          <p:cNvSpPr>
            <a:spLocks xmlns:a="http://schemas.openxmlformats.org/drawingml/2006/main" noGrp="1"/>
          </p:cNvSpPr>
          <p:nvPr/>
        </p:nvSpPr>
        <p:spPr>
          <a:xfrm xmlns:a="http://schemas.openxmlformats.org/drawingml/2006/main">
            <a:off x="8191500" y="4010025"/>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805400"/>
                </a:solidFill>
                <a:latin typeface="Malgun Gothic"/>
                <a:ea typeface="Malgun Gothic"/>
                <a:cs typeface="Malgun Gothic"/>
              </a:defRPr>
            </a:defPPr>
            <a:lvl1pPr algn="l">
              <a:defRPr sz="2175" b="1">
                <a:solidFill>
                  <a:srgbClr val="805400"/>
                </a:solidFill>
                <a:latin typeface="Malgun Gothic"/>
                <a:ea typeface="Malgun Gothic"/>
                <a:cs typeface="Malgun Gothic"/>
              </a:defRPr>
            </a:lvl1pPr>
            <a:lvl2pPr algn="l">
              <a:defRPr sz="2175" b="1">
                <a:solidFill>
                  <a:srgbClr val="805400"/>
                </a:solidFill>
                <a:latin typeface="Malgun Gothic"/>
                <a:ea typeface="Malgun Gothic"/>
                <a:cs typeface="Malgun Gothic"/>
              </a:defRPr>
            </a:lvl2pPr>
            <a:lvl3pPr algn="l">
              <a:defRPr sz="2175" b="1">
                <a:solidFill>
                  <a:srgbClr val="805400"/>
                </a:solidFill>
                <a:latin typeface="Malgun Gothic"/>
                <a:ea typeface="Malgun Gothic"/>
                <a:cs typeface="Malgun Gothic"/>
              </a:defRPr>
            </a:lvl3pPr>
            <a:lvl4pPr algn="l">
              <a:defRPr sz="2175" b="1">
                <a:solidFill>
                  <a:srgbClr val="805400"/>
                </a:solidFill>
                <a:latin typeface="Malgun Gothic"/>
                <a:ea typeface="Malgun Gothic"/>
                <a:cs typeface="Malgun Gothic"/>
              </a:defRPr>
            </a:lvl4pPr>
            <a:lvl5pPr algn="l">
              <a:defRPr sz="2175" b="1">
                <a:solidFill>
                  <a:srgbClr val="805400"/>
                </a:solidFill>
                <a:latin typeface="Malgun Gothic"/>
                <a:ea typeface="Malgun Gothic"/>
                <a:cs typeface="Malgun Gothic"/>
              </a:defRPr>
            </a:lvl5pPr>
            <a:lvl6pPr algn="l">
              <a:defRPr sz="2175" b="1">
                <a:solidFill>
                  <a:srgbClr val="805400"/>
                </a:solidFill>
                <a:latin typeface="Malgun Gothic"/>
                <a:ea typeface="Malgun Gothic"/>
                <a:cs typeface="Malgun Gothic"/>
              </a:defRPr>
            </a:lvl6pPr>
            <a:lvl7pPr algn="l">
              <a:defRPr sz="2175" b="1">
                <a:solidFill>
                  <a:srgbClr val="805400"/>
                </a:solidFill>
                <a:latin typeface="Malgun Gothic"/>
                <a:ea typeface="Malgun Gothic"/>
                <a:cs typeface="Malgun Gothic"/>
              </a:defRPr>
            </a:lvl7pPr>
            <a:lvl8pPr algn="l">
              <a:defRPr sz="2175" b="1">
                <a:solidFill>
                  <a:srgbClr val="805400"/>
                </a:solidFill>
                <a:latin typeface="Malgun Gothic"/>
                <a:ea typeface="Malgun Gothic"/>
                <a:cs typeface="Malgun Gothic"/>
              </a:defRPr>
            </a:lvl8pPr>
            <a:lvl9pPr algn="l">
              <a:defRPr sz="2175" b="1">
                <a:solidFill>
                  <a:srgbClr val="805400"/>
                </a:solidFill>
                <a:latin typeface="Malgun Gothic"/>
                <a:ea typeface="Malgun Gothic"/>
                <a:cs typeface="Malgun Gothic"/>
              </a:defRPr>
            </a:lvl9pPr>
          </a:lstStyle>
          <a:p xmlns:a="http://schemas.openxmlformats.org/drawingml/2006/main">
            <a:pPr algn="l">
              <a:defRPr sz="2175" b="1">
                <a:solidFill>
                  <a:srgbClr val="805400"/>
                </a:solidFill>
                <a:latin typeface="Malgun Gothic"/>
                <a:ea typeface="Malgun Gothic"/>
                <a:cs typeface="Malgun Gothic"/>
              </a:defRPr>
            </a:pPr>
            <a:r>
              <a:rPr sz="2175" b="1">
                <a:solidFill>
                  <a:srgbClr val="805400"/>
                </a:solidFill>
                <a:latin typeface="Malgun Gothic"/>
                <a:ea typeface="Malgun Gothic"/>
                <a:cs typeface="Malgun Gothic"/>
              </a:rPr>
              <a:t>Prompt만의 효과?</a:t>
            </a:r>
          </a:p>
          <a:p xmlns:a="http://schemas.openxmlformats.org/drawingml/2006/main">
            <a:pPr algn="l">
              <a:defRPr sz="2175" b="1">
                <a:solidFill>
                  <a:srgbClr val="805400"/>
                </a:solidFill>
                <a:latin typeface="Malgun Gothic"/>
                <a:ea typeface="Malgun Gothic"/>
                <a:cs typeface="Malgun Gothic"/>
              </a:defRPr>
            </a:pPr>
            <a:r>
              <a:rPr sz="2175" b="1">
                <a:solidFill>
                  <a:srgbClr val="805400"/>
                </a:solidFill>
                <a:latin typeface="Malgun Gothic"/>
                <a:ea typeface="Malgun Gothic"/>
                <a:cs typeface="Malgun Gothic"/>
              </a:rPr>
              <a:t>귀속은 PARTIAL</a:t>
            </a:r>
          </a:p>
        </p:txBody>
      </p:sp>
      <p:sp>
        <p:nvSpPr>
          <p:cNvPr id="23" name="좋은 결과가 있다는 것과 원인을 안다는 것은 별개다.">
            <a:extLst xmlns:a="http://schemas.openxmlformats.org/drawingml/2006/main">
              <a:ext uri="{FF2B5EF4-FFF2-40B4-BE49-F238E27FC236}">
                <a16:creationId xmlns:a16="http://schemas.microsoft.com/office/drawing/2014/main" id="{42794812-4761-4E27-8513-B6D1F487B6A0}"/>
              </a:ext>
            </a:extLst>
          </p:cNvPr>
          <p:cNvSpPr>
            <a:spLocks xmlns:a="http://schemas.openxmlformats.org/drawingml/2006/main" noGrp="1"/>
          </p:cNvSpPr>
          <p:nvPr/>
        </p:nvSpPr>
        <p:spPr>
          <a:xfrm xmlns:a="http://schemas.openxmlformats.org/drawingml/2006/main">
            <a:off x="609600" y="5276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4D5A68"/>
                </a:solidFill>
                <a:latin typeface="Malgun Gothic"/>
                <a:ea typeface="Malgun Gothic"/>
                <a:cs typeface="Malgun Gothic"/>
              </a:defRPr>
            </a:defPPr>
            <a:lvl1pPr algn="l">
              <a:defRPr sz="2175" b="0">
                <a:solidFill>
                  <a:srgbClr val="4D5A68"/>
                </a:solidFill>
                <a:latin typeface="Malgun Gothic"/>
                <a:ea typeface="Malgun Gothic"/>
                <a:cs typeface="Malgun Gothic"/>
              </a:defRPr>
            </a:lvl1pPr>
            <a:lvl2pPr algn="l">
              <a:defRPr sz="2175" b="0">
                <a:solidFill>
                  <a:srgbClr val="4D5A68"/>
                </a:solidFill>
                <a:latin typeface="Malgun Gothic"/>
                <a:ea typeface="Malgun Gothic"/>
                <a:cs typeface="Malgun Gothic"/>
              </a:defRPr>
            </a:lvl2pPr>
            <a:lvl3pPr algn="l">
              <a:defRPr sz="2175" b="0">
                <a:solidFill>
                  <a:srgbClr val="4D5A68"/>
                </a:solidFill>
                <a:latin typeface="Malgun Gothic"/>
                <a:ea typeface="Malgun Gothic"/>
                <a:cs typeface="Malgun Gothic"/>
              </a:defRPr>
            </a:lvl3pPr>
            <a:lvl4pPr algn="l">
              <a:defRPr sz="2175" b="0">
                <a:solidFill>
                  <a:srgbClr val="4D5A68"/>
                </a:solidFill>
                <a:latin typeface="Malgun Gothic"/>
                <a:ea typeface="Malgun Gothic"/>
                <a:cs typeface="Malgun Gothic"/>
              </a:defRPr>
            </a:lvl4pPr>
            <a:lvl5pPr algn="l">
              <a:defRPr sz="2175" b="0">
                <a:solidFill>
                  <a:srgbClr val="4D5A68"/>
                </a:solidFill>
                <a:latin typeface="Malgun Gothic"/>
                <a:ea typeface="Malgun Gothic"/>
                <a:cs typeface="Malgun Gothic"/>
              </a:defRPr>
            </a:lvl5pPr>
            <a:lvl6pPr algn="l">
              <a:defRPr sz="2175" b="0">
                <a:solidFill>
                  <a:srgbClr val="4D5A68"/>
                </a:solidFill>
                <a:latin typeface="Malgun Gothic"/>
                <a:ea typeface="Malgun Gothic"/>
                <a:cs typeface="Malgun Gothic"/>
              </a:defRPr>
            </a:lvl6pPr>
            <a:lvl7pPr algn="l">
              <a:defRPr sz="2175" b="0">
                <a:solidFill>
                  <a:srgbClr val="4D5A68"/>
                </a:solidFill>
                <a:latin typeface="Malgun Gothic"/>
                <a:ea typeface="Malgun Gothic"/>
                <a:cs typeface="Malgun Gothic"/>
              </a:defRPr>
            </a:lvl7pPr>
            <a:lvl8pPr algn="l">
              <a:defRPr sz="2175" b="0">
                <a:solidFill>
                  <a:srgbClr val="4D5A68"/>
                </a:solidFill>
                <a:latin typeface="Malgun Gothic"/>
                <a:ea typeface="Malgun Gothic"/>
                <a:cs typeface="Malgun Gothic"/>
              </a:defRPr>
            </a:lvl8pPr>
            <a:lvl9pPr algn="l">
              <a:defRPr sz="2175" b="0">
                <a:solidFill>
                  <a:srgbClr val="4D5A68"/>
                </a:solidFill>
                <a:latin typeface="Malgun Gothic"/>
                <a:ea typeface="Malgun Gothic"/>
                <a:cs typeface="Malgun Gothic"/>
              </a:defRPr>
            </a:lvl9pPr>
          </a:lstStyle>
          <a:p xmlns:a="http://schemas.openxmlformats.org/drawingml/2006/main">
            <a:pPr algn="l">
              <a:defRPr sz="2175" b="0">
                <a:solidFill>
                  <a:srgbClr val="4D5A68"/>
                </a:solidFill>
                <a:latin typeface="Malgun Gothic"/>
                <a:ea typeface="Malgun Gothic"/>
                <a:cs typeface="Malgun Gothic"/>
              </a:defRPr>
            </a:pPr>
            <a:r>
              <a:rPr sz="2175" b="0">
                <a:solidFill>
                  <a:srgbClr val="4D5A68"/>
                </a:solidFill>
                <a:latin typeface="Malgun Gothic"/>
                <a:ea typeface="Malgun Gothic"/>
                <a:cs typeface="Malgun Gothic"/>
              </a:rPr>
              <a:t>좋은 결과가 있다는 것과 원인을 안다는 것은 별개다.</a:t>
            </a:r>
          </a:p>
        </p:txBody>
      </p:sp>
      <p:sp>
        <p:nvSpPr>
          <p:cNvPr id="24" name="Legacy module connection">
            <a:extLst xmlns:a="http://schemas.openxmlformats.org/drawingml/2006/main">
              <a:ext uri="{FF2B5EF4-FFF2-40B4-BE49-F238E27FC236}">
                <a16:creationId xmlns:a16="http://schemas.microsoft.com/office/drawing/2014/main" id="{3B2467E7-2991-489B-9351-5394802BFD2B}"/>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M6</a:t>
            </a:r>
          </a:p>
        </p:txBody>
      </p:sp>
    </p:spTree>
    <p:extLst>
      <p:ext uri="{BB962C8B-B14F-4D97-AF65-F5344CB8AC3E}">
        <p14:creationId xmlns:p14="http://schemas.microsoft.com/office/powerpoint/2010/main" val="638070733"/>
      </p:ext>
    </p:extLst>
  </p:cSld>
</p:sld>
</file>

<file path=ppt/slides/slide8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0" name="ACT 4 · OBSERVED META / 두 가지 검증 질문">
            <a:extLst xmlns:a="http://schemas.openxmlformats.org/drawingml/2006/main">
              <a:ext uri="{FF2B5EF4-FFF2-40B4-BE49-F238E27FC236}">
                <a16:creationId xmlns:a16="http://schemas.microsoft.com/office/drawing/2014/main" id="{DE9DE067-A3EB-4304-9559-D734640635BF}"/>
              </a:ext>
            </a:extLst>
          </p:cNvPr>
          <p:cNvSpPr>
            <a:spLocks xmlns:a="http://schemas.openxmlformats.org/drawingml/2006/main" noGrp="1"/>
          </p:cNvSpPr>
          <p:nvPr/>
        </p:nvSpPr>
        <p:spPr>
          <a:xfrm xmlns:a="http://schemas.openxmlformats.org/drawingml/2006/main">
            <a:off x="609600" y="4572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OBSERVED META / 두 가지 검증 질문</a:t>
            </a:r>
          </a:p>
        </p:txBody>
      </p:sp>
      <p:sp>
        <p:nvSpPr>
          <p:cNvPr id="2" name="S81">
            <a:extLst xmlns:a="http://schemas.openxmlformats.org/drawingml/2006/main">
              <a:ext uri="{FF2B5EF4-FFF2-40B4-BE49-F238E27FC236}">
                <a16:creationId xmlns:a16="http://schemas.microsoft.com/office/drawing/2014/main" id="{50E20FE2-CF16-4102-A50E-67B16CD7E069}"/>
              </a:ext>
            </a:extLst>
          </p:cNvPr>
          <p:cNvSpPr>
            <a:spLocks xmlns:a="http://schemas.openxmlformats.org/drawingml/2006/main" noGrp="1"/>
          </p:cNvSpPr>
          <p:nvPr/>
        </p:nvSpPr>
        <p:spPr>
          <a:xfrm xmlns:a="http://schemas.openxmlformats.org/drawingml/2006/main">
            <a:off x="10668000" y="457200"/>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S81</a:t>
            </a:r>
          </a:p>
        </p:txBody>
      </p:sp>
      <p:sp>
        <p:nvSpPr>
          <p:cNvPr id="3" name="결과의 타당성과 원인 귀속은 별개다">
            <a:extLst xmlns:a="http://schemas.openxmlformats.org/drawingml/2006/main">
              <a:ext uri="{FF2B5EF4-FFF2-40B4-BE49-F238E27FC236}">
                <a16:creationId xmlns:a16="http://schemas.microsoft.com/office/drawing/2014/main" id="{27B813EC-8F77-4D93-8B77-B24531AD397F}"/>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결과의 타당성과 원인 귀속은 별개다</a:t>
            </a:r>
          </a:p>
        </p:txBody>
      </p:sp>
      <p:sp>
        <p:nvSpPr>
          <p:cNvPr id="4" name="">
            <a:extLst xmlns:a="http://schemas.openxmlformats.org/drawingml/2006/main">
              <a:ext uri="{FF2B5EF4-FFF2-40B4-BE49-F238E27FC236}">
                <a16:creationId xmlns:a16="http://schemas.microsoft.com/office/drawing/2014/main" id="{DC73CB0B-E179-45FD-8C81-4B65770B4DA4}"/>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5" name="">
            <a:extLst xmlns:a="http://schemas.openxmlformats.org/drawingml/2006/main">
              <a:ext uri="{FF2B5EF4-FFF2-40B4-BE49-F238E27FC236}">
                <a16:creationId xmlns:a16="http://schemas.microsoft.com/office/drawing/2014/main" id="{C46EF2AF-15F1-456E-8AB9-2FD5ECD233F6}"/>
              </a:ext>
            </a:extLst>
          </p:cNvPr>
          <p:cNvSpPr>
            <a:spLocks xmlns:a="http://schemas.openxmlformats.org/drawingml/2006/main" noGrp="1"/>
          </p:cNvSpPr>
          <p:nvPr/>
        </p:nvSpPr>
        <p:spPr>
          <a:xfrm xmlns:a="http://schemas.openxmlformats.org/drawingml/2006/main">
            <a:off x="609600" y="5695950"/>
            <a:ext cx="10972800" cy="0"/>
          </a:xfrm>
          <a:prstGeom xmlns:a="http://schemas.openxmlformats.org/drawingml/2006/main" prst="line">
            <a:avLst/>
          </a:prstGeom>
          <a:noFill xmlns:a="http://schemas.openxmlformats.org/drawingml/2006/main"/>
          <a:ln xmlns:a="http://schemas.openxmlformats.org/drawingml/2006/main" w="9525">
            <a:solidFill>
              <a:srgbClr val="0B6172"/>
            </a:solidFill>
            <a:prstDash val="solid"/>
          </a:ln>
        </p:spPr>
      </p:sp>
      <p:sp>
        <p:nvSpPr>
          <p:cNvPr id="6" name="TRIAL-006 · resize_nearest · 7 one-call samples · 기록 재구성">
            <a:extLst xmlns:a="http://schemas.openxmlformats.org/drawingml/2006/main">
              <a:ext uri="{FF2B5EF4-FFF2-40B4-BE49-F238E27FC236}">
                <a16:creationId xmlns:a16="http://schemas.microsoft.com/office/drawing/2014/main" id="{CD0F3837-EC04-4DA3-A0DC-E95AAC509745}"/>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TRIAL-006 · resize_nearest · 7 one-call samples · 기록 재구성</a:t>
            </a:r>
          </a:p>
        </p:txBody>
      </p:sp>
      <p:sp>
        <p:nvSpPr>
          <p:cNvPr id="7" name="기록된 합성 입력·CPython 3.9.6·macOS arm64의 결과. 현재 Desktop 또는 일반 효과">
            <a:extLst xmlns:a="http://schemas.openxmlformats.org/drawingml/2006/main">
              <a:ext uri="{FF2B5EF4-FFF2-40B4-BE49-F238E27FC236}">
                <a16:creationId xmlns:a16="http://schemas.microsoft.com/office/drawing/2014/main" id="{D3F3215D-1F95-4F8F-A5EA-C18BEE496840}"/>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기록된 합성 입력·CPython 3.9.6·macOS arm64의 결과. 현재 Desktop 또는 일반 효과가 아니다.</a:t>
            </a:r>
          </a:p>
        </p:txBody>
      </p:sp>
      <p:sp>
        <p:nvSpPr>
          <p:cNvPr id="8" name="01">
            <a:extLst xmlns:a="http://schemas.openxmlformats.org/drawingml/2006/main">
              <a:ext uri="{FF2B5EF4-FFF2-40B4-BE49-F238E27FC236}">
                <a16:creationId xmlns:a16="http://schemas.microsoft.com/office/drawing/2014/main" id="{C595B32D-0F5C-46E1-93DE-B8762F4DA408}"/>
              </a:ext>
            </a:extLst>
          </p:cNvPr>
          <p:cNvSpPr>
            <a:spLocks xmlns:a="http://schemas.openxmlformats.org/drawingml/2006/main" noGrp="1"/>
          </p:cNvSpPr>
          <p:nvPr/>
        </p:nvSpPr>
        <p:spPr>
          <a:xfrm xmlns:a="http://schemas.openxmlformats.org/drawingml/2006/main">
            <a:off x="609600" y="2047875"/>
            <a:ext cx="4876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Consolas"/>
                <a:ea typeface="Consolas"/>
                <a:cs typeface="Consolas"/>
              </a:defRPr>
            </a:defPPr>
            <a:lvl1pPr algn="l">
              <a:defRPr sz="1725" b="1">
                <a:solidFill>
                  <a:srgbClr val="0B6172"/>
                </a:solidFill>
                <a:latin typeface="Consolas"/>
                <a:ea typeface="Consolas"/>
                <a:cs typeface="Consolas"/>
              </a:defRPr>
            </a:lvl1pPr>
            <a:lvl2pPr algn="l">
              <a:defRPr sz="1725" b="1">
                <a:solidFill>
                  <a:srgbClr val="0B6172"/>
                </a:solidFill>
                <a:latin typeface="Consolas"/>
                <a:ea typeface="Consolas"/>
                <a:cs typeface="Consolas"/>
              </a:defRPr>
            </a:lvl2pPr>
            <a:lvl3pPr algn="l">
              <a:defRPr sz="1725" b="1">
                <a:solidFill>
                  <a:srgbClr val="0B6172"/>
                </a:solidFill>
                <a:latin typeface="Consolas"/>
                <a:ea typeface="Consolas"/>
                <a:cs typeface="Consolas"/>
              </a:defRPr>
            </a:lvl3pPr>
            <a:lvl4pPr algn="l">
              <a:defRPr sz="1725" b="1">
                <a:solidFill>
                  <a:srgbClr val="0B6172"/>
                </a:solidFill>
                <a:latin typeface="Consolas"/>
                <a:ea typeface="Consolas"/>
                <a:cs typeface="Consolas"/>
              </a:defRPr>
            </a:lvl4pPr>
            <a:lvl5pPr algn="l">
              <a:defRPr sz="1725" b="1">
                <a:solidFill>
                  <a:srgbClr val="0B6172"/>
                </a:solidFill>
                <a:latin typeface="Consolas"/>
                <a:ea typeface="Consolas"/>
                <a:cs typeface="Consolas"/>
              </a:defRPr>
            </a:lvl5pPr>
            <a:lvl6pPr algn="l">
              <a:defRPr sz="1725" b="1">
                <a:solidFill>
                  <a:srgbClr val="0B6172"/>
                </a:solidFill>
                <a:latin typeface="Consolas"/>
                <a:ea typeface="Consolas"/>
                <a:cs typeface="Consolas"/>
              </a:defRPr>
            </a:lvl6pPr>
            <a:lvl7pPr algn="l">
              <a:defRPr sz="1725" b="1">
                <a:solidFill>
                  <a:srgbClr val="0B6172"/>
                </a:solidFill>
                <a:latin typeface="Consolas"/>
                <a:ea typeface="Consolas"/>
                <a:cs typeface="Consolas"/>
              </a:defRPr>
            </a:lvl7pPr>
            <a:lvl8pPr algn="l">
              <a:defRPr sz="1725" b="1">
                <a:solidFill>
                  <a:srgbClr val="0B6172"/>
                </a:solidFill>
                <a:latin typeface="Consolas"/>
                <a:ea typeface="Consolas"/>
                <a:cs typeface="Consolas"/>
              </a:defRPr>
            </a:lvl8pPr>
            <a:lvl9pPr algn="l">
              <a:defRPr sz="1725" b="1">
                <a:solidFill>
                  <a:srgbClr val="0B6172"/>
                </a:solidFill>
                <a:latin typeface="Consolas"/>
                <a:ea typeface="Consolas"/>
                <a:cs typeface="Consolas"/>
              </a:defRPr>
            </a:lvl9pPr>
          </a:lstStyle>
          <a:p xmlns:a="http://schemas.openxmlformats.org/drawingml/2006/main">
            <a:pPr algn="l">
              <a:defRPr sz="1725" b="1">
                <a:solidFill>
                  <a:srgbClr val="0B6172"/>
                </a:solidFill>
                <a:latin typeface="Consolas"/>
                <a:ea typeface="Consolas"/>
                <a:cs typeface="Consolas"/>
              </a:defRPr>
            </a:pPr>
            <a:r>
              <a:rPr sz="1725" b="1">
                <a:solidFill>
                  <a:srgbClr val="0B6172"/>
                </a:solidFill>
                <a:latin typeface="Consolas"/>
                <a:ea typeface="Consolas"/>
                <a:cs typeface="Consolas"/>
              </a:rPr>
              <a:t>01</a:t>
            </a:r>
          </a:p>
        </p:txBody>
      </p:sp>
      <p:sp>
        <p:nvSpPr>
          <p:cNvPr id="9" name="측정 결과는 유효한가?">
            <a:extLst xmlns:a="http://schemas.openxmlformats.org/drawingml/2006/main">
              <a:ext uri="{FF2B5EF4-FFF2-40B4-BE49-F238E27FC236}">
                <a16:creationId xmlns:a16="http://schemas.microsoft.com/office/drawing/2014/main" id="{56269133-FEC8-40F5-8DF1-5C006C0C8C14}"/>
              </a:ext>
            </a:extLst>
          </p:cNvPr>
          <p:cNvSpPr>
            <a:spLocks xmlns:a="http://schemas.openxmlformats.org/drawingml/2006/main" noGrp="1"/>
          </p:cNvSpPr>
          <p:nvPr/>
        </p:nvSpPr>
        <p:spPr>
          <a:xfrm xmlns:a="http://schemas.openxmlformats.org/drawingml/2006/main">
            <a:off x="609600" y="2505075"/>
            <a:ext cx="4876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0B6172"/>
                </a:solidFill>
                <a:latin typeface="Malgun Gothic"/>
                <a:ea typeface="Malgun Gothic"/>
                <a:cs typeface="Malgun Gothic"/>
              </a:defRPr>
            </a:defPPr>
            <a:lvl1pPr algn="l">
              <a:defRPr sz="2475" b="1">
                <a:solidFill>
                  <a:srgbClr val="0B6172"/>
                </a:solidFill>
                <a:latin typeface="Malgun Gothic"/>
                <a:ea typeface="Malgun Gothic"/>
                <a:cs typeface="Malgun Gothic"/>
              </a:defRPr>
            </a:lvl1pPr>
            <a:lvl2pPr algn="l">
              <a:defRPr sz="2475" b="1">
                <a:solidFill>
                  <a:srgbClr val="0B6172"/>
                </a:solidFill>
                <a:latin typeface="Malgun Gothic"/>
                <a:ea typeface="Malgun Gothic"/>
                <a:cs typeface="Malgun Gothic"/>
              </a:defRPr>
            </a:lvl2pPr>
            <a:lvl3pPr algn="l">
              <a:defRPr sz="2475" b="1">
                <a:solidFill>
                  <a:srgbClr val="0B6172"/>
                </a:solidFill>
                <a:latin typeface="Malgun Gothic"/>
                <a:ea typeface="Malgun Gothic"/>
                <a:cs typeface="Malgun Gothic"/>
              </a:defRPr>
            </a:lvl3pPr>
            <a:lvl4pPr algn="l">
              <a:defRPr sz="2475" b="1">
                <a:solidFill>
                  <a:srgbClr val="0B6172"/>
                </a:solidFill>
                <a:latin typeface="Malgun Gothic"/>
                <a:ea typeface="Malgun Gothic"/>
                <a:cs typeface="Malgun Gothic"/>
              </a:defRPr>
            </a:lvl4pPr>
            <a:lvl5pPr algn="l">
              <a:defRPr sz="2475" b="1">
                <a:solidFill>
                  <a:srgbClr val="0B6172"/>
                </a:solidFill>
                <a:latin typeface="Malgun Gothic"/>
                <a:ea typeface="Malgun Gothic"/>
                <a:cs typeface="Malgun Gothic"/>
              </a:defRPr>
            </a:lvl5pPr>
            <a:lvl6pPr algn="l">
              <a:defRPr sz="2475" b="1">
                <a:solidFill>
                  <a:srgbClr val="0B6172"/>
                </a:solidFill>
                <a:latin typeface="Malgun Gothic"/>
                <a:ea typeface="Malgun Gothic"/>
                <a:cs typeface="Malgun Gothic"/>
              </a:defRPr>
            </a:lvl6pPr>
            <a:lvl7pPr algn="l">
              <a:defRPr sz="2475" b="1">
                <a:solidFill>
                  <a:srgbClr val="0B6172"/>
                </a:solidFill>
                <a:latin typeface="Malgun Gothic"/>
                <a:ea typeface="Malgun Gothic"/>
                <a:cs typeface="Malgun Gothic"/>
              </a:defRPr>
            </a:lvl7pPr>
            <a:lvl8pPr algn="l">
              <a:defRPr sz="2475" b="1">
                <a:solidFill>
                  <a:srgbClr val="0B6172"/>
                </a:solidFill>
                <a:latin typeface="Malgun Gothic"/>
                <a:ea typeface="Malgun Gothic"/>
                <a:cs typeface="Malgun Gothic"/>
              </a:defRPr>
            </a:lvl8pPr>
            <a:lvl9pPr algn="l">
              <a:defRPr sz="2475" b="1">
                <a:solidFill>
                  <a:srgbClr val="0B6172"/>
                </a:solidFill>
                <a:latin typeface="Malgun Gothic"/>
                <a:ea typeface="Malgun Gothic"/>
                <a:cs typeface="Malgun Gothic"/>
              </a:defRPr>
            </a:lvl9pPr>
          </a:lstStyle>
          <a:p xmlns:a="http://schemas.openxmlformats.org/drawingml/2006/main">
            <a:pPr algn="l">
              <a:defRPr sz="2475" b="1">
                <a:solidFill>
                  <a:srgbClr val="0B6172"/>
                </a:solidFill>
                <a:latin typeface="Malgun Gothic"/>
                <a:ea typeface="Malgun Gothic"/>
                <a:cs typeface="Malgun Gothic"/>
              </a:defRPr>
            </a:pPr>
            <a:r>
              <a:rPr sz="2475" b="1">
                <a:solidFill>
                  <a:srgbClr val="0B6172"/>
                </a:solidFill>
                <a:latin typeface="Malgun Gothic"/>
                <a:ea typeface="Malgun Gothic"/>
                <a:cs typeface="Malgun Gothic"/>
              </a:rPr>
              <a:t>측정 결과는 유효한가?</a:t>
            </a:r>
          </a:p>
        </p:txBody>
      </p:sp>
      <p:sp>
        <p:nvSpPr>
          <p:cNvPr id="10" name="02">
            <a:extLst xmlns:a="http://schemas.openxmlformats.org/drawingml/2006/main">
              <a:ext uri="{FF2B5EF4-FFF2-40B4-BE49-F238E27FC236}">
                <a16:creationId xmlns:a16="http://schemas.microsoft.com/office/drawing/2014/main" id="{F447EFA0-A48F-4EF7-A51B-B6CE125414CE}"/>
              </a:ext>
            </a:extLst>
          </p:cNvPr>
          <p:cNvSpPr>
            <a:spLocks xmlns:a="http://schemas.openxmlformats.org/drawingml/2006/main" noGrp="1"/>
          </p:cNvSpPr>
          <p:nvPr/>
        </p:nvSpPr>
        <p:spPr>
          <a:xfrm xmlns:a="http://schemas.openxmlformats.org/drawingml/2006/main">
            <a:off x="6705600" y="2047875"/>
            <a:ext cx="4876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805400"/>
                </a:solidFill>
                <a:latin typeface="Consolas"/>
                <a:ea typeface="Consolas"/>
                <a:cs typeface="Consolas"/>
              </a:defRPr>
            </a:defPPr>
            <a:lvl1pPr algn="l">
              <a:defRPr sz="1725" b="1">
                <a:solidFill>
                  <a:srgbClr val="805400"/>
                </a:solidFill>
                <a:latin typeface="Consolas"/>
                <a:ea typeface="Consolas"/>
                <a:cs typeface="Consolas"/>
              </a:defRPr>
            </a:lvl1pPr>
            <a:lvl2pPr algn="l">
              <a:defRPr sz="1725" b="1">
                <a:solidFill>
                  <a:srgbClr val="805400"/>
                </a:solidFill>
                <a:latin typeface="Consolas"/>
                <a:ea typeface="Consolas"/>
                <a:cs typeface="Consolas"/>
              </a:defRPr>
            </a:lvl2pPr>
            <a:lvl3pPr algn="l">
              <a:defRPr sz="1725" b="1">
                <a:solidFill>
                  <a:srgbClr val="805400"/>
                </a:solidFill>
                <a:latin typeface="Consolas"/>
                <a:ea typeface="Consolas"/>
                <a:cs typeface="Consolas"/>
              </a:defRPr>
            </a:lvl3pPr>
            <a:lvl4pPr algn="l">
              <a:defRPr sz="1725" b="1">
                <a:solidFill>
                  <a:srgbClr val="805400"/>
                </a:solidFill>
                <a:latin typeface="Consolas"/>
                <a:ea typeface="Consolas"/>
                <a:cs typeface="Consolas"/>
              </a:defRPr>
            </a:lvl4pPr>
            <a:lvl5pPr algn="l">
              <a:defRPr sz="1725" b="1">
                <a:solidFill>
                  <a:srgbClr val="805400"/>
                </a:solidFill>
                <a:latin typeface="Consolas"/>
                <a:ea typeface="Consolas"/>
                <a:cs typeface="Consolas"/>
              </a:defRPr>
            </a:lvl5pPr>
            <a:lvl6pPr algn="l">
              <a:defRPr sz="1725" b="1">
                <a:solidFill>
                  <a:srgbClr val="805400"/>
                </a:solidFill>
                <a:latin typeface="Consolas"/>
                <a:ea typeface="Consolas"/>
                <a:cs typeface="Consolas"/>
              </a:defRPr>
            </a:lvl6pPr>
            <a:lvl7pPr algn="l">
              <a:defRPr sz="1725" b="1">
                <a:solidFill>
                  <a:srgbClr val="805400"/>
                </a:solidFill>
                <a:latin typeface="Consolas"/>
                <a:ea typeface="Consolas"/>
                <a:cs typeface="Consolas"/>
              </a:defRPr>
            </a:lvl7pPr>
            <a:lvl8pPr algn="l">
              <a:defRPr sz="1725" b="1">
                <a:solidFill>
                  <a:srgbClr val="805400"/>
                </a:solidFill>
                <a:latin typeface="Consolas"/>
                <a:ea typeface="Consolas"/>
                <a:cs typeface="Consolas"/>
              </a:defRPr>
            </a:lvl8pPr>
            <a:lvl9pPr algn="l">
              <a:defRPr sz="1725" b="1">
                <a:solidFill>
                  <a:srgbClr val="805400"/>
                </a:solidFill>
                <a:latin typeface="Consolas"/>
                <a:ea typeface="Consolas"/>
                <a:cs typeface="Consolas"/>
              </a:defRPr>
            </a:lvl9pPr>
          </a:lstStyle>
          <a:p xmlns:a="http://schemas.openxmlformats.org/drawingml/2006/main">
            <a:pPr algn="l">
              <a:defRPr sz="1725" b="1">
                <a:solidFill>
                  <a:srgbClr val="805400"/>
                </a:solidFill>
                <a:latin typeface="Consolas"/>
                <a:ea typeface="Consolas"/>
                <a:cs typeface="Consolas"/>
              </a:defRPr>
            </a:pPr>
            <a:r>
              <a:rPr sz="1725" b="1">
                <a:solidFill>
                  <a:srgbClr val="805400"/>
                </a:solidFill>
                <a:latin typeface="Consolas"/>
                <a:ea typeface="Consolas"/>
                <a:cs typeface="Consolas"/>
              </a:rPr>
              <a:t>02</a:t>
            </a:r>
          </a:p>
        </p:txBody>
      </p:sp>
      <p:sp>
        <p:nvSpPr>
          <p:cNvPr id="11" name="무엇이 결과를 만들었나?">
            <a:extLst xmlns:a="http://schemas.openxmlformats.org/drawingml/2006/main">
              <a:ext uri="{FF2B5EF4-FFF2-40B4-BE49-F238E27FC236}">
                <a16:creationId xmlns:a16="http://schemas.microsoft.com/office/drawing/2014/main" id="{84C7F7E5-89BA-4350-8FDC-2E8838B4C05A}"/>
              </a:ext>
            </a:extLst>
          </p:cNvPr>
          <p:cNvSpPr>
            <a:spLocks xmlns:a="http://schemas.openxmlformats.org/drawingml/2006/main" noGrp="1"/>
          </p:cNvSpPr>
          <p:nvPr/>
        </p:nvSpPr>
        <p:spPr>
          <a:xfrm xmlns:a="http://schemas.openxmlformats.org/drawingml/2006/main">
            <a:off x="6705600" y="2505075"/>
            <a:ext cx="4876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805400"/>
                </a:solidFill>
                <a:latin typeface="Malgun Gothic"/>
                <a:ea typeface="Malgun Gothic"/>
                <a:cs typeface="Malgun Gothic"/>
              </a:defRPr>
            </a:defPPr>
            <a:lvl1pPr algn="l">
              <a:defRPr sz="2400" b="1">
                <a:solidFill>
                  <a:srgbClr val="805400"/>
                </a:solidFill>
                <a:latin typeface="Malgun Gothic"/>
                <a:ea typeface="Malgun Gothic"/>
                <a:cs typeface="Malgun Gothic"/>
              </a:defRPr>
            </a:lvl1pPr>
            <a:lvl2pPr algn="l">
              <a:defRPr sz="2400" b="1">
                <a:solidFill>
                  <a:srgbClr val="805400"/>
                </a:solidFill>
                <a:latin typeface="Malgun Gothic"/>
                <a:ea typeface="Malgun Gothic"/>
                <a:cs typeface="Malgun Gothic"/>
              </a:defRPr>
            </a:lvl2pPr>
            <a:lvl3pPr algn="l">
              <a:defRPr sz="2400" b="1">
                <a:solidFill>
                  <a:srgbClr val="805400"/>
                </a:solidFill>
                <a:latin typeface="Malgun Gothic"/>
                <a:ea typeface="Malgun Gothic"/>
                <a:cs typeface="Malgun Gothic"/>
              </a:defRPr>
            </a:lvl3pPr>
            <a:lvl4pPr algn="l">
              <a:defRPr sz="2400" b="1">
                <a:solidFill>
                  <a:srgbClr val="805400"/>
                </a:solidFill>
                <a:latin typeface="Malgun Gothic"/>
                <a:ea typeface="Malgun Gothic"/>
                <a:cs typeface="Malgun Gothic"/>
              </a:defRPr>
            </a:lvl4pPr>
            <a:lvl5pPr algn="l">
              <a:defRPr sz="2400" b="1">
                <a:solidFill>
                  <a:srgbClr val="805400"/>
                </a:solidFill>
                <a:latin typeface="Malgun Gothic"/>
                <a:ea typeface="Malgun Gothic"/>
                <a:cs typeface="Malgun Gothic"/>
              </a:defRPr>
            </a:lvl5pPr>
            <a:lvl6pPr algn="l">
              <a:defRPr sz="2400" b="1">
                <a:solidFill>
                  <a:srgbClr val="805400"/>
                </a:solidFill>
                <a:latin typeface="Malgun Gothic"/>
                <a:ea typeface="Malgun Gothic"/>
                <a:cs typeface="Malgun Gothic"/>
              </a:defRPr>
            </a:lvl6pPr>
            <a:lvl7pPr algn="l">
              <a:defRPr sz="2400" b="1">
                <a:solidFill>
                  <a:srgbClr val="805400"/>
                </a:solidFill>
                <a:latin typeface="Malgun Gothic"/>
                <a:ea typeface="Malgun Gothic"/>
                <a:cs typeface="Malgun Gothic"/>
              </a:defRPr>
            </a:lvl7pPr>
            <a:lvl8pPr algn="l">
              <a:defRPr sz="2400" b="1">
                <a:solidFill>
                  <a:srgbClr val="805400"/>
                </a:solidFill>
                <a:latin typeface="Malgun Gothic"/>
                <a:ea typeface="Malgun Gothic"/>
                <a:cs typeface="Malgun Gothic"/>
              </a:defRPr>
            </a:lvl8pPr>
            <a:lvl9pPr algn="l">
              <a:defRPr sz="2400" b="1">
                <a:solidFill>
                  <a:srgbClr val="805400"/>
                </a:solidFill>
                <a:latin typeface="Malgun Gothic"/>
                <a:ea typeface="Malgun Gothic"/>
                <a:cs typeface="Malgun Gothic"/>
              </a:defRPr>
            </a:lvl9pPr>
          </a:lstStyle>
          <a:p xmlns:a="http://schemas.openxmlformats.org/drawingml/2006/main">
            <a:pPr algn="l">
              <a:defRPr sz="2400" b="1">
                <a:solidFill>
                  <a:srgbClr val="805400"/>
                </a:solidFill>
                <a:latin typeface="Malgun Gothic"/>
                <a:ea typeface="Malgun Gothic"/>
                <a:cs typeface="Malgun Gothic"/>
              </a:defRPr>
            </a:pPr>
            <a:r>
              <a:rPr sz="2400" b="1">
                <a:solidFill>
                  <a:srgbClr val="805400"/>
                </a:solidFill>
                <a:latin typeface="Malgun Gothic"/>
                <a:ea typeface="Malgun Gothic"/>
                <a:cs typeface="Malgun Gothic"/>
              </a:rPr>
              <a:t>무엇이 결과를 만들었나?</a:t>
            </a:r>
          </a:p>
        </p:txBody>
      </p:sp>
      <p:sp>
        <p:nvSpPr>
          <p:cNvPr id="12" name="">
            <a:extLst xmlns:a="http://schemas.openxmlformats.org/drawingml/2006/main">
              <a:ext uri="{FF2B5EF4-FFF2-40B4-BE49-F238E27FC236}">
                <a16:creationId xmlns:a16="http://schemas.microsoft.com/office/drawing/2014/main" id="{8A77ADAC-4C48-49C7-B76D-EDF304CD3900}"/>
              </a:ext>
            </a:extLst>
          </p:cNvPr>
          <p:cNvSpPr>
            <a:spLocks xmlns:a="http://schemas.openxmlformats.org/drawingml/2006/main" noGrp="1"/>
          </p:cNvSpPr>
          <p:nvPr/>
        </p:nvSpPr>
        <p:spPr>
          <a:xfrm xmlns:a="http://schemas.openxmlformats.org/drawingml/2006/main">
            <a:off x="609600" y="3209925"/>
            <a:ext cx="48768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3" name="">
            <a:extLst xmlns:a="http://schemas.openxmlformats.org/drawingml/2006/main">
              <a:ext uri="{FF2B5EF4-FFF2-40B4-BE49-F238E27FC236}">
                <a16:creationId xmlns:a16="http://schemas.microsoft.com/office/drawing/2014/main" id="{E24A5789-6EFC-4F60-BBB1-26DBFAFE29E3}"/>
              </a:ext>
            </a:extLst>
          </p:cNvPr>
          <p:cNvSpPr>
            <a:spLocks xmlns:a="http://schemas.openxmlformats.org/drawingml/2006/main" noGrp="1"/>
          </p:cNvSpPr>
          <p:nvPr/>
        </p:nvSpPr>
        <p:spPr>
          <a:xfrm xmlns:a="http://schemas.openxmlformats.org/drawingml/2006/main">
            <a:off x="6705600" y="3209925"/>
            <a:ext cx="4876800" cy="0"/>
          </a:xfrm>
          <a:prstGeom xmlns:a="http://schemas.openxmlformats.org/drawingml/2006/main" prst="line">
            <a:avLst/>
          </a:prstGeom>
          <a:noFill xmlns:a="http://schemas.openxmlformats.org/drawingml/2006/main"/>
          <a:ln xmlns:a="http://schemas.openxmlformats.org/drawingml/2006/main" w="28575">
            <a:solidFill>
              <a:srgbClr val="805400"/>
            </a:solidFill>
            <a:prstDash val="solid"/>
          </a:ln>
        </p:spPr>
      </p:sp>
      <p:sp>
        <p:nvSpPr>
          <p:cNvPr id="14" name="입력·출력 hash 일치&#10;같은 조건의 측정 기록">
            <a:extLst xmlns:a="http://schemas.openxmlformats.org/drawingml/2006/main">
              <a:ext uri="{FF2B5EF4-FFF2-40B4-BE49-F238E27FC236}">
                <a16:creationId xmlns:a16="http://schemas.microsoft.com/office/drawing/2014/main" id="{6DA9CD5C-3494-4DD8-BE54-4DDD8C819B9E}"/>
              </a:ext>
            </a:extLst>
          </p:cNvPr>
          <p:cNvSpPr>
            <a:spLocks xmlns:a="http://schemas.openxmlformats.org/drawingml/2006/main" noGrp="1"/>
          </p:cNvSpPr>
          <p:nvPr/>
        </p:nvSpPr>
        <p:spPr>
          <a:xfrm xmlns:a="http://schemas.openxmlformats.org/drawingml/2006/main">
            <a:off x="609600" y="3457575"/>
            <a:ext cx="4876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입력·출력 hash 일치</a:t>
            </a:r>
          </a:p>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같은 조건의 측정 기록</a:t>
            </a:r>
          </a:p>
        </p:txBody>
      </p:sp>
      <p:sp>
        <p:nvSpPr>
          <p:cNvPr id="15" name="Global Skill이 평가 절차에 관여&#10;Prompt만의 효과는 분리 못함">
            <a:extLst xmlns:a="http://schemas.openxmlformats.org/drawingml/2006/main">
              <a:ext uri="{FF2B5EF4-FFF2-40B4-BE49-F238E27FC236}">
                <a16:creationId xmlns:a16="http://schemas.microsoft.com/office/drawing/2014/main" id="{DBF61425-5EE7-4265-A702-DA2AC4DBF76C}"/>
              </a:ext>
            </a:extLst>
          </p:cNvPr>
          <p:cNvSpPr>
            <a:spLocks xmlns:a="http://schemas.openxmlformats.org/drawingml/2006/main" noGrp="1"/>
          </p:cNvSpPr>
          <p:nvPr/>
        </p:nvSpPr>
        <p:spPr>
          <a:xfrm xmlns:a="http://schemas.openxmlformats.org/drawingml/2006/main">
            <a:off x="6705600" y="3457575"/>
            <a:ext cx="4876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Global Skill이 평가 절차에 관여</a:t>
            </a:r>
          </a:p>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Prompt만의 효과는 분리 못함</a:t>
            </a:r>
          </a:p>
        </p:txBody>
      </p:sp>
      <p:sp>
        <p:nvSpPr>
          <p:cNvPr id="16" name="144.2 → 33.5 ms/call median">
            <a:extLst xmlns:a="http://schemas.openxmlformats.org/drawingml/2006/main">
              <a:ext uri="{FF2B5EF4-FFF2-40B4-BE49-F238E27FC236}">
                <a16:creationId xmlns:a16="http://schemas.microsoft.com/office/drawing/2014/main" id="{8B1D4071-4428-4AC2-B489-E13E8AF5C8DE}"/>
              </a:ext>
            </a:extLst>
          </p:cNvPr>
          <p:cNvSpPr>
            <a:spLocks xmlns:a="http://schemas.openxmlformats.org/drawingml/2006/main" noGrp="1"/>
          </p:cNvSpPr>
          <p:nvPr/>
        </p:nvSpPr>
        <p:spPr>
          <a:xfrm xmlns:a="http://schemas.openxmlformats.org/drawingml/2006/main">
            <a:off x="609600" y="452437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144.2 → 33.5 ms/call median</a:t>
            </a:r>
          </a:p>
        </p:txBody>
      </p:sp>
      <p:sp>
        <p:nvSpPr>
          <p:cNvPr id="17" name="인과 해석: PARTIAL">
            <a:extLst xmlns:a="http://schemas.openxmlformats.org/drawingml/2006/main">
              <a:ext uri="{FF2B5EF4-FFF2-40B4-BE49-F238E27FC236}">
                <a16:creationId xmlns:a16="http://schemas.microsoft.com/office/drawing/2014/main" id="{257F35E7-8153-4D42-99CE-883BAA5849BF}"/>
              </a:ext>
            </a:extLst>
          </p:cNvPr>
          <p:cNvSpPr>
            <a:spLocks xmlns:a="http://schemas.openxmlformats.org/drawingml/2006/main" noGrp="1"/>
          </p:cNvSpPr>
          <p:nvPr/>
        </p:nvSpPr>
        <p:spPr>
          <a:xfrm xmlns:a="http://schemas.openxmlformats.org/drawingml/2006/main">
            <a:off x="6705600" y="452437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805400"/>
                </a:solidFill>
                <a:latin typeface="Malgun Gothic"/>
                <a:ea typeface="Malgun Gothic"/>
                <a:cs typeface="Malgun Gothic"/>
              </a:defRPr>
            </a:defPPr>
            <a:lvl1pPr algn="l">
              <a:defRPr sz="2175" b="1">
                <a:solidFill>
                  <a:srgbClr val="805400"/>
                </a:solidFill>
                <a:latin typeface="Malgun Gothic"/>
                <a:ea typeface="Malgun Gothic"/>
                <a:cs typeface="Malgun Gothic"/>
              </a:defRPr>
            </a:lvl1pPr>
            <a:lvl2pPr algn="l">
              <a:defRPr sz="2175" b="1">
                <a:solidFill>
                  <a:srgbClr val="805400"/>
                </a:solidFill>
                <a:latin typeface="Malgun Gothic"/>
                <a:ea typeface="Malgun Gothic"/>
                <a:cs typeface="Malgun Gothic"/>
              </a:defRPr>
            </a:lvl2pPr>
            <a:lvl3pPr algn="l">
              <a:defRPr sz="2175" b="1">
                <a:solidFill>
                  <a:srgbClr val="805400"/>
                </a:solidFill>
                <a:latin typeface="Malgun Gothic"/>
                <a:ea typeface="Malgun Gothic"/>
                <a:cs typeface="Malgun Gothic"/>
              </a:defRPr>
            </a:lvl3pPr>
            <a:lvl4pPr algn="l">
              <a:defRPr sz="2175" b="1">
                <a:solidFill>
                  <a:srgbClr val="805400"/>
                </a:solidFill>
                <a:latin typeface="Malgun Gothic"/>
                <a:ea typeface="Malgun Gothic"/>
                <a:cs typeface="Malgun Gothic"/>
              </a:defRPr>
            </a:lvl4pPr>
            <a:lvl5pPr algn="l">
              <a:defRPr sz="2175" b="1">
                <a:solidFill>
                  <a:srgbClr val="805400"/>
                </a:solidFill>
                <a:latin typeface="Malgun Gothic"/>
                <a:ea typeface="Malgun Gothic"/>
                <a:cs typeface="Malgun Gothic"/>
              </a:defRPr>
            </a:lvl5pPr>
            <a:lvl6pPr algn="l">
              <a:defRPr sz="2175" b="1">
                <a:solidFill>
                  <a:srgbClr val="805400"/>
                </a:solidFill>
                <a:latin typeface="Malgun Gothic"/>
                <a:ea typeface="Malgun Gothic"/>
                <a:cs typeface="Malgun Gothic"/>
              </a:defRPr>
            </a:lvl6pPr>
            <a:lvl7pPr algn="l">
              <a:defRPr sz="2175" b="1">
                <a:solidFill>
                  <a:srgbClr val="805400"/>
                </a:solidFill>
                <a:latin typeface="Malgun Gothic"/>
                <a:ea typeface="Malgun Gothic"/>
                <a:cs typeface="Malgun Gothic"/>
              </a:defRPr>
            </a:lvl7pPr>
            <a:lvl8pPr algn="l">
              <a:defRPr sz="2175" b="1">
                <a:solidFill>
                  <a:srgbClr val="805400"/>
                </a:solidFill>
                <a:latin typeface="Malgun Gothic"/>
                <a:ea typeface="Malgun Gothic"/>
                <a:cs typeface="Malgun Gothic"/>
              </a:defRPr>
            </a:lvl8pPr>
            <a:lvl9pPr algn="l">
              <a:defRPr sz="2175" b="1">
                <a:solidFill>
                  <a:srgbClr val="805400"/>
                </a:solidFill>
                <a:latin typeface="Malgun Gothic"/>
                <a:ea typeface="Malgun Gothic"/>
                <a:cs typeface="Malgun Gothic"/>
              </a:defRPr>
            </a:lvl9pPr>
          </a:lstStyle>
          <a:p xmlns:a="http://schemas.openxmlformats.org/drawingml/2006/main">
            <a:pPr algn="l">
              <a:defRPr sz="2175" b="1">
                <a:solidFill>
                  <a:srgbClr val="805400"/>
                </a:solidFill>
                <a:latin typeface="Malgun Gothic"/>
                <a:ea typeface="Malgun Gothic"/>
                <a:cs typeface="Malgun Gothic"/>
              </a:defRPr>
            </a:pPr>
            <a:r>
              <a:rPr sz="2175" b="1">
                <a:solidFill>
                  <a:srgbClr val="805400"/>
                </a:solidFill>
                <a:latin typeface="Malgun Gothic"/>
                <a:ea typeface="Malgun Gothic"/>
                <a:cs typeface="Malgun Gothic"/>
              </a:rPr>
              <a:t>인과 해석: PARTIAL</a:t>
            </a:r>
          </a:p>
        </p:txBody>
      </p:sp>
      <p:sp>
        <p:nvSpPr>
          <p:cNvPr id="18" name="결과에 대한 확인과, 원인에 대한 확신을 따로 기록한다.">
            <a:extLst xmlns:a="http://schemas.openxmlformats.org/drawingml/2006/main">
              <a:ext uri="{FF2B5EF4-FFF2-40B4-BE49-F238E27FC236}">
                <a16:creationId xmlns:a16="http://schemas.microsoft.com/office/drawing/2014/main" id="{BB7AF883-DFFE-4E2D-9E2E-E787443CF551}"/>
              </a:ext>
            </a:extLst>
          </p:cNvPr>
          <p:cNvSpPr>
            <a:spLocks xmlns:a="http://schemas.openxmlformats.org/drawingml/2006/main" noGrp="1"/>
          </p:cNvSpPr>
          <p:nvPr/>
        </p:nvSpPr>
        <p:spPr>
          <a:xfrm xmlns:a="http://schemas.openxmlformats.org/drawingml/2006/main">
            <a:off x="609600" y="5286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결과에 대한 확인과, 원인에 대한 확신을 따로 기록한다.</a:t>
            </a:r>
          </a:p>
        </p:txBody>
      </p:sp>
      <p:sp>
        <p:nvSpPr>
          <p:cNvPr id="19" name="Legacy module connection">
            <a:extLst xmlns:a="http://schemas.openxmlformats.org/drawingml/2006/main">
              <a:ext uri="{FF2B5EF4-FFF2-40B4-BE49-F238E27FC236}">
                <a16:creationId xmlns:a16="http://schemas.microsoft.com/office/drawing/2014/main" id="{7FCE530A-7CB2-40A4-9B2B-58CB4E009280}"/>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1992608055"/>
      </p:ext>
    </p:extLst>
  </p:cSld>
</p:sld>
</file>

<file path=ppt/slides/slide8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3" name="ACT 4 · OBSERVED META / 실제 기록 방식 변경">
            <a:extLst xmlns:a="http://schemas.openxmlformats.org/drawingml/2006/main">
              <a:ext uri="{FF2B5EF4-FFF2-40B4-BE49-F238E27FC236}">
                <a16:creationId xmlns:a16="http://schemas.microsoft.com/office/drawing/2014/main" id="{EBA7AC04-E9F6-46C8-BC5F-3A7ECB0DB1E6}"/>
              </a:ext>
            </a:extLst>
          </p:cNvPr>
          <p:cNvSpPr>
            <a:spLocks xmlns:a="http://schemas.openxmlformats.org/drawingml/2006/main" noGrp="1"/>
          </p:cNvSpPr>
          <p:nvPr/>
        </p:nvSpPr>
        <p:spPr>
          <a:xfrm xmlns:a="http://schemas.openxmlformats.org/drawingml/2006/main">
            <a:off x="609600" y="4572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OBSERVED META / 실제 기록 방식 변경</a:t>
            </a:r>
          </a:p>
        </p:txBody>
      </p:sp>
      <p:sp>
        <p:nvSpPr>
          <p:cNvPr id="2" name="S82">
            <a:extLst xmlns:a="http://schemas.openxmlformats.org/drawingml/2006/main">
              <a:ext uri="{FF2B5EF4-FFF2-40B4-BE49-F238E27FC236}">
                <a16:creationId xmlns:a16="http://schemas.microsoft.com/office/drawing/2014/main" id="{0076EC22-784B-4794-8364-55973B13FBEF}"/>
              </a:ext>
            </a:extLst>
          </p:cNvPr>
          <p:cNvSpPr>
            <a:spLocks xmlns:a="http://schemas.openxmlformats.org/drawingml/2006/main" noGrp="1"/>
          </p:cNvSpPr>
          <p:nvPr/>
        </p:nvSpPr>
        <p:spPr>
          <a:xfrm xmlns:a="http://schemas.openxmlformats.org/drawingml/2006/main">
            <a:off x="10668000" y="457200"/>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S82</a:t>
            </a:r>
          </a:p>
        </p:txBody>
      </p:sp>
      <p:sp>
        <p:nvSpPr>
          <p:cNvPr id="3" name="평가와 보고 규칙을 Evidence에 맞추다">
            <a:extLst xmlns:a="http://schemas.openxmlformats.org/drawingml/2006/main">
              <a:ext uri="{FF2B5EF4-FFF2-40B4-BE49-F238E27FC236}">
                <a16:creationId xmlns:a16="http://schemas.microsoft.com/office/drawing/2014/main" id="{22D92F2B-A81A-4673-BC4E-7EEDCF682E8F}"/>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평가와 보고 규칙을 Evidence에 맞추다</a:t>
            </a:r>
          </a:p>
        </p:txBody>
      </p:sp>
      <p:sp>
        <p:nvSpPr>
          <p:cNvPr id="4" name="">
            <a:extLst xmlns:a="http://schemas.openxmlformats.org/drawingml/2006/main">
              <a:ext uri="{FF2B5EF4-FFF2-40B4-BE49-F238E27FC236}">
                <a16:creationId xmlns:a16="http://schemas.microsoft.com/office/drawing/2014/main" id="{8F30525B-31EB-45EF-8672-18823AAE39DE}"/>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5" name="">
            <a:extLst xmlns:a="http://schemas.openxmlformats.org/drawingml/2006/main">
              <a:ext uri="{FF2B5EF4-FFF2-40B4-BE49-F238E27FC236}">
                <a16:creationId xmlns:a16="http://schemas.microsoft.com/office/drawing/2014/main" id="{F33BA311-F8EC-49C2-8B45-CBB80F82C4CF}"/>
              </a:ext>
            </a:extLst>
          </p:cNvPr>
          <p:cNvSpPr>
            <a:spLocks xmlns:a="http://schemas.openxmlformats.org/drawingml/2006/main" noGrp="1"/>
          </p:cNvSpPr>
          <p:nvPr/>
        </p:nvSpPr>
        <p:spPr>
          <a:xfrm xmlns:a="http://schemas.openxmlformats.org/drawingml/2006/main">
            <a:off x="609600" y="5695950"/>
            <a:ext cx="10972800" cy="0"/>
          </a:xfrm>
          <a:prstGeom xmlns:a="http://schemas.openxmlformats.org/drawingml/2006/main" prst="line">
            <a:avLst/>
          </a:prstGeom>
          <a:noFill xmlns:a="http://schemas.openxmlformats.org/drawingml/2006/main"/>
          <a:ln xmlns:a="http://schemas.openxmlformats.org/drawingml/2006/main" w="9525">
            <a:solidFill>
              <a:srgbClr val="0B6172"/>
            </a:solidFill>
            <a:prstDash val="solid"/>
          </a:ln>
        </p:spPr>
      </p:sp>
      <p:sp>
        <p:nvSpPr>
          <p:cNvPr id="6" name="TRIAL-006 → DEC-0016 · 평가·보고 기준을 요약한 도식">
            <a:extLst xmlns:a="http://schemas.openxmlformats.org/drawingml/2006/main">
              <a:ext uri="{FF2B5EF4-FFF2-40B4-BE49-F238E27FC236}">
                <a16:creationId xmlns:a16="http://schemas.microsoft.com/office/drawing/2014/main" id="{860F9221-5251-407C-89D9-FA03EDE6D59C}"/>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TRIAL-006 → DEC-0016 · 평가·보고 기준을 요약한 도식</a:t>
            </a:r>
          </a:p>
        </p:txBody>
      </p:sp>
      <p:sp>
        <p:nvSpPr>
          <p:cNvPr id="7" name="제품 코드·Demo Skill 수정이 아니며, 격리 환경에서 Prompt 효과를 검증한 것도 아니다.">
            <a:extLst xmlns:a="http://schemas.openxmlformats.org/drawingml/2006/main">
              <a:ext uri="{FF2B5EF4-FFF2-40B4-BE49-F238E27FC236}">
                <a16:creationId xmlns:a16="http://schemas.microsoft.com/office/drawing/2014/main" id="{F1DAA5D5-5F13-4606-83F7-B230DFA4C00A}"/>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제품 코드·Demo Skill 수정이 아니며, 격리 환경에서 Prompt 효과를 검증한 것도 아니다.</a:t>
            </a:r>
          </a:p>
        </p:txBody>
      </p:sp>
      <p:sp>
        <p:nvSpPr>
          <p:cNvPr id="8" name="DEC-0016 · 바뀐 것은 후속 Trial을 기록하는 기준">
            <a:extLst xmlns:a="http://schemas.openxmlformats.org/drawingml/2006/main">
              <a:ext uri="{FF2B5EF4-FFF2-40B4-BE49-F238E27FC236}">
                <a16:creationId xmlns:a16="http://schemas.microsoft.com/office/drawing/2014/main" id="{844C4C02-C848-4588-A8A7-E6A5A15D6FD1}"/>
              </a:ext>
            </a:extLst>
          </p:cNvPr>
          <p:cNvSpPr>
            <a:spLocks xmlns:a="http://schemas.openxmlformats.org/drawingml/2006/main" noGrp="1"/>
          </p:cNvSpPr>
          <p:nvPr/>
        </p:nvSpPr>
        <p:spPr>
          <a:xfrm xmlns:a="http://schemas.openxmlformats.org/drawingml/2006/main">
            <a:off x="609600" y="20478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0B6172"/>
                </a:solidFill>
                <a:latin typeface="Malgun Gothic"/>
                <a:ea typeface="Malgun Gothic"/>
                <a:cs typeface="Malgun Gothic"/>
              </a:defRPr>
            </a:defPPr>
            <a:lvl1pPr algn="l">
              <a:defRPr sz="2475" b="1">
                <a:solidFill>
                  <a:srgbClr val="0B6172"/>
                </a:solidFill>
                <a:latin typeface="Malgun Gothic"/>
                <a:ea typeface="Malgun Gothic"/>
                <a:cs typeface="Malgun Gothic"/>
              </a:defRPr>
            </a:lvl1pPr>
            <a:lvl2pPr algn="l">
              <a:defRPr sz="2475" b="1">
                <a:solidFill>
                  <a:srgbClr val="0B6172"/>
                </a:solidFill>
                <a:latin typeface="Malgun Gothic"/>
                <a:ea typeface="Malgun Gothic"/>
                <a:cs typeface="Malgun Gothic"/>
              </a:defRPr>
            </a:lvl2pPr>
            <a:lvl3pPr algn="l">
              <a:defRPr sz="2475" b="1">
                <a:solidFill>
                  <a:srgbClr val="0B6172"/>
                </a:solidFill>
                <a:latin typeface="Malgun Gothic"/>
                <a:ea typeface="Malgun Gothic"/>
                <a:cs typeface="Malgun Gothic"/>
              </a:defRPr>
            </a:lvl3pPr>
            <a:lvl4pPr algn="l">
              <a:defRPr sz="2475" b="1">
                <a:solidFill>
                  <a:srgbClr val="0B6172"/>
                </a:solidFill>
                <a:latin typeface="Malgun Gothic"/>
                <a:ea typeface="Malgun Gothic"/>
                <a:cs typeface="Malgun Gothic"/>
              </a:defRPr>
            </a:lvl4pPr>
            <a:lvl5pPr algn="l">
              <a:defRPr sz="2475" b="1">
                <a:solidFill>
                  <a:srgbClr val="0B6172"/>
                </a:solidFill>
                <a:latin typeface="Malgun Gothic"/>
                <a:ea typeface="Malgun Gothic"/>
                <a:cs typeface="Malgun Gothic"/>
              </a:defRPr>
            </a:lvl5pPr>
            <a:lvl6pPr algn="l">
              <a:defRPr sz="2475" b="1">
                <a:solidFill>
                  <a:srgbClr val="0B6172"/>
                </a:solidFill>
                <a:latin typeface="Malgun Gothic"/>
                <a:ea typeface="Malgun Gothic"/>
                <a:cs typeface="Malgun Gothic"/>
              </a:defRPr>
            </a:lvl6pPr>
            <a:lvl7pPr algn="l">
              <a:defRPr sz="2475" b="1">
                <a:solidFill>
                  <a:srgbClr val="0B6172"/>
                </a:solidFill>
                <a:latin typeface="Malgun Gothic"/>
                <a:ea typeface="Malgun Gothic"/>
                <a:cs typeface="Malgun Gothic"/>
              </a:defRPr>
            </a:lvl7pPr>
            <a:lvl8pPr algn="l">
              <a:defRPr sz="2475" b="1">
                <a:solidFill>
                  <a:srgbClr val="0B6172"/>
                </a:solidFill>
                <a:latin typeface="Malgun Gothic"/>
                <a:ea typeface="Malgun Gothic"/>
                <a:cs typeface="Malgun Gothic"/>
              </a:defRPr>
            </a:lvl8pPr>
            <a:lvl9pPr algn="l">
              <a:defRPr sz="2475" b="1">
                <a:solidFill>
                  <a:srgbClr val="0B6172"/>
                </a:solidFill>
                <a:latin typeface="Malgun Gothic"/>
                <a:ea typeface="Malgun Gothic"/>
                <a:cs typeface="Malgun Gothic"/>
              </a:defRPr>
            </a:lvl9pPr>
          </a:lstStyle>
          <a:p xmlns:a="http://schemas.openxmlformats.org/drawingml/2006/main">
            <a:pPr algn="l">
              <a:defRPr sz="2475" b="1">
                <a:solidFill>
                  <a:srgbClr val="0B6172"/>
                </a:solidFill>
                <a:latin typeface="Malgun Gothic"/>
                <a:ea typeface="Malgun Gothic"/>
                <a:cs typeface="Malgun Gothic"/>
              </a:defRPr>
            </a:pPr>
            <a:r>
              <a:rPr sz="2475" b="1">
                <a:solidFill>
                  <a:srgbClr val="0B6172"/>
                </a:solidFill>
                <a:latin typeface="Malgun Gothic"/>
                <a:ea typeface="Malgun Gothic"/>
                <a:cs typeface="Malgun Gothic"/>
              </a:rPr>
              <a:t>DEC-0016 · 바뀐 것은 후속 Trial을 기록하는 기준</a:t>
            </a:r>
          </a:p>
        </p:txBody>
      </p:sp>
      <p:sp>
        <p:nvSpPr>
          <p:cNvPr id="9" name="기존 빈틈: 작업·Repository 중심으로 보고 주변 Harness 영향 설명이 부족했다.">
            <a:extLst xmlns:a="http://schemas.openxmlformats.org/drawingml/2006/main">
              <a:ext uri="{FF2B5EF4-FFF2-40B4-BE49-F238E27FC236}">
                <a16:creationId xmlns:a16="http://schemas.microsoft.com/office/drawing/2014/main" id="{BA757F12-F1ED-4FE9-912D-88DFEA382594}"/>
              </a:ext>
            </a:extLst>
          </p:cNvPr>
          <p:cNvSpPr>
            <a:spLocks xmlns:a="http://schemas.openxmlformats.org/drawingml/2006/main" noGrp="1"/>
          </p:cNvSpPr>
          <p:nvPr/>
        </p:nvSpPr>
        <p:spPr>
          <a:xfrm xmlns:a="http://schemas.openxmlformats.org/drawingml/2006/main">
            <a:off x="609600" y="2667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기존 빈틈: 작업·Repository 중심으로 보고 주변 Harness 영향 설명이 부족했다.</a:t>
            </a:r>
          </a:p>
        </p:txBody>
      </p:sp>
      <p:sp>
        <p:nvSpPr>
          <p:cNvPr id="10" name="">
            <a:extLst xmlns:a="http://schemas.openxmlformats.org/drawingml/2006/main">
              <a:ext uri="{FF2B5EF4-FFF2-40B4-BE49-F238E27FC236}">
                <a16:creationId xmlns:a16="http://schemas.microsoft.com/office/drawing/2014/main" id="{F62BE4D8-098D-4346-AFFF-8C9BEA8A8579}"/>
              </a:ext>
            </a:extLst>
          </p:cNvPr>
          <p:cNvSpPr>
            <a:spLocks xmlns:a="http://schemas.openxmlformats.org/drawingml/2006/main" noGrp="1"/>
          </p:cNvSpPr>
          <p:nvPr/>
        </p:nvSpPr>
        <p:spPr>
          <a:xfrm xmlns:a="http://schemas.openxmlformats.org/drawingml/2006/main">
            <a:off x="609600" y="3352800"/>
            <a:ext cx="333375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1" name="기존 결과 보존">
            <a:extLst xmlns:a="http://schemas.openxmlformats.org/drawingml/2006/main">
              <a:ext uri="{FF2B5EF4-FFF2-40B4-BE49-F238E27FC236}">
                <a16:creationId xmlns:a16="http://schemas.microsoft.com/office/drawing/2014/main" id="{7AB8B3F1-C007-42D3-96DB-DC865709CE52}"/>
              </a:ext>
            </a:extLst>
          </p:cNvPr>
          <p:cNvSpPr>
            <a:spLocks xmlns:a="http://schemas.openxmlformats.org/drawingml/2006/main" noGrp="1"/>
          </p:cNvSpPr>
          <p:nvPr/>
        </p:nvSpPr>
        <p:spPr>
          <a:xfrm xmlns:a="http://schemas.openxmlformats.org/drawingml/2006/main">
            <a:off x="609600" y="35242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기존 결과 보존</a:t>
            </a:r>
          </a:p>
        </p:txBody>
      </p:sp>
      <p:sp>
        <p:nvSpPr>
          <p:cNvPr id="12" name="TRIAL-006&#10;PARTIAL로 남김">
            <a:extLst xmlns:a="http://schemas.openxmlformats.org/drawingml/2006/main">
              <a:ext uri="{FF2B5EF4-FFF2-40B4-BE49-F238E27FC236}">
                <a16:creationId xmlns:a16="http://schemas.microsoft.com/office/drawing/2014/main" id="{324624A9-8B39-405F-8082-B1C9CBD84F5F}"/>
              </a:ext>
            </a:extLst>
          </p:cNvPr>
          <p:cNvSpPr>
            <a:spLocks xmlns:a="http://schemas.openxmlformats.org/drawingml/2006/main" noGrp="1"/>
          </p:cNvSpPr>
          <p:nvPr/>
        </p:nvSpPr>
        <p:spPr>
          <a:xfrm xmlns:a="http://schemas.openxmlformats.org/drawingml/2006/main">
            <a:off x="609600" y="4105275"/>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TRIAL-006</a:t>
            </a:r>
          </a:p>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PARTIAL로 남김</a:t>
            </a:r>
          </a:p>
        </p:txBody>
      </p:sp>
      <p:sp>
        <p:nvSpPr>
          <p:cNvPr id="13" name="">
            <a:extLst xmlns:a="http://schemas.openxmlformats.org/drawingml/2006/main">
              <a:ext uri="{FF2B5EF4-FFF2-40B4-BE49-F238E27FC236}">
                <a16:creationId xmlns:a16="http://schemas.microsoft.com/office/drawing/2014/main" id="{C9DD7836-D0A5-4CFB-8BA6-075A9B6DE621}"/>
              </a:ext>
            </a:extLst>
          </p:cNvPr>
          <p:cNvSpPr>
            <a:spLocks xmlns:a="http://schemas.openxmlformats.org/drawingml/2006/main" noGrp="1"/>
          </p:cNvSpPr>
          <p:nvPr/>
        </p:nvSpPr>
        <p:spPr>
          <a:xfrm xmlns:a="http://schemas.openxmlformats.org/drawingml/2006/main">
            <a:off x="4019550" y="3762375"/>
            <a:ext cx="257175"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123A68A-3D6C-433B-A096-D513D01F78DF}"/>
              </a:ext>
            </a:extLst>
          </p:cNvPr>
          <p:cNvSpPr>
            <a:spLocks xmlns:a="http://schemas.openxmlformats.org/drawingml/2006/main" noGrp="1"/>
          </p:cNvSpPr>
          <p:nvPr/>
        </p:nvSpPr>
        <p:spPr>
          <a:xfrm xmlns:a="http://schemas.openxmlformats.org/drawingml/2006/main">
            <a:off x="4400550" y="3352800"/>
            <a:ext cx="333375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5" name="진행 조건 명시">
            <a:extLst xmlns:a="http://schemas.openxmlformats.org/drawingml/2006/main">
              <a:ext uri="{FF2B5EF4-FFF2-40B4-BE49-F238E27FC236}">
                <a16:creationId xmlns:a16="http://schemas.microsoft.com/office/drawing/2014/main" id="{07057AF1-A441-4EFD-A4EA-5FF62F5460A6}"/>
              </a:ext>
            </a:extLst>
          </p:cNvPr>
          <p:cNvSpPr>
            <a:spLocks xmlns:a="http://schemas.openxmlformats.org/drawingml/2006/main" noGrp="1"/>
          </p:cNvSpPr>
          <p:nvPr/>
        </p:nvSpPr>
        <p:spPr>
          <a:xfrm xmlns:a="http://schemas.openxmlformats.org/drawingml/2006/main">
            <a:off x="4400550" y="35242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진행 조건 명시</a:t>
            </a:r>
          </a:p>
        </p:txBody>
      </p:sp>
      <p:sp>
        <p:nvSpPr>
          <p:cNvPr id="16" name="clean isolation을&#10;진행 조건으로 두지 않음">
            <a:extLst xmlns:a="http://schemas.openxmlformats.org/drawingml/2006/main">
              <a:ext uri="{FF2B5EF4-FFF2-40B4-BE49-F238E27FC236}">
                <a16:creationId xmlns:a16="http://schemas.microsoft.com/office/drawing/2014/main" id="{DB9E9B8C-87BC-45DD-AFEA-50D7352AB902}"/>
              </a:ext>
            </a:extLst>
          </p:cNvPr>
          <p:cNvSpPr>
            <a:spLocks xmlns:a="http://schemas.openxmlformats.org/drawingml/2006/main" noGrp="1"/>
          </p:cNvSpPr>
          <p:nvPr/>
        </p:nvSpPr>
        <p:spPr>
          <a:xfrm xmlns:a="http://schemas.openxmlformats.org/drawingml/2006/main">
            <a:off x="4400550" y="4105275"/>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clean isolation을</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진행 조건으로 두지 않음</a:t>
            </a:r>
          </a:p>
        </p:txBody>
      </p:sp>
      <p:sp>
        <p:nvSpPr>
          <p:cNvPr id="17" name="">
            <a:extLst xmlns:a="http://schemas.openxmlformats.org/drawingml/2006/main">
              <a:ext uri="{FF2B5EF4-FFF2-40B4-BE49-F238E27FC236}">
                <a16:creationId xmlns:a16="http://schemas.microsoft.com/office/drawing/2014/main" id="{C3065B53-0524-4C0D-9EB5-4E82E258EF10}"/>
              </a:ext>
            </a:extLst>
          </p:cNvPr>
          <p:cNvSpPr>
            <a:spLocks xmlns:a="http://schemas.openxmlformats.org/drawingml/2006/main" noGrp="1"/>
          </p:cNvSpPr>
          <p:nvPr/>
        </p:nvSpPr>
        <p:spPr>
          <a:xfrm xmlns:a="http://schemas.openxmlformats.org/drawingml/2006/main">
            <a:off x="7810500" y="3762375"/>
            <a:ext cx="257175"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6728BBD-8647-469A-98C6-B7B279021D3B}"/>
              </a:ext>
            </a:extLst>
          </p:cNvPr>
          <p:cNvSpPr>
            <a:spLocks xmlns:a="http://schemas.openxmlformats.org/drawingml/2006/main" noGrp="1"/>
          </p:cNvSpPr>
          <p:nvPr/>
        </p:nvSpPr>
        <p:spPr>
          <a:xfrm xmlns:a="http://schemas.openxmlformats.org/drawingml/2006/main">
            <a:off x="8191500" y="3352800"/>
            <a:ext cx="333375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9" name="후속 기록 변경">
            <a:extLst xmlns:a="http://schemas.openxmlformats.org/drawingml/2006/main">
              <a:ext uri="{FF2B5EF4-FFF2-40B4-BE49-F238E27FC236}">
                <a16:creationId xmlns:a16="http://schemas.microsoft.com/office/drawing/2014/main" id="{15F281C1-4C8C-4127-8B3D-D9367AC6D83B}"/>
              </a:ext>
            </a:extLst>
          </p:cNvPr>
          <p:cNvSpPr>
            <a:spLocks xmlns:a="http://schemas.openxmlformats.org/drawingml/2006/main" noGrp="1"/>
          </p:cNvSpPr>
          <p:nvPr/>
        </p:nvSpPr>
        <p:spPr>
          <a:xfrm xmlns:a="http://schemas.openxmlformats.org/drawingml/2006/main">
            <a:off x="8191500" y="35242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후속 기록 변경</a:t>
            </a:r>
          </a:p>
        </p:txBody>
      </p:sp>
      <p:sp>
        <p:nvSpPr>
          <p:cNvPr id="20" name="관찰된 환경 영향을&#10;다음 Trial에 함께 기록">
            <a:extLst xmlns:a="http://schemas.openxmlformats.org/drawingml/2006/main">
              <a:ext uri="{FF2B5EF4-FFF2-40B4-BE49-F238E27FC236}">
                <a16:creationId xmlns:a16="http://schemas.microsoft.com/office/drawing/2014/main" id="{1FE56B12-B2AD-42AD-9518-EFA7A6DC2C0A}"/>
              </a:ext>
            </a:extLst>
          </p:cNvPr>
          <p:cNvSpPr>
            <a:spLocks xmlns:a="http://schemas.openxmlformats.org/drawingml/2006/main" noGrp="1"/>
          </p:cNvSpPr>
          <p:nvPr/>
        </p:nvSpPr>
        <p:spPr>
          <a:xfrm xmlns:a="http://schemas.openxmlformats.org/drawingml/2006/main">
            <a:off x="8191500" y="4105275"/>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관찰된 환경 영향을</a:t>
            </a:r>
          </a:p>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다음 Trial에 함께 기록</a:t>
            </a:r>
          </a:p>
        </p:txBody>
      </p:sp>
      <p:sp>
        <p:nvSpPr>
          <p:cNvPr id="21" name="기록 대상: Skills · 경고 / 실행·사용 여부 · 결과를 설명할 수 있는 범위">
            <a:extLst xmlns:a="http://schemas.openxmlformats.org/drawingml/2006/main">
              <a:ext uri="{FF2B5EF4-FFF2-40B4-BE49-F238E27FC236}">
                <a16:creationId xmlns:a16="http://schemas.microsoft.com/office/drawing/2014/main" id="{A3905B90-926E-465D-83C7-540D5BC96FAE}"/>
              </a:ext>
            </a:extLst>
          </p:cNvPr>
          <p:cNvSpPr>
            <a:spLocks xmlns:a="http://schemas.openxmlformats.org/drawingml/2006/main" noGrp="1"/>
          </p:cNvSpPr>
          <p:nvPr/>
        </p:nvSpPr>
        <p:spPr>
          <a:xfrm xmlns:a="http://schemas.openxmlformats.org/drawingml/2006/main">
            <a:off x="609600" y="5267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기록 대상: Skills · 경고 / 실행·사용 여부 · 결과를 설명할 수 있는 범위</a:t>
            </a:r>
          </a:p>
        </p:txBody>
      </p:sp>
      <p:sp>
        <p:nvSpPr>
          <p:cNvPr id="22" name="Legacy module connection">
            <a:extLst xmlns:a="http://schemas.openxmlformats.org/drawingml/2006/main">
              <a:ext uri="{FF2B5EF4-FFF2-40B4-BE49-F238E27FC236}">
                <a16:creationId xmlns:a16="http://schemas.microsoft.com/office/drawing/2014/main" id="{F41AA138-22B1-4B85-9DE8-425092877D74}"/>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87782315"/>
      </p:ext>
    </p:extLst>
  </p:cSld>
</p:sld>
</file>

<file path=ppt/slides/slide8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5" name="ACT 4 · OBSERVED META / 후속 기록 대조">
            <a:extLst xmlns:a="http://schemas.openxmlformats.org/drawingml/2006/main">
              <a:ext uri="{FF2B5EF4-FFF2-40B4-BE49-F238E27FC236}">
                <a16:creationId xmlns:a16="http://schemas.microsoft.com/office/drawing/2014/main" id="{AC4A34DE-99C9-49B1-AE7D-BD8ABFCF491B}"/>
              </a:ext>
            </a:extLst>
          </p:cNvPr>
          <p:cNvSpPr>
            <a:spLocks xmlns:a="http://schemas.openxmlformats.org/drawingml/2006/main" noGrp="1"/>
          </p:cNvSpPr>
          <p:nvPr/>
        </p:nvSpPr>
        <p:spPr>
          <a:xfrm xmlns:a="http://schemas.openxmlformats.org/drawingml/2006/main">
            <a:off x="609600" y="4572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OBSERVED META / 후속 기록 대조</a:t>
            </a:r>
          </a:p>
        </p:txBody>
      </p:sp>
      <p:sp>
        <p:nvSpPr>
          <p:cNvPr id="2" name="S83">
            <a:extLst xmlns:a="http://schemas.openxmlformats.org/drawingml/2006/main">
              <a:ext uri="{FF2B5EF4-FFF2-40B4-BE49-F238E27FC236}">
                <a16:creationId xmlns:a16="http://schemas.microsoft.com/office/drawing/2014/main" id="{F898C30C-DB4D-40E0-9BBF-565D9B3D12DB}"/>
              </a:ext>
            </a:extLst>
          </p:cNvPr>
          <p:cNvSpPr>
            <a:spLocks xmlns:a="http://schemas.openxmlformats.org/drawingml/2006/main" noGrp="1"/>
          </p:cNvSpPr>
          <p:nvPr/>
        </p:nvSpPr>
        <p:spPr>
          <a:xfrm xmlns:a="http://schemas.openxmlformats.org/drawingml/2006/main">
            <a:off x="10668000" y="457200"/>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S83</a:t>
            </a:r>
          </a:p>
        </p:txBody>
      </p:sp>
      <p:sp>
        <p:nvSpPr>
          <p:cNvPr id="3" name="후속 기록은 개선됐지만 완전하지 않았다">
            <a:extLst xmlns:a="http://schemas.openxmlformats.org/drawingml/2006/main">
              <a:ext uri="{FF2B5EF4-FFF2-40B4-BE49-F238E27FC236}">
                <a16:creationId xmlns:a16="http://schemas.microsoft.com/office/drawing/2014/main" id="{5037E017-85AC-42FD-894B-F99E5E1C21A7}"/>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후속 기록은 개선됐지만 완전하지 않았다</a:t>
            </a:r>
          </a:p>
        </p:txBody>
      </p:sp>
      <p:sp>
        <p:nvSpPr>
          <p:cNvPr id="4" name="">
            <a:extLst xmlns:a="http://schemas.openxmlformats.org/drawingml/2006/main">
              <a:ext uri="{FF2B5EF4-FFF2-40B4-BE49-F238E27FC236}">
                <a16:creationId xmlns:a16="http://schemas.microsoft.com/office/drawing/2014/main" id="{3CAD8BA9-9F7D-4441-A36E-8D81F60A775E}"/>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5" name="">
            <a:extLst xmlns:a="http://schemas.openxmlformats.org/drawingml/2006/main">
              <a:ext uri="{FF2B5EF4-FFF2-40B4-BE49-F238E27FC236}">
                <a16:creationId xmlns:a16="http://schemas.microsoft.com/office/drawing/2014/main" id="{D38BE487-98B2-4A27-813D-064521F0204B}"/>
              </a:ext>
            </a:extLst>
          </p:cNvPr>
          <p:cNvSpPr>
            <a:spLocks xmlns:a="http://schemas.openxmlformats.org/drawingml/2006/main" noGrp="1"/>
          </p:cNvSpPr>
          <p:nvPr/>
        </p:nvSpPr>
        <p:spPr>
          <a:xfrm xmlns:a="http://schemas.openxmlformats.org/drawingml/2006/main">
            <a:off x="609600" y="5695950"/>
            <a:ext cx="10972800" cy="0"/>
          </a:xfrm>
          <a:prstGeom xmlns:a="http://schemas.openxmlformats.org/drawingml/2006/main" prst="line">
            <a:avLst/>
          </a:prstGeom>
          <a:noFill xmlns:a="http://schemas.openxmlformats.org/drawingml/2006/main"/>
          <a:ln xmlns:a="http://schemas.openxmlformats.org/drawingml/2006/main" w="9525">
            <a:solidFill>
              <a:srgbClr val="0B6172"/>
            </a:solidFill>
            <a:prstDash val="solid"/>
          </a:ln>
        </p:spPr>
      </p:sp>
      <p:sp>
        <p:nvSpPr>
          <p:cNvPr id="6" name="TRIAL-007/008 · DEC-0016 · 원문 기록의 의미를 요약한 도식">
            <a:extLst xmlns:a="http://schemas.openxmlformats.org/drawingml/2006/main">
              <a:ext uri="{FF2B5EF4-FFF2-40B4-BE49-F238E27FC236}">
                <a16:creationId xmlns:a16="http://schemas.microsoft.com/office/drawing/2014/main" id="{2A5172D6-1D56-4FAD-9F9D-F4ADC903CB4A}"/>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TRIAL-007/008 · DEC-0016 · 원문 기록의 의미를 요약한 도식</a:t>
            </a:r>
          </a:p>
        </p:txBody>
      </p:sp>
      <p:sp>
        <p:nvSpPr>
          <p:cNvPr id="7" name="MCP 작업 결과는 없음. 완전한 환경 목록이나 측정된 품질 향상을 뜻하지 않는다.">
            <a:extLst xmlns:a="http://schemas.openxmlformats.org/drawingml/2006/main">
              <a:ext uri="{FF2B5EF4-FFF2-40B4-BE49-F238E27FC236}">
                <a16:creationId xmlns:a16="http://schemas.microsoft.com/office/drawing/2014/main" id="{132502A9-82AE-4569-BB45-6B39E38A8BDA}"/>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MCP 작업 결과는 없음. 완전한 환경 목록이나 측정된 품질 향상을 뜻하지 않는다.</a:t>
            </a:r>
          </a:p>
        </p:txBody>
      </p:sp>
      <p:sp>
        <p:nvSpPr>
          <p:cNvPr id="8" name="TRIAL-007">
            <a:extLst xmlns:a="http://schemas.openxmlformats.org/drawingml/2006/main">
              <a:ext uri="{FF2B5EF4-FFF2-40B4-BE49-F238E27FC236}">
                <a16:creationId xmlns:a16="http://schemas.microsoft.com/office/drawing/2014/main" id="{3C8CA5F6-389D-45F8-A8CB-AC7D9DAEE8FE}"/>
              </a:ext>
            </a:extLst>
          </p:cNvPr>
          <p:cNvSpPr>
            <a:spLocks xmlns:a="http://schemas.openxmlformats.org/drawingml/2006/main" noGrp="1"/>
          </p:cNvSpPr>
          <p:nvPr/>
        </p:nvSpPr>
        <p:spPr>
          <a:xfrm xmlns:a="http://schemas.openxmlformats.org/drawingml/2006/main">
            <a:off x="609600" y="2057400"/>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TRIAL-007</a:t>
            </a:r>
          </a:p>
        </p:txBody>
      </p:sp>
      <p:sp>
        <p:nvSpPr>
          <p:cNvPr id="9" name="보고와 원문을 대조">
            <a:extLst xmlns:a="http://schemas.openxmlformats.org/drawingml/2006/main">
              <a:ext uri="{FF2B5EF4-FFF2-40B4-BE49-F238E27FC236}">
                <a16:creationId xmlns:a16="http://schemas.microsoft.com/office/drawing/2014/main" id="{4145B8F3-A170-4E58-82DA-5F60D69B9C09}"/>
              </a:ext>
            </a:extLst>
          </p:cNvPr>
          <p:cNvSpPr>
            <a:spLocks xmlns:a="http://schemas.openxmlformats.org/drawingml/2006/main" noGrp="1"/>
          </p:cNvSpPr>
          <p:nvPr/>
        </p:nvSpPr>
        <p:spPr>
          <a:xfrm xmlns:a="http://schemas.openxmlformats.org/drawingml/2006/main">
            <a:off x="609600" y="2552700"/>
            <a:ext cx="518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보고와 원문을 대조</a:t>
            </a:r>
          </a:p>
        </p:txBody>
      </p:sp>
      <p:sp>
        <p:nvSpPr>
          <p:cNvPr id="10" name="">
            <a:extLst xmlns:a="http://schemas.openxmlformats.org/drawingml/2006/main">
              <a:ext uri="{FF2B5EF4-FFF2-40B4-BE49-F238E27FC236}">
                <a16:creationId xmlns:a16="http://schemas.microsoft.com/office/drawing/2014/main" id="{AA2446FF-E4D5-4EA0-B1E2-29B7F408A995}"/>
              </a:ext>
            </a:extLst>
          </p:cNvPr>
          <p:cNvSpPr>
            <a:spLocks xmlns:a="http://schemas.openxmlformats.org/drawingml/2006/main" noGrp="1"/>
          </p:cNvSpPr>
          <p:nvPr/>
        </p:nvSpPr>
        <p:spPr>
          <a:xfrm xmlns:a="http://schemas.openxmlformats.org/drawingml/2006/main">
            <a:off x="609600" y="3067050"/>
            <a:ext cx="51816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1" name="최종 보고">
            <a:extLst xmlns:a="http://schemas.openxmlformats.org/drawingml/2006/main">
              <a:ext uri="{FF2B5EF4-FFF2-40B4-BE49-F238E27FC236}">
                <a16:creationId xmlns:a16="http://schemas.microsoft.com/office/drawing/2014/main" id="{C77A36CA-743E-4AAB-A180-D4C1D927F277}"/>
              </a:ext>
            </a:extLst>
          </p:cNvPr>
          <p:cNvSpPr>
            <a:spLocks xmlns:a="http://schemas.openxmlformats.org/drawingml/2006/main" noGrp="1"/>
          </p:cNvSpPr>
          <p:nvPr/>
        </p:nvSpPr>
        <p:spPr>
          <a:xfrm xmlns:a="http://schemas.openxmlformats.org/drawingml/2006/main">
            <a:off x="609600" y="3267075"/>
            <a:ext cx="5181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최종 보고</a:t>
            </a:r>
          </a:p>
        </p:txBody>
      </p:sp>
      <p:sp>
        <p:nvSpPr>
          <p:cNvPr id="12" name="MCP 경고 없음">
            <a:extLst xmlns:a="http://schemas.openxmlformats.org/drawingml/2006/main">
              <a:ext uri="{FF2B5EF4-FFF2-40B4-BE49-F238E27FC236}">
                <a16:creationId xmlns:a16="http://schemas.microsoft.com/office/drawing/2014/main" id="{94289CA7-2D1C-4538-870C-6CDF1B311340}"/>
              </a:ext>
            </a:extLst>
          </p:cNvPr>
          <p:cNvSpPr>
            <a:spLocks xmlns:a="http://schemas.openxmlformats.org/drawingml/2006/main" noGrp="1"/>
          </p:cNvSpPr>
          <p:nvPr/>
        </p:nvSpPr>
        <p:spPr>
          <a:xfrm xmlns:a="http://schemas.openxmlformats.org/drawingml/2006/main">
            <a:off x="609600" y="3638550"/>
            <a:ext cx="5181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MCP 경고 없음</a:t>
            </a:r>
          </a:p>
        </p:txBody>
      </p:sp>
      <p:sp>
        <p:nvSpPr>
          <p:cNvPr id="13" name="보존된 stderr · 진단 메시지 출력">
            <a:extLst xmlns:a="http://schemas.openxmlformats.org/drawingml/2006/main">
              <a:ext uri="{FF2B5EF4-FFF2-40B4-BE49-F238E27FC236}">
                <a16:creationId xmlns:a16="http://schemas.microsoft.com/office/drawing/2014/main" id="{579B0B86-EA84-4AD6-B19E-400D8D9DE93D}"/>
              </a:ext>
            </a:extLst>
          </p:cNvPr>
          <p:cNvSpPr>
            <a:spLocks xmlns:a="http://schemas.openxmlformats.org/drawingml/2006/main" noGrp="1"/>
          </p:cNvSpPr>
          <p:nvPr/>
        </p:nvSpPr>
        <p:spPr>
          <a:xfrm xmlns:a="http://schemas.openxmlformats.org/drawingml/2006/main">
            <a:off x="609600" y="4229100"/>
            <a:ext cx="5181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보존된 stderr · 진단 메시지 출력</a:t>
            </a:r>
          </a:p>
        </p:txBody>
      </p:sp>
      <p:sp>
        <p:nvSpPr>
          <p:cNvPr id="14" name="Nimble AuthRequired">
            <a:extLst xmlns:a="http://schemas.openxmlformats.org/drawingml/2006/main">
              <a:ext uri="{FF2B5EF4-FFF2-40B4-BE49-F238E27FC236}">
                <a16:creationId xmlns:a16="http://schemas.microsoft.com/office/drawing/2014/main" id="{9A4495B0-0906-4571-9B49-C5E1A7EDA9D6}"/>
              </a:ext>
            </a:extLst>
          </p:cNvPr>
          <p:cNvSpPr>
            <a:spLocks xmlns:a="http://schemas.openxmlformats.org/drawingml/2006/main" noGrp="1"/>
          </p:cNvSpPr>
          <p:nvPr/>
        </p:nvSpPr>
        <p:spPr>
          <a:xfrm xmlns:a="http://schemas.openxmlformats.org/drawingml/2006/main">
            <a:off x="609600" y="460057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805400"/>
                </a:solidFill>
                <a:latin typeface="Malgun Gothic"/>
                <a:ea typeface="Malgun Gothic"/>
                <a:cs typeface="Malgun Gothic"/>
              </a:defRPr>
            </a:defPPr>
            <a:lvl1pPr algn="l">
              <a:defRPr sz="2175" b="1">
                <a:solidFill>
                  <a:srgbClr val="805400"/>
                </a:solidFill>
                <a:latin typeface="Malgun Gothic"/>
                <a:ea typeface="Malgun Gothic"/>
                <a:cs typeface="Malgun Gothic"/>
              </a:defRPr>
            </a:lvl1pPr>
            <a:lvl2pPr algn="l">
              <a:defRPr sz="2175" b="1">
                <a:solidFill>
                  <a:srgbClr val="805400"/>
                </a:solidFill>
                <a:latin typeface="Malgun Gothic"/>
                <a:ea typeface="Malgun Gothic"/>
                <a:cs typeface="Malgun Gothic"/>
              </a:defRPr>
            </a:lvl2pPr>
            <a:lvl3pPr algn="l">
              <a:defRPr sz="2175" b="1">
                <a:solidFill>
                  <a:srgbClr val="805400"/>
                </a:solidFill>
                <a:latin typeface="Malgun Gothic"/>
                <a:ea typeface="Malgun Gothic"/>
                <a:cs typeface="Malgun Gothic"/>
              </a:defRPr>
            </a:lvl3pPr>
            <a:lvl4pPr algn="l">
              <a:defRPr sz="2175" b="1">
                <a:solidFill>
                  <a:srgbClr val="805400"/>
                </a:solidFill>
                <a:latin typeface="Malgun Gothic"/>
                <a:ea typeface="Malgun Gothic"/>
                <a:cs typeface="Malgun Gothic"/>
              </a:defRPr>
            </a:lvl4pPr>
            <a:lvl5pPr algn="l">
              <a:defRPr sz="2175" b="1">
                <a:solidFill>
                  <a:srgbClr val="805400"/>
                </a:solidFill>
                <a:latin typeface="Malgun Gothic"/>
                <a:ea typeface="Malgun Gothic"/>
                <a:cs typeface="Malgun Gothic"/>
              </a:defRPr>
            </a:lvl5pPr>
            <a:lvl6pPr algn="l">
              <a:defRPr sz="2175" b="1">
                <a:solidFill>
                  <a:srgbClr val="805400"/>
                </a:solidFill>
                <a:latin typeface="Malgun Gothic"/>
                <a:ea typeface="Malgun Gothic"/>
                <a:cs typeface="Malgun Gothic"/>
              </a:defRPr>
            </a:lvl6pPr>
            <a:lvl7pPr algn="l">
              <a:defRPr sz="2175" b="1">
                <a:solidFill>
                  <a:srgbClr val="805400"/>
                </a:solidFill>
                <a:latin typeface="Malgun Gothic"/>
                <a:ea typeface="Malgun Gothic"/>
                <a:cs typeface="Malgun Gothic"/>
              </a:defRPr>
            </a:lvl7pPr>
            <a:lvl8pPr algn="l">
              <a:defRPr sz="2175" b="1">
                <a:solidFill>
                  <a:srgbClr val="805400"/>
                </a:solidFill>
                <a:latin typeface="Malgun Gothic"/>
                <a:ea typeface="Malgun Gothic"/>
                <a:cs typeface="Malgun Gothic"/>
              </a:defRPr>
            </a:lvl8pPr>
            <a:lvl9pPr algn="l">
              <a:defRPr sz="2175" b="1">
                <a:solidFill>
                  <a:srgbClr val="805400"/>
                </a:solidFill>
                <a:latin typeface="Malgun Gothic"/>
                <a:ea typeface="Malgun Gothic"/>
                <a:cs typeface="Malgun Gothic"/>
              </a:defRPr>
            </a:lvl9pPr>
          </a:lstStyle>
          <a:p xmlns:a="http://schemas.openxmlformats.org/drawingml/2006/main">
            <a:pPr algn="l">
              <a:defRPr sz="2175" b="1">
                <a:solidFill>
                  <a:srgbClr val="805400"/>
                </a:solidFill>
                <a:latin typeface="Malgun Gothic"/>
                <a:ea typeface="Malgun Gothic"/>
                <a:cs typeface="Malgun Gothic"/>
              </a:defRPr>
            </a:pPr>
            <a:r>
              <a:rPr sz="2175" b="1">
                <a:solidFill>
                  <a:srgbClr val="805400"/>
                </a:solidFill>
                <a:latin typeface="Malgun Gothic"/>
                <a:ea typeface="Malgun Gothic"/>
                <a:cs typeface="Malgun Gothic"/>
              </a:rPr>
              <a:t>Nimble AuthRequired</a:t>
            </a:r>
          </a:p>
        </p:txBody>
      </p:sp>
      <p:sp>
        <p:nvSpPr>
          <p:cNvPr id="15" name="인증 필요 경고">
            <a:extLst xmlns:a="http://schemas.openxmlformats.org/drawingml/2006/main">
              <a:ext uri="{FF2B5EF4-FFF2-40B4-BE49-F238E27FC236}">
                <a16:creationId xmlns:a16="http://schemas.microsoft.com/office/drawing/2014/main" id="{D9CF46B9-E00A-4BCD-8709-271582EBB9F5}"/>
              </a:ext>
            </a:extLst>
          </p:cNvPr>
          <p:cNvSpPr>
            <a:spLocks xmlns:a="http://schemas.openxmlformats.org/drawingml/2006/main" noGrp="1"/>
          </p:cNvSpPr>
          <p:nvPr/>
        </p:nvSpPr>
        <p:spPr>
          <a:xfrm xmlns:a="http://schemas.openxmlformats.org/drawingml/2006/main">
            <a:off x="609600" y="5067300"/>
            <a:ext cx="5181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805400"/>
                </a:solidFill>
                <a:latin typeface="Malgun Gothic"/>
                <a:ea typeface="Malgun Gothic"/>
                <a:cs typeface="Malgun Gothic"/>
              </a:defRPr>
            </a:defPPr>
            <a:lvl1pPr algn="l">
              <a:defRPr sz="1875" b="0">
                <a:solidFill>
                  <a:srgbClr val="805400"/>
                </a:solidFill>
                <a:latin typeface="Malgun Gothic"/>
                <a:ea typeface="Malgun Gothic"/>
                <a:cs typeface="Malgun Gothic"/>
              </a:defRPr>
            </a:lvl1pPr>
            <a:lvl2pPr algn="l">
              <a:defRPr sz="1875" b="0">
                <a:solidFill>
                  <a:srgbClr val="805400"/>
                </a:solidFill>
                <a:latin typeface="Malgun Gothic"/>
                <a:ea typeface="Malgun Gothic"/>
                <a:cs typeface="Malgun Gothic"/>
              </a:defRPr>
            </a:lvl2pPr>
            <a:lvl3pPr algn="l">
              <a:defRPr sz="1875" b="0">
                <a:solidFill>
                  <a:srgbClr val="805400"/>
                </a:solidFill>
                <a:latin typeface="Malgun Gothic"/>
                <a:ea typeface="Malgun Gothic"/>
                <a:cs typeface="Malgun Gothic"/>
              </a:defRPr>
            </a:lvl3pPr>
            <a:lvl4pPr algn="l">
              <a:defRPr sz="1875" b="0">
                <a:solidFill>
                  <a:srgbClr val="805400"/>
                </a:solidFill>
                <a:latin typeface="Malgun Gothic"/>
                <a:ea typeface="Malgun Gothic"/>
                <a:cs typeface="Malgun Gothic"/>
              </a:defRPr>
            </a:lvl4pPr>
            <a:lvl5pPr algn="l">
              <a:defRPr sz="1875" b="0">
                <a:solidFill>
                  <a:srgbClr val="805400"/>
                </a:solidFill>
                <a:latin typeface="Malgun Gothic"/>
                <a:ea typeface="Malgun Gothic"/>
                <a:cs typeface="Malgun Gothic"/>
              </a:defRPr>
            </a:lvl5pPr>
            <a:lvl6pPr algn="l">
              <a:defRPr sz="1875" b="0">
                <a:solidFill>
                  <a:srgbClr val="805400"/>
                </a:solidFill>
                <a:latin typeface="Malgun Gothic"/>
                <a:ea typeface="Malgun Gothic"/>
                <a:cs typeface="Malgun Gothic"/>
              </a:defRPr>
            </a:lvl6pPr>
            <a:lvl7pPr algn="l">
              <a:defRPr sz="1875" b="0">
                <a:solidFill>
                  <a:srgbClr val="805400"/>
                </a:solidFill>
                <a:latin typeface="Malgun Gothic"/>
                <a:ea typeface="Malgun Gothic"/>
                <a:cs typeface="Malgun Gothic"/>
              </a:defRPr>
            </a:lvl7pPr>
            <a:lvl8pPr algn="l">
              <a:defRPr sz="1875" b="0">
                <a:solidFill>
                  <a:srgbClr val="805400"/>
                </a:solidFill>
                <a:latin typeface="Malgun Gothic"/>
                <a:ea typeface="Malgun Gothic"/>
                <a:cs typeface="Malgun Gothic"/>
              </a:defRPr>
            </a:lvl8pPr>
            <a:lvl9pPr algn="l">
              <a:defRPr sz="1875" b="0">
                <a:solidFill>
                  <a:srgbClr val="805400"/>
                </a:solidFill>
                <a:latin typeface="Malgun Gothic"/>
                <a:ea typeface="Malgun Gothic"/>
                <a:cs typeface="Malgun Gothic"/>
              </a:defRPr>
            </a:lvl9pPr>
          </a:lstStyle>
          <a:p xmlns:a="http://schemas.openxmlformats.org/drawingml/2006/main">
            <a:pPr algn="l">
              <a:defRPr sz="1875" b="0">
                <a:solidFill>
                  <a:srgbClr val="805400"/>
                </a:solidFill>
                <a:latin typeface="Malgun Gothic"/>
                <a:ea typeface="Malgun Gothic"/>
                <a:cs typeface="Malgun Gothic"/>
              </a:defRPr>
            </a:pPr>
            <a:r>
              <a:rPr sz="1875" b="0">
                <a:solidFill>
                  <a:srgbClr val="805400"/>
                </a:solidFill>
                <a:latin typeface="Malgun Gothic"/>
                <a:ea typeface="Malgun Gothic"/>
                <a:cs typeface="Malgun Gothic"/>
              </a:rPr>
              <a:t>인증 필요 경고</a:t>
            </a:r>
          </a:p>
        </p:txBody>
      </p:sp>
      <p:sp>
        <p:nvSpPr>
          <p:cNvPr id="16" name="TRIAL-008">
            <a:extLst xmlns:a="http://schemas.openxmlformats.org/drawingml/2006/main">
              <a:ext uri="{FF2B5EF4-FFF2-40B4-BE49-F238E27FC236}">
                <a16:creationId xmlns:a16="http://schemas.microsoft.com/office/drawing/2014/main" id="{8DD838B5-49F3-4737-99CB-185FDC06290E}"/>
              </a:ext>
            </a:extLst>
          </p:cNvPr>
          <p:cNvSpPr>
            <a:spLocks xmlns:a="http://schemas.openxmlformats.org/drawingml/2006/main" noGrp="1"/>
          </p:cNvSpPr>
          <p:nvPr/>
        </p:nvSpPr>
        <p:spPr>
          <a:xfrm xmlns:a="http://schemas.openxmlformats.org/drawingml/2006/main">
            <a:off x="6705600" y="20574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TRIAL-008</a:t>
            </a:r>
          </a:p>
        </p:txBody>
      </p:sp>
      <p:sp>
        <p:nvSpPr>
          <p:cNvPr id="17" name="사용 경로를 구분해 기록">
            <a:extLst xmlns:a="http://schemas.openxmlformats.org/drawingml/2006/main">
              <a:ext uri="{FF2B5EF4-FFF2-40B4-BE49-F238E27FC236}">
                <a16:creationId xmlns:a16="http://schemas.microsoft.com/office/drawing/2014/main" id="{E7532B79-51EB-47E6-A700-BFFABF7A8E06}"/>
              </a:ext>
            </a:extLst>
          </p:cNvPr>
          <p:cNvSpPr>
            <a:spLocks xmlns:a="http://schemas.openxmlformats.org/drawingml/2006/main" noGrp="1"/>
          </p:cNvSpPr>
          <p:nvPr/>
        </p:nvSpPr>
        <p:spPr>
          <a:xfrm xmlns:a="http://schemas.openxmlformats.org/drawingml/2006/main">
            <a:off x="6705600" y="25527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사용 경로를 구분해 기록</a:t>
            </a:r>
          </a:p>
        </p:txBody>
      </p:sp>
      <p:sp>
        <p:nvSpPr>
          <p:cNvPr id="18" name="">
            <a:extLst xmlns:a="http://schemas.openxmlformats.org/drawingml/2006/main">
              <a:ext uri="{FF2B5EF4-FFF2-40B4-BE49-F238E27FC236}">
                <a16:creationId xmlns:a16="http://schemas.microsoft.com/office/drawing/2014/main" id="{FFAB2154-D811-4580-B2D4-E4D98E4FFC06}"/>
              </a:ext>
            </a:extLst>
          </p:cNvPr>
          <p:cNvSpPr>
            <a:spLocks xmlns:a="http://schemas.openxmlformats.org/drawingml/2006/main" noGrp="1"/>
          </p:cNvSpPr>
          <p:nvPr/>
        </p:nvSpPr>
        <p:spPr>
          <a:xfrm xmlns:a="http://schemas.openxmlformats.org/drawingml/2006/main">
            <a:off x="6705600" y="3067050"/>
            <a:ext cx="48768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9" name="">
            <a:extLst xmlns:a="http://schemas.openxmlformats.org/drawingml/2006/main">
              <a:ext uri="{FF2B5EF4-FFF2-40B4-BE49-F238E27FC236}">
                <a16:creationId xmlns:a16="http://schemas.microsoft.com/office/drawing/2014/main" id="{4A0BA89E-59AB-4FF4-8866-09E089B6F153}"/>
              </a:ext>
            </a:extLst>
          </p:cNvPr>
          <p:cNvSpPr>
            <a:spLocks xmlns:a="http://schemas.openxmlformats.org/drawingml/2006/main" noGrp="1"/>
          </p:cNvSpPr>
          <p:nvPr/>
        </p:nvSpPr>
        <p:spPr>
          <a:xfrm xmlns:a="http://schemas.openxmlformats.org/drawingml/2006/main">
            <a:off x="6705600" y="3343275"/>
            <a:ext cx="4876800" cy="81915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0" name="Repository Skill 호출">
            <a:extLst xmlns:a="http://schemas.openxmlformats.org/drawingml/2006/main">
              <a:ext uri="{FF2B5EF4-FFF2-40B4-BE49-F238E27FC236}">
                <a16:creationId xmlns:a16="http://schemas.microsoft.com/office/drawing/2014/main" id="{C4E44687-763F-4688-BBE4-19D0D03D2957}"/>
              </a:ext>
            </a:extLst>
          </p:cNvPr>
          <p:cNvSpPr>
            <a:spLocks xmlns:a="http://schemas.openxmlformats.org/drawingml/2006/main" noGrp="1"/>
          </p:cNvSpPr>
          <p:nvPr/>
        </p:nvSpPr>
        <p:spPr>
          <a:xfrm xmlns:a="http://schemas.openxmlformats.org/drawingml/2006/main">
            <a:off x="6896100" y="3533775"/>
            <a:ext cx="449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Repository Skill 호출</a:t>
            </a:r>
          </a:p>
        </p:txBody>
      </p:sp>
      <p:sp>
        <p:nvSpPr>
          <p:cNvPr id="21" name="별도 기록">
            <a:extLst xmlns:a="http://schemas.openxmlformats.org/drawingml/2006/main">
              <a:ext uri="{FF2B5EF4-FFF2-40B4-BE49-F238E27FC236}">
                <a16:creationId xmlns:a16="http://schemas.microsoft.com/office/drawing/2014/main" id="{168CFC45-435D-4775-96FE-8D28F27B4EC9}"/>
              </a:ext>
            </a:extLst>
          </p:cNvPr>
          <p:cNvSpPr>
            <a:spLocks xmlns:a="http://schemas.openxmlformats.org/drawingml/2006/main" noGrp="1"/>
          </p:cNvSpPr>
          <p:nvPr/>
        </p:nvSpPr>
        <p:spPr>
          <a:xfrm xmlns:a="http://schemas.openxmlformats.org/drawingml/2006/main">
            <a:off x="6705600" y="4276725"/>
            <a:ext cx="487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별도 기록</a:t>
            </a:r>
          </a:p>
        </p:txBody>
      </p:sp>
      <p:sp>
        <p:nvSpPr>
          <p:cNvPr id="22" name="">
            <a:extLst xmlns:a="http://schemas.openxmlformats.org/drawingml/2006/main">
              <a:ext uri="{FF2B5EF4-FFF2-40B4-BE49-F238E27FC236}">
                <a16:creationId xmlns:a16="http://schemas.microsoft.com/office/drawing/2014/main" id="{8EE5ACCB-9109-43B0-B978-6FE63E10B3F8}"/>
              </a:ext>
            </a:extLst>
          </p:cNvPr>
          <p:cNvSpPr>
            <a:spLocks xmlns:a="http://schemas.openxmlformats.org/drawingml/2006/main" noGrp="1"/>
          </p:cNvSpPr>
          <p:nvPr/>
        </p:nvSpPr>
        <p:spPr>
          <a:xfrm xmlns:a="http://schemas.openxmlformats.org/drawingml/2006/main">
            <a:off x="6705600" y="4714875"/>
            <a:ext cx="4876800" cy="81915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3" name="Global influence">
            <a:extLst xmlns:a="http://schemas.openxmlformats.org/drawingml/2006/main">
              <a:ext uri="{FF2B5EF4-FFF2-40B4-BE49-F238E27FC236}">
                <a16:creationId xmlns:a16="http://schemas.microsoft.com/office/drawing/2014/main" id="{E52BC416-A4C7-4062-B49D-E6C23380E4A1}"/>
              </a:ext>
            </a:extLst>
          </p:cNvPr>
          <p:cNvSpPr>
            <a:spLocks xmlns:a="http://schemas.openxmlformats.org/drawingml/2006/main" noGrp="1"/>
          </p:cNvSpPr>
          <p:nvPr/>
        </p:nvSpPr>
        <p:spPr>
          <a:xfrm xmlns:a="http://schemas.openxmlformats.org/drawingml/2006/main">
            <a:off x="6896100" y="4905375"/>
            <a:ext cx="449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Global influence</a:t>
            </a:r>
          </a:p>
        </p:txBody>
      </p:sp>
      <p:sp>
        <p:nvSpPr>
          <p:cNvPr id="24" name="Legacy module connection">
            <a:extLst xmlns:a="http://schemas.openxmlformats.org/drawingml/2006/main">
              <a:ext uri="{FF2B5EF4-FFF2-40B4-BE49-F238E27FC236}">
                <a16:creationId xmlns:a16="http://schemas.microsoft.com/office/drawing/2014/main" id="{0633BBC2-DA6C-4731-BFCA-100088E50019}"/>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M6</a:t>
            </a:r>
          </a:p>
        </p:txBody>
      </p:sp>
    </p:spTree>
    <p:extLst>
      <p:ext uri="{BB962C8B-B14F-4D97-AF65-F5344CB8AC3E}">
        <p14:creationId xmlns:p14="http://schemas.microsoft.com/office/powerpoint/2010/main" val="1623186469"/>
      </p:ext>
    </p:extLst>
  </p:cSld>
</p:sld>
</file>

<file path=ppt/slides/slide8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0" name="ACT 4 · OBSERVED META / 사례 회수">
            <a:extLst xmlns:a="http://schemas.openxmlformats.org/drawingml/2006/main">
              <a:ext uri="{FF2B5EF4-FFF2-40B4-BE49-F238E27FC236}">
                <a16:creationId xmlns:a16="http://schemas.microsoft.com/office/drawing/2014/main" id="{795521EE-7499-46C4-8869-AD926DA504F0}"/>
              </a:ext>
            </a:extLst>
          </p:cNvPr>
          <p:cNvSpPr>
            <a:spLocks xmlns:a="http://schemas.openxmlformats.org/drawingml/2006/main" noGrp="1"/>
          </p:cNvSpPr>
          <p:nvPr/>
        </p:nvSpPr>
        <p:spPr>
          <a:xfrm xmlns:a="http://schemas.openxmlformats.org/drawingml/2006/main">
            <a:off x="609600" y="4572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OBSERVED META / 사례 회수</a:t>
            </a:r>
          </a:p>
        </p:txBody>
      </p:sp>
      <p:sp>
        <p:nvSpPr>
          <p:cNvPr id="2" name="S84">
            <a:extLst xmlns:a="http://schemas.openxmlformats.org/drawingml/2006/main">
              <a:ext uri="{FF2B5EF4-FFF2-40B4-BE49-F238E27FC236}">
                <a16:creationId xmlns:a16="http://schemas.microsoft.com/office/drawing/2014/main" id="{C0EA74A3-78C5-431C-B3AF-B68D66A11D50}"/>
              </a:ext>
            </a:extLst>
          </p:cNvPr>
          <p:cNvSpPr>
            <a:spLocks xmlns:a="http://schemas.openxmlformats.org/drawingml/2006/main" noGrp="1"/>
          </p:cNvSpPr>
          <p:nvPr/>
        </p:nvSpPr>
        <p:spPr>
          <a:xfrm xmlns:a="http://schemas.openxmlformats.org/drawingml/2006/main">
            <a:off x="10668000" y="457200"/>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S84</a:t>
            </a:r>
          </a:p>
        </p:txBody>
      </p:sp>
      <p:sp>
        <p:nvSpPr>
          <p:cNvPr id="3" name="실제 Meta Loop에서 바뀐 것">
            <a:extLst xmlns:a="http://schemas.openxmlformats.org/drawingml/2006/main">
              <a:ext uri="{FF2B5EF4-FFF2-40B4-BE49-F238E27FC236}">
                <a16:creationId xmlns:a16="http://schemas.microsoft.com/office/drawing/2014/main" id="{97EAF596-BC89-4032-B6B3-9066E57923E5}"/>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실제 Meta Loop에서 바뀐 것</a:t>
            </a:r>
          </a:p>
        </p:txBody>
      </p:sp>
      <p:sp>
        <p:nvSpPr>
          <p:cNvPr id="4" name="">
            <a:extLst xmlns:a="http://schemas.openxmlformats.org/drawingml/2006/main">
              <a:ext uri="{FF2B5EF4-FFF2-40B4-BE49-F238E27FC236}">
                <a16:creationId xmlns:a16="http://schemas.microsoft.com/office/drawing/2014/main" id="{70898DB1-6864-4925-B035-8E09CF274E3B}"/>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5" name="">
            <a:extLst xmlns:a="http://schemas.openxmlformats.org/drawingml/2006/main">
              <a:ext uri="{FF2B5EF4-FFF2-40B4-BE49-F238E27FC236}">
                <a16:creationId xmlns:a16="http://schemas.microsoft.com/office/drawing/2014/main" id="{0EBA1F55-9165-4935-B285-7B1E0E1D30B6}"/>
              </a:ext>
            </a:extLst>
          </p:cNvPr>
          <p:cNvSpPr>
            <a:spLocks xmlns:a="http://schemas.openxmlformats.org/drawingml/2006/main" noGrp="1"/>
          </p:cNvSpPr>
          <p:nvPr/>
        </p:nvSpPr>
        <p:spPr>
          <a:xfrm xmlns:a="http://schemas.openxmlformats.org/drawingml/2006/main">
            <a:off x="609600" y="5695950"/>
            <a:ext cx="10972800" cy="0"/>
          </a:xfrm>
          <a:prstGeom xmlns:a="http://schemas.openxmlformats.org/drawingml/2006/main" prst="line">
            <a:avLst/>
          </a:prstGeom>
          <a:noFill xmlns:a="http://schemas.openxmlformats.org/drawingml/2006/main"/>
          <a:ln xmlns:a="http://schemas.openxmlformats.org/drawingml/2006/main" w="9525">
            <a:solidFill>
              <a:srgbClr val="0B6172"/>
            </a:solidFill>
            <a:prstDash val="solid"/>
          </a:ln>
        </p:spPr>
      </p:sp>
      <p:sp>
        <p:nvSpPr>
          <p:cNvPr id="6" name="TRIAL-006 → DEC-0016 → TRIAL-007/008 · 실제 제작 기록">
            <a:extLst xmlns:a="http://schemas.openxmlformats.org/drawingml/2006/main">
              <a:ext uri="{FF2B5EF4-FFF2-40B4-BE49-F238E27FC236}">
                <a16:creationId xmlns:a16="http://schemas.microsoft.com/office/drawing/2014/main" id="{85A35A9B-51A3-4284-93C9-BAB4A26059FE}"/>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TRIAL-006 → DEC-0016 → TRIAL-007/008 · 실제 제작 기록</a:t>
            </a:r>
          </a:p>
        </p:txBody>
      </p:sp>
      <p:sp>
        <p:nvSpPr>
          <p:cNvPr id="7" name="제품 코드의 개선이나 가상 stale Workflow의 복구 이력이 아니다.">
            <a:extLst xmlns:a="http://schemas.openxmlformats.org/drawingml/2006/main">
              <a:ext uri="{FF2B5EF4-FFF2-40B4-BE49-F238E27FC236}">
                <a16:creationId xmlns:a16="http://schemas.microsoft.com/office/drawing/2014/main" id="{FA69AD0D-D32F-42AB-907F-04F491E34FA8}"/>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제품 코드의 개선이나 가상 stale Workflow의 복구 이력이 아니다.</a:t>
            </a:r>
          </a:p>
        </p:txBody>
      </p:sp>
      <p:sp>
        <p:nvSpPr>
          <p:cNvPr id="8" name="바뀐 대상">
            <a:extLst xmlns:a="http://schemas.openxmlformats.org/drawingml/2006/main">
              <a:ext uri="{FF2B5EF4-FFF2-40B4-BE49-F238E27FC236}">
                <a16:creationId xmlns:a16="http://schemas.microsoft.com/office/drawing/2014/main" id="{A667A692-9FBF-4E81-8AAC-55EA632D69ED}"/>
              </a:ext>
            </a:extLst>
          </p:cNvPr>
          <p:cNvSpPr>
            <a:spLocks xmlns:a="http://schemas.openxmlformats.org/drawingml/2006/main" noGrp="1"/>
          </p:cNvSpPr>
          <p:nvPr/>
        </p:nvSpPr>
        <p:spPr>
          <a:xfrm xmlns:a="http://schemas.openxmlformats.org/drawingml/2006/main">
            <a:off x="609600" y="21050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바뀐 대상</a:t>
            </a:r>
          </a:p>
        </p:txBody>
      </p:sp>
      <p:sp>
        <p:nvSpPr>
          <p:cNvPr id="9" name="Trial을 평가하고 보고하는 기준">
            <a:extLst xmlns:a="http://schemas.openxmlformats.org/drawingml/2006/main">
              <a:ext uri="{FF2B5EF4-FFF2-40B4-BE49-F238E27FC236}">
                <a16:creationId xmlns:a16="http://schemas.microsoft.com/office/drawing/2014/main" id="{7BACC68A-3F8C-4B53-9960-192030CCD355}"/>
              </a:ext>
            </a:extLst>
          </p:cNvPr>
          <p:cNvSpPr>
            <a:spLocks xmlns:a="http://schemas.openxmlformats.org/drawingml/2006/main" noGrp="1"/>
          </p:cNvSpPr>
          <p:nvPr/>
        </p:nvSpPr>
        <p:spPr>
          <a:xfrm xmlns:a="http://schemas.openxmlformats.org/drawingml/2006/main">
            <a:off x="609600" y="25812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0B6172"/>
                </a:solidFill>
                <a:latin typeface="Malgun Gothic"/>
                <a:ea typeface="Malgun Gothic"/>
                <a:cs typeface="Malgun Gothic"/>
              </a:defRPr>
            </a:defPPr>
            <a:lvl1pPr algn="l">
              <a:defRPr sz="3000" b="1">
                <a:solidFill>
                  <a:srgbClr val="0B6172"/>
                </a:solidFill>
                <a:latin typeface="Malgun Gothic"/>
                <a:ea typeface="Malgun Gothic"/>
                <a:cs typeface="Malgun Gothic"/>
              </a:defRPr>
            </a:lvl1pPr>
            <a:lvl2pPr algn="l">
              <a:defRPr sz="3000" b="1">
                <a:solidFill>
                  <a:srgbClr val="0B6172"/>
                </a:solidFill>
                <a:latin typeface="Malgun Gothic"/>
                <a:ea typeface="Malgun Gothic"/>
                <a:cs typeface="Malgun Gothic"/>
              </a:defRPr>
            </a:lvl2pPr>
            <a:lvl3pPr algn="l">
              <a:defRPr sz="3000" b="1">
                <a:solidFill>
                  <a:srgbClr val="0B6172"/>
                </a:solidFill>
                <a:latin typeface="Malgun Gothic"/>
                <a:ea typeface="Malgun Gothic"/>
                <a:cs typeface="Malgun Gothic"/>
              </a:defRPr>
            </a:lvl3pPr>
            <a:lvl4pPr algn="l">
              <a:defRPr sz="3000" b="1">
                <a:solidFill>
                  <a:srgbClr val="0B6172"/>
                </a:solidFill>
                <a:latin typeface="Malgun Gothic"/>
                <a:ea typeface="Malgun Gothic"/>
                <a:cs typeface="Malgun Gothic"/>
              </a:defRPr>
            </a:lvl4pPr>
            <a:lvl5pPr algn="l">
              <a:defRPr sz="3000" b="1">
                <a:solidFill>
                  <a:srgbClr val="0B6172"/>
                </a:solidFill>
                <a:latin typeface="Malgun Gothic"/>
                <a:ea typeface="Malgun Gothic"/>
                <a:cs typeface="Malgun Gothic"/>
              </a:defRPr>
            </a:lvl5pPr>
            <a:lvl6pPr algn="l">
              <a:defRPr sz="3000" b="1">
                <a:solidFill>
                  <a:srgbClr val="0B6172"/>
                </a:solidFill>
                <a:latin typeface="Malgun Gothic"/>
                <a:ea typeface="Malgun Gothic"/>
                <a:cs typeface="Malgun Gothic"/>
              </a:defRPr>
            </a:lvl6pPr>
            <a:lvl7pPr algn="l">
              <a:defRPr sz="3000" b="1">
                <a:solidFill>
                  <a:srgbClr val="0B6172"/>
                </a:solidFill>
                <a:latin typeface="Malgun Gothic"/>
                <a:ea typeface="Malgun Gothic"/>
                <a:cs typeface="Malgun Gothic"/>
              </a:defRPr>
            </a:lvl7pPr>
            <a:lvl8pPr algn="l">
              <a:defRPr sz="3000" b="1">
                <a:solidFill>
                  <a:srgbClr val="0B6172"/>
                </a:solidFill>
                <a:latin typeface="Malgun Gothic"/>
                <a:ea typeface="Malgun Gothic"/>
                <a:cs typeface="Malgun Gothic"/>
              </a:defRPr>
            </a:lvl8pPr>
            <a:lvl9pPr algn="l">
              <a:defRPr sz="3000" b="1">
                <a:solidFill>
                  <a:srgbClr val="0B6172"/>
                </a:solidFill>
                <a:latin typeface="Malgun Gothic"/>
                <a:ea typeface="Malgun Gothic"/>
                <a:cs typeface="Malgun Gothic"/>
              </a:defRPr>
            </a:lvl9pPr>
          </a:lstStyle>
          <a:p xmlns:a="http://schemas.openxmlformats.org/drawingml/2006/main">
            <a:pPr algn="l">
              <a:defRPr sz="3000" b="1">
                <a:solidFill>
                  <a:srgbClr val="0B6172"/>
                </a:solidFill>
                <a:latin typeface="Malgun Gothic"/>
                <a:ea typeface="Malgun Gothic"/>
                <a:cs typeface="Malgun Gothic"/>
              </a:defRPr>
            </a:pPr>
            <a:r>
              <a:rPr sz="3000" b="1">
                <a:solidFill>
                  <a:srgbClr val="0B6172"/>
                </a:solidFill>
                <a:latin typeface="Malgun Gothic"/>
                <a:ea typeface="Malgun Gothic"/>
                <a:cs typeface="Malgun Gothic"/>
              </a:rPr>
              <a:t>Trial을 평가하고 보고하는 기준</a:t>
            </a:r>
          </a:p>
        </p:txBody>
      </p:sp>
      <p:sp>
        <p:nvSpPr>
          <p:cNvPr id="10" name="">
            <a:extLst xmlns:a="http://schemas.openxmlformats.org/drawingml/2006/main">
              <a:ext uri="{FF2B5EF4-FFF2-40B4-BE49-F238E27FC236}">
                <a16:creationId xmlns:a16="http://schemas.microsoft.com/office/drawing/2014/main" id="{44A63FFE-B4CB-4164-B766-DA0DE66CBEF1}"/>
              </a:ext>
            </a:extLst>
          </p:cNvPr>
          <p:cNvSpPr>
            <a:spLocks xmlns:a="http://schemas.openxmlformats.org/drawingml/2006/main" noGrp="1"/>
          </p:cNvSpPr>
          <p:nvPr/>
        </p:nvSpPr>
        <p:spPr>
          <a:xfrm xmlns:a="http://schemas.openxmlformats.org/drawingml/2006/main">
            <a:off x="609600" y="3371850"/>
            <a:ext cx="109728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1" name="남아 있는 확인 과제">
            <a:extLst xmlns:a="http://schemas.openxmlformats.org/drawingml/2006/main">
              <a:ext uri="{FF2B5EF4-FFF2-40B4-BE49-F238E27FC236}">
                <a16:creationId xmlns:a16="http://schemas.microsoft.com/office/drawing/2014/main" id="{2140CFDB-29AC-4837-9CEB-920A822C521F}"/>
              </a:ext>
            </a:extLst>
          </p:cNvPr>
          <p:cNvSpPr>
            <a:spLocks xmlns:a="http://schemas.openxmlformats.org/drawingml/2006/main" noGrp="1"/>
          </p:cNvSpPr>
          <p:nvPr/>
        </p:nvSpPr>
        <p:spPr>
          <a:xfrm xmlns:a="http://schemas.openxmlformats.org/drawingml/2006/main">
            <a:off x="609600" y="35623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805400"/>
                </a:solidFill>
                <a:latin typeface="Malgun Gothic"/>
                <a:ea typeface="Malgun Gothic"/>
                <a:cs typeface="Malgun Gothic"/>
              </a:defRPr>
            </a:defPPr>
            <a:lvl1pPr algn="l">
              <a:defRPr sz="2025" b="1">
                <a:solidFill>
                  <a:srgbClr val="805400"/>
                </a:solidFill>
                <a:latin typeface="Malgun Gothic"/>
                <a:ea typeface="Malgun Gothic"/>
                <a:cs typeface="Malgun Gothic"/>
              </a:defRPr>
            </a:lvl1pPr>
            <a:lvl2pPr algn="l">
              <a:defRPr sz="2025" b="1">
                <a:solidFill>
                  <a:srgbClr val="805400"/>
                </a:solidFill>
                <a:latin typeface="Malgun Gothic"/>
                <a:ea typeface="Malgun Gothic"/>
                <a:cs typeface="Malgun Gothic"/>
              </a:defRPr>
            </a:lvl2pPr>
            <a:lvl3pPr algn="l">
              <a:defRPr sz="2025" b="1">
                <a:solidFill>
                  <a:srgbClr val="805400"/>
                </a:solidFill>
                <a:latin typeface="Malgun Gothic"/>
                <a:ea typeface="Malgun Gothic"/>
                <a:cs typeface="Malgun Gothic"/>
              </a:defRPr>
            </a:lvl3pPr>
            <a:lvl4pPr algn="l">
              <a:defRPr sz="2025" b="1">
                <a:solidFill>
                  <a:srgbClr val="805400"/>
                </a:solidFill>
                <a:latin typeface="Malgun Gothic"/>
                <a:ea typeface="Malgun Gothic"/>
                <a:cs typeface="Malgun Gothic"/>
              </a:defRPr>
            </a:lvl4pPr>
            <a:lvl5pPr algn="l">
              <a:defRPr sz="2025" b="1">
                <a:solidFill>
                  <a:srgbClr val="805400"/>
                </a:solidFill>
                <a:latin typeface="Malgun Gothic"/>
                <a:ea typeface="Malgun Gothic"/>
                <a:cs typeface="Malgun Gothic"/>
              </a:defRPr>
            </a:lvl5pPr>
            <a:lvl6pPr algn="l">
              <a:defRPr sz="2025" b="1">
                <a:solidFill>
                  <a:srgbClr val="805400"/>
                </a:solidFill>
                <a:latin typeface="Malgun Gothic"/>
                <a:ea typeface="Malgun Gothic"/>
                <a:cs typeface="Malgun Gothic"/>
              </a:defRPr>
            </a:lvl6pPr>
            <a:lvl7pPr algn="l">
              <a:defRPr sz="2025" b="1">
                <a:solidFill>
                  <a:srgbClr val="805400"/>
                </a:solidFill>
                <a:latin typeface="Malgun Gothic"/>
                <a:ea typeface="Malgun Gothic"/>
                <a:cs typeface="Malgun Gothic"/>
              </a:defRPr>
            </a:lvl7pPr>
            <a:lvl8pPr algn="l">
              <a:defRPr sz="2025" b="1">
                <a:solidFill>
                  <a:srgbClr val="805400"/>
                </a:solidFill>
                <a:latin typeface="Malgun Gothic"/>
                <a:ea typeface="Malgun Gothic"/>
                <a:cs typeface="Malgun Gothic"/>
              </a:defRPr>
            </a:lvl8pPr>
            <a:lvl9pPr algn="l">
              <a:defRPr sz="2025" b="1">
                <a:solidFill>
                  <a:srgbClr val="805400"/>
                </a:solidFill>
                <a:latin typeface="Malgun Gothic"/>
                <a:ea typeface="Malgun Gothic"/>
                <a:cs typeface="Malgun Gothic"/>
              </a:defRPr>
            </a:lvl9pPr>
          </a:lstStyle>
          <a:p xmlns:a="http://schemas.openxmlformats.org/drawingml/2006/main">
            <a:pPr algn="l">
              <a:defRPr sz="2025" b="1">
                <a:solidFill>
                  <a:srgbClr val="805400"/>
                </a:solidFill>
                <a:latin typeface="Malgun Gothic"/>
                <a:ea typeface="Malgun Gothic"/>
                <a:cs typeface="Malgun Gothic"/>
              </a:defRPr>
            </a:pPr>
            <a:r>
              <a:rPr sz="2025" b="1">
                <a:solidFill>
                  <a:srgbClr val="805400"/>
                </a:solidFill>
                <a:latin typeface="Malgun Gothic"/>
                <a:ea typeface="Malgun Gothic"/>
                <a:cs typeface="Malgun Gothic"/>
              </a:rPr>
              <a:t>남아 있는 확인 과제</a:t>
            </a:r>
          </a:p>
        </p:txBody>
      </p:sp>
      <p:sp>
        <p:nvSpPr>
          <p:cNvPr id="12" name="원인별 효과">
            <a:extLst xmlns:a="http://schemas.openxmlformats.org/drawingml/2006/main">
              <a:ext uri="{FF2B5EF4-FFF2-40B4-BE49-F238E27FC236}">
                <a16:creationId xmlns:a16="http://schemas.microsoft.com/office/drawing/2014/main" id="{81689647-4A83-4FFA-9008-54CB3D389027}"/>
              </a:ext>
            </a:extLst>
          </p:cNvPr>
          <p:cNvSpPr>
            <a:spLocks xmlns:a="http://schemas.openxmlformats.org/drawingml/2006/main" noGrp="1"/>
          </p:cNvSpPr>
          <p:nvPr/>
        </p:nvSpPr>
        <p:spPr>
          <a:xfrm xmlns:a="http://schemas.openxmlformats.org/drawingml/2006/main">
            <a:off x="609600" y="42195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원인별 효과</a:t>
            </a:r>
          </a:p>
        </p:txBody>
      </p:sp>
      <p:sp>
        <p:nvSpPr>
          <p:cNvPr id="13" name="무엇이 기여했는가?">
            <a:extLst xmlns:a="http://schemas.openxmlformats.org/drawingml/2006/main">
              <a:ext uri="{FF2B5EF4-FFF2-40B4-BE49-F238E27FC236}">
                <a16:creationId xmlns:a16="http://schemas.microsoft.com/office/drawing/2014/main" id="{CF2E3ABD-D794-4EDC-808D-EC0879F16F46}"/>
              </a:ext>
            </a:extLst>
          </p:cNvPr>
          <p:cNvSpPr>
            <a:spLocks xmlns:a="http://schemas.openxmlformats.org/drawingml/2006/main" noGrp="1"/>
          </p:cNvSpPr>
          <p:nvPr/>
        </p:nvSpPr>
        <p:spPr>
          <a:xfrm xmlns:a="http://schemas.openxmlformats.org/drawingml/2006/main">
            <a:off x="609600" y="4676775"/>
            <a:ext cx="333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4D5A68"/>
                </a:solidFill>
                <a:latin typeface="Malgun Gothic"/>
                <a:ea typeface="Malgun Gothic"/>
                <a:cs typeface="Malgun Gothic"/>
              </a:defRPr>
            </a:defPPr>
            <a:lvl1pPr algn="l">
              <a:defRPr sz="1875" b="0">
                <a:solidFill>
                  <a:srgbClr val="4D5A68"/>
                </a:solidFill>
                <a:latin typeface="Malgun Gothic"/>
                <a:ea typeface="Malgun Gothic"/>
                <a:cs typeface="Malgun Gothic"/>
              </a:defRPr>
            </a:lvl1pPr>
            <a:lvl2pPr algn="l">
              <a:defRPr sz="1875" b="0">
                <a:solidFill>
                  <a:srgbClr val="4D5A68"/>
                </a:solidFill>
                <a:latin typeface="Malgun Gothic"/>
                <a:ea typeface="Malgun Gothic"/>
                <a:cs typeface="Malgun Gothic"/>
              </a:defRPr>
            </a:lvl2pPr>
            <a:lvl3pPr algn="l">
              <a:defRPr sz="1875" b="0">
                <a:solidFill>
                  <a:srgbClr val="4D5A68"/>
                </a:solidFill>
                <a:latin typeface="Malgun Gothic"/>
                <a:ea typeface="Malgun Gothic"/>
                <a:cs typeface="Malgun Gothic"/>
              </a:defRPr>
            </a:lvl3pPr>
            <a:lvl4pPr algn="l">
              <a:defRPr sz="1875" b="0">
                <a:solidFill>
                  <a:srgbClr val="4D5A68"/>
                </a:solidFill>
                <a:latin typeface="Malgun Gothic"/>
                <a:ea typeface="Malgun Gothic"/>
                <a:cs typeface="Malgun Gothic"/>
              </a:defRPr>
            </a:lvl4pPr>
            <a:lvl5pPr algn="l">
              <a:defRPr sz="1875" b="0">
                <a:solidFill>
                  <a:srgbClr val="4D5A68"/>
                </a:solidFill>
                <a:latin typeface="Malgun Gothic"/>
                <a:ea typeface="Malgun Gothic"/>
                <a:cs typeface="Malgun Gothic"/>
              </a:defRPr>
            </a:lvl5pPr>
            <a:lvl6pPr algn="l">
              <a:defRPr sz="1875" b="0">
                <a:solidFill>
                  <a:srgbClr val="4D5A68"/>
                </a:solidFill>
                <a:latin typeface="Malgun Gothic"/>
                <a:ea typeface="Malgun Gothic"/>
                <a:cs typeface="Malgun Gothic"/>
              </a:defRPr>
            </a:lvl6pPr>
            <a:lvl7pPr algn="l">
              <a:defRPr sz="1875" b="0">
                <a:solidFill>
                  <a:srgbClr val="4D5A68"/>
                </a:solidFill>
                <a:latin typeface="Malgun Gothic"/>
                <a:ea typeface="Malgun Gothic"/>
                <a:cs typeface="Malgun Gothic"/>
              </a:defRPr>
            </a:lvl7pPr>
            <a:lvl8pPr algn="l">
              <a:defRPr sz="1875" b="0">
                <a:solidFill>
                  <a:srgbClr val="4D5A68"/>
                </a:solidFill>
                <a:latin typeface="Malgun Gothic"/>
                <a:ea typeface="Malgun Gothic"/>
                <a:cs typeface="Malgun Gothic"/>
              </a:defRPr>
            </a:lvl8pPr>
            <a:lvl9pPr algn="l">
              <a:defRPr sz="1875" b="0">
                <a:solidFill>
                  <a:srgbClr val="4D5A68"/>
                </a:solidFill>
                <a:latin typeface="Malgun Gothic"/>
                <a:ea typeface="Malgun Gothic"/>
                <a:cs typeface="Malgun Gothic"/>
              </a:defRPr>
            </a:lvl9pPr>
          </a:lstStyle>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무엇이 기여했는가?</a:t>
            </a:r>
          </a:p>
        </p:txBody>
      </p:sp>
      <p:sp>
        <p:nvSpPr>
          <p:cNvPr id="14" name="환경 목록의 완전성">
            <a:extLst xmlns:a="http://schemas.openxmlformats.org/drawingml/2006/main">
              <a:ext uri="{FF2B5EF4-FFF2-40B4-BE49-F238E27FC236}">
                <a16:creationId xmlns:a16="http://schemas.microsoft.com/office/drawing/2014/main" id="{A9FB6559-4ED6-43E4-A442-AD773897069D}"/>
              </a:ext>
            </a:extLst>
          </p:cNvPr>
          <p:cNvSpPr>
            <a:spLocks xmlns:a="http://schemas.openxmlformats.org/drawingml/2006/main" noGrp="1"/>
          </p:cNvSpPr>
          <p:nvPr/>
        </p:nvSpPr>
        <p:spPr>
          <a:xfrm xmlns:a="http://schemas.openxmlformats.org/drawingml/2006/main">
            <a:off x="4400550" y="42195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환경 목록의 완전성</a:t>
            </a:r>
          </a:p>
        </p:txBody>
      </p:sp>
      <p:sp>
        <p:nvSpPr>
          <p:cNvPr id="15" name="빠진 조건은 없는가?">
            <a:extLst xmlns:a="http://schemas.openxmlformats.org/drawingml/2006/main">
              <a:ext uri="{FF2B5EF4-FFF2-40B4-BE49-F238E27FC236}">
                <a16:creationId xmlns:a16="http://schemas.microsoft.com/office/drawing/2014/main" id="{F535014A-F825-483D-A725-75320E90369D}"/>
              </a:ext>
            </a:extLst>
          </p:cNvPr>
          <p:cNvSpPr>
            <a:spLocks xmlns:a="http://schemas.openxmlformats.org/drawingml/2006/main" noGrp="1"/>
          </p:cNvSpPr>
          <p:nvPr/>
        </p:nvSpPr>
        <p:spPr>
          <a:xfrm xmlns:a="http://schemas.openxmlformats.org/drawingml/2006/main">
            <a:off x="4400550" y="4676775"/>
            <a:ext cx="333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4D5A68"/>
                </a:solidFill>
                <a:latin typeface="Malgun Gothic"/>
                <a:ea typeface="Malgun Gothic"/>
                <a:cs typeface="Malgun Gothic"/>
              </a:defRPr>
            </a:defPPr>
            <a:lvl1pPr algn="l">
              <a:defRPr sz="1875" b="0">
                <a:solidFill>
                  <a:srgbClr val="4D5A68"/>
                </a:solidFill>
                <a:latin typeface="Malgun Gothic"/>
                <a:ea typeface="Malgun Gothic"/>
                <a:cs typeface="Malgun Gothic"/>
              </a:defRPr>
            </a:lvl1pPr>
            <a:lvl2pPr algn="l">
              <a:defRPr sz="1875" b="0">
                <a:solidFill>
                  <a:srgbClr val="4D5A68"/>
                </a:solidFill>
                <a:latin typeface="Malgun Gothic"/>
                <a:ea typeface="Malgun Gothic"/>
                <a:cs typeface="Malgun Gothic"/>
              </a:defRPr>
            </a:lvl2pPr>
            <a:lvl3pPr algn="l">
              <a:defRPr sz="1875" b="0">
                <a:solidFill>
                  <a:srgbClr val="4D5A68"/>
                </a:solidFill>
                <a:latin typeface="Malgun Gothic"/>
                <a:ea typeface="Malgun Gothic"/>
                <a:cs typeface="Malgun Gothic"/>
              </a:defRPr>
            </a:lvl3pPr>
            <a:lvl4pPr algn="l">
              <a:defRPr sz="1875" b="0">
                <a:solidFill>
                  <a:srgbClr val="4D5A68"/>
                </a:solidFill>
                <a:latin typeface="Malgun Gothic"/>
                <a:ea typeface="Malgun Gothic"/>
                <a:cs typeface="Malgun Gothic"/>
              </a:defRPr>
            </a:lvl4pPr>
            <a:lvl5pPr algn="l">
              <a:defRPr sz="1875" b="0">
                <a:solidFill>
                  <a:srgbClr val="4D5A68"/>
                </a:solidFill>
                <a:latin typeface="Malgun Gothic"/>
                <a:ea typeface="Malgun Gothic"/>
                <a:cs typeface="Malgun Gothic"/>
              </a:defRPr>
            </a:lvl5pPr>
            <a:lvl6pPr algn="l">
              <a:defRPr sz="1875" b="0">
                <a:solidFill>
                  <a:srgbClr val="4D5A68"/>
                </a:solidFill>
                <a:latin typeface="Malgun Gothic"/>
                <a:ea typeface="Malgun Gothic"/>
                <a:cs typeface="Malgun Gothic"/>
              </a:defRPr>
            </a:lvl6pPr>
            <a:lvl7pPr algn="l">
              <a:defRPr sz="1875" b="0">
                <a:solidFill>
                  <a:srgbClr val="4D5A68"/>
                </a:solidFill>
                <a:latin typeface="Malgun Gothic"/>
                <a:ea typeface="Malgun Gothic"/>
                <a:cs typeface="Malgun Gothic"/>
              </a:defRPr>
            </a:lvl7pPr>
            <a:lvl8pPr algn="l">
              <a:defRPr sz="1875" b="0">
                <a:solidFill>
                  <a:srgbClr val="4D5A68"/>
                </a:solidFill>
                <a:latin typeface="Malgun Gothic"/>
                <a:ea typeface="Malgun Gothic"/>
                <a:cs typeface="Malgun Gothic"/>
              </a:defRPr>
            </a:lvl8pPr>
            <a:lvl9pPr algn="l">
              <a:defRPr sz="1875" b="0">
                <a:solidFill>
                  <a:srgbClr val="4D5A68"/>
                </a:solidFill>
                <a:latin typeface="Malgun Gothic"/>
                <a:ea typeface="Malgun Gothic"/>
                <a:cs typeface="Malgun Gothic"/>
              </a:defRPr>
            </a:lvl9pPr>
          </a:lstStyle>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빠진 조건은 없는가?</a:t>
            </a:r>
          </a:p>
        </p:txBody>
      </p:sp>
      <p:sp>
        <p:nvSpPr>
          <p:cNvPr id="16" name="Trial 품질의 향상">
            <a:extLst xmlns:a="http://schemas.openxmlformats.org/drawingml/2006/main">
              <a:ext uri="{FF2B5EF4-FFF2-40B4-BE49-F238E27FC236}">
                <a16:creationId xmlns:a16="http://schemas.microsoft.com/office/drawing/2014/main" id="{04837EA9-C3AD-4227-ACC6-53A81808EEFC}"/>
              </a:ext>
            </a:extLst>
          </p:cNvPr>
          <p:cNvSpPr>
            <a:spLocks xmlns:a="http://schemas.openxmlformats.org/drawingml/2006/main" noGrp="1"/>
          </p:cNvSpPr>
          <p:nvPr/>
        </p:nvSpPr>
        <p:spPr>
          <a:xfrm xmlns:a="http://schemas.openxmlformats.org/drawingml/2006/main">
            <a:off x="8191500" y="42195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Trial 품질의 향상</a:t>
            </a:r>
          </a:p>
        </p:txBody>
      </p:sp>
      <p:sp>
        <p:nvSpPr>
          <p:cNvPr id="17" name="실제로 더 좋아졌는가?">
            <a:extLst xmlns:a="http://schemas.openxmlformats.org/drawingml/2006/main">
              <a:ext uri="{FF2B5EF4-FFF2-40B4-BE49-F238E27FC236}">
                <a16:creationId xmlns:a16="http://schemas.microsoft.com/office/drawing/2014/main" id="{DAFDD45B-4737-4FF0-A393-2B136C3350DC}"/>
              </a:ext>
            </a:extLst>
          </p:cNvPr>
          <p:cNvSpPr>
            <a:spLocks xmlns:a="http://schemas.openxmlformats.org/drawingml/2006/main" noGrp="1"/>
          </p:cNvSpPr>
          <p:nvPr/>
        </p:nvSpPr>
        <p:spPr>
          <a:xfrm xmlns:a="http://schemas.openxmlformats.org/drawingml/2006/main">
            <a:off x="8191500" y="4676775"/>
            <a:ext cx="333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4D5A68"/>
                </a:solidFill>
                <a:latin typeface="Malgun Gothic"/>
                <a:ea typeface="Malgun Gothic"/>
                <a:cs typeface="Malgun Gothic"/>
              </a:defRPr>
            </a:defPPr>
            <a:lvl1pPr algn="l">
              <a:defRPr sz="1875" b="0">
                <a:solidFill>
                  <a:srgbClr val="4D5A68"/>
                </a:solidFill>
                <a:latin typeface="Malgun Gothic"/>
                <a:ea typeface="Malgun Gothic"/>
                <a:cs typeface="Malgun Gothic"/>
              </a:defRPr>
            </a:lvl1pPr>
            <a:lvl2pPr algn="l">
              <a:defRPr sz="1875" b="0">
                <a:solidFill>
                  <a:srgbClr val="4D5A68"/>
                </a:solidFill>
                <a:latin typeface="Malgun Gothic"/>
                <a:ea typeface="Malgun Gothic"/>
                <a:cs typeface="Malgun Gothic"/>
              </a:defRPr>
            </a:lvl2pPr>
            <a:lvl3pPr algn="l">
              <a:defRPr sz="1875" b="0">
                <a:solidFill>
                  <a:srgbClr val="4D5A68"/>
                </a:solidFill>
                <a:latin typeface="Malgun Gothic"/>
                <a:ea typeface="Malgun Gothic"/>
                <a:cs typeface="Malgun Gothic"/>
              </a:defRPr>
            </a:lvl3pPr>
            <a:lvl4pPr algn="l">
              <a:defRPr sz="1875" b="0">
                <a:solidFill>
                  <a:srgbClr val="4D5A68"/>
                </a:solidFill>
                <a:latin typeface="Malgun Gothic"/>
                <a:ea typeface="Malgun Gothic"/>
                <a:cs typeface="Malgun Gothic"/>
              </a:defRPr>
            </a:lvl4pPr>
            <a:lvl5pPr algn="l">
              <a:defRPr sz="1875" b="0">
                <a:solidFill>
                  <a:srgbClr val="4D5A68"/>
                </a:solidFill>
                <a:latin typeface="Malgun Gothic"/>
                <a:ea typeface="Malgun Gothic"/>
                <a:cs typeface="Malgun Gothic"/>
              </a:defRPr>
            </a:lvl5pPr>
            <a:lvl6pPr algn="l">
              <a:defRPr sz="1875" b="0">
                <a:solidFill>
                  <a:srgbClr val="4D5A68"/>
                </a:solidFill>
                <a:latin typeface="Malgun Gothic"/>
                <a:ea typeface="Malgun Gothic"/>
                <a:cs typeface="Malgun Gothic"/>
              </a:defRPr>
            </a:lvl6pPr>
            <a:lvl7pPr algn="l">
              <a:defRPr sz="1875" b="0">
                <a:solidFill>
                  <a:srgbClr val="4D5A68"/>
                </a:solidFill>
                <a:latin typeface="Malgun Gothic"/>
                <a:ea typeface="Malgun Gothic"/>
                <a:cs typeface="Malgun Gothic"/>
              </a:defRPr>
            </a:lvl7pPr>
            <a:lvl8pPr algn="l">
              <a:defRPr sz="1875" b="0">
                <a:solidFill>
                  <a:srgbClr val="4D5A68"/>
                </a:solidFill>
                <a:latin typeface="Malgun Gothic"/>
                <a:ea typeface="Malgun Gothic"/>
                <a:cs typeface="Malgun Gothic"/>
              </a:defRPr>
            </a:lvl8pPr>
            <a:lvl9pPr algn="l">
              <a:defRPr sz="1875" b="0">
                <a:solidFill>
                  <a:srgbClr val="4D5A68"/>
                </a:solidFill>
                <a:latin typeface="Malgun Gothic"/>
                <a:ea typeface="Malgun Gothic"/>
                <a:cs typeface="Malgun Gothic"/>
              </a:defRPr>
            </a:lvl9pPr>
          </a:lstStyle>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실제로 더 좋아졌는가?</a:t>
            </a:r>
          </a:p>
        </p:txBody>
      </p:sp>
      <p:sp>
        <p:nvSpPr>
          <p:cNvPr id="18" name="Feedback은 평가 체계도 바꿀 수 있다. 변경 뒤의 결과는 다시 확인한다.">
            <a:extLst xmlns:a="http://schemas.openxmlformats.org/drawingml/2006/main">
              <a:ext uri="{FF2B5EF4-FFF2-40B4-BE49-F238E27FC236}">
                <a16:creationId xmlns:a16="http://schemas.microsoft.com/office/drawing/2014/main" id="{B259932C-D758-46D9-AEFD-80024B30FB0E}"/>
              </a:ext>
            </a:extLst>
          </p:cNvPr>
          <p:cNvSpPr>
            <a:spLocks xmlns:a="http://schemas.openxmlformats.org/drawingml/2006/main" noGrp="1"/>
          </p:cNvSpPr>
          <p:nvPr/>
        </p:nvSpPr>
        <p:spPr>
          <a:xfrm xmlns:a="http://schemas.openxmlformats.org/drawingml/2006/main">
            <a:off x="609600" y="52959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Feedback은 평가 체계도 바꿀 수 있다. 변경 뒤의 결과는 다시 확인한다.</a:t>
            </a:r>
          </a:p>
        </p:txBody>
      </p:sp>
      <p:sp>
        <p:nvSpPr>
          <p:cNvPr id="19" name="Legacy module connection">
            <a:extLst xmlns:a="http://schemas.openxmlformats.org/drawingml/2006/main">
              <a:ext uri="{FF2B5EF4-FFF2-40B4-BE49-F238E27FC236}">
                <a16:creationId xmlns:a16="http://schemas.microsoft.com/office/drawing/2014/main" id="{FB306A3C-201D-40F8-87D3-CE0507B7F88C}"/>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M6</a:t>
            </a:r>
          </a:p>
        </p:txBody>
      </p:sp>
    </p:spTree>
    <p:extLst>
      <p:ext uri="{BB962C8B-B14F-4D97-AF65-F5344CB8AC3E}">
        <p14:creationId xmlns:p14="http://schemas.microsoft.com/office/powerpoint/2010/main" val="1520628093"/>
      </p:ext>
    </p:extLst>
  </p:cSld>
</p:sld>
</file>

<file path=ppt/slides/slide8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4 · C++ VISION / 적용을 위한 가상 질문">
            <a:extLst xmlns:a="http://schemas.openxmlformats.org/drawingml/2006/main">
              <a:ext uri="{FF2B5EF4-FFF2-40B4-BE49-F238E27FC236}">
                <a16:creationId xmlns:a16="http://schemas.microsoft.com/office/drawing/2014/main" id="{F5FFF52E-1872-43AD-879E-D16921DD2F9D}"/>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C++ VISION / 적용을 위한 가상 질문</a:t>
            </a:r>
          </a:p>
        </p:txBody>
      </p:sp>
      <p:sp>
        <p:nvSpPr>
          <p:cNvPr id="2" name="S85">
            <a:extLst xmlns:a="http://schemas.openxmlformats.org/drawingml/2006/main">
              <a:ext uri="{FF2B5EF4-FFF2-40B4-BE49-F238E27FC236}">
                <a16:creationId xmlns:a16="http://schemas.microsoft.com/office/drawing/2014/main" id="{D0A093E3-0208-4EAC-84F6-B458C97CC2D5}"/>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S85</a:t>
            </a:r>
          </a:p>
        </p:txBody>
      </p:sp>
      <p:sp>
        <p:nvSpPr>
          <p:cNvPr id="3" name="Project와 환경이 바뀌면&#10;검증도 다시 본다">
            <a:extLst xmlns:a="http://schemas.openxmlformats.org/drawingml/2006/main">
              <a:ext uri="{FF2B5EF4-FFF2-40B4-BE49-F238E27FC236}">
                <a16:creationId xmlns:a16="http://schemas.microsoft.com/office/drawing/2014/main" id="{6E811498-9EF3-4D8D-882D-507033EDB110}"/>
              </a:ext>
            </a:extLst>
          </p:cNvPr>
          <p:cNvSpPr>
            <a:spLocks xmlns:a="http://schemas.openxmlformats.org/drawingml/2006/main" noGrp="1"/>
          </p:cNvSpPr>
          <p:nvPr/>
        </p:nvSpPr>
        <p:spPr>
          <a:xfrm xmlns:a="http://schemas.openxmlformats.org/drawingml/2006/main">
            <a:off x="609600" y="800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17212B"/>
                </a:solidFill>
                <a:latin typeface="Malgun Gothic"/>
                <a:ea typeface="Malgun Gothic"/>
                <a:cs typeface="Malgun Gothic"/>
              </a:defRPr>
            </a:defPPr>
            <a:lvl1pPr algn="l">
              <a:defRPr sz="3450" b="1">
                <a:solidFill>
                  <a:srgbClr val="17212B"/>
                </a:solidFill>
                <a:latin typeface="Malgun Gothic"/>
                <a:ea typeface="Malgun Gothic"/>
                <a:cs typeface="Malgun Gothic"/>
              </a:defRPr>
            </a:lvl1pPr>
            <a:lvl2pPr algn="l">
              <a:defRPr sz="3450" b="1">
                <a:solidFill>
                  <a:srgbClr val="17212B"/>
                </a:solidFill>
                <a:latin typeface="Malgun Gothic"/>
                <a:ea typeface="Malgun Gothic"/>
                <a:cs typeface="Malgun Gothic"/>
              </a:defRPr>
            </a:lvl2pPr>
            <a:lvl3pPr algn="l">
              <a:defRPr sz="3450" b="1">
                <a:solidFill>
                  <a:srgbClr val="17212B"/>
                </a:solidFill>
                <a:latin typeface="Malgun Gothic"/>
                <a:ea typeface="Malgun Gothic"/>
                <a:cs typeface="Malgun Gothic"/>
              </a:defRPr>
            </a:lvl3pPr>
            <a:lvl4pPr algn="l">
              <a:defRPr sz="3450" b="1">
                <a:solidFill>
                  <a:srgbClr val="17212B"/>
                </a:solidFill>
                <a:latin typeface="Malgun Gothic"/>
                <a:ea typeface="Malgun Gothic"/>
                <a:cs typeface="Malgun Gothic"/>
              </a:defRPr>
            </a:lvl4pPr>
            <a:lvl5pPr algn="l">
              <a:defRPr sz="3450" b="1">
                <a:solidFill>
                  <a:srgbClr val="17212B"/>
                </a:solidFill>
                <a:latin typeface="Malgun Gothic"/>
                <a:ea typeface="Malgun Gothic"/>
                <a:cs typeface="Malgun Gothic"/>
              </a:defRPr>
            </a:lvl5pPr>
            <a:lvl6pPr algn="l">
              <a:defRPr sz="3450" b="1">
                <a:solidFill>
                  <a:srgbClr val="17212B"/>
                </a:solidFill>
                <a:latin typeface="Malgun Gothic"/>
                <a:ea typeface="Malgun Gothic"/>
                <a:cs typeface="Malgun Gothic"/>
              </a:defRPr>
            </a:lvl6pPr>
            <a:lvl7pPr algn="l">
              <a:defRPr sz="3450" b="1">
                <a:solidFill>
                  <a:srgbClr val="17212B"/>
                </a:solidFill>
                <a:latin typeface="Malgun Gothic"/>
                <a:ea typeface="Malgun Gothic"/>
                <a:cs typeface="Malgun Gothic"/>
              </a:defRPr>
            </a:lvl7pPr>
            <a:lvl8pPr algn="l">
              <a:defRPr sz="3450" b="1">
                <a:solidFill>
                  <a:srgbClr val="17212B"/>
                </a:solidFill>
                <a:latin typeface="Malgun Gothic"/>
                <a:ea typeface="Malgun Gothic"/>
                <a:cs typeface="Malgun Gothic"/>
              </a:defRPr>
            </a:lvl8pPr>
            <a:lvl9pPr algn="l">
              <a:defRPr sz="3450" b="1">
                <a:solidFill>
                  <a:srgbClr val="17212B"/>
                </a:solidFill>
                <a:latin typeface="Malgun Gothic"/>
                <a:ea typeface="Malgun Gothic"/>
                <a:cs typeface="Malgun Gothic"/>
              </a:defRPr>
            </a:lvl9pPr>
          </a:lstStyle>
          <a:p xmlns:a="http://schemas.openxmlformats.org/drawingml/2006/main">
            <a:pPr algn="l">
              <a:defRPr sz="3450" b="1">
                <a:solidFill>
                  <a:srgbClr val="17212B"/>
                </a:solidFill>
                <a:latin typeface="Malgun Gothic"/>
                <a:ea typeface="Malgun Gothic"/>
                <a:cs typeface="Malgun Gothic"/>
              </a:defRPr>
            </a:pPr>
            <a:r>
              <a:rPr sz="3450" b="1">
                <a:solidFill>
                  <a:srgbClr val="17212B"/>
                </a:solidFill>
                <a:latin typeface="Malgun Gothic"/>
                <a:ea typeface="Malgun Gothic"/>
                <a:cs typeface="Malgun Gothic"/>
              </a:rPr>
              <a:t>Project와 환경이 바뀌면</a:t>
            </a:r>
          </a:p>
          <a:p xmlns:a="http://schemas.openxmlformats.org/drawingml/2006/main">
            <a:pPr algn="l">
              <a:defRPr sz="3450" b="1">
                <a:solidFill>
                  <a:srgbClr val="17212B"/>
                </a:solidFill>
                <a:latin typeface="Malgun Gothic"/>
                <a:ea typeface="Malgun Gothic"/>
                <a:cs typeface="Malgun Gothic"/>
              </a:defRPr>
            </a:pPr>
            <a:r>
              <a:rPr sz="3450" b="1">
                <a:solidFill>
                  <a:srgbClr val="17212B"/>
                </a:solidFill>
                <a:latin typeface="Malgun Gothic"/>
                <a:ea typeface="Malgun Gothic"/>
                <a:cs typeface="Malgun Gothic"/>
              </a:rPr>
              <a:t>검증도 다시 본다</a:t>
            </a:r>
          </a:p>
        </p:txBody>
      </p:sp>
      <p:sp>
        <p:nvSpPr>
          <p:cNvPr id="4" name="">
            <a:extLst xmlns:a="http://schemas.openxmlformats.org/drawingml/2006/main">
              <a:ext uri="{FF2B5EF4-FFF2-40B4-BE49-F238E27FC236}">
                <a16:creationId xmlns:a16="http://schemas.microsoft.com/office/drawing/2014/main" id="{6CF7DBC4-3189-405B-BA9C-4A3219C59C95}"/>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BEAT-059 · TRANS-012 · 교육용 전이 모델 · AI 생성 설명용 삽화">
            <a:extLst xmlns:a="http://schemas.openxmlformats.org/drawingml/2006/main">
              <a:ext uri="{FF2B5EF4-FFF2-40B4-BE49-F238E27FC236}">
                <a16:creationId xmlns:a16="http://schemas.microsoft.com/office/drawing/2014/main" id="{F76D70D0-43F0-4897-9DE1-3B5B85974F47}"/>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BEAT-059 · TRANS-012 · 교육용 전이 모델 · AI 생성 설명용 삽화</a:t>
            </a:r>
          </a:p>
        </p:txBody>
      </p:sp>
      <p:sp>
        <p:nvSpPr>
          <p:cNvPr id="6" name="실제 C++ 사건·성능 결과가 아닙니다. 변경 표시는 확인할 조건을 뜻하며 원인이나 결과를 단정하지 않습니다">
            <a:extLst xmlns:a="http://schemas.openxmlformats.org/drawingml/2006/main">
              <a:ext uri="{FF2B5EF4-FFF2-40B4-BE49-F238E27FC236}">
                <a16:creationId xmlns:a16="http://schemas.microsoft.com/office/drawing/2014/main" id="{A837AFDA-5630-436F-8E45-69AFD377A22E}"/>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실제 C++ 사건·성능 결과가 아닙니다. 변경 표시는 확인할 조건을 뜻하며 원인이나 결과를 단정하지 않습니다.</a:t>
            </a:r>
          </a:p>
        </p:txBody>
      </p:sp>
      <p:sp>
        <p:nvSpPr>
          <p:cNvPr id="7" name="GPU · 빌드 · 측정 조건이 달라졌다면?">
            <a:extLst xmlns:a="http://schemas.openxmlformats.org/drawingml/2006/main">
              <a:ext uri="{FF2B5EF4-FFF2-40B4-BE49-F238E27FC236}">
                <a16:creationId xmlns:a16="http://schemas.microsoft.com/office/drawing/2014/main" id="{43B32BE9-5419-4DEE-AC04-AC6DA5BB7427}"/>
              </a:ext>
            </a:extLst>
          </p:cNvPr>
          <p:cNvSpPr>
            <a:spLocks xmlns:a="http://schemas.openxmlformats.org/drawingml/2006/main" noGrp="1"/>
          </p:cNvSpPr>
          <p:nvPr/>
        </p:nvSpPr>
        <p:spPr>
          <a:xfrm xmlns:a="http://schemas.openxmlformats.org/drawingml/2006/main">
            <a:off x="609600" y="20002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GPU · 빌드 · 측정 조건이 달라졌다면?</a:t>
            </a:r>
          </a:p>
        </p:txBody>
      </p:sp>
      <p:pic>
        <p:nvPicPr>
          <p:cNvPr id="8" name="">
            <a:extLst xmlns:a="http://schemas.openxmlformats.org/drawingml/2006/main">
              <a:ext uri="{FF2B5EF4-FFF2-40B4-BE49-F238E27FC236}">
                <a16:creationId xmlns:a16="http://schemas.microsoft.com/office/drawing/2014/main" id="{636F6B14-1A81-494E-855B-495B11AE4D9D}"/>
              </a:ext>
            </a:extLst>
          </p:cNvPr>
          <p:cNvPicPr>
            <a:picLocks xmlns:a="http://schemas.openxmlformats.org/drawingml/2006/main" noChangeAspect="1"/>
          </p:cNvPicPr>
          <p:nvPr/>
        </p:nvPicPr>
        <p:blipFill>
          <a:blip xmlns:r="http://schemas.openxmlformats.org/officeDocument/2006/relationships" xmlns:a="http://schemas.openxmlformats.org/drawingml/2006/main" r:embed="R2e3aad43e6b5433b"/>
          <a:srcRect xmlns:a="http://schemas.openxmlformats.org/drawingml/2006/main" l="0" t="6000" r="0" b="10000"/>
          <a:stretch xmlns:a="http://schemas.openxmlformats.org/drawingml/2006/main"/>
        </p:blipFill>
        <p:spPr>
          <a:xfrm xmlns:a="http://schemas.openxmlformats.org/drawingml/2006/main">
            <a:off x="609600" y="2676525"/>
            <a:ext cx="6858000" cy="1924050"/>
          </a:xfrm>
          <a:prstGeom xmlns:a="http://schemas.openxmlformats.org/drawingml/2006/main" prst="rect">
            <a:avLst/>
          </a:prstGeom>
        </p:spPr>
      </p:pic>
      <p:sp>
        <p:nvSpPr>
          <p:cNvPr id="9" name="입력">
            <a:extLst xmlns:a="http://schemas.openxmlformats.org/drawingml/2006/main">
              <a:ext uri="{FF2B5EF4-FFF2-40B4-BE49-F238E27FC236}">
                <a16:creationId xmlns:a16="http://schemas.microsoft.com/office/drawing/2014/main" id="{D94BC228-505A-4E56-B505-90EC072FE19A}"/>
              </a:ext>
            </a:extLst>
          </p:cNvPr>
          <p:cNvSpPr>
            <a:spLocks xmlns:a="http://schemas.openxmlformats.org/drawingml/2006/main" noGrp="1"/>
          </p:cNvSpPr>
          <p:nvPr/>
        </p:nvSpPr>
        <p:spPr>
          <a:xfrm xmlns:a="http://schemas.openxmlformats.org/drawingml/2006/main">
            <a:off x="609600" y="467677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4D5A68"/>
                </a:solidFill>
                <a:latin typeface="Malgun Gothic"/>
                <a:ea typeface="Malgun Gothic"/>
                <a:cs typeface="Malgun Gothic"/>
              </a:defRPr>
            </a:defPPr>
            <a:lvl1pPr algn="ctr">
              <a:defRPr sz="1500" b="1">
                <a:solidFill>
                  <a:srgbClr val="4D5A68"/>
                </a:solidFill>
                <a:latin typeface="Malgun Gothic"/>
                <a:ea typeface="Malgun Gothic"/>
                <a:cs typeface="Malgun Gothic"/>
              </a:defRPr>
            </a:lvl1pPr>
            <a:lvl2pPr algn="ctr">
              <a:defRPr sz="1500" b="1">
                <a:solidFill>
                  <a:srgbClr val="4D5A68"/>
                </a:solidFill>
                <a:latin typeface="Malgun Gothic"/>
                <a:ea typeface="Malgun Gothic"/>
                <a:cs typeface="Malgun Gothic"/>
              </a:defRPr>
            </a:lvl2pPr>
            <a:lvl3pPr algn="ctr">
              <a:defRPr sz="1500" b="1">
                <a:solidFill>
                  <a:srgbClr val="4D5A68"/>
                </a:solidFill>
                <a:latin typeface="Malgun Gothic"/>
                <a:ea typeface="Malgun Gothic"/>
                <a:cs typeface="Malgun Gothic"/>
              </a:defRPr>
            </a:lvl3pPr>
            <a:lvl4pPr algn="ctr">
              <a:defRPr sz="1500" b="1">
                <a:solidFill>
                  <a:srgbClr val="4D5A68"/>
                </a:solidFill>
                <a:latin typeface="Malgun Gothic"/>
                <a:ea typeface="Malgun Gothic"/>
                <a:cs typeface="Malgun Gothic"/>
              </a:defRPr>
            </a:lvl4pPr>
            <a:lvl5pPr algn="ctr">
              <a:defRPr sz="1500" b="1">
                <a:solidFill>
                  <a:srgbClr val="4D5A68"/>
                </a:solidFill>
                <a:latin typeface="Malgun Gothic"/>
                <a:ea typeface="Malgun Gothic"/>
                <a:cs typeface="Malgun Gothic"/>
              </a:defRPr>
            </a:lvl5pPr>
            <a:lvl6pPr algn="ctr">
              <a:defRPr sz="1500" b="1">
                <a:solidFill>
                  <a:srgbClr val="4D5A68"/>
                </a:solidFill>
                <a:latin typeface="Malgun Gothic"/>
                <a:ea typeface="Malgun Gothic"/>
                <a:cs typeface="Malgun Gothic"/>
              </a:defRPr>
            </a:lvl6pPr>
            <a:lvl7pPr algn="ctr">
              <a:defRPr sz="1500" b="1">
                <a:solidFill>
                  <a:srgbClr val="4D5A68"/>
                </a:solidFill>
                <a:latin typeface="Malgun Gothic"/>
                <a:ea typeface="Malgun Gothic"/>
                <a:cs typeface="Malgun Gothic"/>
              </a:defRPr>
            </a:lvl7pPr>
            <a:lvl8pPr algn="ctr">
              <a:defRPr sz="1500" b="1">
                <a:solidFill>
                  <a:srgbClr val="4D5A68"/>
                </a:solidFill>
                <a:latin typeface="Malgun Gothic"/>
                <a:ea typeface="Malgun Gothic"/>
                <a:cs typeface="Malgun Gothic"/>
              </a:defRPr>
            </a:lvl8pPr>
            <a:lvl9pPr algn="ctr">
              <a:defRPr sz="1500" b="1">
                <a:solidFill>
                  <a:srgbClr val="4D5A68"/>
                </a:solidFill>
                <a:latin typeface="Malgun Gothic"/>
                <a:ea typeface="Malgun Gothic"/>
                <a:cs typeface="Malgun Gothic"/>
              </a:defRPr>
            </a:lvl9pPr>
          </a:lstStyle>
          <a:p xmlns:a="http://schemas.openxmlformats.org/drawingml/2006/main">
            <a:pPr algn="ctr">
              <a:defRPr sz="1500" b="1">
                <a:solidFill>
                  <a:srgbClr val="4D5A68"/>
                </a:solidFill>
                <a:latin typeface="Malgun Gothic"/>
                <a:ea typeface="Malgun Gothic"/>
                <a:cs typeface="Malgun Gothic"/>
              </a:defRPr>
            </a:pPr>
            <a:r>
              <a:rPr sz="1500" b="1">
                <a:solidFill>
                  <a:srgbClr val="4D5A68"/>
                </a:solidFill>
                <a:latin typeface="Malgun Gothic"/>
                <a:ea typeface="Malgun Gothic"/>
                <a:cs typeface="Malgun Gothic"/>
              </a:rPr>
              <a:t>입력</a:t>
            </a:r>
          </a:p>
        </p:txBody>
      </p:sp>
      <p:sp>
        <p:nvSpPr>
          <p:cNvPr id="10" name="처리 코드">
            <a:extLst xmlns:a="http://schemas.openxmlformats.org/drawingml/2006/main">
              <a:ext uri="{FF2B5EF4-FFF2-40B4-BE49-F238E27FC236}">
                <a16:creationId xmlns:a16="http://schemas.microsoft.com/office/drawing/2014/main" id="{4A6C748C-ED0D-4579-8E29-43FEE3172D09}"/>
              </a:ext>
            </a:extLst>
          </p:cNvPr>
          <p:cNvSpPr>
            <a:spLocks xmlns:a="http://schemas.openxmlformats.org/drawingml/2006/main" noGrp="1"/>
          </p:cNvSpPr>
          <p:nvPr/>
        </p:nvSpPr>
        <p:spPr>
          <a:xfrm xmlns:a="http://schemas.openxmlformats.org/drawingml/2006/main">
            <a:off x="2324100" y="46767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4D5A68"/>
                </a:solidFill>
                <a:latin typeface="Malgun Gothic"/>
                <a:ea typeface="Malgun Gothic"/>
                <a:cs typeface="Malgun Gothic"/>
              </a:defRPr>
            </a:defPPr>
            <a:lvl1pPr algn="ctr">
              <a:defRPr sz="1500" b="1">
                <a:solidFill>
                  <a:srgbClr val="4D5A68"/>
                </a:solidFill>
                <a:latin typeface="Malgun Gothic"/>
                <a:ea typeface="Malgun Gothic"/>
                <a:cs typeface="Malgun Gothic"/>
              </a:defRPr>
            </a:lvl1pPr>
            <a:lvl2pPr algn="ctr">
              <a:defRPr sz="1500" b="1">
                <a:solidFill>
                  <a:srgbClr val="4D5A68"/>
                </a:solidFill>
                <a:latin typeface="Malgun Gothic"/>
                <a:ea typeface="Malgun Gothic"/>
                <a:cs typeface="Malgun Gothic"/>
              </a:defRPr>
            </a:lvl2pPr>
            <a:lvl3pPr algn="ctr">
              <a:defRPr sz="1500" b="1">
                <a:solidFill>
                  <a:srgbClr val="4D5A68"/>
                </a:solidFill>
                <a:latin typeface="Malgun Gothic"/>
                <a:ea typeface="Malgun Gothic"/>
                <a:cs typeface="Malgun Gothic"/>
              </a:defRPr>
            </a:lvl3pPr>
            <a:lvl4pPr algn="ctr">
              <a:defRPr sz="1500" b="1">
                <a:solidFill>
                  <a:srgbClr val="4D5A68"/>
                </a:solidFill>
                <a:latin typeface="Malgun Gothic"/>
                <a:ea typeface="Malgun Gothic"/>
                <a:cs typeface="Malgun Gothic"/>
              </a:defRPr>
            </a:lvl4pPr>
            <a:lvl5pPr algn="ctr">
              <a:defRPr sz="1500" b="1">
                <a:solidFill>
                  <a:srgbClr val="4D5A68"/>
                </a:solidFill>
                <a:latin typeface="Malgun Gothic"/>
                <a:ea typeface="Malgun Gothic"/>
                <a:cs typeface="Malgun Gothic"/>
              </a:defRPr>
            </a:lvl5pPr>
            <a:lvl6pPr algn="ctr">
              <a:defRPr sz="1500" b="1">
                <a:solidFill>
                  <a:srgbClr val="4D5A68"/>
                </a:solidFill>
                <a:latin typeface="Malgun Gothic"/>
                <a:ea typeface="Malgun Gothic"/>
                <a:cs typeface="Malgun Gothic"/>
              </a:defRPr>
            </a:lvl6pPr>
            <a:lvl7pPr algn="ctr">
              <a:defRPr sz="1500" b="1">
                <a:solidFill>
                  <a:srgbClr val="4D5A68"/>
                </a:solidFill>
                <a:latin typeface="Malgun Gothic"/>
                <a:ea typeface="Malgun Gothic"/>
                <a:cs typeface="Malgun Gothic"/>
              </a:defRPr>
            </a:lvl7pPr>
            <a:lvl8pPr algn="ctr">
              <a:defRPr sz="1500" b="1">
                <a:solidFill>
                  <a:srgbClr val="4D5A68"/>
                </a:solidFill>
                <a:latin typeface="Malgun Gothic"/>
                <a:ea typeface="Malgun Gothic"/>
                <a:cs typeface="Malgun Gothic"/>
              </a:defRPr>
            </a:lvl8pPr>
            <a:lvl9pPr algn="ctr">
              <a:defRPr sz="1500" b="1">
                <a:solidFill>
                  <a:srgbClr val="4D5A68"/>
                </a:solidFill>
                <a:latin typeface="Malgun Gothic"/>
                <a:ea typeface="Malgun Gothic"/>
                <a:cs typeface="Malgun Gothic"/>
              </a:defRPr>
            </a:lvl9pPr>
          </a:lstStyle>
          <a:p xmlns:a="http://schemas.openxmlformats.org/drawingml/2006/main">
            <a:pPr algn="ctr">
              <a:defRPr sz="1500" b="1">
                <a:solidFill>
                  <a:srgbClr val="4D5A68"/>
                </a:solidFill>
                <a:latin typeface="Malgun Gothic"/>
                <a:ea typeface="Malgun Gothic"/>
                <a:cs typeface="Malgun Gothic"/>
              </a:defRPr>
            </a:pPr>
            <a:r>
              <a:rPr sz="1500" b="1">
                <a:solidFill>
                  <a:srgbClr val="4D5A68"/>
                </a:solidFill>
                <a:latin typeface="Malgun Gothic"/>
                <a:ea typeface="Malgun Gothic"/>
                <a:cs typeface="Malgun Gothic"/>
              </a:rPr>
              <a:t>처리 코드</a:t>
            </a:r>
          </a:p>
        </p:txBody>
      </p:sp>
      <p:sp>
        <p:nvSpPr>
          <p:cNvPr id="11" name="실행 장치 · 변경 조건">
            <a:extLst xmlns:a="http://schemas.openxmlformats.org/drawingml/2006/main">
              <a:ext uri="{FF2B5EF4-FFF2-40B4-BE49-F238E27FC236}">
                <a16:creationId xmlns:a16="http://schemas.microsoft.com/office/drawing/2014/main" id="{342EC6AB-EB5F-4AA3-9210-25A55C43CF8E}"/>
              </a:ext>
            </a:extLst>
          </p:cNvPr>
          <p:cNvSpPr>
            <a:spLocks xmlns:a="http://schemas.openxmlformats.org/drawingml/2006/main" noGrp="1"/>
          </p:cNvSpPr>
          <p:nvPr/>
        </p:nvSpPr>
        <p:spPr>
          <a:xfrm xmlns:a="http://schemas.openxmlformats.org/drawingml/2006/main">
            <a:off x="4038600" y="4676775"/>
            <a:ext cx="2324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4D5A68"/>
                </a:solidFill>
                <a:latin typeface="Malgun Gothic"/>
                <a:ea typeface="Malgun Gothic"/>
                <a:cs typeface="Malgun Gothic"/>
              </a:defRPr>
            </a:defPPr>
            <a:lvl1pPr algn="ctr">
              <a:defRPr sz="1500" b="1">
                <a:solidFill>
                  <a:srgbClr val="4D5A68"/>
                </a:solidFill>
                <a:latin typeface="Malgun Gothic"/>
                <a:ea typeface="Malgun Gothic"/>
                <a:cs typeface="Malgun Gothic"/>
              </a:defRPr>
            </a:lvl1pPr>
            <a:lvl2pPr algn="ctr">
              <a:defRPr sz="1500" b="1">
                <a:solidFill>
                  <a:srgbClr val="4D5A68"/>
                </a:solidFill>
                <a:latin typeface="Malgun Gothic"/>
                <a:ea typeface="Malgun Gothic"/>
                <a:cs typeface="Malgun Gothic"/>
              </a:defRPr>
            </a:lvl2pPr>
            <a:lvl3pPr algn="ctr">
              <a:defRPr sz="1500" b="1">
                <a:solidFill>
                  <a:srgbClr val="4D5A68"/>
                </a:solidFill>
                <a:latin typeface="Malgun Gothic"/>
                <a:ea typeface="Malgun Gothic"/>
                <a:cs typeface="Malgun Gothic"/>
              </a:defRPr>
            </a:lvl3pPr>
            <a:lvl4pPr algn="ctr">
              <a:defRPr sz="1500" b="1">
                <a:solidFill>
                  <a:srgbClr val="4D5A68"/>
                </a:solidFill>
                <a:latin typeface="Malgun Gothic"/>
                <a:ea typeface="Malgun Gothic"/>
                <a:cs typeface="Malgun Gothic"/>
              </a:defRPr>
            </a:lvl4pPr>
            <a:lvl5pPr algn="ctr">
              <a:defRPr sz="1500" b="1">
                <a:solidFill>
                  <a:srgbClr val="4D5A68"/>
                </a:solidFill>
                <a:latin typeface="Malgun Gothic"/>
                <a:ea typeface="Malgun Gothic"/>
                <a:cs typeface="Malgun Gothic"/>
              </a:defRPr>
            </a:lvl5pPr>
            <a:lvl6pPr algn="ctr">
              <a:defRPr sz="1500" b="1">
                <a:solidFill>
                  <a:srgbClr val="4D5A68"/>
                </a:solidFill>
                <a:latin typeface="Malgun Gothic"/>
                <a:ea typeface="Malgun Gothic"/>
                <a:cs typeface="Malgun Gothic"/>
              </a:defRPr>
            </a:lvl6pPr>
            <a:lvl7pPr algn="ctr">
              <a:defRPr sz="1500" b="1">
                <a:solidFill>
                  <a:srgbClr val="4D5A68"/>
                </a:solidFill>
                <a:latin typeface="Malgun Gothic"/>
                <a:ea typeface="Malgun Gothic"/>
                <a:cs typeface="Malgun Gothic"/>
              </a:defRPr>
            </a:lvl7pPr>
            <a:lvl8pPr algn="ctr">
              <a:defRPr sz="1500" b="1">
                <a:solidFill>
                  <a:srgbClr val="4D5A68"/>
                </a:solidFill>
                <a:latin typeface="Malgun Gothic"/>
                <a:ea typeface="Malgun Gothic"/>
                <a:cs typeface="Malgun Gothic"/>
              </a:defRPr>
            </a:lvl8pPr>
            <a:lvl9pPr algn="ctr">
              <a:defRPr sz="1500" b="1">
                <a:solidFill>
                  <a:srgbClr val="4D5A68"/>
                </a:solidFill>
                <a:latin typeface="Malgun Gothic"/>
                <a:ea typeface="Malgun Gothic"/>
                <a:cs typeface="Malgun Gothic"/>
              </a:defRPr>
            </a:lvl9pPr>
          </a:lstStyle>
          <a:p xmlns:a="http://schemas.openxmlformats.org/drawingml/2006/main">
            <a:pPr algn="ctr">
              <a:defRPr sz="1500" b="1">
                <a:solidFill>
                  <a:srgbClr val="4D5A68"/>
                </a:solidFill>
                <a:latin typeface="Malgun Gothic"/>
                <a:ea typeface="Malgun Gothic"/>
                <a:cs typeface="Malgun Gothic"/>
              </a:defRPr>
            </a:pPr>
            <a:r>
              <a:rPr sz="1500" b="1">
                <a:solidFill>
                  <a:srgbClr val="4D5A68"/>
                </a:solidFill>
                <a:latin typeface="Malgun Gothic"/>
                <a:ea typeface="Malgun Gothic"/>
                <a:cs typeface="Malgun Gothic"/>
              </a:rPr>
              <a:t>실행 장치 · 변경 조건</a:t>
            </a:r>
          </a:p>
        </p:txBody>
      </p:sp>
      <p:sp>
        <p:nvSpPr>
          <p:cNvPr id="12" name="출력">
            <a:extLst xmlns:a="http://schemas.openxmlformats.org/drawingml/2006/main">
              <a:ext uri="{FF2B5EF4-FFF2-40B4-BE49-F238E27FC236}">
                <a16:creationId xmlns:a16="http://schemas.microsoft.com/office/drawing/2014/main" id="{59EBF0CB-983F-49BA-883E-E25A6BA85590}"/>
              </a:ext>
            </a:extLst>
          </p:cNvPr>
          <p:cNvSpPr>
            <a:spLocks xmlns:a="http://schemas.openxmlformats.org/drawingml/2006/main" noGrp="1"/>
          </p:cNvSpPr>
          <p:nvPr/>
        </p:nvSpPr>
        <p:spPr>
          <a:xfrm xmlns:a="http://schemas.openxmlformats.org/drawingml/2006/main">
            <a:off x="6419850" y="46767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4D5A68"/>
                </a:solidFill>
                <a:latin typeface="Malgun Gothic"/>
                <a:ea typeface="Malgun Gothic"/>
                <a:cs typeface="Malgun Gothic"/>
              </a:defRPr>
            </a:defPPr>
            <a:lvl1pPr algn="ctr">
              <a:defRPr sz="1500" b="1">
                <a:solidFill>
                  <a:srgbClr val="4D5A68"/>
                </a:solidFill>
                <a:latin typeface="Malgun Gothic"/>
                <a:ea typeface="Malgun Gothic"/>
                <a:cs typeface="Malgun Gothic"/>
              </a:defRPr>
            </a:lvl1pPr>
            <a:lvl2pPr algn="ctr">
              <a:defRPr sz="1500" b="1">
                <a:solidFill>
                  <a:srgbClr val="4D5A68"/>
                </a:solidFill>
                <a:latin typeface="Malgun Gothic"/>
                <a:ea typeface="Malgun Gothic"/>
                <a:cs typeface="Malgun Gothic"/>
              </a:defRPr>
            </a:lvl2pPr>
            <a:lvl3pPr algn="ctr">
              <a:defRPr sz="1500" b="1">
                <a:solidFill>
                  <a:srgbClr val="4D5A68"/>
                </a:solidFill>
                <a:latin typeface="Malgun Gothic"/>
                <a:ea typeface="Malgun Gothic"/>
                <a:cs typeface="Malgun Gothic"/>
              </a:defRPr>
            </a:lvl3pPr>
            <a:lvl4pPr algn="ctr">
              <a:defRPr sz="1500" b="1">
                <a:solidFill>
                  <a:srgbClr val="4D5A68"/>
                </a:solidFill>
                <a:latin typeface="Malgun Gothic"/>
                <a:ea typeface="Malgun Gothic"/>
                <a:cs typeface="Malgun Gothic"/>
              </a:defRPr>
            </a:lvl4pPr>
            <a:lvl5pPr algn="ctr">
              <a:defRPr sz="1500" b="1">
                <a:solidFill>
                  <a:srgbClr val="4D5A68"/>
                </a:solidFill>
                <a:latin typeface="Malgun Gothic"/>
                <a:ea typeface="Malgun Gothic"/>
                <a:cs typeface="Malgun Gothic"/>
              </a:defRPr>
            </a:lvl5pPr>
            <a:lvl6pPr algn="ctr">
              <a:defRPr sz="1500" b="1">
                <a:solidFill>
                  <a:srgbClr val="4D5A68"/>
                </a:solidFill>
                <a:latin typeface="Malgun Gothic"/>
                <a:ea typeface="Malgun Gothic"/>
                <a:cs typeface="Malgun Gothic"/>
              </a:defRPr>
            </a:lvl6pPr>
            <a:lvl7pPr algn="ctr">
              <a:defRPr sz="1500" b="1">
                <a:solidFill>
                  <a:srgbClr val="4D5A68"/>
                </a:solidFill>
                <a:latin typeface="Malgun Gothic"/>
                <a:ea typeface="Malgun Gothic"/>
                <a:cs typeface="Malgun Gothic"/>
              </a:defRPr>
            </a:lvl7pPr>
            <a:lvl8pPr algn="ctr">
              <a:defRPr sz="1500" b="1">
                <a:solidFill>
                  <a:srgbClr val="4D5A68"/>
                </a:solidFill>
                <a:latin typeface="Malgun Gothic"/>
                <a:ea typeface="Malgun Gothic"/>
                <a:cs typeface="Malgun Gothic"/>
              </a:defRPr>
            </a:lvl8pPr>
            <a:lvl9pPr algn="ctr">
              <a:defRPr sz="1500" b="1">
                <a:solidFill>
                  <a:srgbClr val="4D5A68"/>
                </a:solidFill>
                <a:latin typeface="Malgun Gothic"/>
                <a:ea typeface="Malgun Gothic"/>
                <a:cs typeface="Malgun Gothic"/>
              </a:defRPr>
            </a:lvl9pPr>
          </a:lstStyle>
          <a:p xmlns:a="http://schemas.openxmlformats.org/drawingml/2006/main">
            <a:pPr algn="ctr">
              <a:defRPr sz="1500" b="1">
                <a:solidFill>
                  <a:srgbClr val="4D5A68"/>
                </a:solidFill>
                <a:latin typeface="Malgun Gothic"/>
                <a:ea typeface="Malgun Gothic"/>
                <a:cs typeface="Malgun Gothic"/>
              </a:defRPr>
            </a:pPr>
            <a:r>
              <a:rPr sz="1500" b="1">
                <a:solidFill>
                  <a:srgbClr val="4D5A68"/>
                </a:solidFill>
                <a:latin typeface="Malgun Gothic"/>
                <a:ea typeface="Malgun Gothic"/>
                <a:cs typeface="Malgun Gothic"/>
              </a:rPr>
              <a:t>출력</a:t>
            </a:r>
          </a:p>
        </p:txBody>
      </p:sp>
      <p:sp>
        <p:nvSpPr>
          <p:cNvPr id="13" name="01">
            <a:extLst xmlns:a="http://schemas.openxmlformats.org/drawingml/2006/main">
              <a:ext uri="{FF2B5EF4-FFF2-40B4-BE49-F238E27FC236}">
                <a16:creationId xmlns:a16="http://schemas.microsoft.com/office/drawing/2014/main" id="{DD28C3D9-1C40-4589-B75A-3CAE830D8272}"/>
              </a:ext>
            </a:extLst>
          </p:cNvPr>
          <p:cNvSpPr>
            <a:spLocks xmlns:a="http://schemas.openxmlformats.org/drawingml/2006/main" noGrp="1"/>
          </p:cNvSpPr>
          <p:nvPr/>
        </p:nvSpPr>
        <p:spPr>
          <a:xfrm xmlns:a="http://schemas.openxmlformats.org/drawingml/2006/main">
            <a:off x="8020050" y="248602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805400"/>
                </a:solidFill>
                <a:latin typeface="Consolas"/>
                <a:ea typeface="Consolas"/>
                <a:cs typeface="Consolas"/>
              </a:defRPr>
            </a:defPPr>
            <a:lvl1pPr algn="l">
              <a:defRPr sz="1650" b="1">
                <a:solidFill>
                  <a:srgbClr val="805400"/>
                </a:solidFill>
                <a:latin typeface="Consolas"/>
                <a:ea typeface="Consolas"/>
                <a:cs typeface="Consolas"/>
              </a:defRPr>
            </a:lvl1pPr>
            <a:lvl2pPr algn="l">
              <a:defRPr sz="1650" b="1">
                <a:solidFill>
                  <a:srgbClr val="805400"/>
                </a:solidFill>
                <a:latin typeface="Consolas"/>
                <a:ea typeface="Consolas"/>
                <a:cs typeface="Consolas"/>
              </a:defRPr>
            </a:lvl2pPr>
            <a:lvl3pPr algn="l">
              <a:defRPr sz="1650" b="1">
                <a:solidFill>
                  <a:srgbClr val="805400"/>
                </a:solidFill>
                <a:latin typeface="Consolas"/>
                <a:ea typeface="Consolas"/>
                <a:cs typeface="Consolas"/>
              </a:defRPr>
            </a:lvl3pPr>
            <a:lvl4pPr algn="l">
              <a:defRPr sz="1650" b="1">
                <a:solidFill>
                  <a:srgbClr val="805400"/>
                </a:solidFill>
                <a:latin typeface="Consolas"/>
                <a:ea typeface="Consolas"/>
                <a:cs typeface="Consolas"/>
              </a:defRPr>
            </a:lvl4pPr>
            <a:lvl5pPr algn="l">
              <a:defRPr sz="1650" b="1">
                <a:solidFill>
                  <a:srgbClr val="805400"/>
                </a:solidFill>
                <a:latin typeface="Consolas"/>
                <a:ea typeface="Consolas"/>
                <a:cs typeface="Consolas"/>
              </a:defRPr>
            </a:lvl5pPr>
            <a:lvl6pPr algn="l">
              <a:defRPr sz="1650" b="1">
                <a:solidFill>
                  <a:srgbClr val="805400"/>
                </a:solidFill>
                <a:latin typeface="Consolas"/>
                <a:ea typeface="Consolas"/>
                <a:cs typeface="Consolas"/>
              </a:defRPr>
            </a:lvl6pPr>
            <a:lvl7pPr algn="l">
              <a:defRPr sz="1650" b="1">
                <a:solidFill>
                  <a:srgbClr val="805400"/>
                </a:solidFill>
                <a:latin typeface="Consolas"/>
                <a:ea typeface="Consolas"/>
                <a:cs typeface="Consolas"/>
              </a:defRPr>
            </a:lvl7pPr>
            <a:lvl8pPr algn="l">
              <a:defRPr sz="1650" b="1">
                <a:solidFill>
                  <a:srgbClr val="805400"/>
                </a:solidFill>
                <a:latin typeface="Consolas"/>
                <a:ea typeface="Consolas"/>
                <a:cs typeface="Consolas"/>
              </a:defRPr>
            </a:lvl8pPr>
            <a:lvl9pPr algn="l">
              <a:defRPr sz="1650" b="1">
                <a:solidFill>
                  <a:srgbClr val="805400"/>
                </a:solidFill>
                <a:latin typeface="Consolas"/>
                <a:ea typeface="Consolas"/>
                <a:cs typeface="Consolas"/>
              </a:defRPr>
            </a:lvl9pPr>
          </a:lstStyle>
          <a:p xmlns:a="http://schemas.openxmlformats.org/drawingml/2006/main">
            <a:pPr algn="l">
              <a:defRPr sz="1650" b="1">
                <a:solidFill>
                  <a:srgbClr val="805400"/>
                </a:solidFill>
                <a:latin typeface="Consolas"/>
                <a:ea typeface="Consolas"/>
                <a:cs typeface="Consolas"/>
              </a:defRPr>
            </a:pPr>
            <a:r>
              <a:rPr sz="1650" b="1">
                <a:solidFill>
                  <a:srgbClr val="805400"/>
                </a:solidFill>
                <a:latin typeface="Consolas"/>
                <a:ea typeface="Consolas"/>
                <a:cs typeface="Consolas"/>
              </a:rPr>
              <a:t>01</a:t>
            </a:r>
          </a:p>
        </p:txBody>
      </p:sp>
      <p:sp>
        <p:nvSpPr>
          <p:cNvPr id="14" name="기존 가정">
            <a:extLst xmlns:a="http://schemas.openxmlformats.org/drawingml/2006/main">
              <a:ext uri="{FF2B5EF4-FFF2-40B4-BE49-F238E27FC236}">
                <a16:creationId xmlns:a16="http://schemas.microsoft.com/office/drawing/2014/main" id="{D2EA052F-0189-42E4-8EA0-743CD9482C19}"/>
              </a:ext>
            </a:extLst>
          </p:cNvPr>
          <p:cNvSpPr>
            <a:spLocks xmlns:a="http://schemas.openxmlformats.org/drawingml/2006/main" noGrp="1"/>
          </p:cNvSpPr>
          <p:nvPr/>
        </p:nvSpPr>
        <p:spPr>
          <a:xfrm xmlns:a="http://schemas.openxmlformats.org/drawingml/2006/main">
            <a:off x="8477250" y="2486025"/>
            <a:ext cx="3105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기존 가정</a:t>
            </a:r>
          </a:p>
        </p:txBody>
      </p:sp>
      <p:sp>
        <p:nvSpPr>
          <p:cNvPr id="15" name="어떤 조건에서&#10;맞던 판단인가?">
            <a:extLst xmlns:a="http://schemas.openxmlformats.org/drawingml/2006/main">
              <a:ext uri="{FF2B5EF4-FFF2-40B4-BE49-F238E27FC236}">
                <a16:creationId xmlns:a16="http://schemas.microsoft.com/office/drawing/2014/main" id="{60C3C6A5-B763-4B5C-98DF-DCA5607A5229}"/>
              </a:ext>
            </a:extLst>
          </p:cNvPr>
          <p:cNvSpPr>
            <a:spLocks xmlns:a="http://schemas.openxmlformats.org/drawingml/2006/main" noGrp="1"/>
          </p:cNvSpPr>
          <p:nvPr/>
        </p:nvSpPr>
        <p:spPr>
          <a:xfrm xmlns:a="http://schemas.openxmlformats.org/drawingml/2006/main">
            <a:off x="8477250" y="2809875"/>
            <a:ext cx="3105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어떤 조건에서</a:t>
            </a:r>
          </a:p>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맞던 판단인가?</a:t>
            </a:r>
          </a:p>
        </p:txBody>
      </p:sp>
      <p:sp>
        <p:nvSpPr>
          <p:cNvPr id="16" name="02">
            <a:extLst xmlns:a="http://schemas.openxmlformats.org/drawingml/2006/main">
              <a:ext uri="{FF2B5EF4-FFF2-40B4-BE49-F238E27FC236}">
                <a16:creationId xmlns:a16="http://schemas.microsoft.com/office/drawing/2014/main" id="{D295BC1B-4237-4A66-97E4-5A3C099D259E}"/>
              </a:ext>
            </a:extLst>
          </p:cNvPr>
          <p:cNvSpPr>
            <a:spLocks xmlns:a="http://schemas.openxmlformats.org/drawingml/2006/main" noGrp="1"/>
          </p:cNvSpPr>
          <p:nvPr/>
        </p:nvSpPr>
        <p:spPr>
          <a:xfrm xmlns:a="http://schemas.openxmlformats.org/drawingml/2006/main">
            <a:off x="8020050" y="337185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805400"/>
                </a:solidFill>
                <a:latin typeface="Consolas"/>
                <a:ea typeface="Consolas"/>
                <a:cs typeface="Consolas"/>
              </a:defRPr>
            </a:defPPr>
            <a:lvl1pPr algn="l">
              <a:defRPr sz="1650" b="1">
                <a:solidFill>
                  <a:srgbClr val="805400"/>
                </a:solidFill>
                <a:latin typeface="Consolas"/>
                <a:ea typeface="Consolas"/>
                <a:cs typeface="Consolas"/>
              </a:defRPr>
            </a:lvl1pPr>
            <a:lvl2pPr algn="l">
              <a:defRPr sz="1650" b="1">
                <a:solidFill>
                  <a:srgbClr val="805400"/>
                </a:solidFill>
                <a:latin typeface="Consolas"/>
                <a:ea typeface="Consolas"/>
                <a:cs typeface="Consolas"/>
              </a:defRPr>
            </a:lvl2pPr>
            <a:lvl3pPr algn="l">
              <a:defRPr sz="1650" b="1">
                <a:solidFill>
                  <a:srgbClr val="805400"/>
                </a:solidFill>
                <a:latin typeface="Consolas"/>
                <a:ea typeface="Consolas"/>
                <a:cs typeface="Consolas"/>
              </a:defRPr>
            </a:lvl3pPr>
            <a:lvl4pPr algn="l">
              <a:defRPr sz="1650" b="1">
                <a:solidFill>
                  <a:srgbClr val="805400"/>
                </a:solidFill>
                <a:latin typeface="Consolas"/>
                <a:ea typeface="Consolas"/>
                <a:cs typeface="Consolas"/>
              </a:defRPr>
            </a:lvl4pPr>
            <a:lvl5pPr algn="l">
              <a:defRPr sz="1650" b="1">
                <a:solidFill>
                  <a:srgbClr val="805400"/>
                </a:solidFill>
                <a:latin typeface="Consolas"/>
                <a:ea typeface="Consolas"/>
                <a:cs typeface="Consolas"/>
              </a:defRPr>
            </a:lvl5pPr>
            <a:lvl6pPr algn="l">
              <a:defRPr sz="1650" b="1">
                <a:solidFill>
                  <a:srgbClr val="805400"/>
                </a:solidFill>
                <a:latin typeface="Consolas"/>
                <a:ea typeface="Consolas"/>
                <a:cs typeface="Consolas"/>
              </a:defRPr>
            </a:lvl6pPr>
            <a:lvl7pPr algn="l">
              <a:defRPr sz="1650" b="1">
                <a:solidFill>
                  <a:srgbClr val="805400"/>
                </a:solidFill>
                <a:latin typeface="Consolas"/>
                <a:ea typeface="Consolas"/>
                <a:cs typeface="Consolas"/>
              </a:defRPr>
            </a:lvl7pPr>
            <a:lvl8pPr algn="l">
              <a:defRPr sz="1650" b="1">
                <a:solidFill>
                  <a:srgbClr val="805400"/>
                </a:solidFill>
                <a:latin typeface="Consolas"/>
                <a:ea typeface="Consolas"/>
                <a:cs typeface="Consolas"/>
              </a:defRPr>
            </a:lvl8pPr>
            <a:lvl9pPr algn="l">
              <a:defRPr sz="1650" b="1">
                <a:solidFill>
                  <a:srgbClr val="805400"/>
                </a:solidFill>
                <a:latin typeface="Consolas"/>
                <a:ea typeface="Consolas"/>
                <a:cs typeface="Consolas"/>
              </a:defRPr>
            </a:lvl9pPr>
          </a:lstStyle>
          <a:p xmlns:a="http://schemas.openxmlformats.org/drawingml/2006/main">
            <a:pPr algn="l">
              <a:defRPr sz="1650" b="1">
                <a:solidFill>
                  <a:srgbClr val="805400"/>
                </a:solidFill>
                <a:latin typeface="Consolas"/>
                <a:ea typeface="Consolas"/>
                <a:cs typeface="Consolas"/>
              </a:defRPr>
            </a:pPr>
            <a:r>
              <a:rPr sz="1650" b="1">
                <a:solidFill>
                  <a:srgbClr val="805400"/>
                </a:solidFill>
                <a:latin typeface="Consolas"/>
                <a:ea typeface="Consolas"/>
                <a:cs typeface="Consolas"/>
              </a:rPr>
              <a:t>02</a:t>
            </a:r>
          </a:p>
        </p:txBody>
      </p:sp>
      <p:sp>
        <p:nvSpPr>
          <p:cNvPr id="17" name="측정 조건">
            <a:extLst xmlns:a="http://schemas.openxmlformats.org/drawingml/2006/main">
              <a:ext uri="{FF2B5EF4-FFF2-40B4-BE49-F238E27FC236}">
                <a16:creationId xmlns:a16="http://schemas.microsoft.com/office/drawing/2014/main" id="{6A80233C-D27E-4111-B4A2-0942771DE35A}"/>
              </a:ext>
            </a:extLst>
          </p:cNvPr>
          <p:cNvSpPr>
            <a:spLocks xmlns:a="http://schemas.openxmlformats.org/drawingml/2006/main" noGrp="1"/>
          </p:cNvSpPr>
          <p:nvPr/>
        </p:nvSpPr>
        <p:spPr>
          <a:xfrm xmlns:a="http://schemas.openxmlformats.org/drawingml/2006/main">
            <a:off x="8477250" y="3371850"/>
            <a:ext cx="3105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측정 조건</a:t>
            </a:r>
          </a:p>
        </p:txBody>
      </p:sp>
      <p:sp>
        <p:nvSpPr>
          <p:cNvPr id="18" name="입력과 실행 조건은&#10;비교 가능한가?">
            <a:extLst xmlns:a="http://schemas.openxmlformats.org/drawingml/2006/main">
              <a:ext uri="{FF2B5EF4-FFF2-40B4-BE49-F238E27FC236}">
                <a16:creationId xmlns:a16="http://schemas.microsoft.com/office/drawing/2014/main" id="{0F317BC2-9FB1-4771-A1B4-73151A6A50EE}"/>
              </a:ext>
            </a:extLst>
          </p:cNvPr>
          <p:cNvSpPr>
            <a:spLocks xmlns:a="http://schemas.openxmlformats.org/drawingml/2006/main" noGrp="1"/>
          </p:cNvSpPr>
          <p:nvPr/>
        </p:nvSpPr>
        <p:spPr>
          <a:xfrm xmlns:a="http://schemas.openxmlformats.org/drawingml/2006/main">
            <a:off x="8477250" y="3695700"/>
            <a:ext cx="3105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입력과 실행 조건은</a:t>
            </a:r>
          </a:p>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비교 가능한가?</a:t>
            </a:r>
          </a:p>
        </p:txBody>
      </p:sp>
      <p:sp>
        <p:nvSpPr>
          <p:cNvPr id="19" name="03">
            <a:extLst xmlns:a="http://schemas.openxmlformats.org/drawingml/2006/main">
              <a:ext uri="{FF2B5EF4-FFF2-40B4-BE49-F238E27FC236}">
                <a16:creationId xmlns:a16="http://schemas.microsoft.com/office/drawing/2014/main" id="{9DB0E40E-4280-49CB-8BBA-F55BAA040AAC}"/>
              </a:ext>
            </a:extLst>
          </p:cNvPr>
          <p:cNvSpPr>
            <a:spLocks xmlns:a="http://schemas.openxmlformats.org/drawingml/2006/main" noGrp="1"/>
          </p:cNvSpPr>
          <p:nvPr/>
        </p:nvSpPr>
        <p:spPr>
          <a:xfrm xmlns:a="http://schemas.openxmlformats.org/drawingml/2006/main">
            <a:off x="8020050" y="42576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805400"/>
                </a:solidFill>
                <a:latin typeface="Consolas"/>
                <a:ea typeface="Consolas"/>
                <a:cs typeface="Consolas"/>
              </a:defRPr>
            </a:defPPr>
            <a:lvl1pPr algn="l">
              <a:defRPr sz="1650" b="1">
                <a:solidFill>
                  <a:srgbClr val="805400"/>
                </a:solidFill>
                <a:latin typeface="Consolas"/>
                <a:ea typeface="Consolas"/>
                <a:cs typeface="Consolas"/>
              </a:defRPr>
            </a:lvl1pPr>
            <a:lvl2pPr algn="l">
              <a:defRPr sz="1650" b="1">
                <a:solidFill>
                  <a:srgbClr val="805400"/>
                </a:solidFill>
                <a:latin typeface="Consolas"/>
                <a:ea typeface="Consolas"/>
                <a:cs typeface="Consolas"/>
              </a:defRPr>
            </a:lvl2pPr>
            <a:lvl3pPr algn="l">
              <a:defRPr sz="1650" b="1">
                <a:solidFill>
                  <a:srgbClr val="805400"/>
                </a:solidFill>
                <a:latin typeface="Consolas"/>
                <a:ea typeface="Consolas"/>
                <a:cs typeface="Consolas"/>
              </a:defRPr>
            </a:lvl3pPr>
            <a:lvl4pPr algn="l">
              <a:defRPr sz="1650" b="1">
                <a:solidFill>
                  <a:srgbClr val="805400"/>
                </a:solidFill>
                <a:latin typeface="Consolas"/>
                <a:ea typeface="Consolas"/>
                <a:cs typeface="Consolas"/>
              </a:defRPr>
            </a:lvl4pPr>
            <a:lvl5pPr algn="l">
              <a:defRPr sz="1650" b="1">
                <a:solidFill>
                  <a:srgbClr val="805400"/>
                </a:solidFill>
                <a:latin typeface="Consolas"/>
                <a:ea typeface="Consolas"/>
                <a:cs typeface="Consolas"/>
              </a:defRPr>
            </a:lvl5pPr>
            <a:lvl6pPr algn="l">
              <a:defRPr sz="1650" b="1">
                <a:solidFill>
                  <a:srgbClr val="805400"/>
                </a:solidFill>
                <a:latin typeface="Consolas"/>
                <a:ea typeface="Consolas"/>
                <a:cs typeface="Consolas"/>
              </a:defRPr>
            </a:lvl6pPr>
            <a:lvl7pPr algn="l">
              <a:defRPr sz="1650" b="1">
                <a:solidFill>
                  <a:srgbClr val="805400"/>
                </a:solidFill>
                <a:latin typeface="Consolas"/>
                <a:ea typeface="Consolas"/>
                <a:cs typeface="Consolas"/>
              </a:defRPr>
            </a:lvl7pPr>
            <a:lvl8pPr algn="l">
              <a:defRPr sz="1650" b="1">
                <a:solidFill>
                  <a:srgbClr val="805400"/>
                </a:solidFill>
                <a:latin typeface="Consolas"/>
                <a:ea typeface="Consolas"/>
                <a:cs typeface="Consolas"/>
              </a:defRPr>
            </a:lvl8pPr>
            <a:lvl9pPr algn="l">
              <a:defRPr sz="1650" b="1">
                <a:solidFill>
                  <a:srgbClr val="805400"/>
                </a:solidFill>
                <a:latin typeface="Consolas"/>
                <a:ea typeface="Consolas"/>
                <a:cs typeface="Consolas"/>
              </a:defRPr>
            </a:lvl9pPr>
          </a:lstStyle>
          <a:p xmlns:a="http://schemas.openxmlformats.org/drawingml/2006/main">
            <a:pPr algn="l">
              <a:defRPr sz="1650" b="1">
                <a:solidFill>
                  <a:srgbClr val="805400"/>
                </a:solidFill>
                <a:latin typeface="Consolas"/>
                <a:ea typeface="Consolas"/>
                <a:cs typeface="Consolas"/>
              </a:defRPr>
            </a:pPr>
            <a:r>
              <a:rPr sz="1650" b="1">
                <a:solidFill>
                  <a:srgbClr val="805400"/>
                </a:solidFill>
                <a:latin typeface="Consolas"/>
                <a:ea typeface="Consolas"/>
                <a:cs typeface="Consolas"/>
              </a:rPr>
              <a:t>03</a:t>
            </a:r>
          </a:p>
        </p:txBody>
      </p:sp>
      <p:sp>
        <p:nvSpPr>
          <p:cNvPr id="20" name="기능 계약">
            <a:extLst xmlns:a="http://schemas.openxmlformats.org/drawingml/2006/main">
              <a:ext uri="{FF2B5EF4-FFF2-40B4-BE49-F238E27FC236}">
                <a16:creationId xmlns:a16="http://schemas.microsoft.com/office/drawing/2014/main" id="{D431D30C-3EDE-47CA-89C0-3582BD38FE47}"/>
              </a:ext>
            </a:extLst>
          </p:cNvPr>
          <p:cNvSpPr>
            <a:spLocks xmlns:a="http://schemas.openxmlformats.org/drawingml/2006/main" noGrp="1"/>
          </p:cNvSpPr>
          <p:nvPr/>
        </p:nvSpPr>
        <p:spPr>
          <a:xfrm xmlns:a="http://schemas.openxmlformats.org/drawingml/2006/main">
            <a:off x="8477250" y="4257675"/>
            <a:ext cx="3105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기능 계약</a:t>
            </a:r>
          </a:p>
        </p:txBody>
      </p:sp>
      <p:sp>
        <p:nvSpPr>
          <p:cNvPr id="21" name="함께 다시 확인할&#10;동작은?">
            <a:extLst xmlns:a="http://schemas.openxmlformats.org/drawingml/2006/main">
              <a:ext uri="{FF2B5EF4-FFF2-40B4-BE49-F238E27FC236}">
                <a16:creationId xmlns:a16="http://schemas.microsoft.com/office/drawing/2014/main" id="{7198F12E-1A43-484B-886C-C5A5A44C9EF7}"/>
              </a:ext>
            </a:extLst>
          </p:cNvPr>
          <p:cNvSpPr>
            <a:spLocks xmlns:a="http://schemas.openxmlformats.org/drawingml/2006/main" noGrp="1"/>
          </p:cNvSpPr>
          <p:nvPr/>
        </p:nvSpPr>
        <p:spPr>
          <a:xfrm xmlns:a="http://schemas.openxmlformats.org/drawingml/2006/main">
            <a:off x="8477250" y="4581525"/>
            <a:ext cx="3105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함께 다시 확인할</a:t>
            </a:r>
          </a:p>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동작은?</a:t>
            </a:r>
          </a:p>
        </p:txBody>
      </p:sp>
      <p:sp>
        <p:nvSpPr>
          <p:cNvPr id="22" name="같은 문제가 반복될 때, 어느 Layer를 먼저 살펴볼까?">
            <a:extLst xmlns:a="http://schemas.openxmlformats.org/drawingml/2006/main">
              <a:ext uri="{FF2B5EF4-FFF2-40B4-BE49-F238E27FC236}">
                <a16:creationId xmlns:a16="http://schemas.microsoft.com/office/drawing/2014/main" id="{A065370A-80B9-43FF-8294-5352C5C7DE07}"/>
              </a:ext>
            </a:extLst>
          </p:cNvPr>
          <p:cNvSpPr>
            <a:spLocks xmlns:a="http://schemas.openxmlformats.org/drawingml/2006/main" noGrp="1"/>
          </p:cNvSpPr>
          <p:nvPr/>
        </p:nvSpPr>
        <p:spPr>
          <a:xfrm xmlns:a="http://schemas.openxmlformats.org/drawingml/2006/main">
            <a:off x="609600" y="53054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같은 문제가 반복될 때, 어느 Layer를 먼저 살펴볼까?</a:t>
            </a:r>
          </a:p>
        </p:txBody>
      </p:sp>
      <p:sp>
        <p:nvSpPr>
          <p:cNvPr id="23" name="Legacy module connection">
            <a:extLst xmlns:a="http://schemas.openxmlformats.org/drawingml/2006/main">
              <a:ext uri="{FF2B5EF4-FFF2-40B4-BE49-F238E27FC236}">
                <a16:creationId xmlns:a16="http://schemas.microsoft.com/office/drawing/2014/main" id="{DB2F2134-0871-4349-AFC2-0714D36B2731}"/>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592227634"/>
      </p:ext>
    </p:extLst>
  </p:cSld>
</p:sld>
</file>

<file path=ppt/slides/slide8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4" name="ACT 5 · 전체 여정 회수">
            <a:extLst xmlns:a="http://schemas.openxmlformats.org/drawingml/2006/main">
              <a:ext uri="{FF2B5EF4-FFF2-40B4-BE49-F238E27FC236}">
                <a16:creationId xmlns:a16="http://schemas.microsoft.com/office/drawing/2014/main" id="{78B3EE11-4042-44E9-9221-C701E9E514D9}"/>
              </a:ext>
            </a:extLst>
          </p:cNvPr>
          <p:cNvSpPr>
            <a:spLocks xmlns:a="http://schemas.openxmlformats.org/drawingml/2006/main" noGrp="1"/>
          </p:cNvSpPr>
          <p:nvPr/>
        </p:nvSpPr>
        <p:spPr>
          <a:xfrm xmlns:a="http://schemas.openxmlformats.org/drawingml/2006/main">
            <a:off x="609600" y="4572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5 · 전체 여정 회수</a:t>
            </a:r>
          </a:p>
        </p:txBody>
      </p:sp>
      <p:sp>
        <p:nvSpPr>
          <p:cNvPr id="2" name="S86">
            <a:extLst xmlns:a="http://schemas.openxmlformats.org/drawingml/2006/main">
              <a:ext uri="{FF2B5EF4-FFF2-40B4-BE49-F238E27FC236}">
                <a16:creationId xmlns:a16="http://schemas.microsoft.com/office/drawing/2014/main" id="{021E2A19-E20A-4CA9-91F6-65F87E1DB220}"/>
              </a:ext>
            </a:extLst>
          </p:cNvPr>
          <p:cNvSpPr>
            <a:spLocks xmlns:a="http://schemas.openxmlformats.org/drawingml/2006/main" noGrp="1"/>
          </p:cNvSpPr>
          <p:nvPr/>
        </p:nvSpPr>
        <p:spPr>
          <a:xfrm xmlns:a="http://schemas.openxmlformats.org/drawingml/2006/main">
            <a:off x="10668000" y="457200"/>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S86</a:t>
            </a:r>
          </a:p>
        </p:txBody>
      </p:sp>
      <p:sp>
        <p:nvSpPr>
          <p:cNvPr id="3" name="전체 Story를 한 장으로">
            <a:extLst xmlns:a="http://schemas.openxmlformats.org/drawingml/2006/main">
              <a:ext uri="{FF2B5EF4-FFF2-40B4-BE49-F238E27FC236}">
                <a16:creationId xmlns:a16="http://schemas.microsoft.com/office/drawing/2014/main" id="{555C7F05-6958-422E-ACB2-4D50A1255CC9}"/>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전체 Story를 한 장으로</a:t>
            </a:r>
          </a:p>
        </p:txBody>
      </p:sp>
      <p:sp>
        <p:nvSpPr>
          <p:cNvPr id="4" name="">
            <a:extLst xmlns:a="http://schemas.openxmlformats.org/drawingml/2006/main">
              <a:ext uri="{FF2B5EF4-FFF2-40B4-BE49-F238E27FC236}">
                <a16:creationId xmlns:a16="http://schemas.microsoft.com/office/drawing/2014/main" id="{04E828C3-9470-4456-AB43-05D8456CD13B}"/>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BEAT-060 · 이 교육의 문제 중심 진화 모델">
            <a:extLst xmlns:a="http://schemas.openxmlformats.org/drawingml/2006/main">
              <a:ext uri="{FF2B5EF4-FFF2-40B4-BE49-F238E27FC236}">
                <a16:creationId xmlns:a16="http://schemas.microsoft.com/office/drawing/2014/main" id="{AFD6E53C-3130-4033-86CC-B01187589DBA}"/>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BEAT-060 · 이 교육의 문제 중심 진화 모델</a:t>
            </a:r>
          </a:p>
        </p:txBody>
      </p:sp>
      <p:sp>
        <p:nvSpPr>
          <p:cNvPr id="6" name="앞의 방식을 버리거나, 모든 프로젝트가 같은 순서로 발전해야 한다는 뜻은 아니다.">
            <a:extLst xmlns:a="http://schemas.openxmlformats.org/drawingml/2006/main">
              <a:ext uri="{FF2B5EF4-FFF2-40B4-BE49-F238E27FC236}">
                <a16:creationId xmlns:a16="http://schemas.microsoft.com/office/drawing/2014/main" id="{5A372D31-CD41-47B2-B9E7-190E1C7B2DD1}"/>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앞의 방식을 버리거나, 모든 프로젝트가 같은 순서로 발전해야 한다는 뜻은 아니다.</a:t>
            </a:r>
          </a:p>
        </p:txBody>
      </p:sp>
      <p:sp>
        <p:nvSpPr>
          <p:cNvPr id="7" name="문제가 넓어질수록, 필요한 대응이 더해졌다.">
            <a:extLst xmlns:a="http://schemas.openxmlformats.org/drawingml/2006/main">
              <a:ext uri="{FF2B5EF4-FFF2-40B4-BE49-F238E27FC236}">
                <a16:creationId xmlns:a16="http://schemas.microsoft.com/office/drawing/2014/main" id="{C9506FBD-6C1B-45D8-BA81-FE074B917A45}"/>
              </a:ext>
            </a:extLst>
          </p:cNvPr>
          <p:cNvSpPr>
            <a:spLocks xmlns:a="http://schemas.openxmlformats.org/drawingml/2006/main" noGrp="1"/>
          </p:cNvSpPr>
          <p:nvPr/>
        </p:nvSpPr>
        <p:spPr>
          <a:xfrm xmlns:a="http://schemas.openxmlformats.org/drawingml/2006/main">
            <a:off x="609600" y="19240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0B6172"/>
                </a:solidFill>
                <a:latin typeface="Malgun Gothic"/>
                <a:ea typeface="Malgun Gothic"/>
                <a:cs typeface="Malgun Gothic"/>
              </a:defRPr>
            </a:defPPr>
            <a:lvl1pPr algn="l">
              <a:defRPr sz="2475" b="1">
                <a:solidFill>
                  <a:srgbClr val="0B6172"/>
                </a:solidFill>
                <a:latin typeface="Malgun Gothic"/>
                <a:ea typeface="Malgun Gothic"/>
                <a:cs typeface="Malgun Gothic"/>
              </a:defRPr>
            </a:lvl1pPr>
            <a:lvl2pPr algn="l">
              <a:defRPr sz="2475" b="1">
                <a:solidFill>
                  <a:srgbClr val="0B6172"/>
                </a:solidFill>
                <a:latin typeface="Malgun Gothic"/>
                <a:ea typeface="Malgun Gothic"/>
                <a:cs typeface="Malgun Gothic"/>
              </a:defRPr>
            </a:lvl2pPr>
            <a:lvl3pPr algn="l">
              <a:defRPr sz="2475" b="1">
                <a:solidFill>
                  <a:srgbClr val="0B6172"/>
                </a:solidFill>
                <a:latin typeface="Malgun Gothic"/>
                <a:ea typeface="Malgun Gothic"/>
                <a:cs typeface="Malgun Gothic"/>
              </a:defRPr>
            </a:lvl3pPr>
            <a:lvl4pPr algn="l">
              <a:defRPr sz="2475" b="1">
                <a:solidFill>
                  <a:srgbClr val="0B6172"/>
                </a:solidFill>
                <a:latin typeface="Malgun Gothic"/>
                <a:ea typeface="Malgun Gothic"/>
                <a:cs typeface="Malgun Gothic"/>
              </a:defRPr>
            </a:lvl4pPr>
            <a:lvl5pPr algn="l">
              <a:defRPr sz="2475" b="1">
                <a:solidFill>
                  <a:srgbClr val="0B6172"/>
                </a:solidFill>
                <a:latin typeface="Malgun Gothic"/>
                <a:ea typeface="Malgun Gothic"/>
                <a:cs typeface="Malgun Gothic"/>
              </a:defRPr>
            </a:lvl5pPr>
            <a:lvl6pPr algn="l">
              <a:defRPr sz="2475" b="1">
                <a:solidFill>
                  <a:srgbClr val="0B6172"/>
                </a:solidFill>
                <a:latin typeface="Malgun Gothic"/>
                <a:ea typeface="Malgun Gothic"/>
                <a:cs typeface="Malgun Gothic"/>
              </a:defRPr>
            </a:lvl6pPr>
            <a:lvl7pPr algn="l">
              <a:defRPr sz="2475" b="1">
                <a:solidFill>
                  <a:srgbClr val="0B6172"/>
                </a:solidFill>
                <a:latin typeface="Malgun Gothic"/>
                <a:ea typeface="Malgun Gothic"/>
                <a:cs typeface="Malgun Gothic"/>
              </a:defRPr>
            </a:lvl7pPr>
            <a:lvl8pPr algn="l">
              <a:defRPr sz="2475" b="1">
                <a:solidFill>
                  <a:srgbClr val="0B6172"/>
                </a:solidFill>
                <a:latin typeface="Malgun Gothic"/>
                <a:ea typeface="Malgun Gothic"/>
                <a:cs typeface="Malgun Gothic"/>
              </a:defRPr>
            </a:lvl8pPr>
            <a:lvl9pPr algn="l">
              <a:defRPr sz="2475" b="1">
                <a:solidFill>
                  <a:srgbClr val="0B6172"/>
                </a:solidFill>
                <a:latin typeface="Malgun Gothic"/>
                <a:ea typeface="Malgun Gothic"/>
                <a:cs typeface="Malgun Gothic"/>
              </a:defRPr>
            </a:lvl9pPr>
          </a:lstStyle>
          <a:p xmlns:a="http://schemas.openxmlformats.org/drawingml/2006/main">
            <a:pPr algn="l">
              <a:defRPr sz="2475" b="1">
                <a:solidFill>
                  <a:srgbClr val="0B6172"/>
                </a:solidFill>
                <a:latin typeface="Malgun Gothic"/>
                <a:ea typeface="Malgun Gothic"/>
                <a:cs typeface="Malgun Gothic"/>
              </a:defRPr>
            </a:pPr>
            <a:r>
              <a:rPr sz="2475" b="1">
                <a:solidFill>
                  <a:srgbClr val="0B6172"/>
                </a:solidFill>
                <a:latin typeface="Malgun Gothic"/>
                <a:ea typeface="Malgun Gothic"/>
                <a:cs typeface="Malgun Gothic"/>
              </a:rPr>
              <a:t>문제가 넓어질수록, 필요한 대응이 더해졌다.</a:t>
            </a:r>
          </a:p>
        </p:txBody>
      </p:sp>
      <p:sp>
        <p:nvSpPr>
          <p:cNvPr id="8" name="01">
            <a:extLst xmlns:a="http://schemas.openxmlformats.org/drawingml/2006/main">
              <a:ext uri="{FF2B5EF4-FFF2-40B4-BE49-F238E27FC236}">
                <a16:creationId xmlns:a16="http://schemas.microsoft.com/office/drawing/2014/main" id="{D746827F-F40A-4198-9FCE-C9D88016E138}"/>
              </a:ext>
            </a:extLst>
          </p:cNvPr>
          <p:cNvSpPr>
            <a:spLocks xmlns:a="http://schemas.openxmlformats.org/drawingml/2006/main" noGrp="1"/>
          </p:cNvSpPr>
          <p:nvPr/>
        </p:nvSpPr>
        <p:spPr>
          <a:xfrm xmlns:a="http://schemas.openxmlformats.org/drawingml/2006/main">
            <a:off x="609600" y="2905125"/>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4D5A68"/>
                </a:solidFill>
                <a:latin typeface="Consolas"/>
                <a:ea typeface="Consolas"/>
                <a:cs typeface="Consolas"/>
              </a:defRPr>
            </a:defPPr>
            <a:lvl1pPr algn="l">
              <a:defRPr sz="1575" b="1">
                <a:solidFill>
                  <a:srgbClr val="4D5A68"/>
                </a:solidFill>
                <a:latin typeface="Consolas"/>
                <a:ea typeface="Consolas"/>
                <a:cs typeface="Consolas"/>
              </a:defRPr>
            </a:lvl1pPr>
            <a:lvl2pPr algn="l">
              <a:defRPr sz="1575" b="1">
                <a:solidFill>
                  <a:srgbClr val="4D5A68"/>
                </a:solidFill>
                <a:latin typeface="Consolas"/>
                <a:ea typeface="Consolas"/>
                <a:cs typeface="Consolas"/>
              </a:defRPr>
            </a:lvl2pPr>
            <a:lvl3pPr algn="l">
              <a:defRPr sz="1575" b="1">
                <a:solidFill>
                  <a:srgbClr val="4D5A68"/>
                </a:solidFill>
                <a:latin typeface="Consolas"/>
                <a:ea typeface="Consolas"/>
                <a:cs typeface="Consolas"/>
              </a:defRPr>
            </a:lvl3pPr>
            <a:lvl4pPr algn="l">
              <a:defRPr sz="1575" b="1">
                <a:solidFill>
                  <a:srgbClr val="4D5A68"/>
                </a:solidFill>
                <a:latin typeface="Consolas"/>
                <a:ea typeface="Consolas"/>
                <a:cs typeface="Consolas"/>
              </a:defRPr>
            </a:lvl4pPr>
            <a:lvl5pPr algn="l">
              <a:defRPr sz="1575" b="1">
                <a:solidFill>
                  <a:srgbClr val="4D5A68"/>
                </a:solidFill>
                <a:latin typeface="Consolas"/>
                <a:ea typeface="Consolas"/>
                <a:cs typeface="Consolas"/>
              </a:defRPr>
            </a:lvl5pPr>
            <a:lvl6pPr algn="l">
              <a:defRPr sz="1575" b="1">
                <a:solidFill>
                  <a:srgbClr val="4D5A68"/>
                </a:solidFill>
                <a:latin typeface="Consolas"/>
                <a:ea typeface="Consolas"/>
                <a:cs typeface="Consolas"/>
              </a:defRPr>
            </a:lvl6pPr>
            <a:lvl7pPr algn="l">
              <a:defRPr sz="1575" b="1">
                <a:solidFill>
                  <a:srgbClr val="4D5A68"/>
                </a:solidFill>
                <a:latin typeface="Consolas"/>
                <a:ea typeface="Consolas"/>
                <a:cs typeface="Consolas"/>
              </a:defRPr>
            </a:lvl7pPr>
            <a:lvl8pPr algn="l">
              <a:defRPr sz="1575" b="1">
                <a:solidFill>
                  <a:srgbClr val="4D5A68"/>
                </a:solidFill>
                <a:latin typeface="Consolas"/>
                <a:ea typeface="Consolas"/>
                <a:cs typeface="Consolas"/>
              </a:defRPr>
            </a:lvl8pPr>
            <a:lvl9pPr algn="l">
              <a:defRPr sz="1575" b="1">
                <a:solidFill>
                  <a:srgbClr val="4D5A68"/>
                </a:solidFill>
                <a:latin typeface="Consolas"/>
                <a:ea typeface="Consolas"/>
                <a:cs typeface="Consolas"/>
              </a:defRPr>
            </a:lvl9pPr>
          </a:lstStyle>
          <a:p xmlns:a="http://schemas.openxmlformats.org/drawingml/2006/main">
            <a:pPr algn="l">
              <a:defRPr sz="1575" b="1">
                <a:solidFill>
                  <a:srgbClr val="4D5A68"/>
                </a:solidFill>
                <a:latin typeface="Consolas"/>
                <a:ea typeface="Consolas"/>
                <a:cs typeface="Consolas"/>
              </a:defRPr>
            </a:pPr>
            <a:r>
              <a:rPr sz="1575" b="1">
                <a:solidFill>
                  <a:srgbClr val="4D5A68"/>
                </a:solidFill>
                <a:latin typeface="Consolas"/>
                <a:ea typeface="Consolas"/>
                <a:cs typeface="Consolas"/>
              </a:rPr>
              <a:t>01</a:t>
            </a:r>
          </a:p>
        </p:txBody>
      </p:sp>
      <p:sp>
        <p:nvSpPr>
          <p:cNvPr id="9" name="">
            <a:extLst xmlns:a="http://schemas.openxmlformats.org/drawingml/2006/main">
              <a:ext uri="{FF2B5EF4-FFF2-40B4-BE49-F238E27FC236}">
                <a16:creationId xmlns:a16="http://schemas.microsoft.com/office/drawing/2014/main" id="{ABBBB889-E322-4297-81DB-B521A5FD42C5}"/>
              </a:ext>
            </a:extLst>
          </p:cNvPr>
          <p:cNvSpPr>
            <a:spLocks xmlns:a="http://schemas.openxmlformats.org/drawingml/2006/main" noGrp="1"/>
          </p:cNvSpPr>
          <p:nvPr/>
        </p:nvSpPr>
        <p:spPr>
          <a:xfrm xmlns:a="http://schemas.openxmlformats.org/drawingml/2006/main">
            <a:off x="609600" y="3352800"/>
            <a:ext cx="19812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0" name="Chatbot">
            <a:extLst xmlns:a="http://schemas.openxmlformats.org/drawingml/2006/main">
              <a:ext uri="{FF2B5EF4-FFF2-40B4-BE49-F238E27FC236}">
                <a16:creationId xmlns:a16="http://schemas.microsoft.com/office/drawing/2014/main" id="{B891D5B8-B8A5-4C05-9D83-EF025D961F97}"/>
              </a:ext>
            </a:extLst>
          </p:cNvPr>
          <p:cNvSpPr>
            <a:spLocks xmlns:a="http://schemas.openxmlformats.org/drawingml/2006/main" noGrp="1"/>
          </p:cNvSpPr>
          <p:nvPr/>
        </p:nvSpPr>
        <p:spPr>
          <a:xfrm xmlns:a="http://schemas.openxmlformats.org/drawingml/2006/main">
            <a:off x="609600" y="352425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Chatbot</a:t>
            </a:r>
          </a:p>
        </p:txBody>
      </p:sp>
      <p:sp>
        <p:nvSpPr>
          <p:cNvPr id="11" name="답을 구한다">
            <a:extLst xmlns:a="http://schemas.openxmlformats.org/drawingml/2006/main">
              <a:ext uri="{FF2B5EF4-FFF2-40B4-BE49-F238E27FC236}">
                <a16:creationId xmlns:a16="http://schemas.microsoft.com/office/drawing/2014/main" id="{F92527A4-305F-49C4-A7D8-E2C41A9F78B5}"/>
              </a:ext>
            </a:extLst>
          </p:cNvPr>
          <p:cNvSpPr>
            <a:spLocks xmlns:a="http://schemas.openxmlformats.org/drawingml/2006/main" noGrp="1"/>
          </p:cNvSpPr>
          <p:nvPr/>
        </p:nvSpPr>
        <p:spPr>
          <a:xfrm xmlns:a="http://schemas.openxmlformats.org/drawingml/2006/main">
            <a:off x="609600" y="4171950"/>
            <a:ext cx="1981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답을 구한다</a:t>
            </a:r>
          </a:p>
        </p:txBody>
      </p:sp>
      <p:sp>
        <p:nvSpPr>
          <p:cNvPr id="12" name="">
            <a:extLst xmlns:a="http://schemas.openxmlformats.org/drawingml/2006/main">
              <a:ext uri="{FF2B5EF4-FFF2-40B4-BE49-F238E27FC236}">
                <a16:creationId xmlns:a16="http://schemas.microsoft.com/office/drawing/2014/main" id="{1394BFA7-805A-4E3F-9A21-2C483D17292F}"/>
              </a:ext>
            </a:extLst>
          </p:cNvPr>
          <p:cNvSpPr>
            <a:spLocks xmlns:a="http://schemas.openxmlformats.org/drawingml/2006/main" noGrp="1"/>
          </p:cNvSpPr>
          <p:nvPr/>
        </p:nvSpPr>
        <p:spPr>
          <a:xfrm xmlns:a="http://schemas.openxmlformats.org/drawingml/2006/main">
            <a:off x="2647950" y="3638550"/>
            <a:ext cx="161925" cy="1428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3" name="02">
            <a:extLst xmlns:a="http://schemas.openxmlformats.org/drawingml/2006/main">
              <a:ext uri="{FF2B5EF4-FFF2-40B4-BE49-F238E27FC236}">
                <a16:creationId xmlns:a16="http://schemas.microsoft.com/office/drawing/2014/main" id="{7CCD2991-2CE7-4CA9-B4A5-A90B1B909747}"/>
              </a:ext>
            </a:extLst>
          </p:cNvPr>
          <p:cNvSpPr>
            <a:spLocks xmlns:a="http://schemas.openxmlformats.org/drawingml/2006/main" noGrp="1"/>
          </p:cNvSpPr>
          <p:nvPr/>
        </p:nvSpPr>
        <p:spPr>
          <a:xfrm xmlns:a="http://schemas.openxmlformats.org/drawingml/2006/main">
            <a:off x="2857500" y="2905125"/>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4D5A68"/>
                </a:solidFill>
                <a:latin typeface="Consolas"/>
                <a:ea typeface="Consolas"/>
                <a:cs typeface="Consolas"/>
              </a:defRPr>
            </a:defPPr>
            <a:lvl1pPr algn="l">
              <a:defRPr sz="1575" b="1">
                <a:solidFill>
                  <a:srgbClr val="4D5A68"/>
                </a:solidFill>
                <a:latin typeface="Consolas"/>
                <a:ea typeface="Consolas"/>
                <a:cs typeface="Consolas"/>
              </a:defRPr>
            </a:lvl1pPr>
            <a:lvl2pPr algn="l">
              <a:defRPr sz="1575" b="1">
                <a:solidFill>
                  <a:srgbClr val="4D5A68"/>
                </a:solidFill>
                <a:latin typeface="Consolas"/>
                <a:ea typeface="Consolas"/>
                <a:cs typeface="Consolas"/>
              </a:defRPr>
            </a:lvl2pPr>
            <a:lvl3pPr algn="l">
              <a:defRPr sz="1575" b="1">
                <a:solidFill>
                  <a:srgbClr val="4D5A68"/>
                </a:solidFill>
                <a:latin typeface="Consolas"/>
                <a:ea typeface="Consolas"/>
                <a:cs typeface="Consolas"/>
              </a:defRPr>
            </a:lvl3pPr>
            <a:lvl4pPr algn="l">
              <a:defRPr sz="1575" b="1">
                <a:solidFill>
                  <a:srgbClr val="4D5A68"/>
                </a:solidFill>
                <a:latin typeface="Consolas"/>
                <a:ea typeface="Consolas"/>
                <a:cs typeface="Consolas"/>
              </a:defRPr>
            </a:lvl4pPr>
            <a:lvl5pPr algn="l">
              <a:defRPr sz="1575" b="1">
                <a:solidFill>
                  <a:srgbClr val="4D5A68"/>
                </a:solidFill>
                <a:latin typeface="Consolas"/>
                <a:ea typeface="Consolas"/>
                <a:cs typeface="Consolas"/>
              </a:defRPr>
            </a:lvl5pPr>
            <a:lvl6pPr algn="l">
              <a:defRPr sz="1575" b="1">
                <a:solidFill>
                  <a:srgbClr val="4D5A68"/>
                </a:solidFill>
                <a:latin typeface="Consolas"/>
                <a:ea typeface="Consolas"/>
                <a:cs typeface="Consolas"/>
              </a:defRPr>
            </a:lvl6pPr>
            <a:lvl7pPr algn="l">
              <a:defRPr sz="1575" b="1">
                <a:solidFill>
                  <a:srgbClr val="4D5A68"/>
                </a:solidFill>
                <a:latin typeface="Consolas"/>
                <a:ea typeface="Consolas"/>
                <a:cs typeface="Consolas"/>
              </a:defRPr>
            </a:lvl7pPr>
            <a:lvl8pPr algn="l">
              <a:defRPr sz="1575" b="1">
                <a:solidFill>
                  <a:srgbClr val="4D5A68"/>
                </a:solidFill>
                <a:latin typeface="Consolas"/>
                <a:ea typeface="Consolas"/>
                <a:cs typeface="Consolas"/>
              </a:defRPr>
            </a:lvl8pPr>
            <a:lvl9pPr algn="l">
              <a:defRPr sz="1575" b="1">
                <a:solidFill>
                  <a:srgbClr val="4D5A68"/>
                </a:solidFill>
                <a:latin typeface="Consolas"/>
                <a:ea typeface="Consolas"/>
                <a:cs typeface="Consolas"/>
              </a:defRPr>
            </a:lvl9pPr>
          </a:lstStyle>
          <a:p xmlns:a="http://schemas.openxmlformats.org/drawingml/2006/main">
            <a:pPr algn="l">
              <a:defRPr sz="1575" b="1">
                <a:solidFill>
                  <a:srgbClr val="4D5A68"/>
                </a:solidFill>
                <a:latin typeface="Consolas"/>
                <a:ea typeface="Consolas"/>
                <a:cs typeface="Consolas"/>
              </a:defRPr>
            </a:pPr>
            <a:r>
              <a:rPr sz="1575" b="1">
                <a:solidFill>
                  <a:srgbClr val="4D5A68"/>
                </a:solidFill>
                <a:latin typeface="Consolas"/>
                <a:ea typeface="Consolas"/>
                <a:cs typeface="Consolas"/>
              </a:rPr>
              <a:t>02</a:t>
            </a:r>
          </a:p>
        </p:txBody>
      </p:sp>
      <p:sp>
        <p:nvSpPr>
          <p:cNvPr id="14" name="">
            <a:extLst xmlns:a="http://schemas.openxmlformats.org/drawingml/2006/main">
              <a:ext uri="{FF2B5EF4-FFF2-40B4-BE49-F238E27FC236}">
                <a16:creationId xmlns:a16="http://schemas.microsoft.com/office/drawing/2014/main" id="{A3283CEE-A07B-4CCF-8604-BD1C6ADDBC04}"/>
              </a:ext>
            </a:extLst>
          </p:cNvPr>
          <p:cNvSpPr>
            <a:spLocks xmlns:a="http://schemas.openxmlformats.org/drawingml/2006/main" noGrp="1"/>
          </p:cNvSpPr>
          <p:nvPr/>
        </p:nvSpPr>
        <p:spPr>
          <a:xfrm xmlns:a="http://schemas.openxmlformats.org/drawingml/2006/main">
            <a:off x="2857500" y="3352800"/>
            <a:ext cx="19812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5" name="Prompt">
            <a:extLst xmlns:a="http://schemas.openxmlformats.org/drawingml/2006/main">
              <a:ext uri="{FF2B5EF4-FFF2-40B4-BE49-F238E27FC236}">
                <a16:creationId xmlns:a16="http://schemas.microsoft.com/office/drawing/2014/main" id="{877594BE-BF8F-4E4A-8C97-A483B75185C9}"/>
              </a:ext>
            </a:extLst>
          </p:cNvPr>
          <p:cNvSpPr>
            <a:spLocks xmlns:a="http://schemas.openxmlformats.org/drawingml/2006/main" noGrp="1"/>
          </p:cNvSpPr>
          <p:nvPr/>
        </p:nvSpPr>
        <p:spPr>
          <a:xfrm xmlns:a="http://schemas.openxmlformats.org/drawingml/2006/main">
            <a:off x="2857500" y="352425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Prompt</a:t>
            </a:r>
          </a:p>
        </p:txBody>
      </p:sp>
      <p:sp>
        <p:nvSpPr>
          <p:cNvPr id="16" name="이번 작업을&#10;구체화한다">
            <a:extLst xmlns:a="http://schemas.openxmlformats.org/drawingml/2006/main">
              <a:ext uri="{FF2B5EF4-FFF2-40B4-BE49-F238E27FC236}">
                <a16:creationId xmlns:a16="http://schemas.microsoft.com/office/drawing/2014/main" id="{60BAC5EF-B5CE-4510-9FC6-30AC3A900DB7}"/>
              </a:ext>
            </a:extLst>
          </p:cNvPr>
          <p:cNvSpPr>
            <a:spLocks xmlns:a="http://schemas.openxmlformats.org/drawingml/2006/main" noGrp="1"/>
          </p:cNvSpPr>
          <p:nvPr/>
        </p:nvSpPr>
        <p:spPr>
          <a:xfrm xmlns:a="http://schemas.openxmlformats.org/drawingml/2006/main">
            <a:off x="2857500" y="4171950"/>
            <a:ext cx="1981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이번 작업을</a:t>
            </a:r>
          </a:p>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구체화한다</a:t>
            </a:r>
          </a:p>
        </p:txBody>
      </p:sp>
      <p:sp>
        <p:nvSpPr>
          <p:cNvPr id="17" name="">
            <a:extLst xmlns:a="http://schemas.openxmlformats.org/drawingml/2006/main">
              <a:ext uri="{FF2B5EF4-FFF2-40B4-BE49-F238E27FC236}">
                <a16:creationId xmlns:a16="http://schemas.microsoft.com/office/drawing/2014/main" id="{F0C49CD0-C4A0-4DF7-A05C-A69F7CEAA7A7}"/>
              </a:ext>
            </a:extLst>
          </p:cNvPr>
          <p:cNvSpPr>
            <a:spLocks xmlns:a="http://schemas.openxmlformats.org/drawingml/2006/main" noGrp="1"/>
          </p:cNvSpPr>
          <p:nvPr/>
        </p:nvSpPr>
        <p:spPr>
          <a:xfrm xmlns:a="http://schemas.openxmlformats.org/drawingml/2006/main">
            <a:off x="4895850" y="3638550"/>
            <a:ext cx="161925" cy="1428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8" name="03">
            <a:extLst xmlns:a="http://schemas.openxmlformats.org/drawingml/2006/main">
              <a:ext uri="{FF2B5EF4-FFF2-40B4-BE49-F238E27FC236}">
                <a16:creationId xmlns:a16="http://schemas.microsoft.com/office/drawing/2014/main" id="{90185594-1913-4E06-9BA3-CB7B792CC085}"/>
              </a:ext>
            </a:extLst>
          </p:cNvPr>
          <p:cNvSpPr>
            <a:spLocks xmlns:a="http://schemas.openxmlformats.org/drawingml/2006/main" noGrp="1"/>
          </p:cNvSpPr>
          <p:nvPr/>
        </p:nvSpPr>
        <p:spPr>
          <a:xfrm xmlns:a="http://schemas.openxmlformats.org/drawingml/2006/main">
            <a:off x="5105400" y="2905125"/>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4D5A68"/>
                </a:solidFill>
                <a:latin typeface="Consolas"/>
                <a:ea typeface="Consolas"/>
                <a:cs typeface="Consolas"/>
              </a:defRPr>
            </a:defPPr>
            <a:lvl1pPr algn="l">
              <a:defRPr sz="1575" b="1">
                <a:solidFill>
                  <a:srgbClr val="4D5A68"/>
                </a:solidFill>
                <a:latin typeface="Consolas"/>
                <a:ea typeface="Consolas"/>
                <a:cs typeface="Consolas"/>
              </a:defRPr>
            </a:lvl1pPr>
            <a:lvl2pPr algn="l">
              <a:defRPr sz="1575" b="1">
                <a:solidFill>
                  <a:srgbClr val="4D5A68"/>
                </a:solidFill>
                <a:latin typeface="Consolas"/>
                <a:ea typeface="Consolas"/>
                <a:cs typeface="Consolas"/>
              </a:defRPr>
            </a:lvl2pPr>
            <a:lvl3pPr algn="l">
              <a:defRPr sz="1575" b="1">
                <a:solidFill>
                  <a:srgbClr val="4D5A68"/>
                </a:solidFill>
                <a:latin typeface="Consolas"/>
                <a:ea typeface="Consolas"/>
                <a:cs typeface="Consolas"/>
              </a:defRPr>
            </a:lvl3pPr>
            <a:lvl4pPr algn="l">
              <a:defRPr sz="1575" b="1">
                <a:solidFill>
                  <a:srgbClr val="4D5A68"/>
                </a:solidFill>
                <a:latin typeface="Consolas"/>
                <a:ea typeface="Consolas"/>
                <a:cs typeface="Consolas"/>
              </a:defRPr>
            </a:lvl4pPr>
            <a:lvl5pPr algn="l">
              <a:defRPr sz="1575" b="1">
                <a:solidFill>
                  <a:srgbClr val="4D5A68"/>
                </a:solidFill>
                <a:latin typeface="Consolas"/>
                <a:ea typeface="Consolas"/>
                <a:cs typeface="Consolas"/>
              </a:defRPr>
            </a:lvl5pPr>
            <a:lvl6pPr algn="l">
              <a:defRPr sz="1575" b="1">
                <a:solidFill>
                  <a:srgbClr val="4D5A68"/>
                </a:solidFill>
                <a:latin typeface="Consolas"/>
                <a:ea typeface="Consolas"/>
                <a:cs typeface="Consolas"/>
              </a:defRPr>
            </a:lvl6pPr>
            <a:lvl7pPr algn="l">
              <a:defRPr sz="1575" b="1">
                <a:solidFill>
                  <a:srgbClr val="4D5A68"/>
                </a:solidFill>
                <a:latin typeface="Consolas"/>
                <a:ea typeface="Consolas"/>
                <a:cs typeface="Consolas"/>
              </a:defRPr>
            </a:lvl7pPr>
            <a:lvl8pPr algn="l">
              <a:defRPr sz="1575" b="1">
                <a:solidFill>
                  <a:srgbClr val="4D5A68"/>
                </a:solidFill>
                <a:latin typeface="Consolas"/>
                <a:ea typeface="Consolas"/>
                <a:cs typeface="Consolas"/>
              </a:defRPr>
            </a:lvl8pPr>
            <a:lvl9pPr algn="l">
              <a:defRPr sz="1575" b="1">
                <a:solidFill>
                  <a:srgbClr val="4D5A68"/>
                </a:solidFill>
                <a:latin typeface="Consolas"/>
                <a:ea typeface="Consolas"/>
                <a:cs typeface="Consolas"/>
              </a:defRPr>
            </a:lvl9pPr>
          </a:lstStyle>
          <a:p xmlns:a="http://schemas.openxmlformats.org/drawingml/2006/main">
            <a:pPr algn="l">
              <a:defRPr sz="1575" b="1">
                <a:solidFill>
                  <a:srgbClr val="4D5A68"/>
                </a:solidFill>
                <a:latin typeface="Consolas"/>
                <a:ea typeface="Consolas"/>
                <a:cs typeface="Consolas"/>
              </a:defRPr>
            </a:pPr>
            <a:r>
              <a:rPr sz="1575" b="1">
                <a:solidFill>
                  <a:srgbClr val="4D5A68"/>
                </a:solidFill>
                <a:latin typeface="Consolas"/>
                <a:ea typeface="Consolas"/>
                <a:cs typeface="Consolas"/>
              </a:rPr>
              <a:t>03</a:t>
            </a:r>
          </a:p>
        </p:txBody>
      </p:sp>
      <p:sp>
        <p:nvSpPr>
          <p:cNvPr id="19" name="">
            <a:extLst xmlns:a="http://schemas.openxmlformats.org/drawingml/2006/main">
              <a:ext uri="{FF2B5EF4-FFF2-40B4-BE49-F238E27FC236}">
                <a16:creationId xmlns:a16="http://schemas.microsoft.com/office/drawing/2014/main" id="{E7A31122-8EB4-4798-AFE1-E0733C647939}"/>
              </a:ext>
            </a:extLst>
          </p:cNvPr>
          <p:cNvSpPr>
            <a:spLocks xmlns:a="http://schemas.openxmlformats.org/drawingml/2006/main" noGrp="1"/>
          </p:cNvSpPr>
          <p:nvPr/>
        </p:nvSpPr>
        <p:spPr>
          <a:xfrm xmlns:a="http://schemas.openxmlformats.org/drawingml/2006/main">
            <a:off x="5105400" y="3352800"/>
            <a:ext cx="19812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20" name="Context">
            <a:extLst xmlns:a="http://schemas.openxmlformats.org/drawingml/2006/main">
              <a:ext uri="{FF2B5EF4-FFF2-40B4-BE49-F238E27FC236}">
                <a16:creationId xmlns:a16="http://schemas.microsoft.com/office/drawing/2014/main" id="{35064480-7046-4341-94A7-8F54508B9482}"/>
              </a:ext>
            </a:extLst>
          </p:cNvPr>
          <p:cNvSpPr>
            <a:spLocks xmlns:a="http://schemas.openxmlformats.org/drawingml/2006/main" noGrp="1"/>
          </p:cNvSpPr>
          <p:nvPr/>
        </p:nvSpPr>
        <p:spPr>
          <a:xfrm xmlns:a="http://schemas.openxmlformats.org/drawingml/2006/main">
            <a:off x="5105400" y="352425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Context</a:t>
            </a:r>
          </a:p>
        </p:txBody>
      </p:sp>
      <p:sp>
        <p:nvSpPr>
          <p:cNvPr id="21" name="프로젝트 지식을&#10;제공한다">
            <a:extLst xmlns:a="http://schemas.openxmlformats.org/drawingml/2006/main">
              <a:ext uri="{FF2B5EF4-FFF2-40B4-BE49-F238E27FC236}">
                <a16:creationId xmlns:a16="http://schemas.microsoft.com/office/drawing/2014/main" id="{DEEC9F08-D9B6-43FA-9BE8-F9880801437B}"/>
              </a:ext>
            </a:extLst>
          </p:cNvPr>
          <p:cNvSpPr>
            <a:spLocks xmlns:a="http://schemas.openxmlformats.org/drawingml/2006/main" noGrp="1"/>
          </p:cNvSpPr>
          <p:nvPr/>
        </p:nvSpPr>
        <p:spPr>
          <a:xfrm xmlns:a="http://schemas.openxmlformats.org/drawingml/2006/main">
            <a:off x="5105400" y="4171950"/>
            <a:ext cx="1981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프로젝트 지식을</a:t>
            </a:r>
          </a:p>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제공한다</a:t>
            </a:r>
          </a:p>
        </p:txBody>
      </p:sp>
      <p:sp>
        <p:nvSpPr>
          <p:cNvPr id="22" name="">
            <a:extLst xmlns:a="http://schemas.openxmlformats.org/drawingml/2006/main">
              <a:ext uri="{FF2B5EF4-FFF2-40B4-BE49-F238E27FC236}">
                <a16:creationId xmlns:a16="http://schemas.microsoft.com/office/drawing/2014/main" id="{42F8449B-9BBF-4960-A9A2-35AC35310AD8}"/>
              </a:ext>
            </a:extLst>
          </p:cNvPr>
          <p:cNvSpPr>
            <a:spLocks xmlns:a="http://schemas.openxmlformats.org/drawingml/2006/main" noGrp="1"/>
          </p:cNvSpPr>
          <p:nvPr/>
        </p:nvSpPr>
        <p:spPr>
          <a:xfrm xmlns:a="http://schemas.openxmlformats.org/drawingml/2006/main">
            <a:off x="7143750" y="3638550"/>
            <a:ext cx="161925" cy="1428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3" name="04">
            <a:extLst xmlns:a="http://schemas.openxmlformats.org/drawingml/2006/main">
              <a:ext uri="{FF2B5EF4-FFF2-40B4-BE49-F238E27FC236}">
                <a16:creationId xmlns:a16="http://schemas.microsoft.com/office/drawing/2014/main" id="{25436B49-886E-4CF5-AE55-849A3B119C50}"/>
              </a:ext>
            </a:extLst>
          </p:cNvPr>
          <p:cNvSpPr>
            <a:spLocks xmlns:a="http://schemas.openxmlformats.org/drawingml/2006/main" noGrp="1"/>
          </p:cNvSpPr>
          <p:nvPr/>
        </p:nvSpPr>
        <p:spPr>
          <a:xfrm xmlns:a="http://schemas.openxmlformats.org/drawingml/2006/main">
            <a:off x="7353300" y="2905125"/>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4D5A68"/>
                </a:solidFill>
                <a:latin typeface="Consolas"/>
                <a:ea typeface="Consolas"/>
                <a:cs typeface="Consolas"/>
              </a:defRPr>
            </a:defPPr>
            <a:lvl1pPr algn="l">
              <a:defRPr sz="1575" b="1">
                <a:solidFill>
                  <a:srgbClr val="4D5A68"/>
                </a:solidFill>
                <a:latin typeface="Consolas"/>
                <a:ea typeface="Consolas"/>
                <a:cs typeface="Consolas"/>
              </a:defRPr>
            </a:lvl1pPr>
            <a:lvl2pPr algn="l">
              <a:defRPr sz="1575" b="1">
                <a:solidFill>
                  <a:srgbClr val="4D5A68"/>
                </a:solidFill>
                <a:latin typeface="Consolas"/>
                <a:ea typeface="Consolas"/>
                <a:cs typeface="Consolas"/>
              </a:defRPr>
            </a:lvl2pPr>
            <a:lvl3pPr algn="l">
              <a:defRPr sz="1575" b="1">
                <a:solidFill>
                  <a:srgbClr val="4D5A68"/>
                </a:solidFill>
                <a:latin typeface="Consolas"/>
                <a:ea typeface="Consolas"/>
                <a:cs typeface="Consolas"/>
              </a:defRPr>
            </a:lvl3pPr>
            <a:lvl4pPr algn="l">
              <a:defRPr sz="1575" b="1">
                <a:solidFill>
                  <a:srgbClr val="4D5A68"/>
                </a:solidFill>
                <a:latin typeface="Consolas"/>
                <a:ea typeface="Consolas"/>
                <a:cs typeface="Consolas"/>
              </a:defRPr>
            </a:lvl4pPr>
            <a:lvl5pPr algn="l">
              <a:defRPr sz="1575" b="1">
                <a:solidFill>
                  <a:srgbClr val="4D5A68"/>
                </a:solidFill>
                <a:latin typeface="Consolas"/>
                <a:ea typeface="Consolas"/>
                <a:cs typeface="Consolas"/>
              </a:defRPr>
            </a:lvl5pPr>
            <a:lvl6pPr algn="l">
              <a:defRPr sz="1575" b="1">
                <a:solidFill>
                  <a:srgbClr val="4D5A68"/>
                </a:solidFill>
                <a:latin typeface="Consolas"/>
                <a:ea typeface="Consolas"/>
                <a:cs typeface="Consolas"/>
              </a:defRPr>
            </a:lvl6pPr>
            <a:lvl7pPr algn="l">
              <a:defRPr sz="1575" b="1">
                <a:solidFill>
                  <a:srgbClr val="4D5A68"/>
                </a:solidFill>
                <a:latin typeface="Consolas"/>
                <a:ea typeface="Consolas"/>
                <a:cs typeface="Consolas"/>
              </a:defRPr>
            </a:lvl7pPr>
            <a:lvl8pPr algn="l">
              <a:defRPr sz="1575" b="1">
                <a:solidFill>
                  <a:srgbClr val="4D5A68"/>
                </a:solidFill>
                <a:latin typeface="Consolas"/>
                <a:ea typeface="Consolas"/>
                <a:cs typeface="Consolas"/>
              </a:defRPr>
            </a:lvl8pPr>
            <a:lvl9pPr algn="l">
              <a:defRPr sz="1575" b="1">
                <a:solidFill>
                  <a:srgbClr val="4D5A68"/>
                </a:solidFill>
                <a:latin typeface="Consolas"/>
                <a:ea typeface="Consolas"/>
                <a:cs typeface="Consolas"/>
              </a:defRPr>
            </a:lvl9pPr>
          </a:lstStyle>
          <a:p xmlns:a="http://schemas.openxmlformats.org/drawingml/2006/main">
            <a:pPr algn="l">
              <a:defRPr sz="1575" b="1">
                <a:solidFill>
                  <a:srgbClr val="4D5A68"/>
                </a:solidFill>
                <a:latin typeface="Consolas"/>
                <a:ea typeface="Consolas"/>
                <a:cs typeface="Consolas"/>
              </a:defRPr>
            </a:pPr>
            <a:r>
              <a:rPr sz="1575" b="1">
                <a:solidFill>
                  <a:srgbClr val="4D5A68"/>
                </a:solidFill>
                <a:latin typeface="Consolas"/>
                <a:ea typeface="Consolas"/>
                <a:cs typeface="Consolas"/>
              </a:rPr>
              <a:t>04</a:t>
            </a:r>
          </a:p>
        </p:txBody>
      </p:sp>
      <p:sp>
        <p:nvSpPr>
          <p:cNvPr id="24" name="">
            <a:extLst xmlns:a="http://schemas.openxmlformats.org/drawingml/2006/main">
              <a:ext uri="{FF2B5EF4-FFF2-40B4-BE49-F238E27FC236}">
                <a16:creationId xmlns:a16="http://schemas.microsoft.com/office/drawing/2014/main" id="{990587C3-6EFD-4B5B-AD2D-DDF19DC16362}"/>
              </a:ext>
            </a:extLst>
          </p:cNvPr>
          <p:cNvSpPr>
            <a:spLocks xmlns:a="http://schemas.openxmlformats.org/drawingml/2006/main" noGrp="1"/>
          </p:cNvSpPr>
          <p:nvPr/>
        </p:nvSpPr>
        <p:spPr>
          <a:xfrm xmlns:a="http://schemas.openxmlformats.org/drawingml/2006/main">
            <a:off x="7353300" y="3352800"/>
            <a:ext cx="19812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25" name="Harness">
            <a:extLst xmlns:a="http://schemas.openxmlformats.org/drawingml/2006/main">
              <a:ext uri="{FF2B5EF4-FFF2-40B4-BE49-F238E27FC236}">
                <a16:creationId xmlns:a16="http://schemas.microsoft.com/office/drawing/2014/main" id="{00F3D4D0-4C35-499C-8FEE-7C6A24D9F09B}"/>
              </a:ext>
            </a:extLst>
          </p:cNvPr>
          <p:cNvSpPr>
            <a:spLocks xmlns:a="http://schemas.openxmlformats.org/drawingml/2006/main" noGrp="1"/>
          </p:cNvSpPr>
          <p:nvPr/>
        </p:nvSpPr>
        <p:spPr>
          <a:xfrm xmlns:a="http://schemas.openxmlformats.org/drawingml/2006/main">
            <a:off x="7353300" y="352425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Harness</a:t>
            </a:r>
          </a:p>
        </p:txBody>
      </p:sp>
      <p:sp>
        <p:nvSpPr>
          <p:cNvPr id="26" name="일하는 환경을&#10;설계한다">
            <a:extLst xmlns:a="http://schemas.openxmlformats.org/drawingml/2006/main">
              <a:ext uri="{FF2B5EF4-FFF2-40B4-BE49-F238E27FC236}">
                <a16:creationId xmlns:a16="http://schemas.microsoft.com/office/drawing/2014/main" id="{96E3F2DD-FAF2-45D2-B894-CAF9A58057FC}"/>
              </a:ext>
            </a:extLst>
          </p:cNvPr>
          <p:cNvSpPr>
            <a:spLocks xmlns:a="http://schemas.openxmlformats.org/drawingml/2006/main" noGrp="1"/>
          </p:cNvSpPr>
          <p:nvPr/>
        </p:nvSpPr>
        <p:spPr>
          <a:xfrm xmlns:a="http://schemas.openxmlformats.org/drawingml/2006/main">
            <a:off x="7353300" y="4171950"/>
            <a:ext cx="1981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일하는 환경을</a:t>
            </a:r>
          </a:p>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설계한다</a:t>
            </a:r>
          </a:p>
        </p:txBody>
      </p:sp>
      <p:sp>
        <p:nvSpPr>
          <p:cNvPr id="27" name="">
            <a:extLst xmlns:a="http://schemas.openxmlformats.org/drawingml/2006/main">
              <a:ext uri="{FF2B5EF4-FFF2-40B4-BE49-F238E27FC236}">
                <a16:creationId xmlns:a16="http://schemas.microsoft.com/office/drawing/2014/main" id="{C24D6300-4109-4C4B-9031-A142A4A96743}"/>
              </a:ext>
            </a:extLst>
          </p:cNvPr>
          <p:cNvSpPr>
            <a:spLocks xmlns:a="http://schemas.openxmlformats.org/drawingml/2006/main" noGrp="1"/>
          </p:cNvSpPr>
          <p:nvPr/>
        </p:nvSpPr>
        <p:spPr>
          <a:xfrm xmlns:a="http://schemas.openxmlformats.org/drawingml/2006/main">
            <a:off x="9391650" y="3638550"/>
            <a:ext cx="161925" cy="1428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8" name="05">
            <a:extLst xmlns:a="http://schemas.openxmlformats.org/drawingml/2006/main">
              <a:ext uri="{FF2B5EF4-FFF2-40B4-BE49-F238E27FC236}">
                <a16:creationId xmlns:a16="http://schemas.microsoft.com/office/drawing/2014/main" id="{048C698A-246F-4E8D-8AEB-A573E6BF8F95}"/>
              </a:ext>
            </a:extLst>
          </p:cNvPr>
          <p:cNvSpPr>
            <a:spLocks xmlns:a="http://schemas.openxmlformats.org/drawingml/2006/main" noGrp="1"/>
          </p:cNvSpPr>
          <p:nvPr/>
        </p:nvSpPr>
        <p:spPr>
          <a:xfrm xmlns:a="http://schemas.openxmlformats.org/drawingml/2006/main">
            <a:off x="9601200" y="2905125"/>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4D5A68"/>
                </a:solidFill>
                <a:latin typeface="Consolas"/>
                <a:ea typeface="Consolas"/>
                <a:cs typeface="Consolas"/>
              </a:defRPr>
            </a:defPPr>
            <a:lvl1pPr algn="l">
              <a:defRPr sz="1575" b="1">
                <a:solidFill>
                  <a:srgbClr val="4D5A68"/>
                </a:solidFill>
                <a:latin typeface="Consolas"/>
                <a:ea typeface="Consolas"/>
                <a:cs typeface="Consolas"/>
              </a:defRPr>
            </a:lvl1pPr>
            <a:lvl2pPr algn="l">
              <a:defRPr sz="1575" b="1">
                <a:solidFill>
                  <a:srgbClr val="4D5A68"/>
                </a:solidFill>
                <a:latin typeface="Consolas"/>
                <a:ea typeface="Consolas"/>
                <a:cs typeface="Consolas"/>
              </a:defRPr>
            </a:lvl2pPr>
            <a:lvl3pPr algn="l">
              <a:defRPr sz="1575" b="1">
                <a:solidFill>
                  <a:srgbClr val="4D5A68"/>
                </a:solidFill>
                <a:latin typeface="Consolas"/>
                <a:ea typeface="Consolas"/>
                <a:cs typeface="Consolas"/>
              </a:defRPr>
            </a:lvl3pPr>
            <a:lvl4pPr algn="l">
              <a:defRPr sz="1575" b="1">
                <a:solidFill>
                  <a:srgbClr val="4D5A68"/>
                </a:solidFill>
                <a:latin typeface="Consolas"/>
                <a:ea typeface="Consolas"/>
                <a:cs typeface="Consolas"/>
              </a:defRPr>
            </a:lvl4pPr>
            <a:lvl5pPr algn="l">
              <a:defRPr sz="1575" b="1">
                <a:solidFill>
                  <a:srgbClr val="4D5A68"/>
                </a:solidFill>
                <a:latin typeface="Consolas"/>
                <a:ea typeface="Consolas"/>
                <a:cs typeface="Consolas"/>
              </a:defRPr>
            </a:lvl5pPr>
            <a:lvl6pPr algn="l">
              <a:defRPr sz="1575" b="1">
                <a:solidFill>
                  <a:srgbClr val="4D5A68"/>
                </a:solidFill>
                <a:latin typeface="Consolas"/>
                <a:ea typeface="Consolas"/>
                <a:cs typeface="Consolas"/>
              </a:defRPr>
            </a:lvl6pPr>
            <a:lvl7pPr algn="l">
              <a:defRPr sz="1575" b="1">
                <a:solidFill>
                  <a:srgbClr val="4D5A68"/>
                </a:solidFill>
                <a:latin typeface="Consolas"/>
                <a:ea typeface="Consolas"/>
                <a:cs typeface="Consolas"/>
              </a:defRPr>
            </a:lvl7pPr>
            <a:lvl8pPr algn="l">
              <a:defRPr sz="1575" b="1">
                <a:solidFill>
                  <a:srgbClr val="4D5A68"/>
                </a:solidFill>
                <a:latin typeface="Consolas"/>
                <a:ea typeface="Consolas"/>
                <a:cs typeface="Consolas"/>
              </a:defRPr>
            </a:lvl8pPr>
            <a:lvl9pPr algn="l">
              <a:defRPr sz="1575" b="1">
                <a:solidFill>
                  <a:srgbClr val="4D5A68"/>
                </a:solidFill>
                <a:latin typeface="Consolas"/>
                <a:ea typeface="Consolas"/>
                <a:cs typeface="Consolas"/>
              </a:defRPr>
            </a:lvl9pPr>
          </a:lstStyle>
          <a:p xmlns:a="http://schemas.openxmlformats.org/drawingml/2006/main">
            <a:pPr algn="l">
              <a:defRPr sz="1575" b="1">
                <a:solidFill>
                  <a:srgbClr val="4D5A68"/>
                </a:solidFill>
                <a:latin typeface="Consolas"/>
                <a:ea typeface="Consolas"/>
                <a:cs typeface="Consolas"/>
              </a:defRPr>
            </a:pPr>
            <a:r>
              <a:rPr sz="1575" b="1">
                <a:solidFill>
                  <a:srgbClr val="4D5A68"/>
                </a:solidFill>
                <a:latin typeface="Consolas"/>
                <a:ea typeface="Consolas"/>
                <a:cs typeface="Consolas"/>
              </a:rPr>
              <a:t>05</a:t>
            </a:r>
          </a:p>
        </p:txBody>
      </p:sp>
      <p:sp>
        <p:nvSpPr>
          <p:cNvPr id="29" name="">
            <a:extLst xmlns:a="http://schemas.openxmlformats.org/drawingml/2006/main">
              <a:ext uri="{FF2B5EF4-FFF2-40B4-BE49-F238E27FC236}">
                <a16:creationId xmlns:a16="http://schemas.microsoft.com/office/drawing/2014/main" id="{BFD76C51-0E53-47DB-821D-BDE0B8890687}"/>
              </a:ext>
            </a:extLst>
          </p:cNvPr>
          <p:cNvSpPr>
            <a:spLocks xmlns:a="http://schemas.openxmlformats.org/drawingml/2006/main" noGrp="1"/>
          </p:cNvSpPr>
          <p:nvPr/>
        </p:nvSpPr>
        <p:spPr>
          <a:xfrm xmlns:a="http://schemas.openxmlformats.org/drawingml/2006/main">
            <a:off x="9601200" y="3352800"/>
            <a:ext cx="19812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30" name="Loop">
            <a:extLst xmlns:a="http://schemas.openxmlformats.org/drawingml/2006/main">
              <a:ext uri="{FF2B5EF4-FFF2-40B4-BE49-F238E27FC236}">
                <a16:creationId xmlns:a16="http://schemas.microsoft.com/office/drawing/2014/main" id="{D1A9798D-F40F-498C-9B0F-A722161FBE0F}"/>
              </a:ext>
            </a:extLst>
          </p:cNvPr>
          <p:cNvSpPr>
            <a:spLocks xmlns:a="http://schemas.openxmlformats.org/drawingml/2006/main" noGrp="1"/>
          </p:cNvSpPr>
          <p:nvPr/>
        </p:nvSpPr>
        <p:spPr>
          <a:xfrm xmlns:a="http://schemas.openxmlformats.org/drawingml/2006/main">
            <a:off x="9601200" y="352425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Loop</a:t>
            </a:r>
          </a:p>
        </p:txBody>
      </p:sp>
      <p:sp>
        <p:nvSpPr>
          <p:cNvPr id="31" name="피드백으로&#10;시스템을 고친다">
            <a:extLst xmlns:a="http://schemas.openxmlformats.org/drawingml/2006/main">
              <a:ext uri="{FF2B5EF4-FFF2-40B4-BE49-F238E27FC236}">
                <a16:creationId xmlns:a16="http://schemas.microsoft.com/office/drawing/2014/main" id="{A3B590A3-1DB4-4984-98BA-A565CF636288}"/>
              </a:ext>
            </a:extLst>
          </p:cNvPr>
          <p:cNvSpPr>
            <a:spLocks xmlns:a="http://schemas.openxmlformats.org/drawingml/2006/main" noGrp="1"/>
          </p:cNvSpPr>
          <p:nvPr/>
        </p:nvSpPr>
        <p:spPr>
          <a:xfrm xmlns:a="http://schemas.openxmlformats.org/drawingml/2006/main">
            <a:off x="9601200" y="4171950"/>
            <a:ext cx="1981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피드백으로</a:t>
            </a:r>
          </a:p>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시스템을 고친다</a:t>
            </a:r>
          </a:p>
        </p:txBody>
      </p:sp>
      <p:sp>
        <p:nvSpPr>
          <p:cNvPr id="32" name="지금 나는 AI를 어떤 방식으로 사용하고 있을까?">
            <a:extLst xmlns:a="http://schemas.openxmlformats.org/drawingml/2006/main">
              <a:ext uri="{FF2B5EF4-FFF2-40B4-BE49-F238E27FC236}">
                <a16:creationId xmlns:a16="http://schemas.microsoft.com/office/drawing/2014/main" id="{0CD85263-44C7-46A0-B65A-BF59B26F1ECE}"/>
              </a:ext>
            </a:extLst>
          </p:cNvPr>
          <p:cNvSpPr>
            <a:spLocks xmlns:a="http://schemas.openxmlformats.org/drawingml/2006/main" noGrp="1"/>
          </p:cNvSpPr>
          <p:nvPr/>
        </p:nvSpPr>
        <p:spPr>
          <a:xfrm xmlns:a="http://schemas.openxmlformats.org/drawingml/2006/main">
            <a:off x="609600" y="53435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지금 나는 AI를 어떤 방식으로 사용하고 있을까?</a:t>
            </a:r>
          </a:p>
        </p:txBody>
      </p:sp>
      <p:sp>
        <p:nvSpPr>
          <p:cNvPr id="33" name="Legacy module connection">
            <a:extLst xmlns:a="http://schemas.openxmlformats.org/drawingml/2006/main">
              <a:ext uri="{FF2B5EF4-FFF2-40B4-BE49-F238E27FC236}">
                <a16:creationId xmlns:a16="http://schemas.microsoft.com/office/drawing/2014/main" id="{B028E5D8-0DE0-4F07-B2F8-E8F1080C402E}"/>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 · M2</a:t>
            </a:r>
          </a:p>
        </p:txBody>
      </p:sp>
    </p:spTree>
    <p:extLst>
      <p:ext uri="{BB962C8B-B14F-4D97-AF65-F5344CB8AC3E}">
        <p14:creationId xmlns:p14="http://schemas.microsoft.com/office/powerpoint/2010/main" val="1063176332"/>
      </p:ext>
    </p:extLst>
  </p:cSld>
</p:sld>
</file>

<file path=ppt/slides/slide8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4" name="ACT 5 · 확인된 제품 변화">
            <a:extLst xmlns:a="http://schemas.openxmlformats.org/drawingml/2006/main">
              <a:ext uri="{FF2B5EF4-FFF2-40B4-BE49-F238E27FC236}">
                <a16:creationId xmlns:a16="http://schemas.microsoft.com/office/drawing/2014/main" id="{EC094EA8-A2F6-4A5F-AEC2-AECC02013210}"/>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5 · 확인된 제품 변화</a:t>
            </a:r>
          </a:p>
        </p:txBody>
      </p:sp>
      <p:sp>
        <p:nvSpPr>
          <p:cNvPr id="2" name="S87">
            <a:extLst xmlns:a="http://schemas.openxmlformats.org/drawingml/2006/main">
              <a:ext uri="{FF2B5EF4-FFF2-40B4-BE49-F238E27FC236}">
                <a16:creationId xmlns:a16="http://schemas.microsoft.com/office/drawing/2014/main" id="{B9A2D8AE-DB46-4458-A18B-061F25B5BC37}"/>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S87</a:t>
            </a:r>
          </a:p>
        </p:txBody>
      </p:sp>
      <p:sp>
        <p:nvSpPr>
          <p:cNvPr id="3" name="하나의 Repository가 문제에 대응해 진화했다">
            <a:extLst xmlns:a="http://schemas.openxmlformats.org/drawingml/2006/main">
              <a:ext uri="{FF2B5EF4-FFF2-40B4-BE49-F238E27FC236}">
                <a16:creationId xmlns:a16="http://schemas.microsoft.com/office/drawing/2014/main" id="{0074BEB8-9708-4C87-9380-D82F17BC28E9}"/>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하나의 Repository가 문제에 대응해 진화했다</a:t>
            </a:r>
          </a:p>
        </p:txBody>
      </p:sp>
      <p:sp>
        <p:nvSpPr>
          <p:cNvPr id="4" name="">
            <a:extLst xmlns:a="http://schemas.openxmlformats.org/drawingml/2006/main">
              <a:ext uri="{FF2B5EF4-FFF2-40B4-BE49-F238E27FC236}">
                <a16:creationId xmlns:a16="http://schemas.microsoft.com/office/drawing/2014/main" id="{58E20546-B325-4FBB-AAB2-D011534C8E74}"/>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DEMO-12 · 실제 Git State 이력 · S18 / S43 / S58 발표자료 발췌">
            <a:extLst xmlns:a="http://schemas.openxmlformats.org/drawingml/2006/main">
              <a:ext uri="{FF2B5EF4-FFF2-40B4-BE49-F238E27FC236}">
                <a16:creationId xmlns:a16="http://schemas.microsoft.com/office/drawing/2014/main" id="{CA39061A-8921-4CF7-AE0C-8CAC7A13B3CF}"/>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DEMO-12 · 실제 Git State 이력 · S18 / S43 / S58 발표자료 발췌</a:t>
            </a:r>
          </a:p>
        </p:txBody>
      </p:sp>
      <p:sp>
        <p:nvSpPr>
          <p:cNvPr id="6" name="원본 실행 화면 아님 · 성능은 해당 코드·입력·환경 범위 · State는 성숙도 등급이나 Product L">
            <a:extLst xmlns:a="http://schemas.openxmlformats.org/drawingml/2006/main">
              <a:ext uri="{FF2B5EF4-FFF2-40B4-BE49-F238E27FC236}">
                <a16:creationId xmlns:a16="http://schemas.microsoft.com/office/drawing/2014/main" id="{C774596C-D4A3-41A8-A79B-74114D1DD3A6}"/>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원본 실행 화면 아님 · 성능은 해당 코드·입력·환경 범위 · State는 성숙도 등급이나 Product Loop가 아님</a:t>
            </a:r>
          </a:p>
        </p:txBody>
      </p:sp>
      <p:sp>
        <p:nvSpPr>
          <p:cNvPr id="7" name="">
            <a:extLst xmlns:a="http://schemas.openxmlformats.org/drawingml/2006/main">
              <a:ext uri="{FF2B5EF4-FFF2-40B4-BE49-F238E27FC236}">
                <a16:creationId xmlns:a16="http://schemas.microsoft.com/office/drawing/2014/main" id="{09BDE543-C1EF-4C1E-BD84-1A503A4C3BD6}"/>
              </a:ext>
            </a:extLst>
          </p:cNvPr>
          <p:cNvSpPr>
            <a:spLocks xmlns:a="http://schemas.openxmlformats.org/drawingml/2006/main" noGrp="1"/>
          </p:cNvSpPr>
          <p:nvPr/>
        </p:nvSpPr>
        <p:spPr>
          <a:xfrm xmlns:a="http://schemas.openxmlformats.org/drawingml/2006/main">
            <a:off x="609600" y="1562100"/>
            <a:ext cx="25146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8" name="01">
            <a:extLst xmlns:a="http://schemas.openxmlformats.org/drawingml/2006/main">
              <a:ext uri="{FF2B5EF4-FFF2-40B4-BE49-F238E27FC236}">
                <a16:creationId xmlns:a16="http://schemas.microsoft.com/office/drawing/2014/main" id="{720EB11A-36C8-4A71-BF9C-2E4039046612}"/>
              </a:ext>
            </a:extLst>
          </p:cNvPr>
          <p:cNvSpPr>
            <a:spLocks xmlns:a="http://schemas.openxmlformats.org/drawingml/2006/main" noGrp="1"/>
          </p:cNvSpPr>
          <p:nvPr/>
        </p:nvSpPr>
        <p:spPr>
          <a:xfrm xmlns:a="http://schemas.openxmlformats.org/drawingml/2006/main">
            <a:off x="609600" y="16573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4D5A68"/>
                </a:solidFill>
                <a:latin typeface="Consolas"/>
                <a:ea typeface="Consolas"/>
                <a:cs typeface="Consolas"/>
              </a:defRPr>
            </a:defPPr>
            <a:lvl1pPr algn="l">
              <a:defRPr sz="1500" b="1">
                <a:solidFill>
                  <a:srgbClr val="4D5A68"/>
                </a:solidFill>
                <a:latin typeface="Consolas"/>
                <a:ea typeface="Consolas"/>
                <a:cs typeface="Consolas"/>
              </a:defRPr>
            </a:lvl1pPr>
            <a:lvl2pPr algn="l">
              <a:defRPr sz="1500" b="1">
                <a:solidFill>
                  <a:srgbClr val="4D5A68"/>
                </a:solidFill>
                <a:latin typeface="Consolas"/>
                <a:ea typeface="Consolas"/>
                <a:cs typeface="Consolas"/>
              </a:defRPr>
            </a:lvl2pPr>
            <a:lvl3pPr algn="l">
              <a:defRPr sz="1500" b="1">
                <a:solidFill>
                  <a:srgbClr val="4D5A68"/>
                </a:solidFill>
                <a:latin typeface="Consolas"/>
                <a:ea typeface="Consolas"/>
                <a:cs typeface="Consolas"/>
              </a:defRPr>
            </a:lvl3pPr>
            <a:lvl4pPr algn="l">
              <a:defRPr sz="1500" b="1">
                <a:solidFill>
                  <a:srgbClr val="4D5A68"/>
                </a:solidFill>
                <a:latin typeface="Consolas"/>
                <a:ea typeface="Consolas"/>
                <a:cs typeface="Consolas"/>
              </a:defRPr>
            </a:lvl4pPr>
            <a:lvl5pPr algn="l">
              <a:defRPr sz="1500" b="1">
                <a:solidFill>
                  <a:srgbClr val="4D5A68"/>
                </a:solidFill>
                <a:latin typeface="Consolas"/>
                <a:ea typeface="Consolas"/>
                <a:cs typeface="Consolas"/>
              </a:defRPr>
            </a:lvl5pPr>
            <a:lvl6pPr algn="l">
              <a:defRPr sz="1500" b="1">
                <a:solidFill>
                  <a:srgbClr val="4D5A68"/>
                </a:solidFill>
                <a:latin typeface="Consolas"/>
                <a:ea typeface="Consolas"/>
                <a:cs typeface="Consolas"/>
              </a:defRPr>
            </a:lvl6pPr>
            <a:lvl7pPr algn="l">
              <a:defRPr sz="1500" b="1">
                <a:solidFill>
                  <a:srgbClr val="4D5A68"/>
                </a:solidFill>
                <a:latin typeface="Consolas"/>
                <a:ea typeface="Consolas"/>
                <a:cs typeface="Consolas"/>
              </a:defRPr>
            </a:lvl7pPr>
            <a:lvl8pPr algn="l">
              <a:defRPr sz="1500" b="1">
                <a:solidFill>
                  <a:srgbClr val="4D5A68"/>
                </a:solidFill>
                <a:latin typeface="Consolas"/>
                <a:ea typeface="Consolas"/>
                <a:cs typeface="Consolas"/>
              </a:defRPr>
            </a:lvl8pPr>
            <a:lvl9pPr algn="l">
              <a:defRPr sz="1500" b="1">
                <a:solidFill>
                  <a:srgbClr val="4D5A68"/>
                </a:solidFill>
                <a:latin typeface="Consolas"/>
                <a:ea typeface="Consolas"/>
                <a:cs typeface="Consolas"/>
              </a:defRPr>
            </a:lvl9pPr>
          </a:lstStyle>
          <a:p xmlns:a="http://schemas.openxmlformats.org/drawingml/2006/main">
            <a:pPr algn="l">
              <a:defRPr sz="1500" b="1">
                <a:solidFill>
                  <a:srgbClr val="4D5A68"/>
                </a:solidFill>
                <a:latin typeface="Consolas"/>
                <a:ea typeface="Consolas"/>
                <a:cs typeface="Consolas"/>
              </a:defRPr>
            </a:pPr>
            <a:r>
              <a:rPr sz="1500" b="1">
                <a:solidFill>
                  <a:srgbClr val="4D5A68"/>
                </a:solidFill>
                <a:latin typeface="Consolas"/>
                <a:ea typeface="Consolas"/>
                <a:cs typeface="Consolas"/>
              </a:rPr>
              <a:t>01</a:t>
            </a:r>
          </a:p>
        </p:txBody>
      </p:sp>
      <p:sp>
        <p:nvSpPr>
          <p:cNvPr id="9" name="STATE-00">
            <a:extLst xmlns:a="http://schemas.openxmlformats.org/drawingml/2006/main">
              <a:ext uri="{FF2B5EF4-FFF2-40B4-BE49-F238E27FC236}">
                <a16:creationId xmlns:a16="http://schemas.microsoft.com/office/drawing/2014/main" id="{66FC8CF3-44CC-4F19-AD51-87648650282E}"/>
              </a:ext>
            </a:extLst>
          </p:cNvPr>
          <p:cNvSpPr>
            <a:spLocks xmlns:a="http://schemas.openxmlformats.org/drawingml/2006/main" noGrp="1"/>
          </p:cNvSpPr>
          <p:nvPr/>
        </p:nvSpPr>
        <p:spPr>
          <a:xfrm xmlns:a="http://schemas.openxmlformats.org/drawingml/2006/main">
            <a:off x="1028700" y="1657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0B6172"/>
                </a:solidFill>
                <a:latin typeface="Consolas"/>
                <a:ea typeface="Consolas"/>
                <a:cs typeface="Consolas"/>
              </a:defRPr>
            </a:defPPr>
            <a:lvl1pPr algn="l">
              <a:defRPr sz="1575" b="1">
                <a:solidFill>
                  <a:srgbClr val="0B6172"/>
                </a:solidFill>
                <a:latin typeface="Consolas"/>
                <a:ea typeface="Consolas"/>
                <a:cs typeface="Consolas"/>
              </a:defRPr>
            </a:lvl1pPr>
            <a:lvl2pPr algn="l">
              <a:defRPr sz="1575" b="1">
                <a:solidFill>
                  <a:srgbClr val="0B6172"/>
                </a:solidFill>
                <a:latin typeface="Consolas"/>
                <a:ea typeface="Consolas"/>
                <a:cs typeface="Consolas"/>
              </a:defRPr>
            </a:lvl2pPr>
            <a:lvl3pPr algn="l">
              <a:defRPr sz="1575" b="1">
                <a:solidFill>
                  <a:srgbClr val="0B6172"/>
                </a:solidFill>
                <a:latin typeface="Consolas"/>
                <a:ea typeface="Consolas"/>
                <a:cs typeface="Consolas"/>
              </a:defRPr>
            </a:lvl3pPr>
            <a:lvl4pPr algn="l">
              <a:defRPr sz="1575" b="1">
                <a:solidFill>
                  <a:srgbClr val="0B6172"/>
                </a:solidFill>
                <a:latin typeface="Consolas"/>
                <a:ea typeface="Consolas"/>
                <a:cs typeface="Consolas"/>
              </a:defRPr>
            </a:lvl4pPr>
            <a:lvl5pPr algn="l">
              <a:defRPr sz="1575" b="1">
                <a:solidFill>
                  <a:srgbClr val="0B6172"/>
                </a:solidFill>
                <a:latin typeface="Consolas"/>
                <a:ea typeface="Consolas"/>
                <a:cs typeface="Consolas"/>
              </a:defRPr>
            </a:lvl5pPr>
            <a:lvl6pPr algn="l">
              <a:defRPr sz="1575" b="1">
                <a:solidFill>
                  <a:srgbClr val="0B6172"/>
                </a:solidFill>
                <a:latin typeface="Consolas"/>
                <a:ea typeface="Consolas"/>
                <a:cs typeface="Consolas"/>
              </a:defRPr>
            </a:lvl6pPr>
            <a:lvl7pPr algn="l">
              <a:defRPr sz="1575" b="1">
                <a:solidFill>
                  <a:srgbClr val="0B6172"/>
                </a:solidFill>
                <a:latin typeface="Consolas"/>
                <a:ea typeface="Consolas"/>
                <a:cs typeface="Consolas"/>
              </a:defRPr>
            </a:lvl7pPr>
            <a:lvl8pPr algn="l">
              <a:defRPr sz="1575" b="1">
                <a:solidFill>
                  <a:srgbClr val="0B6172"/>
                </a:solidFill>
                <a:latin typeface="Consolas"/>
                <a:ea typeface="Consolas"/>
                <a:cs typeface="Consolas"/>
              </a:defRPr>
            </a:lvl8pPr>
            <a:lvl9pPr algn="l">
              <a:defRPr sz="1575" b="1">
                <a:solidFill>
                  <a:srgbClr val="0B6172"/>
                </a:solidFill>
                <a:latin typeface="Consolas"/>
                <a:ea typeface="Consolas"/>
                <a:cs typeface="Consolas"/>
              </a:defRPr>
            </a:lvl9pPr>
          </a:lstStyle>
          <a:p xmlns:a="http://schemas.openxmlformats.org/drawingml/2006/main">
            <a:pPr algn="l">
              <a:defRPr sz="1575" b="1">
                <a:solidFill>
                  <a:srgbClr val="0B6172"/>
                </a:solidFill>
                <a:latin typeface="Consolas"/>
                <a:ea typeface="Consolas"/>
                <a:cs typeface="Consolas"/>
              </a:defRPr>
            </a:pPr>
            <a:r>
              <a:rPr sz="1575" b="1">
                <a:solidFill>
                  <a:srgbClr val="0B6172"/>
                </a:solidFill>
                <a:latin typeface="Consolas"/>
                <a:ea typeface="Consolas"/>
                <a:cs typeface="Consolas"/>
              </a:rPr>
              <a:t>STATE-00</a:t>
            </a:r>
          </a:p>
        </p:txBody>
      </p:sp>
      <p:sp>
        <p:nvSpPr>
          <p:cNvPr id="10" name="crop 경계 문제">
            <a:extLst xmlns:a="http://schemas.openxmlformats.org/drawingml/2006/main">
              <a:ext uri="{FF2B5EF4-FFF2-40B4-BE49-F238E27FC236}">
                <a16:creationId xmlns:a16="http://schemas.microsoft.com/office/drawing/2014/main" id="{6CBCF41D-D65D-4238-8DDA-54245F46A8C2}"/>
              </a:ext>
            </a:extLst>
          </p:cNvPr>
          <p:cNvSpPr>
            <a:spLocks xmlns:a="http://schemas.openxmlformats.org/drawingml/2006/main" noGrp="1"/>
          </p:cNvSpPr>
          <p:nvPr/>
        </p:nvSpPr>
        <p:spPr>
          <a:xfrm xmlns:a="http://schemas.openxmlformats.org/drawingml/2006/main">
            <a:off x="609600" y="2000250"/>
            <a:ext cx="2514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crop 경계 문제</a:t>
            </a:r>
          </a:p>
        </p:txBody>
      </p:sp>
      <p:sp>
        <p:nvSpPr>
          <p:cNvPr id="11" name="">
            <a:extLst xmlns:a="http://schemas.openxmlformats.org/drawingml/2006/main">
              <a:ext uri="{FF2B5EF4-FFF2-40B4-BE49-F238E27FC236}">
                <a16:creationId xmlns:a16="http://schemas.microsoft.com/office/drawing/2014/main" id="{1C60314A-A701-4BC3-B00D-6FD80B1A67FA}"/>
              </a:ext>
            </a:extLst>
          </p:cNvPr>
          <p:cNvSpPr>
            <a:spLocks xmlns:a="http://schemas.openxmlformats.org/drawingml/2006/main" noGrp="1"/>
          </p:cNvSpPr>
          <p:nvPr/>
        </p:nvSpPr>
        <p:spPr>
          <a:xfrm xmlns:a="http://schemas.openxmlformats.org/drawingml/2006/main">
            <a:off x="3181350" y="1990725"/>
            <a:ext cx="209550" cy="1524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4D9A4C9-6D55-4084-8CA9-6F8B234C35ED}"/>
              </a:ext>
            </a:extLst>
          </p:cNvPr>
          <p:cNvSpPr>
            <a:spLocks xmlns:a="http://schemas.openxmlformats.org/drawingml/2006/main" noGrp="1"/>
          </p:cNvSpPr>
          <p:nvPr/>
        </p:nvSpPr>
        <p:spPr>
          <a:xfrm xmlns:a="http://schemas.openxmlformats.org/drawingml/2006/main">
            <a:off x="3409950" y="1562100"/>
            <a:ext cx="25146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13" name="02">
            <a:extLst xmlns:a="http://schemas.openxmlformats.org/drawingml/2006/main">
              <a:ext uri="{FF2B5EF4-FFF2-40B4-BE49-F238E27FC236}">
                <a16:creationId xmlns:a16="http://schemas.microsoft.com/office/drawing/2014/main" id="{E042BDB7-D4FD-4F0D-86CE-7D3EAD1A5717}"/>
              </a:ext>
            </a:extLst>
          </p:cNvPr>
          <p:cNvSpPr>
            <a:spLocks xmlns:a="http://schemas.openxmlformats.org/drawingml/2006/main" noGrp="1"/>
          </p:cNvSpPr>
          <p:nvPr/>
        </p:nvSpPr>
        <p:spPr>
          <a:xfrm xmlns:a="http://schemas.openxmlformats.org/drawingml/2006/main">
            <a:off x="3409950" y="16573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4D5A68"/>
                </a:solidFill>
                <a:latin typeface="Consolas"/>
                <a:ea typeface="Consolas"/>
                <a:cs typeface="Consolas"/>
              </a:defRPr>
            </a:defPPr>
            <a:lvl1pPr algn="l">
              <a:defRPr sz="1500" b="1">
                <a:solidFill>
                  <a:srgbClr val="4D5A68"/>
                </a:solidFill>
                <a:latin typeface="Consolas"/>
                <a:ea typeface="Consolas"/>
                <a:cs typeface="Consolas"/>
              </a:defRPr>
            </a:lvl1pPr>
            <a:lvl2pPr algn="l">
              <a:defRPr sz="1500" b="1">
                <a:solidFill>
                  <a:srgbClr val="4D5A68"/>
                </a:solidFill>
                <a:latin typeface="Consolas"/>
                <a:ea typeface="Consolas"/>
                <a:cs typeface="Consolas"/>
              </a:defRPr>
            </a:lvl2pPr>
            <a:lvl3pPr algn="l">
              <a:defRPr sz="1500" b="1">
                <a:solidFill>
                  <a:srgbClr val="4D5A68"/>
                </a:solidFill>
                <a:latin typeface="Consolas"/>
                <a:ea typeface="Consolas"/>
                <a:cs typeface="Consolas"/>
              </a:defRPr>
            </a:lvl3pPr>
            <a:lvl4pPr algn="l">
              <a:defRPr sz="1500" b="1">
                <a:solidFill>
                  <a:srgbClr val="4D5A68"/>
                </a:solidFill>
                <a:latin typeface="Consolas"/>
                <a:ea typeface="Consolas"/>
                <a:cs typeface="Consolas"/>
              </a:defRPr>
            </a:lvl4pPr>
            <a:lvl5pPr algn="l">
              <a:defRPr sz="1500" b="1">
                <a:solidFill>
                  <a:srgbClr val="4D5A68"/>
                </a:solidFill>
                <a:latin typeface="Consolas"/>
                <a:ea typeface="Consolas"/>
                <a:cs typeface="Consolas"/>
              </a:defRPr>
            </a:lvl5pPr>
            <a:lvl6pPr algn="l">
              <a:defRPr sz="1500" b="1">
                <a:solidFill>
                  <a:srgbClr val="4D5A68"/>
                </a:solidFill>
                <a:latin typeface="Consolas"/>
                <a:ea typeface="Consolas"/>
                <a:cs typeface="Consolas"/>
              </a:defRPr>
            </a:lvl6pPr>
            <a:lvl7pPr algn="l">
              <a:defRPr sz="1500" b="1">
                <a:solidFill>
                  <a:srgbClr val="4D5A68"/>
                </a:solidFill>
                <a:latin typeface="Consolas"/>
                <a:ea typeface="Consolas"/>
                <a:cs typeface="Consolas"/>
              </a:defRPr>
            </a:lvl7pPr>
            <a:lvl8pPr algn="l">
              <a:defRPr sz="1500" b="1">
                <a:solidFill>
                  <a:srgbClr val="4D5A68"/>
                </a:solidFill>
                <a:latin typeface="Consolas"/>
                <a:ea typeface="Consolas"/>
                <a:cs typeface="Consolas"/>
              </a:defRPr>
            </a:lvl8pPr>
            <a:lvl9pPr algn="l">
              <a:defRPr sz="1500" b="1">
                <a:solidFill>
                  <a:srgbClr val="4D5A68"/>
                </a:solidFill>
                <a:latin typeface="Consolas"/>
                <a:ea typeface="Consolas"/>
                <a:cs typeface="Consolas"/>
              </a:defRPr>
            </a:lvl9pPr>
          </a:lstStyle>
          <a:p xmlns:a="http://schemas.openxmlformats.org/drawingml/2006/main">
            <a:pPr algn="l">
              <a:defRPr sz="1500" b="1">
                <a:solidFill>
                  <a:srgbClr val="4D5A68"/>
                </a:solidFill>
                <a:latin typeface="Consolas"/>
                <a:ea typeface="Consolas"/>
                <a:cs typeface="Consolas"/>
              </a:defRPr>
            </a:pPr>
            <a:r>
              <a:rPr sz="1500" b="1">
                <a:solidFill>
                  <a:srgbClr val="4D5A68"/>
                </a:solidFill>
                <a:latin typeface="Consolas"/>
                <a:ea typeface="Consolas"/>
                <a:cs typeface="Consolas"/>
              </a:rPr>
              <a:t>02</a:t>
            </a:r>
          </a:p>
        </p:txBody>
      </p:sp>
      <p:sp>
        <p:nvSpPr>
          <p:cNvPr id="14" name="STATE-00-FIXED">
            <a:extLst xmlns:a="http://schemas.openxmlformats.org/drawingml/2006/main">
              <a:ext uri="{FF2B5EF4-FFF2-40B4-BE49-F238E27FC236}">
                <a16:creationId xmlns:a16="http://schemas.microsoft.com/office/drawing/2014/main" id="{E609918E-83DB-474E-85DA-456A6CB98D1E}"/>
              </a:ext>
            </a:extLst>
          </p:cNvPr>
          <p:cNvSpPr>
            <a:spLocks xmlns:a="http://schemas.openxmlformats.org/drawingml/2006/main" noGrp="1"/>
          </p:cNvSpPr>
          <p:nvPr/>
        </p:nvSpPr>
        <p:spPr>
          <a:xfrm xmlns:a="http://schemas.openxmlformats.org/drawingml/2006/main">
            <a:off x="3829050" y="1657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0B6172"/>
                </a:solidFill>
                <a:latin typeface="Consolas"/>
                <a:ea typeface="Consolas"/>
                <a:cs typeface="Consolas"/>
              </a:defRPr>
            </a:defPPr>
            <a:lvl1pPr algn="l">
              <a:defRPr sz="1575" b="1">
                <a:solidFill>
                  <a:srgbClr val="0B6172"/>
                </a:solidFill>
                <a:latin typeface="Consolas"/>
                <a:ea typeface="Consolas"/>
                <a:cs typeface="Consolas"/>
              </a:defRPr>
            </a:lvl1pPr>
            <a:lvl2pPr algn="l">
              <a:defRPr sz="1575" b="1">
                <a:solidFill>
                  <a:srgbClr val="0B6172"/>
                </a:solidFill>
                <a:latin typeface="Consolas"/>
                <a:ea typeface="Consolas"/>
                <a:cs typeface="Consolas"/>
              </a:defRPr>
            </a:lvl2pPr>
            <a:lvl3pPr algn="l">
              <a:defRPr sz="1575" b="1">
                <a:solidFill>
                  <a:srgbClr val="0B6172"/>
                </a:solidFill>
                <a:latin typeface="Consolas"/>
                <a:ea typeface="Consolas"/>
                <a:cs typeface="Consolas"/>
              </a:defRPr>
            </a:lvl3pPr>
            <a:lvl4pPr algn="l">
              <a:defRPr sz="1575" b="1">
                <a:solidFill>
                  <a:srgbClr val="0B6172"/>
                </a:solidFill>
                <a:latin typeface="Consolas"/>
                <a:ea typeface="Consolas"/>
                <a:cs typeface="Consolas"/>
              </a:defRPr>
            </a:lvl4pPr>
            <a:lvl5pPr algn="l">
              <a:defRPr sz="1575" b="1">
                <a:solidFill>
                  <a:srgbClr val="0B6172"/>
                </a:solidFill>
                <a:latin typeface="Consolas"/>
                <a:ea typeface="Consolas"/>
                <a:cs typeface="Consolas"/>
              </a:defRPr>
            </a:lvl5pPr>
            <a:lvl6pPr algn="l">
              <a:defRPr sz="1575" b="1">
                <a:solidFill>
                  <a:srgbClr val="0B6172"/>
                </a:solidFill>
                <a:latin typeface="Consolas"/>
                <a:ea typeface="Consolas"/>
                <a:cs typeface="Consolas"/>
              </a:defRPr>
            </a:lvl6pPr>
            <a:lvl7pPr algn="l">
              <a:defRPr sz="1575" b="1">
                <a:solidFill>
                  <a:srgbClr val="0B6172"/>
                </a:solidFill>
                <a:latin typeface="Consolas"/>
                <a:ea typeface="Consolas"/>
                <a:cs typeface="Consolas"/>
              </a:defRPr>
            </a:lvl7pPr>
            <a:lvl8pPr algn="l">
              <a:defRPr sz="1575" b="1">
                <a:solidFill>
                  <a:srgbClr val="0B6172"/>
                </a:solidFill>
                <a:latin typeface="Consolas"/>
                <a:ea typeface="Consolas"/>
                <a:cs typeface="Consolas"/>
              </a:defRPr>
            </a:lvl8pPr>
            <a:lvl9pPr algn="l">
              <a:defRPr sz="1575" b="1">
                <a:solidFill>
                  <a:srgbClr val="0B6172"/>
                </a:solidFill>
                <a:latin typeface="Consolas"/>
                <a:ea typeface="Consolas"/>
                <a:cs typeface="Consolas"/>
              </a:defRPr>
            </a:lvl9pPr>
          </a:lstStyle>
          <a:p xmlns:a="http://schemas.openxmlformats.org/drawingml/2006/main">
            <a:pPr algn="l">
              <a:defRPr sz="1575" b="1">
                <a:solidFill>
                  <a:srgbClr val="0B6172"/>
                </a:solidFill>
                <a:latin typeface="Consolas"/>
                <a:ea typeface="Consolas"/>
                <a:cs typeface="Consolas"/>
              </a:defRPr>
            </a:pPr>
            <a:r>
              <a:rPr sz="1575" b="1">
                <a:solidFill>
                  <a:srgbClr val="0B6172"/>
                </a:solidFill>
                <a:latin typeface="Consolas"/>
                <a:ea typeface="Consolas"/>
                <a:cs typeface="Consolas"/>
              </a:rPr>
              <a:t>STATE-00-FIXED</a:t>
            </a:r>
          </a:p>
        </p:txBody>
      </p:sp>
      <p:sp>
        <p:nvSpPr>
          <p:cNvPr id="15" name="계약에 맞게 수정">
            <a:extLst xmlns:a="http://schemas.openxmlformats.org/drawingml/2006/main">
              <a:ext uri="{FF2B5EF4-FFF2-40B4-BE49-F238E27FC236}">
                <a16:creationId xmlns:a16="http://schemas.microsoft.com/office/drawing/2014/main" id="{7FEF2DBD-2C3D-4C7B-8A4E-BA3D8D22762D}"/>
              </a:ext>
            </a:extLst>
          </p:cNvPr>
          <p:cNvSpPr>
            <a:spLocks xmlns:a="http://schemas.openxmlformats.org/drawingml/2006/main" noGrp="1"/>
          </p:cNvSpPr>
          <p:nvPr/>
        </p:nvSpPr>
        <p:spPr>
          <a:xfrm xmlns:a="http://schemas.openxmlformats.org/drawingml/2006/main">
            <a:off x="3409950" y="2000250"/>
            <a:ext cx="2514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계약에 맞게 수정</a:t>
            </a:r>
          </a:p>
        </p:txBody>
      </p:sp>
      <p:sp>
        <p:nvSpPr>
          <p:cNvPr id="16" name="">
            <a:extLst xmlns:a="http://schemas.openxmlformats.org/drawingml/2006/main">
              <a:ext uri="{FF2B5EF4-FFF2-40B4-BE49-F238E27FC236}">
                <a16:creationId xmlns:a16="http://schemas.microsoft.com/office/drawing/2014/main" id="{2A9D5F49-7C46-45AD-982A-6D09256BF3E7}"/>
              </a:ext>
            </a:extLst>
          </p:cNvPr>
          <p:cNvSpPr>
            <a:spLocks xmlns:a="http://schemas.openxmlformats.org/drawingml/2006/main" noGrp="1"/>
          </p:cNvSpPr>
          <p:nvPr/>
        </p:nvSpPr>
        <p:spPr>
          <a:xfrm xmlns:a="http://schemas.openxmlformats.org/drawingml/2006/main">
            <a:off x="5981700" y="1990725"/>
            <a:ext cx="209550" cy="1524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5172E33-26A8-4AA4-AB3A-C1B1FB23E49A}"/>
              </a:ext>
            </a:extLst>
          </p:cNvPr>
          <p:cNvSpPr>
            <a:spLocks xmlns:a="http://schemas.openxmlformats.org/drawingml/2006/main" noGrp="1"/>
          </p:cNvSpPr>
          <p:nvPr/>
        </p:nvSpPr>
        <p:spPr>
          <a:xfrm xmlns:a="http://schemas.openxmlformats.org/drawingml/2006/main">
            <a:off x="6210300" y="1562100"/>
            <a:ext cx="25146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18" name="03">
            <a:extLst xmlns:a="http://schemas.openxmlformats.org/drawingml/2006/main">
              <a:ext uri="{FF2B5EF4-FFF2-40B4-BE49-F238E27FC236}">
                <a16:creationId xmlns:a16="http://schemas.microsoft.com/office/drawing/2014/main" id="{1DF8CB39-7310-4F02-9AFC-93D58EAEAB92}"/>
              </a:ext>
            </a:extLst>
          </p:cNvPr>
          <p:cNvSpPr>
            <a:spLocks xmlns:a="http://schemas.openxmlformats.org/drawingml/2006/main" noGrp="1"/>
          </p:cNvSpPr>
          <p:nvPr/>
        </p:nvSpPr>
        <p:spPr>
          <a:xfrm xmlns:a="http://schemas.openxmlformats.org/drawingml/2006/main">
            <a:off x="6210300" y="16573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4D5A68"/>
                </a:solidFill>
                <a:latin typeface="Consolas"/>
                <a:ea typeface="Consolas"/>
                <a:cs typeface="Consolas"/>
              </a:defRPr>
            </a:defPPr>
            <a:lvl1pPr algn="l">
              <a:defRPr sz="1500" b="1">
                <a:solidFill>
                  <a:srgbClr val="4D5A68"/>
                </a:solidFill>
                <a:latin typeface="Consolas"/>
                <a:ea typeface="Consolas"/>
                <a:cs typeface="Consolas"/>
              </a:defRPr>
            </a:lvl1pPr>
            <a:lvl2pPr algn="l">
              <a:defRPr sz="1500" b="1">
                <a:solidFill>
                  <a:srgbClr val="4D5A68"/>
                </a:solidFill>
                <a:latin typeface="Consolas"/>
                <a:ea typeface="Consolas"/>
                <a:cs typeface="Consolas"/>
              </a:defRPr>
            </a:lvl2pPr>
            <a:lvl3pPr algn="l">
              <a:defRPr sz="1500" b="1">
                <a:solidFill>
                  <a:srgbClr val="4D5A68"/>
                </a:solidFill>
                <a:latin typeface="Consolas"/>
                <a:ea typeface="Consolas"/>
                <a:cs typeface="Consolas"/>
              </a:defRPr>
            </a:lvl3pPr>
            <a:lvl4pPr algn="l">
              <a:defRPr sz="1500" b="1">
                <a:solidFill>
                  <a:srgbClr val="4D5A68"/>
                </a:solidFill>
                <a:latin typeface="Consolas"/>
                <a:ea typeface="Consolas"/>
                <a:cs typeface="Consolas"/>
              </a:defRPr>
            </a:lvl4pPr>
            <a:lvl5pPr algn="l">
              <a:defRPr sz="1500" b="1">
                <a:solidFill>
                  <a:srgbClr val="4D5A68"/>
                </a:solidFill>
                <a:latin typeface="Consolas"/>
                <a:ea typeface="Consolas"/>
                <a:cs typeface="Consolas"/>
              </a:defRPr>
            </a:lvl5pPr>
            <a:lvl6pPr algn="l">
              <a:defRPr sz="1500" b="1">
                <a:solidFill>
                  <a:srgbClr val="4D5A68"/>
                </a:solidFill>
                <a:latin typeface="Consolas"/>
                <a:ea typeface="Consolas"/>
                <a:cs typeface="Consolas"/>
              </a:defRPr>
            </a:lvl6pPr>
            <a:lvl7pPr algn="l">
              <a:defRPr sz="1500" b="1">
                <a:solidFill>
                  <a:srgbClr val="4D5A68"/>
                </a:solidFill>
                <a:latin typeface="Consolas"/>
                <a:ea typeface="Consolas"/>
                <a:cs typeface="Consolas"/>
              </a:defRPr>
            </a:lvl7pPr>
            <a:lvl8pPr algn="l">
              <a:defRPr sz="1500" b="1">
                <a:solidFill>
                  <a:srgbClr val="4D5A68"/>
                </a:solidFill>
                <a:latin typeface="Consolas"/>
                <a:ea typeface="Consolas"/>
                <a:cs typeface="Consolas"/>
              </a:defRPr>
            </a:lvl8pPr>
            <a:lvl9pPr algn="l">
              <a:defRPr sz="1500" b="1">
                <a:solidFill>
                  <a:srgbClr val="4D5A68"/>
                </a:solidFill>
                <a:latin typeface="Consolas"/>
                <a:ea typeface="Consolas"/>
                <a:cs typeface="Consolas"/>
              </a:defRPr>
            </a:lvl9pPr>
          </a:lstStyle>
          <a:p xmlns:a="http://schemas.openxmlformats.org/drawingml/2006/main">
            <a:pPr algn="l">
              <a:defRPr sz="1500" b="1">
                <a:solidFill>
                  <a:srgbClr val="4D5A68"/>
                </a:solidFill>
                <a:latin typeface="Consolas"/>
                <a:ea typeface="Consolas"/>
                <a:cs typeface="Consolas"/>
              </a:defRPr>
            </a:pPr>
            <a:r>
              <a:rPr sz="1500" b="1">
                <a:solidFill>
                  <a:srgbClr val="4D5A68"/>
                </a:solidFill>
                <a:latin typeface="Consolas"/>
                <a:ea typeface="Consolas"/>
                <a:cs typeface="Consolas"/>
              </a:rPr>
              <a:t>03</a:t>
            </a:r>
          </a:p>
        </p:txBody>
      </p:sp>
      <p:sp>
        <p:nvSpPr>
          <p:cNvPr id="19" name="STATE-01">
            <a:extLst xmlns:a="http://schemas.openxmlformats.org/drawingml/2006/main">
              <a:ext uri="{FF2B5EF4-FFF2-40B4-BE49-F238E27FC236}">
                <a16:creationId xmlns:a16="http://schemas.microsoft.com/office/drawing/2014/main" id="{6DBB8975-D651-4905-9340-F46B305C5E25}"/>
              </a:ext>
            </a:extLst>
          </p:cNvPr>
          <p:cNvSpPr>
            <a:spLocks xmlns:a="http://schemas.openxmlformats.org/drawingml/2006/main" noGrp="1"/>
          </p:cNvSpPr>
          <p:nvPr/>
        </p:nvSpPr>
        <p:spPr>
          <a:xfrm xmlns:a="http://schemas.openxmlformats.org/drawingml/2006/main">
            <a:off x="6629400" y="1657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0B6172"/>
                </a:solidFill>
                <a:latin typeface="Consolas"/>
                <a:ea typeface="Consolas"/>
                <a:cs typeface="Consolas"/>
              </a:defRPr>
            </a:defPPr>
            <a:lvl1pPr algn="l">
              <a:defRPr sz="1575" b="1">
                <a:solidFill>
                  <a:srgbClr val="0B6172"/>
                </a:solidFill>
                <a:latin typeface="Consolas"/>
                <a:ea typeface="Consolas"/>
                <a:cs typeface="Consolas"/>
              </a:defRPr>
            </a:lvl1pPr>
            <a:lvl2pPr algn="l">
              <a:defRPr sz="1575" b="1">
                <a:solidFill>
                  <a:srgbClr val="0B6172"/>
                </a:solidFill>
                <a:latin typeface="Consolas"/>
                <a:ea typeface="Consolas"/>
                <a:cs typeface="Consolas"/>
              </a:defRPr>
            </a:lvl2pPr>
            <a:lvl3pPr algn="l">
              <a:defRPr sz="1575" b="1">
                <a:solidFill>
                  <a:srgbClr val="0B6172"/>
                </a:solidFill>
                <a:latin typeface="Consolas"/>
                <a:ea typeface="Consolas"/>
                <a:cs typeface="Consolas"/>
              </a:defRPr>
            </a:lvl3pPr>
            <a:lvl4pPr algn="l">
              <a:defRPr sz="1575" b="1">
                <a:solidFill>
                  <a:srgbClr val="0B6172"/>
                </a:solidFill>
                <a:latin typeface="Consolas"/>
                <a:ea typeface="Consolas"/>
                <a:cs typeface="Consolas"/>
              </a:defRPr>
            </a:lvl4pPr>
            <a:lvl5pPr algn="l">
              <a:defRPr sz="1575" b="1">
                <a:solidFill>
                  <a:srgbClr val="0B6172"/>
                </a:solidFill>
                <a:latin typeface="Consolas"/>
                <a:ea typeface="Consolas"/>
                <a:cs typeface="Consolas"/>
              </a:defRPr>
            </a:lvl5pPr>
            <a:lvl6pPr algn="l">
              <a:defRPr sz="1575" b="1">
                <a:solidFill>
                  <a:srgbClr val="0B6172"/>
                </a:solidFill>
                <a:latin typeface="Consolas"/>
                <a:ea typeface="Consolas"/>
                <a:cs typeface="Consolas"/>
              </a:defRPr>
            </a:lvl6pPr>
            <a:lvl7pPr algn="l">
              <a:defRPr sz="1575" b="1">
                <a:solidFill>
                  <a:srgbClr val="0B6172"/>
                </a:solidFill>
                <a:latin typeface="Consolas"/>
                <a:ea typeface="Consolas"/>
                <a:cs typeface="Consolas"/>
              </a:defRPr>
            </a:lvl7pPr>
            <a:lvl8pPr algn="l">
              <a:defRPr sz="1575" b="1">
                <a:solidFill>
                  <a:srgbClr val="0B6172"/>
                </a:solidFill>
                <a:latin typeface="Consolas"/>
                <a:ea typeface="Consolas"/>
                <a:cs typeface="Consolas"/>
              </a:defRPr>
            </a:lvl8pPr>
            <a:lvl9pPr algn="l">
              <a:defRPr sz="1575" b="1">
                <a:solidFill>
                  <a:srgbClr val="0B6172"/>
                </a:solidFill>
                <a:latin typeface="Consolas"/>
                <a:ea typeface="Consolas"/>
                <a:cs typeface="Consolas"/>
              </a:defRPr>
            </a:lvl9pPr>
          </a:lstStyle>
          <a:p xmlns:a="http://schemas.openxmlformats.org/drawingml/2006/main">
            <a:pPr algn="l">
              <a:defRPr sz="1575" b="1">
                <a:solidFill>
                  <a:srgbClr val="0B6172"/>
                </a:solidFill>
                <a:latin typeface="Consolas"/>
                <a:ea typeface="Consolas"/>
                <a:cs typeface="Consolas"/>
              </a:defRPr>
            </a:pPr>
            <a:r>
              <a:rPr sz="1575" b="1">
                <a:solidFill>
                  <a:srgbClr val="0B6172"/>
                </a:solidFill>
                <a:latin typeface="Consolas"/>
                <a:ea typeface="Consolas"/>
                <a:cs typeface="Consolas"/>
              </a:rPr>
              <a:t>STATE-01</a:t>
            </a:r>
          </a:p>
        </p:txBody>
      </p:sp>
      <p:sp>
        <p:nvSpPr>
          <p:cNvPr id="20" name="프로젝트 지침">
            <a:extLst xmlns:a="http://schemas.openxmlformats.org/drawingml/2006/main">
              <a:ext uri="{FF2B5EF4-FFF2-40B4-BE49-F238E27FC236}">
                <a16:creationId xmlns:a16="http://schemas.microsoft.com/office/drawing/2014/main" id="{09F9417D-B251-44BC-A407-AB8CDBDC9812}"/>
              </a:ext>
            </a:extLst>
          </p:cNvPr>
          <p:cNvSpPr>
            <a:spLocks xmlns:a="http://schemas.openxmlformats.org/drawingml/2006/main" noGrp="1"/>
          </p:cNvSpPr>
          <p:nvPr/>
        </p:nvSpPr>
        <p:spPr>
          <a:xfrm xmlns:a="http://schemas.openxmlformats.org/drawingml/2006/main">
            <a:off x="6210300" y="2000250"/>
            <a:ext cx="2514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프로젝트 지침</a:t>
            </a:r>
          </a:p>
        </p:txBody>
      </p:sp>
      <p:sp>
        <p:nvSpPr>
          <p:cNvPr id="21" name="">
            <a:extLst xmlns:a="http://schemas.openxmlformats.org/drawingml/2006/main">
              <a:ext uri="{FF2B5EF4-FFF2-40B4-BE49-F238E27FC236}">
                <a16:creationId xmlns:a16="http://schemas.microsoft.com/office/drawing/2014/main" id="{A5698EAD-E182-4B26-B490-5A4DFDB4D475}"/>
              </a:ext>
            </a:extLst>
          </p:cNvPr>
          <p:cNvSpPr>
            <a:spLocks xmlns:a="http://schemas.openxmlformats.org/drawingml/2006/main" noGrp="1"/>
          </p:cNvSpPr>
          <p:nvPr/>
        </p:nvSpPr>
        <p:spPr>
          <a:xfrm xmlns:a="http://schemas.openxmlformats.org/drawingml/2006/main">
            <a:off x="8782050" y="1990725"/>
            <a:ext cx="209550" cy="1524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BBADAD6-3470-49FE-AD9E-53CF9A1B2C7B}"/>
              </a:ext>
            </a:extLst>
          </p:cNvPr>
          <p:cNvSpPr>
            <a:spLocks xmlns:a="http://schemas.openxmlformats.org/drawingml/2006/main" noGrp="1"/>
          </p:cNvSpPr>
          <p:nvPr/>
        </p:nvSpPr>
        <p:spPr>
          <a:xfrm xmlns:a="http://schemas.openxmlformats.org/drawingml/2006/main">
            <a:off x="9010650" y="1562100"/>
            <a:ext cx="25146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23" name="04">
            <a:extLst xmlns:a="http://schemas.openxmlformats.org/drawingml/2006/main">
              <a:ext uri="{FF2B5EF4-FFF2-40B4-BE49-F238E27FC236}">
                <a16:creationId xmlns:a16="http://schemas.microsoft.com/office/drawing/2014/main" id="{2CF22075-CD5A-4EFE-817C-D5AD555AE86A}"/>
              </a:ext>
            </a:extLst>
          </p:cNvPr>
          <p:cNvSpPr>
            <a:spLocks xmlns:a="http://schemas.openxmlformats.org/drawingml/2006/main" noGrp="1"/>
          </p:cNvSpPr>
          <p:nvPr/>
        </p:nvSpPr>
        <p:spPr>
          <a:xfrm xmlns:a="http://schemas.openxmlformats.org/drawingml/2006/main">
            <a:off x="9010650" y="16573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4D5A68"/>
                </a:solidFill>
                <a:latin typeface="Consolas"/>
                <a:ea typeface="Consolas"/>
                <a:cs typeface="Consolas"/>
              </a:defRPr>
            </a:defPPr>
            <a:lvl1pPr algn="l">
              <a:defRPr sz="1500" b="1">
                <a:solidFill>
                  <a:srgbClr val="4D5A68"/>
                </a:solidFill>
                <a:latin typeface="Consolas"/>
                <a:ea typeface="Consolas"/>
                <a:cs typeface="Consolas"/>
              </a:defRPr>
            </a:lvl1pPr>
            <a:lvl2pPr algn="l">
              <a:defRPr sz="1500" b="1">
                <a:solidFill>
                  <a:srgbClr val="4D5A68"/>
                </a:solidFill>
                <a:latin typeface="Consolas"/>
                <a:ea typeface="Consolas"/>
                <a:cs typeface="Consolas"/>
              </a:defRPr>
            </a:lvl2pPr>
            <a:lvl3pPr algn="l">
              <a:defRPr sz="1500" b="1">
                <a:solidFill>
                  <a:srgbClr val="4D5A68"/>
                </a:solidFill>
                <a:latin typeface="Consolas"/>
                <a:ea typeface="Consolas"/>
                <a:cs typeface="Consolas"/>
              </a:defRPr>
            </a:lvl3pPr>
            <a:lvl4pPr algn="l">
              <a:defRPr sz="1500" b="1">
                <a:solidFill>
                  <a:srgbClr val="4D5A68"/>
                </a:solidFill>
                <a:latin typeface="Consolas"/>
                <a:ea typeface="Consolas"/>
                <a:cs typeface="Consolas"/>
              </a:defRPr>
            </a:lvl4pPr>
            <a:lvl5pPr algn="l">
              <a:defRPr sz="1500" b="1">
                <a:solidFill>
                  <a:srgbClr val="4D5A68"/>
                </a:solidFill>
                <a:latin typeface="Consolas"/>
                <a:ea typeface="Consolas"/>
                <a:cs typeface="Consolas"/>
              </a:defRPr>
            </a:lvl5pPr>
            <a:lvl6pPr algn="l">
              <a:defRPr sz="1500" b="1">
                <a:solidFill>
                  <a:srgbClr val="4D5A68"/>
                </a:solidFill>
                <a:latin typeface="Consolas"/>
                <a:ea typeface="Consolas"/>
                <a:cs typeface="Consolas"/>
              </a:defRPr>
            </a:lvl6pPr>
            <a:lvl7pPr algn="l">
              <a:defRPr sz="1500" b="1">
                <a:solidFill>
                  <a:srgbClr val="4D5A68"/>
                </a:solidFill>
                <a:latin typeface="Consolas"/>
                <a:ea typeface="Consolas"/>
                <a:cs typeface="Consolas"/>
              </a:defRPr>
            </a:lvl7pPr>
            <a:lvl8pPr algn="l">
              <a:defRPr sz="1500" b="1">
                <a:solidFill>
                  <a:srgbClr val="4D5A68"/>
                </a:solidFill>
                <a:latin typeface="Consolas"/>
                <a:ea typeface="Consolas"/>
                <a:cs typeface="Consolas"/>
              </a:defRPr>
            </a:lvl8pPr>
            <a:lvl9pPr algn="l">
              <a:defRPr sz="1500" b="1">
                <a:solidFill>
                  <a:srgbClr val="4D5A68"/>
                </a:solidFill>
                <a:latin typeface="Consolas"/>
                <a:ea typeface="Consolas"/>
                <a:cs typeface="Consolas"/>
              </a:defRPr>
            </a:lvl9pPr>
          </a:lstStyle>
          <a:p xmlns:a="http://schemas.openxmlformats.org/drawingml/2006/main">
            <a:pPr algn="l">
              <a:defRPr sz="1500" b="1">
                <a:solidFill>
                  <a:srgbClr val="4D5A68"/>
                </a:solidFill>
                <a:latin typeface="Consolas"/>
                <a:ea typeface="Consolas"/>
                <a:cs typeface="Consolas"/>
              </a:defRPr>
            </a:pPr>
            <a:r>
              <a:rPr sz="1500" b="1">
                <a:solidFill>
                  <a:srgbClr val="4D5A68"/>
                </a:solidFill>
                <a:latin typeface="Consolas"/>
                <a:ea typeface="Consolas"/>
                <a:cs typeface="Consolas"/>
              </a:rPr>
              <a:t>04</a:t>
            </a:r>
          </a:p>
        </p:txBody>
      </p:sp>
      <p:sp>
        <p:nvSpPr>
          <p:cNvPr id="24" name="STATE-02">
            <a:extLst xmlns:a="http://schemas.openxmlformats.org/drawingml/2006/main">
              <a:ext uri="{FF2B5EF4-FFF2-40B4-BE49-F238E27FC236}">
                <a16:creationId xmlns:a16="http://schemas.microsoft.com/office/drawing/2014/main" id="{C6E282B7-C815-447A-B6F8-65515F1EC901}"/>
              </a:ext>
            </a:extLst>
          </p:cNvPr>
          <p:cNvSpPr>
            <a:spLocks xmlns:a="http://schemas.openxmlformats.org/drawingml/2006/main" noGrp="1"/>
          </p:cNvSpPr>
          <p:nvPr/>
        </p:nvSpPr>
        <p:spPr>
          <a:xfrm xmlns:a="http://schemas.openxmlformats.org/drawingml/2006/main">
            <a:off x="9429750" y="1657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0B6172"/>
                </a:solidFill>
                <a:latin typeface="Consolas"/>
                <a:ea typeface="Consolas"/>
                <a:cs typeface="Consolas"/>
              </a:defRPr>
            </a:defPPr>
            <a:lvl1pPr algn="l">
              <a:defRPr sz="1575" b="1">
                <a:solidFill>
                  <a:srgbClr val="0B6172"/>
                </a:solidFill>
                <a:latin typeface="Consolas"/>
                <a:ea typeface="Consolas"/>
                <a:cs typeface="Consolas"/>
              </a:defRPr>
            </a:lvl1pPr>
            <a:lvl2pPr algn="l">
              <a:defRPr sz="1575" b="1">
                <a:solidFill>
                  <a:srgbClr val="0B6172"/>
                </a:solidFill>
                <a:latin typeface="Consolas"/>
                <a:ea typeface="Consolas"/>
                <a:cs typeface="Consolas"/>
              </a:defRPr>
            </a:lvl2pPr>
            <a:lvl3pPr algn="l">
              <a:defRPr sz="1575" b="1">
                <a:solidFill>
                  <a:srgbClr val="0B6172"/>
                </a:solidFill>
                <a:latin typeface="Consolas"/>
                <a:ea typeface="Consolas"/>
                <a:cs typeface="Consolas"/>
              </a:defRPr>
            </a:lvl3pPr>
            <a:lvl4pPr algn="l">
              <a:defRPr sz="1575" b="1">
                <a:solidFill>
                  <a:srgbClr val="0B6172"/>
                </a:solidFill>
                <a:latin typeface="Consolas"/>
                <a:ea typeface="Consolas"/>
                <a:cs typeface="Consolas"/>
              </a:defRPr>
            </a:lvl4pPr>
            <a:lvl5pPr algn="l">
              <a:defRPr sz="1575" b="1">
                <a:solidFill>
                  <a:srgbClr val="0B6172"/>
                </a:solidFill>
                <a:latin typeface="Consolas"/>
                <a:ea typeface="Consolas"/>
                <a:cs typeface="Consolas"/>
              </a:defRPr>
            </a:lvl5pPr>
            <a:lvl6pPr algn="l">
              <a:defRPr sz="1575" b="1">
                <a:solidFill>
                  <a:srgbClr val="0B6172"/>
                </a:solidFill>
                <a:latin typeface="Consolas"/>
                <a:ea typeface="Consolas"/>
                <a:cs typeface="Consolas"/>
              </a:defRPr>
            </a:lvl6pPr>
            <a:lvl7pPr algn="l">
              <a:defRPr sz="1575" b="1">
                <a:solidFill>
                  <a:srgbClr val="0B6172"/>
                </a:solidFill>
                <a:latin typeface="Consolas"/>
                <a:ea typeface="Consolas"/>
                <a:cs typeface="Consolas"/>
              </a:defRPr>
            </a:lvl7pPr>
            <a:lvl8pPr algn="l">
              <a:defRPr sz="1575" b="1">
                <a:solidFill>
                  <a:srgbClr val="0B6172"/>
                </a:solidFill>
                <a:latin typeface="Consolas"/>
                <a:ea typeface="Consolas"/>
                <a:cs typeface="Consolas"/>
              </a:defRPr>
            </a:lvl8pPr>
            <a:lvl9pPr algn="l">
              <a:defRPr sz="1575" b="1">
                <a:solidFill>
                  <a:srgbClr val="0B6172"/>
                </a:solidFill>
                <a:latin typeface="Consolas"/>
                <a:ea typeface="Consolas"/>
                <a:cs typeface="Consolas"/>
              </a:defRPr>
            </a:lvl9pPr>
          </a:lstStyle>
          <a:p xmlns:a="http://schemas.openxmlformats.org/drawingml/2006/main">
            <a:pPr algn="l">
              <a:defRPr sz="1575" b="1">
                <a:solidFill>
                  <a:srgbClr val="0B6172"/>
                </a:solidFill>
                <a:latin typeface="Consolas"/>
                <a:ea typeface="Consolas"/>
                <a:cs typeface="Consolas"/>
              </a:defRPr>
            </a:pPr>
            <a:r>
              <a:rPr sz="1575" b="1">
                <a:solidFill>
                  <a:srgbClr val="0B6172"/>
                </a:solidFill>
                <a:latin typeface="Consolas"/>
                <a:ea typeface="Consolas"/>
                <a:cs typeface="Consolas"/>
              </a:rPr>
              <a:t>STATE-02</a:t>
            </a:r>
          </a:p>
        </p:txBody>
      </p:sp>
      <p:sp>
        <p:nvSpPr>
          <p:cNvPr id="25" name="Context 증가">
            <a:extLst xmlns:a="http://schemas.openxmlformats.org/drawingml/2006/main">
              <a:ext uri="{FF2B5EF4-FFF2-40B4-BE49-F238E27FC236}">
                <a16:creationId xmlns:a16="http://schemas.microsoft.com/office/drawing/2014/main" id="{DA2C4343-8350-4CA3-B245-ED2B5956D552}"/>
              </a:ext>
            </a:extLst>
          </p:cNvPr>
          <p:cNvSpPr>
            <a:spLocks xmlns:a="http://schemas.openxmlformats.org/drawingml/2006/main" noGrp="1"/>
          </p:cNvSpPr>
          <p:nvPr/>
        </p:nvSpPr>
        <p:spPr>
          <a:xfrm xmlns:a="http://schemas.openxmlformats.org/drawingml/2006/main">
            <a:off x="9010650" y="2000250"/>
            <a:ext cx="2514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Context 증가</a:t>
            </a:r>
          </a:p>
        </p:txBody>
      </p:sp>
      <p:sp>
        <p:nvSpPr>
          <p:cNvPr id="26" name="">
            <a:extLst xmlns:a="http://schemas.openxmlformats.org/drawingml/2006/main">
              <a:ext uri="{FF2B5EF4-FFF2-40B4-BE49-F238E27FC236}">
                <a16:creationId xmlns:a16="http://schemas.microsoft.com/office/drawing/2014/main" id="{2E599245-8DCA-4571-B763-8E1D93592ADE}"/>
              </a:ext>
            </a:extLst>
          </p:cNvPr>
          <p:cNvSpPr>
            <a:spLocks xmlns:a="http://schemas.openxmlformats.org/drawingml/2006/main" noGrp="1"/>
          </p:cNvSpPr>
          <p:nvPr/>
        </p:nvSpPr>
        <p:spPr>
          <a:xfrm xmlns:a="http://schemas.openxmlformats.org/drawingml/2006/main">
            <a:off x="8077200" y="2676525"/>
            <a:ext cx="35052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27" name="05">
            <a:extLst xmlns:a="http://schemas.openxmlformats.org/drawingml/2006/main">
              <a:ext uri="{FF2B5EF4-FFF2-40B4-BE49-F238E27FC236}">
                <a16:creationId xmlns:a16="http://schemas.microsoft.com/office/drawing/2014/main" id="{B063F805-DFFF-4686-9A3F-7185514EACD7}"/>
              </a:ext>
            </a:extLst>
          </p:cNvPr>
          <p:cNvSpPr>
            <a:spLocks xmlns:a="http://schemas.openxmlformats.org/drawingml/2006/main" noGrp="1"/>
          </p:cNvSpPr>
          <p:nvPr/>
        </p:nvSpPr>
        <p:spPr>
          <a:xfrm xmlns:a="http://schemas.openxmlformats.org/drawingml/2006/main">
            <a:off x="8077200" y="2771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4D5A68"/>
                </a:solidFill>
                <a:latin typeface="Consolas"/>
                <a:ea typeface="Consolas"/>
                <a:cs typeface="Consolas"/>
              </a:defRPr>
            </a:defPPr>
            <a:lvl1pPr algn="l">
              <a:defRPr sz="1500" b="1">
                <a:solidFill>
                  <a:srgbClr val="4D5A68"/>
                </a:solidFill>
                <a:latin typeface="Consolas"/>
                <a:ea typeface="Consolas"/>
                <a:cs typeface="Consolas"/>
              </a:defRPr>
            </a:lvl1pPr>
            <a:lvl2pPr algn="l">
              <a:defRPr sz="1500" b="1">
                <a:solidFill>
                  <a:srgbClr val="4D5A68"/>
                </a:solidFill>
                <a:latin typeface="Consolas"/>
                <a:ea typeface="Consolas"/>
                <a:cs typeface="Consolas"/>
              </a:defRPr>
            </a:lvl2pPr>
            <a:lvl3pPr algn="l">
              <a:defRPr sz="1500" b="1">
                <a:solidFill>
                  <a:srgbClr val="4D5A68"/>
                </a:solidFill>
                <a:latin typeface="Consolas"/>
                <a:ea typeface="Consolas"/>
                <a:cs typeface="Consolas"/>
              </a:defRPr>
            </a:lvl3pPr>
            <a:lvl4pPr algn="l">
              <a:defRPr sz="1500" b="1">
                <a:solidFill>
                  <a:srgbClr val="4D5A68"/>
                </a:solidFill>
                <a:latin typeface="Consolas"/>
                <a:ea typeface="Consolas"/>
                <a:cs typeface="Consolas"/>
              </a:defRPr>
            </a:lvl4pPr>
            <a:lvl5pPr algn="l">
              <a:defRPr sz="1500" b="1">
                <a:solidFill>
                  <a:srgbClr val="4D5A68"/>
                </a:solidFill>
                <a:latin typeface="Consolas"/>
                <a:ea typeface="Consolas"/>
                <a:cs typeface="Consolas"/>
              </a:defRPr>
            </a:lvl5pPr>
            <a:lvl6pPr algn="l">
              <a:defRPr sz="1500" b="1">
                <a:solidFill>
                  <a:srgbClr val="4D5A68"/>
                </a:solidFill>
                <a:latin typeface="Consolas"/>
                <a:ea typeface="Consolas"/>
                <a:cs typeface="Consolas"/>
              </a:defRPr>
            </a:lvl6pPr>
            <a:lvl7pPr algn="l">
              <a:defRPr sz="1500" b="1">
                <a:solidFill>
                  <a:srgbClr val="4D5A68"/>
                </a:solidFill>
                <a:latin typeface="Consolas"/>
                <a:ea typeface="Consolas"/>
                <a:cs typeface="Consolas"/>
              </a:defRPr>
            </a:lvl7pPr>
            <a:lvl8pPr algn="l">
              <a:defRPr sz="1500" b="1">
                <a:solidFill>
                  <a:srgbClr val="4D5A68"/>
                </a:solidFill>
                <a:latin typeface="Consolas"/>
                <a:ea typeface="Consolas"/>
                <a:cs typeface="Consolas"/>
              </a:defRPr>
            </a:lvl8pPr>
            <a:lvl9pPr algn="l">
              <a:defRPr sz="1500" b="1">
                <a:solidFill>
                  <a:srgbClr val="4D5A68"/>
                </a:solidFill>
                <a:latin typeface="Consolas"/>
                <a:ea typeface="Consolas"/>
                <a:cs typeface="Consolas"/>
              </a:defRPr>
            </a:lvl9pPr>
          </a:lstStyle>
          <a:p xmlns:a="http://schemas.openxmlformats.org/drawingml/2006/main">
            <a:pPr algn="l">
              <a:defRPr sz="1500" b="1">
                <a:solidFill>
                  <a:srgbClr val="4D5A68"/>
                </a:solidFill>
                <a:latin typeface="Consolas"/>
                <a:ea typeface="Consolas"/>
                <a:cs typeface="Consolas"/>
              </a:defRPr>
            </a:pPr>
            <a:r>
              <a:rPr sz="1500" b="1">
                <a:solidFill>
                  <a:srgbClr val="4D5A68"/>
                </a:solidFill>
                <a:latin typeface="Consolas"/>
                <a:ea typeface="Consolas"/>
                <a:cs typeface="Consolas"/>
              </a:rPr>
              <a:t>05</a:t>
            </a:r>
          </a:p>
        </p:txBody>
      </p:sp>
      <p:sp>
        <p:nvSpPr>
          <p:cNvPr id="28" name="STATE-03">
            <a:extLst xmlns:a="http://schemas.openxmlformats.org/drawingml/2006/main">
              <a:ext uri="{FF2B5EF4-FFF2-40B4-BE49-F238E27FC236}">
                <a16:creationId xmlns:a16="http://schemas.microsoft.com/office/drawing/2014/main" id="{BC326625-AB15-4A10-9E3F-5F6FF40CD339}"/>
              </a:ext>
            </a:extLst>
          </p:cNvPr>
          <p:cNvSpPr>
            <a:spLocks xmlns:a="http://schemas.openxmlformats.org/drawingml/2006/main" noGrp="1"/>
          </p:cNvSpPr>
          <p:nvPr/>
        </p:nvSpPr>
        <p:spPr>
          <a:xfrm xmlns:a="http://schemas.openxmlformats.org/drawingml/2006/main">
            <a:off x="8496300" y="2771775"/>
            <a:ext cx="3086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0B6172"/>
                </a:solidFill>
                <a:latin typeface="Consolas"/>
                <a:ea typeface="Consolas"/>
                <a:cs typeface="Consolas"/>
              </a:defRPr>
            </a:defPPr>
            <a:lvl1pPr algn="l">
              <a:defRPr sz="1575" b="1">
                <a:solidFill>
                  <a:srgbClr val="0B6172"/>
                </a:solidFill>
                <a:latin typeface="Consolas"/>
                <a:ea typeface="Consolas"/>
                <a:cs typeface="Consolas"/>
              </a:defRPr>
            </a:lvl1pPr>
            <a:lvl2pPr algn="l">
              <a:defRPr sz="1575" b="1">
                <a:solidFill>
                  <a:srgbClr val="0B6172"/>
                </a:solidFill>
                <a:latin typeface="Consolas"/>
                <a:ea typeface="Consolas"/>
                <a:cs typeface="Consolas"/>
              </a:defRPr>
            </a:lvl2pPr>
            <a:lvl3pPr algn="l">
              <a:defRPr sz="1575" b="1">
                <a:solidFill>
                  <a:srgbClr val="0B6172"/>
                </a:solidFill>
                <a:latin typeface="Consolas"/>
                <a:ea typeface="Consolas"/>
                <a:cs typeface="Consolas"/>
              </a:defRPr>
            </a:lvl3pPr>
            <a:lvl4pPr algn="l">
              <a:defRPr sz="1575" b="1">
                <a:solidFill>
                  <a:srgbClr val="0B6172"/>
                </a:solidFill>
                <a:latin typeface="Consolas"/>
                <a:ea typeface="Consolas"/>
                <a:cs typeface="Consolas"/>
              </a:defRPr>
            </a:lvl4pPr>
            <a:lvl5pPr algn="l">
              <a:defRPr sz="1575" b="1">
                <a:solidFill>
                  <a:srgbClr val="0B6172"/>
                </a:solidFill>
                <a:latin typeface="Consolas"/>
                <a:ea typeface="Consolas"/>
                <a:cs typeface="Consolas"/>
              </a:defRPr>
            </a:lvl5pPr>
            <a:lvl6pPr algn="l">
              <a:defRPr sz="1575" b="1">
                <a:solidFill>
                  <a:srgbClr val="0B6172"/>
                </a:solidFill>
                <a:latin typeface="Consolas"/>
                <a:ea typeface="Consolas"/>
                <a:cs typeface="Consolas"/>
              </a:defRPr>
            </a:lvl6pPr>
            <a:lvl7pPr algn="l">
              <a:defRPr sz="1575" b="1">
                <a:solidFill>
                  <a:srgbClr val="0B6172"/>
                </a:solidFill>
                <a:latin typeface="Consolas"/>
                <a:ea typeface="Consolas"/>
                <a:cs typeface="Consolas"/>
              </a:defRPr>
            </a:lvl7pPr>
            <a:lvl8pPr algn="l">
              <a:defRPr sz="1575" b="1">
                <a:solidFill>
                  <a:srgbClr val="0B6172"/>
                </a:solidFill>
                <a:latin typeface="Consolas"/>
                <a:ea typeface="Consolas"/>
                <a:cs typeface="Consolas"/>
              </a:defRPr>
            </a:lvl8pPr>
            <a:lvl9pPr algn="l">
              <a:defRPr sz="1575" b="1">
                <a:solidFill>
                  <a:srgbClr val="0B6172"/>
                </a:solidFill>
                <a:latin typeface="Consolas"/>
                <a:ea typeface="Consolas"/>
                <a:cs typeface="Consolas"/>
              </a:defRPr>
            </a:lvl9pPr>
          </a:lstStyle>
          <a:p xmlns:a="http://schemas.openxmlformats.org/drawingml/2006/main">
            <a:pPr algn="l">
              <a:defRPr sz="1575" b="1">
                <a:solidFill>
                  <a:srgbClr val="0B6172"/>
                </a:solidFill>
                <a:latin typeface="Consolas"/>
                <a:ea typeface="Consolas"/>
                <a:cs typeface="Consolas"/>
              </a:defRPr>
            </a:pPr>
            <a:r>
              <a:rPr sz="1575" b="1">
                <a:solidFill>
                  <a:srgbClr val="0B6172"/>
                </a:solidFill>
                <a:latin typeface="Consolas"/>
                <a:ea typeface="Consolas"/>
                <a:cs typeface="Consolas"/>
              </a:rPr>
              <a:t>STATE-03</a:t>
            </a:r>
          </a:p>
        </p:txBody>
      </p:sp>
      <p:sp>
        <p:nvSpPr>
          <p:cNvPr id="29" name="상세 정보로 연결">
            <a:extLst xmlns:a="http://schemas.openxmlformats.org/drawingml/2006/main">
              <a:ext uri="{FF2B5EF4-FFF2-40B4-BE49-F238E27FC236}">
                <a16:creationId xmlns:a16="http://schemas.microsoft.com/office/drawing/2014/main" id="{B9A9BF8A-AF0C-4BE2-8C8C-67CB0855571C}"/>
              </a:ext>
            </a:extLst>
          </p:cNvPr>
          <p:cNvSpPr>
            <a:spLocks xmlns:a="http://schemas.openxmlformats.org/drawingml/2006/main" noGrp="1"/>
          </p:cNvSpPr>
          <p:nvPr/>
        </p:nvSpPr>
        <p:spPr>
          <a:xfrm xmlns:a="http://schemas.openxmlformats.org/drawingml/2006/main">
            <a:off x="8077200" y="3114675"/>
            <a:ext cx="350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상세 정보로 연결</a:t>
            </a:r>
          </a:p>
        </p:txBody>
      </p:sp>
      <p:sp>
        <p:nvSpPr>
          <p:cNvPr id="30" name="">
            <a:extLst xmlns:a="http://schemas.openxmlformats.org/drawingml/2006/main">
              <a:ext uri="{FF2B5EF4-FFF2-40B4-BE49-F238E27FC236}">
                <a16:creationId xmlns:a16="http://schemas.microsoft.com/office/drawing/2014/main" id="{482D137F-DB40-4FD6-BE6A-145AF0EA5870}"/>
              </a:ext>
            </a:extLst>
          </p:cNvPr>
          <p:cNvSpPr>
            <a:spLocks xmlns:a="http://schemas.openxmlformats.org/drawingml/2006/main" noGrp="1"/>
          </p:cNvSpPr>
          <p:nvPr/>
        </p:nvSpPr>
        <p:spPr>
          <a:xfrm xmlns:a="http://schemas.openxmlformats.org/drawingml/2006/main">
            <a:off x="7781925" y="3105150"/>
            <a:ext cx="228600" cy="152400"/>
          </a:xfrm>
          <a:prstGeom xmlns:a="http://schemas.openxmlformats.org/drawingml/2006/main" prst="leftArrow">
            <a:avLst/>
          </a:prstGeom>
          <a:solidFill xmlns:a="http://schemas.openxmlformats.org/drawingml/2006/main">
            <a:srgbClr val="0B6172"/>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14DF0E2-3046-46B3-95C3-30AC41FD90A2}"/>
              </a:ext>
            </a:extLst>
          </p:cNvPr>
          <p:cNvSpPr>
            <a:spLocks xmlns:a="http://schemas.openxmlformats.org/drawingml/2006/main" noGrp="1"/>
          </p:cNvSpPr>
          <p:nvPr/>
        </p:nvSpPr>
        <p:spPr>
          <a:xfrm xmlns:a="http://schemas.openxmlformats.org/drawingml/2006/main">
            <a:off x="4343400" y="2676525"/>
            <a:ext cx="35052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32" name="06">
            <a:extLst xmlns:a="http://schemas.openxmlformats.org/drawingml/2006/main">
              <a:ext uri="{FF2B5EF4-FFF2-40B4-BE49-F238E27FC236}">
                <a16:creationId xmlns:a16="http://schemas.microsoft.com/office/drawing/2014/main" id="{E564CCC6-8F66-412B-919B-8F7446E9BE28}"/>
              </a:ext>
            </a:extLst>
          </p:cNvPr>
          <p:cNvSpPr>
            <a:spLocks xmlns:a="http://schemas.openxmlformats.org/drawingml/2006/main" noGrp="1"/>
          </p:cNvSpPr>
          <p:nvPr/>
        </p:nvSpPr>
        <p:spPr>
          <a:xfrm xmlns:a="http://schemas.openxmlformats.org/drawingml/2006/main">
            <a:off x="4343400" y="2771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4D5A68"/>
                </a:solidFill>
                <a:latin typeface="Consolas"/>
                <a:ea typeface="Consolas"/>
                <a:cs typeface="Consolas"/>
              </a:defRPr>
            </a:defPPr>
            <a:lvl1pPr algn="l">
              <a:defRPr sz="1500" b="1">
                <a:solidFill>
                  <a:srgbClr val="4D5A68"/>
                </a:solidFill>
                <a:latin typeface="Consolas"/>
                <a:ea typeface="Consolas"/>
                <a:cs typeface="Consolas"/>
              </a:defRPr>
            </a:lvl1pPr>
            <a:lvl2pPr algn="l">
              <a:defRPr sz="1500" b="1">
                <a:solidFill>
                  <a:srgbClr val="4D5A68"/>
                </a:solidFill>
                <a:latin typeface="Consolas"/>
                <a:ea typeface="Consolas"/>
                <a:cs typeface="Consolas"/>
              </a:defRPr>
            </a:lvl2pPr>
            <a:lvl3pPr algn="l">
              <a:defRPr sz="1500" b="1">
                <a:solidFill>
                  <a:srgbClr val="4D5A68"/>
                </a:solidFill>
                <a:latin typeface="Consolas"/>
                <a:ea typeface="Consolas"/>
                <a:cs typeface="Consolas"/>
              </a:defRPr>
            </a:lvl3pPr>
            <a:lvl4pPr algn="l">
              <a:defRPr sz="1500" b="1">
                <a:solidFill>
                  <a:srgbClr val="4D5A68"/>
                </a:solidFill>
                <a:latin typeface="Consolas"/>
                <a:ea typeface="Consolas"/>
                <a:cs typeface="Consolas"/>
              </a:defRPr>
            </a:lvl4pPr>
            <a:lvl5pPr algn="l">
              <a:defRPr sz="1500" b="1">
                <a:solidFill>
                  <a:srgbClr val="4D5A68"/>
                </a:solidFill>
                <a:latin typeface="Consolas"/>
                <a:ea typeface="Consolas"/>
                <a:cs typeface="Consolas"/>
              </a:defRPr>
            </a:lvl5pPr>
            <a:lvl6pPr algn="l">
              <a:defRPr sz="1500" b="1">
                <a:solidFill>
                  <a:srgbClr val="4D5A68"/>
                </a:solidFill>
                <a:latin typeface="Consolas"/>
                <a:ea typeface="Consolas"/>
                <a:cs typeface="Consolas"/>
              </a:defRPr>
            </a:lvl6pPr>
            <a:lvl7pPr algn="l">
              <a:defRPr sz="1500" b="1">
                <a:solidFill>
                  <a:srgbClr val="4D5A68"/>
                </a:solidFill>
                <a:latin typeface="Consolas"/>
                <a:ea typeface="Consolas"/>
                <a:cs typeface="Consolas"/>
              </a:defRPr>
            </a:lvl7pPr>
            <a:lvl8pPr algn="l">
              <a:defRPr sz="1500" b="1">
                <a:solidFill>
                  <a:srgbClr val="4D5A68"/>
                </a:solidFill>
                <a:latin typeface="Consolas"/>
                <a:ea typeface="Consolas"/>
                <a:cs typeface="Consolas"/>
              </a:defRPr>
            </a:lvl8pPr>
            <a:lvl9pPr algn="l">
              <a:defRPr sz="1500" b="1">
                <a:solidFill>
                  <a:srgbClr val="4D5A68"/>
                </a:solidFill>
                <a:latin typeface="Consolas"/>
                <a:ea typeface="Consolas"/>
                <a:cs typeface="Consolas"/>
              </a:defRPr>
            </a:lvl9pPr>
          </a:lstStyle>
          <a:p xmlns:a="http://schemas.openxmlformats.org/drawingml/2006/main">
            <a:pPr algn="l">
              <a:defRPr sz="1500" b="1">
                <a:solidFill>
                  <a:srgbClr val="4D5A68"/>
                </a:solidFill>
                <a:latin typeface="Consolas"/>
                <a:ea typeface="Consolas"/>
                <a:cs typeface="Consolas"/>
              </a:defRPr>
            </a:pPr>
            <a:r>
              <a:rPr sz="1500" b="1">
                <a:solidFill>
                  <a:srgbClr val="4D5A68"/>
                </a:solidFill>
                <a:latin typeface="Consolas"/>
                <a:ea typeface="Consolas"/>
                <a:cs typeface="Consolas"/>
              </a:rPr>
              <a:t>06</a:t>
            </a:r>
          </a:p>
        </p:txBody>
      </p:sp>
      <p:sp>
        <p:nvSpPr>
          <p:cNvPr id="33" name="STATE-04">
            <a:extLst xmlns:a="http://schemas.openxmlformats.org/drawingml/2006/main">
              <a:ext uri="{FF2B5EF4-FFF2-40B4-BE49-F238E27FC236}">
                <a16:creationId xmlns:a16="http://schemas.microsoft.com/office/drawing/2014/main" id="{A135B9ED-E0B1-4C57-A097-3D515D6BD7BE}"/>
              </a:ext>
            </a:extLst>
          </p:cNvPr>
          <p:cNvSpPr>
            <a:spLocks xmlns:a="http://schemas.openxmlformats.org/drawingml/2006/main" noGrp="1"/>
          </p:cNvSpPr>
          <p:nvPr/>
        </p:nvSpPr>
        <p:spPr>
          <a:xfrm xmlns:a="http://schemas.openxmlformats.org/drawingml/2006/main">
            <a:off x="4762500" y="2771775"/>
            <a:ext cx="3086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0B6172"/>
                </a:solidFill>
                <a:latin typeface="Consolas"/>
                <a:ea typeface="Consolas"/>
                <a:cs typeface="Consolas"/>
              </a:defRPr>
            </a:defPPr>
            <a:lvl1pPr algn="l">
              <a:defRPr sz="1575" b="1">
                <a:solidFill>
                  <a:srgbClr val="0B6172"/>
                </a:solidFill>
                <a:latin typeface="Consolas"/>
                <a:ea typeface="Consolas"/>
                <a:cs typeface="Consolas"/>
              </a:defRPr>
            </a:lvl1pPr>
            <a:lvl2pPr algn="l">
              <a:defRPr sz="1575" b="1">
                <a:solidFill>
                  <a:srgbClr val="0B6172"/>
                </a:solidFill>
                <a:latin typeface="Consolas"/>
                <a:ea typeface="Consolas"/>
                <a:cs typeface="Consolas"/>
              </a:defRPr>
            </a:lvl2pPr>
            <a:lvl3pPr algn="l">
              <a:defRPr sz="1575" b="1">
                <a:solidFill>
                  <a:srgbClr val="0B6172"/>
                </a:solidFill>
                <a:latin typeface="Consolas"/>
                <a:ea typeface="Consolas"/>
                <a:cs typeface="Consolas"/>
              </a:defRPr>
            </a:lvl3pPr>
            <a:lvl4pPr algn="l">
              <a:defRPr sz="1575" b="1">
                <a:solidFill>
                  <a:srgbClr val="0B6172"/>
                </a:solidFill>
                <a:latin typeface="Consolas"/>
                <a:ea typeface="Consolas"/>
                <a:cs typeface="Consolas"/>
              </a:defRPr>
            </a:lvl4pPr>
            <a:lvl5pPr algn="l">
              <a:defRPr sz="1575" b="1">
                <a:solidFill>
                  <a:srgbClr val="0B6172"/>
                </a:solidFill>
                <a:latin typeface="Consolas"/>
                <a:ea typeface="Consolas"/>
                <a:cs typeface="Consolas"/>
              </a:defRPr>
            </a:lvl5pPr>
            <a:lvl6pPr algn="l">
              <a:defRPr sz="1575" b="1">
                <a:solidFill>
                  <a:srgbClr val="0B6172"/>
                </a:solidFill>
                <a:latin typeface="Consolas"/>
                <a:ea typeface="Consolas"/>
                <a:cs typeface="Consolas"/>
              </a:defRPr>
            </a:lvl6pPr>
            <a:lvl7pPr algn="l">
              <a:defRPr sz="1575" b="1">
                <a:solidFill>
                  <a:srgbClr val="0B6172"/>
                </a:solidFill>
                <a:latin typeface="Consolas"/>
                <a:ea typeface="Consolas"/>
                <a:cs typeface="Consolas"/>
              </a:defRPr>
            </a:lvl7pPr>
            <a:lvl8pPr algn="l">
              <a:defRPr sz="1575" b="1">
                <a:solidFill>
                  <a:srgbClr val="0B6172"/>
                </a:solidFill>
                <a:latin typeface="Consolas"/>
                <a:ea typeface="Consolas"/>
                <a:cs typeface="Consolas"/>
              </a:defRPr>
            </a:lvl8pPr>
            <a:lvl9pPr algn="l">
              <a:defRPr sz="1575" b="1">
                <a:solidFill>
                  <a:srgbClr val="0B6172"/>
                </a:solidFill>
                <a:latin typeface="Consolas"/>
                <a:ea typeface="Consolas"/>
                <a:cs typeface="Consolas"/>
              </a:defRPr>
            </a:lvl9pPr>
          </a:lstStyle>
          <a:p xmlns:a="http://schemas.openxmlformats.org/drawingml/2006/main">
            <a:pPr algn="l">
              <a:defRPr sz="1575" b="1">
                <a:solidFill>
                  <a:srgbClr val="0B6172"/>
                </a:solidFill>
                <a:latin typeface="Consolas"/>
                <a:ea typeface="Consolas"/>
                <a:cs typeface="Consolas"/>
              </a:defRPr>
            </a:pPr>
            <a:r>
              <a:rPr sz="1575" b="1">
                <a:solidFill>
                  <a:srgbClr val="0B6172"/>
                </a:solidFill>
                <a:latin typeface="Consolas"/>
                <a:ea typeface="Consolas"/>
                <a:cs typeface="Consolas"/>
              </a:rPr>
              <a:t>STATE-04</a:t>
            </a:r>
          </a:p>
        </p:txBody>
      </p:sp>
      <p:sp>
        <p:nvSpPr>
          <p:cNvPr id="34" name="재사용 Workflow">
            <a:extLst xmlns:a="http://schemas.openxmlformats.org/drawingml/2006/main">
              <a:ext uri="{FF2B5EF4-FFF2-40B4-BE49-F238E27FC236}">
                <a16:creationId xmlns:a16="http://schemas.microsoft.com/office/drawing/2014/main" id="{EA0E7767-7C9B-4610-9A4A-33F1D9EAA730}"/>
              </a:ext>
            </a:extLst>
          </p:cNvPr>
          <p:cNvSpPr>
            <a:spLocks xmlns:a="http://schemas.openxmlformats.org/drawingml/2006/main" noGrp="1"/>
          </p:cNvSpPr>
          <p:nvPr/>
        </p:nvSpPr>
        <p:spPr>
          <a:xfrm xmlns:a="http://schemas.openxmlformats.org/drawingml/2006/main">
            <a:off x="4343400" y="3114675"/>
            <a:ext cx="350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재사용 Workflow</a:t>
            </a:r>
          </a:p>
        </p:txBody>
      </p:sp>
      <p:sp>
        <p:nvSpPr>
          <p:cNvPr id="35" name="">
            <a:extLst xmlns:a="http://schemas.openxmlformats.org/drawingml/2006/main">
              <a:ext uri="{FF2B5EF4-FFF2-40B4-BE49-F238E27FC236}">
                <a16:creationId xmlns:a16="http://schemas.microsoft.com/office/drawing/2014/main" id="{9D66B5F9-129F-41C3-A314-A5227FB6AAD5}"/>
              </a:ext>
            </a:extLst>
          </p:cNvPr>
          <p:cNvSpPr>
            <a:spLocks xmlns:a="http://schemas.openxmlformats.org/drawingml/2006/main" noGrp="1"/>
          </p:cNvSpPr>
          <p:nvPr/>
        </p:nvSpPr>
        <p:spPr>
          <a:xfrm xmlns:a="http://schemas.openxmlformats.org/drawingml/2006/main">
            <a:off x="4048125" y="3105150"/>
            <a:ext cx="228600" cy="152400"/>
          </a:xfrm>
          <a:prstGeom xmlns:a="http://schemas.openxmlformats.org/drawingml/2006/main" prst="leftArrow">
            <a:avLst/>
          </a:prstGeom>
          <a:solidFill xmlns:a="http://schemas.openxmlformats.org/drawingml/2006/main">
            <a:srgbClr val="0B6172"/>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1226217-2616-477B-BCB7-B43514AFDF21}"/>
              </a:ext>
            </a:extLst>
          </p:cNvPr>
          <p:cNvSpPr>
            <a:spLocks xmlns:a="http://schemas.openxmlformats.org/drawingml/2006/main" noGrp="1"/>
          </p:cNvSpPr>
          <p:nvPr/>
        </p:nvSpPr>
        <p:spPr>
          <a:xfrm xmlns:a="http://schemas.openxmlformats.org/drawingml/2006/main">
            <a:off x="609600" y="2676525"/>
            <a:ext cx="3505200" cy="0"/>
          </a:xfrm>
          <a:prstGeom xmlns:a="http://schemas.openxmlformats.org/drawingml/2006/main" prst="line">
            <a:avLst/>
          </a:prstGeom>
          <a:noFill xmlns:a="http://schemas.openxmlformats.org/drawingml/2006/main"/>
          <a:ln xmlns:a="http://schemas.openxmlformats.org/drawingml/2006/main" w="19050">
            <a:solidFill>
              <a:srgbClr val="176B4D"/>
            </a:solidFill>
            <a:prstDash val="solid"/>
          </a:ln>
        </p:spPr>
      </p:sp>
      <p:sp>
        <p:nvSpPr>
          <p:cNvPr id="37" name="07">
            <a:extLst xmlns:a="http://schemas.openxmlformats.org/drawingml/2006/main">
              <a:ext uri="{FF2B5EF4-FFF2-40B4-BE49-F238E27FC236}">
                <a16:creationId xmlns:a16="http://schemas.microsoft.com/office/drawing/2014/main" id="{224F0036-1BFD-41C4-9EB0-5799B9C6AC9E}"/>
              </a:ext>
            </a:extLst>
          </p:cNvPr>
          <p:cNvSpPr>
            <a:spLocks xmlns:a="http://schemas.openxmlformats.org/drawingml/2006/main" noGrp="1"/>
          </p:cNvSpPr>
          <p:nvPr/>
        </p:nvSpPr>
        <p:spPr>
          <a:xfrm xmlns:a="http://schemas.openxmlformats.org/drawingml/2006/main">
            <a:off x="609600" y="2771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4D5A68"/>
                </a:solidFill>
                <a:latin typeface="Consolas"/>
                <a:ea typeface="Consolas"/>
                <a:cs typeface="Consolas"/>
              </a:defRPr>
            </a:defPPr>
            <a:lvl1pPr algn="l">
              <a:defRPr sz="1500" b="1">
                <a:solidFill>
                  <a:srgbClr val="4D5A68"/>
                </a:solidFill>
                <a:latin typeface="Consolas"/>
                <a:ea typeface="Consolas"/>
                <a:cs typeface="Consolas"/>
              </a:defRPr>
            </a:lvl1pPr>
            <a:lvl2pPr algn="l">
              <a:defRPr sz="1500" b="1">
                <a:solidFill>
                  <a:srgbClr val="4D5A68"/>
                </a:solidFill>
                <a:latin typeface="Consolas"/>
                <a:ea typeface="Consolas"/>
                <a:cs typeface="Consolas"/>
              </a:defRPr>
            </a:lvl2pPr>
            <a:lvl3pPr algn="l">
              <a:defRPr sz="1500" b="1">
                <a:solidFill>
                  <a:srgbClr val="4D5A68"/>
                </a:solidFill>
                <a:latin typeface="Consolas"/>
                <a:ea typeface="Consolas"/>
                <a:cs typeface="Consolas"/>
              </a:defRPr>
            </a:lvl3pPr>
            <a:lvl4pPr algn="l">
              <a:defRPr sz="1500" b="1">
                <a:solidFill>
                  <a:srgbClr val="4D5A68"/>
                </a:solidFill>
                <a:latin typeface="Consolas"/>
                <a:ea typeface="Consolas"/>
                <a:cs typeface="Consolas"/>
              </a:defRPr>
            </a:lvl4pPr>
            <a:lvl5pPr algn="l">
              <a:defRPr sz="1500" b="1">
                <a:solidFill>
                  <a:srgbClr val="4D5A68"/>
                </a:solidFill>
                <a:latin typeface="Consolas"/>
                <a:ea typeface="Consolas"/>
                <a:cs typeface="Consolas"/>
              </a:defRPr>
            </a:lvl5pPr>
            <a:lvl6pPr algn="l">
              <a:defRPr sz="1500" b="1">
                <a:solidFill>
                  <a:srgbClr val="4D5A68"/>
                </a:solidFill>
                <a:latin typeface="Consolas"/>
                <a:ea typeface="Consolas"/>
                <a:cs typeface="Consolas"/>
              </a:defRPr>
            </a:lvl6pPr>
            <a:lvl7pPr algn="l">
              <a:defRPr sz="1500" b="1">
                <a:solidFill>
                  <a:srgbClr val="4D5A68"/>
                </a:solidFill>
                <a:latin typeface="Consolas"/>
                <a:ea typeface="Consolas"/>
                <a:cs typeface="Consolas"/>
              </a:defRPr>
            </a:lvl7pPr>
            <a:lvl8pPr algn="l">
              <a:defRPr sz="1500" b="1">
                <a:solidFill>
                  <a:srgbClr val="4D5A68"/>
                </a:solidFill>
                <a:latin typeface="Consolas"/>
                <a:ea typeface="Consolas"/>
                <a:cs typeface="Consolas"/>
              </a:defRPr>
            </a:lvl8pPr>
            <a:lvl9pPr algn="l">
              <a:defRPr sz="1500" b="1">
                <a:solidFill>
                  <a:srgbClr val="4D5A68"/>
                </a:solidFill>
                <a:latin typeface="Consolas"/>
                <a:ea typeface="Consolas"/>
                <a:cs typeface="Consolas"/>
              </a:defRPr>
            </a:lvl9pPr>
          </a:lstStyle>
          <a:p xmlns:a="http://schemas.openxmlformats.org/drawingml/2006/main">
            <a:pPr algn="l">
              <a:defRPr sz="1500" b="1">
                <a:solidFill>
                  <a:srgbClr val="4D5A68"/>
                </a:solidFill>
                <a:latin typeface="Consolas"/>
                <a:ea typeface="Consolas"/>
                <a:cs typeface="Consolas"/>
              </a:defRPr>
            </a:pPr>
            <a:r>
              <a:rPr sz="1500" b="1">
                <a:solidFill>
                  <a:srgbClr val="4D5A68"/>
                </a:solidFill>
                <a:latin typeface="Consolas"/>
                <a:ea typeface="Consolas"/>
                <a:cs typeface="Consolas"/>
              </a:rPr>
              <a:t>07</a:t>
            </a:r>
          </a:p>
        </p:txBody>
      </p:sp>
      <p:sp>
        <p:nvSpPr>
          <p:cNvPr id="38" name="STATE-04-PERF">
            <a:extLst xmlns:a="http://schemas.openxmlformats.org/drawingml/2006/main">
              <a:ext uri="{FF2B5EF4-FFF2-40B4-BE49-F238E27FC236}">
                <a16:creationId xmlns:a16="http://schemas.microsoft.com/office/drawing/2014/main" id="{5B60D4D8-68ED-44A4-91E9-8ABDDE2542E3}"/>
              </a:ext>
            </a:extLst>
          </p:cNvPr>
          <p:cNvSpPr>
            <a:spLocks xmlns:a="http://schemas.openxmlformats.org/drawingml/2006/main" noGrp="1"/>
          </p:cNvSpPr>
          <p:nvPr/>
        </p:nvSpPr>
        <p:spPr>
          <a:xfrm xmlns:a="http://schemas.openxmlformats.org/drawingml/2006/main">
            <a:off x="1028700" y="2771775"/>
            <a:ext cx="3086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176B4D"/>
                </a:solidFill>
                <a:latin typeface="Consolas"/>
                <a:ea typeface="Consolas"/>
                <a:cs typeface="Consolas"/>
              </a:defRPr>
            </a:defPPr>
            <a:lvl1pPr algn="l">
              <a:defRPr sz="1575" b="1">
                <a:solidFill>
                  <a:srgbClr val="176B4D"/>
                </a:solidFill>
                <a:latin typeface="Consolas"/>
                <a:ea typeface="Consolas"/>
                <a:cs typeface="Consolas"/>
              </a:defRPr>
            </a:lvl1pPr>
            <a:lvl2pPr algn="l">
              <a:defRPr sz="1575" b="1">
                <a:solidFill>
                  <a:srgbClr val="176B4D"/>
                </a:solidFill>
                <a:latin typeface="Consolas"/>
                <a:ea typeface="Consolas"/>
                <a:cs typeface="Consolas"/>
              </a:defRPr>
            </a:lvl2pPr>
            <a:lvl3pPr algn="l">
              <a:defRPr sz="1575" b="1">
                <a:solidFill>
                  <a:srgbClr val="176B4D"/>
                </a:solidFill>
                <a:latin typeface="Consolas"/>
                <a:ea typeface="Consolas"/>
                <a:cs typeface="Consolas"/>
              </a:defRPr>
            </a:lvl3pPr>
            <a:lvl4pPr algn="l">
              <a:defRPr sz="1575" b="1">
                <a:solidFill>
                  <a:srgbClr val="176B4D"/>
                </a:solidFill>
                <a:latin typeface="Consolas"/>
                <a:ea typeface="Consolas"/>
                <a:cs typeface="Consolas"/>
              </a:defRPr>
            </a:lvl4pPr>
            <a:lvl5pPr algn="l">
              <a:defRPr sz="1575" b="1">
                <a:solidFill>
                  <a:srgbClr val="176B4D"/>
                </a:solidFill>
                <a:latin typeface="Consolas"/>
                <a:ea typeface="Consolas"/>
                <a:cs typeface="Consolas"/>
              </a:defRPr>
            </a:lvl5pPr>
            <a:lvl6pPr algn="l">
              <a:defRPr sz="1575" b="1">
                <a:solidFill>
                  <a:srgbClr val="176B4D"/>
                </a:solidFill>
                <a:latin typeface="Consolas"/>
                <a:ea typeface="Consolas"/>
                <a:cs typeface="Consolas"/>
              </a:defRPr>
            </a:lvl6pPr>
            <a:lvl7pPr algn="l">
              <a:defRPr sz="1575" b="1">
                <a:solidFill>
                  <a:srgbClr val="176B4D"/>
                </a:solidFill>
                <a:latin typeface="Consolas"/>
                <a:ea typeface="Consolas"/>
                <a:cs typeface="Consolas"/>
              </a:defRPr>
            </a:lvl7pPr>
            <a:lvl8pPr algn="l">
              <a:defRPr sz="1575" b="1">
                <a:solidFill>
                  <a:srgbClr val="176B4D"/>
                </a:solidFill>
                <a:latin typeface="Consolas"/>
                <a:ea typeface="Consolas"/>
                <a:cs typeface="Consolas"/>
              </a:defRPr>
            </a:lvl8pPr>
            <a:lvl9pPr algn="l">
              <a:defRPr sz="1575" b="1">
                <a:solidFill>
                  <a:srgbClr val="176B4D"/>
                </a:solidFill>
                <a:latin typeface="Consolas"/>
                <a:ea typeface="Consolas"/>
                <a:cs typeface="Consolas"/>
              </a:defRPr>
            </a:lvl9pPr>
          </a:lstStyle>
          <a:p xmlns:a="http://schemas.openxmlformats.org/drawingml/2006/main">
            <a:pPr algn="l">
              <a:defRPr sz="1575" b="1">
                <a:solidFill>
                  <a:srgbClr val="176B4D"/>
                </a:solidFill>
                <a:latin typeface="Consolas"/>
                <a:ea typeface="Consolas"/>
                <a:cs typeface="Consolas"/>
              </a:defRPr>
            </a:pPr>
            <a:r>
              <a:rPr sz="1575" b="1">
                <a:solidFill>
                  <a:srgbClr val="176B4D"/>
                </a:solidFill>
                <a:latin typeface="Consolas"/>
                <a:ea typeface="Consolas"/>
                <a:cs typeface="Consolas"/>
              </a:rPr>
              <a:t>STATE-04-PERF</a:t>
            </a:r>
          </a:p>
        </p:txBody>
      </p:sp>
      <p:sp>
        <p:nvSpPr>
          <p:cNvPr id="39" name="검증된 제품 변경">
            <a:extLst xmlns:a="http://schemas.openxmlformats.org/drawingml/2006/main">
              <a:ext uri="{FF2B5EF4-FFF2-40B4-BE49-F238E27FC236}">
                <a16:creationId xmlns:a16="http://schemas.microsoft.com/office/drawing/2014/main" id="{E93AE729-98B6-4338-991D-C11D60BB5325}"/>
              </a:ext>
            </a:extLst>
          </p:cNvPr>
          <p:cNvSpPr>
            <a:spLocks xmlns:a="http://schemas.openxmlformats.org/drawingml/2006/main" noGrp="1"/>
          </p:cNvSpPr>
          <p:nvPr/>
        </p:nvSpPr>
        <p:spPr>
          <a:xfrm xmlns:a="http://schemas.openxmlformats.org/drawingml/2006/main">
            <a:off x="609600" y="3114675"/>
            <a:ext cx="350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검증된 제품 변경</a:t>
            </a:r>
          </a:p>
        </p:txBody>
      </p:sp>
      <p:sp>
        <p:nvSpPr>
          <p:cNvPr id="40" name="">
            <a:extLst xmlns:a="http://schemas.openxmlformats.org/drawingml/2006/main">
              <a:ext uri="{FF2B5EF4-FFF2-40B4-BE49-F238E27FC236}">
                <a16:creationId xmlns:a16="http://schemas.microsoft.com/office/drawing/2014/main" id="{A1A06AB6-33F1-4AB5-8C28-750D6C1D3EE9}"/>
              </a:ext>
            </a:extLst>
          </p:cNvPr>
          <p:cNvSpPr>
            <a:spLocks xmlns:a="http://schemas.openxmlformats.org/drawingml/2006/main" noGrp="1"/>
          </p:cNvSpPr>
          <p:nvPr/>
        </p:nvSpPr>
        <p:spPr>
          <a:xfrm xmlns:a="http://schemas.openxmlformats.org/drawingml/2006/main">
            <a:off x="10163175" y="2390775"/>
            <a:ext cx="209550" cy="228600"/>
          </a:xfrm>
          <a:prstGeom xmlns:a="http://schemas.openxmlformats.org/drawingml/2006/main" prst="downArrow">
            <a:avLst/>
          </a:prstGeom>
          <a:solidFill xmlns:a="http://schemas.openxmlformats.org/drawingml/2006/main">
            <a:srgbClr val="0B6172"/>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8510F0DB-D55D-4FD1-887F-9D659AB4DBE2}"/>
              </a:ext>
            </a:extLst>
          </p:cNvPr>
          <p:cNvSpPr>
            <a:spLocks xmlns:a="http://schemas.openxmlformats.org/drawingml/2006/main" noGrp="1"/>
          </p:cNvSpPr>
          <p:nvPr/>
        </p:nvSpPr>
        <p:spPr>
          <a:xfrm xmlns:a="http://schemas.openxmlformats.org/drawingml/2006/main">
            <a:off x="609600" y="360045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42" name="앞서 본 근거 다시 보기">
            <a:extLst xmlns:a="http://schemas.openxmlformats.org/drawingml/2006/main">
              <a:ext uri="{FF2B5EF4-FFF2-40B4-BE49-F238E27FC236}">
                <a16:creationId xmlns:a16="http://schemas.microsoft.com/office/drawing/2014/main" id="{69C0902C-22E1-453C-BAD2-328AB78077BD}"/>
              </a:ext>
            </a:extLst>
          </p:cNvPr>
          <p:cNvSpPr>
            <a:spLocks xmlns:a="http://schemas.openxmlformats.org/drawingml/2006/main" noGrp="1"/>
          </p:cNvSpPr>
          <p:nvPr/>
        </p:nvSpPr>
        <p:spPr>
          <a:xfrm xmlns:a="http://schemas.openxmlformats.org/drawingml/2006/main">
            <a:off x="609600" y="36576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앞서 본 근거 다시 보기</a:t>
            </a:r>
          </a:p>
        </p:txBody>
      </p:sp>
      <p:pic>
        <p:nvPicPr>
          <p:cNvPr id="43" name="">
            <a:extLst xmlns:a="http://schemas.openxmlformats.org/drawingml/2006/main">
              <a:ext uri="{FF2B5EF4-FFF2-40B4-BE49-F238E27FC236}">
                <a16:creationId xmlns:a16="http://schemas.microsoft.com/office/drawing/2014/main" id="{4C36FC21-5A1D-46BA-984A-37D2029AB1CE}"/>
              </a:ext>
            </a:extLst>
          </p:cNvPr>
          <p:cNvPicPr>
            <a:picLocks xmlns:a="http://schemas.openxmlformats.org/drawingml/2006/main" noChangeAspect="1"/>
          </p:cNvPicPr>
          <p:nvPr/>
        </p:nvPicPr>
        <p:blipFill>
          <a:blip xmlns:r="http://schemas.openxmlformats.org/officeDocument/2006/relationships" xmlns:a="http://schemas.openxmlformats.org/drawingml/2006/main" r:embed="R5b010e859b694ebd"/>
          <a:srcRect xmlns:a="http://schemas.openxmlformats.org/drawingml/2006/main" l="5000" t="40741" r="5000" b="18519"/>
          <a:stretch xmlns:a="http://schemas.openxmlformats.org/drawingml/2006/main"/>
        </p:blipFill>
        <p:spPr>
          <a:xfrm xmlns:a="http://schemas.openxmlformats.org/drawingml/2006/main">
            <a:off x="914400" y="4027135"/>
            <a:ext cx="2895600" cy="737306"/>
          </a:xfrm>
          <a:prstGeom xmlns:a="http://schemas.openxmlformats.org/drawingml/2006/main" prst="rect">
            <a:avLst/>
          </a:prstGeom>
        </p:spPr>
      </p:pic>
      <p:sp>
        <p:nvSpPr>
          <p:cNvPr id="44" name="crop 계약 수정">
            <a:extLst xmlns:a="http://schemas.openxmlformats.org/drawingml/2006/main">
              <a:ext uri="{FF2B5EF4-FFF2-40B4-BE49-F238E27FC236}">
                <a16:creationId xmlns:a16="http://schemas.microsoft.com/office/drawing/2014/main" id="{CA05E6BF-F3C5-4145-ABA5-E3EF96EC306C}"/>
              </a:ext>
            </a:extLst>
          </p:cNvPr>
          <p:cNvSpPr>
            <a:spLocks xmlns:a="http://schemas.openxmlformats.org/drawingml/2006/main" noGrp="1"/>
          </p:cNvSpPr>
          <p:nvPr/>
        </p:nvSpPr>
        <p:spPr>
          <a:xfrm xmlns:a="http://schemas.openxmlformats.org/drawingml/2006/main">
            <a:off x="609600" y="4886325"/>
            <a:ext cx="350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crop 계약 수정</a:t>
            </a:r>
          </a:p>
        </p:txBody>
      </p:sp>
      <p:sp>
        <p:nvSpPr>
          <p:cNvPr id="45" name="S18 · STATE-00 → STATE-00-FIXED">
            <a:extLst xmlns:a="http://schemas.openxmlformats.org/drawingml/2006/main">
              <a:ext uri="{FF2B5EF4-FFF2-40B4-BE49-F238E27FC236}">
                <a16:creationId xmlns:a16="http://schemas.microsoft.com/office/drawing/2014/main" id="{EC403EA9-E73A-4EEB-ABAD-EBF3E873C11D}"/>
              </a:ext>
            </a:extLst>
          </p:cNvPr>
          <p:cNvSpPr>
            <a:spLocks xmlns:a="http://schemas.openxmlformats.org/drawingml/2006/main" noGrp="1"/>
          </p:cNvSpPr>
          <p:nvPr/>
        </p:nvSpPr>
        <p:spPr>
          <a:xfrm xmlns:a="http://schemas.openxmlformats.org/drawingml/2006/main">
            <a:off x="609600" y="5191125"/>
            <a:ext cx="350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Consolas"/>
                <a:ea typeface="Consolas"/>
                <a:cs typeface="Consolas"/>
              </a:defRPr>
            </a:defPPr>
            <a:lvl1pPr algn="l">
              <a:defRPr sz="1425" b="0">
                <a:solidFill>
                  <a:srgbClr val="4D5A68"/>
                </a:solidFill>
                <a:latin typeface="Consolas"/>
                <a:ea typeface="Consolas"/>
                <a:cs typeface="Consolas"/>
              </a:defRPr>
            </a:lvl1pPr>
            <a:lvl2pPr algn="l">
              <a:defRPr sz="1425" b="0">
                <a:solidFill>
                  <a:srgbClr val="4D5A68"/>
                </a:solidFill>
                <a:latin typeface="Consolas"/>
                <a:ea typeface="Consolas"/>
                <a:cs typeface="Consolas"/>
              </a:defRPr>
            </a:lvl2pPr>
            <a:lvl3pPr algn="l">
              <a:defRPr sz="1425" b="0">
                <a:solidFill>
                  <a:srgbClr val="4D5A68"/>
                </a:solidFill>
                <a:latin typeface="Consolas"/>
                <a:ea typeface="Consolas"/>
                <a:cs typeface="Consolas"/>
              </a:defRPr>
            </a:lvl3pPr>
            <a:lvl4pPr algn="l">
              <a:defRPr sz="1425" b="0">
                <a:solidFill>
                  <a:srgbClr val="4D5A68"/>
                </a:solidFill>
                <a:latin typeface="Consolas"/>
                <a:ea typeface="Consolas"/>
                <a:cs typeface="Consolas"/>
              </a:defRPr>
            </a:lvl4pPr>
            <a:lvl5pPr algn="l">
              <a:defRPr sz="1425" b="0">
                <a:solidFill>
                  <a:srgbClr val="4D5A68"/>
                </a:solidFill>
                <a:latin typeface="Consolas"/>
                <a:ea typeface="Consolas"/>
                <a:cs typeface="Consolas"/>
              </a:defRPr>
            </a:lvl5pPr>
            <a:lvl6pPr algn="l">
              <a:defRPr sz="1425" b="0">
                <a:solidFill>
                  <a:srgbClr val="4D5A68"/>
                </a:solidFill>
                <a:latin typeface="Consolas"/>
                <a:ea typeface="Consolas"/>
                <a:cs typeface="Consolas"/>
              </a:defRPr>
            </a:lvl6pPr>
            <a:lvl7pPr algn="l">
              <a:defRPr sz="1425" b="0">
                <a:solidFill>
                  <a:srgbClr val="4D5A68"/>
                </a:solidFill>
                <a:latin typeface="Consolas"/>
                <a:ea typeface="Consolas"/>
                <a:cs typeface="Consolas"/>
              </a:defRPr>
            </a:lvl7pPr>
            <a:lvl8pPr algn="l">
              <a:defRPr sz="1425" b="0">
                <a:solidFill>
                  <a:srgbClr val="4D5A68"/>
                </a:solidFill>
                <a:latin typeface="Consolas"/>
                <a:ea typeface="Consolas"/>
                <a:cs typeface="Consolas"/>
              </a:defRPr>
            </a:lvl8pPr>
            <a:lvl9pPr algn="l">
              <a:defRPr sz="1425" b="0">
                <a:solidFill>
                  <a:srgbClr val="4D5A68"/>
                </a:solidFill>
                <a:latin typeface="Consolas"/>
                <a:ea typeface="Consolas"/>
                <a:cs typeface="Consolas"/>
              </a:defRPr>
            </a:lvl9pPr>
          </a:lstStyle>
          <a:p xmlns:a="http://schemas.openxmlformats.org/drawingml/2006/main">
            <a:pPr algn="l">
              <a:defRPr sz="1425" b="0">
                <a:solidFill>
                  <a:srgbClr val="4D5A68"/>
                </a:solidFill>
                <a:latin typeface="Consolas"/>
                <a:ea typeface="Consolas"/>
                <a:cs typeface="Consolas"/>
              </a:defRPr>
            </a:pPr>
            <a:r>
              <a:rPr sz="1425" b="0">
                <a:solidFill>
                  <a:srgbClr val="4D5A68"/>
                </a:solidFill>
                <a:latin typeface="Consolas"/>
                <a:ea typeface="Consolas"/>
                <a:cs typeface="Consolas"/>
              </a:rPr>
              <a:t>S18 · STATE-00 → STATE-00-FIXED</a:t>
            </a:r>
          </a:p>
        </p:txBody>
      </p:sp>
      <p:pic>
        <p:nvPicPr>
          <p:cNvPr id="46" name="">
            <a:extLst xmlns:a="http://schemas.openxmlformats.org/drawingml/2006/main">
              <a:ext uri="{FF2B5EF4-FFF2-40B4-BE49-F238E27FC236}">
                <a16:creationId xmlns:a16="http://schemas.microsoft.com/office/drawing/2014/main" id="{8F01CF18-300A-42D2-B666-9176EB26FDE7}"/>
              </a:ext>
            </a:extLst>
          </p:cNvPr>
          <p:cNvPicPr>
            <a:picLocks xmlns:a="http://schemas.openxmlformats.org/drawingml/2006/main" noChangeAspect="1"/>
          </p:cNvPicPr>
          <p:nvPr/>
        </p:nvPicPr>
        <p:blipFill>
          <a:blip xmlns:r="http://schemas.openxmlformats.org/officeDocument/2006/relationships" xmlns:a="http://schemas.openxmlformats.org/drawingml/2006/main" r:embed="Re35131fdf2bf46bb"/>
          <a:srcRect xmlns:a="http://schemas.openxmlformats.org/drawingml/2006/main" l="5000" t="39352" r="5000" b="26852"/>
          <a:stretch xmlns:a="http://schemas.openxmlformats.org/drawingml/2006/main"/>
        </p:blipFill>
        <p:spPr>
          <a:xfrm xmlns:a="http://schemas.openxmlformats.org/drawingml/2006/main">
            <a:off x="4648200" y="4089973"/>
            <a:ext cx="2895600" cy="611628"/>
          </a:xfrm>
          <a:prstGeom xmlns:a="http://schemas.openxmlformats.org/drawingml/2006/main" prst="rect">
            <a:avLst/>
          </a:prstGeom>
        </p:spPr>
      </p:pic>
      <p:sp>
        <p:nvSpPr>
          <p:cNvPr id="47" name="상세 문서로 분리">
            <a:extLst xmlns:a="http://schemas.openxmlformats.org/drawingml/2006/main">
              <a:ext uri="{FF2B5EF4-FFF2-40B4-BE49-F238E27FC236}">
                <a16:creationId xmlns:a16="http://schemas.microsoft.com/office/drawing/2014/main" id="{28A25EB3-CB3D-4C82-9A65-4277C07074C5}"/>
              </a:ext>
            </a:extLst>
          </p:cNvPr>
          <p:cNvSpPr>
            <a:spLocks xmlns:a="http://schemas.openxmlformats.org/drawingml/2006/main" noGrp="1"/>
          </p:cNvSpPr>
          <p:nvPr/>
        </p:nvSpPr>
        <p:spPr>
          <a:xfrm xmlns:a="http://schemas.openxmlformats.org/drawingml/2006/main">
            <a:off x="4343400" y="4886325"/>
            <a:ext cx="350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상세 문서로 분리</a:t>
            </a:r>
          </a:p>
        </p:txBody>
      </p:sp>
      <p:sp>
        <p:nvSpPr>
          <p:cNvPr id="48" name="S43 · STATE-02 → STATE-03">
            <a:extLst xmlns:a="http://schemas.openxmlformats.org/drawingml/2006/main">
              <a:ext uri="{FF2B5EF4-FFF2-40B4-BE49-F238E27FC236}">
                <a16:creationId xmlns:a16="http://schemas.microsoft.com/office/drawing/2014/main" id="{6273DB0C-24EA-4ADC-B0B2-C11AE1E4FB35}"/>
              </a:ext>
            </a:extLst>
          </p:cNvPr>
          <p:cNvSpPr>
            <a:spLocks xmlns:a="http://schemas.openxmlformats.org/drawingml/2006/main" noGrp="1"/>
          </p:cNvSpPr>
          <p:nvPr/>
        </p:nvSpPr>
        <p:spPr>
          <a:xfrm xmlns:a="http://schemas.openxmlformats.org/drawingml/2006/main">
            <a:off x="4343400" y="5191125"/>
            <a:ext cx="350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Consolas"/>
                <a:ea typeface="Consolas"/>
                <a:cs typeface="Consolas"/>
              </a:defRPr>
            </a:defPPr>
            <a:lvl1pPr algn="l">
              <a:defRPr sz="1425" b="0">
                <a:solidFill>
                  <a:srgbClr val="4D5A68"/>
                </a:solidFill>
                <a:latin typeface="Consolas"/>
                <a:ea typeface="Consolas"/>
                <a:cs typeface="Consolas"/>
              </a:defRPr>
            </a:lvl1pPr>
            <a:lvl2pPr algn="l">
              <a:defRPr sz="1425" b="0">
                <a:solidFill>
                  <a:srgbClr val="4D5A68"/>
                </a:solidFill>
                <a:latin typeface="Consolas"/>
                <a:ea typeface="Consolas"/>
                <a:cs typeface="Consolas"/>
              </a:defRPr>
            </a:lvl2pPr>
            <a:lvl3pPr algn="l">
              <a:defRPr sz="1425" b="0">
                <a:solidFill>
                  <a:srgbClr val="4D5A68"/>
                </a:solidFill>
                <a:latin typeface="Consolas"/>
                <a:ea typeface="Consolas"/>
                <a:cs typeface="Consolas"/>
              </a:defRPr>
            </a:lvl3pPr>
            <a:lvl4pPr algn="l">
              <a:defRPr sz="1425" b="0">
                <a:solidFill>
                  <a:srgbClr val="4D5A68"/>
                </a:solidFill>
                <a:latin typeface="Consolas"/>
                <a:ea typeface="Consolas"/>
                <a:cs typeface="Consolas"/>
              </a:defRPr>
            </a:lvl4pPr>
            <a:lvl5pPr algn="l">
              <a:defRPr sz="1425" b="0">
                <a:solidFill>
                  <a:srgbClr val="4D5A68"/>
                </a:solidFill>
                <a:latin typeface="Consolas"/>
                <a:ea typeface="Consolas"/>
                <a:cs typeface="Consolas"/>
              </a:defRPr>
            </a:lvl5pPr>
            <a:lvl6pPr algn="l">
              <a:defRPr sz="1425" b="0">
                <a:solidFill>
                  <a:srgbClr val="4D5A68"/>
                </a:solidFill>
                <a:latin typeface="Consolas"/>
                <a:ea typeface="Consolas"/>
                <a:cs typeface="Consolas"/>
              </a:defRPr>
            </a:lvl6pPr>
            <a:lvl7pPr algn="l">
              <a:defRPr sz="1425" b="0">
                <a:solidFill>
                  <a:srgbClr val="4D5A68"/>
                </a:solidFill>
                <a:latin typeface="Consolas"/>
                <a:ea typeface="Consolas"/>
                <a:cs typeface="Consolas"/>
              </a:defRPr>
            </a:lvl7pPr>
            <a:lvl8pPr algn="l">
              <a:defRPr sz="1425" b="0">
                <a:solidFill>
                  <a:srgbClr val="4D5A68"/>
                </a:solidFill>
                <a:latin typeface="Consolas"/>
                <a:ea typeface="Consolas"/>
                <a:cs typeface="Consolas"/>
              </a:defRPr>
            </a:lvl8pPr>
            <a:lvl9pPr algn="l">
              <a:defRPr sz="1425" b="0">
                <a:solidFill>
                  <a:srgbClr val="4D5A68"/>
                </a:solidFill>
                <a:latin typeface="Consolas"/>
                <a:ea typeface="Consolas"/>
                <a:cs typeface="Consolas"/>
              </a:defRPr>
            </a:lvl9pPr>
          </a:lstStyle>
          <a:p xmlns:a="http://schemas.openxmlformats.org/drawingml/2006/main">
            <a:pPr algn="l">
              <a:defRPr sz="1425" b="0">
                <a:solidFill>
                  <a:srgbClr val="4D5A68"/>
                </a:solidFill>
                <a:latin typeface="Consolas"/>
                <a:ea typeface="Consolas"/>
                <a:cs typeface="Consolas"/>
              </a:defRPr>
            </a:pPr>
            <a:r>
              <a:rPr sz="1425" b="0">
                <a:solidFill>
                  <a:srgbClr val="4D5A68"/>
                </a:solidFill>
                <a:latin typeface="Consolas"/>
                <a:ea typeface="Consolas"/>
                <a:cs typeface="Consolas"/>
              </a:rPr>
              <a:t>S43 · STATE-02 → STATE-03</a:t>
            </a:r>
          </a:p>
        </p:txBody>
      </p:sp>
      <p:pic>
        <p:nvPicPr>
          <p:cNvPr id="49" name="">
            <a:extLst xmlns:a="http://schemas.openxmlformats.org/drawingml/2006/main">
              <a:ext uri="{FF2B5EF4-FFF2-40B4-BE49-F238E27FC236}">
                <a16:creationId xmlns:a16="http://schemas.microsoft.com/office/drawing/2014/main" id="{0DFA9EE8-8A59-4D9B-B93F-FADF0A43E60D}"/>
              </a:ext>
            </a:extLst>
          </p:cNvPr>
          <p:cNvPicPr>
            <a:picLocks xmlns:a="http://schemas.openxmlformats.org/drawingml/2006/main" noChangeAspect="1"/>
          </p:cNvPicPr>
          <p:nvPr/>
        </p:nvPicPr>
        <p:blipFill>
          <a:blip xmlns:r="http://schemas.openxmlformats.org/officeDocument/2006/relationships" xmlns:a="http://schemas.openxmlformats.org/drawingml/2006/main" r:embed="R5d92a7b708f44f07"/>
          <a:srcRect xmlns:a="http://schemas.openxmlformats.org/drawingml/2006/main" l="5000" t="33333" r="5000" b="16667"/>
          <a:stretch xmlns:a="http://schemas.openxmlformats.org/drawingml/2006/main"/>
        </p:blipFill>
        <p:spPr>
          <a:xfrm xmlns:a="http://schemas.openxmlformats.org/drawingml/2006/main">
            <a:off x="8382000" y="3943350"/>
            <a:ext cx="2895600" cy="904875"/>
          </a:xfrm>
          <a:prstGeom xmlns:a="http://schemas.openxmlformats.org/drawingml/2006/main" prst="rect">
            <a:avLst/>
          </a:prstGeom>
        </p:spPr>
      </p:pic>
      <p:sp>
        <p:nvSpPr>
          <p:cNvPr id="50" name="같은 조건의 성능 비교">
            <a:extLst xmlns:a="http://schemas.openxmlformats.org/drawingml/2006/main">
              <a:ext uri="{FF2B5EF4-FFF2-40B4-BE49-F238E27FC236}">
                <a16:creationId xmlns:a16="http://schemas.microsoft.com/office/drawing/2014/main" id="{60ECC327-BC6E-4A3C-95FC-5C2412580214}"/>
              </a:ext>
            </a:extLst>
          </p:cNvPr>
          <p:cNvSpPr>
            <a:spLocks xmlns:a="http://schemas.openxmlformats.org/drawingml/2006/main" noGrp="1"/>
          </p:cNvSpPr>
          <p:nvPr/>
        </p:nvSpPr>
        <p:spPr>
          <a:xfrm xmlns:a="http://schemas.openxmlformats.org/drawingml/2006/main">
            <a:off x="8077200" y="4886325"/>
            <a:ext cx="350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같은 조건의 성능 비교</a:t>
            </a:r>
          </a:p>
        </p:txBody>
      </p:sp>
      <p:sp>
        <p:nvSpPr>
          <p:cNvPr id="51" name="S58 · STATE-04 → STATE-04-PERF">
            <a:extLst xmlns:a="http://schemas.openxmlformats.org/drawingml/2006/main">
              <a:ext uri="{FF2B5EF4-FFF2-40B4-BE49-F238E27FC236}">
                <a16:creationId xmlns:a16="http://schemas.microsoft.com/office/drawing/2014/main" id="{9DB93769-9CB9-42B0-A128-AF35BB23AD21}"/>
              </a:ext>
            </a:extLst>
          </p:cNvPr>
          <p:cNvSpPr>
            <a:spLocks xmlns:a="http://schemas.openxmlformats.org/drawingml/2006/main" noGrp="1"/>
          </p:cNvSpPr>
          <p:nvPr/>
        </p:nvSpPr>
        <p:spPr>
          <a:xfrm xmlns:a="http://schemas.openxmlformats.org/drawingml/2006/main">
            <a:off x="8077200" y="5191125"/>
            <a:ext cx="350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Consolas"/>
                <a:ea typeface="Consolas"/>
                <a:cs typeface="Consolas"/>
              </a:defRPr>
            </a:defPPr>
            <a:lvl1pPr algn="l">
              <a:defRPr sz="1425" b="0">
                <a:solidFill>
                  <a:srgbClr val="4D5A68"/>
                </a:solidFill>
                <a:latin typeface="Consolas"/>
                <a:ea typeface="Consolas"/>
                <a:cs typeface="Consolas"/>
              </a:defRPr>
            </a:lvl1pPr>
            <a:lvl2pPr algn="l">
              <a:defRPr sz="1425" b="0">
                <a:solidFill>
                  <a:srgbClr val="4D5A68"/>
                </a:solidFill>
                <a:latin typeface="Consolas"/>
                <a:ea typeface="Consolas"/>
                <a:cs typeface="Consolas"/>
              </a:defRPr>
            </a:lvl2pPr>
            <a:lvl3pPr algn="l">
              <a:defRPr sz="1425" b="0">
                <a:solidFill>
                  <a:srgbClr val="4D5A68"/>
                </a:solidFill>
                <a:latin typeface="Consolas"/>
                <a:ea typeface="Consolas"/>
                <a:cs typeface="Consolas"/>
              </a:defRPr>
            </a:lvl3pPr>
            <a:lvl4pPr algn="l">
              <a:defRPr sz="1425" b="0">
                <a:solidFill>
                  <a:srgbClr val="4D5A68"/>
                </a:solidFill>
                <a:latin typeface="Consolas"/>
                <a:ea typeface="Consolas"/>
                <a:cs typeface="Consolas"/>
              </a:defRPr>
            </a:lvl4pPr>
            <a:lvl5pPr algn="l">
              <a:defRPr sz="1425" b="0">
                <a:solidFill>
                  <a:srgbClr val="4D5A68"/>
                </a:solidFill>
                <a:latin typeface="Consolas"/>
                <a:ea typeface="Consolas"/>
                <a:cs typeface="Consolas"/>
              </a:defRPr>
            </a:lvl5pPr>
            <a:lvl6pPr algn="l">
              <a:defRPr sz="1425" b="0">
                <a:solidFill>
                  <a:srgbClr val="4D5A68"/>
                </a:solidFill>
                <a:latin typeface="Consolas"/>
                <a:ea typeface="Consolas"/>
                <a:cs typeface="Consolas"/>
              </a:defRPr>
            </a:lvl6pPr>
            <a:lvl7pPr algn="l">
              <a:defRPr sz="1425" b="0">
                <a:solidFill>
                  <a:srgbClr val="4D5A68"/>
                </a:solidFill>
                <a:latin typeface="Consolas"/>
                <a:ea typeface="Consolas"/>
                <a:cs typeface="Consolas"/>
              </a:defRPr>
            </a:lvl7pPr>
            <a:lvl8pPr algn="l">
              <a:defRPr sz="1425" b="0">
                <a:solidFill>
                  <a:srgbClr val="4D5A68"/>
                </a:solidFill>
                <a:latin typeface="Consolas"/>
                <a:ea typeface="Consolas"/>
                <a:cs typeface="Consolas"/>
              </a:defRPr>
            </a:lvl8pPr>
            <a:lvl9pPr algn="l">
              <a:defRPr sz="1425" b="0">
                <a:solidFill>
                  <a:srgbClr val="4D5A68"/>
                </a:solidFill>
                <a:latin typeface="Consolas"/>
                <a:ea typeface="Consolas"/>
                <a:cs typeface="Consolas"/>
              </a:defRPr>
            </a:lvl9pPr>
          </a:lstStyle>
          <a:p xmlns:a="http://schemas.openxmlformats.org/drawingml/2006/main">
            <a:pPr algn="l">
              <a:defRPr sz="1425" b="0">
                <a:solidFill>
                  <a:srgbClr val="4D5A68"/>
                </a:solidFill>
                <a:latin typeface="Consolas"/>
                <a:ea typeface="Consolas"/>
                <a:cs typeface="Consolas"/>
              </a:defRPr>
            </a:pPr>
            <a:r>
              <a:rPr sz="1425" b="0">
                <a:solidFill>
                  <a:srgbClr val="4D5A68"/>
                </a:solidFill>
                <a:latin typeface="Consolas"/>
                <a:ea typeface="Consolas"/>
                <a:cs typeface="Consolas"/>
              </a:rPr>
              <a:t>S58 · STATE-04 → STATE-04-PERF</a:t>
            </a:r>
          </a:p>
        </p:txBody>
      </p:sp>
      <p:sp>
        <p:nvSpPr>
          <p:cNvPr id="52" name="각 변화의 출발점은, 그때 마주친 문제였다.">
            <a:extLst xmlns:a="http://schemas.openxmlformats.org/drawingml/2006/main">
              <a:ext uri="{FF2B5EF4-FFF2-40B4-BE49-F238E27FC236}">
                <a16:creationId xmlns:a16="http://schemas.microsoft.com/office/drawing/2014/main" id="{E3E63DE2-B0CD-4F7E-9A6E-F826EB5687DE}"/>
              </a:ext>
            </a:extLst>
          </p:cNvPr>
          <p:cNvSpPr>
            <a:spLocks xmlns:a="http://schemas.openxmlformats.org/drawingml/2006/main" noGrp="1"/>
          </p:cNvSpPr>
          <p:nvPr/>
        </p:nvSpPr>
        <p:spPr>
          <a:xfrm xmlns:a="http://schemas.openxmlformats.org/drawingml/2006/main">
            <a:off x="609600" y="54387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각 변화의 출발점은, 그때 마주친 문제였다.</a:t>
            </a:r>
          </a:p>
        </p:txBody>
      </p:sp>
      <p:sp>
        <p:nvSpPr>
          <p:cNvPr id="53" name="Legacy module connection">
            <a:extLst xmlns:a="http://schemas.openxmlformats.org/drawingml/2006/main">
              <a:ext uri="{FF2B5EF4-FFF2-40B4-BE49-F238E27FC236}">
                <a16:creationId xmlns:a16="http://schemas.microsoft.com/office/drawing/2014/main" id="{0D158C67-22DC-437A-960F-DF1550992276}"/>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1246620076"/>
      </p:ext>
    </p:extLst>
  </p:cSld>
</p:sld>
</file>

<file path=ppt/slides/slide8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6" name="ACT 5 · 이번 Demo의 선택 기준">
            <a:extLst xmlns:a="http://schemas.openxmlformats.org/drawingml/2006/main">
              <a:ext uri="{FF2B5EF4-FFF2-40B4-BE49-F238E27FC236}">
                <a16:creationId xmlns:a16="http://schemas.microsoft.com/office/drawing/2014/main" id="{3F11A800-9289-48D9-962D-1CE7A64C18BE}"/>
              </a:ext>
            </a:extLst>
          </p:cNvPr>
          <p:cNvSpPr>
            <a:spLocks xmlns:a="http://schemas.openxmlformats.org/drawingml/2006/main" noGrp="1"/>
          </p:cNvSpPr>
          <p:nvPr/>
        </p:nvSpPr>
        <p:spPr>
          <a:xfrm xmlns:a="http://schemas.openxmlformats.org/drawingml/2006/main">
            <a:off x="609600" y="4572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5 · 이번 Demo의 선택 기준</a:t>
            </a:r>
          </a:p>
        </p:txBody>
      </p:sp>
      <p:sp>
        <p:nvSpPr>
          <p:cNvPr id="2" name="S88">
            <a:extLst xmlns:a="http://schemas.openxmlformats.org/drawingml/2006/main">
              <a:ext uri="{FF2B5EF4-FFF2-40B4-BE49-F238E27FC236}">
                <a16:creationId xmlns:a16="http://schemas.microsoft.com/office/drawing/2014/main" id="{7B40BD1B-15F0-4780-B4DA-7DFC70D5D6F9}"/>
              </a:ext>
            </a:extLst>
          </p:cNvPr>
          <p:cNvSpPr>
            <a:spLocks xmlns:a="http://schemas.openxmlformats.org/drawingml/2006/main" noGrp="1"/>
          </p:cNvSpPr>
          <p:nvPr/>
        </p:nvSpPr>
        <p:spPr>
          <a:xfrm xmlns:a="http://schemas.openxmlformats.org/drawingml/2006/main">
            <a:off x="10668000" y="457200"/>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S88</a:t>
            </a:r>
          </a:p>
        </p:txBody>
      </p:sp>
      <p:sp>
        <p:nvSpPr>
          <p:cNvPr id="3" name="필요성이 입증되지 않은 것은 보류했다">
            <a:extLst xmlns:a="http://schemas.openxmlformats.org/drawingml/2006/main">
              <a:ext uri="{FF2B5EF4-FFF2-40B4-BE49-F238E27FC236}">
                <a16:creationId xmlns:a16="http://schemas.microsoft.com/office/drawing/2014/main" id="{B011B1F8-9EAB-49A8-80F3-706611837192}"/>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필요성이 입증되지 않은 것은 보류했다</a:t>
            </a:r>
          </a:p>
        </p:txBody>
      </p:sp>
      <p:sp>
        <p:nvSpPr>
          <p:cNvPr id="4" name="">
            <a:extLst xmlns:a="http://schemas.openxmlformats.org/drawingml/2006/main">
              <a:ext uri="{FF2B5EF4-FFF2-40B4-BE49-F238E27FC236}">
                <a16:creationId xmlns:a16="http://schemas.microsoft.com/office/drawing/2014/main" id="{52E5BB51-4B14-45BE-8C06-230EA6DCB5F6}"/>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STATE-04-PERF · DEC-0018 · 이번 작업의 선택을 회고">
            <a:extLst xmlns:a="http://schemas.openxmlformats.org/drawingml/2006/main">
              <a:ext uri="{FF2B5EF4-FFF2-40B4-BE49-F238E27FC236}">
                <a16:creationId xmlns:a16="http://schemas.microsoft.com/office/drawing/2014/main" id="{377AB23B-C7EB-4B05-BED5-7676A5F556F0}"/>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STATE-04-PERF · DEC-0018 · 이번 작업의 선택을 회고</a:t>
            </a:r>
          </a:p>
        </p:txBody>
      </p:sp>
      <p:sp>
        <p:nvSpPr>
          <p:cNvPr id="6" name="모든 프로젝트에서 Subagent·Memory가 불필요하거나 적을수록 좋다는 뜻은 아니다.">
            <a:extLst xmlns:a="http://schemas.openxmlformats.org/drawingml/2006/main">
              <a:ext uri="{FF2B5EF4-FFF2-40B4-BE49-F238E27FC236}">
                <a16:creationId xmlns:a16="http://schemas.microsoft.com/office/drawing/2014/main" id="{CF906F65-36E7-4A1D-A55E-3C4D0476EC05}"/>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모든 프로젝트에서 Subagent·Memory가 불필요하거나 적을수록 좋다는 뜻은 아니다.</a:t>
            </a:r>
          </a:p>
        </p:txBody>
      </p:sp>
      <p:sp>
        <p:nvSpPr>
          <p:cNvPr id="7" name="이 구성요소가 현재 문제에 필요한가?">
            <a:extLst xmlns:a="http://schemas.openxmlformats.org/drawingml/2006/main">
              <a:ext uri="{FF2B5EF4-FFF2-40B4-BE49-F238E27FC236}">
                <a16:creationId xmlns:a16="http://schemas.microsoft.com/office/drawing/2014/main" id="{823B18C6-B861-443D-81E2-26D30D2A2D37}"/>
              </a:ext>
            </a:extLst>
          </p:cNvPr>
          <p:cNvSpPr>
            <a:spLocks xmlns:a="http://schemas.openxmlformats.org/drawingml/2006/main" noGrp="1"/>
          </p:cNvSpPr>
          <p:nvPr/>
        </p:nvSpPr>
        <p:spPr>
          <a:xfrm xmlns:a="http://schemas.openxmlformats.org/drawingml/2006/main">
            <a:off x="609600" y="200977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0B6172"/>
                </a:solidFill>
                <a:latin typeface="Malgun Gothic"/>
                <a:ea typeface="Malgun Gothic"/>
                <a:cs typeface="Malgun Gothic"/>
              </a:defRPr>
            </a:defPPr>
            <a:lvl1pPr algn="l">
              <a:defRPr sz="2625" b="1">
                <a:solidFill>
                  <a:srgbClr val="0B6172"/>
                </a:solidFill>
                <a:latin typeface="Malgun Gothic"/>
                <a:ea typeface="Malgun Gothic"/>
                <a:cs typeface="Malgun Gothic"/>
              </a:defRPr>
            </a:lvl1pPr>
            <a:lvl2pPr algn="l">
              <a:defRPr sz="2625" b="1">
                <a:solidFill>
                  <a:srgbClr val="0B6172"/>
                </a:solidFill>
                <a:latin typeface="Malgun Gothic"/>
                <a:ea typeface="Malgun Gothic"/>
                <a:cs typeface="Malgun Gothic"/>
              </a:defRPr>
            </a:lvl2pPr>
            <a:lvl3pPr algn="l">
              <a:defRPr sz="2625" b="1">
                <a:solidFill>
                  <a:srgbClr val="0B6172"/>
                </a:solidFill>
                <a:latin typeface="Malgun Gothic"/>
                <a:ea typeface="Malgun Gothic"/>
                <a:cs typeface="Malgun Gothic"/>
              </a:defRPr>
            </a:lvl3pPr>
            <a:lvl4pPr algn="l">
              <a:defRPr sz="2625" b="1">
                <a:solidFill>
                  <a:srgbClr val="0B6172"/>
                </a:solidFill>
                <a:latin typeface="Malgun Gothic"/>
                <a:ea typeface="Malgun Gothic"/>
                <a:cs typeface="Malgun Gothic"/>
              </a:defRPr>
            </a:lvl4pPr>
            <a:lvl5pPr algn="l">
              <a:defRPr sz="2625" b="1">
                <a:solidFill>
                  <a:srgbClr val="0B6172"/>
                </a:solidFill>
                <a:latin typeface="Malgun Gothic"/>
                <a:ea typeface="Malgun Gothic"/>
                <a:cs typeface="Malgun Gothic"/>
              </a:defRPr>
            </a:lvl5pPr>
            <a:lvl6pPr algn="l">
              <a:defRPr sz="2625" b="1">
                <a:solidFill>
                  <a:srgbClr val="0B6172"/>
                </a:solidFill>
                <a:latin typeface="Malgun Gothic"/>
                <a:ea typeface="Malgun Gothic"/>
                <a:cs typeface="Malgun Gothic"/>
              </a:defRPr>
            </a:lvl6pPr>
            <a:lvl7pPr algn="l">
              <a:defRPr sz="2625" b="1">
                <a:solidFill>
                  <a:srgbClr val="0B6172"/>
                </a:solidFill>
                <a:latin typeface="Malgun Gothic"/>
                <a:ea typeface="Malgun Gothic"/>
                <a:cs typeface="Malgun Gothic"/>
              </a:defRPr>
            </a:lvl7pPr>
            <a:lvl8pPr algn="l">
              <a:defRPr sz="2625" b="1">
                <a:solidFill>
                  <a:srgbClr val="0B6172"/>
                </a:solidFill>
                <a:latin typeface="Malgun Gothic"/>
                <a:ea typeface="Malgun Gothic"/>
                <a:cs typeface="Malgun Gothic"/>
              </a:defRPr>
            </a:lvl8pPr>
            <a:lvl9pPr algn="l">
              <a:defRPr sz="2625" b="1">
                <a:solidFill>
                  <a:srgbClr val="0B6172"/>
                </a:solidFill>
                <a:latin typeface="Malgun Gothic"/>
                <a:ea typeface="Malgun Gothic"/>
                <a:cs typeface="Malgun Gothic"/>
              </a:defRPr>
            </a:lvl9pPr>
          </a:lstStyle>
          <a:p xmlns:a="http://schemas.openxmlformats.org/drawingml/2006/main">
            <a:pPr algn="l">
              <a:defRPr sz="2625" b="1">
                <a:solidFill>
                  <a:srgbClr val="0B6172"/>
                </a:solidFill>
                <a:latin typeface="Malgun Gothic"/>
                <a:ea typeface="Malgun Gothic"/>
                <a:cs typeface="Malgun Gothic"/>
              </a:defRPr>
            </a:pPr>
            <a:r>
              <a:rPr sz="2625" b="1">
                <a:solidFill>
                  <a:srgbClr val="0B6172"/>
                </a:solidFill>
                <a:latin typeface="Malgun Gothic"/>
                <a:ea typeface="Malgun Gothic"/>
                <a:cs typeface="Malgun Gothic"/>
              </a:rPr>
              <a:t>이 구성요소가 현재 문제에 필요한가?</a:t>
            </a:r>
          </a:p>
        </p:txBody>
      </p:sp>
      <p:sp>
        <p:nvSpPr>
          <p:cNvPr id="8" name="이번 문제에 필요했던 것">
            <a:extLst xmlns:a="http://schemas.openxmlformats.org/drawingml/2006/main">
              <a:ext uri="{FF2B5EF4-FFF2-40B4-BE49-F238E27FC236}">
                <a16:creationId xmlns:a16="http://schemas.microsoft.com/office/drawing/2014/main" id="{2CE98A6C-FD60-4DEE-929F-8F617DB1DFC5}"/>
              </a:ext>
            </a:extLst>
          </p:cNvPr>
          <p:cNvSpPr>
            <a:spLocks xmlns:a="http://schemas.openxmlformats.org/drawingml/2006/main" noGrp="1"/>
          </p:cNvSpPr>
          <p:nvPr/>
        </p:nvSpPr>
        <p:spPr>
          <a:xfrm xmlns:a="http://schemas.openxmlformats.org/drawingml/2006/main">
            <a:off x="609600" y="2914650"/>
            <a:ext cx="5181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이번 문제에 필요했던 것</a:t>
            </a:r>
          </a:p>
        </p:txBody>
      </p:sp>
      <p:sp>
        <p:nvSpPr>
          <p:cNvPr id="9" name="이번에는 정당화하지 못한 것">
            <a:extLst xmlns:a="http://schemas.openxmlformats.org/drawingml/2006/main">
              <a:ext uri="{FF2B5EF4-FFF2-40B4-BE49-F238E27FC236}">
                <a16:creationId xmlns:a16="http://schemas.microsoft.com/office/drawing/2014/main" id="{3AC3BC84-1759-407E-AB3C-0F4F843EAA85}"/>
              </a:ext>
            </a:extLst>
          </p:cNvPr>
          <p:cNvSpPr>
            <a:spLocks xmlns:a="http://schemas.openxmlformats.org/drawingml/2006/main" noGrp="1"/>
          </p:cNvSpPr>
          <p:nvPr/>
        </p:nvSpPr>
        <p:spPr>
          <a:xfrm xmlns:a="http://schemas.openxmlformats.org/drawingml/2006/main">
            <a:off x="6705600" y="29146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05400"/>
                </a:solidFill>
                <a:latin typeface="Malgun Gothic"/>
                <a:ea typeface="Malgun Gothic"/>
                <a:cs typeface="Malgun Gothic"/>
              </a:defRPr>
            </a:defPPr>
            <a:lvl1pPr algn="l">
              <a:defRPr sz="2100" b="1">
                <a:solidFill>
                  <a:srgbClr val="805400"/>
                </a:solidFill>
                <a:latin typeface="Malgun Gothic"/>
                <a:ea typeface="Malgun Gothic"/>
                <a:cs typeface="Malgun Gothic"/>
              </a:defRPr>
            </a:lvl1pPr>
            <a:lvl2pPr algn="l">
              <a:defRPr sz="2100" b="1">
                <a:solidFill>
                  <a:srgbClr val="805400"/>
                </a:solidFill>
                <a:latin typeface="Malgun Gothic"/>
                <a:ea typeface="Malgun Gothic"/>
                <a:cs typeface="Malgun Gothic"/>
              </a:defRPr>
            </a:lvl2pPr>
            <a:lvl3pPr algn="l">
              <a:defRPr sz="2100" b="1">
                <a:solidFill>
                  <a:srgbClr val="805400"/>
                </a:solidFill>
                <a:latin typeface="Malgun Gothic"/>
                <a:ea typeface="Malgun Gothic"/>
                <a:cs typeface="Malgun Gothic"/>
              </a:defRPr>
            </a:lvl3pPr>
            <a:lvl4pPr algn="l">
              <a:defRPr sz="2100" b="1">
                <a:solidFill>
                  <a:srgbClr val="805400"/>
                </a:solidFill>
                <a:latin typeface="Malgun Gothic"/>
                <a:ea typeface="Malgun Gothic"/>
                <a:cs typeface="Malgun Gothic"/>
              </a:defRPr>
            </a:lvl4pPr>
            <a:lvl5pPr algn="l">
              <a:defRPr sz="2100" b="1">
                <a:solidFill>
                  <a:srgbClr val="805400"/>
                </a:solidFill>
                <a:latin typeface="Malgun Gothic"/>
                <a:ea typeface="Malgun Gothic"/>
                <a:cs typeface="Malgun Gothic"/>
              </a:defRPr>
            </a:lvl5pPr>
            <a:lvl6pPr algn="l">
              <a:defRPr sz="2100" b="1">
                <a:solidFill>
                  <a:srgbClr val="805400"/>
                </a:solidFill>
                <a:latin typeface="Malgun Gothic"/>
                <a:ea typeface="Malgun Gothic"/>
                <a:cs typeface="Malgun Gothic"/>
              </a:defRPr>
            </a:lvl6pPr>
            <a:lvl7pPr algn="l">
              <a:defRPr sz="2100" b="1">
                <a:solidFill>
                  <a:srgbClr val="805400"/>
                </a:solidFill>
                <a:latin typeface="Malgun Gothic"/>
                <a:ea typeface="Malgun Gothic"/>
                <a:cs typeface="Malgun Gothic"/>
              </a:defRPr>
            </a:lvl7pPr>
            <a:lvl8pPr algn="l">
              <a:defRPr sz="2100" b="1">
                <a:solidFill>
                  <a:srgbClr val="805400"/>
                </a:solidFill>
                <a:latin typeface="Malgun Gothic"/>
                <a:ea typeface="Malgun Gothic"/>
                <a:cs typeface="Malgun Gothic"/>
              </a:defRPr>
            </a:lvl8pPr>
            <a:lvl9pPr algn="l">
              <a:defRPr sz="2100" b="1">
                <a:solidFill>
                  <a:srgbClr val="805400"/>
                </a:solidFill>
                <a:latin typeface="Malgun Gothic"/>
                <a:ea typeface="Malgun Gothic"/>
                <a:cs typeface="Malgun Gothic"/>
              </a:defRPr>
            </a:lvl9pPr>
          </a:lstStyle>
          <a:p xmlns:a="http://schemas.openxmlformats.org/drawingml/2006/main">
            <a:pPr algn="l">
              <a:defRPr sz="2100" b="1">
                <a:solidFill>
                  <a:srgbClr val="805400"/>
                </a:solidFill>
                <a:latin typeface="Malgun Gothic"/>
                <a:ea typeface="Malgun Gothic"/>
                <a:cs typeface="Malgun Gothic"/>
              </a:defRPr>
            </a:pPr>
            <a:r>
              <a:rPr sz="2100" b="1">
                <a:solidFill>
                  <a:srgbClr val="805400"/>
                </a:solidFill>
                <a:latin typeface="Malgun Gothic"/>
                <a:ea typeface="Malgun Gothic"/>
                <a:cs typeface="Malgun Gothic"/>
              </a:rPr>
              <a:t>이번에는 정당화하지 못한 것</a:t>
            </a:r>
          </a:p>
        </p:txBody>
      </p:sp>
      <p:sp>
        <p:nvSpPr>
          <p:cNvPr id="10" name="">
            <a:extLst xmlns:a="http://schemas.openxmlformats.org/drawingml/2006/main">
              <a:ext uri="{FF2B5EF4-FFF2-40B4-BE49-F238E27FC236}">
                <a16:creationId xmlns:a16="http://schemas.microsoft.com/office/drawing/2014/main" id="{07D8CCB7-0ABF-4706-AB67-CFAFAA42676F}"/>
              </a:ext>
            </a:extLst>
          </p:cNvPr>
          <p:cNvSpPr>
            <a:spLocks xmlns:a="http://schemas.openxmlformats.org/drawingml/2006/main" noGrp="1"/>
          </p:cNvSpPr>
          <p:nvPr/>
        </p:nvSpPr>
        <p:spPr>
          <a:xfrm xmlns:a="http://schemas.openxmlformats.org/drawingml/2006/main">
            <a:off x="609600" y="3476625"/>
            <a:ext cx="51816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1" name="">
            <a:extLst xmlns:a="http://schemas.openxmlformats.org/drawingml/2006/main">
              <a:ext uri="{FF2B5EF4-FFF2-40B4-BE49-F238E27FC236}">
                <a16:creationId xmlns:a16="http://schemas.microsoft.com/office/drawing/2014/main" id="{76BAA484-2AD6-43B3-9546-C9AB59C3C418}"/>
              </a:ext>
            </a:extLst>
          </p:cNvPr>
          <p:cNvSpPr>
            <a:spLocks xmlns:a="http://schemas.openxmlformats.org/drawingml/2006/main" noGrp="1"/>
          </p:cNvSpPr>
          <p:nvPr/>
        </p:nvSpPr>
        <p:spPr>
          <a:xfrm xmlns:a="http://schemas.openxmlformats.org/drawingml/2006/main">
            <a:off x="6705600" y="3476625"/>
            <a:ext cx="4876800" cy="0"/>
          </a:xfrm>
          <a:prstGeom xmlns:a="http://schemas.openxmlformats.org/drawingml/2006/main" prst="line">
            <a:avLst/>
          </a:prstGeom>
          <a:noFill xmlns:a="http://schemas.openxmlformats.org/drawingml/2006/main"/>
          <a:ln xmlns:a="http://schemas.openxmlformats.org/drawingml/2006/main" w="19050">
            <a:solidFill>
              <a:srgbClr val="805400"/>
            </a:solidFill>
            <a:prstDash val="solid"/>
          </a:ln>
        </p:spPr>
      </p:sp>
      <p:sp>
        <p:nvSpPr>
          <p:cNvPr id="12" name="Task Prompt&#10;Context와 Routing&#10;재사용 Workflow&#10;Tests와 Benchmark">
            <a:extLst xmlns:a="http://schemas.openxmlformats.org/drawingml/2006/main">
              <a:ext uri="{FF2B5EF4-FFF2-40B4-BE49-F238E27FC236}">
                <a16:creationId xmlns:a16="http://schemas.microsoft.com/office/drawing/2014/main" id="{BEBF5F0A-8254-436C-A60A-01B1F1D0351B}"/>
              </a:ext>
            </a:extLst>
          </p:cNvPr>
          <p:cNvSpPr>
            <a:spLocks xmlns:a="http://schemas.openxmlformats.org/drawingml/2006/main" noGrp="1"/>
          </p:cNvSpPr>
          <p:nvPr/>
        </p:nvSpPr>
        <p:spPr>
          <a:xfrm xmlns:a="http://schemas.openxmlformats.org/drawingml/2006/main">
            <a:off x="609600" y="3676650"/>
            <a:ext cx="51816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Task Prompt</a:t>
            </a:r>
          </a:p>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Context와 Routing</a:t>
            </a:r>
          </a:p>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재사용 Workflow</a:t>
            </a:r>
          </a:p>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Tests와 Benchmark</a:t>
            </a:r>
          </a:p>
        </p:txBody>
      </p:sp>
      <p:sp>
        <p:nvSpPr>
          <p:cNvPr id="13" name="Subagent&#10;Memory">
            <a:extLst xmlns:a="http://schemas.openxmlformats.org/drawingml/2006/main">
              <a:ext uri="{FF2B5EF4-FFF2-40B4-BE49-F238E27FC236}">
                <a16:creationId xmlns:a16="http://schemas.microsoft.com/office/drawing/2014/main" id="{994BF42B-2786-4293-81FB-5753ADCB57C2}"/>
              </a:ext>
            </a:extLst>
          </p:cNvPr>
          <p:cNvSpPr>
            <a:spLocks xmlns:a="http://schemas.openxmlformats.org/drawingml/2006/main" noGrp="1"/>
          </p:cNvSpPr>
          <p:nvPr/>
        </p:nvSpPr>
        <p:spPr>
          <a:xfrm xmlns:a="http://schemas.openxmlformats.org/drawingml/2006/main">
            <a:off x="6705600" y="3857625"/>
            <a:ext cx="4876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925" b="1">
                <a:solidFill>
                  <a:srgbClr val="17212B"/>
                </a:solidFill>
                <a:latin typeface="Malgun Gothic"/>
                <a:ea typeface="Malgun Gothic"/>
                <a:cs typeface="Malgun Gothic"/>
              </a:defRPr>
            </a:defPPr>
            <a:lvl1pPr algn="l">
              <a:defRPr sz="2925" b="1">
                <a:solidFill>
                  <a:srgbClr val="17212B"/>
                </a:solidFill>
                <a:latin typeface="Malgun Gothic"/>
                <a:ea typeface="Malgun Gothic"/>
                <a:cs typeface="Malgun Gothic"/>
              </a:defRPr>
            </a:lvl1pPr>
            <a:lvl2pPr algn="l">
              <a:defRPr sz="2925" b="1">
                <a:solidFill>
                  <a:srgbClr val="17212B"/>
                </a:solidFill>
                <a:latin typeface="Malgun Gothic"/>
                <a:ea typeface="Malgun Gothic"/>
                <a:cs typeface="Malgun Gothic"/>
              </a:defRPr>
            </a:lvl2pPr>
            <a:lvl3pPr algn="l">
              <a:defRPr sz="2925" b="1">
                <a:solidFill>
                  <a:srgbClr val="17212B"/>
                </a:solidFill>
                <a:latin typeface="Malgun Gothic"/>
                <a:ea typeface="Malgun Gothic"/>
                <a:cs typeface="Malgun Gothic"/>
              </a:defRPr>
            </a:lvl3pPr>
            <a:lvl4pPr algn="l">
              <a:defRPr sz="2925" b="1">
                <a:solidFill>
                  <a:srgbClr val="17212B"/>
                </a:solidFill>
                <a:latin typeface="Malgun Gothic"/>
                <a:ea typeface="Malgun Gothic"/>
                <a:cs typeface="Malgun Gothic"/>
              </a:defRPr>
            </a:lvl4pPr>
            <a:lvl5pPr algn="l">
              <a:defRPr sz="2925" b="1">
                <a:solidFill>
                  <a:srgbClr val="17212B"/>
                </a:solidFill>
                <a:latin typeface="Malgun Gothic"/>
                <a:ea typeface="Malgun Gothic"/>
                <a:cs typeface="Malgun Gothic"/>
              </a:defRPr>
            </a:lvl5pPr>
            <a:lvl6pPr algn="l">
              <a:defRPr sz="2925" b="1">
                <a:solidFill>
                  <a:srgbClr val="17212B"/>
                </a:solidFill>
                <a:latin typeface="Malgun Gothic"/>
                <a:ea typeface="Malgun Gothic"/>
                <a:cs typeface="Malgun Gothic"/>
              </a:defRPr>
            </a:lvl6pPr>
            <a:lvl7pPr algn="l">
              <a:defRPr sz="2925" b="1">
                <a:solidFill>
                  <a:srgbClr val="17212B"/>
                </a:solidFill>
                <a:latin typeface="Malgun Gothic"/>
                <a:ea typeface="Malgun Gothic"/>
                <a:cs typeface="Malgun Gothic"/>
              </a:defRPr>
            </a:lvl7pPr>
            <a:lvl8pPr algn="l">
              <a:defRPr sz="2925" b="1">
                <a:solidFill>
                  <a:srgbClr val="17212B"/>
                </a:solidFill>
                <a:latin typeface="Malgun Gothic"/>
                <a:ea typeface="Malgun Gothic"/>
                <a:cs typeface="Malgun Gothic"/>
              </a:defRPr>
            </a:lvl8pPr>
            <a:lvl9pPr algn="l">
              <a:defRPr sz="2925" b="1">
                <a:solidFill>
                  <a:srgbClr val="17212B"/>
                </a:solidFill>
                <a:latin typeface="Malgun Gothic"/>
                <a:ea typeface="Malgun Gothic"/>
                <a:cs typeface="Malgun Gothic"/>
              </a:defRPr>
            </a:lvl9pPr>
          </a:lstStyle>
          <a:p xmlns:a="http://schemas.openxmlformats.org/drawingml/2006/main">
            <a:pPr algn="l">
              <a:defRPr sz="2925" b="1">
                <a:solidFill>
                  <a:srgbClr val="17212B"/>
                </a:solidFill>
                <a:latin typeface="Malgun Gothic"/>
                <a:ea typeface="Malgun Gothic"/>
                <a:cs typeface="Malgun Gothic"/>
              </a:defRPr>
            </a:pPr>
            <a:r>
              <a:rPr sz="2925" b="1">
                <a:solidFill>
                  <a:srgbClr val="17212B"/>
                </a:solidFill>
                <a:latin typeface="Malgun Gothic"/>
                <a:ea typeface="Malgun Gothic"/>
                <a:cs typeface="Malgun Gothic"/>
              </a:rPr>
              <a:t>Subagent</a:t>
            </a:r>
          </a:p>
          <a:p xmlns:a="http://schemas.openxmlformats.org/drawingml/2006/main">
            <a:pPr algn="l">
              <a:defRPr sz="2925" b="1">
                <a:solidFill>
                  <a:srgbClr val="17212B"/>
                </a:solidFill>
                <a:latin typeface="Malgun Gothic"/>
                <a:ea typeface="Malgun Gothic"/>
                <a:cs typeface="Malgun Gothic"/>
              </a:defRPr>
            </a:pPr>
            <a:r>
              <a:rPr sz="2925" b="1">
                <a:solidFill>
                  <a:srgbClr val="17212B"/>
                </a:solidFill>
                <a:latin typeface="Malgun Gothic"/>
                <a:ea typeface="Malgun Gothic"/>
                <a:cs typeface="Malgun Gothic"/>
              </a:rPr>
              <a:t>Memory</a:t>
            </a:r>
          </a:p>
        </p:txBody>
      </p:sp>
      <p:sp>
        <p:nvSpPr>
          <p:cNvPr id="14" name="현재 문제가 필요로 하는 만큼 설계한다.">
            <a:extLst xmlns:a="http://schemas.openxmlformats.org/drawingml/2006/main">
              <a:ext uri="{FF2B5EF4-FFF2-40B4-BE49-F238E27FC236}">
                <a16:creationId xmlns:a16="http://schemas.microsoft.com/office/drawing/2014/main" id="{47203F4C-DB57-42F8-A448-D34A4D480543}"/>
              </a:ext>
            </a:extLst>
          </p:cNvPr>
          <p:cNvSpPr>
            <a:spLocks xmlns:a="http://schemas.openxmlformats.org/drawingml/2006/main" noGrp="1"/>
          </p:cNvSpPr>
          <p:nvPr/>
        </p:nvSpPr>
        <p:spPr>
          <a:xfrm xmlns:a="http://schemas.openxmlformats.org/drawingml/2006/main">
            <a:off x="609600" y="53530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현재 문제가 필요로 하는 만큼 설계한다.</a:t>
            </a:r>
          </a:p>
        </p:txBody>
      </p:sp>
      <p:sp>
        <p:nvSpPr>
          <p:cNvPr id="15" name="Legacy module connection">
            <a:extLst xmlns:a="http://schemas.openxmlformats.org/drawingml/2006/main">
              <a:ext uri="{FF2B5EF4-FFF2-40B4-BE49-F238E27FC236}">
                <a16:creationId xmlns:a16="http://schemas.microsoft.com/office/drawing/2014/main" id="{BEC41E35-0DC9-40C2-8F12-96FFDD444132}"/>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M8 · M9</a:t>
            </a:r>
          </a:p>
        </p:txBody>
      </p:sp>
    </p:spTree>
    <p:extLst>
      <p:ext uri="{BB962C8B-B14F-4D97-AF65-F5344CB8AC3E}">
        <p14:creationId xmlns:p14="http://schemas.microsoft.com/office/powerpoint/2010/main" val="2136965651"/>
      </p:ext>
    </p:extLst>
  </p:cSld>
</p:sld>
</file>

<file path=ppt/slides/slide8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3" name="ACT 5 · 개발자의 판단">
            <a:extLst xmlns:a="http://schemas.openxmlformats.org/drawingml/2006/main">
              <a:ext uri="{FF2B5EF4-FFF2-40B4-BE49-F238E27FC236}">
                <a16:creationId xmlns:a16="http://schemas.microsoft.com/office/drawing/2014/main" id="{D38EA4F5-885C-4382-8165-5B46BCC6BB47}"/>
              </a:ext>
            </a:extLst>
          </p:cNvPr>
          <p:cNvSpPr>
            <a:spLocks xmlns:a="http://schemas.openxmlformats.org/drawingml/2006/main" noGrp="1"/>
          </p:cNvSpPr>
          <p:nvPr/>
        </p:nvSpPr>
        <p:spPr>
          <a:xfrm xmlns:a="http://schemas.openxmlformats.org/drawingml/2006/main">
            <a:off x="609600" y="4572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5 · 개발자의 판단</a:t>
            </a:r>
          </a:p>
        </p:txBody>
      </p:sp>
      <p:sp>
        <p:nvSpPr>
          <p:cNvPr id="2" name="S89">
            <a:extLst xmlns:a="http://schemas.openxmlformats.org/drawingml/2006/main">
              <a:ext uri="{FF2B5EF4-FFF2-40B4-BE49-F238E27FC236}">
                <a16:creationId xmlns:a16="http://schemas.microsoft.com/office/drawing/2014/main" id="{E38CA2F3-BF1A-40AE-A8BC-2BEECB58DEB6}"/>
              </a:ext>
            </a:extLst>
          </p:cNvPr>
          <p:cNvSpPr>
            <a:spLocks xmlns:a="http://schemas.openxmlformats.org/drawingml/2006/main" noGrp="1"/>
          </p:cNvSpPr>
          <p:nvPr/>
        </p:nvSpPr>
        <p:spPr>
          <a:xfrm xmlns:a="http://schemas.openxmlformats.org/drawingml/2006/main">
            <a:off x="10668000" y="457200"/>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S89</a:t>
            </a:r>
          </a:p>
        </p:txBody>
      </p:sp>
      <p:sp>
        <p:nvSpPr>
          <p:cNvPr id="3" name="위임이 늘어도 개발자 책임은 남는다">
            <a:extLst xmlns:a="http://schemas.openxmlformats.org/drawingml/2006/main">
              <a:ext uri="{FF2B5EF4-FFF2-40B4-BE49-F238E27FC236}">
                <a16:creationId xmlns:a16="http://schemas.microsoft.com/office/drawing/2014/main" id="{C3CC662E-BD7A-4591-82FF-7C1D1D5747DC}"/>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위임이 늘어도 개발자 책임은 남는다</a:t>
            </a:r>
          </a:p>
        </p:txBody>
      </p:sp>
      <p:sp>
        <p:nvSpPr>
          <p:cNvPr id="4" name="">
            <a:extLst xmlns:a="http://schemas.openxmlformats.org/drawingml/2006/main">
              <a:ext uri="{FF2B5EF4-FFF2-40B4-BE49-F238E27FC236}">
                <a16:creationId xmlns:a16="http://schemas.microsoft.com/office/drawing/2014/main" id="{398C650C-8878-4734-A508-509AF7791415}"/>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BEAT-061–062 · 이 교육의 책임 원칙">
            <a:extLst xmlns:a="http://schemas.openxmlformats.org/drawingml/2006/main">
              <a:ext uri="{FF2B5EF4-FFF2-40B4-BE49-F238E27FC236}">
                <a16:creationId xmlns:a16="http://schemas.microsoft.com/office/drawing/2014/main" id="{F33C1C3A-8D96-4219-B436-7BF991101E7E}"/>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BEAT-061–062 · 이 교육의 책임 원칙</a:t>
            </a:r>
          </a:p>
        </p:txBody>
      </p:sp>
      <p:sp>
        <p:nvSpPr>
          <p:cNvPr id="6" name="Agent와 개발자의 역할을 고정된 분업표로 제시하는 것은 아니다.">
            <a:extLst xmlns:a="http://schemas.openxmlformats.org/drawingml/2006/main">
              <a:ext uri="{FF2B5EF4-FFF2-40B4-BE49-F238E27FC236}">
                <a16:creationId xmlns:a16="http://schemas.microsoft.com/office/drawing/2014/main" id="{9DAF00A2-57C5-474F-8FA6-4B50B85827B1}"/>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Agent와 개발자의 역할을 고정된 분업표로 제시하는 것은 아니다.</a:t>
            </a:r>
          </a:p>
        </p:txBody>
      </p:sp>
      <p:sp>
        <p:nvSpPr>
          <p:cNvPr id="7" name="AI가 조사·생성·변경·실행·비교를 도와도">
            <a:extLst xmlns:a="http://schemas.openxmlformats.org/drawingml/2006/main">
              <a:ext uri="{FF2B5EF4-FFF2-40B4-BE49-F238E27FC236}">
                <a16:creationId xmlns:a16="http://schemas.microsoft.com/office/drawing/2014/main" id="{4671704F-7670-47A9-95A3-7DF4918BDFB5}"/>
              </a:ext>
            </a:extLst>
          </p:cNvPr>
          <p:cNvSpPr>
            <a:spLocks xmlns:a="http://schemas.openxmlformats.org/drawingml/2006/main" noGrp="1"/>
          </p:cNvSpPr>
          <p:nvPr/>
        </p:nvSpPr>
        <p:spPr>
          <a:xfrm xmlns:a="http://schemas.openxmlformats.org/drawingml/2006/main">
            <a:off x="609600" y="19907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4D5A68"/>
                </a:solidFill>
                <a:latin typeface="Malgun Gothic"/>
                <a:ea typeface="Malgun Gothic"/>
                <a:cs typeface="Malgun Gothic"/>
              </a:defRPr>
            </a:defPPr>
            <a:lvl1pPr algn="l">
              <a:defRPr sz="2400" b="0">
                <a:solidFill>
                  <a:srgbClr val="4D5A68"/>
                </a:solidFill>
                <a:latin typeface="Malgun Gothic"/>
                <a:ea typeface="Malgun Gothic"/>
                <a:cs typeface="Malgun Gothic"/>
              </a:defRPr>
            </a:lvl1pPr>
            <a:lvl2pPr algn="l">
              <a:defRPr sz="2400" b="0">
                <a:solidFill>
                  <a:srgbClr val="4D5A68"/>
                </a:solidFill>
                <a:latin typeface="Malgun Gothic"/>
                <a:ea typeface="Malgun Gothic"/>
                <a:cs typeface="Malgun Gothic"/>
              </a:defRPr>
            </a:lvl2pPr>
            <a:lvl3pPr algn="l">
              <a:defRPr sz="2400" b="0">
                <a:solidFill>
                  <a:srgbClr val="4D5A68"/>
                </a:solidFill>
                <a:latin typeface="Malgun Gothic"/>
                <a:ea typeface="Malgun Gothic"/>
                <a:cs typeface="Malgun Gothic"/>
              </a:defRPr>
            </a:lvl3pPr>
            <a:lvl4pPr algn="l">
              <a:defRPr sz="2400" b="0">
                <a:solidFill>
                  <a:srgbClr val="4D5A68"/>
                </a:solidFill>
                <a:latin typeface="Malgun Gothic"/>
                <a:ea typeface="Malgun Gothic"/>
                <a:cs typeface="Malgun Gothic"/>
              </a:defRPr>
            </a:lvl4pPr>
            <a:lvl5pPr algn="l">
              <a:defRPr sz="2400" b="0">
                <a:solidFill>
                  <a:srgbClr val="4D5A68"/>
                </a:solidFill>
                <a:latin typeface="Malgun Gothic"/>
                <a:ea typeface="Malgun Gothic"/>
                <a:cs typeface="Malgun Gothic"/>
              </a:defRPr>
            </a:lvl5pPr>
            <a:lvl6pPr algn="l">
              <a:defRPr sz="2400" b="0">
                <a:solidFill>
                  <a:srgbClr val="4D5A68"/>
                </a:solidFill>
                <a:latin typeface="Malgun Gothic"/>
                <a:ea typeface="Malgun Gothic"/>
                <a:cs typeface="Malgun Gothic"/>
              </a:defRPr>
            </a:lvl6pPr>
            <a:lvl7pPr algn="l">
              <a:defRPr sz="2400" b="0">
                <a:solidFill>
                  <a:srgbClr val="4D5A68"/>
                </a:solidFill>
                <a:latin typeface="Malgun Gothic"/>
                <a:ea typeface="Malgun Gothic"/>
                <a:cs typeface="Malgun Gothic"/>
              </a:defRPr>
            </a:lvl7pPr>
            <a:lvl8pPr algn="l">
              <a:defRPr sz="2400" b="0">
                <a:solidFill>
                  <a:srgbClr val="4D5A68"/>
                </a:solidFill>
                <a:latin typeface="Malgun Gothic"/>
                <a:ea typeface="Malgun Gothic"/>
                <a:cs typeface="Malgun Gothic"/>
              </a:defRPr>
            </a:lvl8pPr>
            <a:lvl9pPr algn="l">
              <a:defRPr sz="2400" b="0">
                <a:solidFill>
                  <a:srgbClr val="4D5A68"/>
                </a:solidFill>
                <a:latin typeface="Malgun Gothic"/>
                <a:ea typeface="Malgun Gothic"/>
                <a:cs typeface="Malgun Gothic"/>
              </a:defRPr>
            </a:lvl9pPr>
          </a:lstStyle>
          <a:p xmlns:a="http://schemas.openxmlformats.org/drawingml/2006/main">
            <a:pPr algn="l">
              <a:defRPr sz="2400" b="0">
                <a:solidFill>
                  <a:srgbClr val="4D5A68"/>
                </a:solidFill>
                <a:latin typeface="Malgun Gothic"/>
                <a:ea typeface="Malgun Gothic"/>
                <a:cs typeface="Malgun Gothic"/>
              </a:defRPr>
            </a:pPr>
            <a:r>
              <a:rPr sz="2400" b="0">
                <a:solidFill>
                  <a:srgbClr val="4D5A68"/>
                </a:solidFill>
                <a:latin typeface="Malgun Gothic"/>
                <a:ea typeface="Malgun Gothic"/>
                <a:cs typeface="Malgun Gothic"/>
              </a:rPr>
              <a:t>AI가 조사·생성·변경·실행·비교를 도와도</a:t>
            </a:r>
          </a:p>
        </p:txBody>
      </p:sp>
      <p:sp>
        <p:nvSpPr>
          <p:cNvPr id="8" name="결과를 수용하는 판단은 누가 하는가?">
            <a:extLst xmlns:a="http://schemas.openxmlformats.org/drawingml/2006/main">
              <a:ext uri="{FF2B5EF4-FFF2-40B4-BE49-F238E27FC236}">
                <a16:creationId xmlns:a16="http://schemas.microsoft.com/office/drawing/2014/main" id="{2766940A-F1D8-4D9D-904B-52EBC1F38D8C}"/>
              </a:ext>
            </a:extLst>
          </p:cNvPr>
          <p:cNvSpPr>
            <a:spLocks xmlns:a="http://schemas.openxmlformats.org/drawingml/2006/main" noGrp="1"/>
          </p:cNvSpPr>
          <p:nvPr/>
        </p:nvSpPr>
        <p:spPr>
          <a:xfrm xmlns:a="http://schemas.openxmlformats.org/drawingml/2006/main">
            <a:off x="609600" y="25908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0B6172"/>
                </a:solidFill>
                <a:latin typeface="Malgun Gothic"/>
                <a:ea typeface="Malgun Gothic"/>
                <a:cs typeface="Malgun Gothic"/>
              </a:defRPr>
            </a:defPPr>
            <a:lvl1pPr algn="l">
              <a:defRPr sz="2700" b="1">
                <a:solidFill>
                  <a:srgbClr val="0B6172"/>
                </a:solidFill>
                <a:latin typeface="Malgun Gothic"/>
                <a:ea typeface="Malgun Gothic"/>
                <a:cs typeface="Malgun Gothic"/>
              </a:defRPr>
            </a:lvl1pPr>
            <a:lvl2pPr algn="l">
              <a:defRPr sz="2700" b="1">
                <a:solidFill>
                  <a:srgbClr val="0B6172"/>
                </a:solidFill>
                <a:latin typeface="Malgun Gothic"/>
                <a:ea typeface="Malgun Gothic"/>
                <a:cs typeface="Malgun Gothic"/>
              </a:defRPr>
            </a:lvl2pPr>
            <a:lvl3pPr algn="l">
              <a:defRPr sz="2700" b="1">
                <a:solidFill>
                  <a:srgbClr val="0B6172"/>
                </a:solidFill>
                <a:latin typeface="Malgun Gothic"/>
                <a:ea typeface="Malgun Gothic"/>
                <a:cs typeface="Malgun Gothic"/>
              </a:defRPr>
            </a:lvl3pPr>
            <a:lvl4pPr algn="l">
              <a:defRPr sz="2700" b="1">
                <a:solidFill>
                  <a:srgbClr val="0B6172"/>
                </a:solidFill>
                <a:latin typeface="Malgun Gothic"/>
                <a:ea typeface="Malgun Gothic"/>
                <a:cs typeface="Malgun Gothic"/>
              </a:defRPr>
            </a:lvl4pPr>
            <a:lvl5pPr algn="l">
              <a:defRPr sz="2700" b="1">
                <a:solidFill>
                  <a:srgbClr val="0B6172"/>
                </a:solidFill>
                <a:latin typeface="Malgun Gothic"/>
                <a:ea typeface="Malgun Gothic"/>
                <a:cs typeface="Malgun Gothic"/>
              </a:defRPr>
            </a:lvl5pPr>
            <a:lvl6pPr algn="l">
              <a:defRPr sz="2700" b="1">
                <a:solidFill>
                  <a:srgbClr val="0B6172"/>
                </a:solidFill>
                <a:latin typeface="Malgun Gothic"/>
                <a:ea typeface="Malgun Gothic"/>
                <a:cs typeface="Malgun Gothic"/>
              </a:defRPr>
            </a:lvl6pPr>
            <a:lvl7pPr algn="l">
              <a:defRPr sz="2700" b="1">
                <a:solidFill>
                  <a:srgbClr val="0B6172"/>
                </a:solidFill>
                <a:latin typeface="Malgun Gothic"/>
                <a:ea typeface="Malgun Gothic"/>
                <a:cs typeface="Malgun Gothic"/>
              </a:defRPr>
            </a:lvl7pPr>
            <a:lvl8pPr algn="l">
              <a:defRPr sz="2700" b="1">
                <a:solidFill>
                  <a:srgbClr val="0B6172"/>
                </a:solidFill>
                <a:latin typeface="Malgun Gothic"/>
                <a:ea typeface="Malgun Gothic"/>
                <a:cs typeface="Malgun Gothic"/>
              </a:defRPr>
            </a:lvl8pPr>
            <a:lvl9pPr algn="l">
              <a:defRPr sz="2700" b="1">
                <a:solidFill>
                  <a:srgbClr val="0B6172"/>
                </a:solidFill>
                <a:latin typeface="Malgun Gothic"/>
                <a:ea typeface="Malgun Gothic"/>
                <a:cs typeface="Malgun Gothic"/>
              </a:defRPr>
            </a:lvl9pPr>
          </a:lstStyle>
          <a:p xmlns:a="http://schemas.openxmlformats.org/drawingml/2006/main">
            <a:pPr algn="l">
              <a:defRPr sz="2700" b="1">
                <a:solidFill>
                  <a:srgbClr val="0B6172"/>
                </a:solidFill>
                <a:latin typeface="Malgun Gothic"/>
                <a:ea typeface="Malgun Gothic"/>
                <a:cs typeface="Malgun Gothic"/>
              </a:defRPr>
            </a:pPr>
            <a:r>
              <a:rPr sz="2700" b="1">
                <a:solidFill>
                  <a:srgbClr val="0B6172"/>
                </a:solidFill>
                <a:latin typeface="Malgun Gothic"/>
                <a:ea typeface="Malgun Gothic"/>
                <a:cs typeface="Malgun Gothic"/>
              </a:rPr>
              <a:t>결과를 수용하는 판단은 누가 하는가?</a:t>
            </a:r>
          </a:p>
        </p:txBody>
      </p:sp>
      <p:sp>
        <p:nvSpPr>
          <p:cNvPr id="9" name="">
            <a:extLst xmlns:a="http://schemas.openxmlformats.org/drawingml/2006/main">
              <a:ext uri="{FF2B5EF4-FFF2-40B4-BE49-F238E27FC236}">
                <a16:creationId xmlns:a16="http://schemas.microsoft.com/office/drawing/2014/main" id="{2AC4D32E-7310-450F-96D9-A29C6004B5E3}"/>
              </a:ext>
            </a:extLst>
          </p:cNvPr>
          <p:cNvSpPr>
            <a:spLocks xmlns:a="http://schemas.openxmlformats.org/drawingml/2006/main" noGrp="1"/>
          </p:cNvSpPr>
          <p:nvPr/>
        </p:nvSpPr>
        <p:spPr>
          <a:xfrm xmlns:a="http://schemas.openxmlformats.org/drawingml/2006/main">
            <a:off x="609600" y="3505200"/>
            <a:ext cx="249555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0" name="목표">
            <a:extLst xmlns:a="http://schemas.openxmlformats.org/drawingml/2006/main">
              <a:ext uri="{FF2B5EF4-FFF2-40B4-BE49-F238E27FC236}">
                <a16:creationId xmlns:a16="http://schemas.microsoft.com/office/drawing/2014/main" id="{F2907606-EF64-4BD7-9775-69008B68A58A}"/>
              </a:ext>
            </a:extLst>
          </p:cNvPr>
          <p:cNvSpPr>
            <a:spLocks xmlns:a="http://schemas.openxmlformats.org/drawingml/2006/main" noGrp="1"/>
          </p:cNvSpPr>
          <p:nvPr/>
        </p:nvSpPr>
        <p:spPr>
          <a:xfrm xmlns:a="http://schemas.openxmlformats.org/drawingml/2006/main">
            <a:off x="609600" y="3686175"/>
            <a:ext cx="2495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0B6172"/>
                </a:solidFill>
                <a:latin typeface="Malgun Gothic"/>
                <a:ea typeface="Malgun Gothic"/>
                <a:cs typeface="Malgun Gothic"/>
              </a:defRPr>
            </a:defPPr>
            <a:lvl1pPr algn="l">
              <a:defRPr sz="2850" b="1">
                <a:solidFill>
                  <a:srgbClr val="0B6172"/>
                </a:solidFill>
                <a:latin typeface="Malgun Gothic"/>
                <a:ea typeface="Malgun Gothic"/>
                <a:cs typeface="Malgun Gothic"/>
              </a:defRPr>
            </a:lvl1pPr>
            <a:lvl2pPr algn="l">
              <a:defRPr sz="2850" b="1">
                <a:solidFill>
                  <a:srgbClr val="0B6172"/>
                </a:solidFill>
                <a:latin typeface="Malgun Gothic"/>
                <a:ea typeface="Malgun Gothic"/>
                <a:cs typeface="Malgun Gothic"/>
              </a:defRPr>
            </a:lvl2pPr>
            <a:lvl3pPr algn="l">
              <a:defRPr sz="2850" b="1">
                <a:solidFill>
                  <a:srgbClr val="0B6172"/>
                </a:solidFill>
                <a:latin typeface="Malgun Gothic"/>
                <a:ea typeface="Malgun Gothic"/>
                <a:cs typeface="Malgun Gothic"/>
              </a:defRPr>
            </a:lvl3pPr>
            <a:lvl4pPr algn="l">
              <a:defRPr sz="2850" b="1">
                <a:solidFill>
                  <a:srgbClr val="0B6172"/>
                </a:solidFill>
                <a:latin typeface="Malgun Gothic"/>
                <a:ea typeface="Malgun Gothic"/>
                <a:cs typeface="Malgun Gothic"/>
              </a:defRPr>
            </a:lvl4pPr>
            <a:lvl5pPr algn="l">
              <a:defRPr sz="2850" b="1">
                <a:solidFill>
                  <a:srgbClr val="0B6172"/>
                </a:solidFill>
                <a:latin typeface="Malgun Gothic"/>
                <a:ea typeface="Malgun Gothic"/>
                <a:cs typeface="Malgun Gothic"/>
              </a:defRPr>
            </a:lvl5pPr>
            <a:lvl6pPr algn="l">
              <a:defRPr sz="2850" b="1">
                <a:solidFill>
                  <a:srgbClr val="0B6172"/>
                </a:solidFill>
                <a:latin typeface="Malgun Gothic"/>
                <a:ea typeface="Malgun Gothic"/>
                <a:cs typeface="Malgun Gothic"/>
              </a:defRPr>
            </a:lvl6pPr>
            <a:lvl7pPr algn="l">
              <a:defRPr sz="2850" b="1">
                <a:solidFill>
                  <a:srgbClr val="0B6172"/>
                </a:solidFill>
                <a:latin typeface="Malgun Gothic"/>
                <a:ea typeface="Malgun Gothic"/>
                <a:cs typeface="Malgun Gothic"/>
              </a:defRPr>
            </a:lvl7pPr>
            <a:lvl8pPr algn="l">
              <a:defRPr sz="2850" b="1">
                <a:solidFill>
                  <a:srgbClr val="0B6172"/>
                </a:solidFill>
                <a:latin typeface="Malgun Gothic"/>
                <a:ea typeface="Malgun Gothic"/>
                <a:cs typeface="Malgun Gothic"/>
              </a:defRPr>
            </a:lvl8pPr>
            <a:lvl9pPr algn="l">
              <a:defRPr sz="2850" b="1">
                <a:solidFill>
                  <a:srgbClr val="0B6172"/>
                </a:solidFill>
                <a:latin typeface="Malgun Gothic"/>
                <a:ea typeface="Malgun Gothic"/>
                <a:cs typeface="Malgun Gothic"/>
              </a:defRPr>
            </a:lvl9pPr>
          </a:lstStyle>
          <a:p xmlns:a="http://schemas.openxmlformats.org/drawingml/2006/main">
            <a:pPr algn="l">
              <a:defRPr sz="2850" b="1">
                <a:solidFill>
                  <a:srgbClr val="0B6172"/>
                </a:solidFill>
                <a:latin typeface="Malgun Gothic"/>
                <a:ea typeface="Malgun Gothic"/>
                <a:cs typeface="Malgun Gothic"/>
              </a:defRPr>
            </a:pPr>
            <a:r>
              <a:rPr sz="2850" b="1">
                <a:solidFill>
                  <a:srgbClr val="0B6172"/>
                </a:solidFill>
                <a:latin typeface="Malgun Gothic"/>
                <a:ea typeface="Malgun Gothic"/>
                <a:cs typeface="Malgun Gothic"/>
              </a:rPr>
              <a:t>목표</a:t>
            </a:r>
          </a:p>
        </p:txBody>
      </p:sp>
      <p:sp>
        <p:nvSpPr>
          <p:cNvPr id="11" name="무엇을 해결할까?">
            <a:extLst xmlns:a="http://schemas.openxmlformats.org/drawingml/2006/main">
              <a:ext uri="{FF2B5EF4-FFF2-40B4-BE49-F238E27FC236}">
                <a16:creationId xmlns:a16="http://schemas.microsoft.com/office/drawing/2014/main" id="{353B7309-37E1-471B-901F-596CF8BC9BE2}"/>
              </a:ext>
            </a:extLst>
          </p:cNvPr>
          <p:cNvSpPr>
            <a:spLocks xmlns:a="http://schemas.openxmlformats.org/drawingml/2006/main" noGrp="1"/>
          </p:cNvSpPr>
          <p:nvPr/>
        </p:nvSpPr>
        <p:spPr>
          <a:xfrm xmlns:a="http://schemas.openxmlformats.org/drawingml/2006/main">
            <a:off x="609600" y="4410075"/>
            <a:ext cx="24955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무엇을 해결할까?</a:t>
            </a:r>
          </a:p>
        </p:txBody>
      </p:sp>
      <p:sp>
        <p:nvSpPr>
          <p:cNvPr id="12" name="">
            <a:extLst xmlns:a="http://schemas.openxmlformats.org/drawingml/2006/main">
              <a:ext uri="{FF2B5EF4-FFF2-40B4-BE49-F238E27FC236}">
                <a16:creationId xmlns:a16="http://schemas.microsoft.com/office/drawing/2014/main" id="{F6FAF0CA-60B8-4682-ACC3-7D478BBB380F}"/>
              </a:ext>
            </a:extLst>
          </p:cNvPr>
          <p:cNvSpPr>
            <a:spLocks xmlns:a="http://schemas.openxmlformats.org/drawingml/2006/main" noGrp="1"/>
          </p:cNvSpPr>
          <p:nvPr/>
        </p:nvSpPr>
        <p:spPr>
          <a:xfrm xmlns:a="http://schemas.openxmlformats.org/drawingml/2006/main">
            <a:off x="3409950" y="3505200"/>
            <a:ext cx="249555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3" name="판단">
            <a:extLst xmlns:a="http://schemas.openxmlformats.org/drawingml/2006/main">
              <a:ext uri="{FF2B5EF4-FFF2-40B4-BE49-F238E27FC236}">
                <a16:creationId xmlns:a16="http://schemas.microsoft.com/office/drawing/2014/main" id="{2A4A4590-58B6-49E8-896A-955B9D903B2C}"/>
              </a:ext>
            </a:extLst>
          </p:cNvPr>
          <p:cNvSpPr>
            <a:spLocks xmlns:a="http://schemas.openxmlformats.org/drawingml/2006/main" noGrp="1"/>
          </p:cNvSpPr>
          <p:nvPr/>
        </p:nvSpPr>
        <p:spPr>
          <a:xfrm xmlns:a="http://schemas.openxmlformats.org/drawingml/2006/main">
            <a:off x="3409950" y="3686175"/>
            <a:ext cx="2495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0B6172"/>
                </a:solidFill>
                <a:latin typeface="Malgun Gothic"/>
                <a:ea typeface="Malgun Gothic"/>
                <a:cs typeface="Malgun Gothic"/>
              </a:defRPr>
            </a:defPPr>
            <a:lvl1pPr algn="l">
              <a:defRPr sz="2850" b="1">
                <a:solidFill>
                  <a:srgbClr val="0B6172"/>
                </a:solidFill>
                <a:latin typeface="Malgun Gothic"/>
                <a:ea typeface="Malgun Gothic"/>
                <a:cs typeface="Malgun Gothic"/>
              </a:defRPr>
            </a:lvl1pPr>
            <a:lvl2pPr algn="l">
              <a:defRPr sz="2850" b="1">
                <a:solidFill>
                  <a:srgbClr val="0B6172"/>
                </a:solidFill>
                <a:latin typeface="Malgun Gothic"/>
                <a:ea typeface="Malgun Gothic"/>
                <a:cs typeface="Malgun Gothic"/>
              </a:defRPr>
            </a:lvl2pPr>
            <a:lvl3pPr algn="l">
              <a:defRPr sz="2850" b="1">
                <a:solidFill>
                  <a:srgbClr val="0B6172"/>
                </a:solidFill>
                <a:latin typeface="Malgun Gothic"/>
                <a:ea typeface="Malgun Gothic"/>
                <a:cs typeface="Malgun Gothic"/>
              </a:defRPr>
            </a:lvl3pPr>
            <a:lvl4pPr algn="l">
              <a:defRPr sz="2850" b="1">
                <a:solidFill>
                  <a:srgbClr val="0B6172"/>
                </a:solidFill>
                <a:latin typeface="Malgun Gothic"/>
                <a:ea typeface="Malgun Gothic"/>
                <a:cs typeface="Malgun Gothic"/>
              </a:defRPr>
            </a:lvl4pPr>
            <a:lvl5pPr algn="l">
              <a:defRPr sz="2850" b="1">
                <a:solidFill>
                  <a:srgbClr val="0B6172"/>
                </a:solidFill>
                <a:latin typeface="Malgun Gothic"/>
                <a:ea typeface="Malgun Gothic"/>
                <a:cs typeface="Malgun Gothic"/>
              </a:defRPr>
            </a:lvl5pPr>
            <a:lvl6pPr algn="l">
              <a:defRPr sz="2850" b="1">
                <a:solidFill>
                  <a:srgbClr val="0B6172"/>
                </a:solidFill>
                <a:latin typeface="Malgun Gothic"/>
                <a:ea typeface="Malgun Gothic"/>
                <a:cs typeface="Malgun Gothic"/>
              </a:defRPr>
            </a:lvl6pPr>
            <a:lvl7pPr algn="l">
              <a:defRPr sz="2850" b="1">
                <a:solidFill>
                  <a:srgbClr val="0B6172"/>
                </a:solidFill>
                <a:latin typeface="Malgun Gothic"/>
                <a:ea typeface="Malgun Gothic"/>
                <a:cs typeface="Malgun Gothic"/>
              </a:defRPr>
            </a:lvl7pPr>
            <a:lvl8pPr algn="l">
              <a:defRPr sz="2850" b="1">
                <a:solidFill>
                  <a:srgbClr val="0B6172"/>
                </a:solidFill>
                <a:latin typeface="Malgun Gothic"/>
                <a:ea typeface="Malgun Gothic"/>
                <a:cs typeface="Malgun Gothic"/>
              </a:defRPr>
            </a:lvl8pPr>
            <a:lvl9pPr algn="l">
              <a:defRPr sz="2850" b="1">
                <a:solidFill>
                  <a:srgbClr val="0B6172"/>
                </a:solidFill>
                <a:latin typeface="Malgun Gothic"/>
                <a:ea typeface="Malgun Gothic"/>
                <a:cs typeface="Malgun Gothic"/>
              </a:defRPr>
            </a:lvl9pPr>
          </a:lstStyle>
          <a:p xmlns:a="http://schemas.openxmlformats.org/drawingml/2006/main">
            <a:pPr algn="l">
              <a:defRPr sz="2850" b="1">
                <a:solidFill>
                  <a:srgbClr val="0B6172"/>
                </a:solidFill>
                <a:latin typeface="Malgun Gothic"/>
                <a:ea typeface="Malgun Gothic"/>
                <a:cs typeface="Malgun Gothic"/>
              </a:defRPr>
            </a:pPr>
            <a:r>
              <a:rPr sz="2850" b="1">
                <a:solidFill>
                  <a:srgbClr val="0B6172"/>
                </a:solidFill>
                <a:latin typeface="Malgun Gothic"/>
                <a:ea typeface="Malgun Gothic"/>
                <a:cs typeface="Malgun Gothic"/>
              </a:rPr>
              <a:t>판단</a:t>
            </a:r>
          </a:p>
        </p:txBody>
      </p:sp>
      <p:sp>
        <p:nvSpPr>
          <p:cNvPr id="14" name="어떤 선택이&#10;적절할까?">
            <a:extLst xmlns:a="http://schemas.openxmlformats.org/drawingml/2006/main">
              <a:ext uri="{FF2B5EF4-FFF2-40B4-BE49-F238E27FC236}">
                <a16:creationId xmlns:a16="http://schemas.microsoft.com/office/drawing/2014/main" id="{0845C218-0228-4274-86B4-E883DFFD7EB1}"/>
              </a:ext>
            </a:extLst>
          </p:cNvPr>
          <p:cNvSpPr>
            <a:spLocks xmlns:a="http://schemas.openxmlformats.org/drawingml/2006/main" noGrp="1"/>
          </p:cNvSpPr>
          <p:nvPr/>
        </p:nvSpPr>
        <p:spPr>
          <a:xfrm xmlns:a="http://schemas.openxmlformats.org/drawingml/2006/main">
            <a:off x="3409950" y="4410075"/>
            <a:ext cx="24955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어떤 선택이</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적절할까?</a:t>
            </a:r>
          </a:p>
        </p:txBody>
      </p:sp>
      <p:sp>
        <p:nvSpPr>
          <p:cNvPr id="15" name="">
            <a:extLst xmlns:a="http://schemas.openxmlformats.org/drawingml/2006/main">
              <a:ext uri="{FF2B5EF4-FFF2-40B4-BE49-F238E27FC236}">
                <a16:creationId xmlns:a16="http://schemas.microsoft.com/office/drawing/2014/main" id="{2AFD8F10-FD89-4A52-BFEC-6C18598B0D13}"/>
              </a:ext>
            </a:extLst>
          </p:cNvPr>
          <p:cNvSpPr>
            <a:spLocks xmlns:a="http://schemas.openxmlformats.org/drawingml/2006/main" noGrp="1"/>
          </p:cNvSpPr>
          <p:nvPr/>
        </p:nvSpPr>
        <p:spPr>
          <a:xfrm xmlns:a="http://schemas.openxmlformats.org/drawingml/2006/main">
            <a:off x="6210300" y="3505200"/>
            <a:ext cx="249555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6" name="검증">
            <a:extLst xmlns:a="http://schemas.openxmlformats.org/drawingml/2006/main">
              <a:ext uri="{FF2B5EF4-FFF2-40B4-BE49-F238E27FC236}">
                <a16:creationId xmlns:a16="http://schemas.microsoft.com/office/drawing/2014/main" id="{CC4F5496-FC0F-44DF-8525-84A70EAC6466}"/>
              </a:ext>
            </a:extLst>
          </p:cNvPr>
          <p:cNvSpPr>
            <a:spLocks xmlns:a="http://schemas.openxmlformats.org/drawingml/2006/main" noGrp="1"/>
          </p:cNvSpPr>
          <p:nvPr/>
        </p:nvSpPr>
        <p:spPr>
          <a:xfrm xmlns:a="http://schemas.openxmlformats.org/drawingml/2006/main">
            <a:off x="6210300" y="3686175"/>
            <a:ext cx="2495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0B6172"/>
                </a:solidFill>
                <a:latin typeface="Malgun Gothic"/>
                <a:ea typeface="Malgun Gothic"/>
                <a:cs typeface="Malgun Gothic"/>
              </a:defRPr>
            </a:defPPr>
            <a:lvl1pPr algn="l">
              <a:defRPr sz="2850" b="1">
                <a:solidFill>
                  <a:srgbClr val="0B6172"/>
                </a:solidFill>
                <a:latin typeface="Malgun Gothic"/>
                <a:ea typeface="Malgun Gothic"/>
                <a:cs typeface="Malgun Gothic"/>
              </a:defRPr>
            </a:lvl1pPr>
            <a:lvl2pPr algn="l">
              <a:defRPr sz="2850" b="1">
                <a:solidFill>
                  <a:srgbClr val="0B6172"/>
                </a:solidFill>
                <a:latin typeface="Malgun Gothic"/>
                <a:ea typeface="Malgun Gothic"/>
                <a:cs typeface="Malgun Gothic"/>
              </a:defRPr>
            </a:lvl2pPr>
            <a:lvl3pPr algn="l">
              <a:defRPr sz="2850" b="1">
                <a:solidFill>
                  <a:srgbClr val="0B6172"/>
                </a:solidFill>
                <a:latin typeface="Malgun Gothic"/>
                <a:ea typeface="Malgun Gothic"/>
                <a:cs typeface="Malgun Gothic"/>
              </a:defRPr>
            </a:lvl3pPr>
            <a:lvl4pPr algn="l">
              <a:defRPr sz="2850" b="1">
                <a:solidFill>
                  <a:srgbClr val="0B6172"/>
                </a:solidFill>
                <a:latin typeface="Malgun Gothic"/>
                <a:ea typeface="Malgun Gothic"/>
                <a:cs typeface="Malgun Gothic"/>
              </a:defRPr>
            </a:lvl4pPr>
            <a:lvl5pPr algn="l">
              <a:defRPr sz="2850" b="1">
                <a:solidFill>
                  <a:srgbClr val="0B6172"/>
                </a:solidFill>
                <a:latin typeface="Malgun Gothic"/>
                <a:ea typeface="Malgun Gothic"/>
                <a:cs typeface="Malgun Gothic"/>
              </a:defRPr>
            </a:lvl5pPr>
            <a:lvl6pPr algn="l">
              <a:defRPr sz="2850" b="1">
                <a:solidFill>
                  <a:srgbClr val="0B6172"/>
                </a:solidFill>
                <a:latin typeface="Malgun Gothic"/>
                <a:ea typeface="Malgun Gothic"/>
                <a:cs typeface="Malgun Gothic"/>
              </a:defRPr>
            </a:lvl6pPr>
            <a:lvl7pPr algn="l">
              <a:defRPr sz="2850" b="1">
                <a:solidFill>
                  <a:srgbClr val="0B6172"/>
                </a:solidFill>
                <a:latin typeface="Malgun Gothic"/>
                <a:ea typeface="Malgun Gothic"/>
                <a:cs typeface="Malgun Gothic"/>
              </a:defRPr>
            </a:lvl7pPr>
            <a:lvl8pPr algn="l">
              <a:defRPr sz="2850" b="1">
                <a:solidFill>
                  <a:srgbClr val="0B6172"/>
                </a:solidFill>
                <a:latin typeface="Malgun Gothic"/>
                <a:ea typeface="Malgun Gothic"/>
                <a:cs typeface="Malgun Gothic"/>
              </a:defRPr>
            </a:lvl8pPr>
            <a:lvl9pPr algn="l">
              <a:defRPr sz="2850" b="1">
                <a:solidFill>
                  <a:srgbClr val="0B6172"/>
                </a:solidFill>
                <a:latin typeface="Malgun Gothic"/>
                <a:ea typeface="Malgun Gothic"/>
                <a:cs typeface="Malgun Gothic"/>
              </a:defRPr>
            </a:lvl9pPr>
          </a:lstStyle>
          <a:p xmlns:a="http://schemas.openxmlformats.org/drawingml/2006/main">
            <a:pPr algn="l">
              <a:defRPr sz="2850" b="1">
                <a:solidFill>
                  <a:srgbClr val="0B6172"/>
                </a:solidFill>
                <a:latin typeface="Malgun Gothic"/>
                <a:ea typeface="Malgun Gothic"/>
                <a:cs typeface="Malgun Gothic"/>
              </a:defRPr>
            </a:pPr>
            <a:r>
              <a:rPr sz="2850" b="1">
                <a:solidFill>
                  <a:srgbClr val="0B6172"/>
                </a:solidFill>
                <a:latin typeface="Malgun Gothic"/>
                <a:ea typeface="Malgun Gothic"/>
                <a:cs typeface="Malgun Gothic"/>
              </a:rPr>
              <a:t>검증</a:t>
            </a:r>
          </a:p>
        </p:txBody>
      </p:sp>
      <p:sp>
        <p:nvSpPr>
          <p:cNvPr id="17" name="무엇으로&#10;확인할까?">
            <a:extLst xmlns:a="http://schemas.openxmlformats.org/drawingml/2006/main">
              <a:ext uri="{FF2B5EF4-FFF2-40B4-BE49-F238E27FC236}">
                <a16:creationId xmlns:a16="http://schemas.microsoft.com/office/drawing/2014/main" id="{3E38C1CF-EE54-494D-9FFF-66C80C1FC7B9}"/>
              </a:ext>
            </a:extLst>
          </p:cNvPr>
          <p:cNvSpPr>
            <a:spLocks xmlns:a="http://schemas.openxmlformats.org/drawingml/2006/main" noGrp="1"/>
          </p:cNvSpPr>
          <p:nvPr/>
        </p:nvSpPr>
        <p:spPr>
          <a:xfrm xmlns:a="http://schemas.openxmlformats.org/drawingml/2006/main">
            <a:off x="6210300" y="4410075"/>
            <a:ext cx="24955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무엇으로</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확인할까?</a:t>
            </a:r>
          </a:p>
        </p:txBody>
      </p:sp>
      <p:sp>
        <p:nvSpPr>
          <p:cNvPr id="18" name="">
            <a:extLst xmlns:a="http://schemas.openxmlformats.org/drawingml/2006/main">
              <a:ext uri="{FF2B5EF4-FFF2-40B4-BE49-F238E27FC236}">
                <a16:creationId xmlns:a16="http://schemas.microsoft.com/office/drawing/2014/main" id="{563FC02D-B26E-4FFC-AECB-4BEE1AD9EE1E}"/>
              </a:ext>
            </a:extLst>
          </p:cNvPr>
          <p:cNvSpPr>
            <a:spLocks xmlns:a="http://schemas.openxmlformats.org/drawingml/2006/main" noGrp="1"/>
          </p:cNvSpPr>
          <p:nvPr/>
        </p:nvSpPr>
        <p:spPr>
          <a:xfrm xmlns:a="http://schemas.openxmlformats.org/drawingml/2006/main">
            <a:off x="9010650" y="3505200"/>
            <a:ext cx="249555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9" name="책임">
            <a:extLst xmlns:a="http://schemas.openxmlformats.org/drawingml/2006/main">
              <a:ext uri="{FF2B5EF4-FFF2-40B4-BE49-F238E27FC236}">
                <a16:creationId xmlns:a16="http://schemas.microsoft.com/office/drawing/2014/main" id="{50506090-1DED-42F5-A94A-003C4D8923BD}"/>
              </a:ext>
            </a:extLst>
          </p:cNvPr>
          <p:cNvSpPr>
            <a:spLocks xmlns:a="http://schemas.openxmlformats.org/drawingml/2006/main" noGrp="1"/>
          </p:cNvSpPr>
          <p:nvPr/>
        </p:nvSpPr>
        <p:spPr>
          <a:xfrm xmlns:a="http://schemas.openxmlformats.org/drawingml/2006/main">
            <a:off x="9010650" y="3686175"/>
            <a:ext cx="2495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0B6172"/>
                </a:solidFill>
                <a:latin typeface="Malgun Gothic"/>
                <a:ea typeface="Malgun Gothic"/>
                <a:cs typeface="Malgun Gothic"/>
              </a:defRPr>
            </a:defPPr>
            <a:lvl1pPr algn="l">
              <a:defRPr sz="2850" b="1">
                <a:solidFill>
                  <a:srgbClr val="0B6172"/>
                </a:solidFill>
                <a:latin typeface="Malgun Gothic"/>
                <a:ea typeface="Malgun Gothic"/>
                <a:cs typeface="Malgun Gothic"/>
              </a:defRPr>
            </a:lvl1pPr>
            <a:lvl2pPr algn="l">
              <a:defRPr sz="2850" b="1">
                <a:solidFill>
                  <a:srgbClr val="0B6172"/>
                </a:solidFill>
                <a:latin typeface="Malgun Gothic"/>
                <a:ea typeface="Malgun Gothic"/>
                <a:cs typeface="Malgun Gothic"/>
              </a:defRPr>
            </a:lvl2pPr>
            <a:lvl3pPr algn="l">
              <a:defRPr sz="2850" b="1">
                <a:solidFill>
                  <a:srgbClr val="0B6172"/>
                </a:solidFill>
                <a:latin typeface="Malgun Gothic"/>
                <a:ea typeface="Malgun Gothic"/>
                <a:cs typeface="Malgun Gothic"/>
              </a:defRPr>
            </a:lvl3pPr>
            <a:lvl4pPr algn="l">
              <a:defRPr sz="2850" b="1">
                <a:solidFill>
                  <a:srgbClr val="0B6172"/>
                </a:solidFill>
                <a:latin typeface="Malgun Gothic"/>
                <a:ea typeface="Malgun Gothic"/>
                <a:cs typeface="Malgun Gothic"/>
              </a:defRPr>
            </a:lvl4pPr>
            <a:lvl5pPr algn="l">
              <a:defRPr sz="2850" b="1">
                <a:solidFill>
                  <a:srgbClr val="0B6172"/>
                </a:solidFill>
                <a:latin typeface="Malgun Gothic"/>
                <a:ea typeface="Malgun Gothic"/>
                <a:cs typeface="Malgun Gothic"/>
              </a:defRPr>
            </a:lvl5pPr>
            <a:lvl6pPr algn="l">
              <a:defRPr sz="2850" b="1">
                <a:solidFill>
                  <a:srgbClr val="0B6172"/>
                </a:solidFill>
                <a:latin typeface="Malgun Gothic"/>
                <a:ea typeface="Malgun Gothic"/>
                <a:cs typeface="Malgun Gothic"/>
              </a:defRPr>
            </a:lvl6pPr>
            <a:lvl7pPr algn="l">
              <a:defRPr sz="2850" b="1">
                <a:solidFill>
                  <a:srgbClr val="0B6172"/>
                </a:solidFill>
                <a:latin typeface="Malgun Gothic"/>
                <a:ea typeface="Malgun Gothic"/>
                <a:cs typeface="Malgun Gothic"/>
              </a:defRPr>
            </a:lvl7pPr>
            <a:lvl8pPr algn="l">
              <a:defRPr sz="2850" b="1">
                <a:solidFill>
                  <a:srgbClr val="0B6172"/>
                </a:solidFill>
                <a:latin typeface="Malgun Gothic"/>
                <a:ea typeface="Malgun Gothic"/>
                <a:cs typeface="Malgun Gothic"/>
              </a:defRPr>
            </a:lvl8pPr>
            <a:lvl9pPr algn="l">
              <a:defRPr sz="2850" b="1">
                <a:solidFill>
                  <a:srgbClr val="0B6172"/>
                </a:solidFill>
                <a:latin typeface="Malgun Gothic"/>
                <a:ea typeface="Malgun Gothic"/>
                <a:cs typeface="Malgun Gothic"/>
              </a:defRPr>
            </a:lvl9pPr>
          </a:lstStyle>
          <a:p xmlns:a="http://schemas.openxmlformats.org/drawingml/2006/main">
            <a:pPr algn="l">
              <a:defRPr sz="2850" b="1">
                <a:solidFill>
                  <a:srgbClr val="0B6172"/>
                </a:solidFill>
                <a:latin typeface="Malgun Gothic"/>
                <a:ea typeface="Malgun Gothic"/>
                <a:cs typeface="Malgun Gothic"/>
              </a:defRPr>
            </a:pPr>
            <a:r>
              <a:rPr sz="2850" b="1">
                <a:solidFill>
                  <a:srgbClr val="0B6172"/>
                </a:solidFill>
                <a:latin typeface="Malgun Gothic"/>
                <a:ea typeface="Malgun Gothic"/>
                <a:cs typeface="Malgun Gothic"/>
              </a:rPr>
              <a:t>책임</a:t>
            </a:r>
          </a:p>
        </p:txBody>
      </p:sp>
      <p:sp>
        <p:nvSpPr>
          <p:cNvPr id="20" name="완료를&#10;수용해도 될까?">
            <a:extLst xmlns:a="http://schemas.openxmlformats.org/drawingml/2006/main">
              <a:ext uri="{FF2B5EF4-FFF2-40B4-BE49-F238E27FC236}">
                <a16:creationId xmlns:a16="http://schemas.microsoft.com/office/drawing/2014/main" id="{ED6DE18D-41F8-4FE2-8166-B780FC0E141C}"/>
              </a:ext>
            </a:extLst>
          </p:cNvPr>
          <p:cNvSpPr>
            <a:spLocks xmlns:a="http://schemas.openxmlformats.org/drawingml/2006/main" noGrp="1"/>
          </p:cNvSpPr>
          <p:nvPr/>
        </p:nvSpPr>
        <p:spPr>
          <a:xfrm xmlns:a="http://schemas.openxmlformats.org/drawingml/2006/main">
            <a:off x="9010650" y="4410075"/>
            <a:ext cx="24955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완료를</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수용해도 될까?</a:t>
            </a:r>
          </a:p>
        </p:txBody>
      </p:sp>
      <p:sp>
        <p:nvSpPr>
          <p:cNvPr id="21" name="결과를 받는 일에는, 결과를 판단하는 책임이 함께 남는다.">
            <a:extLst xmlns:a="http://schemas.openxmlformats.org/drawingml/2006/main">
              <a:ext uri="{FF2B5EF4-FFF2-40B4-BE49-F238E27FC236}">
                <a16:creationId xmlns:a16="http://schemas.microsoft.com/office/drawing/2014/main" id="{CF0C1914-80A5-404F-9908-8DA02198F193}"/>
              </a:ext>
            </a:extLst>
          </p:cNvPr>
          <p:cNvSpPr>
            <a:spLocks xmlns:a="http://schemas.openxmlformats.org/drawingml/2006/main" noGrp="1"/>
          </p:cNvSpPr>
          <p:nvPr/>
        </p:nvSpPr>
        <p:spPr>
          <a:xfrm xmlns:a="http://schemas.openxmlformats.org/drawingml/2006/main">
            <a:off x="609600" y="53530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결과를 받는 일에는, 결과를 판단하는 책임이 함께 남는다.</a:t>
            </a:r>
          </a:p>
        </p:txBody>
      </p:sp>
      <p:sp>
        <p:nvSpPr>
          <p:cNvPr id="22" name="Legacy module connection">
            <a:extLst xmlns:a="http://schemas.openxmlformats.org/drawingml/2006/main">
              <a:ext uri="{FF2B5EF4-FFF2-40B4-BE49-F238E27FC236}">
                <a16:creationId xmlns:a16="http://schemas.microsoft.com/office/drawing/2014/main" id="{77A3B8AD-8953-49E5-AA69-778B117EEB09}"/>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 · M2 · M4 · M5 · M6 · M9</a:t>
            </a:r>
          </a:p>
        </p:txBody>
      </p:sp>
    </p:spTree>
    <p:extLst>
      <p:ext uri="{BB962C8B-B14F-4D97-AF65-F5344CB8AC3E}">
        <p14:creationId xmlns:p14="http://schemas.microsoft.com/office/powerpoint/2010/main" val="133443941"/>
      </p:ext>
    </p:extLst>
  </p:cSld>
</p:sld>
</file>

<file path=ppt/slides/slide9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8" name="ACT 5 · 일하는 환경을 설계한다">
            <a:extLst xmlns:a="http://schemas.openxmlformats.org/drawingml/2006/main">
              <a:ext uri="{FF2B5EF4-FFF2-40B4-BE49-F238E27FC236}">
                <a16:creationId xmlns:a16="http://schemas.microsoft.com/office/drawing/2014/main" id="{12CCF95C-E8F1-4A0D-BA1E-D88F97F986D6}"/>
              </a:ext>
            </a:extLst>
          </p:cNvPr>
          <p:cNvSpPr>
            <a:spLocks xmlns:a="http://schemas.openxmlformats.org/drawingml/2006/main" noGrp="1"/>
          </p:cNvSpPr>
          <p:nvPr/>
        </p:nvSpPr>
        <p:spPr>
          <a:xfrm xmlns:a="http://schemas.openxmlformats.org/drawingml/2006/main">
            <a:off x="609600" y="4572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5 · 일하는 환경을 설계한다</a:t>
            </a:r>
          </a:p>
        </p:txBody>
      </p:sp>
      <p:sp>
        <p:nvSpPr>
          <p:cNvPr id="2" name="S90">
            <a:extLst xmlns:a="http://schemas.openxmlformats.org/drawingml/2006/main">
              <a:ext uri="{FF2B5EF4-FFF2-40B4-BE49-F238E27FC236}">
                <a16:creationId xmlns:a16="http://schemas.microsoft.com/office/drawing/2014/main" id="{D5FDA402-21BF-40E1-84A9-39B96F979186}"/>
              </a:ext>
            </a:extLst>
          </p:cNvPr>
          <p:cNvSpPr>
            <a:spLocks xmlns:a="http://schemas.openxmlformats.org/drawingml/2006/main" noGrp="1"/>
          </p:cNvSpPr>
          <p:nvPr/>
        </p:nvSpPr>
        <p:spPr>
          <a:xfrm xmlns:a="http://schemas.openxmlformats.org/drawingml/2006/main">
            <a:off x="10668000" y="457200"/>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S90</a:t>
            </a:r>
          </a:p>
        </p:txBody>
      </p:sp>
      <p:sp>
        <p:nvSpPr>
          <p:cNvPr id="3" name="AI-Native Development는&#10;이 교육의 운영 모델">
            <a:extLst xmlns:a="http://schemas.openxmlformats.org/drawingml/2006/main">
              <a:ext uri="{FF2B5EF4-FFF2-40B4-BE49-F238E27FC236}">
                <a16:creationId xmlns:a16="http://schemas.microsoft.com/office/drawing/2014/main" id="{1AD6E685-0217-4468-860F-531CBC428747}"/>
              </a:ext>
            </a:extLst>
          </p:cNvPr>
          <p:cNvSpPr>
            <a:spLocks xmlns:a="http://schemas.openxmlformats.org/drawingml/2006/main" noGrp="1"/>
          </p:cNvSpPr>
          <p:nvPr/>
        </p:nvSpPr>
        <p:spPr>
          <a:xfrm xmlns:a="http://schemas.openxmlformats.org/drawingml/2006/main">
            <a:off x="609600" y="800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17212B"/>
                </a:solidFill>
                <a:latin typeface="Malgun Gothic"/>
                <a:ea typeface="Malgun Gothic"/>
                <a:cs typeface="Malgun Gothic"/>
              </a:defRPr>
            </a:defPPr>
            <a:lvl1pPr algn="l">
              <a:defRPr sz="3450" b="1">
                <a:solidFill>
                  <a:srgbClr val="17212B"/>
                </a:solidFill>
                <a:latin typeface="Malgun Gothic"/>
                <a:ea typeface="Malgun Gothic"/>
                <a:cs typeface="Malgun Gothic"/>
              </a:defRPr>
            </a:lvl1pPr>
            <a:lvl2pPr algn="l">
              <a:defRPr sz="3450" b="1">
                <a:solidFill>
                  <a:srgbClr val="17212B"/>
                </a:solidFill>
                <a:latin typeface="Malgun Gothic"/>
                <a:ea typeface="Malgun Gothic"/>
                <a:cs typeface="Malgun Gothic"/>
              </a:defRPr>
            </a:lvl2pPr>
            <a:lvl3pPr algn="l">
              <a:defRPr sz="3450" b="1">
                <a:solidFill>
                  <a:srgbClr val="17212B"/>
                </a:solidFill>
                <a:latin typeface="Malgun Gothic"/>
                <a:ea typeface="Malgun Gothic"/>
                <a:cs typeface="Malgun Gothic"/>
              </a:defRPr>
            </a:lvl3pPr>
            <a:lvl4pPr algn="l">
              <a:defRPr sz="3450" b="1">
                <a:solidFill>
                  <a:srgbClr val="17212B"/>
                </a:solidFill>
                <a:latin typeface="Malgun Gothic"/>
                <a:ea typeface="Malgun Gothic"/>
                <a:cs typeface="Malgun Gothic"/>
              </a:defRPr>
            </a:lvl4pPr>
            <a:lvl5pPr algn="l">
              <a:defRPr sz="3450" b="1">
                <a:solidFill>
                  <a:srgbClr val="17212B"/>
                </a:solidFill>
                <a:latin typeface="Malgun Gothic"/>
                <a:ea typeface="Malgun Gothic"/>
                <a:cs typeface="Malgun Gothic"/>
              </a:defRPr>
            </a:lvl5pPr>
            <a:lvl6pPr algn="l">
              <a:defRPr sz="3450" b="1">
                <a:solidFill>
                  <a:srgbClr val="17212B"/>
                </a:solidFill>
                <a:latin typeface="Malgun Gothic"/>
                <a:ea typeface="Malgun Gothic"/>
                <a:cs typeface="Malgun Gothic"/>
              </a:defRPr>
            </a:lvl6pPr>
            <a:lvl7pPr algn="l">
              <a:defRPr sz="3450" b="1">
                <a:solidFill>
                  <a:srgbClr val="17212B"/>
                </a:solidFill>
                <a:latin typeface="Malgun Gothic"/>
                <a:ea typeface="Malgun Gothic"/>
                <a:cs typeface="Malgun Gothic"/>
              </a:defRPr>
            </a:lvl7pPr>
            <a:lvl8pPr algn="l">
              <a:defRPr sz="3450" b="1">
                <a:solidFill>
                  <a:srgbClr val="17212B"/>
                </a:solidFill>
                <a:latin typeface="Malgun Gothic"/>
                <a:ea typeface="Malgun Gothic"/>
                <a:cs typeface="Malgun Gothic"/>
              </a:defRPr>
            </a:lvl8pPr>
            <a:lvl9pPr algn="l">
              <a:defRPr sz="3450" b="1">
                <a:solidFill>
                  <a:srgbClr val="17212B"/>
                </a:solidFill>
                <a:latin typeface="Malgun Gothic"/>
                <a:ea typeface="Malgun Gothic"/>
                <a:cs typeface="Malgun Gothic"/>
              </a:defRPr>
            </a:lvl9pPr>
          </a:lstStyle>
          <a:p xmlns:a="http://schemas.openxmlformats.org/drawingml/2006/main">
            <a:pPr algn="l">
              <a:defRPr sz="3450" b="1">
                <a:solidFill>
                  <a:srgbClr val="17212B"/>
                </a:solidFill>
                <a:latin typeface="Malgun Gothic"/>
                <a:ea typeface="Malgun Gothic"/>
                <a:cs typeface="Malgun Gothic"/>
              </a:defRPr>
            </a:pPr>
            <a:r>
              <a:rPr sz="3450" b="1">
                <a:solidFill>
                  <a:srgbClr val="17212B"/>
                </a:solidFill>
                <a:latin typeface="Malgun Gothic"/>
                <a:ea typeface="Malgun Gothic"/>
                <a:cs typeface="Malgun Gothic"/>
              </a:rPr>
              <a:t>AI-Native Development는</a:t>
            </a:r>
          </a:p>
          <a:p xmlns:a="http://schemas.openxmlformats.org/drawingml/2006/main">
            <a:pPr algn="l">
              <a:defRPr sz="3450" b="1">
                <a:solidFill>
                  <a:srgbClr val="17212B"/>
                </a:solidFill>
                <a:latin typeface="Malgun Gothic"/>
                <a:ea typeface="Malgun Gothic"/>
                <a:cs typeface="Malgun Gothic"/>
              </a:defRPr>
            </a:pPr>
            <a:r>
              <a:rPr sz="3450" b="1">
                <a:solidFill>
                  <a:srgbClr val="17212B"/>
                </a:solidFill>
                <a:latin typeface="Malgun Gothic"/>
                <a:ea typeface="Malgun Gothic"/>
                <a:cs typeface="Malgun Gothic"/>
              </a:rPr>
              <a:t>이 교육의 운영 모델</a:t>
            </a:r>
          </a:p>
        </p:txBody>
      </p:sp>
      <p:sp>
        <p:nvSpPr>
          <p:cNvPr id="4" name="">
            <a:extLst xmlns:a="http://schemas.openxmlformats.org/drawingml/2006/main">
              <a:ext uri="{FF2B5EF4-FFF2-40B4-BE49-F238E27FC236}">
                <a16:creationId xmlns:a16="http://schemas.microsoft.com/office/drawing/2014/main" id="{8D59D508-BDCC-4940-974A-78BA328C0C96}"/>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DEC-0023 · 과정에서 사용하는 운영 모델">
            <a:extLst xmlns:a="http://schemas.openxmlformats.org/drawingml/2006/main">
              <a:ext uri="{FF2B5EF4-FFF2-40B4-BE49-F238E27FC236}">
                <a16:creationId xmlns:a16="http://schemas.microsoft.com/office/drawing/2014/main" id="{361FB384-AE69-4061-BFB6-8C0C4E571217}"/>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DEC-0023 · 과정에서 사용하는 운영 모델</a:t>
            </a:r>
          </a:p>
        </p:txBody>
      </p:sp>
      <p:sp>
        <p:nvSpPr>
          <p:cNvPr id="6" name="공식·보편 정의가 아니며, 모든 Task에 모든 구성요소를 넣으라는 뜻은 아니다.">
            <a:extLst xmlns:a="http://schemas.openxmlformats.org/drawingml/2006/main">
              <a:ext uri="{FF2B5EF4-FFF2-40B4-BE49-F238E27FC236}">
                <a16:creationId xmlns:a16="http://schemas.microsoft.com/office/drawing/2014/main" id="{FD731B34-D284-479B-9660-91658254518E}"/>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공식·보편 정의가 아니며, 모든 Task에 모든 구성요소를 넣으라는 뜻은 아니다.</a:t>
            </a:r>
          </a:p>
        </p:txBody>
      </p:sp>
      <p:sp>
        <p:nvSpPr>
          <p:cNvPr id="7" name="AI가 일할 조건과, 결과를 확인할 경로를 설계한다.">
            <a:extLst xmlns:a="http://schemas.openxmlformats.org/drawingml/2006/main">
              <a:ext uri="{FF2B5EF4-FFF2-40B4-BE49-F238E27FC236}">
                <a16:creationId xmlns:a16="http://schemas.microsoft.com/office/drawing/2014/main" id="{754F1071-DA07-4490-921F-C89AE2E2D5AA}"/>
              </a:ext>
            </a:extLst>
          </p:cNvPr>
          <p:cNvSpPr>
            <a:spLocks xmlns:a="http://schemas.openxmlformats.org/drawingml/2006/main" noGrp="1"/>
          </p:cNvSpPr>
          <p:nvPr/>
        </p:nvSpPr>
        <p:spPr>
          <a:xfrm xmlns:a="http://schemas.openxmlformats.org/drawingml/2006/main">
            <a:off x="609600" y="207645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AI가 일할 조건과, 결과를 확인할 경로를 설계한다.</a:t>
            </a:r>
          </a:p>
        </p:txBody>
      </p:sp>
      <p:sp>
        <p:nvSpPr>
          <p:cNvPr id="8" name="">
            <a:extLst xmlns:a="http://schemas.openxmlformats.org/drawingml/2006/main">
              <a:ext uri="{FF2B5EF4-FFF2-40B4-BE49-F238E27FC236}">
                <a16:creationId xmlns:a16="http://schemas.microsoft.com/office/drawing/2014/main" id="{DA6BE05A-1D9C-47F0-827F-22A41E69A36D}"/>
              </a:ext>
            </a:extLst>
          </p:cNvPr>
          <p:cNvSpPr>
            <a:spLocks xmlns:a="http://schemas.openxmlformats.org/drawingml/2006/main" noGrp="1"/>
          </p:cNvSpPr>
          <p:nvPr/>
        </p:nvSpPr>
        <p:spPr>
          <a:xfrm xmlns:a="http://schemas.openxmlformats.org/drawingml/2006/main">
            <a:off x="609600" y="3219450"/>
            <a:ext cx="333375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9" name="작업 경계">
            <a:extLst xmlns:a="http://schemas.openxmlformats.org/drawingml/2006/main">
              <a:ext uri="{FF2B5EF4-FFF2-40B4-BE49-F238E27FC236}">
                <a16:creationId xmlns:a16="http://schemas.microsoft.com/office/drawing/2014/main" id="{1DADE736-942C-4397-BC8B-E9194F5B15AA}"/>
              </a:ext>
            </a:extLst>
          </p:cNvPr>
          <p:cNvSpPr>
            <a:spLocks xmlns:a="http://schemas.openxmlformats.org/drawingml/2006/main" noGrp="1"/>
          </p:cNvSpPr>
          <p:nvPr/>
        </p:nvSpPr>
        <p:spPr>
          <a:xfrm xmlns:a="http://schemas.openxmlformats.org/drawingml/2006/main">
            <a:off x="609600" y="340995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작업 경계</a:t>
            </a:r>
          </a:p>
        </p:txBody>
      </p:sp>
      <p:sp>
        <p:nvSpPr>
          <p:cNvPr id="10" name="무엇을 맡기고&#10;어디까지 바꿀까?">
            <a:extLst xmlns:a="http://schemas.openxmlformats.org/drawingml/2006/main">
              <a:ext uri="{FF2B5EF4-FFF2-40B4-BE49-F238E27FC236}">
                <a16:creationId xmlns:a16="http://schemas.microsoft.com/office/drawing/2014/main" id="{7651BB97-983A-488E-8AA8-1AED7F9F3E27}"/>
              </a:ext>
            </a:extLst>
          </p:cNvPr>
          <p:cNvSpPr>
            <a:spLocks xmlns:a="http://schemas.openxmlformats.org/drawingml/2006/main" noGrp="1"/>
          </p:cNvSpPr>
          <p:nvPr/>
        </p:nvSpPr>
        <p:spPr>
          <a:xfrm xmlns:a="http://schemas.openxmlformats.org/drawingml/2006/main">
            <a:off x="609600" y="4124325"/>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무엇을 맡기고</a:t>
            </a:r>
          </a:p>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어디까지 바꿀까?</a:t>
            </a:r>
          </a:p>
        </p:txBody>
      </p:sp>
      <p:sp>
        <p:nvSpPr>
          <p:cNvPr id="11" name="">
            <a:extLst xmlns:a="http://schemas.openxmlformats.org/drawingml/2006/main">
              <a:ext uri="{FF2B5EF4-FFF2-40B4-BE49-F238E27FC236}">
                <a16:creationId xmlns:a16="http://schemas.microsoft.com/office/drawing/2014/main" id="{D898202C-23C0-46FA-BEA5-947F91522E4D}"/>
              </a:ext>
            </a:extLst>
          </p:cNvPr>
          <p:cNvSpPr>
            <a:spLocks xmlns:a="http://schemas.openxmlformats.org/drawingml/2006/main" noGrp="1"/>
          </p:cNvSpPr>
          <p:nvPr/>
        </p:nvSpPr>
        <p:spPr>
          <a:xfrm xmlns:a="http://schemas.openxmlformats.org/drawingml/2006/main">
            <a:off x="4400550" y="3219450"/>
            <a:ext cx="333375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2" name="지식 · 절차">
            <a:extLst xmlns:a="http://schemas.openxmlformats.org/drawingml/2006/main">
              <a:ext uri="{FF2B5EF4-FFF2-40B4-BE49-F238E27FC236}">
                <a16:creationId xmlns:a16="http://schemas.microsoft.com/office/drawing/2014/main" id="{098C1E7F-3A0A-4363-ABE8-D0FAF566D1E0}"/>
              </a:ext>
            </a:extLst>
          </p:cNvPr>
          <p:cNvSpPr>
            <a:spLocks xmlns:a="http://schemas.openxmlformats.org/drawingml/2006/main" noGrp="1"/>
          </p:cNvSpPr>
          <p:nvPr/>
        </p:nvSpPr>
        <p:spPr>
          <a:xfrm xmlns:a="http://schemas.openxmlformats.org/drawingml/2006/main">
            <a:off x="4400550" y="340995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지식 · 절차</a:t>
            </a:r>
          </a:p>
        </p:txBody>
      </p:sp>
      <p:sp>
        <p:nvSpPr>
          <p:cNvPr id="13" name="무엇을 알고&#10;어떤 방식으로 일할까?">
            <a:extLst xmlns:a="http://schemas.openxmlformats.org/drawingml/2006/main">
              <a:ext uri="{FF2B5EF4-FFF2-40B4-BE49-F238E27FC236}">
                <a16:creationId xmlns:a16="http://schemas.microsoft.com/office/drawing/2014/main" id="{9B1194F7-03F8-4A59-9E18-AF38F7AA76F5}"/>
              </a:ext>
            </a:extLst>
          </p:cNvPr>
          <p:cNvSpPr>
            <a:spLocks xmlns:a="http://schemas.openxmlformats.org/drawingml/2006/main" noGrp="1"/>
          </p:cNvSpPr>
          <p:nvPr/>
        </p:nvSpPr>
        <p:spPr>
          <a:xfrm xmlns:a="http://schemas.openxmlformats.org/drawingml/2006/main">
            <a:off x="4400550" y="4124325"/>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무엇을 알고</a:t>
            </a:r>
          </a:p>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어떤 방식으로 일할까?</a:t>
            </a:r>
          </a:p>
        </p:txBody>
      </p:sp>
      <p:sp>
        <p:nvSpPr>
          <p:cNvPr id="14" name="">
            <a:extLst xmlns:a="http://schemas.openxmlformats.org/drawingml/2006/main">
              <a:ext uri="{FF2B5EF4-FFF2-40B4-BE49-F238E27FC236}">
                <a16:creationId xmlns:a16="http://schemas.microsoft.com/office/drawing/2014/main" id="{8A0AF953-15C5-4716-9C63-ACF9DFF0C110}"/>
              </a:ext>
            </a:extLst>
          </p:cNvPr>
          <p:cNvSpPr>
            <a:spLocks xmlns:a="http://schemas.openxmlformats.org/drawingml/2006/main" noGrp="1"/>
          </p:cNvSpPr>
          <p:nvPr/>
        </p:nvSpPr>
        <p:spPr>
          <a:xfrm xmlns:a="http://schemas.openxmlformats.org/drawingml/2006/main">
            <a:off x="8191500" y="3219450"/>
            <a:ext cx="333375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5" name="검증 · 피드백">
            <a:extLst xmlns:a="http://schemas.openxmlformats.org/drawingml/2006/main">
              <a:ext uri="{FF2B5EF4-FFF2-40B4-BE49-F238E27FC236}">
                <a16:creationId xmlns:a16="http://schemas.microsoft.com/office/drawing/2014/main" id="{DBD85FCE-2785-4250-8E9A-A131557A6E58}"/>
              </a:ext>
            </a:extLst>
          </p:cNvPr>
          <p:cNvSpPr>
            <a:spLocks xmlns:a="http://schemas.openxmlformats.org/drawingml/2006/main" noGrp="1"/>
          </p:cNvSpPr>
          <p:nvPr/>
        </p:nvSpPr>
        <p:spPr>
          <a:xfrm xmlns:a="http://schemas.openxmlformats.org/drawingml/2006/main">
            <a:off x="8191500" y="340995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검증 · 피드백</a:t>
            </a:r>
          </a:p>
        </p:txBody>
      </p:sp>
      <p:sp>
        <p:nvSpPr>
          <p:cNvPr id="16" name="어떻게 확인하고&#10;다음 작업을 바꿀까?">
            <a:extLst xmlns:a="http://schemas.openxmlformats.org/drawingml/2006/main">
              <a:ext uri="{FF2B5EF4-FFF2-40B4-BE49-F238E27FC236}">
                <a16:creationId xmlns:a16="http://schemas.microsoft.com/office/drawing/2014/main" id="{C6BC8BB2-DD45-4919-A5F8-7402984C4299}"/>
              </a:ext>
            </a:extLst>
          </p:cNvPr>
          <p:cNvSpPr>
            <a:spLocks xmlns:a="http://schemas.openxmlformats.org/drawingml/2006/main" noGrp="1"/>
          </p:cNvSpPr>
          <p:nvPr/>
        </p:nvSpPr>
        <p:spPr>
          <a:xfrm xmlns:a="http://schemas.openxmlformats.org/drawingml/2006/main">
            <a:off x="8191500" y="4124325"/>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어떻게 확인하고</a:t>
            </a:r>
          </a:p>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다음 작업을 바꿀까?</a:t>
            </a:r>
          </a:p>
        </p:txBody>
      </p:sp>
      <p:sp>
        <p:nvSpPr>
          <p:cNvPr id="17" name="Legacy module connection">
            <a:extLst xmlns:a="http://schemas.openxmlformats.org/drawingml/2006/main">
              <a:ext uri="{FF2B5EF4-FFF2-40B4-BE49-F238E27FC236}">
                <a16:creationId xmlns:a16="http://schemas.microsoft.com/office/drawing/2014/main" id="{0E1246B1-D951-4255-9448-45CC0776D4EC}"/>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587954614"/>
      </p:ext>
    </p:extLst>
  </p:cSld>
</p:sld>
</file>

<file path=ppt/slides/slide9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4" name="ACT 5 · C++ VISION / 내 업무로 연결">
            <a:extLst xmlns:a="http://schemas.openxmlformats.org/drawingml/2006/main">
              <a:ext uri="{FF2B5EF4-FFF2-40B4-BE49-F238E27FC236}">
                <a16:creationId xmlns:a16="http://schemas.microsoft.com/office/drawing/2014/main" id="{5B124583-0389-407C-81E5-E8D927191FF1}"/>
              </a:ext>
            </a:extLst>
          </p:cNvPr>
          <p:cNvSpPr>
            <a:spLocks xmlns:a="http://schemas.openxmlformats.org/drawingml/2006/main" noGrp="1"/>
          </p:cNvSpPr>
          <p:nvPr/>
        </p:nvSpPr>
        <p:spPr>
          <a:xfrm xmlns:a="http://schemas.openxmlformats.org/drawingml/2006/main">
            <a:off x="609600" y="4572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5 · C++ VISION / 내 업무로 연결</a:t>
            </a:r>
          </a:p>
        </p:txBody>
      </p:sp>
      <p:sp>
        <p:nvSpPr>
          <p:cNvPr id="2" name="S91">
            <a:extLst xmlns:a="http://schemas.openxmlformats.org/drawingml/2006/main">
              <a:ext uri="{FF2B5EF4-FFF2-40B4-BE49-F238E27FC236}">
                <a16:creationId xmlns:a16="http://schemas.microsoft.com/office/drawing/2014/main" id="{0F0F6958-05EB-465D-8195-E03D33AF7C0E}"/>
              </a:ext>
            </a:extLst>
          </p:cNvPr>
          <p:cNvSpPr>
            <a:spLocks xmlns:a="http://schemas.openxmlformats.org/drawingml/2006/main" noGrp="1"/>
          </p:cNvSpPr>
          <p:nvPr/>
        </p:nvSpPr>
        <p:spPr>
          <a:xfrm xmlns:a="http://schemas.openxmlformats.org/drawingml/2006/main">
            <a:off x="10668000" y="457200"/>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S91</a:t>
            </a:r>
          </a:p>
        </p:txBody>
      </p:sp>
      <p:sp>
        <p:nvSpPr>
          <p:cNvPr id="3" name="어느 Layer에서 마찰이 반복되는가?">
            <a:extLst xmlns:a="http://schemas.openxmlformats.org/drawingml/2006/main">
              <a:ext uri="{FF2B5EF4-FFF2-40B4-BE49-F238E27FC236}">
                <a16:creationId xmlns:a16="http://schemas.microsoft.com/office/drawing/2014/main" id="{D2B57952-679B-418F-8C7B-EBB8E43E6CAC}"/>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어느 Layer에서 마찰이 반복되는가?</a:t>
            </a:r>
          </a:p>
        </p:txBody>
      </p:sp>
      <p:sp>
        <p:nvSpPr>
          <p:cNvPr id="4" name="">
            <a:extLst xmlns:a="http://schemas.openxmlformats.org/drawingml/2006/main">
              <a:ext uri="{FF2B5EF4-FFF2-40B4-BE49-F238E27FC236}">
                <a16:creationId xmlns:a16="http://schemas.microsoft.com/office/drawing/2014/main" id="{54688B5B-3573-4F6B-8387-9D274C958EA5}"/>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BEAT-068–069 · 업무 적용을 위한 교육용 질문">
            <a:extLst xmlns:a="http://schemas.openxmlformats.org/drawingml/2006/main">
              <a:ext uri="{FF2B5EF4-FFF2-40B4-BE49-F238E27FC236}">
                <a16:creationId xmlns:a16="http://schemas.microsoft.com/office/drawing/2014/main" id="{157C9C49-FACD-411E-9EF9-C5587C6C2050}"/>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BEAT-068–069 · 업무 적용을 위한 교육용 질문</a:t>
            </a:r>
          </a:p>
        </p:txBody>
      </p:sp>
      <p:sp>
        <p:nvSpPr>
          <p:cNvPr id="6" name="같은 수준의 선택지다. 특정 C++ 프로젝트에서 검증된 절차나 필수 도입 순서가 아니다.">
            <a:extLst xmlns:a="http://schemas.openxmlformats.org/drawingml/2006/main">
              <a:ext uri="{FF2B5EF4-FFF2-40B4-BE49-F238E27FC236}">
                <a16:creationId xmlns:a16="http://schemas.microsoft.com/office/drawing/2014/main" id="{5DFFA4F6-189E-4907-A4ED-F749454D2823}"/>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같은 수준의 선택지다. 특정 C++ 프로젝트에서 검증된 절차나 필수 도입 순서가 아니다.</a:t>
            </a:r>
          </a:p>
        </p:txBody>
      </p:sp>
      <p:sp>
        <p:nvSpPr>
          <p:cNvPr id="7" name="지금 내 업무와 가장 가까운 한 곳을 떠올려 본다.">
            <a:extLst xmlns:a="http://schemas.openxmlformats.org/drawingml/2006/main">
              <a:ext uri="{FF2B5EF4-FFF2-40B4-BE49-F238E27FC236}">
                <a16:creationId xmlns:a16="http://schemas.microsoft.com/office/drawing/2014/main" id="{D6EB5470-5642-4874-8296-1363B1B89148}"/>
              </a:ext>
            </a:extLst>
          </p:cNvPr>
          <p:cNvSpPr>
            <a:spLocks xmlns:a="http://schemas.openxmlformats.org/drawingml/2006/main" noGrp="1"/>
          </p:cNvSpPr>
          <p:nvPr/>
        </p:nvSpPr>
        <p:spPr>
          <a:xfrm xmlns:a="http://schemas.openxmlformats.org/drawingml/2006/main">
            <a:off x="609600" y="18002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지금 내 업무와 가장 가까운 한 곳을 떠올려 본다.</a:t>
            </a:r>
          </a:p>
        </p:txBody>
      </p:sp>
      <p:sp>
        <p:nvSpPr>
          <p:cNvPr id="8" name="">
            <a:extLst xmlns:a="http://schemas.openxmlformats.org/drawingml/2006/main">
              <a:ext uri="{FF2B5EF4-FFF2-40B4-BE49-F238E27FC236}">
                <a16:creationId xmlns:a16="http://schemas.microsoft.com/office/drawing/2014/main" id="{CB11CF79-88FE-4DE2-919D-4AF20A285CE6}"/>
              </a:ext>
            </a:extLst>
          </p:cNvPr>
          <p:cNvSpPr>
            <a:spLocks xmlns:a="http://schemas.openxmlformats.org/drawingml/2006/main" noGrp="1"/>
          </p:cNvSpPr>
          <p:nvPr/>
        </p:nvSpPr>
        <p:spPr>
          <a:xfrm xmlns:a="http://schemas.openxmlformats.org/drawingml/2006/main">
            <a:off x="609600" y="24288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9" name="">
            <a:extLst xmlns:a="http://schemas.openxmlformats.org/drawingml/2006/main">
              <a:ext uri="{FF2B5EF4-FFF2-40B4-BE49-F238E27FC236}">
                <a16:creationId xmlns:a16="http://schemas.microsoft.com/office/drawing/2014/main" id="{4F9DBA2D-7014-4C90-9F98-9CD41E2076AD}"/>
              </a:ext>
            </a:extLst>
          </p:cNvPr>
          <p:cNvSpPr>
            <a:spLocks xmlns:a="http://schemas.openxmlformats.org/drawingml/2006/main" noGrp="1"/>
          </p:cNvSpPr>
          <p:nvPr/>
        </p:nvSpPr>
        <p:spPr>
          <a:xfrm xmlns:a="http://schemas.openxmlformats.org/drawingml/2006/main">
            <a:off x="609600" y="2552700"/>
            <a:ext cx="361950" cy="36195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0" name="A">
            <a:extLst xmlns:a="http://schemas.openxmlformats.org/drawingml/2006/main">
              <a:ext uri="{FF2B5EF4-FFF2-40B4-BE49-F238E27FC236}">
                <a16:creationId xmlns:a16="http://schemas.microsoft.com/office/drawing/2014/main" id="{A9D761D9-0CD3-444D-A3CD-F95396B4D48A}"/>
              </a:ext>
            </a:extLst>
          </p:cNvPr>
          <p:cNvSpPr>
            <a:spLocks xmlns:a="http://schemas.openxmlformats.org/drawingml/2006/main" noGrp="1"/>
          </p:cNvSpPr>
          <p:nvPr/>
        </p:nvSpPr>
        <p:spPr>
          <a:xfrm xmlns:a="http://schemas.openxmlformats.org/drawingml/2006/main">
            <a:off x="609600" y="2562225"/>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0B6172"/>
                </a:solidFill>
                <a:latin typeface="Consolas"/>
                <a:ea typeface="Consolas"/>
                <a:cs typeface="Consolas"/>
              </a:defRPr>
            </a:defPPr>
            <a:lvl1pPr algn="ctr">
              <a:defRPr sz="1725" b="1">
                <a:solidFill>
                  <a:srgbClr val="0B6172"/>
                </a:solidFill>
                <a:latin typeface="Consolas"/>
                <a:ea typeface="Consolas"/>
                <a:cs typeface="Consolas"/>
              </a:defRPr>
            </a:lvl1pPr>
            <a:lvl2pPr algn="ctr">
              <a:defRPr sz="1725" b="1">
                <a:solidFill>
                  <a:srgbClr val="0B6172"/>
                </a:solidFill>
                <a:latin typeface="Consolas"/>
                <a:ea typeface="Consolas"/>
                <a:cs typeface="Consolas"/>
              </a:defRPr>
            </a:lvl2pPr>
            <a:lvl3pPr algn="ctr">
              <a:defRPr sz="1725" b="1">
                <a:solidFill>
                  <a:srgbClr val="0B6172"/>
                </a:solidFill>
                <a:latin typeface="Consolas"/>
                <a:ea typeface="Consolas"/>
                <a:cs typeface="Consolas"/>
              </a:defRPr>
            </a:lvl3pPr>
            <a:lvl4pPr algn="ctr">
              <a:defRPr sz="1725" b="1">
                <a:solidFill>
                  <a:srgbClr val="0B6172"/>
                </a:solidFill>
                <a:latin typeface="Consolas"/>
                <a:ea typeface="Consolas"/>
                <a:cs typeface="Consolas"/>
              </a:defRPr>
            </a:lvl4pPr>
            <a:lvl5pPr algn="ctr">
              <a:defRPr sz="1725" b="1">
                <a:solidFill>
                  <a:srgbClr val="0B6172"/>
                </a:solidFill>
                <a:latin typeface="Consolas"/>
                <a:ea typeface="Consolas"/>
                <a:cs typeface="Consolas"/>
              </a:defRPr>
            </a:lvl5pPr>
            <a:lvl6pPr algn="ctr">
              <a:defRPr sz="1725" b="1">
                <a:solidFill>
                  <a:srgbClr val="0B6172"/>
                </a:solidFill>
                <a:latin typeface="Consolas"/>
                <a:ea typeface="Consolas"/>
                <a:cs typeface="Consolas"/>
              </a:defRPr>
            </a:lvl6pPr>
            <a:lvl7pPr algn="ctr">
              <a:defRPr sz="1725" b="1">
                <a:solidFill>
                  <a:srgbClr val="0B6172"/>
                </a:solidFill>
                <a:latin typeface="Consolas"/>
                <a:ea typeface="Consolas"/>
                <a:cs typeface="Consolas"/>
              </a:defRPr>
            </a:lvl7pPr>
            <a:lvl8pPr algn="ctr">
              <a:defRPr sz="1725" b="1">
                <a:solidFill>
                  <a:srgbClr val="0B6172"/>
                </a:solidFill>
                <a:latin typeface="Consolas"/>
                <a:ea typeface="Consolas"/>
                <a:cs typeface="Consolas"/>
              </a:defRPr>
            </a:lvl8pPr>
            <a:lvl9pPr algn="ctr">
              <a:defRPr sz="1725" b="1">
                <a:solidFill>
                  <a:srgbClr val="0B6172"/>
                </a:solidFill>
                <a:latin typeface="Consolas"/>
                <a:ea typeface="Consolas"/>
                <a:cs typeface="Consolas"/>
              </a:defRPr>
            </a:lvl9pPr>
          </a:lstStyle>
          <a:p xmlns:a="http://schemas.openxmlformats.org/drawingml/2006/main">
            <a:pPr algn="ctr">
              <a:defRPr sz="1725" b="1">
                <a:solidFill>
                  <a:srgbClr val="0B6172"/>
                </a:solidFill>
                <a:latin typeface="Consolas"/>
                <a:ea typeface="Consolas"/>
                <a:cs typeface="Consolas"/>
              </a:defRPr>
            </a:pPr>
            <a:r>
              <a:rPr sz="1725" b="1">
                <a:solidFill>
                  <a:srgbClr val="0B6172"/>
                </a:solidFill>
                <a:latin typeface="Consolas"/>
                <a:ea typeface="Consolas"/>
                <a:cs typeface="Consolas"/>
              </a:rPr>
              <a:t>A</a:t>
            </a:r>
          </a:p>
        </p:txBody>
      </p:sp>
      <p:sp>
        <p:nvSpPr>
          <p:cNvPr id="11" name="Task">
            <a:extLst xmlns:a="http://schemas.openxmlformats.org/drawingml/2006/main">
              <a:ext uri="{FF2B5EF4-FFF2-40B4-BE49-F238E27FC236}">
                <a16:creationId xmlns:a16="http://schemas.microsoft.com/office/drawing/2014/main" id="{1A38B743-B1E4-4DB7-AD91-2343CC94AA93}"/>
              </a:ext>
            </a:extLst>
          </p:cNvPr>
          <p:cNvSpPr>
            <a:spLocks xmlns:a="http://schemas.openxmlformats.org/drawingml/2006/main" noGrp="1"/>
          </p:cNvSpPr>
          <p:nvPr/>
        </p:nvSpPr>
        <p:spPr>
          <a:xfrm xmlns:a="http://schemas.openxmlformats.org/drawingml/2006/main">
            <a:off x="1190625" y="2524125"/>
            <a:ext cx="2333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Task</a:t>
            </a:r>
          </a:p>
        </p:txBody>
      </p:sp>
      <p:sp>
        <p:nvSpPr>
          <p:cNvPr id="12" name="조사할 성능 병목의 범위가 흐리다">
            <a:extLst xmlns:a="http://schemas.openxmlformats.org/drawingml/2006/main">
              <a:ext uri="{FF2B5EF4-FFF2-40B4-BE49-F238E27FC236}">
                <a16:creationId xmlns:a16="http://schemas.microsoft.com/office/drawing/2014/main" id="{E1C940EA-1749-4D11-9A4C-FE867ACE6E72}"/>
              </a:ext>
            </a:extLst>
          </p:cNvPr>
          <p:cNvSpPr>
            <a:spLocks xmlns:a="http://schemas.openxmlformats.org/drawingml/2006/main" noGrp="1"/>
          </p:cNvSpPr>
          <p:nvPr/>
        </p:nvSpPr>
        <p:spPr>
          <a:xfrm xmlns:a="http://schemas.openxmlformats.org/drawingml/2006/main">
            <a:off x="3762375" y="2524125"/>
            <a:ext cx="78200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조사할 성능 병목의 범위가 흐리다</a:t>
            </a:r>
          </a:p>
        </p:txBody>
      </p:sp>
      <p:sp>
        <p:nvSpPr>
          <p:cNvPr id="13" name="">
            <a:extLst xmlns:a="http://schemas.openxmlformats.org/drawingml/2006/main">
              <a:ext uri="{FF2B5EF4-FFF2-40B4-BE49-F238E27FC236}">
                <a16:creationId xmlns:a16="http://schemas.microsoft.com/office/drawing/2014/main" id="{51243312-21C8-44E0-B811-C34861AD30CC}"/>
              </a:ext>
            </a:extLst>
          </p:cNvPr>
          <p:cNvSpPr>
            <a:spLocks xmlns:a="http://schemas.openxmlformats.org/drawingml/2006/main" noGrp="1"/>
          </p:cNvSpPr>
          <p:nvPr/>
        </p:nvSpPr>
        <p:spPr>
          <a:xfrm xmlns:a="http://schemas.openxmlformats.org/drawingml/2006/main">
            <a:off x="609600" y="30480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4" name="">
            <a:extLst xmlns:a="http://schemas.openxmlformats.org/drawingml/2006/main">
              <a:ext uri="{FF2B5EF4-FFF2-40B4-BE49-F238E27FC236}">
                <a16:creationId xmlns:a16="http://schemas.microsoft.com/office/drawing/2014/main" id="{9D03C66B-0A8B-4B27-ABDE-82725E48446A}"/>
              </a:ext>
            </a:extLst>
          </p:cNvPr>
          <p:cNvSpPr>
            <a:spLocks xmlns:a="http://schemas.openxmlformats.org/drawingml/2006/main" noGrp="1"/>
          </p:cNvSpPr>
          <p:nvPr/>
        </p:nvSpPr>
        <p:spPr>
          <a:xfrm xmlns:a="http://schemas.openxmlformats.org/drawingml/2006/main">
            <a:off x="609600" y="3171825"/>
            <a:ext cx="361950" cy="36195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5" name="B">
            <a:extLst xmlns:a="http://schemas.openxmlformats.org/drawingml/2006/main">
              <a:ext uri="{FF2B5EF4-FFF2-40B4-BE49-F238E27FC236}">
                <a16:creationId xmlns:a16="http://schemas.microsoft.com/office/drawing/2014/main" id="{7594953C-6224-4786-A424-B705DE722819}"/>
              </a:ext>
            </a:extLst>
          </p:cNvPr>
          <p:cNvSpPr>
            <a:spLocks xmlns:a="http://schemas.openxmlformats.org/drawingml/2006/main" noGrp="1"/>
          </p:cNvSpPr>
          <p:nvPr/>
        </p:nvSpPr>
        <p:spPr>
          <a:xfrm xmlns:a="http://schemas.openxmlformats.org/drawingml/2006/main">
            <a:off x="609600" y="3181350"/>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0B6172"/>
                </a:solidFill>
                <a:latin typeface="Consolas"/>
                <a:ea typeface="Consolas"/>
                <a:cs typeface="Consolas"/>
              </a:defRPr>
            </a:defPPr>
            <a:lvl1pPr algn="ctr">
              <a:defRPr sz="1725" b="1">
                <a:solidFill>
                  <a:srgbClr val="0B6172"/>
                </a:solidFill>
                <a:latin typeface="Consolas"/>
                <a:ea typeface="Consolas"/>
                <a:cs typeface="Consolas"/>
              </a:defRPr>
            </a:lvl1pPr>
            <a:lvl2pPr algn="ctr">
              <a:defRPr sz="1725" b="1">
                <a:solidFill>
                  <a:srgbClr val="0B6172"/>
                </a:solidFill>
                <a:latin typeface="Consolas"/>
                <a:ea typeface="Consolas"/>
                <a:cs typeface="Consolas"/>
              </a:defRPr>
            </a:lvl2pPr>
            <a:lvl3pPr algn="ctr">
              <a:defRPr sz="1725" b="1">
                <a:solidFill>
                  <a:srgbClr val="0B6172"/>
                </a:solidFill>
                <a:latin typeface="Consolas"/>
                <a:ea typeface="Consolas"/>
                <a:cs typeface="Consolas"/>
              </a:defRPr>
            </a:lvl3pPr>
            <a:lvl4pPr algn="ctr">
              <a:defRPr sz="1725" b="1">
                <a:solidFill>
                  <a:srgbClr val="0B6172"/>
                </a:solidFill>
                <a:latin typeface="Consolas"/>
                <a:ea typeface="Consolas"/>
                <a:cs typeface="Consolas"/>
              </a:defRPr>
            </a:lvl4pPr>
            <a:lvl5pPr algn="ctr">
              <a:defRPr sz="1725" b="1">
                <a:solidFill>
                  <a:srgbClr val="0B6172"/>
                </a:solidFill>
                <a:latin typeface="Consolas"/>
                <a:ea typeface="Consolas"/>
                <a:cs typeface="Consolas"/>
              </a:defRPr>
            </a:lvl5pPr>
            <a:lvl6pPr algn="ctr">
              <a:defRPr sz="1725" b="1">
                <a:solidFill>
                  <a:srgbClr val="0B6172"/>
                </a:solidFill>
                <a:latin typeface="Consolas"/>
                <a:ea typeface="Consolas"/>
                <a:cs typeface="Consolas"/>
              </a:defRPr>
            </a:lvl6pPr>
            <a:lvl7pPr algn="ctr">
              <a:defRPr sz="1725" b="1">
                <a:solidFill>
                  <a:srgbClr val="0B6172"/>
                </a:solidFill>
                <a:latin typeface="Consolas"/>
                <a:ea typeface="Consolas"/>
                <a:cs typeface="Consolas"/>
              </a:defRPr>
            </a:lvl7pPr>
            <a:lvl8pPr algn="ctr">
              <a:defRPr sz="1725" b="1">
                <a:solidFill>
                  <a:srgbClr val="0B6172"/>
                </a:solidFill>
                <a:latin typeface="Consolas"/>
                <a:ea typeface="Consolas"/>
                <a:cs typeface="Consolas"/>
              </a:defRPr>
            </a:lvl8pPr>
            <a:lvl9pPr algn="ctr">
              <a:defRPr sz="1725" b="1">
                <a:solidFill>
                  <a:srgbClr val="0B6172"/>
                </a:solidFill>
                <a:latin typeface="Consolas"/>
                <a:ea typeface="Consolas"/>
                <a:cs typeface="Consolas"/>
              </a:defRPr>
            </a:lvl9pPr>
          </a:lstStyle>
          <a:p xmlns:a="http://schemas.openxmlformats.org/drawingml/2006/main">
            <a:pPr algn="ctr">
              <a:defRPr sz="1725" b="1">
                <a:solidFill>
                  <a:srgbClr val="0B6172"/>
                </a:solidFill>
                <a:latin typeface="Consolas"/>
                <a:ea typeface="Consolas"/>
                <a:cs typeface="Consolas"/>
              </a:defRPr>
            </a:pPr>
            <a:r>
              <a:rPr sz="1725" b="1">
                <a:solidFill>
                  <a:srgbClr val="0B6172"/>
                </a:solidFill>
                <a:latin typeface="Consolas"/>
                <a:ea typeface="Consolas"/>
                <a:cs typeface="Consolas"/>
              </a:rPr>
              <a:t>B</a:t>
            </a:r>
          </a:p>
        </p:txBody>
      </p:sp>
      <p:sp>
        <p:nvSpPr>
          <p:cNvPr id="16" name="Context">
            <a:extLst xmlns:a="http://schemas.openxmlformats.org/drawingml/2006/main">
              <a:ext uri="{FF2B5EF4-FFF2-40B4-BE49-F238E27FC236}">
                <a16:creationId xmlns:a16="http://schemas.microsoft.com/office/drawing/2014/main" id="{C79FC9C2-C742-4570-98BB-4284711B9999}"/>
              </a:ext>
            </a:extLst>
          </p:cNvPr>
          <p:cNvSpPr>
            <a:spLocks xmlns:a="http://schemas.openxmlformats.org/drawingml/2006/main" noGrp="1"/>
          </p:cNvSpPr>
          <p:nvPr/>
        </p:nvSpPr>
        <p:spPr>
          <a:xfrm xmlns:a="http://schemas.openxmlformats.org/drawingml/2006/main">
            <a:off x="1190625" y="3143250"/>
            <a:ext cx="2333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Context</a:t>
            </a:r>
          </a:p>
        </p:txBody>
      </p:sp>
      <p:sp>
        <p:nvSpPr>
          <p:cNvPr id="17" name="빌드 조건·계약·하드웨어 가정을 반복 설명한다">
            <a:extLst xmlns:a="http://schemas.openxmlformats.org/drawingml/2006/main">
              <a:ext uri="{FF2B5EF4-FFF2-40B4-BE49-F238E27FC236}">
                <a16:creationId xmlns:a16="http://schemas.microsoft.com/office/drawing/2014/main" id="{CB76DA7D-B817-40DC-B1DF-B4974DC4C395}"/>
              </a:ext>
            </a:extLst>
          </p:cNvPr>
          <p:cNvSpPr>
            <a:spLocks xmlns:a="http://schemas.openxmlformats.org/drawingml/2006/main" noGrp="1"/>
          </p:cNvSpPr>
          <p:nvPr/>
        </p:nvSpPr>
        <p:spPr>
          <a:xfrm xmlns:a="http://schemas.openxmlformats.org/drawingml/2006/main">
            <a:off x="3762375" y="3143250"/>
            <a:ext cx="78200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빌드 조건·계약·하드웨어 가정을 반복 설명한다</a:t>
            </a:r>
          </a:p>
        </p:txBody>
      </p:sp>
      <p:sp>
        <p:nvSpPr>
          <p:cNvPr id="18" name="">
            <a:extLst xmlns:a="http://schemas.openxmlformats.org/drawingml/2006/main">
              <a:ext uri="{FF2B5EF4-FFF2-40B4-BE49-F238E27FC236}">
                <a16:creationId xmlns:a16="http://schemas.microsoft.com/office/drawing/2014/main" id="{A924C773-957B-4D83-A569-AA780CE0BE8F}"/>
              </a:ext>
            </a:extLst>
          </p:cNvPr>
          <p:cNvSpPr>
            <a:spLocks xmlns:a="http://schemas.openxmlformats.org/drawingml/2006/main" noGrp="1"/>
          </p:cNvSpPr>
          <p:nvPr/>
        </p:nvSpPr>
        <p:spPr>
          <a:xfrm xmlns:a="http://schemas.openxmlformats.org/drawingml/2006/main">
            <a:off x="609600" y="366712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
            <a:extLst xmlns:a="http://schemas.openxmlformats.org/drawingml/2006/main">
              <a:ext uri="{FF2B5EF4-FFF2-40B4-BE49-F238E27FC236}">
                <a16:creationId xmlns:a16="http://schemas.microsoft.com/office/drawing/2014/main" id="{493B1714-03F1-4CAD-BCCB-4F8D7F7E58E5}"/>
              </a:ext>
            </a:extLst>
          </p:cNvPr>
          <p:cNvSpPr>
            <a:spLocks xmlns:a="http://schemas.openxmlformats.org/drawingml/2006/main" noGrp="1"/>
          </p:cNvSpPr>
          <p:nvPr/>
        </p:nvSpPr>
        <p:spPr>
          <a:xfrm xmlns:a="http://schemas.openxmlformats.org/drawingml/2006/main">
            <a:off x="609600" y="3790950"/>
            <a:ext cx="361950" cy="36195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0" name="C">
            <a:extLst xmlns:a="http://schemas.openxmlformats.org/drawingml/2006/main">
              <a:ext uri="{FF2B5EF4-FFF2-40B4-BE49-F238E27FC236}">
                <a16:creationId xmlns:a16="http://schemas.microsoft.com/office/drawing/2014/main" id="{BEB0794A-92E3-45EC-AC08-A78DDB7F73B6}"/>
              </a:ext>
            </a:extLst>
          </p:cNvPr>
          <p:cNvSpPr>
            <a:spLocks xmlns:a="http://schemas.openxmlformats.org/drawingml/2006/main" noGrp="1"/>
          </p:cNvSpPr>
          <p:nvPr/>
        </p:nvSpPr>
        <p:spPr>
          <a:xfrm xmlns:a="http://schemas.openxmlformats.org/drawingml/2006/main">
            <a:off x="609600" y="3800475"/>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0B6172"/>
                </a:solidFill>
                <a:latin typeface="Consolas"/>
                <a:ea typeface="Consolas"/>
                <a:cs typeface="Consolas"/>
              </a:defRPr>
            </a:defPPr>
            <a:lvl1pPr algn="ctr">
              <a:defRPr sz="1725" b="1">
                <a:solidFill>
                  <a:srgbClr val="0B6172"/>
                </a:solidFill>
                <a:latin typeface="Consolas"/>
                <a:ea typeface="Consolas"/>
                <a:cs typeface="Consolas"/>
              </a:defRPr>
            </a:lvl1pPr>
            <a:lvl2pPr algn="ctr">
              <a:defRPr sz="1725" b="1">
                <a:solidFill>
                  <a:srgbClr val="0B6172"/>
                </a:solidFill>
                <a:latin typeface="Consolas"/>
                <a:ea typeface="Consolas"/>
                <a:cs typeface="Consolas"/>
              </a:defRPr>
            </a:lvl2pPr>
            <a:lvl3pPr algn="ctr">
              <a:defRPr sz="1725" b="1">
                <a:solidFill>
                  <a:srgbClr val="0B6172"/>
                </a:solidFill>
                <a:latin typeface="Consolas"/>
                <a:ea typeface="Consolas"/>
                <a:cs typeface="Consolas"/>
              </a:defRPr>
            </a:lvl3pPr>
            <a:lvl4pPr algn="ctr">
              <a:defRPr sz="1725" b="1">
                <a:solidFill>
                  <a:srgbClr val="0B6172"/>
                </a:solidFill>
                <a:latin typeface="Consolas"/>
                <a:ea typeface="Consolas"/>
                <a:cs typeface="Consolas"/>
              </a:defRPr>
            </a:lvl4pPr>
            <a:lvl5pPr algn="ctr">
              <a:defRPr sz="1725" b="1">
                <a:solidFill>
                  <a:srgbClr val="0B6172"/>
                </a:solidFill>
                <a:latin typeface="Consolas"/>
                <a:ea typeface="Consolas"/>
                <a:cs typeface="Consolas"/>
              </a:defRPr>
            </a:lvl5pPr>
            <a:lvl6pPr algn="ctr">
              <a:defRPr sz="1725" b="1">
                <a:solidFill>
                  <a:srgbClr val="0B6172"/>
                </a:solidFill>
                <a:latin typeface="Consolas"/>
                <a:ea typeface="Consolas"/>
                <a:cs typeface="Consolas"/>
              </a:defRPr>
            </a:lvl6pPr>
            <a:lvl7pPr algn="ctr">
              <a:defRPr sz="1725" b="1">
                <a:solidFill>
                  <a:srgbClr val="0B6172"/>
                </a:solidFill>
                <a:latin typeface="Consolas"/>
                <a:ea typeface="Consolas"/>
                <a:cs typeface="Consolas"/>
              </a:defRPr>
            </a:lvl7pPr>
            <a:lvl8pPr algn="ctr">
              <a:defRPr sz="1725" b="1">
                <a:solidFill>
                  <a:srgbClr val="0B6172"/>
                </a:solidFill>
                <a:latin typeface="Consolas"/>
                <a:ea typeface="Consolas"/>
                <a:cs typeface="Consolas"/>
              </a:defRPr>
            </a:lvl8pPr>
            <a:lvl9pPr algn="ctr">
              <a:defRPr sz="1725" b="1">
                <a:solidFill>
                  <a:srgbClr val="0B6172"/>
                </a:solidFill>
                <a:latin typeface="Consolas"/>
                <a:ea typeface="Consolas"/>
                <a:cs typeface="Consolas"/>
              </a:defRPr>
            </a:lvl9pPr>
          </a:lstStyle>
          <a:p xmlns:a="http://schemas.openxmlformats.org/drawingml/2006/main">
            <a:pPr algn="ctr">
              <a:defRPr sz="1725" b="1">
                <a:solidFill>
                  <a:srgbClr val="0B6172"/>
                </a:solidFill>
                <a:latin typeface="Consolas"/>
                <a:ea typeface="Consolas"/>
                <a:cs typeface="Consolas"/>
              </a:defRPr>
            </a:pPr>
            <a:r>
              <a:rPr sz="1725" b="1">
                <a:solidFill>
                  <a:srgbClr val="0B6172"/>
                </a:solidFill>
                <a:latin typeface="Consolas"/>
                <a:ea typeface="Consolas"/>
                <a:cs typeface="Consolas"/>
              </a:rPr>
              <a:t>C</a:t>
            </a:r>
          </a:p>
        </p:txBody>
      </p:sp>
      <p:sp>
        <p:nvSpPr>
          <p:cNvPr id="21" name="Workflow">
            <a:extLst xmlns:a="http://schemas.openxmlformats.org/drawingml/2006/main">
              <a:ext uri="{FF2B5EF4-FFF2-40B4-BE49-F238E27FC236}">
                <a16:creationId xmlns:a16="http://schemas.microsoft.com/office/drawing/2014/main" id="{279A8A76-5285-48C2-9726-26497B270CF3}"/>
              </a:ext>
            </a:extLst>
          </p:cNvPr>
          <p:cNvSpPr>
            <a:spLocks xmlns:a="http://schemas.openxmlformats.org/drawingml/2006/main" noGrp="1"/>
          </p:cNvSpPr>
          <p:nvPr/>
        </p:nvSpPr>
        <p:spPr>
          <a:xfrm xmlns:a="http://schemas.openxmlformats.org/drawingml/2006/main">
            <a:off x="1190625" y="3762375"/>
            <a:ext cx="2333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Workflow</a:t>
            </a:r>
          </a:p>
        </p:txBody>
      </p:sp>
      <p:sp>
        <p:nvSpPr>
          <p:cNvPr id="22" name="분석 → 변경 → 측정 → 회귀 확인을 매번 적는다">
            <a:extLst xmlns:a="http://schemas.openxmlformats.org/drawingml/2006/main">
              <a:ext uri="{FF2B5EF4-FFF2-40B4-BE49-F238E27FC236}">
                <a16:creationId xmlns:a16="http://schemas.microsoft.com/office/drawing/2014/main" id="{69114C37-AD6B-4AD4-9275-1368DEE7989D}"/>
              </a:ext>
            </a:extLst>
          </p:cNvPr>
          <p:cNvSpPr>
            <a:spLocks xmlns:a="http://schemas.openxmlformats.org/drawingml/2006/main" noGrp="1"/>
          </p:cNvSpPr>
          <p:nvPr/>
        </p:nvSpPr>
        <p:spPr>
          <a:xfrm xmlns:a="http://schemas.openxmlformats.org/drawingml/2006/main">
            <a:off x="3762375" y="3762375"/>
            <a:ext cx="78200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분석 → 변경 → 측정 → 회귀 확인을 매번 적는다</a:t>
            </a:r>
          </a:p>
        </p:txBody>
      </p:sp>
      <p:sp>
        <p:nvSpPr>
          <p:cNvPr id="23" name="">
            <a:extLst xmlns:a="http://schemas.openxmlformats.org/drawingml/2006/main">
              <a:ext uri="{FF2B5EF4-FFF2-40B4-BE49-F238E27FC236}">
                <a16:creationId xmlns:a16="http://schemas.microsoft.com/office/drawing/2014/main" id="{350F0EAB-2E5A-45B7-BD6E-3530CC2815C9}"/>
              </a:ext>
            </a:extLst>
          </p:cNvPr>
          <p:cNvSpPr>
            <a:spLocks xmlns:a="http://schemas.openxmlformats.org/drawingml/2006/main" noGrp="1"/>
          </p:cNvSpPr>
          <p:nvPr/>
        </p:nvSpPr>
        <p:spPr>
          <a:xfrm xmlns:a="http://schemas.openxmlformats.org/drawingml/2006/main">
            <a:off x="609600" y="428625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4" name="">
            <a:extLst xmlns:a="http://schemas.openxmlformats.org/drawingml/2006/main">
              <a:ext uri="{FF2B5EF4-FFF2-40B4-BE49-F238E27FC236}">
                <a16:creationId xmlns:a16="http://schemas.microsoft.com/office/drawing/2014/main" id="{D53A5200-9258-4431-BF79-DC68E08AF0DC}"/>
              </a:ext>
            </a:extLst>
          </p:cNvPr>
          <p:cNvSpPr>
            <a:spLocks xmlns:a="http://schemas.openxmlformats.org/drawingml/2006/main" noGrp="1"/>
          </p:cNvSpPr>
          <p:nvPr/>
        </p:nvSpPr>
        <p:spPr>
          <a:xfrm xmlns:a="http://schemas.openxmlformats.org/drawingml/2006/main">
            <a:off x="609600" y="4410075"/>
            <a:ext cx="361950" cy="36195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5" name="D">
            <a:extLst xmlns:a="http://schemas.openxmlformats.org/drawingml/2006/main">
              <a:ext uri="{FF2B5EF4-FFF2-40B4-BE49-F238E27FC236}">
                <a16:creationId xmlns:a16="http://schemas.microsoft.com/office/drawing/2014/main" id="{4757651F-BD43-4DFD-97C3-BE207D0698E8}"/>
              </a:ext>
            </a:extLst>
          </p:cNvPr>
          <p:cNvSpPr>
            <a:spLocks xmlns:a="http://schemas.openxmlformats.org/drawingml/2006/main" noGrp="1"/>
          </p:cNvSpPr>
          <p:nvPr/>
        </p:nvSpPr>
        <p:spPr>
          <a:xfrm xmlns:a="http://schemas.openxmlformats.org/drawingml/2006/main">
            <a:off x="609600" y="4419600"/>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0B6172"/>
                </a:solidFill>
                <a:latin typeface="Consolas"/>
                <a:ea typeface="Consolas"/>
                <a:cs typeface="Consolas"/>
              </a:defRPr>
            </a:defPPr>
            <a:lvl1pPr algn="ctr">
              <a:defRPr sz="1725" b="1">
                <a:solidFill>
                  <a:srgbClr val="0B6172"/>
                </a:solidFill>
                <a:latin typeface="Consolas"/>
                <a:ea typeface="Consolas"/>
                <a:cs typeface="Consolas"/>
              </a:defRPr>
            </a:lvl1pPr>
            <a:lvl2pPr algn="ctr">
              <a:defRPr sz="1725" b="1">
                <a:solidFill>
                  <a:srgbClr val="0B6172"/>
                </a:solidFill>
                <a:latin typeface="Consolas"/>
                <a:ea typeface="Consolas"/>
                <a:cs typeface="Consolas"/>
              </a:defRPr>
            </a:lvl2pPr>
            <a:lvl3pPr algn="ctr">
              <a:defRPr sz="1725" b="1">
                <a:solidFill>
                  <a:srgbClr val="0B6172"/>
                </a:solidFill>
                <a:latin typeface="Consolas"/>
                <a:ea typeface="Consolas"/>
                <a:cs typeface="Consolas"/>
              </a:defRPr>
            </a:lvl3pPr>
            <a:lvl4pPr algn="ctr">
              <a:defRPr sz="1725" b="1">
                <a:solidFill>
                  <a:srgbClr val="0B6172"/>
                </a:solidFill>
                <a:latin typeface="Consolas"/>
                <a:ea typeface="Consolas"/>
                <a:cs typeface="Consolas"/>
              </a:defRPr>
            </a:lvl4pPr>
            <a:lvl5pPr algn="ctr">
              <a:defRPr sz="1725" b="1">
                <a:solidFill>
                  <a:srgbClr val="0B6172"/>
                </a:solidFill>
                <a:latin typeface="Consolas"/>
                <a:ea typeface="Consolas"/>
                <a:cs typeface="Consolas"/>
              </a:defRPr>
            </a:lvl5pPr>
            <a:lvl6pPr algn="ctr">
              <a:defRPr sz="1725" b="1">
                <a:solidFill>
                  <a:srgbClr val="0B6172"/>
                </a:solidFill>
                <a:latin typeface="Consolas"/>
                <a:ea typeface="Consolas"/>
                <a:cs typeface="Consolas"/>
              </a:defRPr>
            </a:lvl6pPr>
            <a:lvl7pPr algn="ctr">
              <a:defRPr sz="1725" b="1">
                <a:solidFill>
                  <a:srgbClr val="0B6172"/>
                </a:solidFill>
                <a:latin typeface="Consolas"/>
                <a:ea typeface="Consolas"/>
                <a:cs typeface="Consolas"/>
              </a:defRPr>
            </a:lvl7pPr>
            <a:lvl8pPr algn="ctr">
              <a:defRPr sz="1725" b="1">
                <a:solidFill>
                  <a:srgbClr val="0B6172"/>
                </a:solidFill>
                <a:latin typeface="Consolas"/>
                <a:ea typeface="Consolas"/>
                <a:cs typeface="Consolas"/>
              </a:defRPr>
            </a:lvl8pPr>
            <a:lvl9pPr algn="ctr">
              <a:defRPr sz="1725" b="1">
                <a:solidFill>
                  <a:srgbClr val="0B6172"/>
                </a:solidFill>
                <a:latin typeface="Consolas"/>
                <a:ea typeface="Consolas"/>
                <a:cs typeface="Consolas"/>
              </a:defRPr>
            </a:lvl9pPr>
          </a:lstStyle>
          <a:p xmlns:a="http://schemas.openxmlformats.org/drawingml/2006/main">
            <a:pPr algn="ctr">
              <a:defRPr sz="1725" b="1">
                <a:solidFill>
                  <a:srgbClr val="0B6172"/>
                </a:solidFill>
                <a:latin typeface="Consolas"/>
                <a:ea typeface="Consolas"/>
                <a:cs typeface="Consolas"/>
              </a:defRPr>
            </a:pPr>
            <a:r>
              <a:rPr sz="1725" b="1">
                <a:solidFill>
                  <a:srgbClr val="0B6172"/>
                </a:solidFill>
                <a:latin typeface="Consolas"/>
                <a:ea typeface="Consolas"/>
                <a:cs typeface="Consolas"/>
              </a:rPr>
              <a:t>D</a:t>
            </a:r>
          </a:p>
        </p:txBody>
      </p:sp>
      <p:sp>
        <p:nvSpPr>
          <p:cNvPr id="26" name="Verification">
            <a:extLst xmlns:a="http://schemas.openxmlformats.org/drawingml/2006/main">
              <a:ext uri="{FF2B5EF4-FFF2-40B4-BE49-F238E27FC236}">
                <a16:creationId xmlns:a16="http://schemas.microsoft.com/office/drawing/2014/main" id="{2BD85D13-2D91-4C99-9CBA-5C07DD688D68}"/>
              </a:ext>
            </a:extLst>
          </p:cNvPr>
          <p:cNvSpPr>
            <a:spLocks xmlns:a="http://schemas.openxmlformats.org/drawingml/2006/main" noGrp="1"/>
          </p:cNvSpPr>
          <p:nvPr/>
        </p:nvSpPr>
        <p:spPr>
          <a:xfrm xmlns:a="http://schemas.openxmlformats.org/drawingml/2006/main">
            <a:off x="1190625" y="4381500"/>
            <a:ext cx="2333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Verification</a:t>
            </a:r>
          </a:p>
        </p:txBody>
      </p:sp>
      <p:sp>
        <p:nvSpPr>
          <p:cNvPr id="27" name="테스트와 Benchmark의 확인 기준이 모호하다">
            <a:extLst xmlns:a="http://schemas.openxmlformats.org/drawingml/2006/main">
              <a:ext uri="{FF2B5EF4-FFF2-40B4-BE49-F238E27FC236}">
                <a16:creationId xmlns:a16="http://schemas.microsoft.com/office/drawing/2014/main" id="{82C91537-9BDD-41A0-9C98-85666FF3BD8B}"/>
              </a:ext>
            </a:extLst>
          </p:cNvPr>
          <p:cNvSpPr>
            <a:spLocks xmlns:a="http://schemas.openxmlformats.org/drawingml/2006/main" noGrp="1"/>
          </p:cNvSpPr>
          <p:nvPr/>
        </p:nvSpPr>
        <p:spPr>
          <a:xfrm xmlns:a="http://schemas.openxmlformats.org/drawingml/2006/main">
            <a:off x="3762375" y="4381500"/>
            <a:ext cx="78200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테스트와 Benchmark의 확인 기준이 모호하다</a:t>
            </a:r>
          </a:p>
        </p:txBody>
      </p:sp>
      <p:sp>
        <p:nvSpPr>
          <p:cNvPr id="28" name="">
            <a:extLst xmlns:a="http://schemas.openxmlformats.org/drawingml/2006/main">
              <a:ext uri="{FF2B5EF4-FFF2-40B4-BE49-F238E27FC236}">
                <a16:creationId xmlns:a16="http://schemas.microsoft.com/office/drawing/2014/main" id="{B7F33130-D83D-4825-8D94-079F722E759C}"/>
              </a:ext>
            </a:extLst>
          </p:cNvPr>
          <p:cNvSpPr>
            <a:spLocks xmlns:a="http://schemas.openxmlformats.org/drawingml/2006/main" noGrp="1"/>
          </p:cNvSpPr>
          <p:nvPr/>
        </p:nvSpPr>
        <p:spPr>
          <a:xfrm xmlns:a="http://schemas.openxmlformats.org/drawingml/2006/main">
            <a:off x="609600" y="49053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9" name="">
            <a:extLst xmlns:a="http://schemas.openxmlformats.org/drawingml/2006/main">
              <a:ext uri="{FF2B5EF4-FFF2-40B4-BE49-F238E27FC236}">
                <a16:creationId xmlns:a16="http://schemas.microsoft.com/office/drawing/2014/main" id="{DC2DAB57-5C55-48A7-ACEC-5F8DD835B455}"/>
              </a:ext>
            </a:extLst>
          </p:cNvPr>
          <p:cNvSpPr>
            <a:spLocks xmlns:a="http://schemas.openxmlformats.org/drawingml/2006/main" noGrp="1"/>
          </p:cNvSpPr>
          <p:nvPr/>
        </p:nvSpPr>
        <p:spPr>
          <a:xfrm xmlns:a="http://schemas.openxmlformats.org/drawingml/2006/main">
            <a:off x="609600" y="5029200"/>
            <a:ext cx="361950" cy="36195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30" name="E">
            <a:extLst xmlns:a="http://schemas.openxmlformats.org/drawingml/2006/main">
              <a:ext uri="{FF2B5EF4-FFF2-40B4-BE49-F238E27FC236}">
                <a16:creationId xmlns:a16="http://schemas.microsoft.com/office/drawing/2014/main" id="{4D860130-29AB-4D26-AE92-35C1BCE91EB2}"/>
              </a:ext>
            </a:extLst>
          </p:cNvPr>
          <p:cNvSpPr>
            <a:spLocks xmlns:a="http://schemas.openxmlformats.org/drawingml/2006/main" noGrp="1"/>
          </p:cNvSpPr>
          <p:nvPr/>
        </p:nvSpPr>
        <p:spPr>
          <a:xfrm xmlns:a="http://schemas.openxmlformats.org/drawingml/2006/main">
            <a:off x="609600" y="5038725"/>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0B6172"/>
                </a:solidFill>
                <a:latin typeface="Consolas"/>
                <a:ea typeface="Consolas"/>
                <a:cs typeface="Consolas"/>
              </a:defRPr>
            </a:defPPr>
            <a:lvl1pPr algn="ctr">
              <a:defRPr sz="1725" b="1">
                <a:solidFill>
                  <a:srgbClr val="0B6172"/>
                </a:solidFill>
                <a:latin typeface="Consolas"/>
                <a:ea typeface="Consolas"/>
                <a:cs typeface="Consolas"/>
              </a:defRPr>
            </a:lvl1pPr>
            <a:lvl2pPr algn="ctr">
              <a:defRPr sz="1725" b="1">
                <a:solidFill>
                  <a:srgbClr val="0B6172"/>
                </a:solidFill>
                <a:latin typeface="Consolas"/>
                <a:ea typeface="Consolas"/>
                <a:cs typeface="Consolas"/>
              </a:defRPr>
            </a:lvl2pPr>
            <a:lvl3pPr algn="ctr">
              <a:defRPr sz="1725" b="1">
                <a:solidFill>
                  <a:srgbClr val="0B6172"/>
                </a:solidFill>
                <a:latin typeface="Consolas"/>
                <a:ea typeface="Consolas"/>
                <a:cs typeface="Consolas"/>
              </a:defRPr>
            </a:lvl3pPr>
            <a:lvl4pPr algn="ctr">
              <a:defRPr sz="1725" b="1">
                <a:solidFill>
                  <a:srgbClr val="0B6172"/>
                </a:solidFill>
                <a:latin typeface="Consolas"/>
                <a:ea typeface="Consolas"/>
                <a:cs typeface="Consolas"/>
              </a:defRPr>
            </a:lvl4pPr>
            <a:lvl5pPr algn="ctr">
              <a:defRPr sz="1725" b="1">
                <a:solidFill>
                  <a:srgbClr val="0B6172"/>
                </a:solidFill>
                <a:latin typeface="Consolas"/>
                <a:ea typeface="Consolas"/>
                <a:cs typeface="Consolas"/>
              </a:defRPr>
            </a:lvl5pPr>
            <a:lvl6pPr algn="ctr">
              <a:defRPr sz="1725" b="1">
                <a:solidFill>
                  <a:srgbClr val="0B6172"/>
                </a:solidFill>
                <a:latin typeface="Consolas"/>
                <a:ea typeface="Consolas"/>
                <a:cs typeface="Consolas"/>
              </a:defRPr>
            </a:lvl6pPr>
            <a:lvl7pPr algn="ctr">
              <a:defRPr sz="1725" b="1">
                <a:solidFill>
                  <a:srgbClr val="0B6172"/>
                </a:solidFill>
                <a:latin typeface="Consolas"/>
                <a:ea typeface="Consolas"/>
                <a:cs typeface="Consolas"/>
              </a:defRPr>
            </a:lvl7pPr>
            <a:lvl8pPr algn="ctr">
              <a:defRPr sz="1725" b="1">
                <a:solidFill>
                  <a:srgbClr val="0B6172"/>
                </a:solidFill>
                <a:latin typeface="Consolas"/>
                <a:ea typeface="Consolas"/>
                <a:cs typeface="Consolas"/>
              </a:defRPr>
            </a:lvl8pPr>
            <a:lvl9pPr algn="ctr">
              <a:defRPr sz="1725" b="1">
                <a:solidFill>
                  <a:srgbClr val="0B6172"/>
                </a:solidFill>
                <a:latin typeface="Consolas"/>
                <a:ea typeface="Consolas"/>
                <a:cs typeface="Consolas"/>
              </a:defRPr>
            </a:lvl9pPr>
          </a:lstStyle>
          <a:p xmlns:a="http://schemas.openxmlformats.org/drawingml/2006/main">
            <a:pPr algn="ctr">
              <a:defRPr sz="1725" b="1">
                <a:solidFill>
                  <a:srgbClr val="0B6172"/>
                </a:solidFill>
                <a:latin typeface="Consolas"/>
                <a:ea typeface="Consolas"/>
                <a:cs typeface="Consolas"/>
              </a:defRPr>
            </a:pPr>
            <a:r>
              <a:rPr sz="1725" b="1">
                <a:solidFill>
                  <a:srgbClr val="0B6172"/>
                </a:solidFill>
                <a:latin typeface="Consolas"/>
                <a:ea typeface="Consolas"/>
                <a:cs typeface="Consolas"/>
              </a:rPr>
              <a:t>E</a:t>
            </a:r>
          </a:p>
        </p:txBody>
      </p:sp>
      <p:sp>
        <p:nvSpPr>
          <p:cNvPr id="31" name="Feedback Loop">
            <a:extLst xmlns:a="http://schemas.openxmlformats.org/drawingml/2006/main">
              <a:ext uri="{FF2B5EF4-FFF2-40B4-BE49-F238E27FC236}">
                <a16:creationId xmlns:a16="http://schemas.microsoft.com/office/drawing/2014/main" id="{70B87FD6-62E1-4F70-AFDC-5A9ECF11FC45}"/>
              </a:ext>
            </a:extLst>
          </p:cNvPr>
          <p:cNvSpPr>
            <a:spLocks xmlns:a="http://schemas.openxmlformats.org/drawingml/2006/main" noGrp="1"/>
          </p:cNvSpPr>
          <p:nvPr/>
        </p:nvSpPr>
        <p:spPr>
          <a:xfrm xmlns:a="http://schemas.openxmlformats.org/drawingml/2006/main">
            <a:off x="1190625" y="5000625"/>
            <a:ext cx="2333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Feedback Loop</a:t>
            </a:r>
          </a:p>
        </p:txBody>
      </p:sp>
      <p:sp>
        <p:nvSpPr>
          <p:cNvPr id="32" name="같은 문제가 다시 생겨도 관련 시스템을 안 바꾼다">
            <a:extLst xmlns:a="http://schemas.openxmlformats.org/drawingml/2006/main">
              <a:ext uri="{FF2B5EF4-FFF2-40B4-BE49-F238E27FC236}">
                <a16:creationId xmlns:a16="http://schemas.microsoft.com/office/drawing/2014/main" id="{A4322F70-404B-401A-B568-8620E37C95DC}"/>
              </a:ext>
            </a:extLst>
          </p:cNvPr>
          <p:cNvSpPr>
            <a:spLocks xmlns:a="http://schemas.openxmlformats.org/drawingml/2006/main" noGrp="1"/>
          </p:cNvSpPr>
          <p:nvPr/>
        </p:nvSpPr>
        <p:spPr>
          <a:xfrm xmlns:a="http://schemas.openxmlformats.org/drawingml/2006/main">
            <a:off x="3762375" y="5000625"/>
            <a:ext cx="78200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같은 문제가 다시 생겨도 관련 시스템을 안 바꾼다</a:t>
            </a:r>
          </a:p>
        </p:txBody>
      </p:sp>
      <p:sp>
        <p:nvSpPr>
          <p:cNvPr id="33" name="Legacy module connection">
            <a:extLst xmlns:a="http://schemas.openxmlformats.org/drawingml/2006/main">
              <a:ext uri="{FF2B5EF4-FFF2-40B4-BE49-F238E27FC236}">
                <a16:creationId xmlns:a16="http://schemas.microsoft.com/office/drawing/2014/main" id="{A9A781E3-C54F-4B7B-B1D7-53078880E46B}"/>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M8</a:t>
            </a:r>
          </a:p>
        </p:txBody>
      </p:sp>
    </p:spTree>
    <p:extLst>
      <p:ext uri="{BB962C8B-B14F-4D97-AF65-F5344CB8AC3E}">
        <p14:creationId xmlns:p14="http://schemas.microsoft.com/office/powerpoint/2010/main" val="1035176498"/>
      </p:ext>
    </p:extLst>
  </p:cSld>
</p:sld>
</file>

<file path=ppt/slides/slide9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8" name="ACT 5 · 잠시 생각해 보기">
            <a:extLst xmlns:a="http://schemas.openxmlformats.org/drawingml/2006/main">
              <a:ext uri="{FF2B5EF4-FFF2-40B4-BE49-F238E27FC236}">
                <a16:creationId xmlns:a16="http://schemas.microsoft.com/office/drawing/2014/main" id="{BFECAD89-4527-464D-AC34-247CCF517239}"/>
              </a:ext>
            </a:extLst>
          </p:cNvPr>
          <p:cNvSpPr>
            <a:spLocks xmlns:a="http://schemas.openxmlformats.org/drawingml/2006/main" noGrp="1"/>
          </p:cNvSpPr>
          <p:nvPr/>
        </p:nvSpPr>
        <p:spPr>
          <a:xfrm xmlns:a="http://schemas.openxmlformats.org/drawingml/2006/main">
            <a:off x="609600" y="4572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5 · 잠시 생각해 보기</a:t>
            </a:r>
          </a:p>
        </p:txBody>
      </p:sp>
      <p:sp>
        <p:nvSpPr>
          <p:cNvPr id="2" name="S92">
            <a:extLst xmlns:a="http://schemas.openxmlformats.org/drawingml/2006/main">
              <a:ext uri="{FF2B5EF4-FFF2-40B4-BE49-F238E27FC236}">
                <a16:creationId xmlns:a16="http://schemas.microsoft.com/office/drawing/2014/main" id="{0E0802F8-0570-4F00-9B8C-6CD369024E51}"/>
              </a:ext>
            </a:extLst>
          </p:cNvPr>
          <p:cNvSpPr>
            <a:spLocks xmlns:a="http://schemas.openxmlformats.org/drawingml/2006/main" noGrp="1"/>
          </p:cNvSpPr>
          <p:nvPr/>
        </p:nvSpPr>
        <p:spPr>
          <a:xfrm xmlns:a="http://schemas.openxmlformats.org/drawingml/2006/main">
            <a:off x="10668000" y="457200"/>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S92</a:t>
            </a:r>
          </a:p>
        </p:txBody>
      </p:sp>
      <p:sp>
        <p:nvSpPr>
          <p:cNvPr id="3" name="다음 작은 행동을 개인적으로 고른다">
            <a:extLst xmlns:a="http://schemas.openxmlformats.org/drawingml/2006/main">
              <a:ext uri="{FF2B5EF4-FFF2-40B4-BE49-F238E27FC236}">
                <a16:creationId xmlns:a16="http://schemas.microsoft.com/office/drawing/2014/main" id="{D7FA6B13-9156-42A2-AA75-6B3C3274BF6E}"/>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다음 작은 행동을 개인적으로 고른다</a:t>
            </a:r>
          </a:p>
        </p:txBody>
      </p:sp>
      <p:sp>
        <p:nvSpPr>
          <p:cNvPr id="4" name="">
            <a:extLst xmlns:a="http://schemas.openxmlformats.org/drawingml/2006/main">
              <a:ext uri="{FF2B5EF4-FFF2-40B4-BE49-F238E27FC236}">
                <a16:creationId xmlns:a16="http://schemas.microsoft.com/office/drawing/2014/main" id="{0B625411-EDC7-4981-A742-C4D805197A36}"/>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BEAT-070–071 · 개인 성찰">
            <a:extLst xmlns:a="http://schemas.openxmlformats.org/drawingml/2006/main">
              <a:ext uri="{FF2B5EF4-FFF2-40B4-BE49-F238E27FC236}">
                <a16:creationId xmlns:a16="http://schemas.microsoft.com/office/drawing/2014/main" id="{F39AAEC2-EA56-4CAC-855A-7CF872295516}"/>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BEAT-070–071 · 개인 성찰</a:t>
            </a:r>
          </a:p>
        </p:txBody>
      </p:sp>
      <p:sp>
        <p:nvSpPr>
          <p:cNvPr id="6" name="마음속으로 떠올리는 시간이다. 기록·발표·제출은 요구하지 않는다.">
            <a:extLst xmlns:a="http://schemas.openxmlformats.org/drawingml/2006/main">
              <a:ext uri="{FF2B5EF4-FFF2-40B4-BE49-F238E27FC236}">
                <a16:creationId xmlns:a16="http://schemas.microsoft.com/office/drawing/2014/main" id="{49DFBBC8-7631-449D-9629-3BB4111EEC80}"/>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마음속으로 떠올리는 시간이다. 기록·발표·제출은 요구하지 않는다.</a:t>
            </a:r>
          </a:p>
        </p:txBody>
      </p:sp>
      <p:sp>
        <p:nvSpPr>
          <p:cNvPr id="7" name="떠올린 마찰에서, 작은 행동 하나를 마음속으로.">
            <a:extLst xmlns:a="http://schemas.openxmlformats.org/drawingml/2006/main">
              <a:ext uri="{FF2B5EF4-FFF2-40B4-BE49-F238E27FC236}">
                <a16:creationId xmlns:a16="http://schemas.microsoft.com/office/drawing/2014/main" id="{1A8029B9-D430-47A2-A80B-996A32D681E6}"/>
              </a:ext>
            </a:extLst>
          </p:cNvPr>
          <p:cNvSpPr>
            <a:spLocks xmlns:a="http://schemas.openxmlformats.org/drawingml/2006/main" noGrp="1"/>
          </p:cNvSpPr>
          <p:nvPr/>
        </p:nvSpPr>
        <p:spPr>
          <a:xfrm xmlns:a="http://schemas.openxmlformats.org/drawingml/2006/main">
            <a:off x="609600" y="1952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0B6172"/>
                </a:solidFill>
                <a:latin typeface="Malgun Gothic"/>
                <a:ea typeface="Malgun Gothic"/>
                <a:cs typeface="Malgun Gothic"/>
              </a:defRPr>
            </a:defPPr>
            <a:lvl1pPr algn="l">
              <a:defRPr sz="2550" b="1">
                <a:solidFill>
                  <a:srgbClr val="0B6172"/>
                </a:solidFill>
                <a:latin typeface="Malgun Gothic"/>
                <a:ea typeface="Malgun Gothic"/>
                <a:cs typeface="Malgun Gothic"/>
              </a:defRPr>
            </a:lvl1pPr>
            <a:lvl2pPr algn="l">
              <a:defRPr sz="2550" b="1">
                <a:solidFill>
                  <a:srgbClr val="0B6172"/>
                </a:solidFill>
                <a:latin typeface="Malgun Gothic"/>
                <a:ea typeface="Malgun Gothic"/>
                <a:cs typeface="Malgun Gothic"/>
              </a:defRPr>
            </a:lvl2pPr>
            <a:lvl3pPr algn="l">
              <a:defRPr sz="2550" b="1">
                <a:solidFill>
                  <a:srgbClr val="0B6172"/>
                </a:solidFill>
                <a:latin typeface="Malgun Gothic"/>
                <a:ea typeface="Malgun Gothic"/>
                <a:cs typeface="Malgun Gothic"/>
              </a:defRPr>
            </a:lvl3pPr>
            <a:lvl4pPr algn="l">
              <a:defRPr sz="2550" b="1">
                <a:solidFill>
                  <a:srgbClr val="0B6172"/>
                </a:solidFill>
                <a:latin typeface="Malgun Gothic"/>
                <a:ea typeface="Malgun Gothic"/>
                <a:cs typeface="Malgun Gothic"/>
              </a:defRPr>
            </a:lvl4pPr>
            <a:lvl5pPr algn="l">
              <a:defRPr sz="2550" b="1">
                <a:solidFill>
                  <a:srgbClr val="0B6172"/>
                </a:solidFill>
                <a:latin typeface="Malgun Gothic"/>
                <a:ea typeface="Malgun Gothic"/>
                <a:cs typeface="Malgun Gothic"/>
              </a:defRPr>
            </a:lvl5pPr>
            <a:lvl6pPr algn="l">
              <a:defRPr sz="2550" b="1">
                <a:solidFill>
                  <a:srgbClr val="0B6172"/>
                </a:solidFill>
                <a:latin typeface="Malgun Gothic"/>
                <a:ea typeface="Malgun Gothic"/>
                <a:cs typeface="Malgun Gothic"/>
              </a:defRPr>
            </a:lvl6pPr>
            <a:lvl7pPr algn="l">
              <a:defRPr sz="2550" b="1">
                <a:solidFill>
                  <a:srgbClr val="0B6172"/>
                </a:solidFill>
                <a:latin typeface="Malgun Gothic"/>
                <a:ea typeface="Malgun Gothic"/>
                <a:cs typeface="Malgun Gothic"/>
              </a:defRPr>
            </a:lvl7pPr>
            <a:lvl8pPr algn="l">
              <a:defRPr sz="2550" b="1">
                <a:solidFill>
                  <a:srgbClr val="0B6172"/>
                </a:solidFill>
                <a:latin typeface="Malgun Gothic"/>
                <a:ea typeface="Malgun Gothic"/>
                <a:cs typeface="Malgun Gothic"/>
              </a:defRPr>
            </a:lvl8pPr>
            <a:lvl9pPr algn="l">
              <a:defRPr sz="2550" b="1">
                <a:solidFill>
                  <a:srgbClr val="0B6172"/>
                </a:solidFill>
                <a:latin typeface="Malgun Gothic"/>
                <a:ea typeface="Malgun Gothic"/>
                <a:cs typeface="Malgun Gothic"/>
              </a:defRPr>
            </a:lvl9pPr>
          </a:lstStyle>
          <a:p xmlns:a="http://schemas.openxmlformats.org/drawingml/2006/main">
            <a:pPr algn="l">
              <a:defRPr sz="2550" b="1">
                <a:solidFill>
                  <a:srgbClr val="0B6172"/>
                </a:solidFill>
                <a:latin typeface="Malgun Gothic"/>
                <a:ea typeface="Malgun Gothic"/>
                <a:cs typeface="Malgun Gothic"/>
              </a:defRPr>
            </a:pPr>
            <a:r>
              <a:rPr sz="2550" b="1">
                <a:solidFill>
                  <a:srgbClr val="0B6172"/>
                </a:solidFill>
                <a:latin typeface="Malgun Gothic"/>
                <a:ea typeface="Malgun Gothic"/>
                <a:cs typeface="Malgun Gothic"/>
              </a:rPr>
              <a:t>떠올린 마찰에서, 작은 행동 하나를 마음속으로.</a:t>
            </a:r>
          </a:p>
        </p:txBody>
      </p:sp>
      <p:sp>
        <p:nvSpPr>
          <p:cNvPr id="8" name="">
            <a:extLst xmlns:a="http://schemas.openxmlformats.org/drawingml/2006/main">
              <a:ext uri="{FF2B5EF4-FFF2-40B4-BE49-F238E27FC236}">
                <a16:creationId xmlns:a16="http://schemas.microsoft.com/office/drawing/2014/main" id="{E2E4796C-35BF-49F9-B6D9-9D0520D58072}"/>
              </a:ext>
            </a:extLst>
          </p:cNvPr>
          <p:cNvSpPr>
            <a:spLocks xmlns:a="http://schemas.openxmlformats.org/drawingml/2006/main" noGrp="1"/>
          </p:cNvSpPr>
          <p:nvPr/>
        </p:nvSpPr>
        <p:spPr>
          <a:xfrm xmlns:a="http://schemas.openxmlformats.org/drawingml/2006/main">
            <a:off x="609600" y="28479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9" name="01">
            <a:extLst xmlns:a="http://schemas.openxmlformats.org/drawingml/2006/main">
              <a:ext uri="{FF2B5EF4-FFF2-40B4-BE49-F238E27FC236}">
                <a16:creationId xmlns:a16="http://schemas.microsoft.com/office/drawing/2014/main" id="{0312F6CF-08C5-41E0-97D9-DDE80D0E95C9}"/>
              </a:ext>
            </a:extLst>
          </p:cNvPr>
          <p:cNvSpPr>
            <a:spLocks xmlns:a="http://schemas.openxmlformats.org/drawingml/2006/main" noGrp="1"/>
          </p:cNvSpPr>
          <p:nvPr/>
        </p:nvSpPr>
        <p:spPr>
          <a:xfrm xmlns:a="http://schemas.openxmlformats.org/drawingml/2006/main">
            <a:off x="609600" y="3019425"/>
            <a:ext cx="76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Consolas"/>
                <a:ea typeface="Consolas"/>
                <a:cs typeface="Consolas"/>
              </a:defRPr>
            </a:defPPr>
            <a:lvl1pPr algn="l">
              <a:defRPr sz="1875" b="1">
                <a:solidFill>
                  <a:srgbClr val="4D5A68"/>
                </a:solidFill>
                <a:latin typeface="Consolas"/>
                <a:ea typeface="Consolas"/>
                <a:cs typeface="Consolas"/>
              </a:defRPr>
            </a:lvl1pPr>
            <a:lvl2pPr algn="l">
              <a:defRPr sz="1875" b="1">
                <a:solidFill>
                  <a:srgbClr val="4D5A68"/>
                </a:solidFill>
                <a:latin typeface="Consolas"/>
                <a:ea typeface="Consolas"/>
                <a:cs typeface="Consolas"/>
              </a:defRPr>
            </a:lvl2pPr>
            <a:lvl3pPr algn="l">
              <a:defRPr sz="1875" b="1">
                <a:solidFill>
                  <a:srgbClr val="4D5A68"/>
                </a:solidFill>
                <a:latin typeface="Consolas"/>
                <a:ea typeface="Consolas"/>
                <a:cs typeface="Consolas"/>
              </a:defRPr>
            </a:lvl3pPr>
            <a:lvl4pPr algn="l">
              <a:defRPr sz="1875" b="1">
                <a:solidFill>
                  <a:srgbClr val="4D5A68"/>
                </a:solidFill>
                <a:latin typeface="Consolas"/>
                <a:ea typeface="Consolas"/>
                <a:cs typeface="Consolas"/>
              </a:defRPr>
            </a:lvl4pPr>
            <a:lvl5pPr algn="l">
              <a:defRPr sz="1875" b="1">
                <a:solidFill>
                  <a:srgbClr val="4D5A68"/>
                </a:solidFill>
                <a:latin typeface="Consolas"/>
                <a:ea typeface="Consolas"/>
                <a:cs typeface="Consolas"/>
              </a:defRPr>
            </a:lvl5pPr>
            <a:lvl6pPr algn="l">
              <a:defRPr sz="1875" b="1">
                <a:solidFill>
                  <a:srgbClr val="4D5A68"/>
                </a:solidFill>
                <a:latin typeface="Consolas"/>
                <a:ea typeface="Consolas"/>
                <a:cs typeface="Consolas"/>
              </a:defRPr>
            </a:lvl6pPr>
            <a:lvl7pPr algn="l">
              <a:defRPr sz="1875" b="1">
                <a:solidFill>
                  <a:srgbClr val="4D5A68"/>
                </a:solidFill>
                <a:latin typeface="Consolas"/>
                <a:ea typeface="Consolas"/>
                <a:cs typeface="Consolas"/>
              </a:defRPr>
            </a:lvl7pPr>
            <a:lvl8pPr algn="l">
              <a:defRPr sz="1875" b="1">
                <a:solidFill>
                  <a:srgbClr val="4D5A68"/>
                </a:solidFill>
                <a:latin typeface="Consolas"/>
                <a:ea typeface="Consolas"/>
                <a:cs typeface="Consolas"/>
              </a:defRPr>
            </a:lvl8pPr>
            <a:lvl9pPr algn="l">
              <a:defRPr sz="1875" b="1">
                <a:solidFill>
                  <a:srgbClr val="4D5A68"/>
                </a:solidFill>
                <a:latin typeface="Consolas"/>
                <a:ea typeface="Consolas"/>
                <a:cs typeface="Consolas"/>
              </a:defRPr>
            </a:lvl9pPr>
          </a:lstStyle>
          <a:p xmlns:a="http://schemas.openxmlformats.org/drawingml/2006/main">
            <a:pPr algn="l">
              <a:defRPr sz="1875" b="1">
                <a:solidFill>
                  <a:srgbClr val="4D5A68"/>
                </a:solidFill>
                <a:latin typeface="Consolas"/>
                <a:ea typeface="Consolas"/>
                <a:cs typeface="Consolas"/>
              </a:defRPr>
            </a:pPr>
            <a:r>
              <a:rPr sz="1875" b="1">
                <a:solidFill>
                  <a:srgbClr val="4D5A68"/>
                </a:solidFill>
                <a:latin typeface="Consolas"/>
                <a:ea typeface="Consolas"/>
                <a:cs typeface="Consolas"/>
              </a:rPr>
              <a:t>01</a:t>
            </a:r>
          </a:p>
        </p:txBody>
      </p:sp>
      <p:sp>
        <p:nvSpPr>
          <p:cNvPr id="10" name="반복 설명 하나를 다음 작업에서는 어떻게 줄일까?">
            <a:extLst xmlns:a="http://schemas.openxmlformats.org/drawingml/2006/main">
              <a:ext uri="{FF2B5EF4-FFF2-40B4-BE49-F238E27FC236}">
                <a16:creationId xmlns:a16="http://schemas.microsoft.com/office/drawing/2014/main" id="{AED56EB6-9C20-416D-815F-F6E55D97EDA8}"/>
              </a:ext>
            </a:extLst>
          </p:cNvPr>
          <p:cNvSpPr>
            <a:spLocks xmlns:a="http://schemas.openxmlformats.org/drawingml/2006/main" noGrp="1"/>
          </p:cNvSpPr>
          <p:nvPr/>
        </p:nvSpPr>
        <p:spPr>
          <a:xfrm xmlns:a="http://schemas.openxmlformats.org/drawingml/2006/main">
            <a:off x="1676400" y="3000375"/>
            <a:ext cx="9906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반복 설명 하나를 다음 작업에서는 어떻게 줄일까?</a:t>
            </a:r>
          </a:p>
        </p:txBody>
      </p:sp>
      <p:sp>
        <p:nvSpPr>
          <p:cNvPr id="11" name="">
            <a:extLst xmlns:a="http://schemas.openxmlformats.org/drawingml/2006/main">
              <a:ext uri="{FF2B5EF4-FFF2-40B4-BE49-F238E27FC236}">
                <a16:creationId xmlns:a16="http://schemas.microsoft.com/office/drawing/2014/main" id="{CF3AD5DD-73CE-48C1-BCBB-ECCD60810D91}"/>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2" name="02">
            <a:extLst xmlns:a="http://schemas.openxmlformats.org/drawingml/2006/main">
              <a:ext uri="{FF2B5EF4-FFF2-40B4-BE49-F238E27FC236}">
                <a16:creationId xmlns:a16="http://schemas.microsoft.com/office/drawing/2014/main" id="{E1DD1AC8-6E19-4665-BA3E-044E859F9081}"/>
              </a:ext>
            </a:extLst>
          </p:cNvPr>
          <p:cNvSpPr>
            <a:spLocks xmlns:a="http://schemas.openxmlformats.org/drawingml/2006/main" noGrp="1"/>
          </p:cNvSpPr>
          <p:nvPr/>
        </p:nvSpPr>
        <p:spPr>
          <a:xfrm xmlns:a="http://schemas.openxmlformats.org/drawingml/2006/main">
            <a:off x="609600" y="3886200"/>
            <a:ext cx="76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Consolas"/>
                <a:ea typeface="Consolas"/>
                <a:cs typeface="Consolas"/>
              </a:defRPr>
            </a:defPPr>
            <a:lvl1pPr algn="l">
              <a:defRPr sz="1875" b="1">
                <a:solidFill>
                  <a:srgbClr val="4D5A68"/>
                </a:solidFill>
                <a:latin typeface="Consolas"/>
                <a:ea typeface="Consolas"/>
                <a:cs typeface="Consolas"/>
              </a:defRPr>
            </a:lvl1pPr>
            <a:lvl2pPr algn="l">
              <a:defRPr sz="1875" b="1">
                <a:solidFill>
                  <a:srgbClr val="4D5A68"/>
                </a:solidFill>
                <a:latin typeface="Consolas"/>
                <a:ea typeface="Consolas"/>
                <a:cs typeface="Consolas"/>
              </a:defRPr>
            </a:lvl2pPr>
            <a:lvl3pPr algn="l">
              <a:defRPr sz="1875" b="1">
                <a:solidFill>
                  <a:srgbClr val="4D5A68"/>
                </a:solidFill>
                <a:latin typeface="Consolas"/>
                <a:ea typeface="Consolas"/>
                <a:cs typeface="Consolas"/>
              </a:defRPr>
            </a:lvl3pPr>
            <a:lvl4pPr algn="l">
              <a:defRPr sz="1875" b="1">
                <a:solidFill>
                  <a:srgbClr val="4D5A68"/>
                </a:solidFill>
                <a:latin typeface="Consolas"/>
                <a:ea typeface="Consolas"/>
                <a:cs typeface="Consolas"/>
              </a:defRPr>
            </a:lvl4pPr>
            <a:lvl5pPr algn="l">
              <a:defRPr sz="1875" b="1">
                <a:solidFill>
                  <a:srgbClr val="4D5A68"/>
                </a:solidFill>
                <a:latin typeface="Consolas"/>
                <a:ea typeface="Consolas"/>
                <a:cs typeface="Consolas"/>
              </a:defRPr>
            </a:lvl5pPr>
            <a:lvl6pPr algn="l">
              <a:defRPr sz="1875" b="1">
                <a:solidFill>
                  <a:srgbClr val="4D5A68"/>
                </a:solidFill>
                <a:latin typeface="Consolas"/>
                <a:ea typeface="Consolas"/>
                <a:cs typeface="Consolas"/>
              </a:defRPr>
            </a:lvl6pPr>
            <a:lvl7pPr algn="l">
              <a:defRPr sz="1875" b="1">
                <a:solidFill>
                  <a:srgbClr val="4D5A68"/>
                </a:solidFill>
                <a:latin typeface="Consolas"/>
                <a:ea typeface="Consolas"/>
                <a:cs typeface="Consolas"/>
              </a:defRPr>
            </a:lvl7pPr>
            <a:lvl8pPr algn="l">
              <a:defRPr sz="1875" b="1">
                <a:solidFill>
                  <a:srgbClr val="4D5A68"/>
                </a:solidFill>
                <a:latin typeface="Consolas"/>
                <a:ea typeface="Consolas"/>
                <a:cs typeface="Consolas"/>
              </a:defRPr>
            </a:lvl8pPr>
            <a:lvl9pPr algn="l">
              <a:defRPr sz="1875" b="1">
                <a:solidFill>
                  <a:srgbClr val="4D5A68"/>
                </a:solidFill>
                <a:latin typeface="Consolas"/>
                <a:ea typeface="Consolas"/>
                <a:cs typeface="Consolas"/>
              </a:defRPr>
            </a:lvl9pPr>
          </a:lstStyle>
          <a:p xmlns:a="http://schemas.openxmlformats.org/drawingml/2006/main">
            <a:pPr algn="l">
              <a:defRPr sz="1875" b="1">
                <a:solidFill>
                  <a:srgbClr val="4D5A68"/>
                </a:solidFill>
                <a:latin typeface="Consolas"/>
                <a:ea typeface="Consolas"/>
                <a:cs typeface="Consolas"/>
              </a:defRPr>
            </a:pPr>
            <a:r>
              <a:rPr sz="1875" b="1">
                <a:solidFill>
                  <a:srgbClr val="4D5A68"/>
                </a:solidFill>
                <a:latin typeface="Consolas"/>
                <a:ea typeface="Consolas"/>
                <a:cs typeface="Consolas"/>
              </a:rPr>
              <a:t>02</a:t>
            </a:r>
          </a:p>
        </p:txBody>
      </p:sp>
      <p:sp>
        <p:nvSpPr>
          <p:cNvPr id="13" name="AI가 다시 찾는 프로젝트 사실 하나를 어디에 둘까?">
            <a:extLst xmlns:a="http://schemas.openxmlformats.org/drawingml/2006/main">
              <a:ext uri="{FF2B5EF4-FFF2-40B4-BE49-F238E27FC236}">
                <a16:creationId xmlns:a16="http://schemas.microsoft.com/office/drawing/2014/main" id="{19969792-6AB1-4297-AD1E-F9654ACA7A70}"/>
              </a:ext>
            </a:extLst>
          </p:cNvPr>
          <p:cNvSpPr>
            <a:spLocks xmlns:a="http://schemas.openxmlformats.org/drawingml/2006/main" noGrp="1"/>
          </p:cNvSpPr>
          <p:nvPr/>
        </p:nvSpPr>
        <p:spPr>
          <a:xfrm xmlns:a="http://schemas.openxmlformats.org/drawingml/2006/main">
            <a:off x="1676400" y="3867150"/>
            <a:ext cx="9906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AI가 다시 찾는 프로젝트 사실 하나를 어디에 둘까?</a:t>
            </a:r>
          </a:p>
        </p:txBody>
      </p:sp>
      <p:sp>
        <p:nvSpPr>
          <p:cNvPr id="14" name="">
            <a:extLst xmlns:a="http://schemas.openxmlformats.org/drawingml/2006/main">
              <a:ext uri="{FF2B5EF4-FFF2-40B4-BE49-F238E27FC236}">
                <a16:creationId xmlns:a16="http://schemas.microsoft.com/office/drawing/2014/main" id="{3E5B4AAF-5330-4C6A-B5F5-9E172F38956B}"/>
              </a:ext>
            </a:extLst>
          </p:cNvPr>
          <p:cNvSpPr>
            <a:spLocks xmlns:a="http://schemas.openxmlformats.org/drawingml/2006/main" noGrp="1"/>
          </p:cNvSpPr>
          <p:nvPr/>
        </p:nvSpPr>
        <p:spPr>
          <a:xfrm xmlns:a="http://schemas.openxmlformats.org/drawingml/2006/main">
            <a:off x="609600" y="458152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5" name="03">
            <a:extLst xmlns:a="http://schemas.openxmlformats.org/drawingml/2006/main">
              <a:ext uri="{FF2B5EF4-FFF2-40B4-BE49-F238E27FC236}">
                <a16:creationId xmlns:a16="http://schemas.microsoft.com/office/drawing/2014/main" id="{1B0140E5-6F5E-40B9-AA61-DC75E8E53E54}"/>
              </a:ext>
            </a:extLst>
          </p:cNvPr>
          <p:cNvSpPr>
            <a:spLocks xmlns:a="http://schemas.openxmlformats.org/drawingml/2006/main" noGrp="1"/>
          </p:cNvSpPr>
          <p:nvPr/>
        </p:nvSpPr>
        <p:spPr>
          <a:xfrm xmlns:a="http://schemas.openxmlformats.org/drawingml/2006/main">
            <a:off x="609600" y="4752975"/>
            <a:ext cx="76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Consolas"/>
                <a:ea typeface="Consolas"/>
                <a:cs typeface="Consolas"/>
              </a:defRPr>
            </a:defPPr>
            <a:lvl1pPr algn="l">
              <a:defRPr sz="1875" b="1">
                <a:solidFill>
                  <a:srgbClr val="4D5A68"/>
                </a:solidFill>
                <a:latin typeface="Consolas"/>
                <a:ea typeface="Consolas"/>
                <a:cs typeface="Consolas"/>
              </a:defRPr>
            </a:lvl1pPr>
            <a:lvl2pPr algn="l">
              <a:defRPr sz="1875" b="1">
                <a:solidFill>
                  <a:srgbClr val="4D5A68"/>
                </a:solidFill>
                <a:latin typeface="Consolas"/>
                <a:ea typeface="Consolas"/>
                <a:cs typeface="Consolas"/>
              </a:defRPr>
            </a:lvl2pPr>
            <a:lvl3pPr algn="l">
              <a:defRPr sz="1875" b="1">
                <a:solidFill>
                  <a:srgbClr val="4D5A68"/>
                </a:solidFill>
                <a:latin typeface="Consolas"/>
                <a:ea typeface="Consolas"/>
                <a:cs typeface="Consolas"/>
              </a:defRPr>
            </a:lvl3pPr>
            <a:lvl4pPr algn="l">
              <a:defRPr sz="1875" b="1">
                <a:solidFill>
                  <a:srgbClr val="4D5A68"/>
                </a:solidFill>
                <a:latin typeface="Consolas"/>
                <a:ea typeface="Consolas"/>
                <a:cs typeface="Consolas"/>
              </a:defRPr>
            </a:lvl4pPr>
            <a:lvl5pPr algn="l">
              <a:defRPr sz="1875" b="1">
                <a:solidFill>
                  <a:srgbClr val="4D5A68"/>
                </a:solidFill>
                <a:latin typeface="Consolas"/>
                <a:ea typeface="Consolas"/>
                <a:cs typeface="Consolas"/>
              </a:defRPr>
            </a:lvl5pPr>
            <a:lvl6pPr algn="l">
              <a:defRPr sz="1875" b="1">
                <a:solidFill>
                  <a:srgbClr val="4D5A68"/>
                </a:solidFill>
                <a:latin typeface="Consolas"/>
                <a:ea typeface="Consolas"/>
                <a:cs typeface="Consolas"/>
              </a:defRPr>
            </a:lvl6pPr>
            <a:lvl7pPr algn="l">
              <a:defRPr sz="1875" b="1">
                <a:solidFill>
                  <a:srgbClr val="4D5A68"/>
                </a:solidFill>
                <a:latin typeface="Consolas"/>
                <a:ea typeface="Consolas"/>
                <a:cs typeface="Consolas"/>
              </a:defRPr>
            </a:lvl7pPr>
            <a:lvl8pPr algn="l">
              <a:defRPr sz="1875" b="1">
                <a:solidFill>
                  <a:srgbClr val="4D5A68"/>
                </a:solidFill>
                <a:latin typeface="Consolas"/>
                <a:ea typeface="Consolas"/>
                <a:cs typeface="Consolas"/>
              </a:defRPr>
            </a:lvl8pPr>
            <a:lvl9pPr algn="l">
              <a:defRPr sz="1875" b="1">
                <a:solidFill>
                  <a:srgbClr val="4D5A68"/>
                </a:solidFill>
                <a:latin typeface="Consolas"/>
                <a:ea typeface="Consolas"/>
                <a:cs typeface="Consolas"/>
              </a:defRPr>
            </a:lvl9pPr>
          </a:lstStyle>
          <a:p xmlns:a="http://schemas.openxmlformats.org/drawingml/2006/main">
            <a:pPr algn="l">
              <a:defRPr sz="1875" b="1">
                <a:solidFill>
                  <a:srgbClr val="4D5A68"/>
                </a:solidFill>
                <a:latin typeface="Consolas"/>
                <a:ea typeface="Consolas"/>
                <a:cs typeface="Consolas"/>
              </a:defRPr>
            </a:pPr>
            <a:r>
              <a:rPr sz="1875" b="1">
                <a:solidFill>
                  <a:srgbClr val="4D5A68"/>
                </a:solidFill>
                <a:latin typeface="Consolas"/>
                <a:ea typeface="Consolas"/>
                <a:cs typeface="Consolas"/>
              </a:rPr>
              <a:t>03</a:t>
            </a:r>
          </a:p>
        </p:txBody>
      </p:sp>
      <p:sp>
        <p:nvSpPr>
          <p:cNvPr id="16" name="같은 실패가 또 생기면 어느 Layer부터 확인할까?">
            <a:extLst xmlns:a="http://schemas.openxmlformats.org/drawingml/2006/main">
              <a:ext uri="{FF2B5EF4-FFF2-40B4-BE49-F238E27FC236}">
                <a16:creationId xmlns:a16="http://schemas.microsoft.com/office/drawing/2014/main" id="{A3DF3A0E-DF70-4B9E-AD76-DFBE56AB75E6}"/>
              </a:ext>
            </a:extLst>
          </p:cNvPr>
          <p:cNvSpPr>
            <a:spLocks xmlns:a="http://schemas.openxmlformats.org/drawingml/2006/main" noGrp="1"/>
          </p:cNvSpPr>
          <p:nvPr/>
        </p:nvSpPr>
        <p:spPr>
          <a:xfrm xmlns:a="http://schemas.openxmlformats.org/drawingml/2006/main">
            <a:off x="1676400" y="4733925"/>
            <a:ext cx="9906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같은 실패가 또 생기면 어느 Layer부터 확인할까?</a:t>
            </a:r>
          </a:p>
        </p:txBody>
      </p:sp>
      <p:sp>
        <p:nvSpPr>
          <p:cNvPr id="17" name="Legacy module connection">
            <a:extLst xmlns:a="http://schemas.openxmlformats.org/drawingml/2006/main">
              <a:ext uri="{FF2B5EF4-FFF2-40B4-BE49-F238E27FC236}">
                <a16:creationId xmlns:a16="http://schemas.microsoft.com/office/drawing/2014/main" id="{0A0E327C-1121-4E06-851A-4E26A9A9278F}"/>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 · M8</a:t>
            </a:r>
          </a:p>
        </p:txBody>
      </p:sp>
    </p:spTree>
    <p:extLst>
      <p:ext uri="{BB962C8B-B14F-4D97-AF65-F5344CB8AC3E}">
        <p14:creationId xmlns:p14="http://schemas.microsoft.com/office/powerpoint/2010/main" val="218529319"/>
      </p:ext>
    </p:extLst>
  </p:cSld>
</p:sld>
</file>

<file path=ppt/slides/slide9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ACT 5 · 마지막 질문">
            <a:extLst xmlns:a="http://schemas.openxmlformats.org/drawingml/2006/main">
              <a:ext uri="{FF2B5EF4-FFF2-40B4-BE49-F238E27FC236}">
                <a16:creationId xmlns:a16="http://schemas.microsoft.com/office/drawing/2014/main" id="{0DEE2FA8-501B-40B1-B253-67BEF1B25FFF}"/>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5 · 마지막 질문</a:t>
            </a:r>
          </a:p>
        </p:txBody>
      </p:sp>
      <p:sp>
        <p:nvSpPr>
          <p:cNvPr id="2" name="S93">
            <a:extLst xmlns:a="http://schemas.openxmlformats.org/drawingml/2006/main">
              <a:ext uri="{FF2B5EF4-FFF2-40B4-BE49-F238E27FC236}">
                <a16:creationId xmlns:a16="http://schemas.microsoft.com/office/drawing/2014/main" id="{F6A443EB-CE57-40D4-85AE-0121760D1D65}"/>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S93</a:t>
            </a:r>
          </a:p>
        </p:txBody>
      </p:sp>
      <p:sp>
        <p:nvSpPr>
          <p:cNvPr id="3" name="Q&amp;A와 교육 마무리">
            <a:extLst xmlns:a="http://schemas.openxmlformats.org/drawingml/2006/main">
              <a:ext uri="{FF2B5EF4-FFF2-40B4-BE49-F238E27FC236}">
                <a16:creationId xmlns:a16="http://schemas.microsoft.com/office/drawing/2014/main" id="{F78544D7-B566-4B14-96A6-8BE57E7F9885}"/>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Q&amp;A와 교육 마무리</a:t>
            </a:r>
          </a:p>
        </p:txBody>
      </p:sp>
      <p:sp>
        <p:nvSpPr>
          <p:cNvPr id="4" name="">
            <a:extLst xmlns:a="http://schemas.openxmlformats.org/drawingml/2006/main">
              <a:ext uri="{FF2B5EF4-FFF2-40B4-BE49-F238E27FC236}">
                <a16:creationId xmlns:a16="http://schemas.microsoft.com/office/drawing/2014/main" id="{336BD771-E6D3-47CE-AC34-930179D8BE33}"/>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BEAT-070–071 · 이 교육의 마무리">
            <a:extLst xmlns:a="http://schemas.openxmlformats.org/drawingml/2006/main">
              <a:ext uri="{FF2B5EF4-FFF2-40B4-BE49-F238E27FC236}">
                <a16:creationId xmlns:a16="http://schemas.microsoft.com/office/drawing/2014/main" id="{BE84AC5D-83C7-4A2A-818F-71CF91753FA2}"/>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BEAT-070–071 · 이 교육의 마무리</a:t>
            </a:r>
          </a:p>
        </p:txBody>
      </p:sp>
      <p:sp>
        <p:nvSpPr>
          <p:cNvPr id="6" name="목표 · 판단 · 검증 · 책임은 개발자에게 남는다.">
            <a:extLst xmlns:a="http://schemas.openxmlformats.org/drawingml/2006/main">
              <a:ext uri="{FF2B5EF4-FFF2-40B4-BE49-F238E27FC236}">
                <a16:creationId xmlns:a16="http://schemas.microsoft.com/office/drawing/2014/main" id="{56A00976-7238-44A8-B72A-4B8E93B3474D}"/>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목표 · 판단 · 검증 · 책임은 개발자에게 남는다.</a:t>
            </a:r>
          </a:p>
        </p:txBody>
      </p:sp>
      <p:sp>
        <p:nvSpPr>
          <p:cNvPr id="7" name="내 업무에서 무엇부터 바꿀까요?">
            <a:extLst xmlns:a="http://schemas.openxmlformats.org/drawingml/2006/main">
              <a:ext uri="{FF2B5EF4-FFF2-40B4-BE49-F238E27FC236}">
                <a16:creationId xmlns:a16="http://schemas.microsoft.com/office/drawing/2014/main" id="{BB3BE838-0B71-4A9F-9259-437EC33CB1C2}"/>
              </a:ext>
            </a:extLst>
          </p:cNvPr>
          <p:cNvSpPr>
            <a:spLocks xmlns:a="http://schemas.openxmlformats.org/drawingml/2006/main" noGrp="1"/>
          </p:cNvSpPr>
          <p:nvPr/>
        </p:nvSpPr>
        <p:spPr>
          <a:xfrm xmlns:a="http://schemas.openxmlformats.org/drawingml/2006/main">
            <a:off x="609600" y="21907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0B6172"/>
                </a:solidFill>
                <a:latin typeface="Malgun Gothic"/>
                <a:ea typeface="Malgun Gothic"/>
                <a:cs typeface="Malgun Gothic"/>
              </a:defRPr>
            </a:defPPr>
            <a:lvl1pPr algn="l">
              <a:defRPr sz="3000" b="1">
                <a:solidFill>
                  <a:srgbClr val="0B6172"/>
                </a:solidFill>
                <a:latin typeface="Malgun Gothic"/>
                <a:ea typeface="Malgun Gothic"/>
                <a:cs typeface="Malgun Gothic"/>
              </a:defRPr>
            </a:lvl1pPr>
            <a:lvl2pPr algn="l">
              <a:defRPr sz="3000" b="1">
                <a:solidFill>
                  <a:srgbClr val="0B6172"/>
                </a:solidFill>
                <a:latin typeface="Malgun Gothic"/>
                <a:ea typeface="Malgun Gothic"/>
                <a:cs typeface="Malgun Gothic"/>
              </a:defRPr>
            </a:lvl2pPr>
            <a:lvl3pPr algn="l">
              <a:defRPr sz="3000" b="1">
                <a:solidFill>
                  <a:srgbClr val="0B6172"/>
                </a:solidFill>
                <a:latin typeface="Malgun Gothic"/>
                <a:ea typeface="Malgun Gothic"/>
                <a:cs typeface="Malgun Gothic"/>
              </a:defRPr>
            </a:lvl3pPr>
            <a:lvl4pPr algn="l">
              <a:defRPr sz="3000" b="1">
                <a:solidFill>
                  <a:srgbClr val="0B6172"/>
                </a:solidFill>
                <a:latin typeface="Malgun Gothic"/>
                <a:ea typeface="Malgun Gothic"/>
                <a:cs typeface="Malgun Gothic"/>
              </a:defRPr>
            </a:lvl4pPr>
            <a:lvl5pPr algn="l">
              <a:defRPr sz="3000" b="1">
                <a:solidFill>
                  <a:srgbClr val="0B6172"/>
                </a:solidFill>
                <a:latin typeface="Malgun Gothic"/>
                <a:ea typeface="Malgun Gothic"/>
                <a:cs typeface="Malgun Gothic"/>
              </a:defRPr>
            </a:lvl5pPr>
            <a:lvl6pPr algn="l">
              <a:defRPr sz="3000" b="1">
                <a:solidFill>
                  <a:srgbClr val="0B6172"/>
                </a:solidFill>
                <a:latin typeface="Malgun Gothic"/>
                <a:ea typeface="Malgun Gothic"/>
                <a:cs typeface="Malgun Gothic"/>
              </a:defRPr>
            </a:lvl6pPr>
            <a:lvl7pPr algn="l">
              <a:defRPr sz="3000" b="1">
                <a:solidFill>
                  <a:srgbClr val="0B6172"/>
                </a:solidFill>
                <a:latin typeface="Malgun Gothic"/>
                <a:ea typeface="Malgun Gothic"/>
                <a:cs typeface="Malgun Gothic"/>
              </a:defRPr>
            </a:lvl7pPr>
            <a:lvl8pPr algn="l">
              <a:defRPr sz="3000" b="1">
                <a:solidFill>
                  <a:srgbClr val="0B6172"/>
                </a:solidFill>
                <a:latin typeface="Malgun Gothic"/>
                <a:ea typeface="Malgun Gothic"/>
                <a:cs typeface="Malgun Gothic"/>
              </a:defRPr>
            </a:lvl8pPr>
            <a:lvl9pPr algn="l">
              <a:defRPr sz="3000" b="1">
                <a:solidFill>
                  <a:srgbClr val="0B6172"/>
                </a:solidFill>
                <a:latin typeface="Malgun Gothic"/>
                <a:ea typeface="Malgun Gothic"/>
                <a:cs typeface="Malgun Gothic"/>
              </a:defRPr>
            </a:lvl9pPr>
          </a:lstStyle>
          <a:p xmlns:a="http://schemas.openxmlformats.org/drawingml/2006/main">
            <a:pPr algn="l">
              <a:defRPr sz="3000" b="1">
                <a:solidFill>
                  <a:srgbClr val="0B6172"/>
                </a:solidFill>
                <a:latin typeface="Malgun Gothic"/>
                <a:ea typeface="Malgun Gothic"/>
                <a:cs typeface="Malgun Gothic"/>
              </a:defRPr>
            </a:pPr>
            <a:r>
              <a:rPr sz="3000" b="1">
                <a:solidFill>
                  <a:srgbClr val="0B6172"/>
                </a:solidFill>
                <a:latin typeface="Malgun Gothic"/>
                <a:ea typeface="Malgun Gothic"/>
                <a:cs typeface="Malgun Gothic"/>
              </a:rPr>
              <a:t>내 업무에서 무엇부터 바꿀까요?</a:t>
            </a:r>
          </a:p>
        </p:txBody>
      </p:sp>
      <p:sp>
        <p:nvSpPr>
          <p:cNvPr id="8" name="">
            <a:extLst xmlns:a="http://schemas.openxmlformats.org/drawingml/2006/main">
              <a:ext uri="{FF2B5EF4-FFF2-40B4-BE49-F238E27FC236}">
                <a16:creationId xmlns:a16="http://schemas.microsoft.com/office/drawing/2014/main" id="{09F8775A-C869-4DB8-A28F-96379C1C660F}"/>
              </a:ext>
            </a:extLst>
          </p:cNvPr>
          <p:cNvSpPr>
            <a:spLocks xmlns:a="http://schemas.openxmlformats.org/drawingml/2006/main" noGrp="1"/>
          </p:cNvSpPr>
          <p:nvPr/>
        </p:nvSpPr>
        <p:spPr>
          <a:xfrm xmlns:a="http://schemas.openxmlformats.org/drawingml/2006/main">
            <a:off x="609600" y="3371850"/>
            <a:ext cx="109728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9" name="AI가 잘 일할 환경을&#10;설계한다.">
            <a:extLst xmlns:a="http://schemas.openxmlformats.org/drawingml/2006/main">
              <a:ext uri="{FF2B5EF4-FFF2-40B4-BE49-F238E27FC236}">
                <a16:creationId xmlns:a16="http://schemas.microsoft.com/office/drawing/2014/main" id="{3DBB95DD-F333-4597-95E5-C6702B25DB67}"/>
              </a:ext>
            </a:extLst>
          </p:cNvPr>
          <p:cNvSpPr>
            <a:spLocks xmlns:a="http://schemas.openxmlformats.org/drawingml/2006/main" noGrp="1"/>
          </p:cNvSpPr>
          <p:nvPr/>
        </p:nvSpPr>
        <p:spPr>
          <a:xfrm xmlns:a="http://schemas.openxmlformats.org/drawingml/2006/main">
            <a:off x="609600" y="3724275"/>
            <a:ext cx="10972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17212B"/>
                </a:solidFill>
                <a:latin typeface="Malgun Gothic"/>
                <a:ea typeface="Malgun Gothic"/>
                <a:cs typeface="Malgun Gothic"/>
              </a:defRPr>
            </a:defPPr>
            <a:lvl1pPr algn="l">
              <a:defRPr sz="4200" b="1">
                <a:solidFill>
                  <a:srgbClr val="17212B"/>
                </a:solidFill>
                <a:latin typeface="Malgun Gothic"/>
                <a:ea typeface="Malgun Gothic"/>
                <a:cs typeface="Malgun Gothic"/>
              </a:defRPr>
            </a:lvl1pPr>
            <a:lvl2pPr algn="l">
              <a:defRPr sz="4200" b="1">
                <a:solidFill>
                  <a:srgbClr val="17212B"/>
                </a:solidFill>
                <a:latin typeface="Malgun Gothic"/>
                <a:ea typeface="Malgun Gothic"/>
                <a:cs typeface="Malgun Gothic"/>
              </a:defRPr>
            </a:lvl2pPr>
            <a:lvl3pPr algn="l">
              <a:defRPr sz="4200" b="1">
                <a:solidFill>
                  <a:srgbClr val="17212B"/>
                </a:solidFill>
                <a:latin typeface="Malgun Gothic"/>
                <a:ea typeface="Malgun Gothic"/>
                <a:cs typeface="Malgun Gothic"/>
              </a:defRPr>
            </a:lvl3pPr>
            <a:lvl4pPr algn="l">
              <a:defRPr sz="4200" b="1">
                <a:solidFill>
                  <a:srgbClr val="17212B"/>
                </a:solidFill>
                <a:latin typeface="Malgun Gothic"/>
                <a:ea typeface="Malgun Gothic"/>
                <a:cs typeface="Malgun Gothic"/>
              </a:defRPr>
            </a:lvl4pPr>
            <a:lvl5pPr algn="l">
              <a:defRPr sz="4200" b="1">
                <a:solidFill>
                  <a:srgbClr val="17212B"/>
                </a:solidFill>
                <a:latin typeface="Malgun Gothic"/>
                <a:ea typeface="Malgun Gothic"/>
                <a:cs typeface="Malgun Gothic"/>
              </a:defRPr>
            </a:lvl5pPr>
            <a:lvl6pPr algn="l">
              <a:defRPr sz="4200" b="1">
                <a:solidFill>
                  <a:srgbClr val="17212B"/>
                </a:solidFill>
                <a:latin typeface="Malgun Gothic"/>
                <a:ea typeface="Malgun Gothic"/>
                <a:cs typeface="Malgun Gothic"/>
              </a:defRPr>
            </a:lvl6pPr>
            <a:lvl7pPr algn="l">
              <a:defRPr sz="4200" b="1">
                <a:solidFill>
                  <a:srgbClr val="17212B"/>
                </a:solidFill>
                <a:latin typeface="Malgun Gothic"/>
                <a:ea typeface="Malgun Gothic"/>
                <a:cs typeface="Malgun Gothic"/>
              </a:defRPr>
            </a:lvl7pPr>
            <a:lvl8pPr algn="l">
              <a:defRPr sz="4200" b="1">
                <a:solidFill>
                  <a:srgbClr val="17212B"/>
                </a:solidFill>
                <a:latin typeface="Malgun Gothic"/>
                <a:ea typeface="Malgun Gothic"/>
                <a:cs typeface="Malgun Gothic"/>
              </a:defRPr>
            </a:lvl8pPr>
            <a:lvl9pPr algn="l">
              <a:defRPr sz="4200" b="1">
                <a:solidFill>
                  <a:srgbClr val="17212B"/>
                </a:solidFill>
                <a:latin typeface="Malgun Gothic"/>
                <a:ea typeface="Malgun Gothic"/>
                <a:cs typeface="Malgun Gothic"/>
              </a:defRPr>
            </a:lvl9pPr>
          </a:lstStyle>
          <a:p xmlns:a="http://schemas.openxmlformats.org/drawingml/2006/main">
            <a:pPr algn="l">
              <a:defRPr sz="4200" b="1">
                <a:solidFill>
                  <a:srgbClr val="17212B"/>
                </a:solidFill>
                <a:latin typeface="Malgun Gothic"/>
                <a:ea typeface="Malgun Gothic"/>
                <a:cs typeface="Malgun Gothic"/>
              </a:defRPr>
            </a:pPr>
            <a:r>
              <a:rPr sz="4200" b="1">
                <a:solidFill>
                  <a:srgbClr val="17212B"/>
                </a:solidFill>
                <a:latin typeface="Malgun Gothic"/>
                <a:ea typeface="Malgun Gothic"/>
                <a:cs typeface="Malgun Gothic"/>
              </a:rPr>
              <a:t>AI가 잘 일할 환경을</a:t>
            </a:r>
          </a:p>
          <a:p xmlns:a="http://schemas.openxmlformats.org/drawingml/2006/main">
            <a:pPr algn="l">
              <a:defRPr sz="4200" b="1">
                <a:solidFill>
                  <a:srgbClr val="17212B"/>
                </a:solidFill>
                <a:latin typeface="Malgun Gothic"/>
                <a:ea typeface="Malgun Gothic"/>
                <a:cs typeface="Malgun Gothic"/>
              </a:defRPr>
            </a:pPr>
            <a:r>
              <a:rPr sz="4200" b="1">
                <a:solidFill>
                  <a:srgbClr val="17212B"/>
                </a:solidFill>
                <a:latin typeface="Malgun Gothic"/>
                <a:ea typeface="Malgun Gothic"/>
                <a:cs typeface="Malgun Gothic"/>
              </a:rPr>
              <a:t>설계한다.</a:t>
            </a:r>
          </a:p>
        </p:txBody>
      </p:sp>
      <p:sp>
        <p:nvSpPr>
          <p:cNvPr id="10" name="Question  →  Task  →  Context  →  System  →  Feedback Loop">
            <a:extLst xmlns:a="http://schemas.openxmlformats.org/drawingml/2006/main">
              <a:ext uri="{FF2B5EF4-FFF2-40B4-BE49-F238E27FC236}">
                <a16:creationId xmlns:a16="http://schemas.microsoft.com/office/drawing/2014/main" id="{FE474967-5057-48C1-8EC7-2A4A7D121A43}"/>
              </a:ext>
            </a:extLst>
          </p:cNvPr>
          <p:cNvSpPr>
            <a:spLocks xmlns:a="http://schemas.openxmlformats.org/drawingml/2006/main" noGrp="1"/>
          </p:cNvSpPr>
          <p:nvPr/>
        </p:nvSpPr>
        <p:spPr>
          <a:xfrm xmlns:a="http://schemas.openxmlformats.org/drawingml/2006/main">
            <a:off x="609600" y="53721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4D5A68"/>
                </a:solidFill>
                <a:latin typeface="Malgun Gothic"/>
                <a:ea typeface="Malgun Gothic"/>
                <a:cs typeface="Malgun Gothic"/>
              </a:defRPr>
            </a:defPPr>
            <a:lvl1pPr algn="l">
              <a:defRPr sz="2025" b="0">
                <a:solidFill>
                  <a:srgbClr val="4D5A68"/>
                </a:solidFill>
                <a:latin typeface="Malgun Gothic"/>
                <a:ea typeface="Malgun Gothic"/>
                <a:cs typeface="Malgun Gothic"/>
              </a:defRPr>
            </a:lvl1pPr>
            <a:lvl2pPr algn="l">
              <a:defRPr sz="2025" b="0">
                <a:solidFill>
                  <a:srgbClr val="4D5A68"/>
                </a:solidFill>
                <a:latin typeface="Malgun Gothic"/>
                <a:ea typeface="Malgun Gothic"/>
                <a:cs typeface="Malgun Gothic"/>
              </a:defRPr>
            </a:lvl2pPr>
            <a:lvl3pPr algn="l">
              <a:defRPr sz="2025" b="0">
                <a:solidFill>
                  <a:srgbClr val="4D5A68"/>
                </a:solidFill>
                <a:latin typeface="Malgun Gothic"/>
                <a:ea typeface="Malgun Gothic"/>
                <a:cs typeface="Malgun Gothic"/>
              </a:defRPr>
            </a:lvl3pPr>
            <a:lvl4pPr algn="l">
              <a:defRPr sz="2025" b="0">
                <a:solidFill>
                  <a:srgbClr val="4D5A68"/>
                </a:solidFill>
                <a:latin typeface="Malgun Gothic"/>
                <a:ea typeface="Malgun Gothic"/>
                <a:cs typeface="Malgun Gothic"/>
              </a:defRPr>
            </a:lvl4pPr>
            <a:lvl5pPr algn="l">
              <a:defRPr sz="2025" b="0">
                <a:solidFill>
                  <a:srgbClr val="4D5A68"/>
                </a:solidFill>
                <a:latin typeface="Malgun Gothic"/>
                <a:ea typeface="Malgun Gothic"/>
                <a:cs typeface="Malgun Gothic"/>
              </a:defRPr>
            </a:lvl5pPr>
            <a:lvl6pPr algn="l">
              <a:defRPr sz="2025" b="0">
                <a:solidFill>
                  <a:srgbClr val="4D5A68"/>
                </a:solidFill>
                <a:latin typeface="Malgun Gothic"/>
                <a:ea typeface="Malgun Gothic"/>
                <a:cs typeface="Malgun Gothic"/>
              </a:defRPr>
            </a:lvl6pPr>
            <a:lvl7pPr algn="l">
              <a:defRPr sz="2025" b="0">
                <a:solidFill>
                  <a:srgbClr val="4D5A68"/>
                </a:solidFill>
                <a:latin typeface="Malgun Gothic"/>
                <a:ea typeface="Malgun Gothic"/>
                <a:cs typeface="Malgun Gothic"/>
              </a:defRPr>
            </a:lvl7pPr>
            <a:lvl8pPr algn="l">
              <a:defRPr sz="2025" b="0">
                <a:solidFill>
                  <a:srgbClr val="4D5A68"/>
                </a:solidFill>
                <a:latin typeface="Malgun Gothic"/>
                <a:ea typeface="Malgun Gothic"/>
                <a:cs typeface="Malgun Gothic"/>
              </a:defRPr>
            </a:lvl8pPr>
            <a:lvl9pPr algn="l">
              <a:defRPr sz="2025" b="0">
                <a:solidFill>
                  <a:srgbClr val="4D5A68"/>
                </a:solidFill>
                <a:latin typeface="Malgun Gothic"/>
                <a:ea typeface="Malgun Gothic"/>
                <a:cs typeface="Malgun Gothic"/>
              </a:defRPr>
            </a:lvl9pPr>
          </a:lstStyle>
          <a:p xmlns:a="http://schemas.openxmlformats.org/drawingml/2006/main">
            <a:pPr algn="l">
              <a:defRPr sz="2025" b="0">
                <a:solidFill>
                  <a:srgbClr val="4D5A68"/>
                </a:solidFill>
                <a:latin typeface="Malgun Gothic"/>
                <a:ea typeface="Malgun Gothic"/>
                <a:cs typeface="Malgun Gothic"/>
              </a:defRPr>
            </a:pPr>
            <a:r>
              <a:rPr sz="2025" b="0">
                <a:solidFill>
                  <a:srgbClr val="4D5A68"/>
                </a:solidFill>
                <a:latin typeface="Malgun Gothic"/>
                <a:ea typeface="Malgun Gothic"/>
                <a:cs typeface="Malgun Gothic"/>
              </a:rPr>
              <a:t>Question  →  Task  →  Context  →  System  →  Feedback Loop</a:t>
            </a:r>
          </a:p>
        </p:txBody>
      </p:sp>
      <p:sp>
        <p:nvSpPr>
          <p:cNvPr id="11" name="Legacy module connection">
            <a:extLst xmlns:a="http://schemas.openxmlformats.org/drawingml/2006/main">
              <a:ext uri="{FF2B5EF4-FFF2-40B4-BE49-F238E27FC236}">
                <a16:creationId xmlns:a16="http://schemas.microsoft.com/office/drawing/2014/main" id="{2DC5470C-1569-4F0D-8691-A9214EC4B2AD}"/>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a:t>
            </a:r>
          </a:p>
        </p:txBody>
      </p:sp>
    </p:spTree>
    <p:extLst>
      <p:ext uri="{BB962C8B-B14F-4D97-AF65-F5344CB8AC3E}">
        <p14:creationId xmlns:p14="http://schemas.microsoft.com/office/powerpoint/2010/main" val="13074603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2026-10-22T04:49:51.6490000Z</dcterms:created>
  <dcterms:modified xsi:type="dcterms:W3CDTF">2026-10-22T04:49:51.6490000Z</dcterms:modified>
</coreProperties>
</file>