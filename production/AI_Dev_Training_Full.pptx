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slides/charts/chart1.xml" ContentType="application/vnd.openxmlformats-officedocument.drawingml.chart+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c2f8dd946674331" /><Relationship Type="http://schemas.openxmlformats.org/officeDocument/2006/relationships/extended-properties" Target="/docProps/app.xml" Id="Rad1e1788ee3f4648" /><Relationship Type="http://schemas.openxmlformats.org/officeDocument/2006/relationships/officeDocument" Target="/ppt/presentation.xml" Id="Rc12f781f87b147cc" /></Relationships>
</file>

<file path=ppt/presentation.xml><?xml version="1.0" encoding="utf-8"?>
<p:presentation xmlns:p="http://schemas.openxmlformats.org/presentationml/2006/main">
  <p:sldMasterIdLst>
    <p:sldMasterId xmlns:r="http://schemas.openxmlformats.org/officeDocument/2006/relationships" id="2147483648" r:id="R456ca476a3ab4a78"/>
  </p:sldMasterIdLst>
  <p:notesMasterIdLst>
    <p:notesMasterId xmlns:r="http://schemas.openxmlformats.org/officeDocument/2006/relationships" r:id="R41c694136e9b490e"/>
  </p:notesMasterIdLst>
  <p:sldIdLst>
    <p:sldId xmlns:r="http://schemas.openxmlformats.org/officeDocument/2006/relationships" id="256" r:id="Rc2aaa499eb944283"/>
    <p:sldId xmlns:r="http://schemas.openxmlformats.org/officeDocument/2006/relationships" id="257" r:id="R4e17918791164f8c"/>
    <p:sldId xmlns:r="http://schemas.openxmlformats.org/officeDocument/2006/relationships" id="258" r:id="Rf66169b38e824f01"/>
    <p:sldId xmlns:r="http://schemas.openxmlformats.org/officeDocument/2006/relationships" id="259" r:id="R563cd549ce654105"/>
    <p:sldId xmlns:r="http://schemas.openxmlformats.org/officeDocument/2006/relationships" id="260" r:id="Ra3287879e83d45dc"/>
    <p:sldId xmlns:r="http://schemas.openxmlformats.org/officeDocument/2006/relationships" id="261" r:id="R31ec706f27014a3b"/>
    <p:sldId xmlns:r="http://schemas.openxmlformats.org/officeDocument/2006/relationships" id="262" r:id="R36122928c97b4012"/>
    <p:sldId xmlns:r="http://schemas.openxmlformats.org/officeDocument/2006/relationships" id="263" r:id="R019e7e6da98c43e1"/>
    <p:sldId xmlns:r="http://schemas.openxmlformats.org/officeDocument/2006/relationships" id="264" r:id="Rc64db16bc8854f1b"/>
    <p:sldId xmlns:r="http://schemas.openxmlformats.org/officeDocument/2006/relationships" id="265" r:id="R4b919bfade5a4152"/>
    <p:sldId xmlns:r="http://schemas.openxmlformats.org/officeDocument/2006/relationships" id="266" r:id="R3fe9d114cbcd44ac"/>
    <p:sldId xmlns:r="http://schemas.openxmlformats.org/officeDocument/2006/relationships" id="267" r:id="R33b49100975645bb"/>
    <p:sldId xmlns:r="http://schemas.openxmlformats.org/officeDocument/2006/relationships" id="268" r:id="R887ffb424ca44866"/>
    <p:sldId xmlns:r="http://schemas.openxmlformats.org/officeDocument/2006/relationships" id="269" r:id="Rcfb1848f9ede4a01"/>
    <p:sldId xmlns:r="http://schemas.openxmlformats.org/officeDocument/2006/relationships" id="270" r:id="R8fe3afec610040a8"/>
    <p:sldId xmlns:r="http://schemas.openxmlformats.org/officeDocument/2006/relationships" id="271" r:id="R4248691e23214303"/>
    <p:sldId xmlns:r="http://schemas.openxmlformats.org/officeDocument/2006/relationships" id="272" r:id="R70d2172421174db1"/>
    <p:sldId xmlns:r="http://schemas.openxmlformats.org/officeDocument/2006/relationships" id="273" r:id="R2442c974ecd54113"/>
    <p:sldId xmlns:r="http://schemas.openxmlformats.org/officeDocument/2006/relationships" id="274" r:id="R2d4bb316e8e14963"/>
    <p:sldId xmlns:r="http://schemas.openxmlformats.org/officeDocument/2006/relationships" id="275" r:id="Rac8f5544084d4e1b"/>
    <p:sldId xmlns:r="http://schemas.openxmlformats.org/officeDocument/2006/relationships" id="276" r:id="R3b32c22a81fd4c74"/>
    <p:sldId xmlns:r="http://schemas.openxmlformats.org/officeDocument/2006/relationships" id="277" r:id="R8c31e0808d6e4a12"/>
    <p:sldId xmlns:r="http://schemas.openxmlformats.org/officeDocument/2006/relationships" id="278" r:id="Rb67b7f48365848ff"/>
    <p:sldId xmlns:r="http://schemas.openxmlformats.org/officeDocument/2006/relationships" id="279" r:id="Rec31f1f956134c6f"/>
    <p:sldId xmlns:r="http://schemas.openxmlformats.org/officeDocument/2006/relationships" id="280" r:id="Rebb152d939f84c3b"/>
    <p:sldId xmlns:r="http://schemas.openxmlformats.org/officeDocument/2006/relationships" id="281" r:id="R4b1c0fe97bf3451c"/>
    <p:sldId xmlns:r="http://schemas.openxmlformats.org/officeDocument/2006/relationships" id="282" r:id="R511e5b805d78475f"/>
    <p:sldId xmlns:r="http://schemas.openxmlformats.org/officeDocument/2006/relationships" id="283" r:id="R464387e42931420d"/>
    <p:sldId xmlns:r="http://schemas.openxmlformats.org/officeDocument/2006/relationships" id="284" r:id="Rd84ecd4ebe15448f"/>
    <p:sldId xmlns:r="http://schemas.openxmlformats.org/officeDocument/2006/relationships" id="285" r:id="Ra327ac20bb0446c1"/>
    <p:sldId xmlns:r="http://schemas.openxmlformats.org/officeDocument/2006/relationships" id="286" r:id="R9376de42696b48ac"/>
    <p:sldId xmlns:r="http://schemas.openxmlformats.org/officeDocument/2006/relationships" id="287" r:id="Rbc5fe05ac5684ffd"/>
    <p:sldId xmlns:r="http://schemas.openxmlformats.org/officeDocument/2006/relationships" id="288" r:id="R60fd3afc1e2b42d1"/>
    <p:sldId xmlns:r="http://schemas.openxmlformats.org/officeDocument/2006/relationships" id="289" r:id="Rdf9fb7694c364f36"/>
    <p:sldId xmlns:r="http://schemas.openxmlformats.org/officeDocument/2006/relationships" id="290" r:id="R2efe13e7448841ce"/>
    <p:sldId xmlns:r="http://schemas.openxmlformats.org/officeDocument/2006/relationships" id="291" r:id="R9b927f477b8b4feb"/>
    <p:sldId xmlns:r="http://schemas.openxmlformats.org/officeDocument/2006/relationships" id="292" r:id="Rf4a5c8690ff54f94"/>
    <p:sldId xmlns:r="http://schemas.openxmlformats.org/officeDocument/2006/relationships" id="293" r:id="R06e1f931093947e0"/>
    <p:sldId xmlns:r="http://schemas.openxmlformats.org/officeDocument/2006/relationships" id="294" r:id="Rcd818c6a83a44ae0"/>
    <p:sldId xmlns:r="http://schemas.openxmlformats.org/officeDocument/2006/relationships" id="295" r:id="Ra89d988a59794f8e"/>
    <p:sldId xmlns:r="http://schemas.openxmlformats.org/officeDocument/2006/relationships" id="296" r:id="R8b3d881adbce48c2"/>
    <p:sldId xmlns:r="http://schemas.openxmlformats.org/officeDocument/2006/relationships" id="297" r:id="R139576a94ca84f47"/>
    <p:sldId xmlns:r="http://schemas.openxmlformats.org/officeDocument/2006/relationships" id="298" r:id="R44b682a41ec74ecb"/>
    <p:sldId xmlns:r="http://schemas.openxmlformats.org/officeDocument/2006/relationships" id="299" r:id="R7b512c34b0c7406d"/>
    <p:sldId xmlns:r="http://schemas.openxmlformats.org/officeDocument/2006/relationships" id="300" r:id="Rff145cba1c1e417b"/>
    <p:sldId xmlns:r="http://schemas.openxmlformats.org/officeDocument/2006/relationships" id="301" r:id="Rd9403dcc492242db"/>
    <p:sldId xmlns:r="http://schemas.openxmlformats.org/officeDocument/2006/relationships" id="302" r:id="Rac967de34b3f4b80"/>
    <p:sldId xmlns:r="http://schemas.openxmlformats.org/officeDocument/2006/relationships" id="303" r:id="R96c50c831fcd4300"/>
    <p:sldId xmlns:r="http://schemas.openxmlformats.org/officeDocument/2006/relationships" id="304" r:id="R243f5d6d39744d66"/>
    <p:sldId xmlns:r="http://schemas.openxmlformats.org/officeDocument/2006/relationships" id="305" r:id="Reb94c9bd97854d18"/>
    <p:sldId xmlns:r="http://schemas.openxmlformats.org/officeDocument/2006/relationships" id="306" r:id="Rba422441f4114616"/>
    <p:sldId xmlns:r="http://schemas.openxmlformats.org/officeDocument/2006/relationships" id="307" r:id="Rfc2dbb3fd7164662"/>
    <p:sldId xmlns:r="http://schemas.openxmlformats.org/officeDocument/2006/relationships" id="308" r:id="R0b23691290d74ab5"/>
    <p:sldId xmlns:r="http://schemas.openxmlformats.org/officeDocument/2006/relationships" id="309" r:id="R3ba08bc40f334082"/>
    <p:sldId xmlns:r="http://schemas.openxmlformats.org/officeDocument/2006/relationships" id="310" r:id="Rb5a8268eee3748fc"/>
    <p:sldId xmlns:r="http://schemas.openxmlformats.org/officeDocument/2006/relationships" id="311" r:id="R3286b7d84ba644ef"/>
    <p:sldId xmlns:r="http://schemas.openxmlformats.org/officeDocument/2006/relationships" id="312" r:id="R98c281605d514736"/>
    <p:sldId xmlns:r="http://schemas.openxmlformats.org/officeDocument/2006/relationships" id="313" r:id="Re693c584f2434f3a"/>
    <p:sldId xmlns:r="http://schemas.openxmlformats.org/officeDocument/2006/relationships" id="314" r:id="R29137535706e4541"/>
    <p:sldId xmlns:r="http://schemas.openxmlformats.org/officeDocument/2006/relationships" id="315" r:id="R31fd3a2f46f8425a"/>
    <p:sldId xmlns:r="http://schemas.openxmlformats.org/officeDocument/2006/relationships" id="316" r:id="Reb70f975062e4baf"/>
    <p:sldId xmlns:r="http://schemas.openxmlformats.org/officeDocument/2006/relationships" id="317" r:id="R0055fbedd3764e21"/>
    <p:sldId xmlns:r="http://schemas.openxmlformats.org/officeDocument/2006/relationships" id="318" r:id="R07adf19bf0fe473f"/>
    <p:sldId xmlns:r="http://schemas.openxmlformats.org/officeDocument/2006/relationships" id="319" r:id="R3650339419b54d0a"/>
    <p:sldId xmlns:r="http://schemas.openxmlformats.org/officeDocument/2006/relationships" id="320" r:id="R1f1c5cd874cf4af8"/>
    <p:sldId xmlns:r="http://schemas.openxmlformats.org/officeDocument/2006/relationships" id="321" r:id="R7bd42fe8809d4f9c"/>
    <p:sldId xmlns:r="http://schemas.openxmlformats.org/officeDocument/2006/relationships" id="322" r:id="R90539f636ae84c23"/>
    <p:sldId xmlns:r="http://schemas.openxmlformats.org/officeDocument/2006/relationships" id="323" r:id="Rc3488410f9cf430d"/>
    <p:sldId xmlns:r="http://schemas.openxmlformats.org/officeDocument/2006/relationships" id="324" r:id="R9740850ad56340f7"/>
    <p:sldId xmlns:r="http://schemas.openxmlformats.org/officeDocument/2006/relationships" id="325" r:id="Ra9ec35ca9f6b475f"/>
    <p:sldId xmlns:r="http://schemas.openxmlformats.org/officeDocument/2006/relationships" id="326" r:id="Rc3fac6cb64334d42"/>
    <p:sldId xmlns:r="http://schemas.openxmlformats.org/officeDocument/2006/relationships" id="327" r:id="Rb1fc4c1962a14c61"/>
    <p:sldId xmlns:r="http://schemas.openxmlformats.org/officeDocument/2006/relationships" id="328" r:id="Rc3c9728622b9491e"/>
    <p:sldId xmlns:r="http://schemas.openxmlformats.org/officeDocument/2006/relationships" id="329" r:id="R4a5dc0bac4304675"/>
    <p:sldId xmlns:r="http://schemas.openxmlformats.org/officeDocument/2006/relationships" id="330" r:id="R030d738d659f4aeb"/>
    <p:sldId xmlns:r="http://schemas.openxmlformats.org/officeDocument/2006/relationships" id="331" r:id="Rdac61f1b77a34f98"/>
    <p:sldId xmlns:r="http://schemas.openxmlformats.org/officeDocument/2006/relationships" id="332" r:id="R8fbb06cc4abf4fad"/>
    <p:sldId xmlns:r="http://schemas.openxmlformats.org/officeDocument/2006/relationships" id="333" r:id="R8470677402874d85"/>
    <p:sldId xmlns:r="http://schemas.openxmlformats.org/officeDocument/2006/relationships" id="334" r:id="R00fdd8d224d24b2f"/>
    <p:sldId xmlns:r="http://schemas.openxmlformats.org/officeDocument/2006/relationships" id="335" r:id="R592c540fd3ae4516"/>
    <p:sldId xmlns:r="http://schemas.openxmlformats.org/officeDocument/2006/relationships" id="336" r:id="Rf9e7b1e51d7a404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1e45eb533fe4ca3" /><Relationship Type="http://schemas.openxmlformats.org/officeDocument/2006/relationships/slideMaster" Target="/ppt/slideMasters/slideMaster1.xml" Id="R456ca476a3ab4a78" /><Relationship Type="http://schemas.openxmlformats.org/officeDocument/2006/relationships/notesMaster" Target="/ppt/notesMasters/notesMaster1.xml" Id="R41c694136e9b490e" /><Relationship Type="http://schemas.openxmlformats.org/officeDocument/2006/relationships/presProps" Target="/ppt/presProps.xml" Id="R29930e94e92f4a41" /><Relationship Type="http://schemas.openxmlformats.org/officeDocument/2006/relationships/tableStyles" Target="/ppt/tableStyles.xml" Id="R85e916a393904de4" /><Relationship Type="http://schemas.openxmlformats.org/officeDocument/2006/relationships/slide" Target="/ppt/slides/slide1.xml" Id="Rc2aaa499eb944283" /><Relationship Type="http://schemas.openxmlformats.org/officeDocument/2006/relationships/slide" Target="/ppt/slides/slide2.xml" Id="R4e17918791164f8c" /><Relationship Type="http://schemas.openxmlformats.org/officeDocument/2006/relationships/slide" Target="/ppt/slides/slide3.xml" Id="Rf66169b38e824f01" /><Relationship Type="http://schemas.openxmlformats.org/officeDocument/2006/relationships/slide" Target="/ppt/slides/slide4.xml" Id="R563cd549ce654105" /><Relationship Type="http://schemas.openxmlformats.org/officeDocument/2006/relationships/slide" Target="/ppt/slides/slide5.xml" Id="Ra3287879e83d45dc" /><Relationship Type="http://schemas.openxmlformats.org/officeDocument/2006/relationships/slide" Target="/ppt/slides/slide6.xml" Id="R31ec706f27014a3b" /><Relationship Type="http://schemas.openxmlformats.org/officeDocument/2006/relationships/slide" Target="/ppt/slides/slide7.xml" Id="R36122928c97b4012" /><Relationship Type="http://schemas.openxmlformats.org/officeDocument/2006/relationships/slide" Target="/ppt/slides/slide8.xml" Id="R019e7e6da98c43e1" /><Relationship Type="http://schemas.openxmlformats.org/officeDocument/2006/relationships/slide" Target="/ppt/slides/slide9.xml" Id="Rc64db16bc8854f1b" /><Relationship Type="http://schemas.openxmlformats.org/officeDocument/2006/relationships/slide" Target="/ppt/slides/slide10.xml" Id="R4b919bfade5a4152" /><Relationship Type="http://schemas.openxmlformats.org/officeDocument/2006/relationships/slide" Target="/ppt/slides/slide11.xml" Id="R3fe9d114cbcd44ac" /><Relationship Type="http://schemas.openxmlformats.org/officeDocument/2006/relationships/slide" Target="/ppt/slides/slide12.xml" Id="R33b49100975645bb" /><Relationship Type="http://schemas.openxmlformats.org/officeDocument/2006/relationships/slide" Target="/ppt/slides/slide13.xml" Id="R887ffb424ca44866" /><Relationship Type="http://schemas.openxmlformats.org/officeDocument/2006/relationships/slide" Target="/ppt/slides/slide14.xml" Id="Rcfb1848f9ede4a01" /><Relationship Type="http://schemas.openxmlformats.org/officeDocument/2006/relationships/slide" Target="/ppt/slides/slide15.xml" Id="R8fe3afec610040a8" /><Relationship Type="http://schemas.openxmlformats.org/officeDocument/2006/relationships/slide" Target="/ppt/slides/slide16.xml" Id="R4248691e23214303" /><Relationship Type="http://schemas.openxmlformats.org/officeDocument/2006/relationships/slide" Target="/ppt/slides/slide17.xml" Id="R70d2172421174db1" /><Relationship Type="http://schemas.openxmlformats.org/officeDocument/2006/relationships/slide" Target="/ppt/slides/slide18.xml" Id="R2442c974ecd54113" /><Relationship Type="http://schemas.openxmlformats.org/officeDocument/2006/relationships/slide" Target="/ppt/slides/slide19.xml" Id="R2d4bb316e8e14963" /><Relationship Type="http://schemas.openxmlformats.org/officeDocument/2006/relationships/slide" Target="/ppt/slides/slide20.xml" Id="Rac8f5544084d4e1b" /><Relationship Type="http://schemas.openxmlformats.org/officeDocument/2006/relationships/slide" Target="/ppt/slides/slide21.xml" Id="R3b32c22a81fd4c74" /><Relationship Type="http://schemas.openxmlformats.org/officeDocument/2006/relationships/slide" Target="/ppt/slides/slide22.xml" Id="R8c31e0808d6e4a12" /><Relationship Type="http://schemas.openxmlformats.org/officeDocument/2006/relationships/slide" Target="/ppt/slides/slide23.xml" Id="Rb67b7f48365848ff" /><Relationship Type="http://schemas.openxmlformats.org/officeDocument/2006/relationships/slide" Target="/ppt/slides/slide24.xml" Id="Rec31f1f956134c6f" /><Relationship Type="http://schemas.openxmlformats.org/officeDocument/2006/relationships/slide" Target="/ppt/slides/slide25.xml" Id="Rebb152d939f84c3b" /><Relationship Type="http://schemas.openxmlformats.org/officeDocument/2006/relationships/slide" Target="/ppt/slides/slide26.xml" Id="R4b1c0fe97bf3451c" /><Relationship Type="http://schemas.openxmlformats.org/officeDocument/2006/relationships/slide" Target="/ppt/slides/slide27.xml" Id="R511e5b805d78475f" /><Relationship Type="http://schemas.openxmlformats.org/officeDocument/2006/relationships/slide" Target="/ppt/slides/slide28.xml" Id="R464387e42931420d" /><Relationship Type="http://schemas.openxmlformats.org/officeDocument/2006/relationships/slide" Target="/ppt/slides/slide29.xml" Id="Rd84ecd4ebe15448f" /><Relationship Type="http://schemas.openxmlformats.org/officeDocument/2006/relationships/slide" Target="/ppt/slides/slide30.xml" Id="Ra327ac20bb0446c1" /><Relationship Type="http://schemas.openxmlformats.org/officeDocument/2006/relationships/slide" Target="/ppt/slides/slide31.xml" Id="R9376de42696b48ac" /><Relationship Type="http://schemas.openxmlformats.org/officeDocument/2006/relationships/slide" Target="/ppt/slides/slide32.xml" Id="Rbc5fe05ac5684ffd" /><Relationship Type="http://schemas.openxmlformats.org/officeDocument/2006/relationships/slide" Target="/ppt/slides/slide33.xml" Id="R60fd3afc1e2b42d1" /><Relationship Type="http://schemas.openxmlformats.org/officeDocument/2006/relationships/slide" Target="/ppt/slides/slide34.xml" Id="Rdf9fb7694c364f36" /><Relationship Type="http://schemas.openxmlformats.org/officeDocument/2006/relationships/slide" Target="/ppt/slides/slide35.xml" Id="R2efe13e7448841ce" /><Relationship Type="http://schemas.openxmlformats.org/officeDocument/2006/relationships/slide" Target="/ppt/slides/slide36.xml" Id="R9b927f477b8b4feb" /><Relationship Type="http://schemas.openxmlformats.org/officeDocument/2006/relationships/slide" Target="/ppt/slides/slide37.xml" Id="Rf4a5c8690ff54f94" /><Relationship Type="http://schemas.openxmlformats.org/officeDocument/2006/relationships/slide" Target="/ppt/slides/slide38.xml" Id="R06e1f931093947e0" /><Relationship Type="http://schemas.openxmlformats.org/officeDocument/2006/relationships/slide" Target="/ppt/slides/slide39.xml" Id="Rcd818c6a83a44ae0" /><Relationship Type="http://schemas.openxmlformats.org/officeDocument/2006/relationships/slide" Target="/ppt/slides/slide40.xml" Id="Ra89d988a59794f8e" /><Relationship Type="http://schemas.openxmlformats.org/officeDocument/2006/relationships/slide" Target="/ppt/slides/slide41.xml" Id="R8b3d881adbce48c2" /><Relationship Type="http://schemas.openxmlformats.org/officeDocument/2006/relationships/slide" Target="/ppt/slides/slide42.xml" Id="R139576a94ca84f47" /><Relationship Type="http://schemas.openxmlformats.org/officeDocument/2006/relationships/slide" Target="/ppt/slides/slide43.xml" Id="R44b682a41ec74ecb" /><Relationship Type="http://schemas.openxmlformats.org/officeDocument/2006/relationships/slide" Target="/ppt/slides/slide44.xml" Id="R7b512c34b0c7406d" /><Relationship Type="http://schemas.openxmlformats.org/officeDocument/2006/relationships/slide" Target="/ppt/slides/slide45.xml" Id="Rff145cba1c1e417b" /><Relationship Type="http://schemas.openxmlformats.org/officeDocument/2006/relationships/slide" Target="/ppt/slides/slide46.xml" Id="Rd9403dcc492242db" /><Relationship Type="http://schemas.openxmlformats.org/officeDocument/2006/relationships/slide" Target="/ppt/slides/slide47.xml" Id="Rac967de34b3f4b80" /><Relationship Type="http://schemas.openxmlformats.org/officeDocument/2006/relationships/slide" Target="/ppt/slides/slide48.xml" Id="R96c50c831fcd4300" /><Relationship Type="http://schemas.openxmlformats.org/officeDocument/2006/relationships/slide" Target="/ppt/slides/slide49.xml" Id="R243f5d6d39744d66" /><Relationship Type="http://schemas.openxmlformats.org/officeDocument/2006/relationships/slide" Target="/ppt/slides/slide50.xml" Id="Reb94c9bd97854d18" /><Relationship Type="http://schemas.openxmlformats.org/officeDocument/2006/relationships/slide" Target="/ppt/slides/slide51.xml" Id="Rba422441f4114616" /><Relationship Type="http://schemas.openxmlformats.org/officeDocument/2006/relationships/slide" Target="/ppt/slides/slide52.xml" Id="Rfc2dbb3fd7164662" /><Relationship Type="http://schemas.openxmlformats.org/officeDocument/2006/relationships/slide" Target="/ppt/slides/slide53.xml" Id="R0b23691290d74ab5" /><Relationship Type="http://schemas.openxmlformats.org/officeDocument/2006/relationships/slide" Target="/ppt/slides/slide54.xml" Id="R3ba08bc40f334082" /><Relationship Type="http://schemas.openxmlformats.org/officeDocument/2006/relationships/slide" Target="/ppt/slides/slide55.xml" Id="Rb5a8268eee3748fc" /><Relationship Type="http://schemas.openxmlformats.org/officeDocument/2006/relationships/slide" Target="/ppt/slides/slide56.xml" Id="R3286b7d84ba644ef" /><Relationship Type="http://schemas.openxmlformats.org/officeDocument/2006/relationships/slide" Target="/ppt/slides/slide57.xml" Id="R98c281605d514736" /><Relationship Type="http://schemas.openxmlformats.org/officeDocument/2006/relationships/slide" Target="/ppt/slides/slide58.xml" Id="Re693c584f2434f3a" /><Relationship Type="http://schemas.openxmlformats.org/officeDocument/2006/relationships/slide" Target="/ppt/slides/slide59.xml" Id="R29137535706e4541" /><Relationship Type="http://schemas.openxmlformats.org/officeDocument/2006/relationships/slide" Target="/ppt/slides/slide60.xml" Id="R31fd3a2f46f8425a" /><Relationship Type="http://schemas.openxmlformats.org/officeDocument/2006/relationships/slide" Target="/ppt/slides/slide61.xml" Id="Reb70f975062e4baf" /><Relationship Type="http://schemas.openxmlformats.org/officeDocument/2006/relationships/slide" Target="/ppt/slides/slide62.xml" Id="R0055fbedd3764e21" /><Relationship Type="http://schemas.openxmlformats.org/officeDocument/2006/relationships/slide" Target="/ppt/slides/slide63.xml" Id="R07adf19bf0fe473f" /><Relationship Type="http://schemas.openxmlformats.org/officeDocument/2006/relationships/slide" Target="/ppt/slides/slide64.xml" Id="R3650339419b54d0a" /><Relationship Type="http://schemas.openxmlformats.org/officeDocument/2006/relationships/slide" Target="/ppt/slides/slide65.xml" Id="R1f1c5cd874cf4af8" /><Relationship Type="http://schemas.openxmlformats.org/officeDocument/2006/relationships/slide" Target="/ppt/slides/slide66.xml" Id="R7bd42fe8809d4f9c" /><Relationship Type="http://schemas.openxmlformats.org/officeDocument/2006/relationships/slide" Target="/ppt/slides/slide67.xml" Id="R90539f636ae84c23" /><Relationship Type="http://schemas.openxmlformats.org/officeDocument/2006/relationships/slide" Target="/ppt/slides/slide68.xml" Id="Rc3488410f9cf430d" /><Relationship Type="http://schemas.openxmlformats.org/officeDocument/2006/relationships/slide" Target="/ppt/slides/slide69.xml" Id="R9740850ad56340f7" /><Relationship Type="http://schemas.openxmlformats.org/officeDocument/2006/relationships/slide" Target="/ppt/slides/slide70.xml" Id="Ra9ec35ca9f6b475f" /><Relationship Type="http://schemas.openxmlformats.org/officeDocument/2006/relationships/slide" Target="/ppt/slides/slide71.xml" Id="Rc3fac6cb64334d42" /><Relationship Type="http://schemas.openxmlformats.org/officeDocument/2006/relationships/slide" Target="/ppt/slides/slide72.xml" Id="Rb1fc4c1962a14c61" /><Relationship Type="http://schemas.openxmlformats.org/officeDocument/2006/relationships/slide" Target="/ppt/slides/slide73.xml" Id="Rc3c9728622b9491e" /><Relationship Type="http://schemas.openxmlformats.org/officeDocument/2006/relationships/slide" Target="/ppt/slides/slide74.xml" Id="R4a5dc0bac4304675" /><Relationship Type="http://schemas.openxmlformats.org/officeDocument/2006/relationships/slide" Target="/ppt/slides/slide75.xml" Id="R030d738d659f4aeb" /><Relationship Type="http://schemas.openxmlformats.org/officeDocument/2006/relationships/slide" Target="/ppt/slides/slide76.xml" Id="Rdac61f1b77a34f98" /><Relationship Type="http://schemas.openxmlformats.org/officeDocument/2006/relationships/slide" Target="/ppt/slides/slide77.xml" Id="R8fbb06cc4abf4fad" /><Relationship Type="http://schemas.openxmlformats.org/officeDocument/2006/relationships/slide" Target="/ppt/slides/slide78.xml" Id="R8470677402874d85" /><Relationship Type="http://schemas.openxmlformats.org/officeDocument/2006/relationships/slide" Target="/ppt/slides/slide79.xml" Id="R00fdd8d224d24b2f" /><Relationship Type="http://schemas.openxmlformats.org/officeDocument/2006/relationships/slide" Target="/ppt/slides/slide80.xml" Id="R592c540fd3ae4516" /><Relationship Type="http://schemas.openxmlformats.org/officeDocument/2006/relationships/slide" Target="/ppt/slides/slide81.xml" Id="Rf9e7b1e51d7a40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d6ed0b055e4d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ff784f2ef54f08" /><Relationship Type="http://schemas.openxmlformats.org/officeDocument/2006/relationships/notesMaster" Target="/ppt/notesMasters/notesMaster1.xml" Id="R29a9f4f52de7473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f3816286fc48a1" /><Relationship Type="http://schemas.openxmlformats.org/officeDocument/2006/relationships/notesMaster" Target="/ppt/notesMasters/notesMaster1.xml" Id="Rd4c62ade185a42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a69d65d64234b39" /><Relationship Type="http://schemas.openxmlformats.org/officeDocument/2006/relationships/notesMaster" Target="/ppt/notesMasters/notesMaster1.xml" Id="R7b18195fed1743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9baf78a8984a7f" /><Relationship Type="http://schemas.openxmlformats.org/officeDocument/2006/relationships/notesMaster" Target="/ppt/notesMasters/notesMaster1.xml" Id="Re629de231ee448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72aaad3e0247f5" /><Relationship Type="http://schemas.openxmlformats.org/officeDocument/2006/relationships/notesMaster" Target="/ppt/notesMasters/notesMaster1.xml" Id="Ra9e9317d237745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6d5a0942054e56" /><Relationship Type="http://schemas.openxmlformats.org/officeDocument/2006/relationships/notesMaster" Target="/ppt/notesMasters/notesMaster1.xml" Id="R5d7b415a620049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f0ea865b544827" /><Relationship Type="http://schemas.openxmlformats.org/officeDocument/2006/relationships/notesMaster" Target="/ppt/notesMasters/notesMaster1.xml" Id="R323f7c47ccd54e7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0b9275b9ca47c8" /><Relationship Type="http://schemas.openxmlformats.org/officeDocument/2006/relationships/notesMaster" Target="/ppt/notesMasters/notesMaster1.xml" Id="R77ee91354b1a41e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9dba3235654185" /><Relationship Type="http://schemas.openxmlformats.org/officeDocument/2006/relationships/notesMaster" Target="/ppt/notesMasters/notesMaster1.xml" Id="Rb727a01cdf9b44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3e8fc7582f4e93" /><Relationship Type="http://schemas.openxmlformats.org/officeDocument/2006/relationships/notesMaster" Target="/ppt/notesMasters/notesMaster1.xml" Id="R8797ab331c194f0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e6869f11614811" /><Relationship Type="http://schemas.openxmlformats.org/officeDocument/2006/relationships/notesMaster" Target="/ppt/notesMasters/notesMaster1.xml" Id="R0c815dd693d94df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ca752e98c884de9" /><Relationship Type="http://schemas.openxmlformats.org/officeDocument/2006/relationships/notesMaster" Target="/ppt/notesMasters/notesMaster1.xml" Id="R958564efca4040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01d1243c914cc1" /><Relationship Type="http://schemas.openxmlformats.org/officeDocument/2006/relationships/notesMaster" Target="/ppt/notesMasters/notesMaster1.xml" Id="R5653eee7e93d451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857043d5feb4b21" /><Relationship Type="http://schemas.openxmlformats.org/officeDocument/2006/relationships/notesMaster" Target="/ppt/notesMasters/notesMaster1.xml" Id="R8b396a41e80f4bf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ca44fc4f2040a9" /><Relationship Type="http://schemas.openxmlformats.org/officeDocument/2006/relationships/notesMaster" Target="/ppt/notesMasters/notesMaster1.xml" Id="Ra2f8672dc091477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c568fc175c248a9" /><Relationship Type="http://schemas.openxmlformats.org/officeDocument/2006/relationships/notesMaster" Target="/ppt/notesMasters/notesMaster1.xml" Id="Rc01711077b86406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800008c17304e47" /><Relationship Type="http://schemas.openxmlformats.org/officeDocument/2006/relationships/notesMaster" Target="/ppt/notesMasters/notesMaster1.xml" Id="Rb769f384035f4e2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46f703e222d4fd0" /><Relationship Type="http://schemas.openxmlformats.org/officeDocument/2006/relationships/notesMaster" Target="/ppt/notesMasters/notesMaster1.xml" Id="Ree6837d7041d4af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ca79dac24674343" /><Relationship Type="http://schemas.openxmlformats.org/officeDocument/2006/relationships/notesMaster" Target="/ppt/notesMasters/notesMaster1.xml" Id="Rf30845d5aca04c2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4fa756ed56148c3" /><Relationship Type="http://schemas.openxmlformats.org/officeDocument/2006/relationships/notesMaster" Target="/ppt/notesMasters/notesMaster1.xml" Id="R3d3cc16d495749b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d014940b294d97" /><Relationship Type="http://schemas.openxmlformats.org/officeDocument/2006/relationships/notesMaster" Target="/ppt/notesMasters/notesMaster1.xml" Id="Rfaa12c3ca9024e2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ad15c6ddad041b6" /><Relationship Type="http://schemas.openxmlformats.org/officeDocument/2006/relationships/notesMaster" Target="/ppt/notesMasters/notesMaster1.xml" Id="R786ee8d70aa44b8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305cb2e912c49b1" /><Relationship Type="http://schemas.openxmlformats.org/officeDocument/2006/relationships/notesMaster" Target="/ppt/notesMasters/notesMaster1.xml" Id="R463013ed03954db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8583ed04587483c" /><Relationship Type="http://schemas.openxmlformats.org/officeDocument/2006/relationships/notesMaster" Target="/ppt/notesMasters/notesMaster1.xml" Id="R49c5ff159a224a3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7148e393e6f48b4" /><Relationship Type="http://schemas.openxmlformats.org/officeDocument/2006/relationships/notesMaster" Target="/ppt/notesMasters/notesMaster1.xml" Id="R9c3d6cc7c3b34de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52358ee77ee45af" /><Relationship Type="http://schemas.openxmlformats.org/officeDocument/2006/relationships/notesMaster" Target="/ppt/notesMasters/notesMaster1.xml" Id="R03c5724de385493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6660824d9fd40c1" /><Relationship Type="http://schemas.openxmlformats.org/officeDocument/2006/relationships/notesMaster" Target="/ppt/notesMasters/notesMaster1.xml" Id="R16b67e549f9b4fe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2d3b4db85a64738" /><Relationship Type="http://schemas.openxmlformats.org/officeDocument/2006/relationships/notesMaster" Target="/ppt/notesMasters/notesMaster1.xml" Id="Re36f5858599f468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5af512de68b4c16" /><Relationship Type="http://schemas.openxmlformats.org/officeDocument/2006/relationships/notesMaster" Target="/ppt/notesMasters/notesMaster1.xml" Id="R433ce8fb5ef3415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caaa456368f4d44" /><Relationship Type="http://schemas.openxmlformats.org/officeDocument/2006/relationships/notesMaster" Target="/ppt/notesMasters/notesMaster1.xml" Id="R163296c703ee4cd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faff5394d8a4e3a" /><Relationship Type="http://schemas.openxmlformats.org/officeDocument/2006/relationships/notesMaster" Target="/ppt/notesMasters/notesMaster1.xml" Id="R860589cd80dd4dd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b304d7639c74f28" /><Relationship Type="http://schemas.openxmlformats.org/officeDocument/2006/relationships/notesMaster" Target="/ppt/notesMasters/notesMaster1.xml" Id="R67dd53077a6e4f8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2868c79a8e24863" /><Relationship Type="http://schemas.openxmlformats.org/officeDocument/2006/relationships/notesMaster" Target="/ppt/notesMasters/notesMaster1.xml" Id="R4033e3296b80448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da1463e7e8b4eaf" /><Relationship Type="http://schemas.openxmlformats.org/officeDocument/2006/relationships/notesMaster" Target="/ppt/notesMasters/notesMaster1.xml" Id="Rb511214c30954a0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032f8d80b0741e1" /><Relationship Type="http://schemas.openxmlformats.org/officeDocument/2006/relationships/notesMaster" Target="/ppt/notesMasters/notesMaster1.xml" Id="R2e15211e7c434f6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3428efa7d594560" /><Relationship Type="http://schemas.openxmlformats.org/officeDocument/2006/relationships/notesMaster" Target="/ppt/notesMasters/notesMaster1.xml" Id="Rc6033cc1654e4e8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362855e1a664ad2" /><Relationship Type="http://schemas.openxmlformats.org/officeDocument/2006/relationships/notesMaster" Target="/ppt/notesMasters/notesMaster1.xml" Id="Rcd465b599bb943c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9914b446cbb4810" /><Relationship Type="http://schemas.openxmlformats.org/officeDocument/2006/relationships/notesMaster" Target="/ppt/notesMasters/notesMaster1.xml" Id="R5a5081405078456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f2d83af462d4ffc" /><Relationship Type="http://schemas.openxmlformats.org/officeDocument/2006/relationships/notesMaster" Target="/ppt/notesMasters/notesMaster1.xml" Id="R5c0cf58bdea3468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46f1019bc1c4a37" /><Relationship Type="http://schemas.openxmlformats.org/officeDocument/2006/relationships/notesMaster" Target="/ppt/notesMasters/notesMaster1.xml" Id="R54c6540afe0147b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8c835f4a8914574" /><Relationship Type="http://schemas.openxmlformats.org/officeDocument/2006/relationships/notesMaster" Target="/ppt/notesMasters/notesMaster1.xml" Id="R3c518be77705453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06f0e5e9b3f4bdc" /><Relationship Type="http://schemas.openxmlformats.org/officeDocument/2006/relationships/notesMaster" Target="/ppt/notesMasters/notesMaster1.xml" Id="Rdfee1da5e73f47b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471a18f250b48de" /><Relationship Type="http://schemas.openxmlformats.org/officeDocument/2006/relationships/notesMaster" Target="/ppt/notesMasters/notesMaster1.xml" Id="Rccadff36901846b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bb74f8be03f46bd" /><Relationship Type="http://schemas.openxmlformats.org/officeDocument/2006/relationships/notesMaster" Target="/ppt/notesMasters/notesMaster1.xml" Id="R6e940be2a2f6483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23ae170f0244d5b" /><Relationship Type="http://schemas.openxmlformats.org/officeDocument/2006/relationships/notesMaster" Target="/ppt/notesMasters/notesMaster1.xml" Id="R6e8b7fb2078b4e4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ee2375befd74cdf" /><Relationship Type="http://schemas.openxmlformats.org/officeDocument/2006/relationships/notesMaster" Target="/ppt/notesMasters/notesMaster1.xml" Id="Rb908d9347a86436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2c1334c48474407" /><Relationship Type="http://schemas.openxmlformats.org/officeDocument/2006/relationships/notesMaster" Target="/ppt/notesMasters/notesMaster1.xml" Id="Rcc163d37f10a4d3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d6ad050b94e4d2e" /><Relationship Type="http://schemas.openxmlformats.org/officeDocument/2006/relationships/notesMaster" Target="/ppt/notesMasters/notesMaster1.xml" Id="R616becb78deb4ae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21b1d62e3374d48" /><Relationship Type="http://schemas.openxmlformats.org/officeDocument/2006/relationships/notesMaster" Target="/ppt/notesMasters/notesMaster1.xml" Id="Re3341ed0c64d41f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0e356910cc14fa9" /><Relationship Type="http://schemas.openxmlformats.org/officeDocument/2006/relationships/notesMaster" Target="/ppt/notesMasters/notesMaster1.xml" Id="Rd2d54ffdbce543f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4a64685366941d1" /><Relationship Type="http://schemas.openxmlformats.org/officeDocument/2006/relationships/notesMaster" Target="/ppt/notesMasters/notesMaster1.xml" Id="Rc97d90f19d31422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08a5c25a8444a06" /><Relationship Type="http://schemas.openxmlformats.org/officeDocument/2006/relationships/notesMaster" Target="/ppt/notesMasters/notesMaster1.xml" Id="Ra290b1e374304ff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378c04c3f3b4dea" /><Relationship Type="http://schemas.openxmlformats.org/officeDocument/2006/relationships/notesMaster" Target="/ppt/notesMasters/notesMaster1.xml" Id="Re310500ebffb438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ceb9a3b40594ec3" /><Relationship Type="http://schemas.openxmlformats.org/officeDocument/2006/relationships/notesMaster" Target="/ppt/notesMasters/notesMaster1.xml" Id="R5bc67e37724045f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3a8263544664b8f" /><Relationship Type="http://schemas.openxmlformats.org/officeDocument/2006/relationships/notesMaster" Target="/ppt/notesMasters/notesMaster1.xml" Id="Rbf0515e96f604d6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c672d1e13d34c6d" /><Relationship Type="http://schemas.openxmlformats.org/officeDocument/2006/relationships/notesMaster" Target="/ppt/notesMasters/notesMaster1.xml" Id="R2b947546df1244a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effd70ffd024a4d" /><Relationship Type="http://schemas.openxmlformats.org/officeDocument/2006/relationships/notesMaster" Target="/ppt/notesMasters/notesMaster1.xml" Id="R51bf7913838b4c9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e61b24b93ed4800" /><Relationship Type="http://schemas.openxmlformats.org/officeDocument/2006/relationships/notesMaster" Target="/ppt/notesMasters/notesMaster1.xml" Id="R7bd0ce7eac0f41e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5928c47c06446c0" /><Relationship Type="http://schemas.openxmlformats.org/officeDocument/2006/relationships/notesMaster" Target="/ppt/notesMasters/notesMaster1.xml" Id="R1ae6e26ced834ce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467b3a430354769" /><Relationship Type="http://schemas.openxmlformats.org/officeDocument/2006/relationships/notesMaster" Target="/ppt/notesMasters/notesMaster1.xml" Id="R2eba071e12ef43c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43fb53cca8442a5" /><Relationship Type="http://schemas.openxmlformats.org/officeDocument/2006/relationships/notesMaster" Target="/ppt/notesMasters/notesMaster1.xml" Id="Rbfc7a39175464d1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a07818cd4c1471b" /><Relationship Type="http://schemas.openxmlformats.org/officeDocument/2006/relationships/notesMaster" Target="/ppt/notesMasters/notesMaster1.xml" Id="Rffc2ab293852407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379fe95af3f4e02" /><Relationship Type="http://schemas.openxmlformats.org/officeDocument/2006/relationships/notesMaster" Target="/ppt/notesMasters/notesMaster1.xml" Id="R745c2748476f484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c89f901489c4e10" /><Relationship Type="http://schemas.openxmlformats.org/officeDocument/2006/relationships/notesMaster" Target="/ppt/notesMasters/notesMaster1.xml" Id="R106c26cb6d3a447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1dba11a5a3e47c5" /><Relationship Type="http://schemas.openxmlformats.org/officeDocument/2006/relationships/notesMaster" Target="/ppt/notesMasters/notesMaster1.xml" Id="R84e69618060d4b3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a7f049ebf6b48ad" /><Relationship Type="http://schemas.openxmlformats.org/officeDocument/2006/relationships/notesMaster" Target="/ppt/notesMasters/notesMaster1.xml" Id="R9ec928d8a99747e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97c72ac3bbc499f" /><Relationship Type="http://schemas.openxmlformats.org/officeDocument/2006/relationships/notesMaster" Target="/ppt/notesMasters/notesMaster1.xml" Id="Rcb73ee639531454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ea80a4daa6847e7" /><Relationship Type="http://schemas.openxmlformats.org/officeDocument/2006/relationships/notesMaster" Target="/ppt/notesMasters/notesMaster1.xml" Id="R7ed71bf22d12497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1fab3a891d0478b" /><Relationship Type="http://schemas.openxmlformats.org/officeDocument/2006/relationships/notesMaster" Target="/ppt/notesMasters/notesMaster1.xml" Id="R3d126ba0220f461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da943cc52a24570" /><Relationship Type="http://schemas.openxmlformats.org/officeDocument/2006/relationships/notesMaster" Target="/ppt/notesMasters/notesMaster1.xml" Id="R6d11f88dedbd4cd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9db3feb6f3749b2" /><Relationship Type="http://schemas.openxmlformats.org/officeDocument/2006/relationships/notesMaster" Target="/ppt/notesMasters/notesMaster1.xml" Id="Rb3656f74633d4d4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94bb51def47440d" /><Relationship Type="http://schemas.openxmlformats.org/officeDocument/2006/relationships/notesMaster" Target="/ppt/notesMasters/notesMaster1.xml" Id="R8e483e0383c64b9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bbf1e34d20d6493b" /><Relationship Type="http://schemas.openxmlformats.org/officeDocument/2006/relationships/notesMaster" Target="/ppt/notesMasters/notesMaster1.xml" Id="R3a454b8837b340f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01be3a9ae14463e" /><Relationship Type="http://schemas.openxmlformats.org/officeDocument/2006/relationships/notesMaster" Target="/ppt/notesMasters/notesMaster1.xml" Id="R9e6d5a9337114c6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a93a5c7eb40456c" /><Relationship Type="http://schemas.openxmlformats.org/officeDocument/2006/relationships/notesMaster" Target="/ppt/notesMasters/notesMaster1.xml" Id="R3368944f6bb14b0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b4a545f9b994f6e" /><Relationship Type="http://schemas.openxmlformats.org/officeDocument/2006/relationships/notesMaster" Target="/ppt/notesMasters/notesMaster1.xml" Id="R76b61971c8cf4b4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acc6ab0956c4d47" /><Relationship Type="http://schemas.openxmlformats.org/officeDocument/2006/relationships/notesMaster" Target="/ppt/notesMasters/notesMaster1.xml" Id="R79ed3ef14e5a495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0e4ce49351a4bcc" /><Relationship Type="http://schemas.openxmlformats.org/officeDocument/2006/relationships/notesMaster" Target="/ppt/notesMasters/notesMaster1.xml" Id="R3e553ff22c40464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bd22785df92542f1" /><Relationship Type="http://schemas.openxmlformats.org/officeDocument/2006/relationships/notesMaster" Target="/ppt/notesMasters/notesMaster1.xml" Id="Rc65fcc7761b6459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277ca811bec4496" /><Relationship Type="http://schemas.openxmlformats.org/officeDocument/2006/relationships/notesMaster" Target="/ppt/notesMasters/notesMaster1.xml" Id="R41bb9100f68947f7"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f47716821b684bb2" /><Relationship Type="http://schemas.openxmlformats.org/officeDocument/2006/relationships/notesMaster" Target="/ppt/notesMasters/notesMaster1.xml" Id="R0d3490b05ec04b4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S10의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질문한다. 남은 결정을 더 구체적으로 보기 위해 앞서 조사한 crop 사례로 좁히겠다고 S12을 예고한다. 실제 제품 실패 사례나 관찰 결과로 말하지 않는다.</a:t>
            </a:r>
          </a:p>
          <a:p xmlns:a="http://schemas.openxmlformats.org/drawingml/2006/main">
            <a:r>
              <a:t/>
            </a:r>
          </a:p>
          <a:p xmlns:a="http://schemas.openxmlformats.org/drawingml/2006/main">
            <a:r>
              <a:t>화면 진행: 이 장은 빈 조건을 발견하는 데 쓴다. 오른쪽 세 질문을 하나씩 짚으며 답은 채우지 않는다. 다음 장의 테스트/구현 두 해석을 여기서 미리 비교하지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S11 또는 `production/preview/act1/S11.png` 사용. 응답이 없어도 7분 후 S12로 이동한다.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요청에는 어떤 결정이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앞서 조사한 crop으로 사례를 좁힌다고 알린 뒤 “crop test 고쳐줘”를 읽는다. 이는 교육용 구성 요청이며 실제 Trial Prompt가 아님을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남은 결정들을 짚고, 다음 장에서는 이를 개발자가 답할 질문으로 바꿔 보겠다고 S13로 넘긴다. 특정 답은 제시하지 않는다.</a:t>
            </a:r>
          </a:p>
          <a:p xmlns:a="http://schemas.openxmlformats.org/drawingml/2006/main">
            <a:r>
              <a:t/>
            </a:r>
          </a:p>
          <a:p xmlns:a="http://schemas.openxmlformats.org/drawingml/2006/main">
            <a:r>
              <a:t>화면 진행: 이 장은 같은 요청의 두 해석에 집중한다. 왼쪽 테스트 변경과 오른쪽 구현 변경을 비교한 뒤, 아래 미정 정보를 짚는다. S11의 세 질문을 다시 강의하지 않는다.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“Agent에게 남아 있던 결정을 개발자가 답할 질문으로 바꿔 보겠습니다.”라고 S13로 간다.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S12 또는 `production/preview/act1/S12.png`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개발자가 정해야 하는 경계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S12에서 남은 결정을 개발자의 질문으로 읽는다.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개발자가 판단할 다섯 질문을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S14의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S13 또는 `production/preview/act1/S13.png`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 Specification의 다섯 책임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S15로 간다.</a:t>
            </a:r>
          </a:p>
          <a:p xmlns:a="http://schemas.openxmlformats.org/drawingml/2006/main">
            <a:r>
              <a:t/>
            </a:r>
          </a:p>
          <a:p xmlns:a="http://schemas.openxmlformats.org/drawingml/2006/main">
            <a:r>
              <a:t>화면 진행: 이 장은 한 작업 요청에 다섯 책임을 묶는 구조를 보여준다. S13의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15에서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S14 또는 `production/preview/act1/S14.png`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더 긴 Prompt보다 분명한 경계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S15 또는 `production/preview/act1/S15.png`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먼저 무엇을 하는지 보자</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“TRIAL-002 실제 기록에서는 수정 전에 무엇을 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S15의 교육용 구성 예시에서 과거 TRIAL-002 기록으로 전환했음을 밝힌다. “실제 기록에서는 수정 전에 무엇을 했을까?”를 제시한다. S15 화면의 요청을 그대로 실행한 것으로 설명하지 않는다.</a:t>
            </a:r>
          </a:p>
          <a:p xmlns:a="http://schemas.openxmlformats.org/drawingml/2006/main">
            <a:r>
              <a:t>2. (0:35–1:35) TRIAL-002에서 요청한 재현 → 조사 → 계획 → 수정 → 검증의 다섯 관찰 단계를 가리킨다. 화면은 WATCH 기준이며 결과를 미리 읽어 주는 요약이 아니다.</a:t>
            </a:r>
          </a:p>
          <a:p xmlns:a="http://schemas.openxmlformats.org/drawingml/2006/main">
            <a:r>
              <a:t>3. (1:35–2:00) 다음 두 장에서 이 단일 과거 CLI 기록의 요청 흐름과 행동을 대조한다고 알리고 S17으로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17에서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S16 또는 `production/preview/act1/S16.png`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조사에서 한 줄 변경까지</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S18로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S17의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18에서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S17 또는 `production/preview/act1/S17.png`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변경 결과와 확인 증거</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S19에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19로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S18 또는 `production/preview/act1/S18.png`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Generated ≠ Done</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S18의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S20로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S20 Notes의 선택적 참고로 남기며 S20 화면에는 C++ inset이 없다. 주요 C++ 패턴 전이는 S54에서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20에서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S20 연결 15초로 배분한다. 기존 검증 근거의 재나열과 반복 설명을 이 예시로 교체한다. 기록 사실과 Teaching Model을 분리하고 S18의 다섯 수치를 다시 읽지 않는다. 실제 시간 적합성은 리허설 전까지 UNVERIFIED다.</a:t>
            </a:r>
          </a:p>
          <a:p xmlns:a="http://schemas.openxmlformats.org/drawingml/2006/main">
            <a:r>
              <a:t/>
            </a:r>
          </a:p>
          <a:p xmlns:a="http://schemas.openxmlformats.org/drawingml/2006/main">
            <a:r>
              <a:t>Fallback: 정적 PPTX S19 또는 `production/preview/act1/S19.png`를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Check마다 확인하는 범위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S54에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S21의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이번 Task인가, 계속 유지할 Project 정보인가?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S22에서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22에서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S21 또는 `production/preview/act1/S21.png`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반복하는 설명을 두 범주로 나누기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S21의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S25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S22 또는 `production/preview/act1/S22.png`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다른 Task에 같은 설명이 반복된다</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작은 Project Context의 첫 기록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S25로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S25의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S24 및 `production/preview/act2/S24.png`에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S25 handoff. 명령어 옵션별 설명은 생략한다.</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한 번의 사용에서 확인된 것</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Task Prompt와 Project Context</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S25에서 본 기록을 회수한 뒤 두 열의 수명을 비교한다. 왼쪽은 다음 작업에서 바뀔 목표, 오른쪽은 여러 작업에서 다시 참고할 사실이다. S22의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S23–S25.</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정확한 정보도 계속 늘어난다</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정확하지만 이번 Task에는 불필요한 정보</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정보의 범위와 제공 시점</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Long Context 연구가 말해주는 범위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필요한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Core Context에서 상세 정보로 가는 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S31의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S33.</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S33.</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정보를 지우지 않고 위치를 나누기</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서로 다른 두 Task가 무엇을 읽을까?</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Crop Task에서 관찰한 접근</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Task별 접근은 달랐지만 완벽하지는 않다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지식은 정리됐지만 절차는 반복된다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서로 다른 Performance Task, 반복되는 절차</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production/preview/act3/S38.png와 production/preview/full/S38.png다.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Project 사실과 작업 절차는 다르다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Task, Context, Workflow의 역할</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S39의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41에서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반복 절차를 Skill로 옮길 수 있을까?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42에서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Skill을 어떻게 발견하고 호출할까?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절차의 책임이 Prompt에서 Repository로 이동</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답을 담지 않는 Workflow</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측정으로 후보를 고르다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S46의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S46에서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Working Harness Success</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S46 및 `production/preview/act3/S46.png`의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이 작업에 Subagent가 필요했을까?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Subagent를 고려할 조건</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무엇이 다시 찾기 어려운 지식인가?</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Memory는 재발견 비용으로 판단</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Minimum Effective Harness</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52–54에서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Harness는 작업 환경 설계다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54에서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Repository 밖의 환경도 결과에 영향을 준다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S53 또는 `production/preview/act3/S53.png`의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Engineering Pattern은 C++에도 전이된다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production/preview/act3/S54.png와 production/preview/full/S54.png다.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필요한 구조부터 질문하기</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여기까지는 잘 동작했다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S57으로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개념 사례: Project와 Workflow는 현재 맞다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S56의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Project는 바뀌고 Workflow는 남았다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S58와 production/preview/act4/S58.png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S59로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Task 해결과 System 문제는 다르다</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원인에 맞는 Layer를 고르기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S61으로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실패 지점과 원인 Layer 구분하기</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S60의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S62에서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먼저 관찰하고, 그다음 가설을 세운다</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Cause가 지지하는 최소 변경</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같은 Task의 재실행만으로 충분할까?</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대표 작업으로 변경 범위를 확인하기</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Harness도 특정 실패에 맞춰 과적합될 수 있다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S67으로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Feedback을 System Change와 Evaluation으로 잇기</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S62의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S68로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실제 제작 기록: TRIAL-006</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결과의 타당성과 원인 귀속은 별개다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S46의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평가와 보고 규칙을 Evidence에 맞추다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후속 기록은 개선됐지만 완전하지 않았다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S72에서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실제 Meta Loop에서 바뀐 것</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S73의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S73로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Project와 환경이 바뀌면 검증도 다시 본다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S74의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S74으로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production/preview/act4/S73.png 및 production/preview/full/S73.png.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여섯 시간의 Story를 한 장으로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S75 실제 Repository 이력→S76 선택 기준→S77 책임을 거쳐 S78에서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S75와 S77에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S78의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S75로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하나의 Repository가 문제에 대응해 진화했다</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발췌(S17 crop 수정, S33 상세 문서 분리, S46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S33-source.png, S46-source.png (기존 production PNG와 동일). S17은 TRIAL-002 diff 재구성, S33는 STATE-02→03 문구 발췌, S46는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S33로 Routing 우월성·토큰 절감을 주장하지 않고, S46는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S76로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필요성이 입증되지 않은 것은 보류했다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S77으로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위임이 늘어도 개발자 책임은 남는다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S76의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S78의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S78로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AI-Native Development는 이 교육의 운영 모델</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S79로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S79에서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S79로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어느 Layer에서 마찰이 반복되는가?</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S80의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S80로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다음 작은 행동을 개인적으로 고른다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S79에서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S81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S81으로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S81으로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Q&amp;A와 교육 마무리</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S81와 production/preview/act5/S81.png를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0a5d648b8f444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c6bdc219ada48a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d0a1981f8f441b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c10b66596c1472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a3cccd7e6a142b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46428f658049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26CA1-A0DB-4BC3-B35A-E084016A72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BB2FC6B-E4E7-4DCE-B566-F6375AAC326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40D704E-DD84-47BE-A397-315E8BCDCE2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775777-9507-4E4F-B697-A39B29B3A26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4732D06-419F-41AB-A4DF-328765E8F3B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BC0D0CC-490D-45FE-A8E7-5578D94B46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1DF1C12-D993-4334-BF0D-7631122EB6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59E805-C69E-404D-B00B-6C95F134066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9B18E7-D464-45BA-86FB-C2B91588A63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93205B-FC0F-4987-976C-402A93723E2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b2074fb34d44b5" /><Relationship Type="http://schemas.openxmlformats.org/officeDocument/2006/relationships/slideLayout" Target="/ppt/slideLayouts/slideLayout1.xml" Id="R3710f7ac18af4073" /><Relationship Type="http://schemas.openxmlformats.org/officeDocument/2006/relationships/slideLayout" Target="/ppt/slideLayouts/slideLayout2.xml" Id="R5e0b8507f3de4515" /><Relationship Type="http://schemas.openxmlformats.org/officeDocument/2006/relationships/slideLayout" Target="/ppt/slideLayouts/slideLayout3.xml" Id="R3c6ec1cd618a40a4" /><Relationship Type="http://schemas.openxmlformats.org/officeDocument/2006/relationships/slideLayout" Target="/ppt/slideLayouts/slideLayout4.xml" Id="R7e80aac1083d4ceb" /><Relationship Type="http://schemas.openxmlformats.org/officeDocument/2006/relationships/slideLayout" Target="/ppt/slideLayouts/slideLayout5.xml" Id="R21308aeebd904c02" /><Relationship Type="http://schemas.openxmlformats.org/officeDocument/2006/relationships/slideLayout" Target="/ppt/slideLayouts/slideLayout6.xml" Id="Rd687b5c242704a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10f7ac18af4073"/>
    <p:sldLayoutId xmlns:r="http://schemas.openxmlformats.org/officeDocument/2006/relationships" id="2147483650" r:id="R5e0b8507f3de4515"/>
    <p:sldLayoutId xmlns:r="http://schemas.openxmlformats.org/officeDocument/2006/relationships" id="2147483651" r:id="R3c6ec1cd618a40a4"/>
    <p:sldLayoutId xmlns:r="http://schemas.openxmlformats.org/officeDocument/2006/relationships" id="2147483652" r:id="R7e80aac1083d4ceb"/>
    <p:sldLayoutId xmlns:r="http://schemas.openxmlformats.org/officeDocument/2006/relationships" id="2147483653" r:id="R21308aeebd904c02"/>
    <p:sldLayoutId xmlns:r="http://schemas.openxmlformats.org/officeDocument/2006/relationships" id="2147483654" r:id="Rd687b5c242704a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4394ffe469541e0" /><Relationship Type="http://schemas.openxmlformats.org/officeDocument/2006/relationships/image" Target="/ppt/media/image.png" Id="Ra42aa34e8f5b483d" /><Relationship Type="http://schemas.openxmlformats.org/officeDocument/2006/relationships/notesSlide" Target="/ppt/notesSlides/notesSlide1.xml" Id="Rf08bfe0288374e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4caef3b348e4727" /><Relationship Type="http://schemas.openxmlformats.org/officeDocument/2006/relationships/notesSlide" Target="/ppt/notesSlides/notesSlide2.xml" Id="Re080f8318f0245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35637b3b3a14c25" /><Relationship Type="http://schemas.openxmlformats.org/officeDocument/2006/relationships/notesSlide" Target="/ppt/notesSlides/notesSlide3.xml" Id="R66178603c8ae450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95b81bbfbbc41d3" /><Relationship Type="http://schemas.openxmlformats.org/officeDocument/2006/relationships/image" Target="/ppt/media/image2.png" Id="R588ece9b67f143b7" /><Relationship Type="http://schemas.openxmlformats.org/officeDocument/2006/relationships/notesSlide" Target="/ppt/notesSlides/notesSlide4.xml" Id="R613387f6e42049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0e648129ecb48a4" /><Relationship Type="http://schemas.openxmlformats.org/officeDocument/2006/relationships/notesSlide" Target="/ppt/notesSlides/notesSlide5.xml" Id="Rabdcc8bc7e7643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50cb0ff2fff4ffe" /><Relationship Type="http://schemas.openxmlformats.org/officeDocument/2006/relationships/notesSlide" Target="/ppt/notesSlides/notesSlide6.xml" Id="R9d4774d8664742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733c79383074166" /><Relationship Type="http://schemas.openxmlformats.org/officeDocument/2006/relationships/image" Target="/ppt/media/image3.png" Id="R7abebb7bb3704a36" /><Relationship Type="http://schemas.openxmlformats.org/officeDocument/2006/relationships/notesSlide" Target="/ppt/notesSlides/notesSlide7.xml" Id="Re5cda6d4a039488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20cda9e881d4b03" /><Relationship Type="http://schemas.openxmlformats.org/officeDocument/2006/relationships/notesSlide" Target="/ppt/notesSlides/notesSlide8.xml" Id="R478eced57dbd45f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d3b8a05e3ec4ae3" /><Relationship Type="http://schemas.openxmlformats.org/officeDocument/2006/relationships/image" Target="/ppt/media/image4.png" Id="Ra423cb35228e4b28" /><Relationship Type="http://schemas.openxmlformats.org/officeDocument/2006/relationships/image" Target="/ppt/media/image5.png" Id="Re936dfd56e1549e5" /><Relationship Type="http://schemas.openxmlformats.org/officeDocument/2006/relationships/image" Target="/ppt/media/image6.png" Id="Rf230b44bc7a24421" /><Relationship Type="http://schemas.openxmlformats.org/officeDocument/2006/relationships/notesSlide" Target="/ppt/notesSlides/notesSlide9.xml" Id="Ra0676e1494a14de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d5a667c85f845c4" /><Relationship Type="http://schemas.openxmlformats.org/officeDocument/2006/relationships/notesSlide" Target="/ppt/notesSlides/notesSlide10.xml" Id="R41c7803335fa49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e117280e9f04d44" /><Relationship Type="http://schemas.openxmlformats.org/officeDocument/2006/relationships/notesSlide" Target="/ppt/notesSlides/notesSlide11.xml" Id="Rf9a9322bbdc14d1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ee5ff9e20a44e44" /><Relationship Type="http://schemas.openxmlformats.org/officeDocument/2006/relationships/notesSlide" Target="/ppt/notesSlides/notesSlide12.xml" Id="R851eb3ceaed8443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f7475d0f8414fe4" /><Relationship Type="http://schemas.openxmlformats.org/officeDocument/2006/relationships/notesSlide" Target="/ppt/notesSlides/notesSlide13.xml" Id="R0cbb435acb464f9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2b226a406fe46fb" /><Relationship Type="http://schemas.openxmlformats.org/officeDocument/2006/relationships/notesSlide" Target="/ppt/notesSlides/notesSlide14.xml" Id="Rc523a974f8c2493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8b29920cf0f4ca2" /><Relationship Type="http://schemas.openxmlformats.org/officeDocument/2006/relationships/notesSlide" Target="/ppt/notesSlides/notesSlide15.xml" Id="R90c02eaf728a46d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3ebe1c84e2e414c" /><Relationship Type="http://schemas.openxmlformats.org/officeDocument/2006/relationships/notesSlide" Target="/ppt/notesSlides/notesSlide16.xml" Id="R558e9c6468bb4ef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20acb48b3654320" /><Relationship Type="http://schemas.openxmlformats.org/officeDocument/2006/relationships/notesSlide" Target="/ppt/notesSlides/notesSlide17.xml" Id="R26a2239b8cd74ad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3091ede0c51499d" /><Relationship Type="http://schemas.openxmlformats.org/officeDocument/2006/relationships/notesSlide" Target="/ppt/notesSlides/notesSlide18.xml" Id="R7361b2eaff5c453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5e7074b6a3d4108" /><Relationship Type="http://schemas.openxmlformats.org/officeDocument/2006/relationships/notesSlide" Target="/ppt/notesSlides/notesSlide19.xml" Id="Rc769368feb154e1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0f9aa9825414e5c" /><Relationship Type="http://schemas.openxmlformats.org/officeDocument/2006/relationships/notesSlide" Target="/ppt/notesSlides/notesSlide20.xml" Id="Rfe426c3dd6cf40a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bdbdefaa51d41f8" /><Relationship Type="http://schemas.openxmlformats.org/officeDocument/2006/relationships/notesSlide" Target="/ppt/notesSlides/notesSlide21.xml" Id="R84b065ab0c97451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7e8fc55ae804cfc" /><Relationship Type="http://schemas.openxmlformats.org/officeDocument/2006/relationships/notesSlide" Target="/ppt/notesSlides/notesSlide22.xml" Id="Rca058bfeb1b3435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0af0ff4c1014d09" /><Relationship Type="http://schemas.openxmlformats.org/officeDocument/2006/relationships/notesSlide" Target="/ppt/notesSlides/notesSlide23.xml" Id="Rc3fb476a855c4ba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f968d6a17dc4297" /><Relationship Type="http://schemas.openxmlformats.org/officeDocument/2006/relationships/notesSlide" Target="/ppt/notesSlides/notesSlide24.xml" Id="Rf8efdf6f36dc46f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5c3f7fdc6bc4bc7" /><Relationship Type="http://schemas.openxmlformats.org/officeDocument/2006/relationships/notesSlide" Target="/ppt/notesSlides/notesSlide25.xml" Id="R56486b8980bd400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a669a309769404b" /><Relationship Type="http://schemas.openxmlformats.org/officeDocument/2006/relationships/notesSlide" Target="/ppt/notesSlides/notesSlide26.xml" Id="Rbd6b088cef4a4e9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af9f37d8c704937" /><Relationship Type="http://schemas.openxmlformats.org/officeDocument/2006/relationships/notesSlide" Target="/ppt/notesSlides/notesSlide27.xml" Id="Rde4536263fd94c9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6d87b52f75a4820" /><Relationship Type="http://schemas.openxmlformats.org/officeDocument/2006/relationships/notesSlide" Target="/ppt/notesSlides/notesSlide28.xml" Id="Rda3e1483b8f548d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5f938df9061474c" /><Relationship Type="http://schemas.openxmlformats.org/officeDocument/2006/relationships/notesSlide" Target="/ppt/notesSlides/notesSlide29.xml" Id="Rca04c5fc52a54af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ebf408dd05e415e" /><Relationship Type="http://schemas.openxmlformats.org/officeDocument/2006/relationships/notesSlide" Target="/ppt/notesSlides/notesSlide30.xml" Id="R79bda956b4624dc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c1ff9cbcbc548cd" /><Relationship Type="http://schemas.openxmlformats.org/officeDocument/2006/relationships/notesSlide" Target="/ppt/notesSlides/notesSlide31.xml" Id="R2618dabee6404e4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8eb5d7907c944e6" /><Relationship Type="http://schemas.openxmlformats.org/officeDocument/2006/relationships/notesSlide" Target="/ppt/notesSlides/notesSlide32.xml" Id="R7118ced3811e49d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40562111d894585" /><Relationship Type="http://schemas.openxmlformats.org/officeDocument/2006/relationships/notesSlide" Target="/ppt/notesSlides/notesSlide33.xml" Id="R4d707a53b474470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55bb3d8ffc54497" /><Relationship Type="http://schemas.openxmlformats.org/officeDocument/2006/relationships/notesSlide" Target="/ppt/notesSlides/notesSlide34.xml" Id="R4fe378fd734047b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38940f77c3b466b" /><Relationship Type="http://schemas.openxmlformats.org/officeDocument/2006/relationships/notesSlide" Target="/ppt/notesSlides/notesSlide35.xml" Id="R30eaeb967b3f46f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5530c497c894669" /><Relationship Type="http://schemas.openxmlformats.org/officeDocument/2006/relationships/notesSlide" Target="/ppt/notesSlides/notesSlide36.xml" Id="R4cf7ddd9487c40d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2fb1ac0dfa744b5" /><Relationship Type="http://schemas.openxmlformats.org/officeDocument/2006/relationships/notesSlide" Target="/ppt/notesSlides/notesSlide37.xml" Id="Rc36b407e557042f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f3b26f4fc4a4237" /><Relationship Type="http://schemas.openxmlformats.org/officeDocument/2006/relationships/image" Target="/ppt/media/image7.png" Id="R3b54d873e6ae41a9" /><Relationship Type="http://schemas.openxmlformats.org/officeDocument/2006/relationships/image" Target="/ppt/media/image8.png" Id="R7908b79eecf64c1d" /><Relationship Type="http://schemas.openxmlformats.org/officeDocument/2006/relationships/image" Target="/ppt/media/image9.png" Id="Rc7b2039539424670" /><Relationship Type="http://schemas.openxmlformats.org/officeDocument/2006/relationships/image" Target="/ppt/media/image10.png" Id="R79a3c4dbc50c4c82" /><Relationship Type="http://schemas.openxmlformats.org/officeDocument/2006/relationships/notesSlide" Target="/ppt/notesSlides/notesSlide38.xml" Id="R7b3a909b14b14fc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d1b0702b6bf4e59" /><Relationship Type="http://schemas.openxmlformats.org/officeDocument/2006/relationships/notesSlide" Target="/ppt/notesSlides/notesSlide39.xml" Id="Ref6f746a5d0549e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0ea62cd817b43bc" /><Relationship Type="http://schemas.openxmlformats.org/officeDocument/2006/relationships/notesSlide" Target="/ppt/notesSlides/notesSlide40.xml" Id="R48a83e63f8e7404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e4efc0673fc4a9d" /><Relationship Type="http://schemas.openxmlformats.org/officeDocument/2006/relationships/notesSlide" Target="/ppt/notesSlides/notesSlide41.xml" Id="Rf6257edf70f34f2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bc3162e6fbd463e" /><Relationship Type="http://schemas.openxmlformats.org/officeDocument/2006/relationships/notesSlide" Target="/ppt/notesSlides/notesSlide42.xml" Id="R156cfcac2ccc4be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431f2bada5747e4" /><Relationship Type="http://schemas.openxmlformats.org/officeDocument/2006/relationships/notesSlide" Target="/ppt/notesSlides/notesSlide43.xml" Id="R0642ad463190440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54ac119e7bc495a" /><Relationship Type="http://schemas.openxmlformats.org/officeDocument/2006/relationships/notesSlide" Target="/ppt/notesSlides/notesSlide44.xml" Id="R1222e010d00a41f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1f166a55a384b09" /><Relationship Type="http://schemas.openxmlformats.org/officeDocument/2006/relationships/notesSlide" Target="/ppt/notesSlides/notesSlide45.xml" Id="R5045d7904bc14d2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f34b2d74aaa4f19" /><Relationship Type="http://schemas.openxmlformats.org/officeDocument/2006/relationships/chart" Target="/ppt/slides/charts/chart1.xml" Id="R3799af5c52bc4e98" /><Relationship Type="http://schemas.openxmlformats.org/officeDocument/2006/relationships/notesSlide" Target="/ppt/notesSlides/notesSlide46.xml" Id="Ra3ad0a11c2fc461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5fea8b550884d93" /><Relationship Type="http://schemas.openxmlformats.org/officeDocument/2006/relationships/notesSlide" Target="/ppt/notesSlides/notesSlide47.xml" Id="R5d8cf5d3178d426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c9c54355e7c648d3" /><Relationship Type="http://schemas.openxmlformats.org/officeDocument/2006/relationships/notesSlide" Target="/ppt/notesSlides/notesSlide48.xml" Id="Rd9188887fd25438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3238a2e9cf2417a" /><Relationship Type="http://schemas.openxmlformats.org/officeDocument/2006/relationships/notesSlide" Target="/ppt/notesSlides/notesSlide49.xml" Id="Rb778fa6cfe454c2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0601589ed8aa41de" /><Relationship Type="http://schemas.openxmlformats.org/officeDocument/2006/relationships/notesSlide" Target="/ppt/notesSlides/notesSlide50.xml" Id="R9d205a9e5bcd492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3293975bb5844ac" /><Relationship Type="http://schemas.openxmlformats.org/officeDocument/2006/relationships/notesSlide" Target="/ppt/notesSlides/notesSlide51.xml" Id="R762af9820dd1457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57ce6c0a7764678" /><Relationship Type="http://schemas.openxmlformats.org/officeDocument/2006/relationships/notesSlide" Target="/ppt/notesSlides/notesSlide52.xml" Id="R58ea806e36a2433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155bb98ce15544ad" /><Relationship Type="http://schemas.openxmlformats.org/officeDocument/2006/relationships/notesSlide" Target="/ppt/notesSlides/notesSlide53.xml" Id="R9fcd74357482467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7ceb892d626a49f0" /><Relationship Type="http://schemas.openxmlformats.org/officeDocument/2006/relationships/image" Target="/ppt/media/image11.png" Id="Rd545537113614fd1" /><Relationship Type="http://schemas.openxmlformats.org/officeDocument/2006/relationships/notesSlide" Target="/ppt/notesSlides/notesSlide54.xml" Id="R10fa60673ca8422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6266d49c1984541" /><Relationship Type="http://schemas.openxmlformats.org/officeDocument/2006/relationships/notesSlide" Target="/ppt/notesSlides/notesSlide55.xml" Id="R599312a69f7f411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931ae64da9f4433" /><Relationship Type="http://schemas.openxmlformats.org/officeDocument/2006/relationships/notesSlide" Target="/ppt/notesSlides/notesSlide56.xml" Id="R16bdad73acad4b0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50196528fdf41ba" /><Relationship Type="http://schemas.openxmlformats.org/officeDocument/2006/relationships/notesSlide" Target="/ppt/notesSlides/notesSlide57.xml" Id="Re2e29a01faaa410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6c2590535dd441a1" /><Relationship Type="http://schemas.openxmlformats.org/officeDocument/2006/relationships/notesSlide" Target="/ppt/notesSlides/notesSlide58.xml" Id="Ra37e2ed56e2c4c4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60e475f22c264655" /><Relationship Type="http://schemas.openxmlformats.org/officeDocument/2006/relationships/notesSlide" Target="/ppt/notesSlides/notesSlide59.xml" Id="R3798bdfc9b754eb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a1a44d016f724ac0" /><Relationship Type="http://schemas.openxmlformats.org/officeDocument/2006/relationships/notesSlide" Target="/ppt/notesSlides/notesSlide60.xml" Id="R3c1037f8847c43d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cc5b2825ba254d54" /><Relationship Type="http://schemas.openxmlformats.org/officeDocument/2006/relationships/notesSlide" Target="/ppt/notesSlides/notesSlide61.xml" Id="Red3689f6f3c34fa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009593ef4d5d45a0" /><Relationship Type="http://schemas.openxmlformats.org/officeDocument/2006/relationships/notesSlide" Target="/ppt/notesSlides/notesSlide62.xml" Id="R9abe894c0f1147e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d7faeb40abe6462f" /><Relationship Type="http://schemas.openxmlformats.org/officeDocument/2006/relationships/notesSlide" Target="/ppt/notesSlides/notesSlide63.xml" Id="Rb1eeb6d821c04c28"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8e32e73e371e43a7" /><Relationship Type="http://schemas.openxmlformats.org/officeDocument/2006/relationships/notesSlide" Target="/ppt/notesSlides/notesSlide64.xml" Id="R16fbb4531f9f4ba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4d933db635f4325" /><Relationship Type="http://schemas.openxmlformats.org/officeDocument/2006/relationships/notesSlide" Target="/ppt/notesSlides/notesSlide65.xml" Id="Re04f12ca278741b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ba041c1a650b402f" /><Relationship Type="http://schemas.openxmlformats.org/officeDocument/2006/relationships/notesSlide" Target="/ppt/notesSlides/notesSlide66.xml" Id="Rcc00bc83af70459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97881aa1ac4849e8" /><Relationship Type="http://schemas.openxmlformats.org/officeDocument/2006/relationships/notesSlide" Target="/ppt/notesSlides/notesSlide67.xml" Id="R21a80edce4664c4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1d46adf9abff4d45" /><Relationship Type="http://schemas.openxmlformats.org/officeDocument/2006/relationships/notesSlide" Target="/ppt/notesSlides/notesSlide68.xml" Id="R2594e854ec5940b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5cf303168ca4759" /><Relationship Type="http://schemas.openxmlformats.org/officeDocument/2006/relationships/notesSlide" Target="/ppt/notesSlides/notesSlide69.xml" Id="R1ed67e7e46654b4a"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ebfadb44ecf74907" /><Relationship Type="http://schemas.openxmlformats.org/officeDocument/2006/relationships/notesSlide" Target="/ppt/notesSlides/notesSlide70.xml" Id="R396c4a0f08fb467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0ceb98037b14f16" /><Relationship Type="http://schemas.openxmlformats.org/officeDocument/2006/relationships/notesSlide" Target="/ppt/notesSlides/notesSlide71.xml" Id="Rc1739eebd3cc495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e968ccbfcce84b69" /><Relationship Type="http://schemas.openxmlformats.org/officeDocument/2006/relationships/notesSlide" Target="/ppt/notesSlides/notesSlide72.xml" Id="Rc87d97b3bce34c0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e50c6f29d5444ec" /><Relationship Type="http://schemas.openxmlformats.org/officeDocument/2006/relationships/image" Target="/ppt/media/image12.png" Id="R6fbdf4559a7441da" /><Relationship Type="http://schemas.openxmlformats.org/officeDocument/2006/relationships/notesSlide" Target="/ppt/notesSlides/notesSlide73.xml" Id="Rda146bbdd3cd4ce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b7288416575b41e9" /><Relationship Type="http://schemas.openxmlformats.org/officeDocument/2006/relationships/notesSlide" Target="/ppt/notesSlides/notesSlide74.xml" Id="R9bd89e12c2b840e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a792c3bea1724b24" /><Relationship Type="http://schemas.openxmlformats.org/officeDocument/2006/relationships/image" Target="/ppt/media/image13.png" Id="R79313904f95d40d0" /><Relationship Type="http://schemas.openxmlformats.org/officeDocument/2006/relationships/image" Target="/ppt/media/image14.png" Id="R3718237c15364e88" /><Relationship Type="http://schemas.openxmlformats.org/officeDocument/2006/relationships/image" Target="/ppt/media/image15.png" Id="R2e8a18d8d36e4579" /><Relationship Type="http://schemas.openxmlformats.org/officeDocument/2006/relationships/notesSlide" Target="/ppt/notesSlides/notesSlide75.xml" Id="R5e00046f8e8f4b7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452aa3b5386c4992" /><Relationship Type="http://schemas.openxmlformats.org/officeDocument/2006/relationships/notesSlide" Target="/ppt/notesSlides/notesSlide76.xml" Id="Rcbaaf5d5c0e54d6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6d32a27c37547c1" /><Relationship Type="http://schemas.openxmlformats.org/officeDocument/2006/relationships/notesSlide" Target="/ppt/notesSlides/notesSlide77.xml" Id="Ra4897abfbaa44875"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5c3a3b3f61554367" /><Relationship Type="http://schemas.openxmlformats.org/officeDocument/2006/relationships/notesSlide" Target="/ppt/notesSlides/notesSlide78.xml" Id="Rccd7b1a8dd4347a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9c455808c1634919" /><Relationship Type="http://schemas.openxmlformats.org/officeDocument/2006/relationships/notesSlide" Target="/ppt/notesSlides/notesSlide79.xml" Id="Rc88d38394d4a404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34808b415c54e96" /><Relationship Type="http://schemas.openxmlformats.org/officeDocument/2006/relationships/notesSlide" Target="/ppt/notesSlides/notesSlide80.xml" Id="R054f124b1cec4cc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aeb5b5f440f94d18" /><Relationship Type="http://schemas.openxmlformats.org/officeDocument/2006/relationships/notesSlide" Target="/ppt/notesSlides/notesSlide81.xml" Id="Rb174dbc11f1246a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16E68C0-CA28-47D8-9FA2-69E937B581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1F7716DF-1A2F-49B1-880F-951B89190C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156AE848-7435-45D8-B34F-62635A3CB0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9DB5180E-986A-4D97-A8F9-EF973063D8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6301BFE1-1D47-49A0-AE77-99E4FAE3BB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1A5407B-B557-40F6-8D86-B979F2C2E8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E34A3F1-DC65-4B8B-963B-0452CA3B26E8}"/>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3D555DD4-0FFD-4DA0-91D9-F98E35224E81}"/>
              </a:ext>
            </a:extLst>
          </p:cNvPr>
          <p:cNvPicPr>
            <a:picLocks xmlns:a="http://schemas.openxmlformats.org/drawingml/2006/main" noChangeAspect="1"/>
          </p:cNvPicPr>
          <p:nvPr/>
        </p:nvPicPr>
        <p:blipFill>
          <a:blip xmlns:r="http://schemas.openxmlformats.org/officeDocument/2006/relationships" xmlns:a="http://schemas.openxmlformats.org/drawingml/2006/main" r:embed="Ra42aa34e8f5b483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EE121C09-ADFF-418E-A55D-09098E5B30E8}"/>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86512C9-5143-4143-8632-9CDAE1434094}"/>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6CC30220-104F-4331-BF50-BD757B54106E}"/>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5679C39-AD75-4FF3-8681-3A534971FA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697029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1F6D69E4-4D64-44C5-919B-07DD9749D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BF6D8311-AF15-49F8-95CA-DDA3FADE1A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FE7CFD73-3C3B-4A93-9689-3727FDFCC6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73FAFF7C-9C4B-49C4-8FBB-DA7F37A069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27D9D707-859B-4DD1-9F88-FC7AE03B4E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48AC8516-F356-4FDD-AAF8-B92C10C1F7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1D372562-A2ED-4BD7-BA95-CB6529F0CEB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DB676404-B8D9-4D10-940A-7B070B964F34}"/>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C0B9334D-596E-49BC-9F14-053AD711D5C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80754735-B716-4DC4-A256-066C7F05772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F66AAD-A0B3-4945-BAC4-2346B9924A1A}"/>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5DD34A71-556F-44DD-9DAE-5BE72BC3CAA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7B889AA4-4BD9-480E-94C0-BE9F01C8C79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C591EFC-9AA3-4B23-9C53-D866093DED8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E1F92EF9-2DDE-43CE-B90E-E97AF4516A1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8E23C61E-2AB0-45D8-A676-FC0ED93B9BE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4841ADE2-9A02-425F-A9C2-58B0C0DA55A6}"/>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2199C941-AF2B-40A6-B359-328E4FA867C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11B25909-ACDC-4A5A-86B7-9CA37253CC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29A65C5F-50F4-413A-8060-E375A2CF871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40B7D20-C6CA-4249-AA71-3D678ACBD1CF}"/>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9862CB85-05A5-491C-8B65-679E8680363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4B5BBB77-1FFB-4887-B8AE-512A3D96E22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78B5BEAD-51FA-419E-A962-467BC1267B5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AD979195-5DE8-4C37-A827-3E03C850BA6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1B79A17-FD6B-4493-A357-3A0683D2B8B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671938F5-2661-4791-8781-2E1976DC38AE}"/>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B2D38B9D-87BE-40C2-B667-91555CF831E4}"/>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E943F6D-E9D7-43C7-9988-85BC6F36EA3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6FF2151D-EFF4-4BC5-93C2-F5D58C3F3E7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41A24EF-1D14-4D85-AC68-8CC1B9E0D627}"/>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CBC67263-B417-4852-B47D-47B6ADD2CAE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00B9C9FE-80FC-4EC0-BB45-9E5EB0F3C396}"/>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AB57C8F4-D832-4AFD-BF93-2EAC4EDA733C}"/>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E9A1F507-DD50-4135-8FE0-DCA96BE76FC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AD597F1-D4D8-4F58-9213-454CEC50CD3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C0CDBB8C-84E1-4F7D-B483-A1F5992003D3}"/>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43D8037-C087-415B-9EAF-21CA08FAED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2277856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82BE764-C89E-4F26-8FA3-4B0BC1B362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8D110A32-80CE-4B96-8D14-4871CDA18F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7A188A79-C3EE-4891-9D28-28E96B904F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57E3C09D-1604-4986-8464-AB1960CBF5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F1D8BDE-7AF6-4AEB-A15D-197F7CDA34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CDF02B72-44DE-4254-A345-E1E7AB9B3B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F87F3207-94E9-42C5-8D24-4D7FD4C4F00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BE7519BB-A724-45CF-A74C-D5191C63C6FE}"/>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DD6A082-DBB2-4F03-BCF2-85D09D4E8E2D}"/>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3DE0AD85-A597-4632-A672-028FDC4895A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C8E3ABD0-8261-4AC2-A644-501278A8B55A}"/>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366DC7DC-5178-4B9A-B53D-9D6F1E751FE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CB958356-6053-4807-A71E-C64A924EB21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BA1BF259-07B9-4F02-B0E8-699337CF377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01EF934B-C232-4BBF-BDD3-9F5CC9E6F2A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4A6957C1-743D-4CE2-B0D8-67F6257572C2}"/>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F132E275-4099-4887-BD49-0A2AEDA0C8D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561CE3C9-2E08-4C8A-A9F7-B06ED147ECA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EEA2A213-C860-46D6-8B19-F5769ED35B8B}"/>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ABAD3195-9F23-4A61-A763-292E6426A0B1}"/>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5B3BD3FD-4800-4367-9ED0-7394FC1F3945}"/>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EC6460B4-49CF-4424-B381-9071AB2E2710}"/>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5D4564C1-1748-4B64-B500-1FDA1C9E8762}"/>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7DA2CB79-533A-4D47-9239-5AD0A2FE540D}"/>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1BC5C4A-170F-4656-A428-A7772296B3D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3F17DD8F-B184-4F57-9D8C-50287104BA89}"/>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43140D44-5B0E-4DF8-842E-A110E8E280B4}"/>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9F32ED66-F5CB-4BB4-9260-5AC039A656B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04BE843A-AF6D-4ECE-B708-A62127AFE204}"/>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780F8332-A819-4A17-8D3B-D0F8D45365AB}"/>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7BF8A0E-0889-4CCB-B155-D412333CC175}"/>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533974A6-18DE-4E31-84F7-EB6351243F42}"/>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B177532-7BF5-4C9D-817F-D49BBDB969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01626818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DDC799DE-F06A-437A-B451-2AEF711C08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C7394C7D-74B6-4AAE-AC57-B24B2C672D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E19E8EE-69EE-4F08-A06D-3ED61F41DF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BC2001F-37EA-4FDD-BBFB-7C4C2AACFA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3EDCE2C4-1E10-410F-8B59-9CB2DA0F24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C0E284CB-E286-4CE1-ACCA-E5D837A25E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BC27FB7F-E94E-45F4-B879-7F0DC685A0ED}"/>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4424B4F0-E7D8-4EAE-ADA3-F2935E7BF05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414D1346-FAD9-4B97-AF7E-9E85ECC9E5D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0C4127E0-26EB-4765-ACDF-1D5F6FD645E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45D66CCA-2652-4668-9836-7F0794E15A9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50FBE58-4DDA-4A01-89D9-19A4277F356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3FC0758C-F93F-451E-A2A4-962C2B84A1F7}"/>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ABA86288-CE0F-4847-A49F-61D6B5848B8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B56EAAF-68F3-4D54-BFC6-BED9C679F4E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6CE6952-CCAA-4A63-B9C4-B10CFBDC85EC}"/>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C2C469C7-C837-4EC9-ABEC-8D4621B5C69F}"/>
              </a:ext>
            </a:extLst>
          </p:cNvPr>
          <p:cNvPicPr>
            <a:picLocks xmlns:a="http://schemas.openxmlformats.org/drawingml/2006/main" noChangeAspect="1"/>
          </p:cNvPicPr>
          <p:nvPr/>
        </p:nvPicPr>
        <p:blipFill>
          <a:blip xmlns:r="http://schemas.openxmlformats.org/officeDocument/2006/relationships" xmlns:a="http://schemas.openxmlformats.org/drawingml/2006/main" r:embed="R588ece9b67f143b7"/>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246C6B16-9F4F-4E87-B03E-01B42B35A11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12E8447E-0BDC-41BB-A1EB-6B5A5BD283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6369691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445F2574-739C-4E51-81DF-F3E240CE4A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146CFF8E-6B4D-4AEC-96D4-2D1CA36DE8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64732DBB-FECC-4EBA-A9A2-DC1D3D66A5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40A8EE87-A1FF-46F0-B47C-8D90B251A5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25541351-7711-4C3E-865C-7995050CBD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767CF0D5-07EF-468A-B00F-61C5003FE7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76246D2F-77A0-4E9A-A915-125FCF66533A}"/>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FB00E25A-1A05-41B8-AC5B-EF97F342F960}"/>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B720518C-B376-449B-9ECC-9AE02092EC4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C92F2334-7A07-4626-858B-C5A145F19E59}"/>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CA1D1551-A165-493B-A3FB-987CB706C42F}"/>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2546C2D3-32B0-4AE5-8CEF-A7F0B153E521}"/>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E1F40984-72F9-4B3B-824B-C6F72B61903B}"/>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B371CA73-18A9-4BAC-940F-71A1A2C9B608}"/>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7035F4A7-73F9-47F1-8022-0D93B347F47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50923FED-3161-4FAA-95ED-079801BE2E25}"/>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F63E8B0C-E8FE-4D58-A058-DAB38AB889D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4C588EC5-E5B2-442C-8A88-9ED5B62D4A6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8775A57B-981B-48C5-94E5-29846C257A3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50EBEB8B-F667-4D49-96FE-61F5B1C8F37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A7556D2D-42B9-45B3-9341-5639EF71F84F}"/>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DE62CFEE-1312-4E3B-847D-FA55027470EC}"/>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43C6A20C-272F-4ACE-83B8-2CCB8CA998CF}"/>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5D5C9448-C5DB-4522-A1B3-C61FEE8B57B3}"/>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9F713431-C766-421B-86DC-E5945718D40F}"/>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B55EAA54-9F08-424F-B24E-44453608669E}"/>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6A761417-AF6F-4FDA-94E7-921550F4610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4AF789E1-6D92-4793-AFA6-75ED6008B1DD}"/>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7B74A88B-AC37-42B3-AD8A-8D898D22FCBD}"/>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49D98806-56C7-4ED3-AA44-280C6A1F2DE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5494E2BA-11F7-4A01-BB5F-52FDDB171E1A}"/>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73979FC2-7516-4C96-8DD5-5CC197E6780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8C7746E8-D620-4698-A10B-A8700043406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7B3D29AA-767A-45AF-96EB-AC8F1BC38AB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D07CFCA-9F90-43DC-A407-29280CC143F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5C5712AB-62FE-45AF-97CC-948BED45BE6C}"/>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E9AAFFFA-76F7-42C2-9CBD-B169426E5A1C}"/>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F5D54802-558F-48C8-8551-2731D0E6AE85}"/>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4F3CE123-1A10-4B6A-A559-CC5C26AD2C13}"/>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0798E6A3-EB13-4F1F-BBFD-EA9FE899D171}"/>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B83816CB-E5BD-4E38-8D6D-EE9DE35ED59E}"/>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2B860096-4670-416D-84AC-7A510610532B}"/>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7E28DB40-F2E0-47D2-BD52-BFA4E75D16AE}"/>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9873927B-A27D-413E-816A-48CA585492A3}"/>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F50947A7-0858-422A-8580-35480443A9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6578450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0707C8D5-380E-427E-B497-00CC250DD0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73349C0A-D457-4318-9DE6-AED7D1A9B1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77EDC2F8-8FF5-4DC9-A5E6-414A5B4D9F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B0D1BDE0-E90C-465D-A11A-CE1A51A971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67F61049-A21D-492E-AB53-33428D2CE0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8CFEBF6E-AA46-44A5-9922-BC098CB5AF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AF243C8B-1485-4BD9-B448-F5A85732FD7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F7034F9A-7B06-47E3-A382-C8824A11D002}"/>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ECCD62AD-3B79-409E-BC09-13ACDE64D547}"/>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120A9C19-904C-46A2-A8CE-10BEAE194DAC}"/>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6C80FC7-78A0-4F3F-B7D2-F9472221176D}"/>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AF764999-78FD-4315-99DE-96CCCF98C4AE}"/>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F62657C1-882F-476D-91BB-4A5345C87F43}"/>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9ABE3999-D903-4D67-BBD6-AA00E681B31F}"/>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775E6F6A-CAEE-4F99-850B-76277D0F4E04}"/>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4CC98EB5-40C3-4E8F-97F3-4990C4918BC8}"/>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24D83198-2CA5-4E32-8761-D24DC5F96B9F}"/>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3833BD1F-E6FB-4D54-BDC0-C0D761B6A350}"/>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A9CEDD5C-A432-499B-9757-D77FA1F64A0B}"/>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4CEE5DA8-31DC-4E7A-8FCD-18233CB0AB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572262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5F6C1BAD-EA5E-4703-98F1-805AD93F6F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6A0CCF01-C39C-4C69-AEC8-2AA37F837A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66C8DD42-C654-4E13-A1F3-40327FE67CA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E40CA9E2-8BD2-42AC-84C9-5EB9BC9BDF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804EB484-8999-4A5A-9EF0-50EEE38175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66D809C3-B383-40B5-B2C9-592BB1BE3D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FC9B92A1-6DB3-46EE-9E53-73765F491913}"/>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4C2D6822-30D3-4D74-BEED-DA9B6248B55D}"/>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39C7316A-F757-4780-9D6C-DA0557792A27}"/>
              </a:ext>
            </a:extLst>
          </p:cNvPr>
          <p:cNvPicPr>
            <a:picLocks xmlns:a="http://schemas.openxmlformats.org/drawingml/2006/main" noChangeAspect="1"/>
          </p:cNvPicPr>
          <p:nvPr/>
        </p:nvPicPr>
        <p:blipFill>
          <a:blip xmlns:r="http://schemas.openxmlformats.org/officeDocument/2006/relationships" xmlns:a="http://schemas.openxmlformats.org/drawingml/2006/main" r:embed="R7abebb7bb3704a36"/>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7335A1F-4EF8-43A8-BE47-C3850778C49F}"/>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51322DA1-AAE2-475A-B99A-12849211DE58}"/>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4F48A0D0-4EC9-497A-A7F0-836615B95EFD}"/>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CB7FFCFF-32A8-4C66-A735-1C1C9FA32F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0417568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1BAC83E4-34E0-491E-8E3F-A64293CF2C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68AA6661-99D6-4433-9AD8-66DBFFAE2E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93B999EF-DC7D-43F2-B455-DCD03411B9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E4BDD5BA-FD7F-4432-874A-7B8FC6BDD4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BAE100FF-B037-4895-A7BC-8215273A6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57245C53-7CC7-4741-98E9-340D46D17C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70AC2A37-44A7-4166-A106-99C76DC790F4}"/>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FF7B1451-0039-407D-81CB-5A29CD6E5DC3}"/>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2C6B9A2-4B30-4527-8B8B-B01CA42482AE}"/>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BA5B7578-AC6D-467B-B6A8-B723E0E4864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D92F31A-F2D6-4603-B43C-027485A0A714}"/>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4D58535D-F418-4F8A-AD9D-6AFBFB544A7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0F45DD35-835C-4414-979C-B4B4672C167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C181AC4-CABF-4873-926B-8D35978BBAB2}"/>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BE8D3A3E-995E-4FD9-A098-935D6EDD8671}"/>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3868411C-6341-45A7-A1DB-C347C853EB7D}"/>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19C4D47A-1084-4448-9C44-5AE4BA671C5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1A13B0-BBBD-4FAB-9E31-E46BBEC8A225}"/>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C746FE5-4B62-43EA-81CB-DC8C69ABB1E0}"/>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3BB47B56-AB7A-4E90-A10B-21B577BCE39F}"/>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AC52BA9D-8FCD-472D-A2B2-69EDB20AFEFB}"/>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8ECEBDC-7C79-4506-9AD2-826C55EDCA00}"/>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53A8DFF8-6F9A-44F2-8F43-85F3E8931D99}"/>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92B9C66F-3D92-4B72-AAA1-19B69C299A00}"/>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F79292E1-FA08-4909-8E44-EBB07E0A5A2E}"/>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4CD70351-F53C-4FD8-83AB-AAD0E5F3BC5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CAF4F611-533B-42F3-AB68-D1498CF2E7DA}"/>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90C57A50-A18B-476B-874D-7E65ABE289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0707148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EBBAEEC9-B064-4D57-A6AF-0AF8F32C37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82D01325-A179-4E74-A674-B9B6026494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57ADECA9-2516-427D-8A0C-C2C5AE0B14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8F424883-2F1E-4DA0-8E72-ECB7D356F1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C5D3E21C-F608-42E5-99B3-3B8C7529A9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A442C22-F3EF-4878-811C-77B87FF9ED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0241A19-8802-4907-B59A-65EC90E49CD7}"/>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532000D-51AC-412A-A03F-E2ABA5822E7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0040270-9D39-4CAB-B797-E570B243F014}"/>
              </a:ext>
            </a:extLst>
          </p:cNvPr>
          <p:cNvPicPr>
            <a:picLocks xmlns:a="http://schemas.openxmlformats.org/drawingml/2006/main" noChangeAspect="1"/>
          </p:cNvPicPr>
          <p:nvPr/>
        </p:nvPicPr>
        <p:blipFill>
          <a:blip xmlns:r="http://schemas.openxmlformats.org/officeDocument/2006/relationships" xmlns:a="http://schemas.openxmlformats.org/drawingml/2006/main" r:embed="Ra423cb35228e4b28"/>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660C02C8-4E0A-41AC-AA92-C53F3371A8E5}"/>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2EDD0C4C-4B0E-4FD5-838E-BD4F9FB250B2}"/>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CF43811A-3778-48D8-BE96-E197FF14BF7B}"/>
              </a:ext>
            </a:extLst>
          </p:cNvPr>
          <p:cNvPicPr>
            <a:picLocks xmlns:a="http://schemas.openxmlformats.org/drawingml/2006/main" noChangeAspect="1"/>
          </p:cNvPicPr>
          <p:nvPr/>
        </p:nvPicPr>
        <p:blipFill>
          <a:blip xmlns:r="http://schemas.openxmlformats.org/officeDocument/2006/relationships" xmlns:a="http://schemas.openxmlformats.org/drawingml/2006/main" r:embed="Re936dfd56e1549e5"/>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C077D6B-969F-49A3-A1C6-86CEFFBD6043}"/>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5ACA3ED-351C-49C4-B154-5221370FBFB5}"/>
              </a:ext>
            </a:extLst>
          </p:cNvPr>
          <p:cNvPicPr>
            <a:picLocks xmlns:a="http://schemas.openxmlformats.org/drawingml/2006/main" noChangeAspect="1"/>
          </p:cNvPicPr>
          <p:nvPr/>
        </p:nvPicPr>
        <p:blipFill>
          <a:blip xmlns:r="http://schemas.openxmlformats.org/officeDocument/2006/relationships" xmlns:a="http://schemas.openxmlformats.org/drawingml/2006/main" r:embed="Rf230b44bc7a24421"/>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0D3F6F9B-4316-4966-AAE6-D2B31663A986}"/>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6F8311BD-C6E7-42F0-B25D-0D7196A22688}"/>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160C877-AB4B-4415-BDA1-9103C0BC2046}"/>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6B15AF47-AB08-474A-937D-5A9A7039F08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73C6C162-37A4-4169-8125-2444D755543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75D3F7E-83D9-446D-80BD-76F318907F22}"/>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A37A4573-D0C6-46CB-A3A4-AF1886C48281}"/>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A50BE6C0-939B-4861-AD0D-ED6AFA5CEF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6287016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A69C5173-F13B-4CC5-A5DA-C9112AC46F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0FAF9E2D-1F30-4562-A05D-37971A1A7B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030EAA42-8017-402A-BCC8-1CF6B3E5E3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3932A83-1C86-47F1-B942-BB1C99993E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DE66C4C3-CB25-4A57-AED1-3BA8614B51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D26A4CA6-9AC4-4D17-9FFC-91481F5E44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56CD1C5-6575-497C-9FBB-2250C52A21B7}"/>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3D7B5202-DAE8-4017-96E3-378C78FFD83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130E0974-9C1C-4115-9B85-9C1D18E1B8E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AFDE209-90B3-43B4-95C8-2755918B9902}"/>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BB72A66-2FC2-4A6A-8577-15858F2D6E7E}"/>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93C6085D-90C4-4323-ADC1-5DA2A025A503}"/>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20FA1A2A-CD94-4E7B-B14C-6CCEAD017AD2}"/>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A166C4D-7C84-4EE9-AF98-89B73C2DE91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312526F5-7ECF-4C12-8610-04D496F76E4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7076E9F6-58B5-4141-9210-B78736004379}"/>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3502DED1-DF97-4399-8453-D3045BC8CEF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A072EE75-D06E-4995-A908-30CC77B06C2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4E32444-55CE-4653-AF1D-D0F0C6F7CBDF}"/>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145D2966-5758-4DD7-B68E-0FA58900D9B8}"/>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6D434C7A-F101-4D88-A787-8B6E1FB71C84}"/>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ADF2EF7E-F2C9-4EC1-BE11-CA76B9D90545}"/>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33D07A36-D466-457B-8F03-5BC0E2B4805A}"/>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BB261F4-807F-4E0F-B888-DE03CF767A43}"/>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145E4C03-B0B3-41E5-A4FB-590EC6BDEB06}"/>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0EAB8381-9F6C-4F38-9A52-C63DDCE919B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F20A9CDA-06B2-46A3-8176-DF693F6A2561}"/>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444232D7-81C5-4481-B61D-EC0F067A9425}"/>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F6D103E-F9D1-409B-9EAC-2750BF8344C5}"/>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513CFD1A-6B31-4178-92BE-0826FEBB0852}"/>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8726D62A-3C28-4C6A-B4B1-99D19EF2386B}"/>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473489F9-B1BD-4E22-A4FF-D56F9FB796FE}"/>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998B9F3C-E9CA-46D0-9ABA-91D8811FC94F}"/>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10A9CF17-6E67-4C70-BAFA-E23BD7BDE46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75B16603-A8A5-4B99-8D91-CCAF88EF70DD}"/>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6B2949F3-9516-497E-91E0-EE869E95C591}"/>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F2F71CDB-FF97-49F2-A3B1-62518B4D8FE8}"/>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2DD55AE3-5270-4D1B-A228-8D4669B5B68F}"/>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ECFEA63-FAE3-4245-AC17-5E65B2C4D943}"/>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8994402-96D9-4CD4-9995-7D70D79CCF1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37E9A93-F854-4594-9ABB-F6A0403BBEED}"/>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B033791-0483-487A-B13D-872D1820B1CE}"/>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B0000B56-3FEB-42BA-ABFD-70C0112A7E30}"/>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6DBF54E-4336-47CE-9312-ECF30B3AD05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C3D52D8-EACB-4DDC-B801-60D977030E2B}"/>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A2CEAB1C-80ED-4E10-A9A9-ABD0D3BB620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63DFEAF-CD98-426E-A1CC-0F0DAB7DE899}"/>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4C7CE6AF-7468-4CB1-9FE9-F16A6149365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E63A24-380B-414E-AF71-A7CB2F9E36ED}"/>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FF3B838B-F89B-4FE7-AA6A-919862519CDF}"/>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6FD799BE-8A0D-4C2A-918E-3D2CDABAE504}"/>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F3227C5A-D40D-4C6E-A015-317498907F7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0E36DCF3-6B7F-4E1C-B8F4-B2FA0D31B478}"/>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C623591-5C78-4669-9A06-787EDBECDDBF}"/>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B7AC8A21-ADDA-4BCA-82DA-12C12C9B4EC7}"/>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8717FEB-489B-4362-9987-629D8068CC01}"/>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FF89CD81-9D3E-4017-97E1-187BEFE53623}"/>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2EA83D88-8D37-41E0-9B9B-B7872E95FE3E}"/>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393C1804-BB7C-40D8-A7DB-5A74088A314F}"/>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A22C388E-7EA5-46F0-8102-C1DA9CFF0CA1}"/>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5076BAA-6859-4108-9F71-EA88CF5505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127856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모호한 작업 요청">
            <a:extLst xmlns:a="http://schemas.openxmlformats.org/drawingml/2006/main">
              <a:ext uri="{FF2B5EF4-FFF2-40B4-BE49-F238E27FC236}">
                <a16:creationId xmlns:a16="http://schemas.microsoft.com/office/drawing/2014/main" id="{577473F3-C908-4C53-879D-0C4DCA558C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C2129195-3206-419A-8B67-E2C2DB2023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ECC7E926-C601-4182-819C-B966E86BA3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1DBD405-5E9C-403D-A16C-A61887CBE6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45E918C2-348C-43F6-A0A5-E0DE48F34F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22B42708-B724-422E-8A0C-9F2F7B1D72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FD0BC110-309C-4643-AE83-9A1368343537}"/>
              </a:ext>
            </a:extLst>
          </p:cNvPr>
          <p:cNvSpPr>
            <a:spLocks xmlns:a="http://schemas.openxmlformats.org/drawingml/2006/main" noGrp="1"/>
          </p:cNvSpPr>
          <p:nvPr/>
        </p:nvSpPr>
        <p:spPr>
          <a:xfrm xmlns:a="http://schemas.openxmlformats.org/drawingml/2006/main">
            <a:off x="609600" y="19716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DF462759-EEFA-492A-AD77-10A946E32BAE}"/>
              </a:ext>
            </a:extLst>
          </p:cNvPr>
          <p:cNvSpPr>
            <a:spLocks xmlns:a="http://schemas.openxmlformats.org/drawingml/2006/main" noGrp="1"/>
          </p:cNvSpPr>
          <p:nvPr/>
        </p:nvSpPr>
        <p:spPr>
          <a:xfrm xmlns:a="http://schemas.openxmlformats.org/drawingml/2006/main">
            <a:off x="609600" y="2800350"/>
            <a:ext cx="43434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a:extLst xmlns:a="http://schemas.openxmlformats.org/drawingml/2006/main">
              <a:ext uri="{FF2B5EF4-FFF2-40B4-BE49-F238E27FC236}">
                <a16:creationId xmlns:a16="http://schemas.microsoft.com/office/drawing/2014/main" id="{360F4CA8-5A06-4D62-9C51-55150431C83A}"/>
              </a:ext>
            </a:extLst>
          </p:cNvPr>
          <p:cNvSpPr>
            <a:spLocks xmlns:a="http://schemas.openxmlformats.org/drawingml/2006/main" noGrp="1"/>
          </p:cNvSpPr>
          <p:nvPr/>
        </p:nvSpPr>
        <p:spPr>
          <a:xfrm xmlns:a="http://schemas.openxmlformats.org/drawingml/2006/main">
            <a:off x="838200" y="2962275"/>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요청</a:t>
            </a:r>
          </a:p>
        </p:txBody>
      </p:sp>
      <p:sp>
        <p:nvSpPr>
          <p:cNvPr id="10" name="“filter 성능&#10;개선해줘.”">
            <a:extLst xmlns:a="http://schemas.openxmlformats.org/drawingml/2006/main">
              <a:ext uri="{FF2B5EF4-FFF2-40B4-BE49-F238E27FC236}">
                <a16:creationId xmlns:a16="http://schemas.microsoft.com/office/drawing/2014/main" id="{09FF1DAE-877E-4DB1-8851-5592FD6C8EC9}"/>
              </a:ext>
            </a:extLst>
          </p:cNvPr>
          <p:cNvSpPr>
            <a:spLocks xmlns:a="http://schemas.openxmlformats.org/drawingml/2006/main" noGrp="1"/>
          </p:cNvSpPr>
          <p:nvPr/>
        </p:nvSpPr>
        <p:spPr>
          <a:xfrm xmlns:a="http://schemas.openxmlformats.org/drawingml/2006/main">
            <a:off x="838200" y="3476625"/>
            <a:ext cx="3886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“filter 성능</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개선해줘.”</a:t>
            </a:r>
          </a:p>
        </p:txBody>
      </p:sp>
      <p:sp>
        <p:nvSpPr>
          <p:cNvPr id="11" name="">
            <a:extLst xmlns:a="http://schemas.openxmlformats.org/drawingml/2006/main">
              <a:ext uri="{FF2B5EF4-FFF2-40B4-BE49-F238E27FC236}">
                <a16:creationId xmlns:a16="http://schemas.microsoft.com/office/drawing/2014/main" id="{543EB9CA-8163-4187-8137-F34E102EE3B3}"/>
              </a:ext>
            </a:extLst>
          </p:cNvPr>
          <p:cNvSpPr>
            <a:spLocks xmlns:a="http://schemas.openxmlformats.org/drawingml/2006/main" noGrp="1"/>
          </p:cNvSpPr>
          <p:nvPr/>
        </p:nvSpPr>
        <p:spPr>
          <a:xfrm xmlns:a="http://schemas.openxmlformats.org/drawingml/2006/main">
            <a:off x="5276850" y="3600450"/>
            <a:ext cx="45720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바꿀 것">
            <a:extLst xmlns:a="http://schemas.openxmlformats.org/drawingml/2006/main">
              <a:ext uri="{FF2B5EF4-FFF2-40B4-BE49-F238E27FC236}">
                <a16:creationId xmlns:a16="http://schemas.microsoft.com/office/drawing/2014/main" id="{30E332EC-371A-4479-99E7-9995A8657639}"/>
              </a:ext>
            </a:extLst>
          </p:cNvPr>
          <p:cNvSpPr>
            <a:spLocks xmlns:a="http://schemas.openxmlformats.org/drawingml/2006/main" noGrp="1"/>
          </p:cNvSpPr>
          <p:nvPr/>
        </p:nvSpPr>
        <p:spPr>
          <a:xfrm xmlns:a="http://schemas.openxmlformats.org/drawingml/2006/main">
            <a:off x="6191250" y="263842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바꿀 것</a:t>
            </a:r>
          </a:p>
        </p:txBody>
      </p:sp>
      <p:sp>
        <p:nvSpPr>
          <p:cNvPr id="13" name="">
            <a:extLst xmlns:a="http://schemas.openxmlformats.org/drawingml/2006/main">
              <a:ext uri="{FF2B5EF4-FFF2-40B4-BE49-F238E27FC236}">
                <a16:creationId xmlns:a16="http://schemas.microsoft.com/office/drawing/2014/main" id="{3B4C672B-6C5A-475D-BBD1-FC0EA6FA80AB}"/>
              </a:ext>
            </a:extLst>
          </p:cNvPr>
          <p:cNvSpPr>
            <a:spLocks xmlns:a="http://schemas.openxmlformats.org/drawingml/2006/main" noGrp="1"/>
          </p:cNvSpPr>
          <p:nvPr/>
        </p:nvSpPr>
        <p:spPr>
          <a:xfrm xmlns:a="http://schemas.openxmlformats.org/drawingml/2006/main">
            <a:off x="6191250" y="338137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4" name="무엇을 바꿀까?">
            <a:extLst xmlns:a="http://schemas.openxmlformats.org/drawingml/2006/main">
              <a:ext uri="{FF2B5EF4-FFF2-40B4-BE49-F238E27FC236}">
                <a16:creationId xmlns:a16="http://schemas.microsoft.com/office/drawing/2014/main" id="{8FF62AD3-BCFA-461B-B8A4-116F89FB863F}"/>
              </a:ext>
            </a:extLst>
          </p:cNvPr>
          <p:cNvSpPr>
            <a:spLocks xmlns:a="http://schemas.openxmlformats.org/drawingml/2006/main" noGrp="1"/>
          </p:cNvSpPr>
          <p:nvPr/>
        </p:nvSpPr>
        <p:spPr>
          <a:xfrm xmlns:a="http://schemas.openxmlformats.org/drawingml/2006/main">
            <a:off x="6191250" y="29432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바꿀까?</a:t>
            </a:r>
          </a:p>
        </p:txBody>
      </p:sp>
      <p:sp>
        <p:nvSpPr>
          <p:cNvPr id="15" name="?">
            <a:extLst xmlns:a="http://schemas.openxmlformats.org/drawingml/2006/main">
              <a:ext uri="{FF2B5EF4-FFF2-40B4-BE49-F238E27FC236}">
                <a16:creationId xmlns:a16="http://schemas.microsoft.com/office/drawing/2014/main" id="{56AF871C-CB1F-448E-B63D-AC908AABFE43}"/>
              </a:ext>
            </a:extLst>
          </p:cNvPr>
          <p:cNvSpPr>
            <a:spLocks xmlns:a="http://schemas.openxmlformats.org/drawingml/2006/main" noGrp="1"/>
          </p:cNvSpPr>
          <p:nvPr/>
        </p:nvSpPr>
        <p:spPr>
          <a:xfrm xmlns:a="http://schemas.openxmlformats.org/drawingml/2006/main">
            <a:off x="11077575" y="293370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16" name="보존할 것">
            <a:extLst xmlns:a="http://schemas.openxmlformats.org/drawingml/2006/main">
              <a:ext uri="{FF2B5EF4-FFF2-40B4-BE49-F238E27FC236}">
                <a16:creationId xmlns:a16="http://schemas.microsoft.com/office/drawing/2014/main" id="{C8669995-49E1-4A19-AF46-F167A9B970F6}"/>
              </a:ext>
            </a:extLst>
          </p:cNvPr>
          <p:cNvSpPr>
            <a:spLocks xmlns:a="http://schemas.openxmlformats.org/drawingml/2006/main" noGrp="1"/>
          </p:cNvSpPr>
          <p:nvPr/>
        </p:nvSpPr>
        <p:spPr>
          <a:xfrm xmlns:a="http://schemas.openxmlformats.org/drawingml/2006/main">
            <a:off x="6191250" y="36385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보존할 것</a:t>
            </a:r>
          </a:p>
        </p:txBody>
      </p:sp>
      <p:sp>
        <p:nvSpPr>
          <p:cNvPr id="17" name="">
            <a:extLst xmlns:a="http://schemas.openxmlformats.org/drawingml/2006/main">
              <a:ext uri="{FF2B5EF4-FFF2-40B4-BE49-F238E27FC236}">
                <a16:creationId xmlns:a16="http://schemas.microsoft.com/office/drawing/2014/main" id="{F9FDF823-7A61-4986-9479-133BEB1BDAFC}"/>
              </a:ext>
            </a:extLst>
          </p:cNvPr>
          <p:cNvSpPr>
            <a:spLocks xmlns:a="http://schemas.openxmlformats.org/drawingml/2006/main" noGrp="1"/>
          </p:cNvSpPr>
          <p:nvPr/>
        </p:nvSpPr>
        <p:spPr>
          <a:xfrm xmlns:a="http://schemas.openxmlformats.org/drawingml/2006/main">
            <a:off x="6191250" y="4381500"/>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무엇을 그대로 지킬까?">
            <a:extLst xmlns:a="http://schemas.openxmlformats.org/drawingml/2006/main">
              <a:ext uri="{FF2B5EF4-FFF2-40B4-BE49-F238E27FC236}">
                <a16:creationId xmlns:a16="http://schemas.microsoft.com/office/drawing/2014/main" id="{A7F9F62D-BAC2-46EF-915A-B5A11E683021}"/>
              </a:ext>
            </a:extLst>
          </p:cNvPr>
          <p:cNvSpPr>
            <a:spLocks xmlns:a="http://schemas.openxmlformats.org/drawingml/2006/main" noGrp="1"/>
          </p:cNvSpPr>
          <p:nvPr/>
        </p:nvSpPr>
        <p:spPr>
          <a:xfrm xmlns:a="http://schemas.openxmlformats.org/drawingml/2006/main">
            <a:off x="6191250" y="39433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그대로 지킬까?</a:t>
            </a:r>
          </a:p>
        </p:txBody>
      </p:sp>
      <p:sp>
        <p:nvSpPr>
          <p:cNvPr id="19" name="?">
            <a:extLst xmlns:a="http://schemas.openxmlformats.org/drawingml/2006/main">
              <a:ext uri="{FF2B5EF4-FFF2-40B4-BE49-F238E27FC236}">
                <a16:creationId xmlns:a16="http://schemas.microsoft.com/office/drawing/2014/main" id="{93522524-9BEE-4505-9A16-5C88727FD8A6}"/>
              </a:ext>
            </a:extLst>
          </p:cNvPr>
          <p:cNvSpPr>
            <a:spLocks xmlns:a="http://schemas.openxmlformats.org/drawingml/2006/main" noGrp="1"/>
          </p:cNvSpPr>
          <p:nvPr/>
        </p:nvSpPr>
        <p:spPr>
          <a:xfrm xmlns:a="http://schemas.openxmlformats.org/drawingml/2006/main">
            <a:off x="11077575" y="3933825"/>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0" name="완료 근거">
            <a:extLst xmlns:a="http://schemas.openxmlformats.org/drawingml/2006/main">
              <a:ext uri="{FF2B5EF4-FFF2-40B4-BE49-F238E27FC236}">
                <a16:creationId xmlns:a16="http://schemas.microsoft.com/office/drawing/2014/main" id="{C966F8C3-0F60-4080-9608-30DFCB1F4A5C}"/>
              </a:ext>
            </a:extLst>
          </p:cNvPr>
          <p:cNvSpPr>
            <a:spLocks xmlns:a="http://schemas.openxmlformats.org/drawingml/2006/main" noGrp="1"/>
          </p:cNvSpPr>
          <p:nvPr/>
        </p:nvSpPr>
        <p:spPr>
          <a:xfrm xmlns:a="http://schemas.openxmlformats.org/drawingml/2006/main">
            <a:off x="6191250" y="463867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완료 근거</a:t>
            </a:r>
          </a:p>
        </p:txBody>
      </p:sp>
      <p:sp>
        <p:nvSpPr>
          <p:cNvPr id="21" name="">
            <a:extLst xmlns:a="http://schemas.openxmlformats.org/drawingml/2006/main">
              <a:ext uri="{FF2B5EF4-FFF2-40B4-BE49-F238E27FC236}">
                <a16:creationId xmlns:a16="http://schemas.microsoft.com/office/drawing/2014/main" id="{782DEA53-835D-4468-A34F-5180CECC7717}"/>
              </a:ext>
            </a:extLst>
          </p:cNvPr>
          <p:cNvSpPr>
            <a:spLocks xmlns:a="http://schemas.openxmlformats.org/drawingml/2006/main" noGrp="1"/>
          </p:cNvSpPr>
          <p:nvPr/>
        </p:nvSpPr>
        <p:spPr>
          <a:xfrm xmlns:a="http://schemas.openxmlformats.org/drawingml/2006/main">
            <a:off x="6191250" y="538162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22" name="무엇을 보면 끝났다고 할까?">
            <a:extLst xmlns:a="http://schemas.openxmlformats.org/drawingml/2006/main">
              <a:ext uri="{FF2B5EF4-FFF2-40B4-BE49-F238E27FC236}">
                <a16:creationId xmlns:a16="http://schemas.microsoft.com/office/drawing/2014/main" id="{86F79AAA-748A-457D-A9BC-FE0AF17E00E6}"/>
              </a:ext>
            </a:extLst>
          </p:cNvPr>
          <p:cNvSpPr>
            <a:spLocks xmlns:a="http://schemas.openxmlformats.org/drawingml/2006/main" noGrp="1"/>
          </p:cNvSpPr>
          <p:nvPr/>
        </p:nvSpPr>
        <p:spPr>
          <a:xfrm xmlns:a="http://schemas.openxmlformats.org/drawingml/2006/main">
            <a:off x="6191250" y="49434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보면 끝났다고 할까?</a:t>
            </a:r>
          </a:p>
        </p:txBody>
      </p:sp>
      <p:sp>
        <p:nvSpPr>
          <p:cNvPr id="23" name="?">
            <a:extLst xmlns:a="http://schemas.openxmlformats.org/drawingml/2006/main">
              <a:ext uri="{FF2B5EF4-FFF2-40B4-BE49-F238E27FC236}">
                <a16:creationId xmlns:a16="http://schemas.microsoft.com/office/drawing/2014/main" id="{B6AA7856-75CB-4654-966B-B88C1BCB9675}"/>
              </a:ext>
            </a:extLst>
          </p:cNvPr>
          <p:cNvSpPr>
            <a:spLocks xmlns:a="http://schemas.openxmlformats.org/drawingml/2006/main" noGrp="1"/>
          </p:cNvSpPr>
          <p:nvPr/>
        </p:nvSpPr>
        <p:spPr>
          <a:xfrm xmlns:a="http://schemas.openxmlformats.org/drawingml/2006/main">
            <a:off x="11077575" y="493395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4" name="Legacy module connection">
            <a:extLst xmlns:a="http://schemas.openxmlformats.org/drawingml/2006/main">
              <a:ext uri="{FF2B5EF4-FFF2-40B4-BE49-F238E27FC236}">
                <a16:creationId xmlns:a16="http://schemas.microsoft.com/office/drawing/2014/main" id="{9C60F168-70C1-46DC-81FD-DD1910CB7F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736315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앞서 본 crop 사례로 좁히기">
            <a:extLst xmlns:a="http://schemas.openxmlformats.org/drawingml/2006/main">
              <a:ext uri="{FF2B5EF4-FFF2-40B4-BE49-F238E27FC236}">
                <a16:creationId xmlns:a16="http://schemas.microsoft.com/office/drawing/2014/main" id="{C7EE8EB1-2CC2-4DC4-9C30-3116F8D85F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앞서 본 crop 사례로 좁히기</a:t>
            </a:r>
          </a:p>
        </p:txBody>
      </p:sp>
      <p:sp>
        <p:nvSpPr>
          <p:cNvPr id="2" name="S12">
            <a:extLst xmlns:a="http://schemas.openxmlformats.org/drawingml/2006/main">
              <a:ext uri="{FF2B5EF4-FFF2-40B4-BE49-F238E27FC236}">
                <a16:creationId xmlns:a16="http://schemas.microsoft.com/office/drawing/2014/main" id="{191A4107-6475-420C-B456-3CA79482AE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7979D421-7EB3-41E8-8519-79BB7C30EE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C0BE228C-4B70-4763-A985-3167C6E17E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4D04E453-C011-48C6-BEB4-213F76A6B5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BCECB980-6889-4DDE-A30C-1825D7D693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6FD0C480-8AB1-4956-A1A7-E4EC0D000DEB}"/>
              </a:ext>
            </a:extLst>
          </p:cNvPr>
          <p:cNvSpPr>
            <a:spLocks xmlns:a="http://schemas.openxmlformats.org/drawingml/2006/main" noGrp="1"/>
          </p:cNvSpPr>
          <p:nvPr/>
        </p:nvSpPr>
        <p:spPr>
          <a:xfrm xmlns:a="http://schemas.openxmlformats.org/drawingml/2006/main">
            <a:off x="609600" y="2028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test 고쳐줘”</a:t>
            </a:r>
          </a:p>
        </p:txBody>
      </p:sp>
      <p:sp>
        <p:nvSpPr>
          <p:cNvPr id="8" name="">
            <a:extLst xmlns:a="http://schemas.openxmlformats.org/drawingml/2006/main">
              <a:ext uri="{FF2B5EF4-FFF2-40B4-BE49-F238E27FC236}">
                <a16:creationId xmlns:a16="http://schemas.microsoft.com/office/drawing/2014/main" id="{A193E4C3-8BD5-411A-BD52-7E67FCA6344B}"/>
              </a:ext>
            </a:extLst>
          </p:cNvPr>
          <p:cNvSpPr>
            <a:spLocks xmlns:a="http://schemas.openxmlformats.org/drawingml/2006/main" noGrp="1"/>
          </p:cNvSpPr>
          <p:nvPr/>
        </p:nvSpPr>
        <p:spPr>
          <a:xfrm xmlns:a="http://schemas.openxmlformats.org/drawingml/2006/main">
            <a:off x="5981700" y="2838450"/>
            <a:ext cx="228600" cy="2952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6B4FD5-D218-47C2-8638-7AAE5EE530FA}"/>
              </a:ext>
            </a:extLst>
          </p:cNvPr>
          <p:cNvSpPr>
            <a:spLocks xmlns:a="http://schemas.openxmlformats.org/drawingml/2006/main" noGrp="1"/>
          </p:cNvSpPr>
          <p:nvPr/>
        </p:nvSpPr>
        <p:spPr>
          <a:xfrm xmlns:a="http://schemas.openxmlformats.org/drawingml/2006/main">
            <a:off x="3048000" y="3209925"/>
            <a:ext cx="6096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
            <a:extLst xmlns:a="http://schemas.openxmlformats.org/drawingml/2006/main">
              <a:ext uri="{FF2B5EF4-FFF2-40B4-BE49-F238E27FC236}">
                <a16:creationId xmlns:a16="http://schemas.microsoft.com/office/drawing/2014/main" id="{DBCBA5F0-B3B6-4A12-82B0-163BB4A46F54}"/>
              </a:ext>
            </a:extLst>
          </p:cNvPr>
          <p:cNvSpPr>
            <a:spLocks xmlns:a="http://schemas.openxmlformats.org/drawingml/2006/main" noGrp="1"/>
          </p:cNvSpPr>
          <p:nvPr/>
        </p:nvSpPr>
        <p:spPr>
          <a:xfrm xmlns:a="http://schemas.openxmlformats.org/drawingml/2006/main">
            <a:off x="6096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0D06FFD-2900-4611-A637-4FDEE1DE261B}"/>
              </a:ext>
            </a:extLst>
          </p:cNvPr>
          <p:cNvSpPr>
            <a:spLocks xmlns:a="http://schemas.openxmlformats.org/drawingml/2006/main" noGrp="1"/>
          </p:cNvSpPr>
          <p:nvPr/>
        </p:nvSpPr>
        <p:spPr>
          <a:xfrm xmlns:a="http://schemas.openxmlformats.org/drawingml/2006/main">
            <a:off x="64389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테스트를 바꿀까?">
            <a:extLst xmlns:a="http://schemas.openxmlformats.org/drawingml/2006/main">
              <a:ext uri="{FF2B5EF4-FFF2-40B4-BE49-F238E27FC236}">
                <a16:creationId xmlns:a16="http://schemas.microsoft.com/office/drawing/2014/main" id="{F077CE7E-2218-47C0-90BE-723899763A34}"/>
              </a:ext>
            </a:extLst>
          </p:cNvPr>
          <p:cNvSpPr>
            <a:spLocks xmlns:a="http://schemas.openxmlformats.org/drawingml/2006/main" noGrp="1"/>
          </p:cNvSpPr>
          <p:nvPr/>
        </p:nvSpPr>
        <p:spPr>
          <a:xfrm xmlns:a="http://schemas.openxmlformats.org/drawingml/2006/main">
            <a:off x="8191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테스트를 바꿀까?</a:t>
            </a:r>
          </a:p>
        </p:txBody>
      </p:sp>
      <p:sp>
        <p:nvSpPr>
          <p:cNvPr id="13" name="구현을 바꿀까?">
            <a:extLst xmlns:a="http://schemas.openxmlformats.org/drawingml/2006/main">
              <a:ext uri="{FF2B5EF4-FFF2-40B4-BE49-F238E27FC236}">
                <a16:creationId xmlns:a16="http://schemas.microsoft.com/office/drawing/2014/main" id="{198620DD-E6A7-44F1-8095-778F5BACCC0D}"/>
              </a:ext>
            </a:extLst>
          </p:cNvPr>
          <p:cNvSpPr>
            <a:spLocks xmlns:a="http://schemas.openxmlformats.org/drawingml/2006/main" noGrp="1"/>
          </p:cNvSpPr>
          <p:nvPr/>
        </p:nvSpPr>
        <p:spPr>
          <a:xfrm xmlns:a="http://schemas.openxmlformats.org/drawingml/2006/main">
            <a:off x="66484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구현을 바꿀까?</a:t>
            </a:r>
          </a:p>
        </p:txBody>
      </p:sp>
      <p:sp>
        <p:nvSpPr>
          <p:cNvPr id="14" name="아직 정해지지 않은 정보">
            <a:extLst xmlns:a="http://schemas.openxmlformats.org/drawingml/2006/main">
              <a:ext uri="{FF2B5EF4-FFF2-40B4-BE49-F238E27FC236}">
                <a16:creationId xmlns:a16="http://schemas.microsoft.com/office/drawing/2014/main" id="{F10361A3-EA8C-441F-AED7-836C93815A1A}"/>
              </a:ext>
            </a:extLst>
          </p:cNvPr>
          <p:cNvSpPr>
            <a:spLocks xmlns:a="http://schemas.openxmlformats.org/drawingml/2006/main" noGrp="1"/>
          </p:cNvSpPr>
          <p:nvPr/>
        </p:nvSpPr>
        <p:spPr>
          <a:xfrm xmlns:a="http://schemas.openxmlformats.org/drawingml/2006/main">
            <a:off x="609600" y="47434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아직 정해지지 않은 정보</a:t>
            </a:r>
          </a:p>
        </p:txBody>
      </p:sp>
      <p:sp>
        <p:nvSpPr>
          <p:cNvPr id="15" name="목표의 세부 ?">
            <a:extLst xmlns:a="http://schemas.openxmlformats.org/drawingml/2006/main">
              <a:ext uri="{FF2B5EF4-FFF2-40B4-BE49-F238E27FC236}">
                <a16:creationId xmlns:a16="http://schemas.microsoft.com/office/drawing/2014/main" id="{A127B011-B0D1-4D14-AA6C-ED32FDA1CCEE}"/>
              </a:ext>
            </a:extLst>
          </p:cNvPr>
          <p:cNvSpPr>
            <a:spLocks xmlns:a="http://schemas.openxmlformats.org/drawingml/2006/main" noGrp="1"/>
          </p:cNvSpPr>
          <p:nvPr/>
        </p:nvSpPr>
        <p:spPr>
          <a:xfrm xmlns:a="http://schemas.openxmlformats.org/drawingml/2006/main">
            <a:off x="6096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목표의 세부 ?</a:t>
            </a:r>
          </a:p>
        </p:txBody>
      </p:sp>
      <p:sp>
        <p:nvSpPr>
          <p:cNvPr id="16" name="보존 조건 ?">
            <a:extLst xmlns:a="http://schemas.openxmlformats.org/drawingml/2006/main">
              <a:ext uri="{FF2B5EF4-FFF2-40B4-BE49-F238E27FC236}">
                <a16:creationId xmlns:a16="http://schemas.microsoft.com/office/drawing/2014/main" id="{662F0001-7972-4E30-8415-C96F66CCE997}"/>
              </a:ext>
            </a:extLst>
          </p:cNvPr>
          <p:cNvSpPr>
            <a:spLocks xmlns:a="http://schemas.openxmlformats.org/drawingml/2006/main" noGrp="1"/>
          </p:cNvSpPr>
          <p:nvPr/>
        </p:nvSpPr>
        <p:spPr>
          <a:xfrm xmlns:a="http://schemas.openxmlformats.org/drawingml/2006/main">
            <a:off x="28384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보존 조건 ?</a:t>
            </a:r>
          </a:p>
        </p:txBody>
      </p:sp>
      <p:sp>
        <p:nvSpPr>
          <p:cNvPr id="17" name="수정 범위 ?">
            <a:extLst xmlns:a="http://schemas.openxmlformats.org/drawingml/2006/main">
              <a:ext uri="{FF2B5EF4-FFF2-40B4-BE49-F238E27FC236}">
                <a16:creationId xmlns:a16="http://schemas.microsoft.com/office/drawing/2014/main" id="{EAD55BF3-71E4-4672-8012-8A533198D9F1}"/>
              </a:ext>
            </a:extLst>
          </p:cNvPr>
          <p:cNvSpPr>
            <a:spLocks xmlns:a="http://schemas.openxmlformats.org/drawingml/2006/main" noGrp="1"/>
          </p:cNvSpPr>
          <p:nvPr/>
        </p:nvSpPr>
        <p:spPr>
          <a:xfrm xmlns:a="http://schemas.openxmlformats.org/drawingml/2006/main">
            <a:off x="50673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범위 ?</a:t>
            </a:r>
          </a:p>
        </p:txBody>
      </p:sp>
      <p:sp>
        <p:nvSpPr>
          <p:cNvPr id="18" name="확인 근거 ?">
            <a:extLst xmlns:a="http://schemas.openxmlformats.org/drawingml/2006/main">
              <a:ext uri="{FF2B5EF4-FFF2-40B4-BE49-F238E27FC236}">
                <a16:creationId xmlns:a16="http://schemas.microsoft.com/office/drawing/2014/main" id="{D8277B69-A5DE-4455-B44C-36BBA411BAE1}"/>
              </a:ext>
            </a:extLst>
          </p:cNvPr>
          <p:cNvSpPr>
            <a:spLocks xmlns:a="http://schemas.openxmlformats.org/drawingml/2006/main" noGrp="1"/>
          </p:cNvSpPr>
          <p:nvPr/>
        </p:nvSpPr>
        <p:spPr>
          <a:xfrm xmlns:a="http://schemas.openxmlformats.org/drawingml/2006/main">
            <a:off x="72961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근거 ?</a:t>
            </a:r>
          </a:p>
        </p:txBody>
      </p:sp>
      <p:sp>
        <p:nvSpPr>
          <p:cNvPr id="19" name="완료 조건 ?">
            <a:extLst xmlns:a="http://schemas.openxmlformats.org/drawingml/2006/main">
              <a:ext uri="{FF2B5EF4-FFF2-40B4-BE49-F238E27FC236}">
                <a16:creationId xmlns:a16="http://schemas.microsoft.com/office/drawing/2014/main" id="{8DB90D9D-183F-4CF3-8431-9F90835A945E}"/>
              </a:ext>
            </a:extLst>
          </p:cNvPr>
          <p:cNvSpPr>
            <a:spLocks xmlns:a="http://schemas.openxmlformats.org/drawingml/2006/main" noGrp="1"/>
          </p:cNvSpPr>
          <p:nvPr/>
        </p:nvSpPr>
        <p:spPr>
          <a:xfrm xmlns:a="http://schemas.openxmlformats.org/drawingml/2006/main">
            <a:off x="95250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조건 ?</a:t>
            </a:r>
          </a:p>
        </p:txBody>
      </p:sp>
      <p:sp>
        <p:nvSpPr>
          <p:cNvPr id="20" name="Legacy module connection">
            <a:extLst xmlns:a="http://schemas.openxmlformats.org/drawingml/2006/main">
              <a:ext uri="{FF2B5EF4-FFF2-40B4-BE49-F238E27FC236}">
                <a16:creationId xmlns:a16="http://schemas.microsoft.com/office/drawing/2014/main" id="{D82D4669-512E-4B1E-9B99-BB676EA6B4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145370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8A3DEFA8-A4B6-4A1F-98C7-B953E89DC6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3">
            <a:extLst xmlns:a="http://schemas.openxmlformats.org/drawingml/2006/main">
              <a:ext uri="{FF2B5EF4-FFF2-40B4-BE49-F238E27FC236}">
                <a16:creationId xmlns:a16="http://schemas.microsoft.com/office/drawing/2014/main" id="{B4927BA7-1657-4983-9B9E-157CA29034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자가 정해야 하는 경계">
            <a:extLst xmlns:a="http://schemas.openxmlformats.org/drawingml/2006/main">
              <a:ext uri="{FF2B5EF4-FFF2-40B4-BE49-F238E27FC236}">
                <a16:creationId xmlns:a16="http://schemas.microsoft.com/office/drawing/2014/main" id="{1B5A5A3F-A549-4FA7-B6FF-0CB4CFF554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03B064C-E0BF-42E0-A9EE-FEFDBD9019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4C3D45E9-72D1-4E01-8BA5-74ADD80273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C4D12B0-504A-46C6-8D3E-DAC129AFFC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F7142603-D27E-4C29-A69C-1F004AF313BD}"/>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0F9EAA9A-A6FA-4215-9179-E6647AC148C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80332BBE-19DF-4327-A210-05C3F256D41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8D48EC2-82FE-43C5-B650-C0BEFCC22C84}"/>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F54AB046-9E59-4D88-9164-83C25413B2D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8204E068-54CE-4FF4-AE4C-F26B49892085}"/>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970EC46-1306-4D5D-A392-28B568E09DE2}"/>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015784AA-F314-495D-96EB-45B47C57363C}"/>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5D2DACE9-A1FA-4FEE-996F-38D5BEDA40F0}"/>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4F33850-2F5E-48C5-92C4-787AEFA935AC}"/>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0BB03D1C-8B04-4096-9854-03FCAACDC538}"/>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F28C746-85D4-47F3-A791-7298A5E43EA0}"/>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27FFF06B-D8CA-4863-AE9E-C07D89EFD7E7}"/>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97990FBF-B8A7-4108-9BC6-28C06951766B}"/>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CD3E6FF1-BBEA-40BA-96DE-CA6D637871FC}"/>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ABAF071-B6CD-404A-9F26-2B03AB6A138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1A6D50EF-F66B-43BC-8CC4-196FEE2CBD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2050613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D131CCF6-301F-4FA1-A9D6-491246159C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4">
            <a:extLst xmlns:a="http://schemas.openxmlformats.org/drawingml/2006/main">
              <a:ext uri="{FF2B5EF4-FFF2-40B4-BE49-F238E27FC236}">
                <a16:creationId xmlns:a16="http://schemas.microsoft.com/office/drawing/2014/main" id="{A80C2F96-EEE9-4B9C-8F1E-CC48D71EC1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 Specification의 다섯 책임">
            <a:extLst xmlns:a="http://schemas.openxmlformats.org/drawingml/2006/main">
              <a:ext uri="{FF2B5EF4-FFF2-40B4-BE49-F238E27FC236}">
                <a16:creationId xmlns:a16="http://schemas.microsoft.com/office/drawing/2014/main" id="{21122482-A83B-46DB-887A-E5FBEA1A26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21FEAE09-1281-452A-872A-226B01B486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9D3ED83-2A1C-4077-AECA-5E0A5E7D35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F36CD05A-8361-4FDF-B287-29E1ECD9C4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796BED11-B6C6-45D3-9BC4-7C5F0472222F}"/>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BBF4A151-67BE-417A-A2BC-88CA4DD1E41A}"/>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37DE4A3-1593-40F5-8BA1-0FDBB543109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59D9EDAE-D3D0-4FC3-B760-06D89C1ECD44}"/>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DACEE9A2-C74A-435C-A838-FB1E822E1EB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56D2EBA4-7663-44BF-A05C-8DE62F887D50}"/>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F177988A-8CC2-4212-AE3D-56C734273D63}"/>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3B523CB-3AA3-4363-9487-C0A850608276}"/>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3DD8DE86-729F-43B6-90A8-D64CFABDFA3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C353EBEB-4EED-46F2-A928-82562347632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B2C7C41-B717-4AE6-BC05-20B022FF267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D9C9737F-49E1-40C5-9085-F98B0AC4EFAE}"/>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69402510-2A71-41BA-BC78-D157F45118DF}"/>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AE6D4D90-6C77-4732-84E8-2DDA3A237C67}"/>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140688C5-E4BF-4D9B-82A3-B70C58F9764F}"/>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832BFB79-B352-444F-B0AA-820AC0F1C5FF}"/>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3C0B7150-0FD1-4224-B767-0DD19697A441}"/>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D7BE643E-7D76-495E-8D24-D1D44F418F42}"/>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F0702935-363A-4247-9496-AAC96DCE84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9402293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0BCD739E-A67B-405D-992C-42AD45F5EB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5">
            <a:extLst xmlns:a="http://schemas.openxmlformats.org/drawingml/2006/main">
              <a:ext uri="{FF2B5EF4-FFF2-40B4-BE49-F238E27FC236}">
                <a16:creationId xmlns:a16="http://schemas.microsoft.com/office/drawing/2014/main" id="{CBC1890B-BC94-4737-B1FF-B5563A4ECB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더 긴 Prompt보다 분명한 경계">
            <a:extLst xmlns:a="http://schemas.openxmlformats.org/drawingml/2006/main">
              <a:ext uri="{FF2B5EF4-FFF2-40B4-BE49-F238E27FC236}">
                <a16:creationId xmlns:a16="http://schemas.microsoft.com/office/drawing/2014/main" id="{95248834-D28C-4C4F-AFDD-16E4D16BC1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FF29E0F-3563-4FC6-A645-3416CD1D20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7266C76-95DF-4177-A1BA-DF10838CF9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A103ECC-3F71-4963-B6AA-374FE12D62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291B7D8A-6C6E-45A3-B923-C368A908DDB1}"/>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52BE59B5-DF07-467D-9A1E-CAAEE183CF2C}"/>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32C5081B-70FE-4355-AC20-28B4AB7EDE86}"/>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A3FCC64F-1CAC-4331-962B-06B43E4AA675}"/>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60CB42D2-44C4-463A-8231-9AD7ED6EDE1F}"/>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23F76016-519A-47FB-B469-763E83803E96}"/>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22B6D372-B987-47C5-B404-7A3ED0C8ADF8}"/>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BEC8473C-E9AE-44B0-A895-1E2D4DC38E9A}"/>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8D7C68C0-12AC-4B3A-85C7-14E7C1E27CC9}"/>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A73DA017-2051-45D6-BB5B-714A6C9CD8DE}"/>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2869BF7C-FB95-4523-ACEF-F497BA8620BC}"/>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70582D24-5012-4520-B53C-0570D6A1F18D}"/>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87A8F68C-394E-494A-992B-9FB4A36D2D6F}"/>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452D8077-186A-45AA-94B0-A8AE9CE9308D}"/>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8284E41A-D772-4E62-B540-23393FC9E0CC}"/>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CB9634BE-2559-4638-8E76-E8BDADB4E6CF}"/>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717F30DE-AE97-416E-8278-A34771277B2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762FCA53-502C-4A6A-BD88-74CA786CF97E}"/>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E8401A3C-0867-4D1E-865E-313AF4D1031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4BB9F955-ACA0-46A5-80C0-0D41EBF287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48987454"/>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TRIAL-002 관찰 시작">
            <a:extLst xmlns:a="http://schemas.openxmlformats.org/drawingml/2006/main">
              <a:ext uri="{FF2B5EF4-FFF2-40B4-BE49-F238E27FC236}">
                <a16:creationId xmlns:a16="http://schemas.microsoft.com/office/drawing/2014/main" id="{08F55857-6FE9-4806-9E65-83D25889F6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6">
            <a:extLst xmlns:a="http://schemas.openxmlformats.org/drawingml/2006/main">
              <a:ext uri="{FF2B5EF4-FFF2-40B4-BE49-F238E27FC236}">
                <a16:creationId xmlns:a16="http://schemas.microsoft.com/office/drawing/2014/main" id="{CC66F4F2-7709-488A-A628-DD8E620A92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먼저 무엇을 하는지 보자">
            <a:extLst xmlns:a="http://schemas.openxmlformats.org/drawingml/2006/main">
              <a:ext uri="{FF2B5EF4-FFF2-40B4-BE49-F238E27FC236}">
                <a16:creationId xmlns:a16="http://schemas.microsoft.com/office/drawing/2014/main" id="{6A4A57A6-E2B7-49DF-A823-81DD985CC7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9C0E841B-809C-464A-8DAD-580194CB74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DB2A44FD-7AB8-4B91-9FB2-0386B9375D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72D34DB2-C9EE-47B5-8355-B53B6BFB8E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실제 기록에서는 수정 전에 무엇을 했을까?”">
            <a:extLst xmlns:a="http://schemas.openxmlformats.org/drawingml/2006/main">
              <a:ext uri="{FF2B5EF4-FFF2-40B4-BE49-F238E27FC236}">
                <a16:creationId xmlns:a16="http://schemas.microsoft.com/office/drawing/2014/main" id="{12AF2EE0-DD03-49E7-BC43-F856FDC26A68}"/>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“실제 기록에서는 수정 전에 무엇을 했을까?”</a:t>
            </a:r>
          </a:p>
        </p:txBody>
      </p:sp>
      <p:sp>
        <p:nvSpPr>
          <p:cNvPr id="8" name="01">
            <a:extLst xmlns:a="http://schemas.openxmlformats.org/drawingml/2006/main">
              <a:ext uri="{FF2B5EF4-FFF2-40B4-BE49-F238E27FC236}">
                <a16:creationId xmlns:a16="http://schemas.microsoft.com/office/drawing/2014/main" id="{F899B040-A3F1-4BB3-A330-171DB392FBB3}"/>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F17E3ABC-82DD-4B6B-8499-45CDDC12CC6C}"/>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18649344-B842-478D-A9FF-5D32D29FB857}"/>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12115EDF-DE2B-4188-BDA0-17C5CAF436BE}"/>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8D1E9399-36AE-4211-94B1-681A8F9BDF7B}"/>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74F0DB27-F527-42FC-B30B-98314F229871}"/>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336FB97B-BCFB-426E-B2C9-E700C4461028}"/>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C3F7C596-057C-4060-8BCE-F0D9E95F9288}"/>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99DBDD50-3D75-435F-9AB5-0FEDFBB377C3}"/>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CB82BA12-8105-4438-ADD5-891982D392F4}"/>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B7AF38D0-F64B-4120-9259-30B764A1DAD7}"/>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A654568E-9ADA-404F-B0C4-43F3D9602E31}"/>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C433AA72-00CA-45BB-B42B-90BA2E714819}"/>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5C9AB827-BB04-4613-8816-7C26CCB8DA2E}"/>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D893F177-0FCD-4844-BF89-5E3BD0DE5A6E}"/>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36E8CAF6-0AD2-40A7-AEFB-3DE7FD433B43}"/>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9A5698C0-0372-488A-B261-C508292F0DD4}"/>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EA0BAC99-F3E1-4673-B6D9-D4698B029775}"/>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DA3C5E8B-6995-481C-8B05-FF7E0598BE77}"/>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FC1ED387-24E4-46BB-BDF2-3FEC7D64858A}"/>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TRIAL-002의 요청 흐름과 행동을 대조한다.">
            <a:extLst xmlns:a="http://schemas.openxmlformats.org/drawingml/2006/main">
              <a:ext uri="{FF2B5EF4-FFF2-40B4-BE49-F238E27FC236}">
                <a16:creationId xmlns:a16="http://schemas.microsoft.com/office/drawing/2014/main" id="{3626B552-5C35-4092-B31D-A790226A786F}"/>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TRIAL-002의 요청 흐름과 행동을 대조한다.</a:t>
            </a:r>
          </a:p>
        </p:txBody>
      </p:sp>
      <p:sp>
        <p:nvSpPr>
          <p:cNvPr id="29" name="Legacy module connection">
            <a:extLst xmlns:a="http://schemas.openxmlformats.org/drawingml/2006/main">
              <a:ext uri="{FF2B5EF4-FFF2-40B4-BE49-F238E27FC236}">
                <a16:creationId xmlns:a16="http://schemas.microsoft.com/office/drawing/2014/main" id="{BECBC957-185F-483D-9D44-8757E408CB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2775607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1 · 계약을 보존하는 최소 변경">
            <a:extLst xmlns:a="http://schemas.openxmlformats.org/drawingml/2006/main">
              <a:ext uri="{FF2B5EF4-FFF2-40B4-BE49-F238E27FC236}">
                <a16:creationId xmlns:a16="http://schemas.microsoft.com/office/drawing/2014/main" id="{60001082-2273-4992-87A1-A4153CA1EE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7">
            <a:extLst xmlns:a="http://schemas.openxmlformats.org/drawingml/2006/main">
              <a:ext uri="{FF2B5EF4-FFF2-40B4-BE49-F238E27FC236}">
                <a16:creationId xmlns:a16="http://schemas.microsoft.com/office/drawing/2014/main" id="{6D2EF4C1-3B94-41E4-987B-DBC0C97DB7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조사에서 한 줄 변경까지">
            <a:extLst xmlns:a="http://schemas.openxmlformats.org/drawingml/2006/main">
              <a:ext uri="{FF2B5EF4-FFF2-40B4-BE49-F238E27FC236}">
                <a16:creationId xmlns:a16="http://schemas.microsoft.com/office/drawing/2014/main" id="{1723FA3F-5CA7-4B01-88D1-ED20BC7DA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2EE114F-16F1-4AAA-862B-B52502CE4B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A1B03CD6-A902-4BEA-AF34-22C132F6FD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5B63F49F-C90E-4000-9F94-71AAB0320E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43855EB7-5AAB-4BC4-B06C-4A86A5D760A7}"/>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A9A75B4B-D96A-4594-9694-8C2A2FC825E6}"/>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A7E527C0-0514-4BBF-A43B-00934748563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C2D0C7-B867-49A8-BFE7-EC1219AB1898}"/>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6F6CA1F-6E37-43ED-B973-B5D29AF33DBC}"/>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14190D7F-0906-46BC-B062-358D011930CA}"/>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FD4B907C-CF18-443F-86EA-0699B02D47D5}"/>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CA15CE0F-3593-49BA-8FEC-7FD887F2E89C}"/>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BB199861-9B60-47F9-937D-F70A4A2D88DC}"/>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3DBCED52-678A-443E-82FD-4BE73EE0E058}"/>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A601CC6B-756F-464E-BF4E-2A5076E2D7F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
        <p:nvSpPr>
          <p:cNvPr id="18" name="Legacy module connection">
            <a:extLst xmlns:a="http://schemas.openxmlformats.org/drawingml/2006/main">
              <a:ext uri="{FF2B5EF4-FFF2-40B4-BE49-F238E27FC236}">
                <a16:creationId xmlns:a16="http://schemas.microsoft.com/office/drawing/2014/main" id="{4B750DF5-48EB-4843-ACE4-B4F21D9DE8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1208662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33E64BE4-FA0E-4A24-BA8B-25B03E1787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8">
            <a:extLst xmlns:a="http://schemas.openxmlformats.org/drawingml/2006/main">
              <a:ext uri="{FF2B5EF4-FFF2-40B4-BE49-F238E27FC236}">
                <a16:creationId xmlns:a16="http://schemas.microsoft.com/office/drawing/2014/main" id="{AE171887-0BDA-4269-86A7-10D1BABCF2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변경 결과와 확인 증거">
            <a:extLst xmlns:a="http://schemas.openxmlformats.org/drawingml/2006/main">
              <a:ext uri="{FF2B5EF4-FFF2-40B4-BE49-F238E27FC236}">
                <a16:creationId xmlns:a16="http://schemas.microsoft.com/office/drawing/2014/main" id="{3AFB5E2E-7C63-4C8D-99FF-49B5BD8A4D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144F71E1-2790-4BBE-9EBC-A7F6FD7331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DCFC9429-A9DA-439F-87A3-BD4D7286DD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04E30129-89E0-4A6B-995F-DEC055EE09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215B4AC9-3376-492B-9570-6750D845FAEA}"/>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5C9DAB4C-F201-4D60-8A3E-2A1D162CF62C}"/>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D8CCCE61-296C-4AE0-8645-7229DA13C86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6ADD08CF-51A6-4C9C-BAFB-BFF48C1EE282}"/>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D0486A64-ED82-4701-A960-4C3FB99D63AE}"/>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91743108-0941-423D-A904-9D0F55FB993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6C6909C2-B77A-40A6-8FAA-C9575BACEF8B}"/>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AF5E223D-DBE1-4113-A03B-9AD4BEADAE3B}"/>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5454ABEA-8501-4321-9951-ADC660441E4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C85AF07B-B5E3-4DDB-9F61-29C455A1D0F0}"/>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9A445D4F-D591-4560-B016-8787D33D186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208B85F9-81F2-465F-8608-5F0F19D75E59}"/>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AC72C5DD-5118-41C6-B0B4-380256B958C7}"/>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925D0B31-18B1-4F25-B482-78D9634B8714}"/>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EC3EA586-26ED-48F3-9425-F66172361F56}"/>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9A50A399-8D2D-498E-B74D-F0270BA289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98499389"/>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3829C9F4-C227-42F1-928B-7900C6B85E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9">
            <a:extLst xmlns:a="http://schemas.openxmlformats.org/drawingml/2006/main">
              <a:ext uri="{FF2B5EF4-FFF2-40B4-BE49-F238E27FC236}">
                <a16:creationId xmlns:a16="http://schemas.microsoft.com/office/drawing/2014/main" id="{2AC843A6-7970-47B6-985D-82DAF35684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Generated ≠ Done">
            <a:extLst xmlns:a="http://schemas.openxmlformats.org/drawingml/2006/main">
              <a:ext uri="{FF2B5EF4-FFF2-40B4-BE49-F238E27FC236}">
                <a16:creationId xmlns:a16="http://schemas.microsoft.com/office/drawing/2014/main" id="{8CB5E7D4-9A76-4FE6-81AF-D08F5C24FE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DAB79FF2-1DC2-4670-8B5C-CA75290823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6AF0EC75-26B4-434E-9BE5-3254DBF5A7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A64C66F5-32F1-4DE7-9B6B-866B4CE6AF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AD10968F-7F91-421D-9434-7F0C6FDDD50E}"/>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A6B413A9-709E-45FE-995E-769F7FDF3405}"/>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F2E2AA89-055E-4678-B163-806B5C3EB364}"/>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76505192-2B56-4913-9E38-4510D9C33D6A}"/>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36C45567-338C-490A-A319-95C27386FAE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C4BC64EF-5E04-4B42-8854-199EF23AC2B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132AC9CE-0EF3-4F6C-9A8D-7280B08744E0}"/>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D0D6C142-233B-4F5D-8362-B8F71AD01007}"/>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4BC9670A-2FD6-4A2C-945E-9F43865AA749}"/>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117AE9A7-0E45-4849-9677-BA103BCE2B27}"/>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6482427A-47C5-4BC5-B039-17F7D8E4A1F2}"/>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CAD7E4AE-14F0-4569-A68A-A6C9DA0F028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B9C4BEA8-9166-41BC-9014-32159AD9FDF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0F46F96B-F023-4E07-8D96-3FA4F3139D3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57A3F6EB-E8D3-46FB-8966-C08F79A6CBD3}"/>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398123F1-31E2-47B8-8431-2A8AF5CDA18C}"/>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A8EF00AB-3C93-41BE-92BB-CA2D5103E2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7658752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C2992F73-97EA-4384-BB4E-2E6C092A12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0">
            <a:extLst xmlns:a="http://schemas.openxmlformats.org/drawingml/2006/main">
              <a:ext uri="{FF2B5EF4-FFF2-40B4-BE49-F238E27FC236}">
                <a16:creationId xmlns:a16="http://schemas.microsoft.com/office/drawing/2014/main" id="{4E908FBF-2BE2-4C2C-BA74-E8866FEAE9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Check마다 확인하는 범위">
            <a:extLst xmlns:a="http://schemas.openxmlformats.org/drawingml/2006/main">
              <a:ext uri="{FF2B5EF4-FFF2-40B4-BE49-F238E27FC236}">
                <a16:creationId xmlns:a16="http://schemas.microsoft.com/office/drawing/2014/main" id="{AA1BA248-0D37-44F2-A077-AD3312E95B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8CE8C9A8-0139-4E7E-8D5F-763715CF06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81130E79-BFCD-4292-BC1D-2D255F9190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9ED9380E-8FB9-444B-9520-84354CA6DC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605B4602-B5DF-4E5B-8734-55FC3EF1C350}"/>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240A1100-9EBF-4313-B1C7-D169423ED7D9}"/>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E2C7417E-4082-45A9-A2BB-D5F61D85F05D}"/>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83F88A52-F248-483D-9AED-2736FC9615A7}"/>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9943AB07-2133-47D6-AC16-3D88195EA57A}"/>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FCE59FB4-939D-4ABE-939F-04D1D2D5254D}"/>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0005C42E-CC31-47B5-8171-FE31F183A20C}"/>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1BF3A414-AEFF-44E9-95CF-C52151925C51}"/>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E3638457-D03C-45CB-85CB-56712B79899A}"/>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67CB25DF-B9C5-49C3-B4F7-CE752E9D340A}"/>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5B108CAA-21DA-4356-9274-A6FFF961A235}"/>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C2C49918-63DF-44DD-93E3-6CE563FF0BA0}"/>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93422FD9-63D6-4759-AAA7-B00EA006D34D}"/>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7BD8245E-FCDE-4A4D-9A02-14351CBA63D2}"/>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515A1115-83A2-4421-B0EE-9030CC540336}"/>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37395A4C-1AD3-4507-87DD-5DF9C6AE2591}"/>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6A985945-0407-44DD-813F-6593D7BD9FBC}"/>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180C76D2-74DC-4F09-9A62-443CB9305598}"/>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A1D0891F-7FDE-4F56-BA00-A3F23F0643C5}"/>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A45AC6B2-B8F5-41B4-B78D-8E3318A7900C}"/>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6B8F4836-7B7B-47C1-8EB3-8C6D19D753C4}"/>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2CE12599-4E69-43F8-B4AA-BAC977C0EF60}"/>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E2EB1D39-92B4-4EB5-A6BB-1D0BE1B437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68940848"/>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850D179E-F77A-461C-AF72-B8334EA9B7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1">
            <a:extLst xmlns:a="http://schemas.openxmlformats.org/drawingml/2006/main">
              <a:ext uri="{FF2B5EF4-FFF2-40B4-BE49-F238E27FC236}">
                <a16:creationId xmlns:a16="http://schemas.microsoft.com/office/drawing/2014/main" id="{82983A04-07EC-41A4-ACBA-C4DAD7E3D0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이번 Task인가,&#10;계속 유지할 Project 정보인가?">
            <a:extLst xmlns:a="http://schemas.openxmlformats.org/drawingml/2006/main">
              <a:ext uri="{FF2B5EF4-FFF2-40B4-BE49-F238E27FC236}">
                <a16:creationId xmlns:a16="http://schemas.microsoft.com/office/drawing/2014/main" id="{9A3C4212-6BED-489B-ABFF-DA688FD2201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9DF290F1-AFB3-4D59-9608-7C565340D9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E6C91E0F-3882-4440-BE79-8A63B6B688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21513843-B121-40C7-8051-0E012C6AEA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11F23D6B-697B-4BAF-B544-47D30CEF821A}"/>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6761CE94-F0A2-438A-B383-8D9318641FA4}"/>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BDD9FA6-9473-4198-9131-D34C2AAC143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5A74958C-3349-404F-88EF-DF948E2603A8}"/>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F6A5CB1D-6DCF-46E3-B3FE-EADCC5CEC462}"/>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7F6F18CD-C643-498F-93F2-CA8CC1921F50}"/>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D1389F5E-A5D8-477B-90DB-2FA2B0A2FB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2751667"/>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BDD904ED-6972-4417-A6CC-FA851B2F37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2">
            <a:extLst xmlns:a="http://schemas.openxmlformats.org/drawingml/2006/main">
              <a:ext uri="{FF2B5EF4-FFF2-40B4-BE49-F238E27FC236}">
                <a16:creationId xmlns:a16="http://schemas.microsoft.com/office/drawing/2014/main" id="{33707FD7-9EB1-4A41-9AD9-980A1B6168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반복하는 설명을 두 범주로 나누기">
            <a:extLst xmlns:a="http://schemas.openxmlformats.org/drawingml/2006/main">
              <a:ext uri="{FF2B5EF4-FFF2-40B4-BE49-F238E27FC236}">
                <a16:creationId xmlns:a16="http://schemas.microsoft.com/office/drawing/2014/main" id="{656EBA9C-A9FC-4B6A-BA32-ACF19B36AD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4C5947E-2D80-4D9D-845A-57E611B2B0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1784833-1E01-4F66-942A-FED636F4DF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DAFD1B41-FAFB-419E-9753-02BE57949A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50F19CA8-F5A6-4A21-AEC7-DCCC46AF9AC0}"/>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FDCFF7D0-5990-42D1-9D15-93FDA9F0FCDB}"/>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6A0D5B9A-BEFB-42F4-9F14-E224AA96F4EE}"/>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0DC69C11-FCB3-4ABF-BA14-617C196D5F69}"/>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C34CCECC-8E22-4B38-B3E2-FCFCF9944C7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9830927B-CAD9-4532-B344-2A21A34DE77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A8473EE7-A9B8-4167-9BB3-FA01D601C96A}"/>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6CDF1B76-2493-4150-BA5D-5C78AE0FB7CE}"/>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26E52565-A145-4B18-954E-E0799E3B885F}"/>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E27E7935-3605-49B2-8056-974F40D5DB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17259759"/>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F3E4855-933B-462F-A7F2-3B93DE07B5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3">
            <a:extLst xmlns:a="http://schemas.openxmlformats.org/drawingml/2006/main">
              <a:ext uri="{FF2B5EF4-FFF2-40B4-BE49-F238E27FC236}">
                <a16:creationId xmlns:a16="http://schemas.microsoft.com/office/drawing/2014/main" id="{0A662A34-C955-4E84-82E3-2F5B0940B6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다른 Task에 같은 설명이 반복된다">
            <a:extLst xmlns:a="http://schemas.openxmlformats.org/drawingml/2006/main">
              <a:ext uri="{FF2B5EF4-FFF2-40B4-BE49-F238E27FC236}">
                <a16:creationId xmlns:a16="http://schemas.microsoft.com/office/drawing/2014/main" id="{2A0652D5-B604-4ECB-A2ED-D91659F40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47D1D459-18C6-4E27-A660-AF83C48961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17F80730-BF61-4104-9DC5-672CB4F7D2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669AFFC-F5C4-4609-98A6-58C6D6BEA3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099A9FF1-662C-42E4-B9CC-E8A6C320A20F}"/>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ECAC07E-19AC-4B6F-9938-672CE7B2C332}"/>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F568D025-F9E0-408D-808F-22DD1C77398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AC25D9C-2C47-4084-8C09-2788625DD0A2}"/>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2B8FACE-EE48-4A62-85A3-05C3E3CB12F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3DAA85D-8D33-4AF2-B649-8299DCE3470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644BF0BC-F799-458D-AF64-F299CA162541}"/>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2799F4AD-9E8A-4E69-957F-3C17A3E96AE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66CD647-EAF4-44D0-9E0C-162B78CC939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094703E-308B-4DB7-B849-27A98CC86C2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87698508-D067-4874-9624-CB673FEA64B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8F5E44B5-D23D-4F39-A652-764D9182ACE8}"/>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8152F7D9-9CA5-4A73-90E0-6603663BC61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076C030-123D-44F3-A3FD-4A8F260D2C8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7F41F5A-5A9C-439B-8496-441107B1718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CA07718A-71A0-49E3-B55E-F1373CBBFA15}"/>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4E05315-781D-4301-BB9B-CCA0272AD3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8387260"/>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3B3BA2D2-FAF7-4488-9D06-8F94CB0BC8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4">
            <a:extLst xmlns:a="http://schemas.openxmlformats.org/drawingml/2006/main">
              <a:ext uri="{FF2B5EF4-FFF2-40B4-BE49-F238E27FC236}">
                <a16:creationId xmlns:a16="http://schemas.microsoft.com/office/drawing/2014/main" id="{E537738D-E94A-4C17-8AF9-7DEC10AEF4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작은 Project Context의 첫 기록">
            <a:extLst xmlns:a="http://schemas.openxmlformats.org/drawingml/2006/main">
              <a:ext uri="{FF2B5EF4-FFF2-40B4-BE49-F238E27FC236}">
                <a16:creationId xmlns:a16="http://schemas.microsoft.com/office/drawing/2014/main" id="{807D2182-E1A8-42C1-BA3E-4BF226F7BE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03268B7-55B1-4A42-9967-BA604EBD25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CC4468E-9BF8-400A-9AFB-21B67F3B73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9E874199-CBCD-4C8B-9F21-50B258BB9B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88A2BECA-B18A-4F60-9D77-23C1E5B3D7BE}"/>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32A66BD-2D10-4FDF-86CA-DDB151D8CC08}"/>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5A9D034-C48B-41EE-9B18-3DE505009B0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9C001B30-2E88-4970-B6E5-EA7B470E237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8AFFE202-75B6-492A-AC7B-6CB65E1CB46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365C601F-BEEE-4D8B-9D48-AC32F05D99B3}"/>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C44CED15-6E30-4161-9729-5999821F0A3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A7F904E-EA62-43CB-80D1-6BC692FD6D1A}"/>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6C62F996-C196-4305-864F-6332AA29E4D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15E02CA-B664-4474-B5F3-05BED37AEEF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45E0FE68-980B-4CA7-A2B4-C56965A5FD23}"/>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D386A965-9D97-4C9D-BC7B-826B8636FBE2}"/>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CF09CB35-2DC2-4980-B196-89742367AA5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E4271E5A-31EE-4112-B3CF-8C4608E57FD2}"/>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D35A67DA-07CB-4EAA-9DE0-05DE25C1087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95E623D-EAA0-4FD5-A182-02EAC7534BC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B338D82E-9AC3-498C-A6C7-A9A7B8E83E7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52A6F1-791A-4C7A-9EB3-93631F0C53DB}"/>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EF7C9C7-CC00-496B-93A8-737183A3BBCB}"/>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8B2A33CE-88CB-43F8-A300-03601CAC5F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0204348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23AFF82C-4551-4A37-8385-72146614BA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5">
            <a:extLst xmlns:a="http://schemas.openxmlformats.org/drawingml/2006/main">
              <a:ext uri="{FF2B5EF4-FFF2-40B4-BE49-F238E27FC236}">
                <a16:creationId xmlns:a16="http://schemas.microsoft.com/office/drawing/2014/main" id="{E1C33918-2AF0-4496-9720-41CB458E8D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한 번의 사용에서 확인된 것">
            <a:extLst xmlns:a="http://schemas.openxmlformats.org/drawingml/2006/main">
              <a:ext uri="{FF2B5EF4-FFF2-40B4-BE49-F238E27FC236}">
                <a16:creationId xmlns:a16="http://schemas.microsoft.com/office/drawing/2014/main" id="{05941230-2640-4A59-A047-8D70D3BDA9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0ED5BFCE-03B4-4074-8985-F9FAD81363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06287322-FC59-41D2-AAC7-35F1D1416C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09EC614D-2006-4F09-AA1F-AF1E86C888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841ADB11-9066-4EFF-9CFE-6519E82C1ECE}"/>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DF174A10-07B8-471C-B525-B84B9FFE5A29}"/>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7CC799CF-492B-482B-BDA9-C57855B68566}"/>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AE2F320A-BEEF-4926-B605-D55F6BF32C95}"/>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41E48B1E-10C2-4C34-B9A5-3BE4580CAAE1}"/>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CE8885A5-8AD0-4D14-A8C8-A39927203923}"/>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A205ABE0-D731-475E-8AC5-BBCBBAC15B26}"/>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65BE0534-601F-4C85-9548-B857D94E44FB}"/>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75A3B069-7961-4A30-A72D-B10C1FB307F8}"/>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0E09A94A-685E-490F-8558-98D3AED25883}"/>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69A3D918-183C-489F-8353-86E7DCD32631}"/>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5BD7F2F0-8D64-4D02-B101-74B3942FC052}"/>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FE517955-D0DF-4B5A-A36F-3A8CFE513FCE}"/>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4DEB138-D50E-4834-9E4E-0C92BC70ED89}"/>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10FBE02-9DB4-4682-B9E2-0C469A53ED5A}"/>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40B472A4-EC91-4571-80D5-469F638F66D2}"/>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44568867-82E6-4717-B7D7-5DFB9AD47F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107809"/>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541C6B69-3847-41E3-830D-19E6D7B621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6">
            <a:extLst xmlns:a="http://schemas.openxmlformats.org/drawingml/2006/main">
              <a:ext uri="{FF2B5EF4-FFF2-40B4-BE49-F238E27FC236}">
                <a16:creationId xmlns:a16="http://schemas.microsoft.com/office/drawing/2014/main" id="{A594A7D0-E3C0-4007-998C-194C5EAC7A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Task Prompt와 Project Context">
            <a:extLst xmlns:a="http://schemas.openxmlformats.org/drawingml/2006/main">
              <a:ext uri="{FF2B5EF4-FFF2-40B4-BE49-F238E27FC236}">
                <a16:creationId xmlns:a16="http://schemas.microsoft.com/office/drawing/2014/main" id="{5BB1797F-CDB4-4BF4-9032-B5AFFAA823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EBC510D-0D2E-4168-8835-C76C2CFD4D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118461C9-58EC-48FE-96A2-59404DC89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35F4C30E-15ED-479E-B492-68918EB1F8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AFD349FD-0A7C-4F36-9798-286B911F2521}"/>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22120509-7396-496E-A697-4F251E7ED526}"/>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C8B0588E-4560-4375-8B7F-94670087CD5D}"/>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62E0E565-D0FB-4E9C-90D8-42A3159D8240}"/>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9CED4478-E769-49BD-89BE-8685A4EB05F6}"/>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08F06EA4-9A5A-41BE-8A84-540FA89B64C1}"/>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FA63F68E-3D64-4867-8948-E8F67C78D7E9}"/>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FFD8A08B-9D7C-4DE0-8CE5-B23B6E9FBA27}"/>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1B279ED9-3D97-451A-993E-5CED64304A76}"/>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06DE4A03-AEE9-418A-B978-A67D25E23D31}"/>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B1F3C30-8D65-45FF-8205-351BC21BCB58}"/>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F3152D78-DDE1-4546-AB8F-7E2166F0AB3D}"/>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55785859-0E79-4A4D-B52A-CF76A2AB2EA2}"/>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F38762CE-077D-451A-9393-7DCF3F0E0B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645782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72FAAE7B-5FE5-4DD5-9529-6F8FD74E9A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7">
            <a:extLst xmlns:a="http://schemas.openxmlformats.org/drawingml/2006/main">
              <a:ext uri="{FF2B5EF4-FFF2-40B4-BE49-F238E27FC236}">
                <a16:creationId xmlns:a16="http://schemas.microsoft.com/office/drawing/2014/main" id="{8024A09E-6F04-4551-A890-FEF0631E7B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한 정보도 계속 늘어난다">
            <a:extLst xmlns:a="http://schemas.openxmlformats.org/drawingml/2006/main">
              <a:ext uri="{FF2B5EF4-FFF2-40B4-BE49-F238E27FC236}">
                <a16:creationId xmlns:a16="http://schemas.microsoft.com/office/drawing/2014/main" id="{A38EEF16-71EA-4AE6-8914-5131379956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59D8504D-A64D-4900-8EE4-7F8FED06DB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683CAFA2-F406-4A73-8058-FBA592338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FD1F82B3-2235-4576-A2F5-B379D4124F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58E10C42-62FF-4141-8A5D-47E6B710CBD7}"/>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0570D4F2-BAF3-4D66-9A37-A0D8FC559990}"/>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E590CF86-F2BF-48E8-9993-BF9A63723F7E}"/>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E242037E-FE27-4BE5-B574-C3A5379B3578}"/>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87E25ED9-0068-4638-9819-F07658232915}"/>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AF439DEC-51B2-47C9-A847-083644989C73}"/>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A6C29F74-AC3F-4E86-9CCC-E4D02CDC19BE}"/>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ABA89E8F-9446-4298-AF76-8F51E45B2274}"/>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1430E9DB-C111-4CFF-81D6-386914D5CE40}"/>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112FCB9E-29D1-4E1E-A94A-9345691A0B03}"/>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F1F45C1D-5145-442E-A43F-157E0A077DED}"/>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C0A9EED7-E734-485E-8BF7-C10F9912113D}"/>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643D7EAB-288B-4015-A355-91F0B9330010}"/>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CBA3B8B6-A9DD-4659-9F98-7D2800665DDF}"/>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196CF907-9EE5-42A9-A14E-32CB43D63163}"/>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5B24BA5F-C2D9-4044-9292-1D2A77765C99}"/>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6217957F-0CFB-4D3D-BA1D-426C12D75AA0}"/>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3D065D52-C3C9-4440-9F24-9C47DA94865F}"/>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766DB8DB-6A9C-448C-8270-751F9DE76C96}"/>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BC070A4C-EC2F-4E2D-A306-A1090F56DC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865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9DC1F758-DB64-491E-A620-20C2CB691F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8">
            <a:extLst xmlns:a="http://schemas.openxmlformats.org/drawingml/2006/main">
              <a:ext uri="{FF2B5EF4-FFF2-40B4-BE49-F238E27FC236}">
                <a16:creationId xmlns:a16="http://schemas.microsoft.com/office/drawing/2014/main" id="{3831B576-D4F8-420E-9AF9-21D79C97B9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확하지만 이번 Task에는 불필요한 정보">
            <a:extLst xmlns:a="http://schemas.openxmlformats.org/drawingml/2006/main">
              <a:ext uri="{FF2B5EF4-FFF2-40B4-BE49-F238E27FC236}">
                <a16:creationId xmlns:a16="http://schemas.microsoft.com/office/drawing/2014/main" id="{A75D0C85-F799-469A-B291-A1041EAC4B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2DE582B9-E6FB-4DA6-9F3C-849024A5D3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065DD67D-8C3A-460C-ADC7-7AF2A2496C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EFA8544B-F1B3-4A2D-B3B2-57A9489937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AA0E0BD5-F58B-4556-A122-7B9B6CEAE80D}"/>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FCCF17F8-0761-4CDD-A5B6-50C6FDFA2748}"/>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F35BEBFA-7087-4F62-B2A0-209AD0302792}"/>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7940022B-1061-4734-8244-E820F06C1EDF}"/>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DA79C1E-4358-4F16-B172-E0F38AE634C5}"/>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21A0EB64-5629-41C5-98CC-3FEAF63D6601}"/>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D8F7D6EB-7738-4EB4-914C-1C853C5BF897}"/>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F1C95406-64A0-462A-8BA7-ED1E15C8F63D}"/>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79CBAF11-0F75-40AB-92DA-807BC6E4F7FC}"/>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254A7299-A526-4321-B6EC-B15C2586D8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8598584"/>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13CFA021-F3BB-434A-B608-79DFE387C5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9">
            <a:extLst xmlns:a="http://schemas.openxmlformats.org/drawingml/2006/main">
              <a:ext uri="{FF2B5EF4-FFF2-40B4-BE49-F238E27FC236}">
                <a16:creationId xmlns:a16="http://schemas.microsoft.com/office/drawing/2014/main" id="{3FEC02AD-92FE-4F05-BF5A-9808F5C235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정보의 범위와 제공 시점">
            <a:extLst xmlns:a="http://schemas.openxmlformats.org/drawingml/2006/main">
              <a:ext uri="{FF2B5EF4-FFF2-40B4-BE49-F238E27FC236}">
                <a16:creationId xmlns:a16="http://schemas.microsoft.com/office/drawing/2014/main" id="{67EDD2A3-5957-4B92-B0B4-68063DA0EC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1D4DE3AF-A6BD-41E5-9BA5-43EBAF0F9A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D2DA269D-5DA3-45A5-ACFA-C8F8737B0C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8DB5351A-9E8B-4CF7-BCBD-4EF921E251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4AB46C7F-9CDF-4660-98FF-0AA2225AD3A2}"/>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CD0F8A3E-8D20-415F-835C-1A92F1790809}"/>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C4CEB89B-40AE-4B29-932A-1BADFEBC9FEB}"/>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CA510B53-5C46-408F-8434-6641F9010227}"/>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B5666D3F-E5B8-4365-923F-8D682F17092B}"/>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7DB1E654-17BE-4ED8-9CF0-DDFDBA3E0E5C}"/>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08E8B6F2-F65B-4EEB-99C8-94D3B51FEAD5}"/>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7C607C8F-22BD-4F35-9100-5ABBD60D363A}"/>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3D5428C5-0649-4AEC-B8BC-E2C5632A6C5C}"/>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F69AA89B-32B0-444C-BF51-52E9A29E1043}"/>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927BC1C0-92A5-4487-B1F4-40E4C0E3FA84}"/>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6E973E50-5ED0-4904-A058-A0D675C91691}"/>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8E0AAF75-3132-4903-B19E-C3909C9496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060522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DA385106-043C-40C3-923B-7906C0576F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0">
            <a:extLst xmlns:a="http://schemas.openxmlformats.org/drawingml/2006/main">
              <a:ext uri="{FF2B5EF4-FFF2-40B4-BE49-F238E27FC236}">
                <a16:creationId xmlns:a16="http://schemas.microsoft.com/office/drawing/2014/main" id="{C3361493-1367-4A66-9486-734481D02B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Long Context 연구가 말해주는 범위">
            <a:extLst xmlns:a="http://schemas.openxmlformats.org/drawingml/2006/main">
              <a:ext uri="{FF2B5EF4-FFF2-40B4-BE49-F238E27FC236}">
                <a16:creationId xmlns:a16="http://schemas.microsoft.com/office/drawing/2014/main" id="{71D28775-E48B-465A-A0BE-BDD1DC5E47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F1C9F3CF-FFC4-42EF-A298-7444BC741E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DC492F5E-E6D7-4D22-9E3E-A66F45D1E1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FDB58D69-CEEE-4F22-8B7F-54939D0232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C34F6E36-3D56-468B-BA60-B2EC05280811}"/>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3945C287-02D9-48BE-98B9-D5934A486B2D}"/>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816312C8-4CDC-436E-87EB-495C7A96CF6F}"/>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C606DFA6-C494-4D7A-97B1-FCE462D66924}"/>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EC0C34E5-E731-4E8D-8946-B3A617EA401D}"/>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49D7C908-2844-4917-B735-9D5D4DBD41A9}"/>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F341B022-8F19-4C72-ADC7-6545FD0CB774}"/>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E605496-8AEB-47F7-901F-0FDDEF858FEF}"/>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D74D41A-80E0-4EC6-ACD4-7A9C9CD87547}"/>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C9774070-E067-4F70-98D9-5411FF9040DF}"/>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9175C51-5E1A-482A-ABC4-2F7D4060BDFD}"/>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87B3512B-6906-403C-9257-30185B322584}"/>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95ACD08-1E79-46D3-AFED-6712EF7B17A4}"/>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4680801-9778-427A-97BD-A55190094CB9}"/>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C0FDB1B9-A781-4F3C-B23D-F69B7FF97432}"/>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234780D-84D6-48F4-87CC-43939A4E655E}"/>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F424AA91-3B49-4695-9A33-0481E8375B2D}"/>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2D779BE3-D3B9-4569-A65B-7DBBEB0A940F}"/>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6463D1F-F021-4DB7-927D-00CADAAE4A0B}"/>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6370103B-9783-481C-896A-A4D8A1CCBB11}"/>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FAA00BF-60B9-4786-8193-D3AD4259CF14}"/>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76E36853-BDDD-469A-B6CC-258EC7C893D4}"/>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8B63F665-D178-43DE-ACE7-4118C8E3A2D0}"/>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9BAD6109-82FE-47AC-94A0-F7389B0DB3EA}"/>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F5D3A723-5AF2-47BE-8DFD-51730E0E5AD6}"/>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E4FEDF9A-0085-4E09-9E4D-1BA5CE340A32}"/>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2513280C-4456-47C9-B41C-D7C23E9CCE55}"/>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BFC687EA-E293-4037-9DC6-3268447F23DE}"/>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4D6D8E7A-411F-4DF0-9F9A-8E3DD288DE47}"/>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197C0522-1F32-4D35-9669-7ABB95E052DD}"/>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0C447A3D-A2F3-4478-831E-C0D40906B5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39647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7D8B18C0-0ABB-4A47-B5E5-C97EE86BC7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1">
            <a:extLst xmlns:a="http://schemas.openxmlformats.org/drawingml/2006/main">
              <a:ext uri="{FF2B5EF4-FFF2-40B4-BE49-F238E27FC236}">
                <a16:creationId xmlns:a16="http://schemas.microsoft.com/office/drawing/2014/main" id="{F4E5037D-8085-4E66-A6A4-737FAF6F68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필요한 상세 정보로 가는 길">
            <a:extLst xmlns:a="http://schemas.openxmlformats.org/drawingml/2006/main">
              <a:ext uri="{FF2B5EF4-FFF2-40B4-BE49-F238E27FC236}">
                <a16:creationId xmlns:a16="http://schemas.microsoft.com/office/drawing/2014/main" id="{BE8AB159-8176-4235-95B8-F9043213ED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A328ECC-630D-44FC-AFEC-FACA9F6D60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A4873819-DEAB-4DF1-A2FB-ED26142A0E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336F0605-973C-4BCC-A2BC-B3A198426A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89178997-8DE8-4D20-8406-7CEFEA453F22}"/>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501ABEEB-0D4D-489C-B65B-A20361EE83E6}"/>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B608ED00-1EFD-4C4E-8069-E808F7798A02}"/>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ED1ACC6A-FFE2-45E0-92DE-C9D6083F9177}"/>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9D7D1DC5-DBDE-4B82-B499-B69B430ECA8F}"/>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3B4A0D6-0FC6-440B-8B60-6FF2448CE0C4}"/>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99370274-2247-479E-93A7-D9C7ABA2E6AD}"/>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CAE75050-9930-4C29-8B58-262C97AFBD85}"/>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5B57A579-A571-4B12-8820-A1839E0C7248}"/>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A082BFF-EFE4-4D11-89FC-7E078DC93D63}"/>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54AC09DA-2189-4E1F-BBF8-19A21A1E52CB}"/>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8B25714B-70E9-4F20-8313-1B02E8E6FE46}"/>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452FB4D6-AA2C-4012-B812-F4A20A2AEAA0}"/>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3E5D4551-68C6-4468-A75C-462065BF29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2161611"/>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E7498F79-48D6-4164-8368-C42CC5C35B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2">
            <a:extLst xmlns:a="http://schemas.openxmlformats.org/drawingml/2006/main">
              <a:ext uri="{FF2B5EF4-FFF2-40B4-BE49-F238E27FC236}">
                <a16:creationId xmlns:a16="http://schemas.microsoft.com/office/drawing/2014/main" id="{58FE34A1-F86E-4A94-9C8E-896B0090BF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Core Context에서 상세 정보로 가는 길">
            <a:extLst xmlns:a="http://schemas.openxmlformats.org/drawingml/2006/main">
              <a:ext uri="{FF2B5EF4-FFF2-40B4-BE49-F238E27FC236}">
                <a16:creationId xmlns:a16="http://schemas.microsoft.com/office/drawing/2014/main" id="{9C9D5769-74A3-40C1-9E2D-C0E6310BF4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245F3E64-1B5D-4970-9F1A-A17D6334E8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A9E997E2-84CC-4BC9-A1DB-9EA9FD7706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660C3533-4E84-4738-B034-FA2A3B700E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06533286-082D-4F3A-917B-D9BBE822AAE3}"/>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7D60730A-8986-4185-A4E0-A61144D55C02}"/>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685313C1-5C2D-47DE-A372-A2E8183D2E5B}"/>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442488D2-9D5E-4E2C-9909-CC3B1A26D246}"/>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E3A3B0BB-BA69-4623-B22D-95C5EC3B7370}"/>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B7B25FFD-9524-44E8-B15D-0638A157F34C}"/>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91AF7CFA-DA22-4CB4-8215-5760E9CD14D2}"/>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F430E2BF-C8E8-4098-B1AC-7C60183DE21E}"/>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3D8235E8-B531-404C-93CC-1B522927B3F2}"/>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6D89C744-C830-444B-BB7F-1686F4B12328}"/>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8F8D64CE-A6C0-4852-8A56-23972ED5FC0E}"/>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0C9589FC-828B-4068-A800-C56CBA6C0A5F}"/>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AAF7216F-74C9-4954-9C74-5EEAB123FBC1}"/>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22A44371-0FB0-44E8-B9FC-6922B8CA29BD}"/>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411E4A64-ED62-4101-87FD-7E5F8342BFE6}"/>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2C2B0C46-9A11-49A1-ABCC-AE5A4EF8A612}"/>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3C7A3FFF-EB45-4515-A983-0609998815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176466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43378590-3384-49F9-A7E9-C2E87CCED2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3">
            <a:extLst xmlns:a="http://schemas.openxmlformats.org/drawingml/2006/main">
              <a:ext uri="{FF2B5EF4-FFF2-40B4-BE49-F238E27FC236}">
                <a16:creationId xmlns:a16="http://schemas.microsoft.com/office/drawing/2014/main" id="{20B85209-F74F-45B9-A7AA-598E689BC0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정보를 지우지 않고 위치를 나누기">
            <a:extLst xmlns:a="http://schemas.openxmlformats.org/drawingml/2006/main">
              <a:ext uri="{FF2B5EF4-FFF2-40B4-BE49-F238E27FC236}">
                <a16:creationId xmlns:a16="http://schemas.microsoft.com/office/drawing/2014/main" id="{E387F365-212D-4861-AC6C-57DBE74912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B1A2A306-5673-4572-9621-01AC4EC3E3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D3639494-5948-4B06-BA97-C0906AAF63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21F6E460-48B8-4230-A030-C0975F5C29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9D30FA50-28C6-4B7B-BD76-9C1F34DC1B21}"/>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56542C2C-637A-4210-A509-A87F1620DFEF}"/>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71884196-5896-4679-9F80-1D64BF9F9583}"/>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211EBD9A-32A5-4698-9C27-6802BB5C1726}"/>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C11297AF-BEB5-44F0-8AEF-1B7173DECE16}"/>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CA2EE537-407D-424B-AEDF-55DDE29AFBD4}"/>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98AE702-11DE-454D-82FD-89C630FFB5A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44B17871-5645-467F-A18D-60F6716604D7}"/>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399DCC9E-7C28-445C-A8ED-5FB079997574}"/>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73A36779-5597-4BDB-AFCF-4803E7A78440}"/>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E95C4E03-7234-4D9E-A205-5BA8B14B8BC3}"/>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107526A6-1171-4D51-A8AE-E4B8031C0E39}"/>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182FF5F8-2B41-4A3E-ADCD-029AFB9FD479}"/>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0EFE443F-FC7C-48AC-B713-1831F16C91E9}"/>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0D9E11D3-D4DE-4B2D-9D7C-0A3C8B81298E}"/>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AEB8C7C0-EF5B-48CB-BF6C-95AFE3281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2016591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DF7A1C58-CF76-4BFF-B2DC-3B936D15D5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4">
            <a:extLst xmlns:a="http://schemas.openxmlformats.org/drawingml/2006/main">
              <a:ext uri="{FF2B5EF4-FFF2-40B4-BE49-F238E27FC236}">
                <a16:creationId xmlns:a16="http://schemas.microsoft.com/office/drawing/2014/main" id="{D379157F-0D9A-46D8-AF96-0F1D0A3D33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서로 다른 두 Task가 무엇을 읽을까?">
            <a:extLst xmlns:a="http://schemas.openxmlformats.org/drawingml/2006/main">
              <a:ext uri="{FF2B5EF4-FFF2-40B4-BE49-F238E27FC236}">
                <a16:creationId xmlns:a16="http://schemas.microsoft.com/office/drawing/2014/main" id="{9B91CC40-EBF0-4FA9-991B-7AC9D6C5F2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B4EC5EF3-FFC9-4BFC-BCB3-6024DBAD98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7A34CFFD-E0A5-4493-9892-AEB4E84403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F80B51F8-B6FB-4ACC-BA8C-D0BAAC354D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46A16D2A-D698-4F63-8B8D-3828E2F2929E}"/>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E3E56DB7-101D-4119-B8BF-BD75126F47C7}"/>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6F0D34CB-F1B1-44EF-9D16-130192399AFD}"/>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60C855F-4A7B-4C79-B31B-C6BF63AE529D}"/>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ACBAA566-157F-473A-9523-096F86CC81FA}"/>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3DD55C85-1F72-4C93-87E2-F0447656A918}"/>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0419C982-58AD-4B66-9ED7-BD8C7A0CCCA7}"/>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65808E50-0AF5-498D-AB3A-ACE6EE9C5C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637456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0A82DEC4-6E7F-4AB5-8613-957BDBE86A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5">
            <a:extLst xmlns:a="http://schemas.openxmlformats.org/drawingml/2006/main">
              <a:ext uri="{FF2B5EF4-FFF2-40B4-BE49-F238E27FC236}">
                <a16:creationId xmlns:a16="http://schemas.microsoft.com/office/drawing/2014/main" id="{A2132312-7DF8-4EC5-A31F-924E8AF836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Crop Task에서 관찰한 접근">
            <a:extLst xmlns:a="http://schemas.openxmlformats.org/drawingml/2006/main">
              <a:ext uri="{FF2B5EF4-FFF2-40B4-BE49-F238E27FC236}">
                <a16:creationId xmlns:a16="http://schemas.microsoft.com/office/drawing/2014/main" id="{7AEE559E-8273-4663-8A25-C3252E06CF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6D0BDEC-BF57-4146-A61A-B7AB8ABCF2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0BB80B87-1E7D-4107-831F-DF44E99E37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371236F9-5189-4B2F-8BD9-E8A2C28B24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28ACFFEB-C1CA-4B3F-98EA-5A1406E28569}"/>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E86F3CD1-2981-4DED-B3BF-8A0964F266DA}"/>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8E523E6E-A56C-483B-B160-0DED21BCF9C7}"/>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76359FD5-AFE7-41DD-8C36-D43DFFB71313}"/>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96AA5F9D-F8A7-421A-B8B1-A284CD5386A5}"/>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BB4E8577-AA8C-4A0F-A70A-7EAFFABA3F62}"/>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8E3CE3C6-048F-47B4-B780-DBFB4C7B9ECE}"/>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EA3270A3-DB11-4F38-BB31-E95AF061344C}"/>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FFF2E930-4274-4B13-B85B-DD04DFC8157B}"/>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4F0B6716-0B59-4554-8948-B70BAB552EB2}"/>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849481F4-FC2B-43FD-AF05-7A1FA47A4941}"/>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3D120131-D5AE-4495-8BF6-E8B2F112484B}"/>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E88E90BA-4437-450F-B2F6-6439A441004A}"/>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46CCF41C-51EB-4E45-8F1C-2432F3A8B3A4}"/>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23B3FCBE-A498-4A5E-83C6-950BA16520B9}"/>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E8B02FF8-37A0-451E-9FA8-4BD3F84E9427}"/>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8851F547-6AE4-4560-9EC0-6F97BE7CEB18}"/>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6CDB55EC-CFC1-47DF-B8BE-20ADFDA154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4692417"/>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EFEC47E7-C189-414E-A494-1742E384E5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6">
            <a:extLst xmlns:a="http://schemas.openxmlformats.org/drawingml/2006/main">
              <a:ext uri="{FF2B5EF4-FFF2-40B4-BE49-F238E27FC236}">
                <a16:creationId xmlns:a16="http://schemas.microsoft.com/office/drawing/2014/main" id="{619D50C0-F462-4927-8EB5-70726B9051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Task별 접근은 달랐지만 완벽하지는 않다">
            <a:extLst xmlns:a="http://schemas.openxmlformats.org/drawingml/2006/main">
              <a:ext uri="{FF2B5EF4-FFF2-40B4-BE49-F238E27FC236}">
                <a16:creationId xmlns:a16="http://schemas.microsoft.com/office/drawing/2014/main" id="{C4C04EF8-7BA2-43FE-A894-0A4B6551D8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64F4533E-68B4-4C89-A306-52B6A508C7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F296F480-FE4D-4ACF-8DCD-2CA0FC46C1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CA00645E-9000-45F9-BEBD-BBA0824927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C9613560-5C2B-4E4E-92C0-AC1CF3B20248}"/>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B963B1FC-E334-406C-8F68-255D4E1F327F}"/>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39E13E06-0ACA-4D6E-A4AA-42124EFD68DC}"/>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71A3C248-6F90-42F9-85BC-44C40755CE0D}"/>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6E348111-B02E-401C-8D1A-55D0C53AFBE4}"/>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817AB12E-1779-483E-9B3B-E60D10C3C5A6}"/>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8E1CB57A-5012-47D4-BCBD-94E254A7CF1A}"/>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DB2B1ED0-391B-4DA3-B70F-3511D8BA894A}"/>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BB7FC1D4-B517-4885-9CB9-ECDCEAECA634}"/>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9667ED67-6A0A-4C79-ACAC-F14953F6CA39}"/>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C7C5DB47-C332-4D9A-B5B5-B78907580381}"/>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40E8F09C-F694-4B93-9687-6493907DFA4A}"/>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81B617B0-4E0F-43F0-82E4-8E89003E85E5}"/>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FF5BD997-A486-46D9-B7D5-26B39B15CA82}"/>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EAAE0DAF-E4ED-45EE-9138-F3BAC63A5D95}"/>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307B828D-C935-4033-898E-16A9DC143C0D}"/>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1F191DE5-19AF-4AC1-BF4A-A69EA7FE2A60}"/>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ADE22824-C427-4FDB-8C42-68B6FBACF5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534150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FAB999F1-18D1-412F-AFEA-FC04A3393D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7">
            <a:extLst xmlns:a="http://schemas.openxmlformats.org/drawingml/2006/main">
              <a:ext uri="{FF2B5EF4-FFF2-40B4-BE49-F238E27FC236}">
                <a16:creationId xmlns:a16="http://schemas.microsoft.com/office/drawing/2014/main" id="{F5F8FF80-1044-4CCE-8E2F-EC6877A45D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지식은 정리됐지만 절차는 반복된다">
            <a:extLst xmlns:a="http://schemas.openxmlformats.org/drawingml/2006/main">
              <a:ext uri="{FF2B5EF4-FFF2-40B4-BE49-F238E27FC236}">
                <a16:creationId xmlns:a16="http://schemas.microsoft.com/office/drawing/2014/main" id="{498B46AA-5391-4209-B750-4E1BB2ACE2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2498238-EB92-49B1-8FFB-F76199852A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61E91872-770F-407A-9D34-0C2DE004DF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0E944556-89D4-4A49-8C94-9BF4F3A0D0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8A086D02-82BA-48FE-932F-AD2A4B3C45AD}"/>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D92B1093-B988-4E2C-A3F1-96205357FFA5}"/>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0F7F4EF4-189A-4126-BA3E-D7C951ED664C}"/>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24B0D5D-DE2D-4990-BC4E-054CF9F62D98}"/>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CBD5C2FC-92B0-44C6-8D8B-62CFDEE6821E}"/>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BE77F1DA-A4D0-4CAA-81E6-C81C5C1B0FE6}"/>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2578DF10-54F9-451C-A8F6-58C04DBF82A9}"/>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F02C6853-D0B7-498D-BFEE-01F02116C5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81625417"/>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880B0437-DFFF-4305-977C-6886C00EA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8">
            <a:extLst xmlns:a="http://schemas.openxmlformats.org/drawingml/2006/main">
              <a:ext uri="{FF2B5EF4-FFF2-40B4-BE49-F238E27FC236}">
                <a16:creationId xmlns:a16="http://schemas.microsoft.com/office/drawing/2014/main" id="{6411CEE7-B6A7-483B-B08D-B53A39B121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서로 다른 Performance Task,&#10;반복되는 절차">
            <a:extLst xmlns:a="http://schemas.openxmlformats.org/drawingml/2006/main">
              <a:ext uri="{FF2B5EF4-FFF2-40B4-BE49-F238E27FC236}">
                <a16:creationId xmlns:a16="http://schemas.microsoft.com/office/drawing/2014/main" id="{E291221D-2665-42D2-8DD2-71553524A18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93DE93C5-5238-4D59-923E-DEDA714A8E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739FAC29-A4D5-4E1E-894F-280C9D29F9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673CB8DE-6526-4C00-A734-13A4BA8E2D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D281B9FC-3BFE-4685-A01F-FA573F8F50D4}"/>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77DB5C36-675B-48B7-9C05-3ADA6AC90E81}"/>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6DBE68BD-8B10-41CF-8C72-62892C0F9A5F}"/>
              </a:ext>
            </a:extLst>
          </p:cNvPr>
          <p:cNvPicPr>
            <a:picLocks xmlns:a="http://schemas.openxmlformats.org/drawingml/2006/main" noChangeAspect="1"/>
          </p:cNvPicPr>
          <p:nvPr/>
        </p:nvPicPr>
        <p:blipFill>
          <a:blip xmlns:r="http://schemas.openxmlformats.org/officeDocument/2006/relationships" xmlns:a="http://schemas.openxmlformats.org/drawingml/2006/main" r:embed="R3b54d873e6ae41a9"/>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BBB4B731-6D03-4EF6-826E-FAC13585164E}"/>
              </a:ext>
            </a:extLst>
          </p:cNvPr>
          <p:cNvPicPr>
            <a:picLocks xmlns:a="http://schemas.openxmlformats.org/drawingml/2006/main" noChangeAspect="1"/>
          </p:cNvPicPr>
          <p:nvPr/>
        </p:nvPicPr>
        <p:blipFill>
          <a:blip xmlns:r="http://schemas.openxmlformats.org/officeDocument/2006/relationships" xmlns:a="http://schemas.openxmlformats.org/drawingml/2006/main" r:embed="R7908b79eecf64c1d"/>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ED5B0539-ABFE-4DA1-89AC-378114D0ED49}"/>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0731B8AD-42DE-4246-81AE-BA498D3B5491}"/>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4DB9FEDA-4C53-4FEC-BF7A-64DD74885FD2}"/>
              </a:ext>
            </a:extLst>
          </p:cNvPr>
          <p:cNvPicPr>
            <a:picLocks xmlns:a="http://schemas.openxmlformats.org/drawingml/2006/main" noChangeAspect="1"/>
          </p:cNvPicPr>
          <p:nvPr/>
        </p:nvPicPr>
        <p:blipFill>
          <a:blip xmlns:r="http://schemas.openxmlformats.org/officeDocument/2006/relationships" xmlns:a="http://schemas.openxmlformats.org/drawingml/2006/main" r:embed="Rc7b2039539424670"/>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0666B072-B5A5-4CB6-9EF1-E057AE851302}"/>
              </a:ext>
            </a:extLst>
          </p:cNvPr>
          <p:cNvPicPr>
            <a:picLocks xmlns:a="http://schemas.openxmlformats.org/drawingml/2006/main" noChangeAspect="1"/>
          </p:cNvPicPr>
          <p:nvPr/>
        </p:nvPicPr>
        <p:blipFill>
          <a:blip xmlns:r="http://schemas.openxmlformats.org/officeDocument/2006/relationships" xmlns:a="http://schemas.openxmlformats.org/drawingml/2006/main" r:embed="R79a3c4dbc50c4c82"/>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E4D66867-E8D6-44D9-8641-308F67E98337}"/>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D5B94EF7-9BEB-49B8-B368-984880557631}"/>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766E515D-7FD6-4B9B-82BB-D7BFC685DCC1}"/>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45EB38D3-421D-4F34-98E6-C9B4650C8BD3}"/>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6ECCEAF3-5E9A-4CB2-BDBD-AF15018F6C6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44682D7D-3F09-4012-BCF8-2585B05556D5}"/>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6C0F7FFE-6040-4D91-A775-F5DB8BBB7E95}"/>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FE0EF0E3-1DF1-4B32-A569-70CC7693A75C}"/>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4D5BC8F1-D628-4A54-B10B-EEE23AE1D5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828304023"/>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6D6A5C13-BEFC-4806-BF91-D714208E1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9">
            <a:extLst xmlns:a="http://schemas.openxmlformats.org/drawingml/2006/main">
              <a:ext uri="{FF2B5EF4-FFF2-40B4-BE49-F238E27FC236}">
                <a16:creationId xmlns:a16="http://schemas.microsoft.com/office/drawing/2014/main" id="{7FCC9462-B51E-4562-9221-B56B97ED0B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Project 사실과 작업 절차는 다르다">
            <a:extLst xmlns:a="http://schemas.openxmlformats.org/drawingml/2006/main">
              <a:ext uri="{FF2B5EF4-FFF2-40B4-BE49-F238E27FC236}">
                <a16:creationId xmlns:a16="http://schemas.microsoft.com/office/drawing/2014/main" id="{B8730235-703F-45DF-B385-EBF244D211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37C91D09-CFFC-4A65-8EA7-E7CFAE9462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34D040BC-C210-4BEA-B532-FCBA4CC9CD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79E251B2-A950-4D0B-9A8B-D6A5A4729A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91B7E76B-D585-4EB1-A2D8-8D9425143CF2}"/>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32488774-CE54-4EA9-8E9E-A4A196A8FF24}"/>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915459C4-93D3-48FE-A5D1-0421AE308D63}"/>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843ACBB-7D75-4D5C-AF5B-C24B83839BD5}"/>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16D05D67-DB5C-4C9F-A7BD-B92550C43724}"/>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689E1B0D-42F5-4FE8-A0E8-EFE930BE6FE4}"/>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87783775-1365-4B9C-9CAF-5CCF62E960BC}"/>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9672B781-FAD1-401F-A090-9EBD095357A4}"/>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EE3123F6-4AE9-48E4-A133-02B30DD6E33C}"/>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04DE8BFC-2870-4BBE-8D67-DD527B8B8E27}"/>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119DEECD-9A68-4BBA-915D-9B371FA50674}"/>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EA235429-AD84-4974-A69F-184C28EBF852}"/>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DED46FF7-46FC-4C35-A615-3989CB83BC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7170162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46EF0045-347D-431F-A753-CDCD5FEF11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0">
            <a:extLst xmlns:a="http://schemas.openxmlformats.org/drawingml/2006/main">
              <a:ext uri="{FF2B5EF4-FFF2-40B4-BE49-F238E27FC236}">
                <a16:creationId xmlns:a16="http://schemas.microsoft.com/office/drawing/2014/main" id="{2DDADA74-A660-4339-87F7-5397C9CAA3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Task, Context, Workflow의 역할">
            <a:extLst xmlns:a="http://schemas.openxmlformats.org/drawingml/2006/main">
              <a:ext uri="{FF2B5EF4-FFF2-40B4-BE49-F238E27FC236}">
                <a16:creationId xmlns:a16="http://schemas.microsoft.com/office/drawing/2014/main" id="{533059B5-417F-4CA2-8462-2D05344F68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314994F6-9234-429B-9105-89E0542C4D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08590ED4-AA8D-48F1-B7E1-B25F7D9E74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689C2989-A1C7-490D-8EC1-36F26F5870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36EFD477-2D59-4949-871C-FC0476EC853C}"/>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0053BC62-3440-42D1-A7EF-DF9EDB19395F}"/>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22D3FE7A-C800-485A-9AE1-B48596C2BE05}"/>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E131AFC1-E05D-4CD0-882A-D7915DD1FCE1}"/>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CE37C2BD-FAED-4AD0-9288-495595F66021}"/>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81072681-3793-4272-8D4D-F90B6A99B3AE}"/>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F752665C-541A-4018-80EC-8D578A787C44}"/>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9108233E-EA3E-4940-A378-5B9897F6D429}"/>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B5C5F33B-7768-42BE-84AD-22D90C7F76D7}"/>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A5BEC368-F727-4C41-B4FB-5C307E818333}"/>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F87F4A86-88AB-49C2-B223-863EC1C4F772}"/>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DFEB201B-2BE1-4B1D-91D5-78135D464583}"/>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B336CAA8-6835-44AC-B472-86553025DF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33645026"/>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8DDF0E35-A2C9-4515-AC28-8ECBA7868C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1">
            <a:extLst xmlns:a="http://schemas.openxmlformats.org/drawingml/2006/main">
              <a:ext uri="{FF2B5EF4-FFF2-40B4-BE49-F238E27FC236}">
                <a16:creationId xmlns:a16="http://schemas.microsoft.com/office/drawing/2014/main" id="{6C3BC62C-67BB-4364-9DB5-E4CB0B9189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반복 절차를 Skill로 옮길 수 있을까?">
            <a:extLst xmlns:a="http://schemas.openxmlformats.org/drawingml/2006/main">
              <a:ext uri="{FF2B5EF4-FFF2-40B4-BE49-F238E27FC236}">
                <a16:creationId xmlns:a16="http://schemas.microsoft.com/office/drawing/2014/main" id="{43310571-EB08-4D7F-94C8-0A69149E43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0C0F5EEA-5B20-4A38-A0C4-280EB3A8EC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9FB20A9D-BD59-43F3-B298-6643E5BAFE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709D23E2-E0D0-4979-B1F3-6A5B9CC3C6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3940E44E-D7FD-49AB-BF85-D9069E0928F4}"/>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123F22C2-03CF-41C3-BFC7-E84E491C2AB7}"/>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DB6FD645-E6F2-41E8-9AF0-A72895D1143A}"/>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45E7E4E-B724-4DC5-8958-9240A37F649D}"/>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45748057-F99E-4CC0-B84F-F592DF78C353}"/>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07B6EDBF-E74D-4AA0-919B-4C81E59365B9}"/>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1AD7626D-088C-4B79-99B6-DB135068ABD1}"/>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7D9E4A11-E852-4570-925B-D90DF3D23E7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90DB9C2B-F101-4634-8A1E-26F8FCA7388E}"/>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2846C772-AD78-461E-B100-FB74AE24AD75}"/>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816A67DD-D4E8-4418-9786-1218B4031D54}"/>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254CCDF3-F4A4-4E4A-B1D3-0E91610D98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47537938"/>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FDD4B48D-1B4C-41F2-AEC4-2FE44A25AB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2">
            <a:extLst xmlns:a="http://schemas.openxmlformats.org/drawingml/2006/main">
              <a:ext uri="{FF2B5EF4-FFF2-40B4-BE49-F238E27FC236}">
                <a16:creationId xmlns:a16="http://schemas.microsoft.com/office/drawing/2014/main" id="{CA4002D8-C093-44E8-B366-293E200D62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Skill을 어떻게 발견하고 호출할까?">
            <a:extLst xmlns:a="http://schemas.openxmlformats.org/drawingml/2006/main">
              <a:ext uri="{FF2B5EF4-FFF2-40B4-BE49-F238E27FC236}">
                <a16:creationId xmlns:a16="http://schemas.microsoft.com/office/drawing/2014/main" id="{7BB5CD4E-4EE7-46B5-BE7D-2D346051DD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70106A57-C59C-4948-8F3E-E10ADC22F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EA1FEE60-F4E5-4FB2-BFDB-3B435C7DD9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0FE4B619-193C-4791-BF5E-4B41E9C15E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09CC0849-3231-4B8E-AB3A-C2DA7BB18945}"/>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69B5199C-5C4E-4EE4-B136-1120DFB3705D}"/>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2ED26C74-EA74-4618-9913-B6BDCB87BAEE}"/>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D4544DE2-8D82-4012-8E97-BA4E68B8911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4ABE40B8-E32A-4EC6-90BC-53AB3722423D}"/>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2B12DC16-EE7A-4BA1-A322-8DB68027FD1D}"/>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11A5511F-C4CA-4B90-9A8C-A413FCCA0D52}"/>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2DAA0814-856B-4689-BF86-C70434B1A044}"/>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6F3BE471-0D1C-4A17-AF50-999FEB60605D}"/>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1FA17964-D8A9-47BF-8BD0-B0C392CBCF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836219"/>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C8EEAD41-5E71-47EF-B7CF-4BCC162388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3">
            <a:extLst xmlns:a="http://schemas.openxmlformats.org/drawingml/2006/main">
              <a:ext uri="{FF2B5EF4-FFF2-40B4-BE49-F238E27FC236}">
                <a16:creationId xmlns:a16="http://schemas.microsoft.com/office/drawing/2014/main" id="{AAF2DF61-06BD-4832-B708-845B8279C2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절차의 책임이 Prompt에서&#10;Repository로 이동">
            <a:extLst xmlns:a="http://schemas.openxmlformats.org/drawingml/2006/main">
              <a:ext uri="{FF2B5EF4-FFF2-40B4-BE49-F238E27FC236}">
                <a16:creationId xmlns:a16="http://schemas.microsoft.com/office/drawing/2014/main" id="{7486B19A-5F1C-4CF2-AB0D-33DC93412D3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8E4897A6-BAB0-4D22-84F9-869EDF2EE9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53C851D2-FD17-4CFD-87FD-1C7A9FE255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F8CA2DC5-F985-4559-AD03-EA2090EBBA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AA9B162C-468E-4F18-B263-C0D7581A32E8}"/>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17A33449-6E16-49CD-9D0E-8C4AFA72952A}"/>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920AD169-B45D-495F-8F8F-FF01416798BA}"/>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E57CBB0-8B9C-4AF5-BC37-5AD0770AA05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0A1DDC6C-44FA-4D7B-9673-F935A7637BB5}"/>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DBF110B6-5D8E-4720-B02A-481BF34A2B2F}"/>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89D24A12-969E-4A8A-8E61-DCE060FD57AE}"/>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CC4DAE0E-645E-40EA-AE9C-2286C7EFCA75}"/>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073BAB95-F2B5-489D-9C07-CD5304C11C4B}"/>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18115717-FE73-4017-91B9-E18E182E8D45}"/>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1348E50C-5B63-4BEF-84E8-13F1B4691123}"/>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6CA5BDA0-9D09-4C10-86F4-1CA21837EC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60583297"/>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A966B439-3EF9-4E62-B451-964BC53CB1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4">
            <a:extLst xmlns:a="http://schemas.openxmlformats.org/drawingml/2006/main">
              <a:ext uri="{FF2B5EF4-FFF2-40B4-BE49-F238E27FC236}">
                <a16:creationId xmlns:a16="http://schemas.microsoft.com/office/drawing/2014/main" id="{3880710D-CE14-4836-BA05-CD27A6A4EE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답을 담지 않는 Workflow">
            <a:extLst xmlns:a="http://schemas.openxmlformats.org/drawingml/2006/main">
              <a:ext uri="{FF2B5EF4-FFF2-40B4-BE49-F238E27FC236}">
                <a16:creationId xmlns:a16="http://schemas.microsoft.com/office/drawing/2014/main" id="{761FA67F-3DCC-4E90-8D5C-D4A21B762B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5A73B0CA-ACC9-4F16-8D9D-009ABB774B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079DA6E9-6CCA-4AD1-A233-9019AC6760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1EC642B0-ED28-453F-A39B-D063240AD9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C8FF025C-AE48-4070-A5A4-CB7DFC25BEAD}"/>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BC5E4663-DE7E-4126-B6C6-EBAC71E41E98}"/>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CA366B34-8B8E-43E9-8654-97C9C9705A77}"/>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E8085B6E-98AF-4816-8948-2EE992A2415A}"/>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45FFEFD5-2F55-45B2-82D2-D3AF60B60ECB}"/>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B158826B-F8D9-4984-A973-389749ACC9F1}"/>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9C50678D-BBCE-4F4B-AAB5-81812A526959}"/>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5AFBA8DA-7969-4BDA-8CC1-5D15CCB503C2}"/>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C6DC4D34-41BB-41FB-8E38-E2C07D3212E7}"/>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70EB441B-5CC8-45B5-A81D-000954E2C1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836989552"/>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B44B6251-90DD-4B93-998B-2DC4C9393A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5">
            <a:extLst xmlns:a="http://schemas.openxmlformats.org/drawingml/2006/main">
              <a:ext uri="{FF2B5EF4-FFF2-40B4-BE49-F238E27FC236}">
                <a16:creationId xmlns:a16="http://schemas.microsoft.com/office/drawing/2014/main" id="{C326CFDC-E75B-42B3-9D38-04AF283222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측정으로 후보를 고르다">
            <a:extLst xmlns:a="http://schemas.openxmlformats.org/drawingml/2006/main">
              <a:ext uri="{FF2B5EF4-FFF2-40B4-BE49-F238E27FC236}">
                <a16:creationId xmlns:a16="http://schemas.microsoft.com/office/drawing/2014/main" id="{111AB87F-DEDF-4A6A-AAC2-B68413B13E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8DD95EE3-4FA9-48D2-BC39-588F17060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E6189F36-B0DC-439A-B3B9-4BE0F56732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E27C05E2-F938-4532-9477-106608D968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8705B96F-558D-4B8C-89D3-DA0B0B502172}"/>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0E189EC2-C394-417C-A79C-B435415BE100}"/>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62F9C294-F5CD-44BC-8340-08B5228B2693}"/>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91E507FA-C6CA-4C8F-ACDB-CA0CFC1FEEC3}"/>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7BB63E4C-7826-4835-9894-D24C7554BB7B}"/>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274FB990-82DB-48AF-963C-9A0902064FE7}"/>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FA8B32A0-893F-47E7-97F4-6E1E476A454D}"/>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24DA5C0D-6E2A-481B-B75C-546D033FB0FB}"/>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C1BBFD0D-4DD8-4D0D-9CCC-08AE8576507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7E80F901-318A-4FA7-ABF4-CE00C69E9A20}"/>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51259237-F667-4B62-B3C4-AD2BCFD67ED3}"/>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A9425C76-D15C-4B96-96CE-333D6C81B67F}"/>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7DED35DC-ABE0-4716-9052-0CCF5F7895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80781032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6D0C44D4-0805-43DC-A748-47023E1122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6">
            <a:extLst xmlns:a="http://schemas.openxmlformats.org/drawingml/2006/main">
              <a:ext uri="{FF2B5EF4-FFF2-40B4-BE49-F238E27FC236}">
                <a16:creationId xmlns:a16="http://schemas.microsoft.com/office/drawing/2014/main" id="{297194C6-FD06-46EB-90CC-9CA5CFA09E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Working Harness Success">
            <a:extLst xmlns:a="http://schemas.openxmlformats.org/drawingml/2006/main">
              <a:ext uri="{FF2B5EF4-FFF2-40B4-BE49-F238E27FC236}">
                <a16:creationId xmlns:a16="http://schemas.microsoft.com/office/drawing/2014/main" id="{2CA1735C-7F36-4624-A86D-E6B4F1C421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2AFB0AA8-D7D0-4E68-950D-BB5BE6164E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C96A310A-29ED-490F-9990-5A94FA34B0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05D8BAF8-9C84-4E88-9F4F-0C170AAADB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DC6094CA-F384-4E0F-AB41-769955788AEB}"/>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916388AA-EFED-45DB-94C6-E36E8003E78E}"/>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56FA68E5-BB0F-4B62-805B-A804C8BAC21F}"/>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3DA23E74-DDE0-4C8D-B4DF-20C372ECB6E1}"/>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3799af5c52bc4e98"/>
          </a:graphicData>
        </a:graphic>
      </p:graphicFrame>
      <p:sp>
        <p:nvSpPr>
          <p:cNvPr id="11" name="">
            <a:extLst xmlns:a="http://schemas.openxmlformats.org/drawingml/2006/main">
              <a:ext uri="{FF2B5EF4-FFF2-40B4-BE49-F238E27FC236}">
                <a16:creationId xmlns:a16="http://schemas.microsoft.com/office/drawing/2014/main" id="{0B222C83-ECDA-4F68-ADDC-32104A9F4847}"/>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8E518706-CB42-421B-AB24-D05660B3801C}"/>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AC9D4C66-AE48-4FB1-A969-0578AA0DCB71}"/>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198CA6D3-5FD6-49F1-820D-331879867CA5}"/>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40C5639A-B861-44BB-818B-7B6BC5366BA5}"/>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1D759AD6-FF21-42F5-8D6F-ED08FD0E544C}"/>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A98B1072-8E9B-4BB3-B792-24F483EFBC0F}"/>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D114700A-7262-479F-9443-41645E9FFAAB}"/>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2CC28E01-95F8-4D62-AC92-F03A61E9DF47}"/>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E2852863-BC32-4259-9A53-590B847A54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2366897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7614B000-5ECD-4009-B638-144D981DDD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7">
            <a:extLst xmlns:a="http://schemas.openxmlformats.org/drawingml/2006/main">
              <a:ext uri="{FF2B5EF4-FFF2-40B4-BE49-F238E27FC236}">
                <a16:creationId xmlns:a16="http://schemas.microsoft.com/office/drawing/2014/main" id="{C98D3430-AB33-4931-B11F-6D2A87F80D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이 작업에 Subagent가 필요했을까?">
            <a:extLst xmlns:a="http://schemas.openxmlformats.org/drawingml/2006/main">
              <a:ext uri="{FF2B5EF4-FFF2-40B4-BE49-F238E27FC236}">
                <a16:creationId xmlns:a16="http://schemas.microsoft.com/office/drawing/2014/main" id="{261CF8CF-F5FF-4CD8-B566-C82A7EF80A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E990A907-FBA8-4A41-8B2F-9BBE1974C8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021ECF46-9C56-4C31-BD5A-9D5E2A6C3D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ED4555A8-18A8-4983-A1E5-81CCECBEC9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CF262964-4A23-4AEF-8C45-DD5DBAEB7144}"/>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B2022369-5734-491D-B432-93C33715A39D}"/>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76910B00-2584-4B81-BEC6-4816774B9C5D}"/>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0D0405ED-231E-49BA-AA05-2AA3AAF075F2}"/>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87913D-5EDF-40EA-B3AC-959672D739C5}"/>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45DF418B-6949-4526-8AD0-22B4A1139706}"/>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671E7360-C1FA-4B98-B50C-153E638C0813}"/>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75BA454A-D06B-49E5-AD51-67613D705C48}"/>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AB83D63-9F08-4255-97DD-ADDF436EF1B5}"/>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6A43D7D-6300-41A3-A6CD-BCA4503BA1DE}"/>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71A59F6C-0051-4CA5-95ED-54D4732FA70C}"/>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025FE034-0FBD-4A2E-880A-B8BECFFF6927}"/>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C75FEC69-B854-4D6B-B021-5516EB897144}"/>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0C95BD54-75D4-4046-A52A-0A8011EC3A22}"/>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AD809700-DD33-400F-9B62-C6FCE2D3E8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702906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D901B1B6-454E-4644-9E32-E48956BAB1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8">
            <a:extLst xmlns:a="http://schemas.openxmlformats.org/drawingml/2006/main">
              <a:ext uri="{FF2B5EF4-FFF2-40B4-BE49-F238E27FC236}">
                <a16:creationId xmlns:a16="http://schemas.microsoft.com/office/drawing/2014/main" id="{6CBB89CA-851B-4BFC-84B0-16F0D530C7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Subagent를 고려할 조건">
            <a:extLst xmlns:a="http://schemas.openxmlformats.org/drawingml/2006/main">
              <a:ext uri="{FF2B5EF4-FFF2-40B4-BE49-F238E27FC236}">
                <a16:creationId xmlns:a16="http://schemas.microsoft.com/office/drawing/2014/main" id="{3597A317-E960-4C25-978B-296C87BFEB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43144816-A7BE-480D-82DA-E8D27261BF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8A713AB0-506D-4DAF-9D99-09B2C55E0D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F2A675B8-5DDB-4FD9-8E59-F18F93B4F9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112D777B-57E3-4847-8835-8709563AD2AD}"/>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7DD869FC-8643-4238-8FEC-6C2718828C90}"/>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286E7DC3-0234-40CF-982C-7D3B3D9B464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4A7E0FD2-3930-41D9-80DF-3E0155FF9C51}"/>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AA6E6CCA-0D8F-4AE0-BF19-C4E3A678379E}"/>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C89D4D80-5D17-4CB2-9459-7093DC76A018}"/>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C3D70E09-124F-457C-946A-61DD69578546}"/>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3BCC0C49-1607-4530-8A73-AEE563329C98}"/>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0AF78911-0665-42B3-BA1E-DA78A9E64577}"/>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1E1F8351-AF62-4E24-B020-86F489231E7F}"/>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C2DAB9DF-2665-4F05-AE5C-2EA8BB23B5AD}"/>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E5A950DD-F84E-4304-9E1D-62A29B8A8E76}"/>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3E56D5A1-2B29-41EE-BE1F-78C613A0793C}"/>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5E984135-2DDE-404C-B9FF-F50FC97D02A4}"/>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112F60D9-2981-4256-A273-0CF618D48CC2}"/>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18786C93-768A-4B8D-9531-0437D0A96B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611123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5E042645-15CD-44A6-AC61-01F4CD3B55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9">
            <a:extLst xmlns:a="http://schemas.openxmlformats.org/drawingml/2006/main">
              <a:ext uri="{FF2B5EF4-FFF2-40B4-BE49-F238E27FC236}">
                <a16:creationId xmlns:a16="http://schemas.microsoft.com/office/drawing/2014/main" id="{E235CD93-5AC4-4AB2-8831-AA5997EF66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무엇이 다시 찾기 어려운 지식인가?">
            <a:extLst xmlns:a="http://schemas.openxmlformats.org/drawingml/2006/main">
              <a:ext uri="{FF2B5EF4-FFF2-40B4-BE49-F238E27FC236}">
                <a16:creationId xmlns:a16="http://schemas.microsoft.com/office/drawing/2014/main" id="{CB8E61FD-579A-49EE-A28E-9602BDF484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DB7ADEEC-C71E-4C89-9B47-1F0ECBB22E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F6D75861-6DBC-459C-8784-2121E1B314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AC6E75EB-EE5F-4819-A951-754FB3221B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3D4B7996-B251-406E-84B4-B5771CA7BC59}"/>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583AC3D9-4EE5-4DE6-B30C-4B8D9B9B2593}"/>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F2ABE1C9-5D23-48FE-8EA1-E99EED5F6652}"/>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8D269633-1F34-4585-A3DE-3B2EB5FAB7BD}"/>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96B19370-8E43-4AF1-B8F7-4E2F7DC52B8C}"/>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2BC0F8E6-1492-41E5-B200-EEE2DC8733F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FE06334A-41C4-488E-A55D-D70AED4C7B95}"/>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30D79419-EFAB-4478-9F95-0D4DA8085D90}"/>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6C9B0790-7E9C-4CD2-995E-F7FE6FE1A189}"/>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A2DCD348-1DCA-4EBE-8657-248A7552BF53}"/>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988A88AF-6F7C-42DF-8459-4248C5B03CDE}"/>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3571E8AF-1536-4C30-B87A-37FF329ADFDE}"/>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98EFEAC2-6A2D-4AA7-A9A2-04BB68A11F5E}"/>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A5523455-598F-4B43-B52D-4ED42F85F799}"/>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8F568B35-ED9E-4E01-8574-9EA0714B56BA}"/>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EE487EB6-EB4F-440B-BBB1-3A458BAF8D91}"/>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9876B6B7-B599-47A2-8F63-65C7537FA5FB}"/>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8E679DB4-39B5-4B25-96F2-9E2C1B23B610}"/>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4F60E8FC-30FE-41B5-B1E6-280833CF64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03067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033ED1D4-ED4A-449F-B1C8-E715092417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0">
            <a:extLst xmlns:a="http://schemas.openxmlformats.org/drawingml/2006/main">
              <a:ext uri="{FF2B5EF4-FFF2-40B4-BE49-F238E27FC236}">
                <a16:creationId xmlns:a16="http://schemas.microsoft.com/office/drawing/2014/main" id="{1D461274-13E9-460C-9200-65E503B371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emory는 재발견 비용으로 판단">
            <a:extLst xmlns:a="http://schemas.openxmlformats.org/drawingml/2006/main">
              <a:ext uri="{FF2B5EF4-FFF2-40B4-BE49-F238E27FC236}">
                <a16:creationId xmlns:a16="http://schemas.microsoft.com/office/drawing/2014/main" id="{3DB1136E-DFAE-40B7-BF5D-C039CFD39F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94EC9A0C-B30E-4FCA-B089-89FB574E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32EA82E1-B174-457C-B5B6-319865079C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13368D74-779D-44E3-8A1E-BDEADA2804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D8A4FED5-671D-40B1-B7F6-302F29330515}"/>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DA094B6A-0A22-4B74-8BD7-EC66C111B98D}"/>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323CB4FE-929D-4F68-9FC7-E226296C7A35}"/>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903537A6-55FF-46CF-97B2-98CDB7B00CFA}"/>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F138B87F-878E-4644-AD4A-18956ABA4875}"/>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331D1AB-1CD1-4FA8-8449-AF294468C786}"/>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2EC87FDA-8C80-45FC-805A-029224AC7B35}"/>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9D1B3E32-898D-4701-B8D0-11A813C2280B}"/>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9D55C4DB-9A3D-4779-8EFE-0BE75DAFE5F6}"/>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4235FAE8-1A80-45D7-936A-8ABA5D8D6D2C}"/>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E06C6408-9C06-4DCB-A8A0-836573197938}"/>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956E3ADA-AF02-425F-B3F8-A52EC1AAC952}"/>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BB8B4173-44F8-49C7-BC2B-A16A696C779C}"/>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4B38664E-C9C2-42BA-A855-EEA231503015}"/>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C89DED6F-B0CC-4EBB-8820-B3D1FBA2FA99}"/>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8653A6BF-988E-43FE-B04E-4126DE7889E1}"/>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E8724A56-F517-423C-B9A6-8A85BDBB9C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951206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E05CBEE0-C7FF-436B-8CF0-B8AE5BD38C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1">
            <a:extLst xmlns:a="http://schemas.openxmlformats.org/drawingml/2006/main">
              <a:ext uri="{FF2B5EF4-FFF2-40B4-BE49-F238E27FC236}">
                <a16:creationId xmlns:a16="http://schemas.microsoft.com/office/drawing/2014/main" id="{406D363F-3FD2-452E-86FE-BD912BD12A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inimum Effective Harness">
            <a:extLst xmlns:a="http://schemas.openxmlformats.org/drawingml/2006/main">
              <a:ext uri="{FF2B5EF4-FFF2-40B4-BE49-F238E27FC236}">
                <a16:creationId xmlns:a16="http://schemas.microsoft.com/office/drawing/2014/main" id="{ABC776BF-C228-4246-BA5C-B54E4FC629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8FA60737-F85C-4F8D-8201-9345244A7F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01040DD2-48D9-4E70-A5BB-15297DEB6E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7A4CF8FC-A254-4498-B220-5C08998DEE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466E52C3-EDDF-45D0-A17B-3F2E18374D39}"/>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4728CA27-EEC9-4F14-9A8A-EF2F3A193642}"/>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89DB6C0B-6D64-4D71-B75F-DF936C32101E}"/>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E7256AF2-2D38-45BA-A06F-39AAFA006EE0}"/>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D28A2388-1D76-4127-8E9E-3004182AA540}"/>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A825FF6A-7C46-478C-94CD-26DF9009258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1FDD6CFB-F376-4956-8F73-30D35E001640}"/>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64482A20-9036-45C8-A22A-11402314001B}"/>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44B4F372-3BAA-4F29-9D0B-3248DF265C7B}"/>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99493096-2C1D-4B4E-ADFF-BF73964B3F5A}"/>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1874EC86-735E-49E4-955A-87D852184F41}"/>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23881794-E0A3-4DCC-8837-773593B58387}"/>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03A44F04-3994-472A-AC18-2F2A724E2015}"/>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A76D66CD-CDBA-4289-A6DF-BBC0F062C8E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65085FB9-5618-48D5-82A0-17C19C7634D5}"/>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DEC51249-2747-49BF-8BB8-9F21707A2927}"/>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E08DCCFD-0B3E-4B79-977B-C015BA57F273}"/>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6B9905FF-0508-433F-99AF-53DD3B6AD8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910254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B8532BA7-9B2E-49F9-AAE9-070BEAE27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2">
            <a:extLst xmlns:a="http://schemas.openxmlformats.org/drawingml/2006/main">
              <a:ext uri="{FF2B5EF4-FFF2-40B4-BE49-F238E27FC236}">
                <a16:creationId xmlns:a16="http://schemas.microsoft.com/office/drawing/2014/main" id="{593311A4-D7B1-4441-8A7F-E7BB578FC8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Harness는 작업 환경 설계다">
            <a:extLst xmlns:a="http://schemas.openxmlformats.org/drawingml/2006/main">
              <a:ext uri="{FF2B5EF4-FFF2-40B4-BE49-F238E27FC236}">
                <a16:creationId xmlns:a16="http://schemas.microsoft.com/office/drawing/2014/main" id="{C84715E4-D62B-4325-AEB1-363934F35B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E9131873-AA6D-480F-90C6-97B71DC836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4D1E9C4E-BD5E-42D6-9195-326B07ED1F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F0C39136-46C5-4716-88B6-879E239963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4D4E3B1B-9FDF-499F-9F3E-3E9326849070}"/>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04541B32-3212-4DE6-A1F4-D3F60C6A8362}"/>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E7A7C8A2-D461-4070-86B0-E0DC61D93E54}"/>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CC199C0D-A084-4EAB-AA94-EDB60047B446}"/>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5FD5EC80-1AF9-49E4-8705-D37A57AB63C4}"/>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6B6AA4FF-9AE0-479F-B77A-607DA7D36D41}"/>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0651AE4-7F1B-4293-9A67-CC891B2B1D6B}"/>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1468667-F0B5-4BB2-AB76-FE9B09F1CF30}"/>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4345B145-FB59-43AA-8275-84E4A97F51CB}"/>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B50FD1FE-1088-434D-9055-B6445429F752}"/>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2EE66D6-096F-452E-B093-9F0966EF8B6D}"/>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D7815E3E-6749-4A28-A65D-C77A0A2A80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732721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6631ED12-F39A-4534-9C4E-D13FD6A4F8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3">
            <a:extLst xmlns:a="http://schemas.openxmlformats.org/drawingml/2006/main">
              <a:ext uri="{FF2B5EF4-FFF2-40B4-BE49-F238E27FC236}">
                <a16:creationId xmlns:a16="http://schemas.microsoft.com/office/drawing/2014/main" id="{A5BAA74D-C9EC-4434-8AD7-6F8B4D1609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Repository 밖의 환경도 결과에 영향을 준다">
            <a:extLst xmlns:a="http://schemas.openxmlformats.org/drawingml/2006/main">
              <a:ext uri="{FF2B5EF4-FFF2-40B4-BE49-F238E27FC236}">
                <a16:creationId xmlns:a16="http://schemas.microsoft.com/office/drawing/2014/main" id="{0246C57A-B652-41AB-BBCE-DDB5F20E68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7B6B6328-FED7-4543-93A8-E1BF1CED3B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BFE6DAB-6CAC-4171-8CD4-78F4421B345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15ECA11E-5807-46F8-959E-40A41095E0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93A78FFB-FAA2-4715-82F4-BEA7D17604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711FE767-9095-4EF8-B2BF-FB40FBC011F8}"/>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BB2EA6EF-B065-4EB9-8DEE-497A0AE47213}"/>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CC5CD7E0-8DEE-4B76-967C-A9BCDAA89FF2}"/>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569C21D5-F0D5-4A90-A1A2-DD85D5857667}"/>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295AD31B-1BD1-4F5B-895E-2EA204FCB3E0}"/>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B97B7F30-DB53-454D-9BCC-9C6D79E1EF47}"/>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492092EE-B298-4615-902F-A4615F063937}"/>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A589FD1E-CDC8-4406-9136-68E2F0AB5E54}"/>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A5A0E70E-7303-406B-A5E9-38BC6AA0AD7A}"/>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E5BAC2D0-168F-429F-99BD-AE0CF6C9D6CB}"/>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55D4F72A-7EEA-4E02-93A1-A3A491F8C7F2}"/>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B9A8D602-89B8-4231-BA25-40FF9DF73A55}"/>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97DC0135-8113-4594-9202-FBCD5A014E8F}"/>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A234B221-07BF-4F16-8BDA-8D295C59EDC4}"/>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900C24E9-969F-4858-959E-5B6ED98B8DF0}"/>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BC1BB1F9-E5B1-47A2-8DD7-8AFF051A6A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8986000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EC4722A0-D991-417F-9796-1C00949BF1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4">
            <a:extLst xmlns:a="http://schemas.openxmlformats.org/drawingml/2006/main">
              <a:ext uri="{FF2B5EF4-FFF2-40B4-BE49-F238E27FC236}">
                <a16:creationId xmlns:a16="http://schemas.microsoft.com/office/drawing/2014/main" id="{CA5A01C6-7600-4A68-BBB0-ED1216702E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Engineering Pattern은 C++에도 전이된다">
            <a:extLst xmlns:a="http://schemas.openxmlformats.org/drawingml/2006/main">
              <a:ext uri="{FF2B5EF4-FFF2-40B4-BE49-F238E27FC236}">
                <a16:creationId xmlns:a16="http://schemas.microsoft.com/office/drawing/2014/main" id="{D6688CFA-916F-4175-8C86-1D169CDEC7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D2B008FC-5836-4E06-B987-FF6B154593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F5F8B070-0F3F-46C2-BDBD-5303B2CA00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49B8A081-D403-4258-B192-703EA62AB2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3D429303-621F-41AA-B000-337984511AD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7139376A-08CD-4581-9D83-8CD5CCA531AA}"/>
              </a:ext>
            </a:extLst>
          </p:cNvPr>
          <p:cNvPicPr>
            <a:picLocks xmlns:a="http://schemas.openxmlformats.org/drawingml/2006/main" noChangeAspect="1"/>
          </p:cNvPicPr>
          <p:nvPr/>
        </p:nvPicPr>
        <p:blipFill>
          <a:blip xmlns:r="http://schemas.openxmlformats.org/officeDocument/2006/relationships" xmlns:a="http://schemas.openxmlformats.org/drawingml/2006/main" r:embed="Rd545537113614fd1"/>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352497B2-2DEF-4AFD-8648-072E43095B36}"/>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6041C439-9A5A-4971-ADF5-F2E96AE34865}"/>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E37294E8-DF49-4952-9D82-D07416B1FEE7}"/>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A39FF71-E67C-4494-8901-657267BA9173}"/>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BD6BF4D2-52C0-46D7-BA0D-9DDEF6348820}"/>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17B43E10-D966-4E5D-B810-76DBD55803A6}"/>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7DE27255-DC62-41AE-98E6-0676AABA620F}"/>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91B5251A-14D8-40ED-A0A4-277ECAB146A1}"/>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3CCA227A-3F95-48A8-B367-BA6777C4B4F3}"/>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96841300-9224-4326-9311-67EA1787A9B3}"/>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CA8664BA-350F-4087-A6E8-695613E3FD4E}"/>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38E633EF-5307-4A5B-8138-DAED22F24FEA}"/>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C78109BA-6111-4B6B-A9B2-456A229AA735}"/>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E3772EDF-59FC-4690-8BE0-4877730728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727535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70E798C2-B3C7-4617-BF99-82E64AE6AF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5">
            <a:extLst xmlns:a="http://schemas.openxmlformats.org/drawingml/2006/main">
              <a:ext uri="{FF2B5EF4-FFF2-40B4-BE49-F238E27FC236}">
                <a16:creationId xmlns:a16="http://schemas.microsoft.com/office/drawing/2014/main" id="{167A1542-39F8-407C-A3DB-D8167DC5E3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필요한 구조부터 질문하기">
            <a:extLst xmlns:a="http://schemas.openxmlformats.org/drawingml/2006/main">
              <a:ext uri="{FF2B5EF4-FFF2-40B4-BE49-F238E27FC236}">
                <a16:creationId xmlns:a16="http://schemas.microsoft.com/office/drawing/2014/main" id="{E8256CCD-6ECE-4789-AAB1-782E82E4DF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18F12BF7-D224-441D-A8EB-6CDECAECFF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751A3122-4046-4F4E-9459-2CAA2F9312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B1D664BC-016E-4341-BC9D-73B194C426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6EEA860A-B238-4734-94A8-A206B4F07550}"/>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8BB58BE7-D6BA-4577-8590-7D1D9B668B91}"/>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E990649E-388E-41E8-8962-97001835D7AE}"/>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D797B38D-00EA-49E9-9680-CE6DD679253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4CC166E2-3816-485A-9F73-9E3D8AB1E6F4}"/>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D0A829A2-1FD1-4FE7-B5C2-CBD0E2F979D0}"/>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59484CA5-7B8A-4227-BB99-3B3C36ED710A}"/>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E20BFF56-63EF-4CDC-BD95-B23039F434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0032490"/>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F492517F-ECD2-4861-A633-CE32201067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6">
            <a:extLst xmlns:a="http://schemas.openxmlformats.org/drawingml/2006/main">
              <a:ext uri="{FF2B5EF4-FFF2-40B4-BE49-F238E27FC236}">
                <a16:creationId xmlns:a16="http://schemas.microsoft.com/office/drawing/2014/main" id="{FA75A85C-2F0B-4709-AF2D-940EF39AF2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여기까지는 잘 동작했다">
            <a:extLst xmlns:a="http://schemas.openxmlformats.org/drawingml/2006/main">
              <a:ext uri="{FF2B5EF4-FFF2-40B4-BE49-F238E27FC236}">
                <a16:creationId xmlns:a16="http://schemas.microsoft.com/office/drawing/2014/main" id="{54BEA0FD-4EDD-44D5-BACE-92856FEBC0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1FE95FCB-5FDA-4C8F-881C-93774A33DC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C5068801-A8DA-42F3-8CD4-6EDEBEE31C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CAF6129C-2183-41B2-B0D0-407001187F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4D25E32E-F7BF-4AF3-9AA3-F0B4FFAD004E}"/>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5FD8519D-A099-4DC9-B74F-C73250EB5A12}"/>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E620744F-5C45-4353-8D8C-091F167EE685}"/>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FF57F382-3094-435E-87F5-0FA563C6B3EB}"/>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14841954-3F0F-4A05-A7E9-21FF0E526B84}"/>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B0DCFAC5-DE35-4897-A4DF-5700F7B2C406}"/>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C5436A6D-FE09-4382-B972-99415260D4E2}"/>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619FFDCE-9F12-429B-8F84-E1B0FC04C293}"/>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1CBE20C3-C9D3-4361-B230-1EB8DDD9400C}"/>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B02A6C0E-3BAC-49C1-9C40-1C392AEAED55}"/>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063C5B24-31B9-4456-A990-ED63FAF2B7AF}"/>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A8DCD0AE-F5FE-4D79-B675-1FE810127D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6549685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8E441C01-A7A4-464C-BACE-12A93E4A7F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09D3983A-D81D-4A23-B69C-FA6A538631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개념 사례: Project와 Workflow는 현재 맞다">
            <a:extLst xmlns:a="http://schemas.openxmlformats.org/drawingml/2006/main">
              <a:ext uri="{FF2B5EF4-FFF2-40B4-BE49-F238E27FC236}">
                <a16:creationId xmlns:a16="http://schemas.microsoft.com/office/drawing/2014/main" id="{D3C4FE48-BB51-4DC1-BFFD-8BFEE084B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41D6FE04-0376-4D36-B794-278F3322D8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BE9D9C70-EAB1-454A-87A3-69452C382D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5E28F092-2297-42B2-A234-0347F0E593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DCDF4B7B-878B-4BD1-972D-8A1A6CB2D8B2}"/>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642419FA-2B53-4E9E-9C7E-1D0F6986FF0B}"/>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8A53C34B-A448-418C-BD18-B6D190526C84}"/>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33543F42-5B19-4774-A37B-17010ADB3372}"/>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92F2FAB-67B1-41F0-A633-371D84776FD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57A809D8-201E-40CC-ADFD-4B622BB221CA}"/>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20A3CFB1-5891-4093-820A-91D83D18974F}"/>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761D1424-71CC-4E19-9CFB-F1CB91877D9B}"/>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2A9DA87C-C9CE-43DD-B0B7-EBD152D42238}"/>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47210061-A3E9-4F4A-9221-F003551030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24628289"/>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70FA39F-96CE-447B-906A-100139E7318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D46FC057-9190-4A0A-957E-44E43449C73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Project는 바뀌고 Workflow는 남았다">
            <a:extLst xmlns:a="http://schemas.openxmlformats.org/drawingml/2006/main">
              <a:ext uri="{FF2B5EF4-FFF2-40B4-BE49-F238E27FC236}">
                <a16:creationId xmlns:a16="http://schemas.microsoft.com/office/drawing/2014/main" id="{346D0EE3-188D-4020-AE5F-78359F9ACD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AA187CE8-4D60-4A54-B1C3-9F5AA9215100}"/>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5E429EB-F1F3-42DA-B7FE-5E2B3AF9DCF7}"/>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F6797C67-7EDA-451E-A49A-C860853766F4}"/>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0D5A6E5C-9FE4-4B50-8F3C-E9E2DF0AEFFB}"/>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A5C1907D-C5F8-4019-BB85-4443E9CF9EE1}"/>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54D28C3-BB6B-4BAA-9C68-709DF48310F4}"/>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78F88507-2BE2-4839-8B3B-C8BC2F8C2E7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99F58154-1667-4466-AD6D-B9D3568F66CD}"/>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115241C4-D1C2-4750-AF9E-E3C71123161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5808C276-5440-44B9-B6FC-F9C184BF357F}"/>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B9FF8DA7-6CAB-4993-9A03-79BFBEAA6C06}"/>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DB1D1660-DCD1-4C2B-8525-D2482041CE4B}"/>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AB236867-E914-45D4-BD02-F480D3ABAEE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34EB0154-6CBB-4CDE-94D3-D173A136A9E5}"/>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9C95EA59-AF79-4EDA-AFC4-BE1A628134A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35F6655D-226F-4995-935A-295AF8BB416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4115CB3E-ED2D-4AF3-BACB-B158E13224A5}"/>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330CDCA-204B-4662-958D-A1BB62ECCA8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6155EFD6-F9AA-4882-ACC5-E9B58D5B5526}"/>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CB417CB-826F-4728-B2DD-48DD24E9F511}"/>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26B95AF8-737D-4C79-92ED-855545C88E3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5EEB7DA9-F324-4350-87C4-C95EE3A74FAE}"/>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DA48A326-7AAE-44FB-BFAC-9B281E9297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813F23F0-283A-4E75-99DF-429970F58F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5E4911B6-6E96-4096-B5C6-F18D243045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3D3F825-CCF6-43A2-AC33-B2D0ABCE20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3410758"/>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054E98E2-78B4-455C-A1D6-AE2319E18F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9">
            <a:extLst xmlns:a="http://schemas.openxmlformats.org/drawingml/2006/main">
              <a:ext uri="{FF2B5EF4-FFF2-40B4-BE49-F238E27FC236}">
                <a16:creationId xmlns:a16="http://schemas.microsoft.com/office/drawing/2014/main" id="{07BC8576-A7B6-4442-AA7D-6E50240D4A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Task 해결과 System 문제는 다르다">
            <a:extLst xmlns:a="http://schemas.openxmlformats.org/drawingml/2006/main">
              <a:ext uri="{FF2B5EF4-FFF2-40B4-BE49-F238E27FC236}">
                <a16:creationId xmlns:a16="http://schemas.microsoft.com/office/drawing/2014/main" id="{642D0623-56F1-4DE8-BA6F-DBC9CBFE22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274BC353-4B71-4DA4-AC8C-35338D59F3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D217A162-E2C5-40B1-9AA2-3D0D84183B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CF69B017-F966-42EF-A748-1629442B3A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F34EA4B7-6BAB-4EBA-91FD-0C2B6086B2C9}"/>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EA01D183-A243-4BD1-B1A7-1F4588CF7053}"/>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FFF790F9-0179-4D23-B629-D99199DAAD6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D1F229A1-A6B5-4756-B82E-D8FF17CF2AE2}"/>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D3F6FB2-F5FB-466C-8AA9-B1F4ABA7F29B}"/>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71769BB3-0EE3-4B46-903B-3EF4FA4EC719}"/>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5542F406-318E-41A5-9D4F-6D4AD05AFB56}"/>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AE85DA69-41F4-4EF2-96EC-DF5B7B2F861E}"/>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5E657200-BF54-4121-8ECD-954A2AB1E6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340450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055ADB24-2F91-4C62-859F-A418593C5A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0">
            <a:extLst xmlns:a="http://schemas.openxmlformats.org/drawingml/2006/main">
              <a:ext uri="{FF2B5EF4-FFF2-40B4-BE49-F238E27FC236}">
                <a16:creationId xmlns:a16="http://schemas.microsoft.com/office/drawing/2014/main" id="{7030D979-F099-4D1F-AB58-AA36C9B747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원인에 맞는 Layer를 고르기">
            <a:extLst xmlns:a="http://schemas.openxmlformats.org/drawingml/2006/main">
              <a:ext uri="{FF2B5EF4-FFF2-40B4-BE49-F238E27FC236}">
                <a16:creationId xmlns:a16="http://schemas.microsoft.com/office/drawing/2014/main" id="{577191B6-2406-4380-8F8B-4F03F57FA6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A95C2D8C-0CB4-496D-A9D3-147BD0AD2D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B1B7F940-02AF-4DBA-809B-0F957C197A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97BDE13B-B22E-483E-B55F-523623BBB2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276CD860-5E02-41C3-9328-9E00AAC5DDF5}"/>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FE98203D-BE46-474E-8635-4907870D0656}"/>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3269153D-D6C1-4D28-8484-28041740E4DD}"/>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39B25364-818C-4829-A847-A0E95399E492}"/>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A25784B3-233B-4ABB-A624-DCC293B1962D}"/>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97455989-B607-4401-9E4D-56998CCF0902}"/>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1723130C-D397-454D-A196-B8B0291FFCDD}"/>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2DA3BC31-6EB4-406F-B862-BDF5A04C2C26}"/>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2B4E71C9-8B88-45F7-9511-EBDF7F5799FA}"/>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FA6F6FB6-183E-4E9F-A0BB-351F1AA67AB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7B8ACB2B-AA36-440B-BE8D-526663EDE73E}"/>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086279CF-CB69-408B-84D0-49F39B9736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47174072"/>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E66489A4-59FC-4C7F-8E3F-CA9A76B78D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1">
            <a:extLst xmlns:a="http://schemas.openxmlformats.org/drawingml/2006/main">
              <a:ext uri="{FF2B5EF4-FFF2-40B4-BE49-F238E27FC236}">
                <a16:creationId xmlns:a16="http://schemas.microsoft.com/office/drawing/2014/main" id="{839E8E21-AC74-45DE-B8D9-046A1C9D3E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실패 지점과 원인 Layer 구분하기">
            <a:extLst xmlns:a="http://schemas.openxmlformats.org/drawingml/2006/main">
              <a:ext uri="{FF2B5EF4-FFF2-40B4-BE49-F238E27FC236}">
                <a16:creationId xmlns:a16="http://schemas.microsoft.com/office/drawing/2014/main" id="{0C8E2A49-ABB3-4C4B-A2F5-5C36BC2C61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00A60FD5-0338-41D8-9443-562A8FACFB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1D8B0CEA-27E6-4C92-9F4B-4C8FE4DDC4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04684161-F1B3-4353-824B-9417800660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C1767100-C707-4AD8-B312-97239B845F9A}"/>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CF500F9B-E617-42E9-A9F1-33C08137D01A}"/>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6C2C5B9A-A4AD-48EB-8D69-7410F38CFF55}"/>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6B15C115-BB82-42CF-BE60-68C0D236A299}"/>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582D3B5B-E508-4850-9AFC-EE96513C5847}"/>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77F1E2C5-88B8-477A-BED1-DAFDECC8B048}"/>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961085AF-857D-4286-BE1A-873568668D17}"/>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4A1E83EE-5C56-4AF2-AE82-F42BEB097585}"/>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27A025E-8667-422D-9F26-A8FC24819E06}"/>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DB7762CF-358B-4F63-8BD9-8F233D1C2BB7}"/>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592C7758-6EA7-47D2-A9E0-65BD50983D7A}"/>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0763B8CC-1A08-4202-953E-6E6CB305FE99}"/>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DC676F0D-DF01-4085-B142-5CAD935B55A9}"/>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7E841E74-6ACF-49FE-B458-A1DE81A43A69}"/>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489C7B5A-3A8E-4DD4-BF4D-30468277788A}"/>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28BB4B61-F315-4C76-80A5-C9C781B8B7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4589378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7C09928D-E6E2-4B24-AB11-D91C6DF0C9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2">
            <a:extLst xmlns:a="http://schemas.openxmlformats.org/drawingml/2006/main">
              <a:ext uri="{FF2B5EF4-FFF2-40B4-BE49-F238E27FC236}">
                <a16:creationId xmlns:a16="http://schemas.microsoft.com/office/drawing/2014/main" id="{3D014C66-2963-4269-88BF-AC11418437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먼저 관찰하고, 그다음 가설을 세운다">
            <a:extLst xmlns:a="http://schemas.openxmlformats.org/drawingml/2006/main">
              <a:ext uri="{FF2B5EF4-FFF2-40B4-BE49-F238E27FC236}">
                <a16:creationId xmlns:a16="http://schemas.microsoft.com/office/drawing/2014/main" id="{143B3944-5423-4B41-976F-124D3FD9D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B2C83573-DD5C-4735-AB76-4826B2ABA8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D98CE9E5-C495-4244-84B8-BCF1CBA92C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5CE26F2-D2BF-4034-9A03-4DED4995C6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ECA192C7-BA38-46A2-95E7-9117F52F21DF}"/>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408174D2-6615-4596-A3A6-AE54A67416B2}"/>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EB42612C-8774-4756-9B4E-3F40ECDEBA62}"/>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DD30797-7FD8-4A10-BD34-D672D9B9B39F}"/>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46583B8-7943-4FAF-BFC3-C40EDD176A7C}"/>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4714DB92-87B0-44AB-BD93-9A4688B01A12}"/>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4DC32CC1-B0EB-4260-A03D-72A863F1D4F3}"/>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4DF2300C-F421-450D-A490-475BFB3753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4783792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17F013A2-6B54-477A-AF59-20D1E59579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3">
            <a:extLst xmlns:a="http://schemas.openxmlformats.org/drawingml/2006/main">
              <a:ext uri="{FF2B5EF4-FFF2-40B4-BE49-F238E27FC236}">
                <a16:creationId xmlns:a16="http://schemas.microsoft.com/office/drawing/2014/main" id="{024AB3FD-C2A0-470D-AE8E-502DFACC7B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Cause가 지지하는 최소 변경">
            <a:extLst xmlns:a="http://schemas.openxmlformats.org/drawingml/2006/main">
              <a:ext uri="{FF2B5EF4-FFF2-40B4-BE49-F238E27FC236}">
                <a16:creationId xmlns:a16="http://schemas.microsoft.com/office/drawing/2014/main" id="{1D82C65A-7887-4841-98B6-D5A68E4A3E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D4AD604B-D301-465A-8172-A4DBF3FE64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21885A0C-85B3-4D65-8EAD-34BBDEA72A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555E5B4-5DB4-4692-A8E2-57B3E410BE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EC635E6-0E3A-4E2E-93C1-87BF803F9C1C}"/>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BB43D329-2A82-4E97-B214-3010F3971B20}"/>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39DB58C4-0E86-4334-91F8-EC5BF24A6CC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05989DF1-CD50-4EFE-8583-6627BC8B92F5}"/>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B20F28C0-C7D7-403C-9589-E1C272FEB4C3}"/>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C699329D-7534-49BE-8191-15AC9214EDB4}"/>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936D1874-E0AA-4D7D-9EEB-39BC13321732}"/>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72DF2534-2FB5-4B6F-A48C-6A0CF18150B8}"/>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E064D2BE-40C9-4158-8AE2-F313DEAB199B}"/>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21A41037-9EE6-40E8-9232-A7937E3BDB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6945677"/>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FE57B0B9-1085-4D04-89C9-7F6B3BF029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4">
            <a:extLst xmlns:a="http://schemas.openxmlformats.org/drawingml/2006/main">
              <a:ext uri="{FF2B5EF4-FFF2-40B4-BE49-F238E27FC236}">
                <a16:creationId xmlns:a16="http://schemas.microsoft.com/office/drawing/2014/main" id="{E3756630-BB9E-4833-BED8-871752D60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같은 Task의 재실행만으로 충분할까?">
            <a:extLst xmlns:a="http://schemas.openxmlformats.org/drawingml/2006/main">
              <a:ext uri="{FF2B5EF4-FFF2-40B4-BE49-F238E27FC236}">
                <a16:creationId xmlns:a16="http://schemas.microsoft.com/office/drawing/2014/main" id="{D891948F-89BF-42B4-BB6D-C0C1AED265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9EBCB9A3-AB9B-489A-AE61-A3F465E453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252F4B48-BF88-44F1-9AE8-3B021C7820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C82B467D-9C96-4E77-836D-9EBB76D43D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D0A087EA-62D5-4BA5-834E-5B23F4973851}"/>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651E0CE6-31BB-4C6F-8B3B-180CBDAED782}"/>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14083F3D-044A-4562-9314-917A2026ACB3}"/>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448D196-3C25-4C45-93C8-444D6986CA6B}"/>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F2FB6DE3-8D6E-4838-B448-F257A4AF6437}"/>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567C8D0B-8BB2-4D16-A9B4-0F7097FD060F}"/>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8AC5788D-809D-44B7-A335-9F5327EF2EFC}"/>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100A31B9-4644-45EE-B22A-6EEE715A71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271464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BC39C278-FB08-4B8F-B53D-DF760E03858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5">
            <a:extLst xmlns:a="http://schemas.openxmlformats.org/drawingml/2006/main">
              <a:ext uri="{FF2B5EF4-FFF2-40B4-BE49-F238E27FC236}">
                <a16:creationId xmlns:a16="http://schemas.microsoft.com/office/drawing/2014/main" id="{A6CD4603-88CB-4C12-A2B3-55A5FB9AD9E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대표 작업으로 변경 범위를 확인하기">
            <a:extLst xmlns:a="http://schemas.openxmlformats.org/drawingml/2006/main">
              <a:ext uri="{FF2B5EF4-FFF2-40B4-BE49-F238E27FC236}">
                <a16:creationId xmlns:a16="http://schemas.microsoft.com/office/drawing/2014/main" id="{B8F6EE63-B908-49FA-865F-8D1874F250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3AC113D7-1095-4A4B-B56C-A4F7FEF185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865DC052-B903-4AC8-BC93-133C2A400F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2A7E74DD-DDDD-464A-B89F-3F735DD505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6D04034D-E450-4EF2-B44C-E895502DB7E1}"/>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89F9D7F1-F0A2-4CEE-BD4D-11A028497FF1}"/>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A05FB98E-7E8A-4559-8B4F-E1593493F043}"/>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F3B8131-21E5-4440-A210-03D35876BE0E}"/>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CC624669-5A44-4F44-A7B7-436AB15C562F}"/>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DEBA25B1-320C-4C96-A22F-52A4ACE846B6}"/>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760EE611-67A2-4B6B-83B0-BB119BF4AE31}"/>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6D566E32-E48D-4326-AEE6-DA338E1A481E}"/>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DF59C28C-A3EE-4E69-BE65-177D1EFFF351}"/>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0D550628-2C64-43E8-8C1A-A1F5C6841311}"/>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CCBB7BF6-07CE-4C67-B3A9-7C7844945E72}"/>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E862ABCB-75A7-40E9-8BD7-65F93464867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8EAB4641-48DE-4B0E-B43F-1179A42A1DC6}"/>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5A3C9B2-D13B-4236-B846-2A53A19FD531}"/>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34EDB38C-0ABB-4830-A384-2E5C698A0D5C}"/>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277490A3-2A36-4B52-8F6A-ED5BF1075D6B}"/>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19827517-5C8E-4A4F-B866-E9EA41ECDB9E}"/>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AA9E8E79-56D3-426D-9E20-F6626F32A95D}"/>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4C93B43D-FF89-4BA6-BBFF-176A7272751F}"/>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3C692500-491D-49C2-9260-FFA8E8584195}"/>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A1C22CD3-9F89-4701-8F0A-503792928AFC}"/>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EB37DBF3-4EB3-420C-B85C-AE9DB5F7A0D5}"/>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5B8A93B8-DC27-4A68-AA62-18B226E36F0D}"/>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D311F2DB-28F8-4929-BBAB-E8192C15D2D7}"/>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BE68176B-7B67-4509-BB18-0E47F4FB338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96DEDCFF-E081-440E-9C6E-1CF84E82C406}"/>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2F4AACAB-9819-4798-B571-255D6ED036B3}"/>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63A2C407-5015-4EB8-AADB-07F4D1F54B1F}"/>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66F567E8-9185-405B-97A4-57165A1B1CC3}"/>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14FAD159-B4B6-42DF-85CA-080387A9C0CE}"/>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5766BE3A-5A31-43C6-BF08-131954F837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7859304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27639E3E-06D2-4E14-B7FF-EE6DBFD271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6">
            <a:extLst xmlns:a="http://schemas.openxmlformats.org/drawingml/2006/main">
              <a:ext uri="{FF2B5EF4-FFF2-40B4-BE49-F238E27FC236}">
                <a16:creationId xmlns:a16="http://schemas.microsoft.com/office/drawing/2014/main" id="{1B148797-2F98-4425-A7C8-928DF5C797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Harness도 특정 실패에 맞춰&#10;과적합될 수 있다">
            <a:extLst xmlns:a="http://schemas.openxmlformats.org/drawingml/2006/main">
              <a:ext uri="{FF2B5EF4-FFF2-40B4-BE49-F238E27FC236}">
                <a16:creationId xmlns:a16="http://schemas.microsoft.com/office/drawing/2014/main" id="{E7E35426-1239-4B2C-84CB-06C9B47F1C1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FCA1D4C-638E-4997-96EE-B7155A856D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BBB8F8CA-746D-4AFD-A84B-9233FD26EB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63FE953B-67FD-479D-A3A6-CAA63B0478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0583CA20-D086-4CCF-B0A2-DBAFE2C7D5EE}"/>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0864785A-B555-45CC-B10B-50A33DBFC624}"/>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2688902-5BC6-4377-AB1D-3313EEBF4364}"/>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DF2D63F2-D4FA-4481-B582-FD2C3B0029C0}"/>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A6E5A18E-0536-405A-A624-900180CE97E3}"/>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2EB413D5-0CD8-4E68-88DE-A2E987E0726C}"/>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0EA6F60D-6735-41EE-AD3A-14D04EA70AA6}"/>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CC6B07F3-370C-454F-BDB0-AAC479A43BCB}"/>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A9088791-A77C-47AD-8966-532A0231CA7B}"/>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03527D90-E8A5-4141-A65D-B429BE667D42}"/>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3DA714F2-609E-4197-802B-EE57E065C713}"/>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45A629FD-FD82-4626-88C3-165CDDF05D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673974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E6A46512-4368-4CDD-956E-78DDFEFE97B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7">
            <a:extLst xmlns:a="http://schemas.openxmlformats.org/drawingml/2006/main">
              <a:ext uri="{FF2B5EF4-FFF2-40B4-BE49-F238E27FC236}">
                <a16:creationId xmlns:a16="http://schemas.microsoft.com/office/drawing/2014/main" id="{BE58AEAC-BF3D-4728-9976-D593F226997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Feedback을 System Change와&#10;Evaluation으로 잇기">
            <a:extLst xmlns:a="http://schemas.openxmlformats.org/drawingml/2006/main">
              <a:ext uri="{FF2B5EF4-FFF2-40B4-BE49-F238E27FC236}">
                <a16:creationId xmlns:a16="http://schemas.microsoft.com/office/drawing/2014/main" id="{1B776501-6FB6-40DC-8849-855026422F1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9276B5E1-4530-445C-9129-B8F89AF964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2537D913-B70C-4672-BE4F-5925706F04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C75995DA-5BF2-45CF-AFC0-88076AA2EC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CCFFB153-018F-451D-8B53-E72F14B61945}"/>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CB5A5D5C-E227-4B21-A124-18CAD53C4DB1}"/>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A56BD5B-39E2-4DB5-A298-6E9977E499F4}"/>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0DB144CD-6878-4BD1-832F-2355E712E617}"/>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F910818D-4B3E-4935-9518-BF038262A514}"/>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E77F1C50-5539-499D-A200-84FB1329917D}"/>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36915EA8-9F74-4EB8-8683-331A7B6F1714}"/>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1C92AACB-E02E-4609-BB2F-0FAD8E79A4B6}"/>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644FFEA8-BDCC-40F8-B897-7F9B195CB896}"/>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139EA457-E5C2-4881-8740-ED3D580DCB33}"/>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AE143845-BD65-4476-96BD-1DAB85413F30}"/>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5C9DA315-FA3C-4942-BF93-B645BA3EE751}"/>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BC8176CB-3B4E-4662-8B80-84D4BC96F751}"/>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0B8DA109-EF58-4468-94A9-B7DB92BAC189}"/>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0AAF26E1-567E-4275-AB0C-3D99C093507A}"/>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EFFAD94A-A561-431E-BE32-7AE4E11EDFCC}"/>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3FC16E6F-5EC3-4A53-97C7-FA68F95C5595}"/>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123FD82E-D076-4238-BD44-D431DF631B43}"/>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7ADDB387-B837-4DB8-AD4C-D523289EC69D}"/>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083DDDC1-2A3A-445A-A109-780517382C11}"/>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1CFD2EF6-034E-421D-B98C-39F4DAEDB370}"/>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AABBB9A1-3F9C-437E-AC95-7907AB7B575F}"/>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F727DE32-B3CB-44D3-AF58-776CB106887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70B52C77-DBCF-46B4-BD9F-61061C5BF783}"/>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E5041270-DCBB-492F-906A-630344DC33C3}"/>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B9A86983-A609-48C5-99A6-38FD2B9C7C54}"/>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A81F57D-4F0D-4880-8E29-9CBCE4FAC350}"/>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84203309-DFF5-4A71-9200-065CF625F3B5}"/>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D6611D2D-DF08-4AA0-A559-1A276FD7EA8E}"/>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062769C3-4516-4A71-B673-7C418BFAEAC5}"/>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C946D03F-92DE-4344-B950-D25186D51182}"/>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B0CCADE6-9B53-4037-BC00-8F36FEBDB7C2}"/>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9C5884AD-BEFD-45C0-9B62-42EB8E3550E7}"/>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83046E4-BDFB-4C68-AAA1-FF6493D8AD85}"/>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C45AE5B7-909D-438E-9771-ACD1D2283735}"/>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FA0B79D0-4898-43E2-9F17-2CFEE97FDC82}"/>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C2479802-424B-4F4B-B544-C5F29B16BB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5296713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BB8AF8A7-00F7-4987-A7E6-D2CD449A8C2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8">
            <a:extLst xmlns:a="http://schemas.openxmlformats.org/drawingml/2006/main">
              <a:ext uri="{FF2B5EF4-FFF2-40B4-BE49-F238E27FC236}">
                <a16:creationId xmlns:a16="http://schemas.microsoft.com/office/drawing/2014/main" id="{AB9F4121-7959-42BA-8206-1F199E7749C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실제 제작 기록: TRIAL-006">
            <a:extLst xmlns:a="http://schemas.openxmlformats.org/drawingml/2006/main">
              <a:ext uri="{FF2B5EF4-FFF2-40B4-BE49-F238E27FC236}">
                <a16:creationId xmlns:a16="http://schemas.microsoft.com/office/drawing/2014/main" id="{354A0F38-1193-40AB-83A9-F8BA6DC8EF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BCE29626-7BEC-44BB-B725-1EB57DB275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3C98D9A-AB8B-4CAB-BC2A-D1831A5488D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2294F3E3-C59C-439A-97AA-D1EFD5432D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8BDDB5D6-1800-46D1-B1C4-7FF8CA53E3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251483D1-D788-4D77-91E6-F10B6CB41484}"/>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C60AAB74-9767-48A4-9760-86A32F11EC7D}"/>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E87F400E-3C78-4CB9-91BA-BED58205FD0B}"/>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41278A55-1A3E-4729-B254-451944578DFD}"/>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7773F34F-56D7-4B24-8E06-5075D3F94D31}"/>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6C0B79BB-6E08-4754-BFC5-9D7BA7AEB8DD}"/>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8A7754A-DFCC-4348-A947-16F72E43096C}"/>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0A3FBE28-0760-44CF-A6CE-8E88520ABC34}"/>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41F48FF1-0B4F-450A-BB62-AC7CC2C31E0E}"/>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1AE0ADDB-68F3-444B-8EDC-78A38A8385DB}"/>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4F2FD7C2-6997-4569-AAD2-8B5ABD74F8B9}"/>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EC565659-597D-41C1-B9FA-639C42F8DC2C}"/>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6B63373A-383D-4417-956A-B4031CCA0219}"/>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35DA21F9-559E-429F-8EF1-669B914602F2}"/>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9AEF9D2A-41C3-4220-A59C-C69C72688826}"/>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4C15222F-8E06-4162-AB08-FB3832A61AF9}"/>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10AC3443-AF06-40DA-A639-B8B2C74483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85123297"/>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D46E4987-A3D1-4451-AC03-2692CD4E74C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9">
            <a:extLst xmlns:a="http://schemas.openxmlformats.org/drawingml/2006/main">
              <a:ext uri="{FF2B5EF4-FFF2-40B4-BE49-F238E27FC236}">
                <a16:creationId xmlns:a16="http://schemas.microsoft.com/office/drawing/2014/main" id="{D8DE45E8-9694-4014-92E5-7B62F574F7A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결과의 타당성과 원인 귀속은 별개다">
            <a:extLst xmlns:a="http://schemas.openxmlformats.org/drawingml/2006/main">
              <a:ext uri="{FF2B5EF4-FFF2-40B4-BE49-F238E27FC236}">
                <a16:creationId xmlns:a16="http://schemas.microsoft.com/office/drawing/2014/main" id="{D2C46842-99A7-420C-B163-C6B1FB19D8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E6195CE6-CEF9-4B6A-9E16-76090CDBEE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B40E44E-DF3E-4CD0-9526-95A283F215E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B4D1F090-8889-4805-93D2-33203C8EB1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A60D2AFE-BCF2-4E50-9F60-27BEAE3CA5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EFC98E55-44CB-45C2-9C1A-DA466E4CE104}"/>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5F0FD88F-8BFC-477F-90C0-C5D6EAD8D335}"/>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D7BB6C3F-541C-42D1-8870-3F0CADC51359}"/>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77104F16-7245-41B8-B85E-C560B3DDA98F}"/>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F3A48E41-7B8E-4CCA-B38F-0ECF737DA1EE}"/>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6AFBA06-76BA-4E8C-A6AD-B5E59957FD84}"/>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856BE55-67AF-44A9-ACCD-605A22B7A8AE}"/>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EE0FEC6A-E3C7-4033-87AD-D98A33B9D6A2}"/>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8E3D80EB-6111-4086-823F-33A90FF6E497}"/>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9B37D431-D490-45A1-AF0D-BBB6A23853CA}"/>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3D935567-9518-4B90-B3E4-280AEF619F29}"/>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62F86FE0-B2A5-4062-B9DA-89F9A288CB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10254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B9EBC61B-DFE8-4751-99B7-8CAA8E572FD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0">
            <a:extLst xmlns:a="http://schemas.openxmlformats.org/drawingml/2006/main">
              <a:ext uri="{FF2B5EF4-FFF2-40B4-BE49-F238E27FC236}">
                <a16:creationId xmlns:a16="http://schemas.microsoft.com/office/drawing/2014/main" id="{88DB8DF3-5BF6-46A7-A139-377773EBFC8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평가와 보고 규칙을 Evidence에 맞추다">
            <a:extLst xmlns:a="http://schemas.openxmlformats.org/drawingml/2006/main">
              <a:ext uri="{FF2B5EF4-FFF2-40B4-BE49-F238E27FC236}">
                <a16:creationId xmlns:a16="http://schemas.microsoft.com/office/drawing/2014/main" id="{C9F57F40-A29A-4EAB-888D-E31D3D3B1B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11F638CE-D5FE-4106-847E-6FB516AD24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5669C78-DBC8-4B06-A377-CE99D3ED202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01582346-5104-4EE0-9A73-F35945A545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105C430E-21F4-4703-834C-8998F80EF2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3E66B452-0A8E-4D28-9B37-CE4DD398A1F3}"/>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F503A04E-5E82-4289-8B13-E7D7115FD5EA}"/>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B97CACAD-F39C-4297-8A03-A69B4A41B474}"/>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3B4024C4-DDF5-4CAF-B3C5-C1FD837F05C2}"/>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073992EF-1A65-4ABE-8F21-49B1B908AF0A}"/>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E7E66484-FAB5-41BB-A88E-A35CFDA2415B}"/>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46365C2-4D56-4C13-971A-12871A5C3AB3}"/>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14BE6378-14CB-4829-9F1D-5AA032ACFEA1}"/>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18A910FB-C623-4428-9F5B-634FF248FB11}"/>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979E5526-E71D-4DE8-B367-42084257CB42}"/>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3297B38-3047-4BC5-B692-4E69DFE50F51}"/>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9BFCCDFD-4422-4F7E-A84D-95CE36EFCB0D}"/>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3DE6169F-3CFF-4EB2-AB59-765779122336}"/>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6FB33E05-B11F-4891-B52A-DEDE0B0444D8}"/>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158BDD06-B79C-4B39-A071-5668DA9E51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6279150"/>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DAFE76E1-0DE5-4F8F-A1D1-4BC92A5E06E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1">
            <a:extLst xmlns:a="http://schemas.openxmlformats.org/drawingml/2006/main">
              <a:ext uri="{FF2B5EF4-FFF2-40B4-BE49-F238E27FC236}">
                <a16:creationId xmlns:a16="http://schemas.microsoft.com/office/drawing/2014/main" id="{7CDDF62E-839A-43DC-8AA2-266F7DB5274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후속 기록은 개선됐지만 완전하지 않았다">
            <a:extLst xmlns:a="http://schemas.openxmlformats.org/drawingml/2006/main">
              <a:ext uri="{FF2B5EF4-FFF2-40B4-BE49-F238E27FC236}">
                <a16:creationId xmlns:a16="http://schemas.microsoft.com/office/drawing/2014/main" id="{77D274DF-FED3-4319-9C79-2E74C715C4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44BD404C-FA51-4B1B-8315-714731D0F3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F24AEBE-3458-4AAD-BEB2-77AFAC5E7B7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F6D6FED9-73F7-43C3-86C8-1A6CAA36BE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2F808C97-A568-40BD-8165-2A963B8E09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C2D623BD-6916-4609-95E6-5AC38CFD374C}"/>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C9FACAB7-1501-4C0D-9FC0-CA1F68891F0D}"/>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21D39FE0-705B-4777-B63A-3D2D7E3B700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1B4C6C66-5EDD-40E5-827A-082697E49960}"/>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F6FF193A-3357-4177-B73B-6012939D2DA7}"/>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0F57909B-6C28-4104-9799-41E9DB0125C1}"/>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380F6D3B-99CD-42D4-9975-275BA00B40C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AB70F62C-4216-4E14-B7FE-C9CD94DB2A3B}"/>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552157C8-EE7B-485A-91C5-E76119D9CC70}"/>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24050C47-D6DA-46B3-92C6-9E57E7932147}"/>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13FEB94A-393B-494E-BC56-80D6F0858378}"/>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0D16C933-5C0D-451B-88FB-D1FDCD2B65C5}"/>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C8151AEF-CDC7-494E-BB29-761723AA0372}"/>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9615C1CE-2618-4D66-AFC5-E77B28B325FC}"/>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ED465103-300D-471D-B579-7E2E2760405A}"/>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76AFEEA0-630E-400F-A0DD-FDE9A7DF13C4}"/>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6062E132-3AFA-421F-9ACD-CFEBAB3DE3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9027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8CA5681A-277B-4BD0-97DC-D0E033D975D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2">
            <a:extLst xmlns:a="http://schemas.openxmlformats.org/drawingml/2006/main">
              <a:ext uri="{FF2B5EF4-FFF2-40B4-BE49-F238E27FC236}">
                <a16:creationId xmlns:a16="http://schemas.microsoft.com/office/drawing/2014/main" id="{B0BD6734-4CCF-4650-8659-1465F980F8A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실제 Meta Loop에서 바뀐 것">
            <a:extLst xmlns:a="http://schemas.openxmlformats.org/drawingml/2006/main">
              <a:ext uri="{FF2B5EF4-FFF2-40B4-BE49-F238E27FC236}">
                <a16:creationId xmlns:a16="http://schemas.microsoft.com/office/drawing/2014/main" id="{06DB108D-A2CF-413C-AE9E-AB1AE77A44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1A4F902C-1BBB-4B00-8D90-BFE7822F90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11377BD-C053-4E4C-9B6B-644EEF5F56E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F3EA28A4-19D2-45CC-ADAE-25216C2DB6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BC500B68-4847-405C-B14C-AD309E6329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545F9F5F-B7CB-44E9-8BDE-15433568B927}"/>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DDB57067-797F-4215-B09E-1DE9C61ED2BE}"/>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957814F7-F8A1-4A7B-B547-2FB2D251AC38}"/>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E191C676-B34B-45DB-A2D6-BC8FC029A1C5}"/>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2A53982F-F126-4C64-8537-4FD8F2EB936E}"/>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6E79F9B4-BD4E-4636-B276-C85445D705D0}"/>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6D5A89B0-0F6C-422F-B1D5-00D4C6536777}"/>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37320254-5A01-45E9-AE94-9556D96364A7}"/>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7D3BA466-C40E-49BE-9291-C9ED8BC4E1FD}"/>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48D8B934-069B-4244-8D8E-B48CF71E6A24}"/>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18784947-13EE-4A3C-A515-467A96F6CA4A}"/>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D7A58B62-132E-46B7-9F24-B1B0DA6D30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9581833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216E5923-89F0-4922-9601-6D0C667639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3">
            <a:extLst xmlns:a="http://schemas.openxmlformats.org/drawingml/2006/main">
              <a:ext uri="{FF2B5EF4-FFF2-40B4-BE49-F238E27FC236}">
                <a16:creationId xmlns:a16="http://schemas.microsoft.com/office/drawing/2014/main" id="{D9588675-CDCA-4E92-BD30-4B41275B95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와 환경이 바뀌면&#10;검증도 다시 본다">
            <a:extLst xmlns:a="http://schemas.openxmlformats.org/drawingml/2006/main">
              <a:ext uri="{FF2B5EF4-FFF2-40B4-BE49-F238E27FC236}">
                <a16:creationId xmlns:a16="http://schemas.microsoft.com/office/drawing/2014/main" id="{C15968A2-391F-4666-A1FE-FD1178D6ED4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96AD7ED9-29A0-495A-BC72-6570167A55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5E66DB75-0A8A-4F45-85E8-2959D98CF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C86A79A9-65FE-4BB7-B3B6-B7007FD658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FEBA4589-2A35-4E49-AC8E-16AECEF2CC95}"/>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7A6FA2C-E362-4063-A516-3E0918D4422B}"/>
              </a:ext>
            </a:extLst>
          </p:cNvPr>
          <p:cNvPicPr>
            <a:picLocks xmlns:a="http://schemas.openxmlformats.org/drawingml/2006/main" noChangeAspect="1"/>
          </p:cNvPicPr>
          <p:nvPr/>
        </p:nvPicPr>
        <p:blipFill>
          <a:blip xmlns:r="http://schemas.openxmlformats.org/officeDocument/2006/relationships" xmlns:a="http://schemas.openxmlformats.org/drawingml/2006/main" r:embed="R6fbdf4559a7441da"/>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20D76D20-A884-4488-8FAE-C64C5B6F8EDC}"/>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DD422051-04AD-4A15-940E-15A46FD8668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0ABBC595-93A9-493F-9473-3C3F3FCA348C}"/>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859589C8-34BA-4B9A-BBBB-1D97EB52CD3E}"/>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1CD98F1F-FA5A-4F99-99E2-334CECF7A8B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2EE69F1A-2890-4EB3-A402-1E0442628D74}"/>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32057D8A-E46F-41C1-82C8-AD77F20B0727}"/>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28341E90-66AD-40F2-9A86-407610535668}"/>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0AD69E55-3ED9-4E1A-ADDE-E1E5CB1D5D68}"/>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6CDEDDE9-92B0-494D-BC63-0957FDD8F82D}"/>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9E27968F-AE3A-498B-BA6F-47D6A17975B1}"/>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74C514D-7852-407B-8684-BFC9CFF0A339}"/>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4D4FE685-382E-4257-8EFE-319BB7BE2CC6}"/>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D769851D-AA8A-4503-B940-35AF4AAD50E0}"/>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A3FB290F-4FB9-4EF6-9B14-F91C80B8AD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8570269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AF8FDE16-1D03-4740-AD13-81F650AD06F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4">
            <a:extLst xmlns:a="http://schemas.openxmlformats.org/drawingml/2006/main">
              <a:ext uri="{FF2B5EF4-FFF2-40B4-BE49-F238E27FC236}">
                <a16:creationId xmlns:a16="http://schemas.microsoft.com/office/drawing/2014/main" id="{58184FF9-E1D0-41FF-B69E-5219D33DE1B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여섯 시간의 Story를 한 장으로">
            <a:extLst xmlns:a="http://schemas.openxmlformats.org/drawingml/2006/main">
              <a:ext uri="{FF2B5EF4-FFF2-40B4-BE49-F238E27FC236}">
                <a16:creationId xmlns:a16="http://schemas.microsoft.com/office/drawing/2014/main" id="{627F0EB4-3A88-4B1E-9D37-DBDEC8F903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6A422375-95BA-4E87-815E-FD7599FA49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CCC91FB7-1C20-4AE9-BCD3-36283DD7D2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B1F469F0-619B-40F1-9CC2-0E25EAD3CE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52D972C6-B18A-47B1-9894-FA8E777D3B5D}"/>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C3224365-2BC4-4D8E-BE90-02B48306C104}"/>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399EB49-8889-4429-88DB-25E7E01A1C4A}"/>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B0AACDE9-38C0-4416-BC0F-A16D6116E2C2}"/>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6BD8ADFC-E693-4E76-A422-77AAFBD5E7DF}"/>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CBA326B9-0B91-42F8-9BC7-3A371283E866}"/>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BCE3F088-E58A-45A2-8B4D-0E441E47281E}"/>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B71787FA-5715-4C26-B977-08850F6126BD}"/>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14C539FF-366D-4B59-921F-D9A532B9B504}"/>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9D2E74E9-3386-4597-9B0B-552A20AB46B6}"/>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72267C58-2380-4036-8009-967D3D50C598}"/>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8D748155-B7F4-4A23-A24A-8F8876654AD8}"/>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63840923-BE91-408A-90DD-0D21333637A7}"/>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947D554A-60FE-40F0-B306-FB40EB19E507}"/>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F9052CB1-D520-4D13-8E46-8CA4CC2C8E7C}"/>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C826DF99-A52F-4EE2-98CF-06BD242824A6}"/>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20E3764C-D075-4DDB-9EE8-365A6871ADDF}"/>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84288C06-25B6-4B90-BE42-00D888388225}"/>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603F53C-405A-4CBD-ABC3-AB04B65F68D7}"/>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49D1321E-7C3B-4B01-B758-609C6D744965}"/>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6BF9FFB7-EE89-4B42-9300-A69EF84CE175}"/>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D42580BC-6A79-4C0F-975D-DBAC1661F292}"/>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5402BEB8-0B78-45B5-8C79-E287FACF71CC}"/>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17E9CBC9-77E6-4B61-8118-F6BCDA472B4C}"/>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BCBE3E3F-8748-4F6F-AABE-E7CE97167E98}"/>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37FED91F-E92B-4BD7-B255-CF2FD051E3C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E56321A1-C09D-4BD6-B5F6-199DF682EF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17992421"/>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04777187-BA22-4C36-823F-F3DB31F89F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5">
            <a:extLst xmlns:a="http://schemas.openxmlformats.org/drawingml/2006/main">
              <a:ext uri="{FF2B5EF4-FFF2-40B4-BE49-F238E27FC236}">
                <a16:creationId xmlns:a16="http://schemas.microsoft.com/office/drawing/2014/main" id="{903607A3-0B89-40EB-98C6-45E5B50529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하나의 Repository가 문제에 대응해 진화했다">
            <a:extLst xmlns:a="http://schemas.openxmlformats.org/drawingml/2006/main">
              <a:ext uri="{FF2B5EF4-FFF2-40B4-BE49-F238E27FC236}">
                <a16:creationId xmlns:a16="http://schemas.microsoft.com/office/drawing/2014/main" id="{B6091A6E-37C8-4E8A-A472-3CB22A90A4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F7A93472-78C9-44F1-BB09-66C0E606A8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7 / S33 / S46 발표자료 발췌">
            <a:extLst xmlns:a="http://schemas.openxmlformats.org/drawingml/2006/main">
              <a:ext uri="{FF2B5EF4-FFF2-40B4-BE49-F238E27FC236}">
                <a16:creationId xmlns:a16="http://schemas.microsoft.com/office/drawing/2014/main" id="{B6759AF3-52A4-454E-9D34-4C3D353041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S17 / S33 / S46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21E3EBD4-5EEE-4FF1-A79A-1B00A481E2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8DAA60E8-4414-4B51-90E0-4CF68192AF32}"/>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26983BAA-9D9B-45C5-8D4E-AD40B50290C9}"/>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1B9D8428-947F-45A7-ADBF-50C51A6B583B}"/>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8045EE29-69F3-4660-B794-344E2FBE21B2}"/>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10F50BCD-F736-40EA-9AAD-0A2B1FB3153F}"/>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5DB11A1-F197-42D8-A103-05F58DE15D29}"/>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FFFD0DC8-9322-4A6B-8260-490C6764C3CD}"/>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1DF46F10-2F74-4678-96D8-2793D9F27003}"/>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36EB2D93-6B33-4A00-9131-4DD2629367CC}"/>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FC2436D4-F092-43CB-B631-5A54E602BE43}"/>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06709CB-CC30-4C7F-8480-4B7D3E2D9418}"/>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0D74FE09-3857-4F68-8E3C-3F84F1AB08CC}"/>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1007A578-B3DF-43EB-BAE8-6879EC34C11A}"/>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347C8D0-FCD7-4E51-BB8D-5F3C82212604}"/>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110BAF66-E11A-416A-AF94-3FE0340A3C69}"/>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AC4D6C0-1DAD-4788-BA25-049C8DB3A1EF}"/>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9A8F1A06-50BD-4F73-91A7-1F9A8A41FD02}"/>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EE192C59-64F8-4DFA-87C8-92C1B465BEEA}"/>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6D642327-E45F-4D7E-A3A5-59A0C9125BD2}"/>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AA8C078B-6772-49B0-8E1B-530CBBBE8B16}"/>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222912F5-C5BB-4314-BF40-22CD50F951BC}"/>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0CE71FA3-90E9-4BE6-9A8F-E7B663DFB316}"/>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B9116C07-4034-46DF-A332-5BC7635AAAA9}"/>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4F00EF24-42BD-496C-8EB0-AE6B4796E1EA}"/>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C14BDB5E-4D9C-463C-A317-C4E44EE6BD96}"/>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AB9D6C71-6C6D-45B6-AD95-A3A05CA5E7CB}"/>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9361AFA6-7107-4C8A-985D-AC6E3898AA17}"/>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70755831-DF9D-4F78-8874-47861B7BFA6C}"/>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3F49FDD4-4D77-43B7-9B51-EA3DFA26BC03}"/>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0CC3CE5-A91E-4C4F-B289-C3C870B727EF}"/>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A2CDFD91-E026-4C1C-8720-E5102660699A}"/>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24A1D355-A024-4E9D-994B-E0B666D34E5E}"/>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B6496B6C-1F8A-42C7-9C96-28E87A0F40F0}"/>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6ECF720-D69D-42B8-BFD9-70B5F2324C64}"/>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B1A0636-6A99-4703-A004-232CAFDEB3B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8A8EB4F3-9A9F-4980-8073-221F7D479BB7}"/>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68E29C7C-4722-4D94-B1A7-5FCACA450029}"/>
              </a:ext>
            </a:extLst>
          </p:cNvPr>
          <p:cNvPicPr>
            <a:picLocks xmlns:a="http://schemas.openxmlformats.org/drawingml/2006/main" noChangeAspect="1"/>
          </p:cNvPicPr>
          <p:nvPr/>
        </p:nvPicPr>
        <p:blipFill>
          <a:blip xmlns:r="http://schemas.openxmlformats.org/officeDocument/2006/relationships" xmlns:a="http://schemas.openxmlformats.org/drawingml/2006/main" r:embed="R79313904f95d40d0"/>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73A5E27C-340D-4D69-A821-0E22A6661483}"/>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7 · STATE-00 → STATE-00-FIXED">
            <a:extLst xmlns:a="http://schemas.openxmlformats.org/drawingml/2006/main">
              <a:ext uri="{FF2B5EF4-FFF2-40B4-BE49-F238E27FC236}">
                <a16:creationId xmlns:a16="http://schemas.microsoft.com/office/drawing/2014/main" id="{4DEBF016-FD36-403A-9253-61D8F9132A5B}"/>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S17 · STATE-00 → STATE-00-FIXED</a:t>
            </a:r>
          </a:p>
        </p:txBody>
      </p:sp>
      <p:pic>
        <p:nvPicPr>
          <p:cNvPr id="46" name="">
            <a:extLst xmlns:a="http://schemas.openxmlformats.org/drawingml/2006/main">
              <a:ext uri="{FF2B5EF4-FFF2-40B4-BE49-F238E27FC236}">
                <a16:creationId xmlns:a16="http://schemas.microsoft.com/office/drawing/2014/main" id="{DADD00DF-52D1-4722-8BF0-BC4C0C4CD47D}"/>
              </a:ext>
            </a:extLst>
          </p:cNvPr>
          <p:cNvPicPr>
            <a:picLocks xmlns:a="http://schemas.openxmlformats.org/drawingml/2006/main" noChangeAspect="1"/>
          </p:cNvPicPr>
          <p:nvPr/>
        </p:nvPicPr>
        <p:blipFill>
          <a:blip xmlns:r="http://schemas.openxmlformats.org/officeDocument/2006/relationships" xmlns:a="http://schemas.openxmlformats.org/drawingml/2006/main" r:embed="R3718237c15364e88"/>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3976B764-112B-4D48-93C4-F54ACA8996DB}"/>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3 · STATE-02 → STATE-03">
            <a:extLst xmlns:a="http://schemas.openxmlformats.org/drawingml/2006/main">
              <a:ext uri="{FF2B5EF4-FFF2-40B4-BE49-F238E27FC236}">
                <a16:creationId xmlns:a16="http://schemas.microsoft.com/office/drawing/2014/main" id="{171CA1B4-2C40-47D6-8DE1-DAD7333173D1}"/>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S33 · STATE-02 → STATE-03</a:t>
            </a:r>
          </a:p>
        </p:txBody>
      </p:sp>
      <p:pic>
        <p:nvPicPr>
          <p:cNvPr id="49" name="">
            <a:extLst xmlns:a="http://schemas.openxmlformats.org/drawingml/2006/main">
              <a:ext uri="{FF2B5EF4-FFF2-40B4-BE49-F238E27FC236}">
                <a16:creationId xmlns:a16="http://schemas.microsoft.com/office/drawing/2014/main" id="{7CEBE4D4-B1D6-46B0-8F2D-3AE1FD4275D5}"/>
              </a:ext>
            </a:extLst>
          </p:cNvPr>
          <p:cNvPicPr>
            <a:picLocks xmlns:a="http://schemas.openxmlformats.org/drawingml/2006/main" noChangeAspect="1"/>
          </p:cNvPicPr>
          <p:nvPr/>
        </p:nvPicPr>
        <p:blipFill>
          <a:blip xmlns:r="http://schemas.openxmlformats.org/officeDocument/2006/relationships" xmlns:a="http://schemas.openxmlformats.org/drawingml/2006/main" r:embed="R2e8a18d8d36e4579"/>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7C97B0A3-8F8C-4EF7-AE37-8C7201B2C745}"/>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6 · STATE-04 → STATE-04-PERF">
            <a:extLst xmlns:a="http://schemas.openxmlformats.org/drawingml/2006/main">
              <a:ext uri="{FF2B5EF4-FFF2-40B4-BE49-F238E27FC236}">
                <a16:creationId xmlns:a16="http://schemas.microsoft.com/office/drawing/2014/main" id="{CF27B383-709B-4B21-98D7-9289EE36DF3D}"/>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S46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3B7CD10F-D881-4F8A-B66C-D897F574C154}"/>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44ADCB45-69CE-4FA0-A8BA-479F7C331E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1863224"/>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6CFDFACB-5037-41FE-A195-380987D67D4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6">
            <a:extLst xmlns:a="http://schemas.openxmlformats.org/drawingml/2006/main">
              <a:ext uri="{FF2B5EF4-FFF2-40B4-BE49-F238E27FC236}">
                <a16:creationId xmlns:a16="http://schemas.microsoft.com/office/drawing/2014/main" id="{0F7D2401-3AE7-4BDB-9180-A1C6FE185B6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필요성이 입증되지 않은 것은 보류했다">
            <a:extLst xmlns:a="http://schemas.openxmlformats.org/drawingml/2006/main">
              <a:ext uri="{FF2B5EF4-FFF2-40B4-BE49-F238E27FC236}">
                <a16:creationId xmlns:a16="http://schemas.microsoft.com/office/drawing/2014/main" id="{B9ED563E-F339-4D03-9A09-EBFB8391A1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B48B8428-A6A2-447B-A86D-B189736CEE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2DD95B0F-0FBA-4A0D-9C3E-F7C7A00ED7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439663EC-790C-4194-8827-A3421E51CF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10B5E752-9922-4DB9-BC4A-22A0CE9AF38C}"/>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5255DE46-C781-401B-840C-A71EA55CA495}"/>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F7DCFAC0-9E21-41F6-8B5F-6248DFDCB7D0}"/>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3249F47B-E50D-4E59-ACAB-187AC17456BA}"/>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D184AE0-3A7B-4FB0-8406-A72EDFA81A08}"/>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A769EF9B-FB85-48DB-B6B8-825AE8C7DDA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6BEE936C-2544-40FF-A398-1B90B17E6A04}"/>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EAFD0E78-592E-4CA5-87C2-C82F72369243}"/>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7BA35784-99DA-4443-9915-269DFC9BE1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22691501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75BA88B3-FE84-465B-8509-EB65EC7BB18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7">
            <a:extLst xmlns:a="http://schemas.openxmlformats.org/drawingml/2006/main">
              <a:ext uri="{FF2B5EF4-FFF2-40B4-BE49-F238E27FC236}">
                <a16:creationId xmlns:a16="http://schemas.microsoft.com/office/drawing/2014/main" id="{F930E5DC-B4EE-4401-BC27-58893A76008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위임이 늘어도 개발자 책임은 남는다">
            <a:extLst xmlns:a="http://schemas.openxmlformats.org/drawingml/2006/main">
              <a:ext uri="{FF2B5EF4-FFF2-40B4-BE49-F238E27FC236}">
                <a16:creationId xmlns:a16="http://schemas.microsoft.com/office/drawing/2014/main" id="{9262D34E-FC8C-4A49-838D-7FE57A4E7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175F665A-BAA6-4DF1-A3FA-FEDEE32DE0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5C827ED9-F7D5-4E7F-80DF-DACBF79384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7E353FE-1071-458F-8E70-1E56E9DA9D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0C2D6B5C-EE91-4E9A-B06C-53C1887652FF}"/>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34FB2726-E020-40BC-8E81-D735DE5841A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74C13A51-4FDB-433B-AD59-3A987381ECD3}"/>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0B75AB39-F992-427A-99B2-EB3D3A1D37AA}"/>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05FFA62A-77FB-488D-88BE-CFFB5113B176}"/>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A5CCCE23-CE5E-4694-9D32-D70D4000FC3C}"/>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D9EFFF35-C19F-4488-83F0-6BE926346C23}"/>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2DA0D8EA-78A5-49A2-AB72-C3A53D05DE19}"/>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FF5F2333-E612-4646-86A3-EC1121625820}"/>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E943848D-7680-4429-AF72-09BE7A168C79}"/>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385D469F-CDA0-47BE-AEAC-C0DB4F567927}"/>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25930053-8A32-4D15-96FF-AC190E40B7A3}"/>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7FDEE134-4D32-4ADD-A393-F7E1E53B8DE9}"/>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E83EA2FB-2800-43F0-9493-CFDF404BB4CE}"/>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F816CA1D-21B3-48BF-93A7-F2B344520AB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FBE2163C-DFD5-4B31-8F24-358751EE61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44119062"/>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BC017AE5-B7EE-4D76-91BA-1F4F740DF2A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8">
            <a:extLst xmlns:a="http://schemas.openxmlformats.org/drawingml/2006/main">
              <a:ext uri="{FF2B5EF4-FFF2-40B4-BE49-F238E27FC236}">
                <a16:creationId xmlns:a16="http://schemas.microsoft.com/office/drawing/2014/main" id="{4383726E-DE91-420A-AB15-262FA0BFE6D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AI-Native Development는&#10;이 교육의 운영 모델">
            <a:extLst xmlns:a="http://schemas.openxmlformats.org/drawingml/2006/main">
              <a:ext uri="{FF2B5EF4-FFF2-40B4-BE49-F238E27FC236}">
                <a16:creationId xmlns:a16="http://schemas.microsoft.com/office/drawing/2014/main" id="{93D77DAB-A78B-4F48-8305-A5974A5CDF4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EDEF8742-20FB-4464-942D-0C432E821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63E71780-6BA3-4E65-B4E5-7800329290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A6216742-1E00-499C-96AE-9A96CE7790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948D431C-4EBC-4084-A55B-FB7E35A534D2}"/>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D6727963-9504-4079-91BC-DF376B072E6C}"/>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B6362AAA-C19D-4ACF-8DA8-A1F876DC9327}"/>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1EB329E6-098A-4F2E-B532-6B11F7A60FC8}"/>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7F41A4B2-D27B-41FF-9197-3AFD3054FB10}"/>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276A1293-905F-4D59-A1DD-6C81FF3B64E0}"/>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201A40D5-3875-404D-BF1B-64414E663FE7}"/>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F8179CA6-BCAA-440F-B138-70F34DA10610}"/>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51A97F3B-16CD-4C2E-8BB7-356C5C16077B}"/>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F3AB8C48-F29F-41B2-B350-8A74A77CC946}"/>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E6C0F479-1D63-494F-BF10-9866E17227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7413705"/>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9A840415-86E5-4A93-924B-1BDD0B4D30E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9">
            <a:extLst xmlns:a="http://schemas.openxmlformats.org/drawingml/2006/main">
              <a:ext uri="{FF2B5EF4-FFF2-40B4-BE49-F238E27FC236}">
                <a16:creationId xmlns:a16="http://schemas.microsoft.com/office/drawing/2014/main" id="{6CC773EF-B32E-47B2-87E9-9B2CB8594EA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어느 Layer에서 마찰이 반복되는가?">
            <a:extLst xmlns:a="http://schemas.openxmlformats.org/drawingml/2006/main">
              <a:ext uri="{FF2B5EF4-FFF2-40B4-BE49-F238E27FC236}">
                <a16:creationId xmlns:a16="http://schemas.microsoft.com/office/drawing/2014/main" id="{1BC90110-F4C6-40E4-9D6B-DF4F061CE8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69AA7FCC-679F-4D92-88D3-7B1898F506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2828E7A-C077-4857-ADC1-51F5718023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D93AC9F2-89A4-49AE-95A1-D0939768D6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DF1B67D2-6FA3-4C32-BA0C-CB2EE04C0ACD}"/>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F1992A3E-63F9-4853-8A86-5718DE6C9BFA}"/>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97CE0E8-418C-4186-83F7-9B68255A7B9A}"/>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9CADB03-5568-4CEC-98EE-6D0629359208}"/>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9F86A0D2-8590-4997-B40F-FB3E33072F4A}"/>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B5377BA8-E652-4DC2-8FA6-FAEEC108443D}"/>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741299E5-37BD-4E8B-B138-ABFE5D765495}"/>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0A238EC-EF85-461F-BA33-1563BA866B5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0D88620-7E60-4961-9FE9-C61F96523FEF}"/>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F2AED7F9-1379-4FBF-A49A-30FD300DAC72}"/>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B149DD0-A432-4D4B-8B10-4564BCFB20CF}"/>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B33A513B-67A9-4315-B514-A41E4D1D8B77}"/>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9FEEB7A-1942-4D7D-84DF-815EF15CB538}"/>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656FF861-7803-4767-A11F-7365344DD7E1}"/>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8C0E4A6B-D953-4661-A78B-06DCB1A7F4B4}"/>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1D9B4A72-3848-4B5B-9105-027565548453}"/>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DD3FFC48-9D1D-4516-9B8E-E1B8D77AB6C6}"/>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9C1D7A4-D6B1-4C1A-9B94-12E9B39F0894}"/>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2D001BC-472D-47A4-B681-D11B01D811DE}"/>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B89DBB3E-DF63-4F91-A424-DF6365AC2AA5}"/>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B5C32674-4AE5-4E0A-B65A-F7BA110A41E5}"/>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F3234037-679B-4C80-A536-B39A7A21FF85}"/>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79A338A-7E0A-4DB1-9E8A-F916426038C0}"/>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F3A197DF-46C8-4BE8-ABAE-4FEAB8AF2C90}"/>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96E0911C-1830-4A49-9142-D86799A7AAAC}"/>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72462357-8703-4455-8C04-6F1404B1F582}"/>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46137589-558A-4FA4-816B-9C83A2F7F7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8193738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48859DE2-380C-441E-91D5-DAB9AA1E6E2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0">
            <a:extLst xmlns:a="http://schemas.openxmlformats.org/drawingml/2006/main">
              <a:ext uri="{FF2B5EF4-FFF2-40B4-BE49-F238E27FC236}">
                <a16:creationId xmlns:a16="http://schemas.microsoft.com/office/drawing/2014/main" id="{75CFF588-9A3C-4B78-BD25-DD43EB66702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다음 작은 행동을 개인적으로 고른다">
            <a:extLst xmlns:a="http://schemas.openxmlformats.org/drawingml/2006/main">
              <a:ext uri="{FF2B5EF4-FFF2-40B4-BE49-F238E27FC236}">
                <a16:creationId xmlns:a16="http://schemas.microsoft.com/office/drawing/2014/main" id="{6202CF77-F813-41DA-9F6D-DF8FF52CB2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7B1EC8CA-620B-48D2-A4EA-F81663E15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18D077D5-B4CE-4BA7-B251-2F79C4DB9A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43AC6C79-07CE-4CD1-ADDE-CA4D2FD85C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CE82367A-851B-4991-9935-4AB5395E470B}"/>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CE1A6920-39FF-4E28-A26F-63167E653E5F}"/>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A5222960-B88F-4BE3-97CD-E021B751D261}"/>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62A4EC90-21A3-4759-B74C-1B9338C6F964}"/>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3239B9F9-E776-4FCC-B7C8-B230137E73AD}"/>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85071DB-EB47-4F2D-92F8-F805AFAA6DDA}"/>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C71D0426-82B0-47D4-AFD5-8198E1E88387}"/>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EF8ABA4E-E27B-4F83-9310-01D1C0005681}"/>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C3CA771-F1F2-4BFA-8E70-F1BD7FC436FD}"/>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20CDBE18-0B4C-480B-86CC-D76B88C59E89}"/>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3196EFF4-BC55-49FE-B8D5-39D598C38F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6761756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EDB7C22C-4058-4D15-87D1-4E08FD2F6E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1">
            <a:extLst xmlns:a="http://schemas.openxmlformats.org/drawingml/2006/main">
              <a:ext uri="{FF2B5EF4-FFF2-40B4-BE49-F238E27FC236}">
                <a16:creationId xmlns:a16="http://schemas.microsoft.com/office/drawing/2014/main" id="{9E235479-9421-4ED8-B964-44D0F191E0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Q&amp;A와 교육 마무리">
            <a:extLst xmlns:a="http://schemas.openxmlformats.org/drawingml/2006/main">
              <a:ext uri="{FF2B5EF4-FFF2-40B4-BE49-F238E27FC236}">
                <a16:creationId xmlns:a16="http://schemas.microsoft.com/office/drawing/2014/main" id="{50044551-A040-4C9D-B67C-A6CD69AE1C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79996297-1957-4116-9F3B-22882D666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ACE7BCB-A917-40A1-B157-6DE7C57C28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6BB4B188-15D9-4723-A272-9F6FFD6842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7923A31E-5DD1-476F-8D3D-2825B7929D3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F8AD73D1-B4C7-4FC7-B74D-8BA1D59B1B2C}"/>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8ED92E31-7DEF-486D-AE9F-219FBC129785}"/>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F77A0126-CB9A-4F8E-9B02-FE3F32BEBB7F}"/>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9C076D1D-D8B6-4BA7-8E31-9D41D98E62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787079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2026-10-21T12:32:05.1690000Z</dcterms:created>
  <dcterms:modified xsi:type="dcterms:W3CDTF">2026-10-21T12:32:05.1690000Z</dcterms:modified>
</coreProperties>
</file>