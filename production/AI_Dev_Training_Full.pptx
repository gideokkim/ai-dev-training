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1332423cbdb41ef" /><Relationship Type="http://schemas.openxmlformats.org/officeDocument/2006/relationships/extended-properties" Target="/docProps/app.xml" Id="R99109e79aa2a450c" /><Relationship Type="http://schemas.openxmlformats.org/officeDocument/2006/relationships/officeDocument" Target="/ppt/presentation.xml" Id="R656ea7052f9d4d87" /></Relationships>
</file>

<file path=ppt/presentation.xml><?xml version="1.0" encoding="utf-8"?>
<p:presentation xmlns:p="http://schemas.openxmlformats.org/presentationml/2006/main">
  <p:sldMasterIdLst>
    <p:sldMasterId xmlns:r="http://schemas.openxmlformats.org/officeDocument/2006/relationships" id="2147483648" r:id="Re84da32cddb64958"/>
  </p:sldMasterIdLst>
  <p:notesMasterIdLst>
    <p:notesMasterId xmlns:r="http://schemas.openxmlformats.org/officeDocument/2006/relationships" r:id="R2cd8e56824884010"/>
  </p:notesMasterIdLst>
  <p:sldIdLst>
    <p:sldId xmlns:r="http://schemas.openxmlformats.org/officeDocument/2006/relationships" id="256" r:id="Rcb4c95a9df964ded"/>
    <p:sldId xmlns:r="http://schemas.openxmlformats.org/officeDocument/2006/relationships" id="257" r:id="Rd1ec00397a204f6c"/>
    <p:sldId xmlns:r="http://schemas.openxmlformats.org/officeDocument/2006/relationships" id="258" r:id="Rb6d00fe8d42349ae"/>
    <p:sldId xmlns:r="http://schemas.openxmlformats.org/officeDocument/2006/relationships" id="259" r:id="R82c89f51addf4eab"/>
    <p:sldId xmlns:r="http://schemas.openxmlformats.org/officeDocument/2006/relationships" id="260" r:id="R1f4033e3f43640fc"/>
    <p:sldId xmlns:r="http://schemas.openxmlformats.org/officeDocument/2006/relationships" id="261" r:id="Re0f3f1841ff143f5"/>
    <p:sldId xmlns:r="http://schemas.openxmlformats.org/officeDocument/2006/relationships" id="262" r:id="R6a215322cf6e4a2f"/>
    <p:sldId xmlns:r="http://schemas.openxmlformats.org/officeDocument/2006/relationships" id="263" r:id="R04ec4e83b6b6426a"/>
    <p:sldId xmlns:r="http://schemas.openxmlformats.org/officeDocument/2006/relationships" id="264" r:id="R28eebfda7fb44f81"/>
    <p:sldId xmlns:r="http://schemas.openxmlformats.org/officeDocument/2006/relationships" id="265" r:id="R44b9140a70b94ca6"/>
    <p:sldId xmlns:r="http://schemas.openxmlformats.org/officeDocument/2006/relationships" id="266" r:id="R938b58bb61a949a7"/>
    <p:sldId xmlns:r="http://schemas.openxmlformats.org/officeDocument/2006/relationships" id="267" r:id="Rd49d422ae7a3477a"/>
    <p:sldId xmlns:r="http://schemas.openxmlformats.org/officeDocument/2006/relationships" id="268" r:id="R320634bca536482a"/>
    <p:sldId xmlns:r="http://schemas.openxmlformats.org/officeDocument/2006/relationships" id="269" r:id="R17cb54053959475a"/>
    <p:sldId xmlns:r="http://schemas.openxmlformats.org/officeDocument/2006/relationships" id="270" r:id="R9bbc39dce39841fa"/>
    <p:sldId xmlns:r="http://schemas.openxmlformats.org/officeDocument/2006/relationships" id="271" r:id="R9bee9577b40d49f7"/>
    <p:sldId xmlns:r="http://schemas.openxmlformats.org/officeDocument/2006/relationships" id="272" r:id="R1106a5894ac44f8e"/>
    <p:sldId xmlns:r="http://schemas.openxmlformats.org/officeDocument/2006/relationships" id="273" r:id="Ra19b2d385a5842c1"/>
    <p:sldId xmlns:r="http://schemas.openxmlformats.org/officeDocument/2006/relationships" id="274" r:id="Rd9cd8f3cd8ff4c34"/>
    <p:sldId xmlns:r="http://schemas.openxmlformats.org/officeDocument/2006/relationships" id="275" r:id="R2c535559956743e7"/>
    <p:sldId xmlns:r="http://schemas.openxmlformats.org/officeDocument/2006/relationships" id="276" r:id="Re4f468d9ffd5481e"/>
    <p:sldId xmlns:r="http://schemas.openxmlformats.org/officeDocument/2006/relationships" id="277" r:id="R4b64a9d19d8e41c0"/>
    <p:sldId xmlns:r="http://schemas.openxmlformats.org/officeDocument/2006/relationships" id="278" r:id="R6d78d4dcbfc343c1"/>
    <p:sldId xmlns:r="http://schemas.openxmlformats.org/officeDocument/2006/relationships" id="279" r:id="Ree2959db337b4662"/>
    <p:sldId xmlns:r="http://schemas.openxmlformats.org/officeDocument/2006/relationships" id="280" r:id="R66d7bb3d64104144"/>
    <p:sldId xmlns:r="http://schemas.openxmlformats.org/officeDocument/2006/relationships" id="281" r:id="R6072b443aa5f455e"/>
    <p:sldId xmlns:r="http://schemas.openxmlformats.org/officeDocument/2006/relationships" id="282" r:id="R7089b95ecbc24cf4"/>
    <p:sldId xmlns:r="http://schemas.openxmlformats.org/officeDocument/2006/relationships" id="283" r:id="R048fec76f0d94d9a"/>
    <p:sldId xmlns:r="http://schemas.openxmlformats.org/officeDocument/2006/relationships" id="284" r:id="R41f830e7112548da"/>
    <p:sldId xmlns:r="http://schemas.openxmlformats.org/officeDocument/2006/relationships" id="285" r:id="Rc607ff6a8e1c4e9e"/>
    <p:sldId xmlns:r="http://schemas.openxmlformats.org/officeDocument/2006/relationships" id="286" r:id="R6e8399bdaeaa4ea5"/>
    <p:sldId xmlns:r="http://schemas.openxmlformats.org/officeDocument/2006/relationships" id="287" r:id="R63e2846aae194483"/>
    <p:sldId xmlns:r="http://schemas.openxmlformats.org/officeDocument/2006/relationships" id="288" r:id="Re3ff3423b5734785"/>
    <p:sldId xmlns:r="http://schemas.openxmlformats.org/officeDocument/2006/relationships" id="289" r:id="Rde856498e4594531"/>
    <p:sldId xmlns:r="http://schemas.openxmlformats.org/officeDocument/2006/relationships" id="290" r:id="Rf5dfb877a8a14a58"/>
    <p:sldId xmlns:r="http://schemas.openxmlformats.org/officeDocument/2006/relationships" id="291" r:id="Re678959867564b71"/>
    <p:sldId xmlns:r="http://schemas.openxmlformats.org/officeDocument/2006/relationships" id="292" r:id="R1451df446fc04417"/>
    <p:sldId xmlns:r="http://schemas.openxmlformats.org/officeDocument/2006/relationships" id="293" r:id="Ref4999e5c0b94ea2"/>
    <p:sldId xmlns:r="http://schemas.openxmlformats.org/officeDocument/2006/relationships" id="294" r:id="R52fde177363f4706"/>
    <p:sldId xmlns:r="http://schemas.openxmlformats.org/officeDocument/2006/relationships" id="295" r:id="R1773115227a841a7"/>
    <p:sldId xmlns:r="http://schemas.openxmlformats.org/officeDocument/2006/relationships" id="296" r:id="R85f7cce3cdda49e7"/>
    <p:sldId xmlns:r="http://schemas.openxmlformats.org/officeDocument/2006/relationships" id="297" r:id="R335ec7d3f6ff4547"/>
    <p:sldId xmlns:r="http://schemas.openxmlformats.org/officeDocument/2006/relationships" id="298" r:id="R5501d9a45d644f63"/>
    <p:sldId xmlns:r="http://schemas.openxmlformats.org/officeDocument/2006/relationships" id="299" r:id="R5e359db82ac344f4"/>
    <p:sldId xmlns:r="http://schemas.openxmlformats.org/officeDocument/2006/relationships" id="300" r:id="Rd08c2a71535e4030"/>
    <p:sldId xmlns:r="http://schemas.openxmlformats.org/officeDocument/2006/relationships" id="301" r:id="Rbd8c54eb886e4593"/>
    <p:sldId xmlns:r="http://schemas.openxmlformats.org/officeDocument/2006/relationships" id="302" r:id="R28abe66ea96248f0"/>
    <p:sldId xmlns:r="http://schemas.openxmlformats.org/officeDocument/2006/relationships" id="303" r:id="R38c8bb3cb00b410c"/>
    <p:sldId xmlns:r="http://schemas.openxmlformats.org/officeDocument/2006/relationships" id="304" r:id="R22232bbbf00540e3"/>
    <p:sldId xmlns:r="http://schemas.openxmlformats.org/officeDocument/2006/relationships" id="305" r:id="Redbcf60b421449cb"/>
    <p:sldId xmlns:r="http://schemas.openxmlformats.org/officeDocument/2006/relationships" id="306" r:id="Rb440dd01dd7e4496"/>
    <p:sldId xmlns:r="http://schemas.openxmlformats.org/officeDocument/2006/relationships" id="307" r:id="R554f6287cabb45d5"/>
    <p:sldId xmlns:r="http://schemas.openxmlformats.org/officeDocument/2006/relationships" id="308" r:id="Ra60aceb5d42a4e71"/>
    <p:sldId xmlns:r="http://schemas.openxmlformats.org/officeDocument/2006/relationships" id="309" r:id="R2ae3cbc00afd4ffa"/>
    <p:sldId xmlns:r="http://schemas.openxmlformats.org/officeDocument/2006/relationships" id="310" r:id="R32316217fce54069"/>
    <p:sldId xmlns:r="http://schemas.openxmlformats.org/officeDocument/2006/relationships" id="311" r:id="R0aaa32a068954f3d"/>
    <p:sldId xmlns:r="http://schemas.openxmlformats.org/officeDocument/2006/relationships" id="312" r:id="Rba69db6c961042de"/>
    <p:sldId xmlns:r="http://schemas.openxmlformats.org/officeDocument/2006/relationships" id="313" r:id="Rceacbcc324ad471e"/>
    <p:sldId xmlns:r="http://schemas.openxmlformats.org/officeDocument/2006/relationships" id="314" r:id="R043413566217436b"/>
    <p:sldId xmlns:r="http://schemas.openxmlformats.org/officeDocument/2006/relationships" id="315" r:id="R4da75b622a944a9d"/>
    <p:sldId xmlns:r="http://schemas.openxmlformats.org/officeDocument/2006/relationships" id="316" r:id="R2e9de3d7e2594052"/>
    <p:sldId xmlns:r="http://schemas.openxmlformats.org/officeDocument/2006/relationships" id="317" r:id="R1372e09f27674f5f"/>
    <p:sldId xmlns:r="http://schemas.openxmlformats.org/officeDocument/2006/relationships" id="318" r:id="R37bab55a49944013"/>
    <p:sldId xmlns:r="http://schemas.openxmlformats.org/officeDocument/2006/relationships" id="319" r:id="Rf718424289e146a7"/>
    <p:sldId xmlns:r="http://schemas.openxmlformats.org/officeDocument/2006/relationships" id="320" r:id="R812558b93c9244e2"/>
    <p:sldId xmlns:r="http://schemas.openxmlformats.org/officeDocument/2006/relationships" id="321" r:id="R7cc3a07334cd44a5"/>
    <p:sldId xmlns:r="http://schemas.openxmlformats.org/officeDocument/2006/relationships" id="322" r:id="R8051678aaafe4fbd"/>
    <p:sldId xmlns:r="http://schemas.openxmlformats.org/officeDocument/2006/relationships" id="323" r:id="Rbefc1e8be9de46d3"/>
    <p:sldId xmlns:r="http://schemas.openxmlformats.org/officeDocument/2006/relationships" id="324" r:id="R26ebed0710864f4e"/>
    <p:sldId xmlns:r="http://schemas.openxmlformats.org/officeDocument/2006/relationships" id="325" r:id="Rdc88efb7ffaf41e3"/>
    <p:sldId xmlns:r="http://schemas.openxmlformats.org/officeDocument/2006/relationships" id="326" r:id="R6a2c3b3ca7444993"/>
    <p:sldId xmlns:r="http://schemas.openxmlformats.org/officeDocument/2006/relationships" id="327" r:id="R1c0dde2b1f0c44a2"/>
    <p:sldId xmlns:r="http://schemas.openxmlformats.org/officeDocument/2006/relationships" id="328" r:id="R976bcad0ef2545f5"/>
    <p:sldId xmlns:r="http://schemas.openxmlformats.org/officeDocument/2006/relationships" id="329" r:id="R88469d1fcb034231"/>
    <p:sldId xmlns:r="http://schemas.openxmlformats.org/officeDocument/2006/relationships" id="330" r:id="Rf0dbd700c18a4bc0"/>
    <p:sldId xmlns:r="http://schemas.openxmlformats.org/officeDocument/2006/relationships" id="331" r:id="R2d514f1832514b2d"/>
    <p:sldId xmlns:r="http://schemas.openxmlformats.org/officeDocument/2006/relationships" id="332" r:id="R5e8e1dca1fd64ef4"/>
    <p:sldId xmlns:r="http://schemas.openxmlformats.org/officeDocument/2006/relationships" id="333" r:id="R76822030bdfd455c"/>
    <p:sldId xmlns:r="http://schemas.openxmlformats.org/officeDocument/2006/relationships" id="334" r:id="Ra832eb2fd9424f47"/>
    <p:sldId xmlns:r="http://schemas.openxmlformats.org/officeDocument/2006/relationships" id="335" r:id="Rd94b37cb60dc40ab"/>
    <p:sldId xmlns:r="http://schemas.openxmlformats.org/officeDocument/2006/relationships" id="336" r:id="R1e994e77994a40c3"/>
    <p:sldId xmlns:r="http://schemas.openxmlformats.org/officeDocument/2006/relationships" id="337" r:id="Re4076f42486643ef"/>
    <p:sldId xmlns:r="http://schemas.openxmlformats.org/officeDocument/2006/relationships" id="338" r:id="Re4412a9c387641bc"/>
    <p:sldId xmlns:r="http://schemas.openxmlformats.org/officeDocument/2006/relationships" id="339" r:id="R88dba519d6074e84"/>
    <p:sldId xmlns:r="http://schemas.openxmlformats.org/officeDocument/2006/relationships" id="340" r:id="Rb4cf6a16e777422d"/>
    <p:sldId xmlns:r="http://schemas.openxmlformats.org/officeDocument/2006/relationships" id="341" r:id="R6b5a20afb8e94cbf"/>
    <p:sldId xmlns:r="http://schemas.openxmlformats.org/officeDocument/2006/relationships" id="342" r:id="Rf17525c16fd845a9"/>
    <p:sldId xmlns:r="http://schemas.openxmlformats.org/officeDocument/2006/relationships" id="343" r:id="R95aba57852d144a7"/>
    <p:sldId xmlns:r="http://schemas.openxmlformats.org/officeDocument/2006/relationships" id="344" r:id="Rb6e2070dbc42410a"/>
    <p:sldId xmlns:r="http://schemas.openxmlformats.org/officeDocument/2006/relationships" id="345" r:id="R46d6b6b7613549a3"/>
    <p:sldId xmlns:r="http://schemas.openxmlformats.org/officeDocument/2006/relationships" id="346" r:id="R5c486134d20d4733"/>
    <p:sldId xmlns:r="http://schemas.openxmlformats.org/officeDocument/2006/relationships" id="347" r:id="R277dec6ba0ed4820"/>
    <p:sldId xmlns:r="http://schemas.openxmlformats.org/officeDocument/2006/relationships" id="348" r:id="Rbbfc2d7e867a499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2035e8f88ee45b1" /><Relationship Type="http://schemas.openxmlformats.org/officeDocument/2006/relationships/slideMaster" Target="/ppt/slideMasters/slideMaster1.xml" Id="Re84da32cddb64958" /><Relationship Type="http://schemas.openxmlformats.org/officeDocument/2006/relationships/notesMaster" Target="/ppt/notesMasters/notesMaster1.xml" Id="R2cd8e56824884010" /><Relationship Type="http://schemas.openxmlformats.org/officeDocument/2006/relationships/presProps" Target="/ppt/presProps.xml" Id="Refa4e03224f241ab" /><Relationship Type="http://schemas.openxmlformats.org/officeDocument/2006/relationships/tableStyles" Target="/ppt/tableStyles.xml" Id="R0a6975f83ca64d0a" /><Relationship Type="http://schemas.openxmlformats.org/officeDocument/2006/relationships/slide" Target="/ppt/slides/slide1.xml" Id="Rcb4c95a9df964ded" /><Relationship Type="http://schemas.openxmlformats.org/officeDocument/2006/relationships/slide" Target="/ppt/slides/slide2.xml" Id="Rd1ec00397a204f6c" /><Relationship Type="http://schemas.openxmlformats.org/officeDocument/2006/relationships/slide" Target="/ppt/slides/slide3.xml" Id="Rb6d00fe8d42349ae" /><Relationship Type="http://schemas.openxmlformats.org/officeDocument/2006/relationships/slide" Target="/ppt/slides/slide4.xml" Id="R82c89f51addf4eab" /><Relationship Type="http://schemas.openxmlformats.org/officeDocument/2006/relationships/slide" Target="/ppt/slides/slide5.xml" Id="R1f4033e3f43640fc" /><Relationship Type="http://schemas.openxmlformats.org/officeDocument/2006/relationships/slide" Target="/ppt/slides/slide6.xml" Id="Re0f3f1841ff143f5" /><Relationship Type="http://schemas.openxmlformats.org/officeDocument/2006/relationships/slide" Target="/ppt/slides/slide7.xml" Id="R6a215322cf6e4a2f" /><Relationship Type="http://schemas.openxmlformats.org/officeDocument/2006/relationships/slide" Target="/ppt/slides/slide8.xml" Id="R04ec4e83b6b6426a" /><Relationship Type="http://schemas.openxmlformats.org/officeDocument/2006/relationships/slide" Target="/ppt/slides/slide9.xml" Id="R28eebfda7fb44f81" /><Relationship Type="http://schemas.openxmlformats.org/officeDocument/2006/relationships/slide" Target="/ppt/slides/slide10.xml" Id="R44b9140a70b94ca6" /><Relationship Type="http://schemas.openxmlformats.org/officeDocument/2006/relationships/slide" Target="/ppt/slides/slide11.xml" Id="R938b58bb61a949a7" /><Relationship Type="http://schemas.openxmlformats.org/officeDocument/2006/relationships/slide" Target="/ppt/slides/slide12.xml" Id="Rd49d422ae7a3477a" /><Relationship Type="http://schemas.openxmlformats.org/officeDocument/2006/relationships/slide" Target="/ppt/slides/slide13.xml" Id="R320634bca536482a" /><Relationship Type="http://schemas.openxmlformats.org/officeDocument/2006/relationships/slide" Target="/ppt/slides/slide14.xml" Id="R17cb54053959475a" /><Relationship Type="http://schemas.openxmlformats.org/officeDocument/2006/relationships/slide" Target="/ppt/slides/slide15.xml" Id="R9bbc39dce39841fa" /><Relationship Type="http://schemas.openxmlformats.org/officeDocument/2006/relationships/slide" Target="/ppt/slides/slide16.xml" Id="R9bee9577b40d49f7" /><Relationship Type="http://schemas.openxmlformats.org/officeDocument/2006/relationships/slide" Target="/ppt/slides/slide17.xml" Id="R1106a5894ac44f8e" /><Relationship Type="http://schemas.openxmlformats.org/officeDocument/2006/relationships/slide" Target="/ppt/slides/slide18.xml" Id="Ra19b2d385a5842c1" /><Relationship Type="http://schemas.openxmlformats.org/officeDocument/2006/relationships/slide" Target="/ppt/slides/slide19.xml" Id="Rd9cd8f3cd8ff4c34" /><Relationship Type="http://schemas.openxmlformats.org/officeDocument/2006/relationships/slide" Target="/ppt/slides/slide20.xml" Id="R2c535559956743e7" /><Relationship Type="http://schemas.openxmlformats.org/officeDocument/2006/relationships/slide" Target="/ppt/slides/slide21.xml" Id="Re4f468d9ffd5481e" /><Relationship Type="http://schemas.openxmlformats.org/officeDocument/2006/relationships/slide" Target="/ppt/slides/slide22.xml" Id="R4b64a9d19d8e41c0" /><Relationship Type="http://schemas.openxmlformats.org/officeDocument/2006/relationships/slide" Target="/ppt/slides/slide23.xml" Id="R6d78d4dcbfc343c1" /><Relationship Type="http://schemas.openxmlformats.org/officeDocument/2006/relationships/slide" Target="/ppt/slides/slide24.xml" Id="Ree2959db337b4662" /><Relationship Type="http://schemas.openxmlformats.org/officeDocument/2006/relationships/slide" Target="/ppt/slides/slide25.xml" Id="R66d7bb3d64104144" /><Relationship Type="http://schemas.openxmlformats.org/officeDocument/2006/relationships/slide" Target="/ppt/slides/slide26.xml" Id="R6072b443aa5f455e" /><Relationship Type="http://schemas.openxmlformats.org/officeDocument/2006/relationships/slide" Target="/ppt/slides/slide27.xml" Id="R7089b95ecbc24cf4" /><Relationship Type="http://schemas.openxmlformats.org/officeDocument/2006/relationships/slide" Target="/ppt/slides/slide28.xml" Id="R048fec76f0d94d9a" /><Relationship Type="http://schemas.openxmlformats.org/officeDocument/2006/relationships/slide" Target="/ppt/slides/slide29.xml" Id="R41f830e7112548da" /><Relationship Type="http://schemas.openxmlformats.org/officeDocument/2006/relationships/slide" Target="/ppt/slides/slide30.xml" Id="Rc607ff6a8e1c4e9e" /><Relationship Type="http://schemas.openxmlformats.org/officeDocument/2006/relationships/slide" Target="/ppt/slides/slide31.xml" Id="R6e8399bdaeaa4ea5" /><Relationship Type="http://schemas.openxmlformats.org/officeDocument/2006/relationships/slide" Target="/ppt/slides/slide32.xml" Id="R63e2846aae194483" /><Relationship Type="http://schemas.openxmlformats.org/officeDocument/2006/relationships/slide" Target="/ppt/slides/slide33.xml" Id="Re3ff3423b5734785" /><Relationship Type="http://schemas.openxmlformats.org/officeDocument/2006/relationships/slide" Target="/ppt/slides/slide34.xml" Id="Rde856498e4594531" /><Relationship Type="http://schemas.openxmlformats.org/officeDocument/2006/relationships/slide" Target="/ppt/slides/slide35.xml" Id="Rf5dfb877a8a14a58" /><Relationship Type="http://schemas.openxmlformats.org/officeDocument/2006/relationships/slide" Target="/ppt/slides/slide36.xml" Id="Re678959867564b71" /><Relationship Type="http://schemas.openxmlformats.org/officeDocument/2006/relationships/slide" Target="/ppt/slides/slide37.xml" Id="R1451df446fc04417" /><Relationship Type="http://schemas.openxmlformats.org/officeDocument/2006/relationships/slide" Target="/ppt/slides/slide38.xml" Id="Ref4999e5c0b94ea2" /><Relationship Type="http://schemas.openxmlformats.org/officeDocument/2006/relationships/slide" Target="/ppt/slides/slide39.xml" Id="R52fde177363f4706" /><Relationship Type="http://schemas.openxmlformats.org/officeDocument/2006/relationships/slide" Target="/ppt/slides/slide40.xml" Id="R1773115227a841a7" /><Relationship Type="http://schemas.openxmlformats.org/officeDocument/2006/relationships/slide" Target="/ppt/slides/slide41.xml" Id="R85f7cce3cdda49e7" /><Relationship Type="http://schemas.openxmlformats.org/officeDocument/2006/relationships/slide" Target="/ppt/slides/slide42.xml" Id="R335ec7d3f6ff4547" /><Relationship Type="http://schemas.openxmlformats.org/officeDocument/2006/relationships/slide" Target="/ppt/slides/slide43.xml" Id="R5501d9a45d644f63" /><Relationship Type="http://schemas.openxmlformats.org/officeDocument/2006/relationships/slide" Target="/ppt/slides/slide44.xml" Id="R5e359db82ac344f4" /><Relationship Type="http://schemas.openxmlformats.org/officeDocument/2006/relationships/slide" Target="/ppt/slides/slide45.xml" Id="Rd08c2a71535e4030" /><Relationship Type="http://schemas.openxmlformats.org/officeDocument/2006/relationships/slide" Target="/ppt/slides/slide46.xml" Id="Rbd8c54eb886e4593" /><Relationship Type="http://schemas.openxmlformats.org/officeDocument/2006/relationships/slide" Target="/ppt/slides/slide47.xml" Id="R28abe66ea96248f0" /><Relationship Type="http://schemas.openxmlformats.org/officeDocument/2006/relationships/slide" Target="/ppt/slides/slide48.xml" Id="R38c8bb3cb00b410c" /><Relationship Type="http://schemas.openxmlformats.org/officeDocument/2006/relationships/slide" Target="/ppt/slides/slide49.xml" Id="R22232bbbf00540e3" /><Relationship Type="http://schemas.openxmlformats.org/officeDocument/2006/relationships/slide" Target="/ppt/slides/slide50.xml" Id="Redbcf60b421449cb" /><Relationship Type="http://schemas.openxmlformats.org/officeDocument/2006/relationships/slide" Target="/ppt/slides/slide51.xml" Id="Rb440dd01dd7e4496" /><Relationship Type="http://schemas.openxmlformats.org/officeDocument/2006/relationships/slide" Target="/ppt/slides/slide52.xml" Id="R554f6287cabb45d5" /><Relationship Type="http://schemas.openxmlformats.org/officeDocument/2006/relationships/slide" Target="/ppt/slides/slide53.xml" Id="Ra60aceb5d42a4e71" /><Relationship Type="http://schemas.openxmlformats.org/officeDocument/2006/relationships/slide" Target="/ppt/slides/slide54.xml" Id="R2ae3cbc00afd4ffa" /><Relationship Type="http://schemas.openxmlformats.org/officeDocument/2006/relationships/slide" Target="/ppt/slides/slide55.xml" Id="R32316217fce54069" /><Relationship Type="http://schemas.openxmlformats.org/officeDocument/2006/relationships/slide" Target="/ppt/slides/slide56.xml" Id="R0aaa32a068954f3d" /><Relationship Type="http://schemas.openxmlformats.org/officeDocument/2006/relationships/slide" Target="/ppt/slides/slide57.xml" Id="Rba69db6c961042de" /><Relationship Type="http://schemas.openxmlformats.org/officeDocument/2006/relationships/slide" Target="/ppt/slides/slide58.xml" Id="Rceacbcc324ad471e" /><Relationship Type="http://schemas.openxmlformats.org/officeDocument/2006/relationships/slide" Target="/ppt/slides/slide59.xml" Id="R043413566217436b" /><Relationship Type="http://schemas.openxmlformats.org/officeDocument/2006/relationships/slide" Target="/ppt/slides/slide60.xml" Id="R4da75b622a944a9d" /><Relationship Type="http://schemas.openxmlformats.org/officeDocument/2006/relationships/slide" Target="/ppt/slides/slide61.xml" Id="R2e9de3d7e2594052" /><Relationship Type="http://schemas.openxmlformats.org/officeDocument/2006/relationships/slide" Target="/ppt/slides/slide62.xml" Id="R1372e09f27674f5f" /><Relationship Type="http://schemas.openxmlformats.org/officeDocument/2006/relationships/slide" Target="/ppt/slides/slide63.xml" Id="R37bab55a49944013" /><Relationship Type="http://schemas.openxmlformats.org/officeDocument/2006/relationships/slide" Target="/ppt/slides/slide64.xml" Id="Rf718424289e146a7" /><Relationship Type="http://schemas.openxmlformats.org/officeDocument/2006/relationships/slide" Target="/ppt/slides/slide65.xml" Id="R812558b93c9244e2" /><Relationship Type="http://schemas.openxmlformats.org/officeDocument/2006/relationships/slide" Target="/ppt/slides/slide66.xml" Id="R7cc3a07334cd44a5" /><Relationship Type="http://schemas.openxmlformats.org/officeDocument/2006/relationships/slide" Target="/ppt/slides/slide67.xml" Id="R8051678aaafe4fbd" /><Relationship Type="http://schemas.openxmlformats.org/officeDocument/2006/relationships/slide" Target="/ppt/slides/slide68.xml" Id="Rbefc1e8be9de46d3" /><Relationship Type="http://schemas.openxmlformats.org/officeDocument/2006/relationships/slide" Target="/ppt/slides/slide69.xml" Id="R26ebed0710864f4e" /><Relationship Type="http://schemas.openxmlformats.org/officeDocument/2006/relationships/slide" Target="/ppt/slides/slide70.xml" Id="Rdc88efb7ffaf41e3" /><Relationship Type="http://schemas.openxmlformats.org/officeDocument/2006/relationships/slide" Target="/ppt/slides/slide71.xml" Id="R6a2c3b3ca7444993" /><Relationship Type="http://schemas.openxmlformats.org/officeDocument/2006/relationships/slide" Target="/ppt/slides/slide72.xml" Id="R1c0dde2b1f0c44a2" /><Relationship Type="http://schemas.openxmlformats.org/officeDocument/2006/relationships/slide" Target="/ppt/slides/slide73.xml" Id="R976bcad0ef2545f5" /><Relationship Type="http://schemas.openxmlformats.org/officeDocument/2006/relationships/slide" Target="/ppt/slides/slide74.xml" Id="R88469d1fcb034231" /><Relationship Type="http://schemas.openxmlformats.org/officeDocument/2006/relationships/slide" Target="/ppt/slides/slide75.xml" Id="Rf0dbd700c18a4bc0" /><Relationship Type="http://schemas.openxmlformats.org/officeDocument/2006/relationships/slide" Target="/ppt/slides/slide76.xml" Id="R2d514f1832514b2d" /><Relationship Type="http://schemas.openxmlformats.org/officeDocument/2006/relationships/slide" Target="/ppt/slides/slide77.xml" Id="R5e8e1dca1fd64ef4" /><Relationship Type="http://schemas.openxmlformats.org/officeDocument/2006/relationships/slide" Target="/ppt/slides/slide78.xml" Id="R76822030bdfd455c" /><Relationship Type="http://schemas.openxmlformats.org/officeDocument/2006/relationships/slide" Target="/ppt/slides/slide79.xml" Id="Ra832eb2fd9424f47" /><Relationship Type="http://schemas.openxmlformats.org/officeDocument/2006/relationships/slide" Target="/ppt/slides/slide80.xml" Id="Rd94b37cb60dc40ab" /><Relationship Type="http://schemas.openxmlformats.org/officeDocument/2006/relationships/slide" Target="/ppt/slides/slide81.xml" Id="R1e994e77994a40c3" /><Relationship Type="http://schemas.openxmlformats.org/officeDocument/2006/relationships/slide" Target="/ppt/slides/slide82.xml" Id="Re4076f42486643ef" /><Relationship Type="http://schemas.openxmlformats.org/officeDocument/2006/relationships/slide" Target="/ppt/slides/slide83.xml" Id="Re4412a9c387641bc" /><Relationship Type="http://schemas.openxmlformats.org/officeDocument/2006/relationships/slide" Target="/ppt/slides/slide84.xml" Id="R88dba519d6074e84" /><Relationship Type="http://schemas.openxmlformats.org/officeDocument/2006/relationships/slide" Target="/ppt/slides/slide85.xml" Id="Rb4cf6a16e777422d" /><Relationship Type="http://schemas.openxmlformats.org/officeDocument/2006/relationships/slide" Target="/ppt/slides/slide86.xml" Id="R6b5a20afb8e94cbf" /><Relationship Type="http://schemas.openxmlformats.org/officeDocument/2006/relationships/slide" Target="/ppt/slides/slide87.xml" Id="Rf17525c16fd845a9" /><Relationship Type="http://schemas.openxmlformats.org/officeDocument/2006/relationships/slide" Target="/ppt/slides/slide88.xml" Id="R95aba57852d144a7" /><Relationship Type="http://schemas.openxmlformats.org/officeDocument/2006/relationships/slide" Target="/ppt/slides/slide89.xml" Id="Rb6e2070dbc42410a" /><Relationship Type="http://schemas.openxmlformats.org/officeDocument/2006/relationships/slide" Target="/ppt/slides/slide90.xml" Id="R46d6b6b7613549a3" /><Relationship Type="http://schemas.openxmlformats.org/officeDocument/2006/relationships/slide" Target="/ppt/slides/slide91.xml" Id="R5c486134d20d4733" /><Relationship Type="http://schemas.openxmlformats.org/officeDocument/2006/relationships/slide" Target="/ppt/slides/slide92.xml" Id="R277dec6ba0ed4820" /><Relationship Type="http://schemas.openxmlformats.org/officeDocument/2006/relationships/slide" Target="/ppt/slides/slide93.xml" Id="Rbbfc2d7e867a499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ea07e1d93e544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2627b7f44fb444d" /><Relationship Type="http://schemas.openxmlformats.org/officeDocument/2006/relationships/notesMaster" Target="/ppt/notesMasters/notesMaster1.xml" Id="R8cb30b11707540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2a045d6edce84169" /><Relationship Type="http://schemas.openxmlformats.org/officeDocument/2006/relationships/notesMaster" Target="/ppt/notesMasters/notesMaster1.xml" Id="R4b8b249a266946a6" /></Relationships>
</file>

<file path=ppt/notesSlides/_rels/notesSlide3.xml.rels>&#65279;<?xml version="1.0" encoding="utf-8"?><Relationships xmlns="http://schemas.openxmlformats.org/package/2006/relationships"><Relationship Type="http://schemas.openxmlformats.org/officeDocument/2006/relationships/slide" Target="/ppt/slides/slide3.xml" Id="R6e9b6cb682d74ae6" /><Relationship Type="http://schemas.openxmlformats.org/officeDocument/2006/relationships/notesMaster" Target="/ppt/notesMasters/notesMaster1.xml" Id="R579d770a3d7d4dc2" /></Relationships>
</file>

<file path=ppt/notesSlides/_rels/notesSlide4.xml.rels>&#65279;<?xml version="1.0" encoding="utf-8"?><Relationships xmlns="http://schemas.openxmlformats.org/package/2006/relationships"><Relationship Type="http://schemas.openxmlformats.org/officeDocument/2006/relationships/slide" Target="/ppt/slides/slide4.xml" Id="R247ab7906bdb480f" /><Relationship Type="http://schemas.openxmlformats.org/officeDocument/2006/relationships/notesMaster" Target="/ppt/notesMasters/notesMaster1.xml" Id="R00887986638d4411" /></Relationships>
</file>

<file path=ppt/notesSlides/_rels/notesSlide5.xml.rels>&#65279;<?xml version="1.0" encoding="utf-8"?><Relationships xmlns="http://schemas.openxmlformats.org/package/2006/relationships"><Relationship Type="http://schemas.openxmlformats.org/officeDocument/2006/relationships/slide" Target="/ppt/slides/slide5.xml" Id="R9fe3552e94a5443a" /><Relationship Type="http://schemas.openxmlformats.org/officeDocument/2006/relationships/notesMaster" Target="/ppt/notesMasters/notesMaster1.xml" Id="R135c5ec8f14b4138" /></Relationships>
</file>

<file path=ppt/notesSlides/_rels/notesSlide6.xml.rels>&#65279;<?xml version="1.0" encoding="utf-8"?><Relationships xmlns="http://schemas.openxmlformats.org/package/2006/relationships"><Relationship Type="http://schemas.openxmlformats.org/officeDocument/2006/relationships/slide" Target="/ppt/slides/slide6.xml" Id="Rb74653f430114c17" /><Relationship Type="http://schemas.openxmlformats.org/officeDocument/2006/relationships/notesMaster" Target="/ppt/notesMasters/notesMaster1.xml" Id="R081a277cbb7c436b" /></Relationships>
</file>

<file path=ppt/notesSlides/_rels/notesSlide7.xml.rels>&#65279;<?xml version="1.0" encoding="utf-8"?><Relationships xmlns="http://schemas.openxmlformats.org/package/2006/relationships"><Relationship Type="http://schemas.openxmlformats.org/officeDocument/2006/relationships/slide" Target="/ppt/slides/slide7.xml" Id="Rffbd405c87144b73" /><Relationship Type="http://schemas.openxmlformats.org/officeDocument/2006/relationships/notesMaster" Target="/ppt/notesMasters/notesMaster1.xml" Id="R91c4cb0935204568" /></Relationships>
</file>

<file path=ppt/notesSlides/_rels/notesSlide8.xml.rels>&#65279;<?xml version="1.0" encoding="utf-8"?><Relationships xmlns="http://schemas.openxmlformats.org/package/2006/relationships"><Relationship Type="http://schemas.openxmlformats.org/officeDocument/2006/relationships/slide" Target="/ppt/slides/slide8.xml" Id="R472084c04c31454a" /><Relationship Type="http://schemas.openxmlformats.org/officeDocument/2006/relationships/notesMaster" Target="/ppt/notesMasters/notesMaster1.xml" Id="Rd214fbd85de9426d" /></Relationships>
</file>

<file path=ppt/notesSlides/_rels/notesSlide9.xml.rels>&#65279;<?xml version="1.0" encoding="utf-8"?><Relationships xmlns="http://schemas.openxmlformats.org/package/2006/relationships"><Relationship Type="http://schemas.openxmlformats.org/officeDocument/2006/relationships/slide" Target="/ppt/slides/slide9.xml" Id="Re1b2af28360044b5" /><Relationship Type="http://schemas.openxmlformats.org/officeDocument/2006/relationships/notesMaster" Target="/ppt/notesMasters/notesMaster1.xml" Id="R34f41f45ca0d49c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de346c9989b4390" /><Relationship Type="http://schemas.openxmlformats.org/officeDocument/2006/relationships/notesMaster" Target="/ppt/notesMasters/notesMaster1.xml" Id="R6161a1e5cef64c6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782a43ee3d84f3d" /><Relationship Type="http://schemas.openxmlformats.org/officeDocument/2006/relationships/notesMaster" Target="/ppt/notesMasters/notesMaster1.xml" Id="Ref55be988792480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08b57d8992c449f" /><Relationship Type="http://schemas.openxmlformats.org/officeDocument/2006/relationships/notesMaster" Target="/ppt/notesMasters/notesMaster1.xml" Id="R44d4087b6e8643e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2dedd208a2f4f74" /><Relationship Type="http://schemas.openxmlformats.org/officeDocument/2006/relationships/notesMaster" Target="/ppt/notesMasters/notesMaster1.xml" Id="R07c9d733a6ae481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a921cf4a4da4e0f" /><Relationship Type="http://schemas.openxmlformats.org/officeDocument/2006/relationships/notesMaster" Target="/ppt/notesMasters/notesMaster1.xml" Id="R6942d7f84830490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95921cb877f4347" /><Relationship Type="http://schemas.openxmlformats.org/officeDocument/2006/relationships/notesMaster" Target="/ppt/notesMasters/notesMaster1.xml" Id="R9679279a7a554e9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1b3a1ec4dc44e00" /><Relationship Type="http://schemas.openxmlformats.org/officeDocument/2006/relationships/notesMaster" Target="/ppt/notesMasters/notesMaster1.xml" Id="Rcfc73a752cb243e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f0e4e9c26c74edf" /><Relationship Type="http://schemas.openxmlformats.org/officeDocument/2006/relationships/notesMaster" Target="/ppt/notesMasters/notesMaster1.xml" Id="R448f6033831649b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375352f17ee44a5" /><Relationship Type="http://schemas.openxmlformats.org/officeDocument/2006/relationships/notesMaster" Target="/ppt/notesMasters/notesMaster1.xml" Id="R55a2a7236f4e486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190627e8bac43bf" /><Relationship Type="http://schemas.openxmlformats.org/officeDocument/2006/relationships/notesMaster" Target="/ppt/notesMasters/notesMaster1.xml" Id="R98e9c43ef68143b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e58b29c380b45cd" /><Relationship Type="http://schemas.openxmlformats.org/officeDocument/2006/relationships/notesMaster" Target="/ppt/notesMasters/notesMaster1.xml" Id="R9fa055c6eb34470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0c4f389031c4500" /><Relationship Type="http://schemas.openxmlformats.org/officeDocument/2006/relationships/notesMaster" Target="/ppt/notesMasters/notesMaster1.xml" Id="Ra60defdf7a814bf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0fb94acf1a745f4" /><Relationship Type="http://schemas.openxmlformats.org/officeDocument/2006/relationships/notesMaster" Target="/ppt/notesMasters/notesMaster1.xml" Id="Ra86623503b74431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9616cde6fe14d0a" /><Relationship Type="http://schemas.openxmlformats.org/officeDocument/2006/relationships/notesMaster" Target="/ppt/notesMasters/notesMaster1.xml" Id="R11d215a85a1b489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2e61ded7db549db" /><Relationship Type="http://schemas.openxmlformats.org/officeDocument/2006/relationships/notesMaster" Target="/ppt/notesMasters/notesMaster1.xml" Id="Rc92326233c0f4df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82b65dd279b4875" /><Relationship Type="http://schemas.openxmlformats.org/officeDocument/2006/relationships/notesMaster" Target="/ppt/notesMasters/notesMaster1.xml" Id="R1639947d6b3a4bb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b429bceb98f4e3f" /><Relationship Type="http://schemas.openxmlformats.org/officeDocument/2006/relationships/notesMaster" Target="/ppt/notesMasters/notesMaster1.xml" Id="Rcbcef8222bcd42f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0c51365f37b4ec0" /><Relationship Type="http://schemas.openxmlformats.org/officeDocument/2006/relationships/notesMaster" Target="/ppt/notesMasters/notesMaster1.xml" Id="R2a5b72dacd16495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f74be7242f9450b" /><Relationship Type="http://schemas.openxmlformats.org/officeDocument/2006/relationships/notesMaster" Target="/ppt/notesMasters/notesMaster1.xml" Id="Rf58781be1856495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c1ec4d83a2446df" /><Relationship Type="http://schemas.openxmlformats.org/officeDocument/2006/relationships/notesMaster" Target="/ppt/notesMasters/notesMaster1.xml" Id="R5206f276642642b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a15dc9d08f34213" /><Relationship Type="http://schemas.openxmlformats.org/officeDocument/2006/relationships/notesMaster" Target="/ppt/notesMasters/notesMaster1.xml" Id="Rd5f661a373544a8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f3844da242c4f63" /><Relationship Type="http://schemas.openxmlformats.org/officeDocument/2006/relationships/notesMaster" Target="/ppt/notesMasters/notesMaster1.xml" Id="R46cb042c90db4ea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4a67e966f73401d" /><Relationship Type="http://schemas.openxmlformats.org/officeDocument/2006/relationships/notesMaster" Target="/ppt/notesMasters/notesMaster1.xml" Id="Ra82468237960430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7e4cfbb04ed4206" /><Relationship Type="http://schemas.openxmlformats.org/officeDocument/2006/relationships/notesMaster" Target="/ppt/notesMasters/notesMaster1.xml" Id="Rebc5438da67e46a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1f2a112b62b423c" /><Relationship Type="http://schemas.openxmlformats.org/officeDocument/2006/relationships/notesMaster" Target="/ppt/notesMasters/notesMaster1.xml" Id="Rfd42cf5744f8400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db534cc03094ddf" /><Relationship Type="http://schemas.openxmlformats.org/officeDocument/2006/relationships/notesMaster" Target="/ppt/notesMasters/notesMaster1.xml" Id="Rfe7f81f5a3b249b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1fcf7b986064c0c" /><Relationship Type="http://schemas.openxmlformats.org/officeDocument/2006/relationships/notesMaster" Target="/ppt/notesMasters/notesMaster1.xml" Id="R0511e5221c4146b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9e17bc5287e4149" /><Relationship Type="http://schemas.openxmlformats.org/officeDocument/2006/relationships/notesMaster" Target="/ppt/notesMasters/notesMaster1.xml" Id="Rda97387db30b47f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9c5f62461284010" /><Relationship Type="http://schemas.openxmlformats.org/officeDocument/2006/relationships/notesMaster" Target="/ppt/notesMasters/notesMaster1.xml" Id="R2121576fbf1540f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38c2741ecf441c2" /><Relationship Type="http://schemas.openxmlformats.org/officeDocument/2006/relationships/notesMaster" Target="/ppt/notesMasters/notesMaster1.xml" Id="R2058c9ead1a9483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a1e6f8aa5064307" /><Relationship Type="http://schemas.openxmlformats.org/officeDocument/2006/relationships/notesMaster" Target="/ppt/notesMasters/notesMaster1.xml" Id="Re4e50520d4c6455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305b3d65e6b4f23" /><Relationship Type="http://schemas.openxmlformats.org/officeDocument/2006/relationships/notesMaster" Target="/ppt/notesMasters/notesMaster1.xml" Id="R2736f1bed2974a7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374e33aa77344b0" /><Relationship Type="http://schemas.openxmlformats.org/officeDocument/2006/relationships/notesMaster" Target="/ppt/notesMasters/notesMaster1.xml" Id="Raf6e6c185b534fd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9cd4bb7dc4f44fe" /><Relationship Type="http://schemas.openxmlformats.org/officeDocument/2006/relationships/notesMaster" Target="/ppt/notesMasters/notesMaster1.xml" Id="R2a39525dcdc14a1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3e24ac50bcb4eba" /><Relationship Type="http://schemas.openxmlformats.org/officeDocument/2006/relationships/notesMaster" Target="/ppt/notesMasters/notesMaster1.xml" Id="R76bd2d433c4a473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0c8aeedc53c4a8a" /><Relationship Type="http://schemas.openxmlformats.org/officeDocument/2006/relationships/notesMaster" Target="/ppt/notesMasters/notesMaster1.xml" Id="Rdeb0c166e2a745aa"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759583ccf44491a" /><Relationship Type="http://schemas.openxmlformats.org/officeDocument/2006/relationships/notesMaster" Target="/ppt/notesMasters/notesMaster1.xml" Id="Rb328e040bf0e40d5"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555e25893324764" /><Relationship Type="http://schemas.openxmlformats.org/officeDocument/2006/relationships/notesMaster" Target="/ppt/notesMasters/notesMaster1.xml" Id="R767c96a1bf4e438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8cb2c5a79a64315" /><Relationship Type="http://schemas.openxmlformats.org/officeDocument/2006/relationships/notesMaster" Target="/ppt/notesMasters/notesMaster1.xml" Id="Rfdd80e2c5ee9463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b250b16e54d4d46" /><Relationship Type="http://schemas.openxmlformats.org/officeDocument/2006/relationships/notesMaster" Target="/ppt/notesMasters/notesMaster1.xml" Id="R0d2ddf99310e48a6"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37cd1dd4b9740e5" /><Relationship Type="http://schemas.openxmlformats.org/officeDocument/2006/relationships/notesMaster" Target="/ppt/notesMasters/notesMaster1.xml" Id="Rcb89218b1a4b495b"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417ed09cea440aa" /><Relationship Type="http://schemas.openxmlformats.org/officeDocument/2006/relationships/notesMaster" Target="/ppt/notesMasters/notesMaster1.xml" Id="Rc3a4dabf3e7f453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621c16e8b624780" /><Relationship Type="http://schemas.openxmlformats.org/officeDocument/2006/relationships/notesMaster" Target="/ppt/notesMasters/notesMaster1.xml" Id="R70534355b431420c"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99dd963c337402b" /><Relationship Type="http://schemas.openxmlformats.org/officeDocument/2006/relationships/notesMaster" Target="/ppt/notesMasters/notesMaster1.xml" Id="Ra93d58b67ee846a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fa4e77145f06403b" /><Relationship Type="http://schemas.openxmlformats.org/officeDocument/2006/relationships/notesMaster" Target="/ppt/notesMasters/notesMaster1.xml" Id="Rd088f4b6e37b4b6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b4ad605b47e4387" /><Relationship Type="http://schemas.openxmlformats.org/officeDocument/2006/relationships/notesMaster" Target="/ppt/notesMasters/notesMaster1.xml" Id="Rc55b744945d84366"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3f66fbda13b844ff" /><Relationship Type="http://schemas.openxmlformats.org/officeDocument/2006/relationships/notesMaster" Target="/ppt/notesMasters/notesMaster1.xml" Id="Rb9f3c0f17aab459c"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dc2327d471446c8" /><Relationship Type="http://schemas.openxmlformats.org/officeDocument/2006/relationships/notesMaster" Target="/ppt/notesMasters/notesMaster1.xml" Id="Rac670642124f4ee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091eaad855994374" /><Relationship Type="http://schemas.openxmlformats.org/officeDocument/2006/relationships/notesMaster" Target="/ppt/notesMasters/notesMaster1.xml" Id="R888f02349614448f"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5f635b355ef453c" /><Relationship Type="http://schemas.openxmlformats.org/officeDocument/2006/relationships/notesMaster" Target="/ppt/notesMasters/notesMaster1.xml" Id="R9295adf987c64f8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304dd93ae7e4dee" /><Relationship Type="http://schemas.openxmlformats.org/officeDocument/2006/relationships/notesMaster" Target="/ppt/notesMasters/notesMaster1.xml" Id="R6c22f6decda5457e"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d78ee266c217405d" /><Relationship Type="http://schemas.openxmlformats.org/officeDocument/2006/relationships/notesMaster" Target="/ppt/notesMasters/notesMaster1.xml" Id="Rc864e39db83a4b1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7c4b80a45fc4991" /><Relationship Type="http://schemas.openxmlformats.org/officeDocument/2006/relationships/notesMaster" Target="/ppt/notesMasters/notesMaster1.xml" Id="Ra25378b7bccd4607"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e0cc3511829e43c7" /><Relationship Type="http://schemas.openxmlformats.org/officeDocument/2006/relationships/notesMaster" Target="/ppt/notesMasters/notesMaster1.xml" Id="Rbad0527602064567"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fe3856139fb14e78" /><Relationship Type="http://schemas.openxmlformats.org/officeDocument/2006/relationships/notesMaster" Target="/ppt/notesMasters/notesMaster1.xml" Id="R64e4740f93e74e5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fc93d387aa74278" /><Relationship Type="http://schemas.openxmlformats.org/officeDocument/2006/relationships/notesMaster" Target="/ppt/notesMasters/notesMaster1.xml" Id="R76508ecc59c7429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a1583a11ccee42e2" /><Relationship Type="http://schemas.openxmlformats.org/officeDocument/2006/relationships/notesMaster" Target="/ppt/notesMasters/notesMaster1.xml" Id="R80b21f73c5f140c8"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c0b3fc9a37d74a18" /><Relationship Type="http://schemas.openxmlformats.org/officeDocument/2006/relationships/notesMaster" Target="/ppt/notesMasters/notesMaster1.xml" Id="Rd4adff6aa13b4b6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8a1e8e39392d4796" /><Relationship Type="http://schemas.openxmlformats.org/officeDocument/2006/relationships/notesMaster" Target="/ppt/notesMasters/notesMaster1.xml" Id="Recd8cfda32fa4f71"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2e6b61818da542ef" /><Relationship Type="http://schemas.openxmlformats.org/officeDocument/2006/relationships/notesMaster" Target="/ppt/notesMasters/notesMaster1.xml" Id="Rdc8011edecde4c97"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fec0c48f4c04229" /><Relationship Type="http://schemas.openxmlformats.org/officeDocument/2006/relationships/notesMaster" Target="/ppt/notesMasters/notesMaster1.xml" Id="Raac6fcadd9ff4344"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db9b6a0e51334f9c" /><Relationship Type="http://schemas.openxmlformats.org/officeDocument/2006/relationships/notesMaster" Target="/ppt/notesMasters/notesMaster1.xml" Id="R4f574073c34c437f"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7d984a992c064c77" /><Relationship Type="http://schemas.openxmlformats.org/officeDocument/2006/relationships/notesMaster" Target="/ppt/notesMasters/notesMaster1.xml" Id="R8a1ff22182064ff5"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a221bcbbb8df4284" /><Relationship Type="http://schemas.openxmlformats.org/officeDocument/2006/relationships/notesMaster" Target="/ppt/notesMasters/notesMaster1.xml" Id="R4fb145e5a5734ed5"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f0022739cbe1443d" /><Relationship Type="http://schemas.openxmlformats.org/officeDocument/2006/relationships/notesMaster" Target="/ppt/notesMasters/notesMaster1.xml" Id="Ra68ab027db8b44d5"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a68d145dec4e44c1" /><Relationship Type="http://schemas.openxmlformats.org/officeDocument/2006/relationships/notesMaster" Target="/ppt/notesMasters/notesMaster1.xml" Id="Rbdca843caff84fae"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81c65ae6c7bc4613" /><Relationship Type="http://schemas.openxmlformats.org/officeDocument/2006/relationships/notesMaster" Target="/ppt/notesMasters/notesMaster1.xml" Id="R3bcf0570bb964188"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ece3d7e410d345fc" /><Relationship Type="http://schemas.openxmlformats.org/officeDocument/2006/relationships/notesMaster" Target="/ppt/notesMasters/notesMaster1.xml" Id="Rc65322a5fd854e4e"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6ad2dec581f541d5" /><Relationship Type="http://schemas.openxmlformats.org/officeDocument/2006/relationships/notesMaster" Target="/ppt/notesMasters/notesMaster1.xml" Id="R2e736b788cf94da6"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fb739a7deb6349b5" /><Relationship Type="http://schemas.openxmlformats.org/officeDocument/2006/relationships/notesMaster" Target="/ppt/notesMasters/notesMaster1.xml" Id="R870bfbadcc5c4126"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1d946a66b6f24c89" /><Relationship Type="http://schemas.openxmlformats.org/officeDocument/2006/relationships/notesMaster" Target="/ppt/notesMasters/notesMaster1.xml" Id="R8e683d1eceb34618"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007b8ad22b6b4544" /><Relationship Type="http://schemas.openxmlformats.org/officeDocument/2006/relationships/notesMaster" Target="/ppt/notesMasters/notesMaster1.xml" Id="Rcd0d7e0e44914497"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d03c9c7999a04e91" /><Relationship Type="http://schemas.openxmlformats.org/officeDocument/2006/relationships/notesMaster" Target="/ppt/notesMasters/notesMaster1.xml" Id="R341505bcf9604ec7"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75a3527f9d164e28" /><Relationship Type="http://schemas.openxmlformats.org/officeDocument/2006/relationships/notesMaster" Target="/ppt/notesMasters/notesMaster1.xml" Id="R9834be5283024b33"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c6adb3fec6e24e11" /><Relationship Type="http://schemas.openxmlformats.org/officeDocument/2006/relationships/notesMaster" Target="/ppt/notesMasters/notesMaster1.xml" Id="R5a2e069e5a20447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501c76a00f90419c" /><Relationship Type="http://schemas.openxmlformats.org/officeDocument/2006/relationships/notesMaster" Target="/ppt/notesMasters/notesMaster1.xml" Id="R0e2c24a47b824db3"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85e4f7b39c3a46c5" /><Relationship Type="http://schemas.openxmlformats.org/officeDocument/2006/relationships/notesMaster" Target="/ppt/notesMasters/notesMaster1.xml" Id="R490eec12b33c4d8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82127930cda44aeb" /><Relationship Type="http://schemas.openxmlformats.org/officeDocument/2006/relationships/notesMaster" Target="/ppt/notesMasters/notesMaster1.xml" Id="R227c6829b2234632"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673fb9d5dca0452b" /><Relationship Type="http://schemas.openxmlformats.org/officeDocument/2006/relationships/notesMaster" Target="/ppt/notesMasters/notesMaster1.xml" Id="R47b52b5e8ae040b2"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311ba3ce9787400b" /><Relationship Type="http://schemas.openxmlformats.org/officeDocument/2006/relationships/notesMaster" Target="/ppt/notesMasters/notesMaster1.xml" Id="R437ae6cbae3c46b8"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b8b78da92044499c" /><Relationship Type="http://schemas.openxmlformats.org/officeDocument/2006/relationships/notesMaster" Target="/ppt/notesMasters/notesMaster1.xml" Id="R5b0829ae6cc64a0d"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220f30b195074b92" /><Relationship Type="http://schemas.openxmlformats.org/officeDocument/2006/relationships/notesMaster" Target="/ppt/notesMasters/notesMaster1.xml" Id="Ra558fcfe90f6447f"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f7243439b3054924" /><Relationship Type="http://schemas.openxmlformats.org/officeDocument/2006/relationships/notesMaster" Target="/ppt/notesMasters/notesMaster1.xml" Id="R4c907c5ffd54455c"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d4414e2fe796444a" /><Relationship Type="http://schemas.openxmlformats.org/officeDocument/2006/relationships/notesMaster" Target="/ppt/notesMasters/notesMaster1.xml" Id="R72fca854c6cc49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이제 작업이 끝난 뒤 무엇을 남길지로 질문을 바꾼다.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DEC-0073의19필드·Demo2+Case2분·Context에서 보존 후보와 다음 사용으로 이어지는 순서를 정렬했다. 최종 패키지·렌더·내장 Notes 대조는 production/evaluation/S61_CONTEXT_RETENTION_REVISION.md에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S62는 지식이 이미 어디에 있었는지 확인한 장이었다. 이제 실제 밝기 통계 작업 하나를 가운데 놓고 각 자료의 역할을 본다. 재구성 도식이며 실제 실행 화면이나 순서 trace가 아니다.</a:t>
            </a:r>
          </a:p>
          <a:p xmlns:a="http://schemas.openxmlformats.org/drawingml/2006/main">
            <a:r>
              <a:t>2. (0:20–0:50) 왼쪽 ‘목표’를 짚는다. TRIAL-008의 실제 요청은 image_statistics의 근거 있는 실행시간 또는 할당량 개선 가능성을 조사하고, 현재 출력6항목과 변경 범위를 보존하며 trade-off나 no-change 결과도 보고하라는 것이었다. 화면은 그 목표·조건의 요약이다. 최적화 수치 자체는 S58에서 다뤘다.</a:t>
            </a:r>
          </a:p>
          <a:p xmlns:a="http://schemas.openxmlformats.org/drawingml/2006/main">
            <a:r>
              <a:t>3. (0:50–1:15) ‘Context’는 프로젝트에서 사실로 확인할 명세·명령·참고 위치다. AGENTS.md와 상세 문서, 실제 코드·테스트에서 동작과 제약을 확인했다. S62의 원래 출처를 모두 화면에 다시 나열하지 않는다.</a:t>
            </a:r>
          </a:p>
          <a:p xmlns:a="http://schemas.openxmlformats.org/drawingml/2006/main">
            <a:r>
              <a:t>4. (1:15–1:40) ‘Skill’은 이번 작업의 답을 미리 담지 않고 기준선 확보·조사·변경·검증·비교 같은 재사용 수행 방법을 담았다. Repository Skill은 실제 CLI 기록에서 명시적으로 호출되어 본문이 포함됐고, 수행 근거는 작업 기록과 별도로 대조했다. 목표·Context·Skill에서 모이는 선은 한 작업에 적용한 서로 다른 입력을 뜻하며 이 셋을 차례로 실행한다는 순서가 아니다.</a:t>
            </a:r>
          </a:p>
          <a:p xmlns:a="http://schemas.openxmlformats.org/drawingml/2006/main">
            <a:r>
              <a:t>5. (1:40–2:30) 가운데 Agent의 조사·변경을 거쳐 오른쪽 ‘검증 도구’로 시선을 옮긴다. 테스트는 보존할 동작을 검사하고 benchmark는 같은 입력·환경에서 실행시간·할당량을 비교할 근거를 제공했다. TRIAL-008 후보와 정식 STATE-04-PERF의 검증은 별도 기록이며, 정식 상태에서는 재조사·동작 검사·CLI·diff review를 거쳐 변경을 고정했다. 검사 통과만으로 모든 동작의 정확성이나 각 Harness 요소의 단독 인과 효과가 증명된 것은 아니다. 사람이 이 근거와 미확인 사항을 검토한다.</a:t>
            </a:r>
          </a:p>
          <a:p xmlns:a="http://schemas.openxmlformats.org/drawingml/2006/main">
            <a:r>
              <a:t>6. (2:30–3:00) Subagent와 별도 Memory를 추가하지 않았다는 기존 선택을 회수한다. 이 사례에서 쓴 구성이며 보편적인 최적 개수나 필수 목록은 아니다. 다음 S64에서 이 실제 자료와 도구들의 관계를 교육용 작업 환경 모델로 묶는다.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출처→역할0.33, 목표0.5, Context0.42, Skill0.42, 작업·검증0.83, 선택 범위·전환0.5. 지연 시 파일명과 원문 요청 낭독을 생략하고 네 역할과 동작/측정 근거 구분은 유지한다.3분에 S64의 전체 관계도로 이동한다. 실제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DEC-0075의19필드·Demo3분·실제 구성의 책임과 기존 Claim Boundary를 정렬했다. 최종 패키지/PNG/내장 Notes 대조는 production/evaluation/S63_TASK_ROLES_REVISION.md에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함께 작동하는 작업 환경, Harness</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Lecture) S63의 실제 밝기 통계 작업에서 본 배치를 이어 읽는다. 앞 장은 그 작업에서 무엇을 썼는지, 이번 장은 이 과정에서 Harness라 부르는 전체 작업 환경을 정리한다. 화면 전체를 두른 테두리는 하나의 환경이라는 뜻이며 특정 제품 화면이 아니다.</a:t>
            </a:r>
          </a:p>
          <a:p xmlns:a="http://schemas.openxmlformats.org/drawingml/2006/main">
            <a:r>
              <a:t>2. (0:40–1:30 / Lecture) 왼쪽의 목표·Context·Skill이 같은 Agent 작업에 적용된다. 개발자는 바꿀 것과 지킬 조건을 정한다. Context는 프로젝트 사실·명세이고 Skill은 재사용 수행 방법이다. 셋은 순차 실행 단계가 아니며, 특정 파일 하나가 Harness 전체를 대신하지 않는다.</a:t>
            </a:r>
          </a:p>
          <a:p xmlns:a="http://schemas.openxmlformats.org/drawingml/2006/main">
            <a:r>
              <a:t>3. (1:30–2:30 / Lecture) 가운데 Agent가 조사·판단·변경하고 오른쪽 테스트·benchmark가 동작과 측정 근거를 제공한다. 결과를 사람이 검토한다. ‘사람이 결과 검토’는 검증 도구 이름이 아니라 검증 이후 개발자의 책임을 나타낸다. 검사 통과와 원하는 변화의 충족 여부를 함께 판단하며 자동 정답 보장을 뜻하지 않는다.</a:t>
            </a:r>
          </a:p>
          <a:p xmlns:a="http://schemas.openxmlformats.org/drawingml/2006/main">
            <a:r>
              <a:t>4. (2:30–3:30 / Lecture) 아래 실행 환경에서 위로 연결된 선을 짚는다. Repository, 입력, 권한, 실행·측정 조건은 작업과 확인이 이뤄질 공통 기반이다. 단순히 파일이 있다는 것만으로 명령이 실행되거나 결과가 비교 가능해지는 것은 아니다. 화살표는 이 환경이 작업과 검증을 함께 뒷받침한다는 교육용 관계이며 실제 실행·재시도·시간순서 trace가 아니다.</a:t>
            </a:r>
          </a:p>
          <a:p xmlns:a="http://schemas.openxmlformats.org/drawingml/2006/main">
            <a:r>
              <a:t>5. (3:30–4:00 / Lecture) 이 구성을 의도적으로 연결해 Agent가 신뢰성 있게 일할 수 있게 설계하는 것이 이 과정의 Harness 운영 모델이다. 공식 OpenAI 정의나 보편적인 필수 목록이 아니다. Subagent와 별도 Memory를 모든 환경에 넣어야 한다는 의미도 없다.</a:t>
            </a:r>
          </a:p>
          <a:p xmlns:a="http://schemas.openxmlformats.org/drawingml/2006/main">
            <a:r>
              <a:t>6. (4:00–5:30 / Demo) CAPTURED 정적 구성 회수: S63의 기록을 화면에 대응한다. Context의 AGENTS.md·상세 문서, 재사용 성능 Skill, 실제 동작 검사·benchmark·입력/실행 조건이다. TRIAL-008 후보와 정식 STATE-04-PERF의 재조사·검증을 구분한다. 실제 파일과 기록에서 확인한 구성만 회수하며 큰 모델의 모든 환경 조건을 빠짐없이 감사했다는 뜻이 아니다. 제품 화면이나 새 명령을 실행하지 않는다.</a:t>
            </a:r>
          </a:p>
          <a:p xmlns:a="http://schemas.openxmlformats.org/drawingml/2006/main">
            <a:r>
              <a:t>7. (5:30–6:00 / Demo) 실제 구성은 그 범위의 성공 사례로 유지한다. 아래 실행 환경을 가리키며 ‘그 실행 조건이 Repository 파일만으로 모두 정해질까요?’로 S65를 연다. 전역 지침·경고의 상세 기록은 다음 장과 ACT4에 남긴다.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S63의 실제 구성 대응을 사용한다. AGENTS.md·상세 문서·repository Skill·테스트·benchmark는 보존된 실제 근거이며 환경 전체의 완전한 감사 증거는 아니다.</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S66에서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S63/STATE-04-PERF의 AGENTS.md·docs·Skill·tests·benchmark와 기록된 입력/실행 조건을 같은 도식에 대응하는 CAPTURED 정적 요약이다. 실제 실행 캡처가 아니며 제품·Agent·benchmark·Demo repository를 실행하거나 새 Trial을 만들지 않는다. S63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S63→전체 모델0.67, 세 입력0.83, 작업·검증·검토1, 실행 환경1, 정의·범위0.5. Demo2분: 기존 실제 구성 대응1.5, 환경 질문·전환0.5. 지연 시 파일명·용어 정의 반복을 줄이되 실행 환경의 두 연결과 사람의 검토 책임을 유지한다.6분에 S65로 넘긴다. 실제 운영 리허설은 UNVERIFIED다.</a:t>
            </a:r>
          </a:p>
          <a:p xmlns:a="http://schemas.openxmlformats.org/drawingml/2006/main">
            <a:r>
              <a:t/>
            </a:r>
          </a:p>
          <a:p xmlns:a="http://schemas.openxmlformats.org/drawingml/2006/main">
            <a:r>
              <a:t>Fallback: LOCAL STATIC ARTIFACT — production/ACT_3.pptx의 S64, production/preview/act3/S64.png 및 production/preview/full/S64.png.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DEC-0076의19필드·Lecture4+Demo2분·교육용 정의와 실제 구성 경계를 정렬했다. 최종 패키지/PNG/내장 Notes 대조는 production/evaluation/S64_HARNESS_STRUCTURE_REVISION.md에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dcd03865594dc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7c70b8665024e2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b6004e2f3e4414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add891150ea49a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72cb1cc3f6e4a7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4b9fcf80d734b3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1403EFE-1396-4D5F-8CB3-82A5F99E5B0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49AB228-2087-4E5D-85C2-F53870E0865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614483B-B427-4123-BAF0-C7B3C33854F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96736F7-7030-4BB6-8949-5BDC115AAF4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5727D17-D3ED-4262-A473-F96D6EE818A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8F70E5B-C012-45DB-B734-F9ACCCE5F49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A043624-0FDC-4A30-80EA-BB0EF3997EF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78573A5-2005-4BF2-87DC-F7B30B0139E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F5E0C6-4E73-4B26-9C77-692AA4D4F9B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7E4DD8F-2613-4608-8B94-65B51559B86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b5e760970704725" /><Relationship Type="http://schemas.openxmlformats.org/officeDocument/2006/relationships/slideLayout" Target="/ppt/slideLayouts/slideLayout1.xml" Id="Rd9dbc8b81a2d4ff9" /><Relationship Type="http://schemas.openxmlformats.org/officeDocument/2006/relationships/slideLayout" Target="/ppt/slideLayouts/slideLayout2.xml" Id="Rf4a3b0716b994b29" /><Relationship Type="http://schemas.openxmlformats.org/officeDocument/2006/relationships/slideLayout" Target="/ppt/slideLayouts/slideLayout3.xml" Id="Ra0a3f08659e84523" /><Relationship Type="http://schemas.openxmlformats.org/officeDocument/2006/relationships/slideLayout" Target="/ppt/slideLayouts/slideLayout4.xml" Id="R86a690c55af0482a" /><Relationship Type="http://schemas.openxmlformats.org/officeDocument/2006/relationships/slideLayout" Target="/ppt/slideLayouts/slideLayout5.xml" Id="Rec439cf4d36f4726" /><Relationship Type="http://schemas.openxmlformats.org/officeDocument/2006/relationships/slideLayout" Target="/ppt/slideLayouts/slideLayout6.xml" Id="R7d4c5a09eb33496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9dbc8b81a2d4ff9"/>
    <p:sldLayoutId xmlns:r="http://schemas.openxmlformats.org/officeDocument/2006/relationships" id="2147483650" r:id="Rf4a3b0716b994b29"/>
    <p:sldLayoutId xmlns:r="http://schemas.openxmlformats.org/officeDocument/2006/relationships" id="2147483651" r:id="Ra0a3f08659e84523"/>
    <p:sldLayoutId xmlns:r="http://schemas.openxmlformats.org/officeDocument/2006/relationships" id="2147483652" r:id="R86a690c55af0482a"/>
    <p:sldLayoutId xmlns:r="http://schemas.openxmlformats.org/officeDocument/2006/relationships" id="2147483653" r:id="Rec439cf4d36f4726"/>
    <p:sldLayoutId xmlns:r="http://schemas.openxmlformats.org/officeDocument/2006/relationships" id="2147483654" r:id="R7d4c5a09eb33496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d60b02e0c61499f" /><Relationship Type="http://schemas.openxmlformats.org/officeDocument/2006/relationships/image" Target="/ppt/media/image.png" Id="R53726b6e626c4fe4" /><Relationship Type="http://schemas.openxmlformats.org/officeDocument/2006/relationships/notesSlide" Target="/ppt/notesSlides/notesSlide1.xml" Id="R5cfd619a347142e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1c02bfc787d43e2" /><Relationship Type="http://schemas.openxmlformats.org/officeDocument/2006/relationships/notesSlide" Target="/ppt/notesSlides/notesSlide2.xml" Id="Rce33147d2b0e4e7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5af184bcaac413a" /><Relationship Type="http://schemas.openxmlformats.org/officeDocument/2006/relationships/notesSlide" Target="/ppt/notesSlides/notesSlide3.xml" Id="Rfe445eb82c5642c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e354e91dcfd4ace" /><Relationship Type="http://schemas.openxmlformats.org/officeDocument/2006/relationships/image" Target="/ppt/media/image2.png" Id="R24d94b51ffee4ba8" /><Relationship Type="http://schemas.openxmlformats.org/officeDocument/2006/relationships/notesSlide" Target="/ppt/notesSlides/notesSlide4.xml" Id="Ref0290b3cf0345c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3f5c543d2704281" /><Relationship Type="http://schemas.openxmlformats.org/officeDocument/2006/relationships/notesSlide" Target="/ppt/notesSlides/notesSlide5.xml" Id="Refd6f687cd23478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b7d0941c9254855" /><Relationship Type="http://schemas.openxmlformats.org/officeDocument/2006/relationships/notesSlide" Target="/ppt/notesSlides/notesSlide6.xml" Id="R99b1e83621fd492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5f8c681401d4657" /><Relationship Type="http://schemas.openxmlformats.org/officeDocument/2006/relationships/image" Target="/ppt/media/image3.png" Id="R9b708a8ebbed42e0" /><Relationship Type="http://schemas.openxmlformats.org/officeDocument/2006/relationships/notesSlide" Target="/ppt/notesSlides/notesSlide7.xml" Id="R58df6b4d3ca547d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89d7ec24c904cd7" /><Relationship Type="http://schemas.openxmlformats.org/officeDocument/2006/relationships/notesSlide" Target="/ppt/notesSlides/notesSlide8.xml" Id="R41bcd751289b45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21847b476df4129" /><Relationship Type="http://schemas.openxmlformats.org/officeDocument/2006/relationships/image" Target="/ppt/media/image4.png" Id="R37f96836d1ca4941" /><Relationship Type="http://schemas.openxmlformats.org/officeDocument/2006/relationships/image" Target="/ppt/media/image5.png" Id="R511359e3dd7b464a" /><Relationship Type="http://schemas.openxmlformats.org/officeDocument/2006/relationships/image" Target="/ppt/media/image6.png" Id="R2229ab6ca4a94c6c" /><Relationship Type="http://schemas.openxmlformats.org/officeDocument/2006/relationships/notesSlide" Target="/ppt/notesSlides/notesSlide9.xml" Id="Rd22ebc78e7c7434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8496c85adca4ed1" /><Relationship Type="http://schemas.openxmlformats.org/officeDocument/2006/relationships/notesSlide" Target="/ppt/notesSlides/notesSlide10.xml" Id="R32173b06d79a42e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067926b8d5e4748" /><Relationship Type="http://schemas.openxmlformats.org/officeDocument/2006/relationships/image" Target="/ppt/media/image7.png" Id="Rd0ba80daab3844b3" /><Relationship Type="http://schemas.openxmlformats.org/officeDocument/2006/relationships/image" Target="/ppt/media/image8.png" Id="R6780fca6ccbf4e11" /><Relationship Type="http://schemas.openxmlformats.org/officeDocument/2006/relationships/image" Target="/ppt/media/image9.png" Id="Ra30f5f23d9b14d3b" /><Relationship Type="http://schemas.openxmlformats.org/officeDocument/2006/relationships/notesSlide" Target="/ppt/notesSlides/notesSlide11.xml" Id="R7a10e4ddd7f1422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ad2a169a07d4b81" /><Relationship Type="http://schemas.openxmlformats.org/officeDocument/2006/relationships/image" Target="/ppt/media/image10.png" Id="R35f8431959304930" /><Relationship Type="http://schemas.openxmlformats.org/officeDocument/2006/relationships/notesSlide" Target="/ppt/notesSlides/notesSlide12.xml" Id="Re9cc523f521c45f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32ccc6771174db0" /><Relationship Type="http://schemas.openxmlformats.org/officeDocument/2006/relationships/image" Target="/ppt/media/image11.png" Id="R6b661d7bbf194062" /><Relationship Type="http://schemas.openxmlformats.org/officeDocument/2006/relationships/notesSlide" Target="/ppt/notesSlides/notesSlide13.xml" Id="R39eaebec13af435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d03b9ce1862483b" /><Relationship Type="http://schemas.openxmlformats.org/officeDocument/2006/relationships/notesSlide" Target="/ppt/notesSlides/notesSlide14.xml" Id="R51e5862a59e34f7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01a0d14c26042b8" /><Relationship Type="http://schemas.openxmlformats.org/officeDocument/2006/relationships/notesSlide" Target="/ppt/notesSlides/notesSlide15.xml" Id="R440e6a5608904f9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efebd0ce996472c" /><Relationship Type="http://schemas.openxmlformats.org/officeDocument/2006/relationships/notesSlide" Target="/ppt/notesSlides/notesSlide16.xml" Id="Rc51b165bc0dd430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bfaba05d59f42ec" /><Relationship Type="http://schemas.openxmlformats.org/officeDocument/2006/relationships/notesSlide" Target="/ppt/notesSlides/notesSlide17.xml" Id="R0a1641e82920437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12cb9f2ec764bf2" /><Relationship Type="http://schemas.openxmlformats.org/officeDocument/2006/relationships/notesSlide" Target="/ppt/notesSlides/notesSlide18.xml" Id="R3f70cf9e15b847f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3f148a20a564875" /><Relationship Type="http://schemas.openxmlformats.org/officeDocument/2006/relationships/notesSlide" Target="/ppt/notesSlides/notesSlide19.xml" Id="Raa09c58dcb244c2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46ce6d6ea83477d" /><Relationship Type="http://schemas.openxmlformats.org/officeDocument/2006/relationships/notesSlide" Target="/ppt/notesSlides/notesSlide20.xml" Id="R76e6e26b63f4446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9b14b0c80c44f30" /><Relationship Type="http://schemas.openxmlformats.org/officeDocument/2006/relationships/notesSlide" Target="/ppt/notesSlides/notesSlide21.xml" Id="Ra88b8ef1a5f24d0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a509440fdd84e49" /><Relationship Type="http://schemas.openxmlformats.org/officeDocument/2006/relationships/notesSlide" Target="/ppt/notesSlides/notesSlide22.xml" Id="R9161fcaea41242d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d8a5971b46b4ca3" /><Relationship Type="http://schemas.openxmlformats.org/officeDocument/2006/relationships/notesSlide" Target="/ppt/notesSlides/notesSlide23.xml" Id="Rb3bad9b4b09b474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4b49b4992844225" /><Relationship Type="http://schemas.openxmlformats.org/officeDocument/2006/relationships/notesSlide" Target="/ppt/notesSlides/notesSlide24.xml" Id="R3e99b31d963d480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98d5de119de4cc9" /><Relationship Type="http://schemas.openxmlformats.org/officeDocument/2006/relationships/notesSlide" Target="/ppt/notesSlides/notesSlide25.xml" Id="R506e1bb7c5234d1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4871dc0627b461e" /><Relationship Type="http://schemas.openxmlformats.org/officeDocument/2006/relationships/notesSlide" Target="/ppt/notesSlides/notesSlide26.xml" Id="R390982e8b7a84ac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6e0ba409be44a51" /><Relationship Type="http://schemas.openxmlformats.org/officeDocument/2006/relationships/notesSlide" Target="/ppt/notesSlides/notesSlide27.xml" Id="R1d284f19577941b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d3da0b8806740fa" /><Relationship Type="http://schemas.openxmlformats.org/officeDocument/2006/relationships/notesSlide" Target="/ppt/notesSlides/notesSlide28.xml" Id="Rca1c8d7d446f47f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d72a228cd744701" /><Relationship Type="http://schemas.openxmlformats.org/officeDocument/2006/relationships/notesSlide" Target="/ppt/notesSlides/notesSlide29.xml" Id="R3949cfc9080348f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f038c22d82f438f" /><Relationship Type="http://schemas.openxmlformats.org/officeDocument/2006/relationships/notesSlide" Target="/ppt/notesSlides/notesSlide30.xml" Id="R4de0e96700634a5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d51502c576c409a" /><Relationship Type="http://schemas.openxmlformats.org/officeDocument/2006/relationships/notesSlide" Target="/ppt/notesSlides/notesSlide31.xml" Id="R0881b1bcd8f04d8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68f85ab702c4bfe" /><Relationship Type="http://schemas.openxmlformats.org/officeDocument/2006/relationships/notesSlide" Target="/ppt/notesSlides/notesSlide32.xml" Id="R509b5057fbbc4a4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163d1a2eb8d44cf3" /><Relationship Type="http://schemas.openxmlformats.org/officeDocument/2006/relationships/notesSlide" Target="/ppt/notesSlides/notesSlide33.xml" Id="R6c389d92334240a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17d6515e06a456f" /><Relationship Type="http://schemas.openxmlformats.org/officeDocument/2006/relationships/notesSlide" Target="/ppt/notesSlides/notesSlide34.xml" Id="R2560d1d0f31c4b8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d59203fe6194b40" /><Relationship Type="http://schemas.openxmlformats.org/officeDocument/2006/relationships/image" Target="/ppt/media/image12.png" Id="R4e9862cc447f4714" /><Relationship Type="http://schemas.openxmlformats.org/officeDocument/2006/relationships/image" Target="/ppt/media/image13.png" Id="R21b4b24134254552" /><Relationship Type="http://schemas.openxmlformats.org/officeDocument/2006/relationships/notesSlide" Target="/ppt/notesSlides/notesSlide35.xml" Id="R277723757dd7409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dc4bcb2903b4621" /><Relationship Type="http://schemas.openxmlformats.org/officeDocument/2006/relationships/image" Target="/ppt/media/image14.png" Id="Rbfef4fa265e04fd1" /><Relationship Type="http://schemas.openxmlformats.org/officeDocument/2006/relationships/notesSlide" Target="/ppt/notesSlides/notesSlide36.xml" Id="Re9b7c92dee72458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24bdbf156ceb4150" /><Relationship Type="http://schemas.openxmlformats.org/officeDocument/2006/relationships/notesSlide" Target="/ppt/notesSlides/notesSlide37.xml" Id="Rb92e5842a314452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80486fedda87418e" /><Relationship Type="http://schemas.openxmlformats.org/officeDocument/2006/relationships/notesSlide" Target="/ppt/notesSlides/notesSlide38.xml" Id="R1f9091bc3a5a48a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b188314b422a4c91" /><Relationship Type="http://schemas.openxmlformats.org/officeDocument/2006/relationships/notesSlide" Target="/ppt/notesSlides/notesSlide39.xml" Id="R7e3fb73183004efb"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f8db7ea277c14e09" /><Relationship Type="http://schemas.openxmlformats.org/officeDocument/2006/relationships/notesSlide" Target="/ppt/notesSlides/notesSlide40.xml" Id="R2201c862af3a426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35ade0897b0d4646" /><Relationship Type="http://schemas.openxmlformats.org/officeDocument/2006/relationships/notesSlide" Target="/ppt/notesSlides/notesSlide41.xml" Id="R09a2a5f1595f473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0a639ecdaaa14568" /><Relationship Type="http://schemas.openxmlformats.org/officeDocument/2006/relationships/notesSlide" Target="/ppt/notesSlides/notesSlide42.xml" Id="Rbf39b925924846a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d7f9781d2b4d4d1c" /><Relationship Type="http://schemas.openxmlformats.org/officeDocument/2006/relationships/notesSlide" Target="/ppt/notesSlides/notesSlide43.xml" Id="Rd7def028a1ca469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f8f23adcc8c44ad4" /><Relationship Type="http://schemas.openxmlformats.org/officeDocument/2006/relationships/notesSlide" Target="/ppt/notesSlides/notesSlide44.xml" Id="R08ad774f22d740f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a19e830a7a974894" /><Relationship Type="http://schemas.openxmlformats.org/officeDocument/2006/relationships/notesSlide" Target="/ppt/notesSlides/notesSlide45.xml" Id="Rfb5a74546d614f5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c4c62f95cbd467b" /><Relationship Type="http://schemas.openxmlformats.org/officeDocument/2006/relationships/notesSlide" Target="/ppt/notesSlides/notesSlide46.xml" Id="R8a0dadcc00d64b1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44cc17ec8b5c4d35" /><Relationship Type="http://schemas.openxmlformats.org/officeDocument/2006/relationships/notesSlide" Target="/ppt/notesSlides/notesSlide47.xml" Id="Rff2438ff32a3400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965bdd4c44824ac8" /><Relationship Type="http://schemas.openxmlformats.org/officeDocument/2006/relationships/notesSlide" Target="/ppt/notesSlides/notesSlide48.xml" Id="R95accea9d91f4f9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e8257361456642ce" /><Relationship Type="http://schemas.openxmlformats.org/officeDocument/2006/relationships/notesSlide" Target="/ppt/notesSlides/notesSlide49.xml" Id="R8586acb3700e43c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1dfecf1d737746b1" /><Relationship Type="http://schemas.openxmlformats.org/officeDocument/2006/relationships/image" Target="/ppt/media/image15.png" Id="Rc220e2e4506b4481" /><Relationship Type="http://schemas.openxmlformats.org/officeDocument/2006/relationships/image" Target="/ppt/media/image16.png" Id="R9bf05ebf23444c91" /><Relationship Type="http://schemas.openxmlformats.org/officeDocument/2006/relationships/notesSlide" Target="/ppt/notesSlides/notesSlide50.xml" Id="R7c19e68148374c4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94d687d95a6c45e6" /><Relationship Type="http://schemas.openxmlformats.org/officeDocument/2006/relationships/notesSlide" Target="/ppt/notesSlides/notesSlide51.xml" Id="R91450e23c249463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90c0c239096a4964" /><Relationship Type="http://schemas.openxmlformats.org/officeDocument/2006/relationships/notesSlide" Target="/ppt/notesSlides/notesSlide52.xml" Id="R6b94d812e95a4f4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6a4cc0eb15544f6b" /><Relationship Type="http://schemas.openxmlformats.org/officeDocument/2006/relationships/notesSlide" Target="/ppt/notesSlides/notesSlide53.xml" Id="R7c9a24a352334ab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afd4af9b2069416b" /><Relationship Type="http://schemas.openxmlformats.org/officeDocument/2006/relationships/notesSlide" Target="/ppt/notesSlides/notesSlide54.xml" Id="R801dfdb71c7c429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715a43480a0c47e0" /><Relationship Type="http://schemas.openxmlformats.org/officeDocument/2006/relationships/notesSlide" Target="/ppt/notesSlides/notesSlide55.xml" Id="R24bd7e13d96b4e43"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423a61f2d1f743ee" /><Relationship Type="http://schemas.openxmlformats.org/officeDocument/2006/relationships/notesSlide" Target="/ppt/notesSlides/notesSlide56.xml" Id="R6d44555d35c9445b"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b13bc38b7a754ffd" /><Relationship Type="http://schemas.openxmlformats.org/officeDocument/2006/relationships/notesSlide" Target="/ppt/notesSlides/notesSlide57.xml" Id="R83b7ab8c57894ad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0b0a5960f23446ef" /><Relationship Type="http://schemas.openxmlformats.org/officeDocument/2006/relationships/chart" Target="/ppt/slides/charts/chart1.xml" Id="R551ad9e07fa14a6b" /><Relationship Type="http://schemas.openxmlformats.org/officeDocument/2006/relationships/notesSlide" Target="/ppt/notesSlides/notesSlide58.xml" Id="Rfd052496dd22433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21f1a0e674d24403" /><Relationship Type="http://schemas.openxmlformats.org/officeDocument/2006/relationships/notesSlide" Target="/ppt/notesSlides/notesSlide59.xml" Id="R9f0eb9830e5844cb"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c6db09987bea472b" /><Relationship Type="http://schemas.openxmlformats.org/officeDocument/2006/relationships/notesSlide" Target="/ppt/notesSlides/notesSlide60.xml" Id="Redb21499057b4834"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9d6280fb1f474f53" /><Relationship Type="http://schemas.openxmlformats.org/officeDocument/2006/relationships/notesSlide" Target="/ppt/notesSlides/notesSlide61.xml" Id="Raebf29e1bc20493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b15b23d6f81447af" /><Relationship Type="http://schemas.openxmlformats.org/officeDocument/2006/relationships/notesSlide" Target="/ppt/notesSlides/notesSlide62.xml" Id="R05af2cd7caa54e6f"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5363c8eb05154141" /><Relationship Type="http://schemas.openxmlformats.org/officeDocument/2006/relationships/notesSlide" Target="/ppt/notesSlides/notesSlide63.xml" Id="R5f1a041a9acf4de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d32afe328f854756" /><Relationship Type="http://schemas.openxmlformats.org/officeDocument/2006/relationships/notesSlide" Target="/ppt/notesSlides/notesSlide64.xml" Id="R213139cf17444080"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e2105999554d4892" /><Relationship Type="http://schemas.openxmlformats.org/officeDocument/2006/relationships/notesSlide" Target="/ppt/notesSlides/notesSlide65.xml" Id="R576c55554a3e4d8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da10f6fba91f42ba" /><Relationship Type="http://schemas.openxmlformats.org/officeDocument/2006/relationships/image" Target="/ppt/media/image17.png" Id="Rfa84575b65234355" /><Relationship Type="http://schemas.openxmlformats.org/officeDocument/2006/relationships/notesSlide" Target="/ppt/notesSlides/notesSlide66.xml" Id="Rffe539c5f7d5427e"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875111757cdb4ca0" /><Relationship Type="http://schemas.openxmlformats.org/officeDocument/2006/relationships/notesSlide" Target="/ppt/notesSlides/notesSlide67.xml" Id="Rda15a7854201458f"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e63dd4f977cf451c" /><Relationship Type="http://schemas.openxmlformats.org/officeDocument/2006/relationships/notesSlide" Target="/ppt/notesSlides/notesSlide68.xml" Id="R5bbee1da5c3c44a2"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20ba18ef52d949df" /><Relationship Type="http://schemas.openxmlformats.org/officeDocument/2006/relationships/notesSlide" Target="/ppt/notesSlides/notesSlide69.xml" Id="Rd070a323b5714e52"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68893f1a30964972" /><Relationship Type="http://schemas.openxmlformats.org/officeDocument/2006/relationships/notesSlide" Target="/ppt/notesSlides/notesSlide70.xml" Id="R2b1a4881fcc0434d"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babed340901a4cb8" /><Relationship Type="http://schemas.openxmlformats.org/officeDocument/2006/relationships/notesSlide" Target="/ppt/notesSlides/notesSlide71.xml" Id="R2d1e966b58d9410b"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d819f77673a94f47" /><Relationship Type="http://schemas.openxmlformats.org/officeDocument/2006/relationships/notesSlide" Target="/ppt/notesSlides/notesSlide72.xml" Id="R4dcb31d805044ef3"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f83eba2c5f154b91" /><Relationship Type="http://schemas.openxmlformats.org/officeDocument/2006/relationships/notesSlide" Target="/ppt/notesSlides/notesSlide73.xml" Id="R5f6a8f2742e34ea7"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3cf01d222105486f" /><Relationship Type="http://schemas.openxmlformats.org/officeDocument/2006/relationships/notesSlide" Target="/ppt/notesSlides/notesSlide74.xml" Id="R9286f953ae41444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00a42da6833f42e3" /><Relationship Type="http://schemas.openxmlformats.org/officeDocument/2006/relationships/notesSlide" Target="/ppt/notesSlides/notesSlide75.xml" Id="R79ab269aaa70467a"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10d235eb7e0442e5" /><Relationship Type="http://schemas.openxmlformats.org/officeDocument/2006/relationships/notesSlide" Target="/ppt/notesSlides/notesSlide76.xml" Id="Re66042cf3cb746a9"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3fd60e9d19c94819" /><Relationship Type="http://schemas.openxmlformats.org/officeDocument/2006/relationships/notesSlide" Target="/ppt/notesSlides/notesSlide77.xml" Id="R13a4bb73df5344da"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49bce7838b4341b4" /><Relationship Type="http://schemas.openxmlformats.org/officeDocument/2006/relationships/notesSlide" Target="/ppt/notesSlides/notesSlide78.xml" Id="R783b3ce3e12c4608"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61a91582ec9544f0" /><Relationship Type="http://schemas.openxmlformats.org/officeDocument/2006/relationships/notesSlide" Target="/ppt/notesSlides/notesSlide79.xml" Id="R9afd8e8760e94a86"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3af9a81d3dbc4930" /><Relationship Type="http://schemas.openxmlformats.org/officeDocument/2006/relationships/notesSlide" Target="/ppt/notesSlides/notesSlide80.xml" Id="Rae2c1f90abe24120"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8bbaffc9013d4db9" /><Relationship Type="http://schemas.openxmlformats.org/officeDocument/2006/relationships/notesSlide" Target="/ppt/notesSlides/notesSlide81.xml" Id="R024ae8b59d1342e7"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2f871ad225a748af" /><Relationship Type="http://schemas.openxmlformats.org/officeDocument/2006/relationships/notesSlide" Target="/ppt/notesSlides/notesSlide82.xml" Id="R86dc368b403e4137"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ae75228a7aad4df9" /><Relationship Type="http://schemas.openxmlformats.org/officeDocument/2006/relationships/notesSlide" Target="/ppt/notesSlides/notesSlide83.xml" Id="R50dcf9ea84814711"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8fa52ae357794116" /><Relationship Type="http://schemas.openxmlformats.org/officeDocument/2006/relationships/notesSlide" Target="/ppt/notesSlides/notesSlide84.xml" Id="R79b9c1ec5c754685"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cdb7d9c94c5746a1" /><Relationship Type="http://schemas.openxmlformats.org/officeDocument/2006/relationships/image" Target="/ppt/media/image18.png" Id="R109fed1e1d1947c5" /><Relationship Type="http://schemas.openxmlformats.org/officeDocument/2006/relationships/notesSlide" Target="/ppt/notesSlides/notesSlide85.xml" Id="Reba07bd937f9481a"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9843d136892d4da3" /><Relationship Type="http://schemas.openxmlformats.org/officeDocument/2006/relationships/notesSlide" Target="/ppt/notesSlides/notesSlide86.xml" Id="R689d1255e7694808"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65af57a3bf204488" /><Relationship Type="http://schemas.openxmlformats.org/officeDocument/2006/relationships/image" Target="/ppt/media/image19.png" Id="Rf231160413264f25" /><Relationship Type="http://schemas.openxmlformats.org/officeDocument/2006/relationships/image" Target="/ppt/media/image20.png" Id="Rf0f76a6522964c06" /><Relationship Type="http://schemas.openxmlformats.org/officeDocument/2006/relationships/image" Target="/ppt/media/image21.png" Id="Rf9d0878b20d24b3c" /><Relationship Type="http://schemas.openxmlformats.org/officeDocument/2006/relationships/notesSlide" Target="/ppt/notesSlides/notesSlide87.xml" Id="Rf5b0668d07394d2a"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70f02f809ed84186" /><Relationship Type="http://schemas.openxmlformats.org/officeDocument/2006/relationships/notesSlide" Target="/ppt/notesSlides/notesSlide88.xml" Id="R2c11ba3a05294c46"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07c56fa462254910" /><Relationship Type="http://schemas.openxmlformats.org/officeDocument/2006/relationships/notesSlide" Target="/ppt/notesSlides/notesSlide89.xml" Id="Rd523c8d185254720"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fb0f3c12e2ab4c9d" /><Relationship Type="http://schemas.openxmlformats.org/officeDocument/2006/relationships/notesSlide" Target="/ppt/notesSlides/notesSlide90.xml" Id="R43cb3581c6da43ce"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b2f1edcfba2d475b" /><Relationship Type="http://schemas.openxmlformats.org/officeDocument/2006/relationships/notesSlide" Target="/ppt/notesSlides/notesSlide91.xml" Id="R9add9aa0d88c460c"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b76dd87bd2e040c5" /><Relationship Type="http://schemas.openxmlformats.org/officeDocument/2006/relationships/notesSlide" Target="/ppt/notesSlides/notesSlide92.xml" Id="R1e76446f38c04d5c"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0e8e8cfb586b4021" /><Relationship Type="http://schemas.openxmlformats.org/officeDocument/2006/relationships/notesSlide" Target="/ppt/notesSlides/notesSlide93.xml" Id="Re167d0e1249a4b1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0C31C735-56DF-46BC-9B39-FD880225A8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10F85497-0E76-4700-BE4E-03F5281342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CA8CB69F-3A76-462A-AACD-3F3F4FC3E5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2EA5728F-9CE0-46AA-BCFE-C01E0D9315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0715F6DB-6A76-4653-AB65-1D0D4BB7F5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CDB6BBEF-3114-4817-BD58-AD4CC52D2E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210634D0-04E9-4593-A775-4A4780229741}"/>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4D7C1E9-07AB-45CE-8A49-EAD3A87315AE}"/>
              </a:ext>
            </a:extLst>
          </p:cNvPr>
          <p:cNvPicPr>
            <a:picLocks xmlns:a="http://schemas.openxmlformats.org/drawingml/2006/main" noChangeAspect="1"/>
          </p:cNvPicPr>
          <p:nvPr/>
        </p:nvPicPr>
        <p:blipFill>
          <a:blip xmlns:r="http://schemas.openxmlformats.org/officeDocument/2006/relationships" xmlns:a="http://schemas.openxmlformats.org/drawingml/2006/main" r:embed="R53726b6e626c4fe4"/>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D79866EF-B816-499A-895E-195DA9A118DE}"/>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6721ADB2-18F7-485A-B5CC-8E781F60BC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0845ACF8-3C4F-4B07-A4F4-2588B3C7FB98}"/>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889DD533-4040-4AB2-88DF-AA49F959E6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3841966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033CE32E-F37E-4F07-B36A-149D68F508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3AB7B5E3-FA37-4BA4-BE5A-7F29CA5BE2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D481DDC0-56D5-400C-B53E-57CBF0B538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7A80D3CB-78D5-4CCB-BE38-7C44813995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426DEE76-55F4-4697-84B5-3D38D3141F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907B89BE-0D04-48E7-8E63-19F670D966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3F7349E5-B75E-4BEB-9D56-AD110F6E64E4}"/>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7C01EA02-3C5D-40E7-A984-672BC5728DBD}"/>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52CC62B0-22D8-4AFA-AED0-FD0F003D0F82}"/>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A5139A0-A48B-4BFD-8E9F-E021B5B54BD6}"/>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EEFB3BB-4073-4B6E-8997-1C513DC8805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5FAA3446-A218-4C80-90B4-F24A77F1A23C}"/>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2FEA1D7A-E1A6-4A0C-B571-E44B4FAA8926}"/>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C894E7A3-B6D3-4D25-8C69-472EF93B3B0E}"/>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FCA45001-7C74-4161-B0E2-AD30C5762B07}"/>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0A20A46E-0931-4FF3-BB64-9EBF2177C485}"/>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BB2D06F3-4EF4-4E99-8D1F-B7D95906F8D8}"/>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B29E6926-7F4B-4F9E-829B-D4D604C2E71E}"/>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5E0D7A5A-9B98-41C7-AFDC-4D25EDCC8101}"/>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1E60DE26-86BB-45FD-B5E6-B1A4DCEB6CF4}"/>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5B08C2D-0CDA-45B5-8194-DEE717D3F687}"/>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6A765777-F7DF-47A6-9799-020ADAC45BE0}"/>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D3FD6B-89F0-4E17-90E2-8AA10527FD00}"/>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F7CEEA4D-F1D7-4458-88C2-CC019E5FF601}"/>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3F2767FC-9FB9-4E81-8D55-FEBE663DAD41}"/>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E1E700FE-2FF7-485F-9EC7-19626780BDDD}"/>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656E7F-AE04-408B-A1DF-4B4F0C40F36E}"/>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4CCF0A07-F6C5-4254-85E5-0B4112EBB8B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821747A3-7C54-4190-9AFE-ED007AB321F2}"/>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79C3EF1E-0EC8-4747-A8C5-D622D02E897F}"/>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336B11D-85C1-42EF-A33F-DAF12B8DAC98}"/>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41B116D6-A1E4-432E-8419-515A9FFAB984}"/>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AC800872-95F9-4A9A-B437-DE4D8F141629}"/>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A9630300-D60B-4A6A-B103-BDF0E7596870}"/>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07FDCB5A-99C4-4641-AC88-D1239D8E623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E11168A-EB6C-46B1-9CB0-2644C86703B4}"/>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1570D53E-6006-4728-AD42-E3279D51CDA2}"/>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34BB571B-3743-48CF-A78C-C5D38B1C61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9495826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905A8B60-8DB4-4067-B381-3605142F9F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6DDF57E9-DADC-4C97-8A92-B3D4CDD030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69DCDA02-D341-49C7-9FEC-FBD62275A4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CFFA65AF-51B0-4AFD-A565-5C284CD2D7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905E8F66-67C3-4ADA-B696-5A483E6EF8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BD76E99E-2893-4ACB-9ABF-E0ED5D0B07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941D121F-D406-44AF-8B25-834CA8D2ABA9}"/>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E0B39BE1-2B83-400E-830F-2CEE334A6E5C}"/>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548AFDC3-3008-4C59-9E3B-5C23BA7D71EC}"/>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D58B933D-216D-40CC-8DBF-7FDAB2507D1D}"/>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E632A4ED-05AF-4CD3-90E0-17066295C294}"/>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32C8BEC-F10B-4586-9704-4C7B8EAEE073}"/>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4B34BB5D-9599-4BEF-9452-CEEAB7EB908F}"/>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9202BE4-9CFE-415E-AB89-C54E4AAA8A13}"/>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35F02362-9549-4AD7-A480-08B7B1F26D15}"/>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8DD76931-728F-4646-B0EF-AD7661D4C548}"/>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DCD0992-4AE9-4234-8200-D3726BAC9868}"/>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A72A264B-D461-4C71-9E26-FFC8F2D5DED9}"/>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2A2FC21B-E804-49CD-A958-3FCAA3B444C7}"/>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05DF4175-AA25-4895-A2FA-F09E26DC9312}"/>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2CF2A308-9B1E-4045-839E-0B03B37DE36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5317F91-2928-460C-B0C9-B7E8EE5702DA}"/>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8A688BD3-0B83-4A4A-9837-193419BB8227}"/>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D9F59C44-ACF9-4B0D-AAF0-CDBCADDB6956}"/>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4EC19465-AEEE-4847-B8D4-BD03FC2F0334}"/>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CF38A912-4E92-430C-81AE-9C48A0D155A1}"/>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F8B076A-D45A-402C-8C9D-900401A71182}"/>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C7B78C49-189D-45A4-9307-EE44BFFA7FDA}"/>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CFB310EC-4681-4EB8-A449-A1A2C73A25A4}"/>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54B2DBAE-F555-459A-8531-632A70E57833}"/>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7A3AC32C-5A5E-4904-A0ED-5002050B3AE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19DED676-8C7B-446F-B88C-7989F71276BA}"/>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18B74C72-00F6-4FB6-910D-41FC339419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20074109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C8F00B3E-964C-4322-B7FB-3CCD485605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A90AEF4F-381D-4063-905D-063B079A11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E013BFC1-CE0C-4BAD-B3BC-76570AAF43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19240E11-4662-4EF6-93A7-D6CF538B53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3CC3706A-8633-45A2-B1E6-0E6D415A21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1E405068-3659-4EF8-BBD7-709D39DBE8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9F51B57C-853E-447C-968D-4EA5A6CC1A8C}"/>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7B6FEB12-891D-4852-A4ED-C227DB1C52CE}"/>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988E973C-6875-410A-816E-2C4F23C77655}"/>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629EFC1B-9A9A-49CC-B800-97B9D35C6826}"/>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D1D4DC3C-653B-4F12-9738-E6A001AAA8B1}"/>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19A3F6E2-30B3-4C7F-B80A-C5A64D830638}"/>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2C9DAB43-F73E-467A-9568-F1CE8A91C6E0}"/>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8BA21C9-498E-4813-A1AC-7058781A484A}"/>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6C3FE39E-C4F5-425A-84F5-4DC91DD3C857}"/>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8778DD7-61BF-41F7-894B-ABDACC1ADC95}"/>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11AEF5D2-91B1-4B49-9846-55765B0F03E5}"/>
              </a:ext>
            </a:extLst>
          </p:cNvPr>
          <p:cNvPicPr>
            <a:picLocks xmlns:a="http://schemas.openxmlformats.org/drawingml/2006/main" noChangeAspect="1"/>
          </p:cNvPicPr>
          <p:nvPr/>
        </p:nvPicPr>
        <p:blipFill>
          <a:blip xmlns:r="http://schemas.openxmlformats.org/officeDocument/2006/relationships" xmlns:a="http://schemas.openxmlformats.org/drawingml/2006/main" r:embed="R24d94b51ffee4ba8"/>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009AF618-697A-40F8-9BFB-6CD96C18DC5E}"/>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ACD9B411-706A-4B1E-B6E3-162EE57AA2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3372057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40D9A5DA-E858-4A61-BDFC-53D78696FC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67260BD3-4778-43B6-B672-C77D2B5562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2B8A995B-2C7C-45A2-9E6C-34EC728C30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FF063E30-944B-4F9D-BC34-BD3A98C21B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A2477BF7-B931-4591-8723-08B20914DD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88BBC046-7B42-4FC5-83E4-E5C588D609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5DE05522-FB2D-470A-89C4-BDCF6A046FDF}"/>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38B9A843-50C2-408B-BA2B-9CA7AE385A72}"/>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A412B729-A3C7-492D-B950-7B39945607E1}"/>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8DEED49D-DB8F-4E61-8CFA-40F0ACA956BB}"/>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0DEE9C81-F6FE-4D29-9FB0-F382FBD9532F}"/>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5D6F24A1-91D6-4351-895E-7B173976D391}"/>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5259B148-5EAD-4D44-AA53-7BEF47AD2289}"/>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8E21C535-C1D1-427D-A43B-11AC79E7858B}"/>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5615F197-1847-4504-969F-2F9061CE4CCA}"/>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D27A1FF1-9FD4-49E4-B176-45ABB1D20546}"/>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9E38E8A2-CE09-4DDC-AE64-81C2464D59D5}"/>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DD255819-6386-4066-A7F8-6448C355FE73}"/>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66ABCE15-409B-4A08-B35A-39930A725D77}"/>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7B926CB8-4E27-496B-9EE7-F15E0B0F736E}"/>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C9C5F4C0-9025-49A8-AE83-2C5F6E2598C8}"/>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97FBA8E4-67FA-4C0F-A171-1EA2BE1BCA96}"/>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AD45961E-2DEA-4E6A-8E3B-868612182B8C}"/>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7BF6D565-9CC9-4ABF-8E77-96638A3C1813}"/>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962B125D-AF6D-4320-BA3B-81AD70018585}"/>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D08EDB47-E870-40A6-A3B9-1635F87043E2}"/>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DDD47A74-3D05-4B83-B5A2-31209283996D}"/>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B09BE391-6DE9-4DB2-B5D9-EE12A0203B8B}"/>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3ABDBE35-5173-4657-8019-911252984ADE}"/>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0488A3FC-D238-4204-B205-603C4DC1D227}"/>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21596269-0431-4602-9825-B810CDEEC091}"/>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11A32692-AB8A-4F2C-BA2E-CE1751C3786C}"/>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024665AB-513C-4772-A2B4-61CCD7C56833}"/>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61668960-B573-43F8-BF47-B711CE6E0059}"/>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B92DCA09-94DE-47ED-A96F-A3899C4912C0}"/>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75D19F87-A666-4216-BF54-800407C04261}"/>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9026ED04-A8F7-46B8-8E08-EE40129356B3}"/>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22BEDE91-3929-4652-9CCF-CCCE3D2696DB}"/>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9F03463F-658C-40DB-9365-466043BAFC50}"/>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D9835B5C-07C9-4314-B569-BBF28E3485B3}"/>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7937DFAD-7D2B-473E-A18B-8A7DEACF9DA7}"/>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740AA24D-23CB-4581-9236-08EBAB9E26E0}"/>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3FBD2DB0-6692-4771-8E03-9686C432823B}"/>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42E6CD73-D446-4156-AA19-D678B3ABA9DD}"/>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856E65A3-F376-4879-A7E4-8EF16A7E09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26716995"/>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2DC9A11F-77DB-42E4-946C-1B9053434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D5245919-4A3B-467A-AD86-47E02E837C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F981DACE-89FF-4E53-94EC-AA5BFC784F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9BBC5E13-A972-4E78-ABB7-83EE7B9FC8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3F56EAAB-8CC2-414E-B904-6E75CFCF70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CB3E3DDA-BC16-4D9B-B200-50605D0B83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62A417ED-EE56-4425-B3AC-62D0A8717AC9}"/>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459D6C12-BFAA-4BF2-9036-4B0B0142649E}"/>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A892D07C-282B-4902-878E-9EE79A76457E}"/>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E62F8A1B-7292-4A38-8811-84AA2D192402}"/>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36330C5F-25F8-4740-9470-E49C1D091DEA}"/>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7C0BE525-4056-458E-A858-A7C856FE038A}"/>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5948CF3F-6892-40AE-8F3F-8C21536122F3}"/>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658F5866-97B8-4E31-A187-78940431BC54}"/>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7A7F2F34-6CF1-4B1F-8C1E-49426F921889}"/>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CDB28769-CD8D-4AAF-A35E-D04E72766142}"/>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78C8EB3D-14D0-4EC5-BA7D-A37C39CDEA2D}"/>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A5DFF803-3D13-48C4-8429-EC4D19C400A1}"/>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7504E97A-C48C-4AA2-A415-C54FCFB9AD17}"/>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4F25FA06-9900-42D9-9DE1-BAB8769528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2509261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B2FE7A49-D89A-4E78-934C-370696F03F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E08C2E6D-F88F-4DE1-B4E8-F07A497B5E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5117E733-36F0-4678-8C52-0B5582A4FA0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0469BBAF-FF37-471C-B53C-845844D7F5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BFF24E00-48EC-484D-B969-2F1181112E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DAFCD923-004E-4669-82DB-55B8D7810C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A0AA250B-835A-48C5-8779-9CDBD41BA9AF}"/>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5A0AD4BF-2F3B-41F0-B225-0459ECFCC2D2}"/>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C053B201-E6D8-4D6D-8997-EE4DAA73A698}"/>
              </a:ext>
            </a:extLst>
          </p:cNvPr>
          <p:cNvPicPr>
            <a:picLocks xmlns:a="http://schemas.openxmlformats.org/drawingml/2006/main" noChangeAspect="1"/>
          </p:cNvPicPr>
          <p:nvPr/>
        </p:nvPicPr>
        <p:blipFill>
          <a:blip xmlns:r="http://schemas.openxmlformats.org/officeDocument/2006/relationships" xmlns:a="http://schemas.openxmlformats.org/drawingml/2006/main" r:embed="R9b708a8ebbed42e0"/>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7283365D-F3B7-4EE1-BEC3-8C2EB1D225FC}"/>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3FD308FB-35AE-40D3-9B96-2C77D90EE3D9}"/>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DB120AB2-E1F4-4A74-AFCC-070962B9760C}"/>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C498CEFC-6E99-479D-A7DB-0BA9322A80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4773562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37A79846-15B6-4269-A170-48CAE56779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A927EB7D-4E3A-45C4-A0E0-2071D12C2B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FDE9700D-E8EB-43A1-A494-A693F5DCB0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557BAD74-DEB0-4281-87A0-ECBDE2F1C9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8381CB23-7B4D-4E6D-8F73-14D252D5B2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BD0C66C5-A8E7-494C-AB4D-1345F8EF61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32BB223C-A68D-4102-957A-E87740EB157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257332D2-0042-4F96-B741-15C710645EDB}"/>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6C446DB1-AD62-41F2-BB0F-DA6A0A374F49}"/>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01C62655-852D-4DF7-A9A6-1C743F4AED16}"/>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B9D4EA68-2C73-420F-A018-69AF5B4908EA}"/>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86B3A189-E68A-445D-A79A-4261873D28A9}"/>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5457D95E-D8A8-4B74-9A6D-8D91E520F699}"/>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57782188-194E-4778-A7C3-46F04A7E3D25}"/>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A513BD9E-BCEA-4355-B69D-4B2883BC15EC}"/>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3C0F3774-7D97-47C2-8AC5-480E9EA3F76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8ED5A11E-8EFB-4D0D-8CE1-ECF1156A6C76}"/>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51CC861A-47D7-44C6-880D-A832219FA11E}"/>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8EE7EE59-ACB3-4179-8F99-F80EDC7F282B}"/>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48D416B4-5174-4801-A8F3-37051DA8D25A}"/>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67933382-2834-4992-AFB5-0C438D5B5B8B}"/>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82798B1E-AFC6-4621-8BE6-D2E15E9685D6}"/>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87589D5E-8E3E-41C5-BADB-92C247980E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4B8594E5-4921-44D3-988A-05ECD8290DA7}"/>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6D8CA331-FA41-4172-94A9-63647F4F2C34}"/>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75397723-AB37-42AC-A3CB-158E6C64350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B99B5E4E-52EC-4964-AC21-66A2848CC29F}"/>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39E9F1F5-9383-4B44-94FB-B2D92DCF7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4837964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5A6900A1-5BED-48D2-A35D-E2D18E2A82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D7F4CBF9-5BB2-4E43-A519-66D05AD2A1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61A364F0-D3FE-4BBD-BAA5-F9C6FE372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E4C37A9-2B43-474E-AA95-6D1828C8A2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F5E22A86-D9FE-4B54-A8A2-9609FBE825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A74DF67D-2F54-4FFE-AABB-30438D5865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2E3E337C-0FCC-477E-BB76-2DA32FAFCEB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4CA812B4-0E67-46AE-81A7-4D413866E84C}"/>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F0FA60B9-C36F-4325-BDC6-F96AD0B94BAB}"/>
              </a:ext>
            </a:extLst>
          </p:cNvPr>
          <p:cNvPicPr>
            <a:picLocks xmlns:a="http://schemas.openxmlformats.org/drawingml/2006/main" noChangeAspect="1"/>
          </p:cNvPicPr>
          <p:nvPr/>
        </p:nvPicPr>
        <p:blipFill>
          <a:blip xmlns:r="http://schemas.openxmlformats.org/officeDocument/2006/relationships" xmlns:a="http://schemas.openxmlformats.org/drawingml/2006/main" r:embed="R37f96836d1ca4941"/>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5A41A44C-1D75-4CA3-9129-293B163A0CA5}"/>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50C43865-6EF8-4F04-B8E5-5127F3366652}"/>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9DD477C2-2FF0-4DD6-9486-E03A05EFEB05}"/>
              </a:ext>
            </a:extLst>
          </p:cNvPr>
          <p:cNvPicPr>
            <a:picLocks xmlns:a="http://schemas.openxmlformats.org/drawingml/2006/main" noChangeAspect="1"/>
          </p:cNvPicPr>
          <p:nvPr/>
        </p:nvPicPr>
        <p:blipFill>
          <a:blip xmlns:r="http://schemas.openxmlformats.org/officeDocument/2006/relationships" xmlns:a="http://schemas.openxmlformats.org/drawingml/2006/main" r:embed="R511359e3dd7b464a"/>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40117336-EC46-42F9-B454-2488EACDA487}"/>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DE1FD9E6-47E2-4E65-BFC0-F2FFF22ACC07}"/>
              </a:ext>
            </a:extLst>
          </p:cNvPr>
          <p:cNvPicPr>
            <a:picLocks xmlns:a="http://schemas.openxmlformats.org/drawingml/2006/main" noChangeAspect="1"/>
          </p:cNvPicPr>
          <p:nvPr/>
        </p:nvPicPr>
        <p:blipFill>
          <a:blip xmlns:r="http://schemas.openxmlformats.org/officeDocument/2006/relationships" xmlns:a="http://schemas.openxmlformats.org/drawingml/2006/main" r:embed="R2229ab6ca4a94c6c"/>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1855EF4B-FDB7-4ADC-894E-96FE7CDC6D48}"/>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8EF9AA23-AE71-4AC5-9B86-35C4472BC66C}"/>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F12FE88-34ED-446A-A606-A3C32E9C143B}"/>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F0F5815-2DF6-408F-8B3A-2971E17C233A}"/>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E5CB6BAA-9698-48C9-8EB7-47339E7FD3C6}"/>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AD925DD9-D9B6-4807-89FF-19D35CAD9A84}"/>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44935CDC-6F1A-467B-98B3-C1BE04020158}"/>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0091CF46-0278-4DC1-BB53-FEFCF2BBE9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57406923"/>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108AE312-6227-46C7-9460-50960B1265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912E1C8D-D601-466A-8E04-8C5965B191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02C4C269-59E6-44AD-8DB2-3FB931466B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4FEE7E6D-1719-45BF-876E-6AA132C0FA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AA00AA84-A798-4C38-8663-95FF2EEA9E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3D67BA70-E254-4EA7-ABCE-0040AF3BFE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5299533B-6797-4BB1-93D6-6E53098629C8}"/>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352C76A6-4761-4C61-B1A8-DF3B3B3EB799}"/>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649632A4-AA8D-43C8-AC14-A8DD980CC514}"/>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7B036890-9702-4891-992C-6CFEDFD0B2E0}"/>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2F0939EF-D8A2-49BE-A187-82FCD596D32F}"/>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9CEE10EF-44B6-4DCA-B9F3-85B60A04742E}"/>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D5924F8E-A363-422C-8DA8-ACC4213D3597}"/>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5492928-F711-4EB0-81F8-84337662ACFE}"/>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61B22D54-033E-453B-87EC-D06E70D94DF1}"/>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F8FB4BF2-7F67-4388-AF65-F2131F8BD2C0}"/>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7967B059-2051-4594-A7EA-A1100F857EF6}"/>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45498ADD-36F1-40E2-9D5D-6BCB9D3EFB1E}"/>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6B7B0C9-8709-4BFA-9DCB-3B04C2C0C495}"/>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4912EB64-7DCF-4862-A829-41C990E76048}"/>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36FECF76-575B-41AB-89CF-D4C08E88DDF2}"/>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66C529CF-594F-4269-BD9D-F71B993A06CE}"/>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94962D0E-974A-48DB-A1E6-DC5B9B313084}"/>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7797324-B754-4405-82F0-5D693917A666}"/>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55B93E26-6EDB-4A53-99F0-5A60513B9F1F}"/>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21596D89-D05E-4389-AAB2-3147102CCD06}"/>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2F3435AD-D063-4E8A-A8E7-305DC7D3FADC}"/>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FA9AF398-5614-478F-B488-5DFBB6B38CE0}"/>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D5A26A1-FCDB-4BCC-9421-1625282FEDF7}"/>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AE422AFC-4C5F-46AA-A552-9FCBFD71327B}"/>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4EC6D974-0215-4EDF-9015-1B206678C663}"/>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0572B2F6-424B-4408-B6B6-F3B785504140}"/>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C2F05D85-6314-4B4C-9CF2-7F7FADC7DC71}"/>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02FE3B19-23FC-4C5B-AA0E-35F04B83D6BD}"/>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11558DBB-0BAD-45A9-8427-A9915E05ABF5}"/>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9315182F-7003-42E5-BE7E-D70A1CF362F3}"/>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C6726022-E630-4C2F-9F70-785C555E0352}"/>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35453A9E-4E93-48AC-878F-C12ADC6377F8}"/>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5953EE1F-996F-477F-B15B-29BC64502CE9}"/>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7D10D12E-6364-4A0F-B485-FAFB51E8814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075DE8EE-0266-41B9-A72B-E3BACB90ED3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8697AAE7-EB25-4E64-80BE-D44BDF6A2463}"/>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8313272B-A230-4597-9D6E-D0F528F888C5}"/>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C77FCAF9-C269-4DD7-AEA0-4D6EBFD21CD6}"/>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1BC32F55-4D4C-46D5-AC52-263444B4161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251A5BA5-ACA1-4A58-A23C-9CFD2A5910E2}"/>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17318325-E4D6-481C-9107-023E3BD13FCB}"/>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4733BF41-65BF-4ECD-B3C6-ADB6B5C6AC69}"/>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7A857CF1-98CB-49E6-A652-E30EE17ED4BD}"/>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9EF4CF0A-E9FC-466F-B4F5-C37E5C49143B}"/>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6C33F93B-A96D-41E2-9187-338E99BD79D9}"/>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5ACB8AF3-1B02-4694-9917-F0C05B1CA90D}"/>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100AB1F1-872D-46E3-80C9-E73F091F3514}"/>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3C41C781-4650-4E5F-986A-8A5AF6EC791F}"/>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4141E468-8B34-40E7-B3A0-19F5A521229A}"/>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DD5EAE33-F935-4B7E-9DBD-06E3BF3D31A1}"/>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C333B43-50A3-4644-BA45-0CCE32272F9A}"/>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4FC2B600-F478-40BF-BB95-83963C8C4512}"/>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26C20A32-FBA2-4871-B3C1-107F07C83A55}"/>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92F51927-FC66-4301-9781-44E898D9F49B}"/>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45FEA634-3B14-433E-9F00-5AB8F70A49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4444411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D1D91942-C5F5-47A3-AECE-49E41FDA2A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ADFD7D70-3C10-41E3-9C4A-453E3E5A58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86A4DC61-F004-4058-A50C-A8528EE2D0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068A1DC-13F3-47F1-BA8A-D2E89CBDDC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66BC3B6A-0E81-491B-9672-F34EAB3676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F5292F24-2658-4A27-8A8D-FACF135F83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DB8D019F-4F29-46D4-90F9-8918491C4528}"/>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83B189AE-718F-4878-B728-934A4C47D270}"/>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4D641128-301B-4880-B043-315E8037CD8F}"/>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945560A-4B61-4642-B7CA-F794CADE5192}"/>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46197F04-D03A-430D-AE7D-03C945CB2063}"/>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9003FF92-DCBA-451D-A4C0-21674F40AFB4}"/>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2EEA6754-08EC-4E40-A07D-B1AAC4CE346E}"/>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6E184C0-0918-44BA-AC82-E433E22692EF}"/>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E51B5E9C-94D5-45BC-BB65-24C5B9D97F20}"/>
              </a:ext>
            </a:extLst>
          </p:cNvPr>
          <p:cNvPicPr>
            <a:picLocks xmlns:a="http://schemas.openxmlformats.org/drawingml/2006/main" noChangeAspect="1"/>
          </p:cNvPicPr>
          <p:nvPr/>
        </p:nvPicPr>
        <p:blipFill>
          <a:blip xmlns:r="http://schemas.openxmlformats.org/officeDocument/2006/relationships" xmlns:a="http://schemas.openxmlformats.org/drawingml/2006/main" r:embed="Rd0ba80daab3844b3"/>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538C7255-0621-4125-B949-590EA6DFDF7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195D9326-0482-4095-9AD3-86D30526E66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A1959644-35EC-468F-8A18-46C27A52EBD5}"/>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5053D579-B4E1-49A6-A770-AB19ACEDCAC9}"/>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8B9F3C7E-9AD3-4BD4-AC8E-EE310A26EC8A}"/>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FF7594CE-DFBF-491F-BFF6-0CC428AEF7D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1EC44D66-2D48-4DC1-BE67-4B0DECC2957B}"/>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56E840D6-126F-4427-97EB-D00C55F25B16}"/>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4FE177E0-4CBE-4241-8060-10CEE478B828}"/>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016AAA5B-CCAA-418A-92A6-8AC1F8AD5C69}"/>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AB40F7CE-8ACB-428A-9DEF-AFD7D010863A}"/>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E9733C3E-8A49-44A8-B8D4-DC8E6588C124}"/>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FB54ADDD-0F17-409D-AD64-FA031989DB90}"/>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1DA0BDBC-53D3-4116-A9F0-95EFA637BB69}"/>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C4A9F231-EE42-4E54-9E50-312F9BD58479}"/>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D867093-15EE-44C1-85ED-64E656FDD402}"/>
              </a:ext>
            </a:extLst>
          </p:cNvPr>
          <p:cNvPicPr>
            <a:picLocks xmlns:a="http://schemas.openxmlformats.org/drawingml/2006/main" noChangeAspect="1"/>
          </p:cNvPicPr>
          <p:nvPr/>
        </p:nvPicPr>
        <p:blipFill>
          <a:blip xmlns:r="http://schemas.openxmlformats.org/officeDocument/2006/relationships" xmlns:a="http://schemas.openxmlformats.org/drawingml/2006/main" r:embed="R6780fca6ccbf4e11"/>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16295C55-9109-4AAC-A6F8-0C9ECEFDAE2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D0A3FE90-416D-471B-944E-86B90D5A2BEB}"/>
              </a:ext>
            </a:extLst>
          </p:cNvPr>
          <p:cNvPicPr>
            <a:picLocks xmlns:a="http://schemas.openxmlformats.org/drawingml/2006/main" noChangeAspect="1"/>
          </p:cNvPicPr>
          <p:nvPr/>
        </p:nvPicPr>
        <p:blipFill>
          <a:blip xmlns:r="http://schemas.openxmlformats.org/officeDocument/2006/relationships" xmlns:a="http://schemas.openxmlformats.org/drawingml/2006/main" r:embed="Ra30f5f23d9b14d3b"/>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327F56AD-F563-425A-AE84-8BA9D0BE92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1809488"/>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4F927EBF-8D4B-4278-AA58-F71A3C6E65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FE6CDB20-69BB-4173-9E5C-22FBD37121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EC2612BC-8B65-400F-BF65-3F16DC196A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73053BAF-4609-44B6-A1DC-79382F6283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91865E92-A81F-4840-8C7F-5716059D7F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65C091DB-FAC9-4403-A278-FB14FD1E4B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B9CBED42-266C-4316-8927-A7A15896633C}"/>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88ACF080-3812-40B9-97A8-EECC8F375B8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A00F19E7-022F-4A45-8E9C-F1513E87D27E}"/>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383F69D-32EE-4E08-ADA2-A208434378DA}"/>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706CCE1-5F6C-4F67-A5CF-A64D63F77331}"/>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12ADFA7-D03F-40E1-B5AA-E1240E692531}"/>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B16574B-5FE8-469E-B95F-6F9D6381EA69}"/>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5BBAA5C-5302-451D-9E7B-78498586923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9682245-DEF9-49A6-9A14-CE608917FD03}"/>
              </a:ext>
            </a:extLst>
          </p:cNvPr>
          <p:cNvPicPr>
            <a:picLocks xmlns:a="http://schemas.openxmlformats.org/drawingml/2006/main" noChangeAspect="1"/>
          </p:cNvPicPr>
          <p:nvPr/>
        </p:nvPicPr>
        <p:blipFill>
          <a:blip xmlns:r="http://schemas.openxmlformats.org/officeDocument/2006/relationships" xmlns:a="http://schemas.openxmlformats.org/drawingml/2006/main" r:embed="R35f843195930493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DF582020-0DD7-45A0-BC34-53BFBFF6393B}"/>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B387AB13-7387-438D-8ADD-D6DA4B85E394}"/>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2289D7E3-C837-4266-86CC-1D887EAB2C16}"/>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27DC99A8-A5A5-4E9A-BE3E-2A344ECA3425}"/>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F275547-164F-4A2B-9486-F308CF3E70ED}"/>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2F52BBE1-BCF4-46CD-B93E-1F533668679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250DAA97-F903-4D86-B74B-0EDB0A603CB9}"/>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E1083517-C852-45F9-B42D-F4D0429A9173}"/>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CB586524-646F-439B-9255-0D28CDAC0AB2}"/>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53DA0D1D-6DC0-4643-AACE-83A84FF19EAD}"/>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EF464FA-0DB4-49CB-8B92-60BE91250140}"/>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8E3AA6B5-C719-4C4C-B058-F3122AFFEFE2}"/>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F356AEFF-327E-4328-81CD-72778014BF48}"/>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D2A9EE2D-4DEB-4242-9EB5-D2EBE8AB29D2}"/>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D29A0823-E2A0-4431-884C-98552992349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922B6D60-4A75-46FC-8B3C-75F7189D5706}"/>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B7923C0-FBF9-439B-BBBC-54463865F058}"/>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E7E74A01-F55C-4CD4-A8AB-81D0A2BF40A6}"/>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12531782-9B13-48F1-86AC-1D495425DE4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69AD21D7-7311-43A6-8D23-7A1AE2BB9549}"/>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BE7B48B2-CD53-4C3C-AF5B-93FAA8AF47E8}"/>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BB2B031-A03B-4405-8FCC-9D9310C8CDAA}"/>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4D970112-B0B8-4530-8FA9-118B4663EAB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5CB36A26-E26B-447F-9906-1DA74295CA1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6C7C586F-695A-4D43-913D-240D762D6519}"/>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CAADF5B1-D72B-4200-983B-D4624F5E0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3254733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24EF9E6B-BD22-4235-8AAA-763F928D09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1CECB1B5-3441-4703-B2D0-3293855D22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4464A5D5-BF00-4299-AF69-00F08EF380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D2A408E0-5A01-4F9E-A928-016CB07F36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1AEF7031-B4B7-44D1-AB25-44848D9FE9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9D5873F1-9D55-45F1-8602-74A8970D55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0E79DE7E-1578-4C21-AD43-522B1D0B0F43}"/>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CA37219-1E3C-4DBC-A9A5-6A3EDD662F90}"/>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8095657B-10C3-4B50-9E6F-F04162593E70}"/>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CF127CF7-D46E-41BD-868D-43CE934227A9}"/>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D875C641-82A9-4FCA-91DE-58B2F3D434B4}"/>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7B39C4D2-107C-40DD-9B34-6779F472DFF5}"/>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C221F9A6-1634-4333-837D-D8B5CCF215FE}"/>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10B8C8BE-50E4-4476-9785-E18F0E5F4F0D}"/>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807CF52F-8343-4EC8-9B39-C86F1B42A4C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2C869992-4BEA-4AB2-A10E-F40E514AAC86}"/>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F3C0F8E-018B-418E-8923-798ED7E509A2}"/>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0580A6B7-82B4-457C-AFD7-EFEB5171E2EE}"/>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B2EA5ECC-6E89-4FE3-8D97-EDD14B7770C3}"/>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F534861E-1D68-4618-97AD-B7A3F605A1CC}"/>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8D8D8614-9AC8-4294-953F-23E4C1B3D3F3}"/>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9D02AC75-4EB4-4601-949F-C9D02409E492}"/>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30ED3DD-62C0-44BC-B1B9-DE54656791FA}"/>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537481EF-9AC7-4D54-BBAD-F12171A70330}"/>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E5E0A79-5E31-4266-B558-F08F4C4A5D23}"/>
              </a:ext>
            </a:extLst>
          </p:cNvPr>
          <p:cNvPicPr>
            <a:picLocks xmlns:a="http://schemas.openxmlformats.org/drawingml/2006/main" noChangeAspect="1"/>
          </p:cNvPicPr>
          <p:nvPr/>
        </p:nvPicPr>
        <p:blipFill>
          <a:blip xmlns:r="http://schemas.openxmlformats.org/officeDocument/2006/relationships" xmlns:a="http://schemas.openxmlformats.org/drawingml/2006/main" r:embed="R6b661d7bbf194062"/>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B2F0691D-7064-4483-8EA3-A885352DEEF6}"/>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278A701-2420-48FD-BFE7-9B5FC5ABD225}"/>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9E9CA68D-7F7F-4CC9-871E-F7EEB244605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B07687F8-E0B8-4E88-AFE1-8A0512409D6C}"/>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1B34F733-918F-40F4-922E-8D503B0C93A7}"/>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E6EEF2F2-FD7E-41F0-AD09-4C59D2E57347}"/>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8C367326-F8FD-423B-9545-100E58F55F30}"/>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EA9995EC-55E5-4BCC-91E1-FEEC8F5B0994}"/>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377BCD91-5EAF-4BDF-9877-076F032AE0A8}"/>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A179FB74-55A8-48E8-A56B-AC1764165335}"/>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E9178817-2585-46E1-818B-BE96A13F588C}"/>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BFA253C3-C2CA-4B2A-8351-8DAAE2C7604E}"/>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8C051B8C-1048-4A33-B097-86AD023547A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5951F51C-ADD2-4ABC-B0DE-EAF2781B2EE0}"/>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A0E97053-81B8-4FAA-B9BA-46004F8822D9}"/>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8D65E0E3-F46D-484E-9160-812D5B3D332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25CBEEC4-DDF6-4305-BA45-ED4D152567F5}"/>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884EEC8D-A149-4D95-B714-B1332F8AF790}"/>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794AEC36-BB58-4C33-840A-D5A7DFDA7235}"/>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70AE1E19-A12E-4EAF-A1D3-EF0C600DF2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87946420"/>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B3C063F0-52AD-4EAB-99AD-AB17C7CF54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BE18C83D-2B13-4611-92B3-DF7F6EC05D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8B24FF04-0B5D-4B8C-B7D9-3AE474E27F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3514AE02-C090-462D-8B81-DFEB819FC9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C0F5EB6A-F5D2-4C8B-9F38-51D062B821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98E19908-D1F7-413A-B6BA-AAA1764C93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1DF39783-B742-463B-84C8-4C18429A0B01}"/>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F2FA932-653E-4F08-8347-97F69D2352DA}"/>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254BE851-E8E3-4E4E-AC20-63E61A7241CA}"/>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82C55BC8-F426-4104-BE3B-7B43BE025C6E}"/>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AC32D4BC-8E81-4FC1-9531-42A87D3246BC}"/>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603698FC-B354-4117-BD65-51620889D240}"/>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EE85B804-7A7A-40CF-A26D-676E816C2853}"/>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4A2BA257-F0CF-4F83-88A5-E86612599C94}"/>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5A4045BC-5B6A-4C01-9D57-D786F547574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7D55FBA9-DAC1-4B69-BDAE-A3325A735F48}"/>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C0CE00B0-B068-4467-B36F-4820E2C2B3FB}"/>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8ECBFCDA-7148-4C86-A265-36B7590B0D24}"/>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CAEB11C6-78D3-4B80-83FB-2561E2703F05}"/>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AC0AE66-DD5C-4EF7-A1BB-3AABEE7ADB87}"/>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2CF3DCF4-BB6A-45BA-8FBA-FFF8DE91AFB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CC7005DE-A8B7-49A9-B277-E74491872B17}"/>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0729E3F6-EAAF-410D-B84B-80165181E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63554982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B7590FD5-CA60-4922-96EF-622DD04E86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8CE0C2DF-E579-4E30-A842-A3B7375AE3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6EA5CEA5-5B47-4C9D-81F7-CB08A13F24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B213F0A7-225C-4272-B963-63A0D0EBBB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4B136878-D21B-442B-A4D1-3CEFB8BEE3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617C2349-20E4-49FF-92AD-0AF144ABBF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3B815540-297C-45DE-8DFF-435A277C37E6}"/>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0869CB62-B564-4344-8FB2-530BA5FC9E6C}"/>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E42616FD-FA4B-4201-A3DA-9BFE182F1F91}"/>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94F42A26-80C1-4BCB-A207-8E458982CDB0}"/>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78830352-7082-4B97-9A94-B75BE283808A}"/>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5D5A6B16-E7D9-44FA-8B1C-08D26F1FD8C6}"/>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D2B39599-23E3-45BC-AC12-71BF8DDA6222}"/>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598F6DF4-488B-4E04-816F-BFAD30B17763}"/>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EB11922D-780E-4231-A70D-EFDA756CAD1D}"/>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90F808A4-1C52-4C1D-9478-14E940090684}"/>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EF820F17-35B9-4399-B926-269E9ABDC2D5}"/>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00DF5B03-865B-4DB0-8F6B-1CA1D25743E5}"/>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559879E3-5B2D-4CE6-870D-9336B858BC14}"/>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C7251D66-828E-47A2-983A-708862EA6999}"/>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B7CB783-7716-453D-B60B-EFAC2554D366}"/>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BDE9DAC-1615-4196-8A4B-4B6D89E2CA9B}"/>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7AC4A01-7533-410C-A7FD-72F031745DFA}"/>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5D11D1F5-5189-4133-9306-D858D9A57374}"/>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537D8EB5-B999-44EC-A5CE-8B1007D8BC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0153228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47649EAD-9605-42B5-AB78-C4B6D0799C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DF034C60-AD8D-40E7-9730-7C681512B5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B6222BBE-C91A-4870-87B5-2847486CB2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CC2AD372-20E6-4C62-B6F8-C09781C581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EF37F9A2-A742-4E3A-9461-B110CEEDA4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6EA2885A-FB3A-4FA2-A610-F1EE44EB0C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F203D668-C18C-4448-93A3-ACD147D2BC18}"/>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F675490D-8C5B-41C6-A954-1D186BA540B7}"/>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40F82D8E-B553-4C6E-9DEA-155FC91FF119}"/>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DF38410A-33F0-463D-BB65-9DDA28632FBE}"/>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CD7AA959-5ACA-46F4-84CA-268E6176426C}"/>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F3363D26-C3D2-4186-956F-4C00AE529140}"/>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C2BB1E4C-DB80-4886-B974-68A5081F984F}"/>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3492D0F1-BF3E-4119-8639-205081D0DC4A}"/>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AD1F4C39-5301-4459-9AE6-6F95BF752178}"/>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63DC84D9-B85F-4500-9258-16AE96CC21B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5ECA5013-0564-4316-A3A2-614D64BD8C70}"/>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86F2706B-5129-4E75-963A-E1489C38D99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91D88CDB-A0CD-4ECC-B064-D0A9F073342A}"/>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3771398C-1426-4F00-965B-980164659796}"/>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5CB23D1E-47FC-468B-B1B3-6B2103DFFF18}"/>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A6889A03-C4CB-4D4C-891B-EBF8B32FA2BF}"/>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A78FD419-3DA1-44AF-B1DA-B9EC9B3F1814}"/>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D4B133E4-FCF0-4760-B858-B89F2B542245}"/>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ED74DEAF-A434-4EC8-9AB7-15D8FB1FD2BA}"/>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4ADF9737-E2B7-4F78-BA47-3863DB465A39}"/>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0B554B27-E267-48DC-83D3-4958F2080DB5}"/>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5395A116-39B2-4F15-A287-AB38C98EC1F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62605E16-A056-46A9-A08B-15B7C85693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72983602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8AC989E4-9947-47A9-87E4-47A2AAF9AE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8D748B4F-8AC4-454B-8991-36F2037B51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C9717C26-EFBC-4B8E-AB6B-E1311496ED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376F071D-7D3E-43D6-A437-5838E62443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DA42275B-F74D-445E-A1FF-21BB6895FA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F33AAB35-B476-4C6E-89F7-73B461FB54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03C72CE9-F050-40DD-B9D2-133249656F13}"/>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8C298043-AD1B-406A-9B81-5A62AF858624}"/>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20B93C53-AC22-4807-8391-1006094ADEFE}"/>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D4C413D0-00ED-4056-9E6A-BC9242DCD7A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AC8FD0E0-C1F7-4FBF-BEC6-B59816C48D91}"/>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8E0D1060-4E07-4BEB-90FE-898777987563}"/>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866E552F-DD23-497A-B5EC-5E7E83BA422E}"/>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23ADF296-DAB0-471A-853E-D4BFA0147468}"/>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121882A1-88CD-4AE1-A322-C18FF8128A08}"/>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9AAA2134-2A04-4770-8AB3-45A1F57DD47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A69C0EC-DBAC-4F9E-8DA9-535D8AED4D9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9FCD6667-A545-40D4-81AC-14CFD71AEAD2}"/>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00106334-D1BC-484B-A657-8A68C1EC3202}"/>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046E391D-FD35-408E-840E-80092D27D33A}"/>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F30498AF-78A0-48E3-90DD-746A47263D6C}"/>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389DF1D-BCE9-48AC-95A8-7E3DAE51253F}"/>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E73968BC-E070-469D-85A5-0B31D5B9D1D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CA65555-B32D-4899-BCE9-7F7B9D340328}"/>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6751AA75-631F-4203-BFF4-3386B17539B5}"/>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5CFA4C3D-07E6-4187-A744-F5CCB8767421}"/>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B72C951D-141B-45D7-8003-075B4C83A26C}"/>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CF8EC792-FA44-4665-AE6A-B494F2F7FA18}"/>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73AA1221-4F01-4AB7-97E8-CC25A435991B}"/>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B7C72240-04FC-453D-9279-3AC19E36343C}"/>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23B6FDB0-BE6B-4698-B881-9906DF103448}"/>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377BDC1B-BCAA-4C49-A6B8-22F8811C8746}"/>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979B2F63-6EE1-43F8-A47E-275C05FFFD77}"/>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FB20F24F-D5FD-453A-A5CA-D89264438A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224013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70F4C3DD-EAEA-4E2E-B0F3-258E09D179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D1D4C46B-31A8-4CE8-85FE-21918FA3DF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D4E2906D-694D-4F4C-87F6-2720B78473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C441C13B-3767-4010-A6FC-6D1947EA2A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5777D463-5385-450D-9AD9-FBDEA6F29F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4FAFEC1D-0C96-4A89-B345-DEFAA31934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CD9F68D9-2AE9-42F2-9F0F-CE34F3DC2CE6}"/>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BF786AB0-13F1-42AA-A284-892F8FAA6CD1}"/>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FA167865-FF4B-407F-8603-26E27F5E1668}"/>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D078644-DD10-4D60-AECA-9E9EC879EC8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1ACA9519-50AE-43C2-9FFE-6F12DD751BFB}"/>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BF109467-2A97-464F-A1BA-102E598F070A}"/>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7F01D632-7E96-4F5B-AF18-D647B5E42D83}"/>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2068448D-28D9-473A-ABF7-BB99ED0B9628}"/>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0FCF18B7-1317-4C6B-94F1-34725BE258D6}"/>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645D25FF-81C1-43A1-BEDC-DBC8EB0EA0C8}"/>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1C36B3CF-A03D-481A-93D6-865651AF1388}"/>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68C3009B-BCC0-4BF6-81E3-5213DDF742B1}"/>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0BB8C8B2-4C96-432E-AF8E-3C0849ABF4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3278870"/>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814CBCB-3BCD-488B-92BC-01E83189B9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50AA3A0A-95BA-44BD-B744-724E050CAC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59B423AF-820E-4352-8A3E-7B6729251D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50ACE3BF-3E79-4F63-B410-5D04A37B5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217948FD-2BB0-4D30-A635-441E730613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F04AE84A-8F3B-480E-A1F2-2C9F28FD7B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9450DF3B-ACBD-4D97-B55F-61DB4AC7382B}"/>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A16BA28F-1353-405A-A9B0-7CBCEED500E6}"/>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E1E5AC72-5021-460C-A94C-D18E5E149927}"/>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60B46DB1-A9A8-49E8-9536-C16E29E93D64}"/>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93AE0BCB-E0C5-43AD-B4AB-138C5FA91753}"/>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C1AFAB24-07DD-44A8-8469-3585438B43C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759C59A8-FA6E-4AEE-9020-BD602A62AC26}"/>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9F7B0D56-E156-491E-AE23-9F28057B195F}"/>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E5BDAB69-ACD9-47D8-92C0-83FCF62D190A}"/>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C28D7C67-614A-4554-B469-B17BD58B0418}"/>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1FAA5734-683B-49DF-9A29-2A43183044A2}"/>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8119FE1D-D1C0-4789-A6E5-4549F0219C2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9C43C505-47FD-4E7C-A8DE-CFA1C8283D1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CFE51823-7E0A-4ECC-953B-86D522D3A5D8}"/>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58D7F601-85A3-40E6-AB40-4DB492C4C59A}"/>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939B0FDE-BFA3-456D-A3C0-1330B4FB84B3}"/>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220F559-9E0B-49BC-B7ED-467533651E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0106308"/>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4177CD2D-14B3-424D-BBA4-A62AB826F2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DC1C7CCD-A9B5-492C-891E-E2B91FBA6E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E7EDFFA7-2BE9-414D-8FE6-DF9191E540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02470D66-3331-44D9-B8CD-1FC8C7792A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625E4C2D-2E26-4A5B-965E-A9244ADC9A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E8348193-E00B-4FAE-9B5C-7AE8B86EDB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9CF9E691-11A9-43CB-A0B0-F26962DB26D6}"/>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E803938A-A290-4208-A3AD-17045BB8A922}"/>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9C460E5-B20E-4553-BE6D-7046A7322BF1}"/>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51DECFDC-F508-4B3B-9111-EA902CA89356}"/>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DB8DACB-608C-4BEC-B587-3BBFC76ED157}"/>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AFC36F67-448D-4A81-B8DC-577EA41843F8}"/>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08E9086A-3B29-4636-BD62-E28F65BDF58E}"/>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7876C923-3D51-4D3D-BC94-A670F7CE46E6}"/>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06A919CA-D334-4509-936E-717AC40250CC}"/>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A085906E-52A1-49CF-B550-95B4DB31754B}"/>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202F2748-9D6B-422B-8061-EABD57EB6688}"/>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D1AF3F4A-336D-4944-AEED-7018CBF8D593}"/>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F40CE002-049D-42A5-9EA6-C4AB42D02909}"/>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E6FD0C64-22B1-4796-8459-BA8A7425FC3D}"/>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B041860E-E2AC-4409-9C60-080ED084B563}"/>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F9FA1DE7-86ED-4DFD-9A00-CEB44100187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A2DCA2B9-277F-4BA2-85BE-8C4BDE9981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728211333"/>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CC296-9DB1-431C-B13D-A971BB623F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174D2D3D-CA4E-4FE6-9A99-4F9D8ED6AA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337AD1B9-0EFB-4B66-8F49-AD5A3235AA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3A4BC3ED-83D7-4721-AD30-5F335A6ACD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1254727E-2EE2-4B96-A770-1B8184813F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BD159BE3-5714-462F-8091-09D4A3710A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079071D4-83D0-4A49-B043-865D51105456}"/>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1B62ECA-F3B8-40D5-A435-4BCDFB9C4AD0}"/>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AF525E31-262A-4284-8B30-DAFCDE1CDC0A}"/>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785BBB1E-DD34-454A-8E4D-E4A69E1D800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25428051-302B-487B-B5CD-6C0DA8AA0F64}"/>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08E1D587-9700-4B1B-84DC-87E30E3D0968}"/>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FC43C160-89A0-44C3-A7DD-EBD64C7D04D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411FBF1B-DC33-44DE-BD8E-061BE64E0293}"/>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078B14E0-9FB9-4D34-BB7A-69B4D6F4256C}"/>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C7DA5B67-7EB0-4F04-A2AE-6337F8168F81}"/>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E7E416B0-CD1C-47CE-8027-C2D1302E2880}"/>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E7F2E080-4072-496D-9F40-83352CE79C0F}"/>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47D25F45-4BDC-4812-8772-B6E86E2F558E}"/>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B9C15F72-CE58-44F9-A64B-C3EB36D1BA0A}"/>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BC5F9A29-42CC-4556-AC72-C982B92E5E7F}"/>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9D8B9D26-10D1-406E-B31F-367CACD66EEC}"/>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EB2B0674-3EC5-4548-8327-2F3BCBBB32A5}"/>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43020D50-684B-4A1E-8D83-403D519941B7}"/>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A9590982-AED2-43A7-9020-9BFA29415C18}"/>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BCE1D4E6-6F5F-4CD6-81BE-E9D68FFC8C8E}"/>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05E27446-E454-46B0-A854-B9B92EB3F4CB}"/>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4894ABB4-4F22-431D-877A-7CD7633A7C2B}"/>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AF5CF35F-1649-4BE7-9064-9B6BAA998EB8}"/>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53303FD6-43CB-4348-8ED0-955C1D11D434}"/>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BC20C8E7-22BD-44C3-B8BC-20A59783EA82}"/>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A7C6AD75-305B-45AD-BD9D-9A59620EF0F2}"/>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8D6740FA-26C5-4D3F-89AE-3D31232C5B86}"/>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7D71BECF-508F-44CE-975D-6BFA91243C79}"/>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13C0D32E-06DB-4318-B746-955D4DE63B57}"/>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1B3E44C1-AE95-4F11-9C6C-FAB33A5F6CF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C7556239-D9CF-40DB-B698-E8C4228E9EFD}"/>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F4BEB7EB-5EA2-470E-8FA1-2A977DD4D5E1}"/>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07110304-0333-4FEF-96E7-D8C68A8BB29F}"/>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E133ED8F-B510-452D-A478-6CC91E1C5930}"/>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9F654DBB-969F-45B2-B0D5-238E3672E62C}"/>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ED58EFA1-5E96-44A1-BF15-BF4055372CD4}"/>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F9F10039-9BA8-4337-9C08-C3AC953697D0}"/>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1E9BEEE3-089F-4AFE-B593-BEF664066EAF}"/>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709CD2A9-1AAC-4D2B-BBC8-3CC598E0D419}"/>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CCFD54D8-B6F2-467A-94B3-3135FC39F6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62783659"/>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6568B882-5432-4E91-922A-99DFF231BC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42D087F4-559E-4F8F-B807-E2E608A7FD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4B2FDEB3-FF67-4D7B-85CA-8DC03BDB54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F98E5A04-9E13-499D-8AC0-9F5D6358AB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168A986B-A9B3-4B43-BB1A-5BB6127970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38353BC3-D77F-4FEF-A12F-E95249F98D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CB1AFC6D-3908-4D61-91BD-099B78A9C21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4EEAFDB-727E-4701-8668-FDCED904258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06F6D11D-2D55-4301-8CBD-EB00A780E43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E0B0A6B7-DBBB-4798-AC8B-04F1F1B3912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4728FED-75D3-4E6B-9078-DE1221FF6D7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ADCE3E4-4D83-4065-B382-BE196677230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C345B083-B0BF-4513-8384-D3C7FEE5483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473A7E30-33A3-4713-A935-2CC47DF27BC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B81C9B5D-C884-45BA-8975-B8F986F3292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2988356-026A-4BBE-8869-E847BDAA7C4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2E02AF96-99FF-4D4A-AE67-EC13EBBFF1A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EBBEFE53-B268-42D7-B815-CE5626C5EF6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BEC01BA8-B16E-4012-A95E-C8F2C03475E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9C11BECC-3ED9-433D-B165-F13C7AC6850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C7BA410B-A329-4B3D-BED4-9170A281F4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00861430"/>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FFDF1EF3-A1CD-4653-A96A-BB89AA9189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C2E506AF-16FE-435E-A296-22E43E73FF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36C3149E-A5B5-4145-89DF-391B479FE8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E6D88B6A-3325-42E7-B7FF-6FEF72C048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DF405157-DA7E-4868-82ED-E6F6CAAF9C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118802A9-1918-4201-ACD2-750BF6523F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719D9E79-DC62-4CC2-AF3E-E002A802537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E816B89-2BA0-4370-ABE2-3B8BC204247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7BAC39C2-67D4-492C-B00A-5F74CE14003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78217631-5E6D-486A-8CBA-5412A31B4C9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BBE2ADA-E9A2-4D2B-9548-88C05BE4966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AC9DBBB-CA89-4ED2-8FFD-DB923FEE1CA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827A0360-5936-49D9-9EC7-B9A5FE5F2F7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C3C8AC66-768A-4C7A-BFA6-0C28EB8918E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66E3B1A4-622F-4223-A8BD-58A722137B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E59AF2AF-061F-40B0-904B-E0B71CE333B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64082A67-70CF-401F-B2B5-D188026E6B8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15CFA5AF-A3E3-474A-9C8E-63F5DF12F20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EADC953B-F18F-44FE-B1E3-687AE80B39E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43312315-7C07-4B1B-81C6-EE8BB068749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FA7B4074-A1DC-4CE0-840A-98CF9C408A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58622080"/>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A5E4B238-3453-4ED3-A9CA-5DFEDBCC8C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CABF62BF-BD8A-411E-A4C1-331CCC16DE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D06EBD31-4C12-453F-AC32-10D6A96ABB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A180A8D8-5CCD-4972-8040-97D626CD77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0BDA4E49-A1AF-471D-B8D4-B8F9FDE3E1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A124EB9D-838B-48A4-B7EC-9FF2A80E86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DC2EBDBD-CF05-46DA-B505-A6FB5FACB08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9D4717E-E373-465A-92F5-9D62A029028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9B33D5FE-FA0D-49E8-93C1-1B772F0674F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1184D9A7-78EE-43F4-BD73-E9813725E84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1BE4EB1-0DD2-4443-B695-0F089E34099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57F0F99-6D0C-4B8E-B30F-BA7E4829913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B57829-4FB3-46D2-B810-A4675AE9E20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8C528A67-6EEB-4D3C-A58F-9EAD86542B2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ED74ABF0-4028-453E-8C90-3D70C0E7576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6531F3E8-4E01-4BB5-B4B3-2C6EC94941E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100BF50-1D89-4F29-A4A5-8A1E8DA5803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24F4456A-E2BB-480F-B27F-943E365B97B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22A1CB78-2258-452D-A5D1-0566ED843B1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8030618F-5141-4AEB-8AC7-8E6DB744806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9029F195-F782-48A2-A95D-9B9E64B876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53824387"/>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3FA171D3-6AE7-4B87-A6F7-BD31EB4AB1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F71D7E31-8AC9-44D9-A7B0-9DE3195E8D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E4E424D8-62BD-481A-A82B-872992AF7A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07CB5DAF-A563-44B0-B4B8-9E5F451A6A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5EBA452B-4461-4F6A-A67B-A8D3552194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8EB69C0A-B1F5-4874-902A-E3A88B0EB4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4C61012F-9949-4F0F-8FCB-D50CDA6375A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BE3B46D-9602-44A6-945A-EE8F0CD149A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B8E076D4-0C5B-4FAE-AF86-3CC4D7ADC68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946042C-1A74-4EB2-8E86-4243283578F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3884EDF-0AF9-4FD3-88FE-2DC3335998F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4B9383E-2BFF-4CDA-A6AB-C32F138D7B3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B6989E99-05D7-44B9-9958-522D885F27C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2059F22-E4D3-4FAE-9EBF-EB05D70230F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D142982A-5BBB-44FE-9540-B53CF6376FC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EF627EDD-930E-4195-B1EC-3310F21C25A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B9D948E-38BC-40F5-A94E-1335A8B832A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4E67FB1F-A6C6-475A-BBF6-B0368D46C64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E75DD619-A4AD-4D00-9433-F2477E225BF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738D2DB8-2E0A-40DF-B0C0-6891D08A5E3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AC3F5D83-24B8-4F11-B3FE-F23D7F5D3B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80427440"/>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47EADE71-4C1C-46E8-92C3-45B1E83749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C169C686-9135-41BF-9965-8AB5C778AA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47A0ED55-0F72-4720-973D-45E7B3AA59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997F8656-4188-4621-81C7-E765C3C689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3BB5E883-D911-4795-9F1F-977A9AA5A6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22C024AE-EC48-4A6E-88E8-CD68812F45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6725A9FB-E9FB-4A87-9868-36F934A3E08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EB02ACB-6352-4236-B51D-BECAD7FDC82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0B7931EF-C10E-40EE-947B-6D48D37577B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7BE2A72A-A6EB-4C1B-8D02-EBF3B9422A0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F7B6E9A-F217-42AB-A1B4-B9A1BDF2047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A4CF87B-8629-4F6E-9BA8-677A681C416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30226912-4AAE-4670-8BB1-3ACCFFB287F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E684773B-77E4-439A-8751-77A715AD292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0A5BA786-0254-45AB-9243-7AEB12B7101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54A23398-ACB4-437E-949D-5D6525A93D4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7DC9612-88F5-464D-ACAD-011805FD424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3D4E0294-8FFC-471E-B668-B0204B8EEB6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8028BF6-069F-41C3-909E-AC67FF09D4F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25C2837-7BE4-4599-B330-EEC5C4C4B39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1E386C78-BA87-4049-88A6-14BD013BF0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10420116"/>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5DA8ECBC-6246-402C-98CC-26AE5791E7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6508C557-ECE2-47AF-9979-5767197C5E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DD0D9A71-8839-48CD-AA43-1483D08FA9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5608E68E-0A73-4665-ADFF-CA0D5054A7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CCCCB05E-BD6B-416A-B03A-903145D20D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1094301F-D323-4D6E-B3E2-3CB8F0C22D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B65DFBCB-290A-4409-B8FC-03D8C98B8AF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35DC809-3D7D-4E73-8587-79426ABF7B0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AEE4079-6F27-42B5-8731-0990CD95D1B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214E0481-EB29-40AE-87FE-5017537D155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8E478C1-FF39-4AD6-8D0A-7BD9578758F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5026FAF-4838-4462-A60B-CC04426163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1FA1173-2987-49F0-A84B-C4A8F63DE29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50E9B86B-C83A-4426-9FED-27054173D6B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295EB567-271B-4A38-A64D-39D8A891732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D66677DA-0788-47B7-8B9A-A85342101CF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6B58BA10-A237-4852-A443-53A609B68FD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0B1B08CF-D75A-4904-AB18-3F1CA20B408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1E41F98E-274A-42E6-942C-A6AE32B15B6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973A6761-34B6-4927-A808-BC2593B265D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E9F90114-1DE1-4D7E-83D5-A4F120ED08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09189182"/>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975DC10D-729E-4E12-BD95-60943B8C22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7681A2E9-B28D-4CF8-A1E2-CDEAAFCE5C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8391A40D-E3C0-4A69-BD47-EFE2E36B2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BB0C7EAC-AF2B-41A4-AEAA-1611270A2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3F169136-D91E-4E00-86B4-D93D44141F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C8BBAA4E-271A-4BE0-ADD4-C228490EDA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3AAC5A4D-2BA0-4CF4-9C87-B05C4CDB789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F5403A9-0670-461B-8B04-FACDB57BE1A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25459990-FDC2-4039-B1FE-97AC2BF4107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09F8880D-7392-4640-BBB6-F0F99D95A96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1AC979D-B9B9-4709-9D5E-ADEAD36D479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0989FA8-1243-4EE5-8F19-3D220DB28E5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B051F009-89FD-4980-B128-72919D79A31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33C3ECA0-AC90-4BF0-9610-DFEF59608FB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8FBE96E9-3CCF-4984-A6B0-1BBF17604B5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B8D6C9DC-484C-4F75-BBD3-8D091757912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C9EB63AC-C695-433D-8BDB-4E493B8FA28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A7B34D93-B64A-4413-AFED-3B39E38EB7D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DE467263-B18A-402C-A880-248B53B9652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044802FE-8654-47D7-9036-C367232BB6C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05EE99BF-B157-488D-BF3A-C55187652D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28073508"/>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C789DB82-58F4-4C47-99D8-AB7E09CB22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D6EE81F1-58B6-4437-B407-A8E578FC26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4997A23A-09BA-42D8-9CDF-28E49B43D9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4B023854-BF63-436C-AE2C-EFFC811235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5F9E68B0-D5B3-407C-90CF-5B4C87E06B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23E57A14-8B8D-422A-8C80-2EDB7E03B7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FB1068B6-BF61-4FAF-86F5-99DC19FD317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FBE8608-D6AB-4853-9664-12460EFFE5B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16624A7-792D-400F-85A7-603571B8E99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790FC976-6092-4347-A4C6-2E7A406BE1D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656901D-8F41-4731-B672-45846D7D1DB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8AE23AC-CA90-4848-988C-4A8C37E3AEF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9AB7E74C-EED1-469C-AA2F-7B9698B2A46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71058E10-870D-4862-B221-B84BFDBCBE4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DF6FEEA1-6294-4548-89CD-7CC1F25C661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28052048-C894-4F50-B73E-21835E937DD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9CEB9F21-608F-45F1-B225-74B522D7FE7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A5BC2AAC-2E56-4403-88B9-EAD996C644A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4967C776-704C-4268-AB83-DD5B15A9989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0C350F39-32B2-4FB4-94AA-1D468E6798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07D99F27-96D5-4B16-9AD2-82B0AD853A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70585078"/>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FD0453E4-19E7-4BD0-B104-C39B2DFBA0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065F8892-B062-4ECA-AEA6-ECB3426072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512904A7-CCAF-40C3-B82D-CA4D9E264FB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A869400B-6ADA-453D-BA72-1BBA16A27A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5FBA23FA-C597-4C16-B4F6-BDBDC1F56D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5E9D2D06-8A71-4C55-AFF0-FD00D68D22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6B40F4F3-652E-4064-84AF-1C1906AC939A}"/>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AE599461-51D7-4557-8159-7BA39D83B139}"/>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F9A6AE41-78CA-45EC-B647-E563611FE4C7}"/>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4D5AB6C1-A349-4C33-B836-1DD6D782728D}"/>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31CDF416-6A90-4DA1-9269-1503FDE0F40F}"/>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20F66C63-856C-4457-AFF2-3A0E57BE4545}"/>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4EBDF4F5-9D58-46A4-821F-68222C6545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23209451"/>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BE8692A4-8964-40B8-AF74-2B169A65F9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F094C38D-4236-4C3F-92D1-1C220CF55C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9AA76D79-E1DE-49A6-B75B-407E3D1231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1983F854-D96A-4BB5-A6DC-7EAA939B6E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45282E8D-59F0-402D-8307-20FA24DD78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42163139-2225-4D21-8022-9E9C3EC11F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FEA4AD65-652C-43BE-A3FF-EA0B482886CA}"/>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70FA6C84-8450-49A9-9C64-55C94669D34C}"/>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FFE1AECD-38E6-41FC-B85E-F418E7192943}"/>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10AE5CE3-C147-474B-84AF-9EC7B6811A73}"/>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AB35BBB-473B-49D7-8ECC-B17E63ACFC46}"/>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C6E0C358-2BBC-4D6F-AFEC-3ED2DD5046D7}"/>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FDEC0DE3-372E-4F2E-8020-AE5C54E2C130}"/>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E8CE684E-EB10-4923-A102-9DACF8B35479}"/>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500607D9-0EC9-49A7-8BCE-2E7C3174C709}"/>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4C645E3D-A564-41D9-9953-755F2961CB0B}"/>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8E17DA2-842C-4FAA-8240-8381DBD95B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75321773"/>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1D75C63B-4C4F-4107-A7A3-88AD45638B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958D0E33-5B9A-46E3-AB92-AA7BD857F8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C5C3823B-9B6A-4C21-A678-8412170A0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C2C1D23F-A9AD-4320-8620-69746BFE13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CF985BD7-ECE9-4065-82BF-8605F8E062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4042DBE6-16E0-43A5-BBFB-A348DD7C39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C0174B12-98CA-4C76-8F35-764A6AFF9C7D}"/>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53A41E42-82FB-4B41-8758-0B98CCA203DD}"/>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3A2763DE-59A0-4504-809C-200CDB294DCA}"/>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477DBC2A-FA44-411B-84B5-23606FC8A6AE}"/>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2E9F309A-20D6-42BC-BD1A-2A7694F0463C}"/>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A709AC2E-D247-4C52-8A26-EEAE8AD20A43}"/>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7161D57-48C3-4576-A1E8-E8BE34FDBB0D}"/>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8FB4EA-C7CE-43C7-970F-A6E7539E6EBE}"/>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0CE3AD9E-6C54-4DBB-A0C4-BF879CB176D5}"/>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0602A609-42FC-45F7-AB36-9283C080F90A}"/>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D5F36836-FCA2-433A-BC19-7A3A808B475D}"/>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D7A4AE04-02C2-4A06-AC23-47FCEEC5BD43}"/>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33E52B07-BE35-40E1-8791-777E981C95C1}"/>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ABADA221-6CB9-4715-BB4F-0525967712C0}"/>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398F94C-6DEE-4320-93CE-D4C28C7E7664}"/>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77EFE48F-1C7E-4302-8100-496D4887C40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DA2148B4-41F6-4CD6-B7E1-658BC27093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98402870"/>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5F6BFE88-B4E0-494B-A0AD-D817EB04C3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8CD4DF80-16BC-46FA-8C01-E4588E3DE7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673C27EF-07BF-4B77-9933-07155AC341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E0554608-4BBF-4F20-9FD6-0D0145F2F8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F4F9D672-DB31-4E61-9780-3ED2D57AEE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073D68B3-551C-4A03-9A1F-65A2E643D8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C51C7078-DA2F-4F16-ACF5-063F7C93EB0F}"/>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6CE269AB-D0A4-4E3D-B723-6ECD64352A30}"/>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5449FCD-E62F-4AFA-A479-DD93F3404198}"/>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9A947914-AB25-40BA-BE71-28896A5402D8}"/>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8F92B81F-D5F7-44D7-9B0A-FF1996F8C6F6}"/>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0502FC8A-68DC-418E-A5D1-D9C45AC240B5}"/>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BC8EA98E-7194-4687-83A1-7459E344341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878C8BFA-62C4-48B1-8BB8-E6FBAD18E11F}"/>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D4CB255F-ED4B-4902-8378-D445C71E6331}"/>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DF7A667B-BEA8-4713-BEEC-B325A9A13597}"/>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39001141-80D3-462F-A6DB-483BD22A016C}"/>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F330A05D-433F-4073-8A83-412675424E27}"/>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84DEB796-0509-4044-AA8D-8DF29C54445E}"/>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4EEF1823-96C4-4D90-939E-BB254461837C}"/>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EB5FB6F5-C479-475F-8CC6-1D30FA12659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8948FC19-D9AB-4959-8C31-63AA4E691CE4}"/>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A4317F71-AEBD-4A55-8ACF-A84470B0D763}"/>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22E062D4-E18B-43D1-877F-9C43491BC0E4}"/>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EE64BD3D-F498-4A48-90E2-08D0B6118E86}"/>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6AFFCA7-2664-417C-BBF1-69C8E54F12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25605756"/>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8B15ED03-C997-4200-82DB-698BEF52B5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FA892F40-9F1C-4133-8934-17CA548A90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DE28854E-85FD-4B7C-B36E-3596D6FF3D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2C910359-A283-47DF-A29E-DBE693BEC9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E71C023E-B13D-4405-9B2A-A72ED73D8D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E6709C8B-0775-4421-92F4-B7CAB796B9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77054CB4-B16B-4CA5-A8A9-56139FCD3B87}"/>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6B18CD64-7BC3-4ED0-B125-521A524D559C}"/>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F6CD629-FF2C-4FD0-98E3-8FE94541B78F}"/>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9EF30445-D219-4095-A470-F40F3CB8A811}"/>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4DD0BE6D-0DBA-41FE-9D09-DD14AB1DEB8D}"/>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9960F1E6-550F-42DF-8B45-476F1ADDAFFD}"/>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66EA9260-A898-4C3A-95E6-FE0663E75F5A}"/>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85967F71-4C38-484F-B50F-CCE82B1E03E4}"/>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791D9C4-6A8F-41BC-99AD-86278B7B53E1}"/>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76110C04-68B0-49C7-971E-792E25F69C8C}"/>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EE0428A3-DB71-46B9-812A-332750C527CF}"/>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F08E10ED-5FA7-45B4-8907-F61AA34852DD}"/>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D0E91409-2B92-4400-A1C0-71BD8F4B13D2}"/>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F5703595-B28D-41BF-AB2D-BB1394499BEB}"/>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5336E498-D17E-4F22-8256-028BD69B61A1}"/>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DCFA5B3A-DA45-49F5-A699-F4D6F54D561D}"/>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8DE9C61B-73D5-41E4-BBDC-AAB7FCF9141B}"/>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7D178CE5-B3FF-49A6-9978-B389E72FFA72}"/>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6B5AB62D-596F-492E-8315-B3BFF45D9391}"/>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DFC2178-F45B-4BC3-9665-AE213DB6D207}"/>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CD695952-3093-46D7-9614-EFC3854871D5}"/>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3D8E162A-5388-4A0D-A945-39D6629557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8786313"/>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65D65D6C-973A-4E4F-9D67-24F579DD33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54C5A68F-2D66-4CD5-93EF-EAA0F911F8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36B9FA3C-BBBF-4FEC-885F-0FA2508FCE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D9D8BAAC-B66C-4F1F-B560-FAC9C678B9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37268F84-930F-4283-865D-5D5D85703A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C0D981FF-F392-4C70-A8F7-38F743A89D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59B34262-B146-4AE7-883A-872D5331B63D}"/>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D8EA16A3-CE79-478C-B2E9-4CE13227F56E}"/>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490CBF2-9298-41B0-BB70-0D75BBCC4674}"/>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95C60598-336A-40CF-94BC-CE5B60503BD9}"/>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CC408450-1D68-4AD4-8628-BB87ECEF7110}"/>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C3BF07E6-9430-4353-9EAC-6D9113B5CF9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98895460-7DE8-4449-BB16-6AB5762AA9D4}"/>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247301FD-C901-404A-A77F-4AB9502D4968}"/>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91FD64B4-BD38-4787-A158-9A2109502AEA}"/>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23AA3907-38E1-4717-A6A8-0696DAB31559}"/>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C1F9CB25-1C20-4D03-A676-53EB27F79145}"/>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4DF00F7-3D3F-4D36-A964-3471D9AF0A64}"/>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1EC6CD7F-16C4-40F2-80A8-D974DDD95DFF}"/>
              </a:ext>
            </a:extLst>
          </p:cNvPr>
          <p:cNvPicPr>
            <a:picLocks xmlns:a="http://schemas.openxmlformats.org/drawingml/2006/main" noChangeAspect="1"/>
          </p:cNvPicPr>
          <p:nvPr/>
        </p:nvPicPr>
        <p:blipFill>
          <a:blip xmlns:r="http://schemas.openxmlformats.org/officeDocument/2006/relationships" xmlns:a="http://schemas.openxmlformats.org/drawingml/2006/main" r:embed="R4e9862cc447f4714"/>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FCC44464-3AC3-4B1D-BE7F-13BFF166BA9C}"/>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DAC4A327-AD3F-4569-AD54-6FDA5A30BF73}"/>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85D63B6C-C4C8-46BB-8617-B923D2C2B468}"/>
              </a:ext>
            </a:extLst>
          </p:cNvPr>
          <p:cNvPicPr>
            <a:picLocks xmlns:a="http://schemas.openxmlformats.org/drawingml/2006/main" noChangeAspect="1"/>
          </p:cNvPicPr>
          <p:nvPr/>
        </p:nvPicPr>
        <p:blipFill>
          <a:blip xmlns:r="http://schemas.openxmlformats.org/officeDocument/2006/relationships" xmlns:a="http://schemas.openxmlformats.org/drawingml/2006/main" r:embed="R21b4b24134254552"/>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36299D22-F4EF-4C3D-BC89-AD2CE6938FF5}"/>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130C0C08-5A42-425B-8656-D8A97FC417B8}"/>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3D170184-FE58-47E8-A17F-81FEF3146AEC}"/>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44ECECC9-6FC6-4B7C-A872-EE278348279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E749708B-F7E3-470E-8AB9-DD8B803D3B25}"/>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98E93FA3-3B21-451B-90CF-D88BE9ECB2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95146382"/>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FD388073-4A17-4E97-8F15-0EB402B89A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D533AD64-FCCE-4F36-85A9-013CF0CE3A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C3FF7B55-4981-4715-BDF2-033502A03F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9886332A-94C9-4E1D-BF01-A95467D410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52026FB1-5B08-4FAD-A40A-51DD127D2B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12002879-3CB1-477C-945B-5A73DEA2E9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E301721E-FBD6-4DE5-B5CA-2C650220C4A7}"/>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3D59BE4C-3395-4272-85D1-30ED79EAA3F5}"/>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DEDC8727-EAE7-4F00-8876-5E1A592E2DF3}"/>
              </a:ext>
            </a:extLst>
          </p:cNvPr>
          <p:cNvPicPr>
            <a:picLocks xmlns:a="http://schemas.openxmlformats.org/drawingml/2006/main" noChangeAspect="1"/>
          </p:cNvPicPr>
          <p:nvPr/>
        </p:nvPicPr>
        <p:blipFill>
          <a:blip xmlns:r="http://schemas.openxmlformats.org/officeDocument/2006/relationships" xmlns:a="http://schemas.openxmlformats.org/drawingml/2006/main" r:embed="Rbfef4fa265e04fd1"/>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20557E2A-2D03-44D2-BB4B-E28F744476FB}"/>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96DAB0E6-BEE5-4535-9148-EDC9EBBCBA26}"/>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B26B2C88-B17E-4A7D-8F88-80ECBE2A1F78}"/>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DB159087-2A76-4B02-A76B-6BCC7AE2A4B5}"/>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7D398BAF-13FD-41C2-84D2-C97F7F29B6BC}"/>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F0A1564D-B596-4FCD-945A-1AD55E2F58B7}"/>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41C75F1-E66D-4951-AB6E-3A7900B7B3EB}"/>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A06CA9D0-D9FE-4059-9242-D31F64928E7B}"/>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9EF2E2A6-D4EB-4312-A2B1-FF98C18445C4}"/>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92868566-5504-4AB1-A9AF-8DA4EC0058B1}"/>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6A2CEBAD-54C7-4503-9F0D-2EDF0EF0C83B}"/>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8A7E1C2D-C0DC-481B-A7B9-FB9996C9956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A9D584E4-6EC5-4DF4-B03B-9EBCC3326B80}"/>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5DBF3947-350B-4BDA-AFF3-B921D2A19EF9}"/>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3368EA7-7B14-4AEB-967B-4FD0EEF494A9}"/>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65AA021F-E47C-4C9B-95AA-19608341D9A1}"/>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192521F9-86C6-478F-8F39-54BEAB1D2D39}"/>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52B98C09-4236-43F5-B1E0-CA7C94FF22B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DB87196C-97E3-48C6-A1FC-A2F04E0E49B2}"/>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4DC6DC96-69CB-4E28-BD4C-37E1D110F8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14884332"/>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CCFDDA33-880B-4824-9ADB-44BC42F744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DB702708-9104-4E56-B3F9-B67282E6DC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29A26A64-160C-4F80-9CD9-5FC46ADA59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B4620088-023C-4C88-A255-D3D8FE3CAC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0B6213B3-524E-432F-897A-3BD049AEAE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C9C64D04-E247-4A16-911E-C4F733AA81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B0045EDE-61C9-4A1A-82C1-D9245BBAE59C}"/>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D0C9E51B-0867-4B0F-89BF-5AF5F5914FB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16AA876D-D08A-439C-B79D-7FA5F4CE70EF}"/>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9EEA1AE4-0DD7-404A-A860-928467F178D6}"/>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3BDA158D-1437-45E3-A85B-47AAEC0DA917}"/>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9992A30B-6544-4480-845F-56616C06C4C5}"/>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E72A8B16-8FD6-41C7-B780-FBC4A6DAE0DC}"/>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DDB6C63-4FE9-4150-83AA-1B88CE0CCDB0}"/>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48EE309D-CC30-4239-8656-AE31C9FD0794}"/>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47D7EF57-7A7A-4D7B-9939-7F6AF54B0600}"/>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455EFEE8-B98E-4D57-BFAC-E7C0C5809D7B}"/>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C0B9B7A1-1F88-4E85-90E8-8A4A8CB72BF6}"/>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58A3A792-DF6D-4837-B414-41A048B52508}"/>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E65CD7F4-77DA-482E-A648-A951583431CA}"/>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3B19B9AE-50D5-4C06-ADB9-ED3B895985C5}"/>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3B8AFF63-CF15-43B7-9444-568B3A905F1D}"/>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A57ECBF-D00C-48AD-80B2-C8D13CFA82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41767020"/>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5B71E2D0-1886-49CF-AABA-55A2D341F8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34E6CE1E-48E1-455B-AEC3-0EBE6B05AE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5CCEC64D-67D4-428B-888A-D5F55AC817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42067FDE-762B-4E7A-9817-D53BDE4372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41C07F0B-111D-4361-BBA2-1A2F2A249B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A3B77F17-B15A-45D5-AEBC-20B3C8C48D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28786987-A240-4F73-AB82-2073D88F65D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402E622B-2EA8-4324-96B1-4DD687371C43}"/>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7D04C846-E7A1-4B16-9E22-53259D47A4A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79E108A5-BE22-4552-87F3-BEDD1B97896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34C06719-CD27-4E37-A5D8-D12420BD0F1E}"/>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C615AB36-A5AE-4276-96E8-2EF035655AFC}"/>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E70D53C7-3FB4-4195-83EA-DBC6C1BB3FE0}"/>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C900753A-BDBA-4BAD-9E60-0235A7DC2189}"/>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56C69920-A5D0-4F1B-84B0-C474C7B6D903}"/>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0B67CF83-CE11-4154-A0E6-C79C08A07309}"/>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E886C8CA-10B1-4A01-8096-2AC509563F46}"/>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0B53711B-13B1-40B0-9DD8-828BD01723D4}"/>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2F07665-E92E-4584-836F-95CFAC2753A6}"/>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D4643541-B983-4803-99BB-6E3B5FE27E73}"/>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725E1C0-0733-4DC7-8296-4C9C66AEAD56}"/>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B2D29A14-DA07-46F3-B1D9-7E3E13FAF7B5}"/>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118842CC-3639-49CB-A559-6F43A8CB4422}"/>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BF91C2DF-7F83-4B15-96E3-86AF24748DB5}"/>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0DECDD48-B406-4DA1-8678-E2CC0984927B}"/>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87ED2D4A-90CE-419D-8FCB-9C6C54170B71}"/>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730FC968-A744-4488-A548-E5919B046127}"/>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B87EF0FD-40CB-4091-AABB-4A3FE65BA83B}"/>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F9E0A6B-B8AA-4EA2-BA9D-F787C9B1583E}"/>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D4F92641-9A66-44D8-9117-743701D1ABFD}"/>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7513DFB6-46AF-41EB-A458-4D408066F9C5}"/>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03A9EF96-FA73-4827-9282-BA79A5AD3D90}"/>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8B6453D-4E85-43D1-B61F-D706D931629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45C449DD-6732-4F74-9D84-5FC3FD8B4545}"/>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7C263C26-7D1D-4FE7-986E-E9A4079DF8C0}"/>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BD38B967-98E7-42EE-A18B-442472EBED1D}"/>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089485B0-FFF2-4A87-A42A-82681097C236}"/>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36968E99-1630-439E-8868-3F88E22F8884}"/>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40E118F9-279A-4F28-BBAE-B4E3B8721546}"/>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16C399BD-2DEE-4401-8819-318FDA17DA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03592900"/>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F2C9B217-FF6F-40C3-8451-DA2386AEA8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90F3D31E-8083-4708-AEDD-65AC6B4361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B12606C0-159E-405F-BA19-89E9A580E9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8CF5B275-FF48-4468-A54D-475DFCC7D4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107E2FBF-7B8A-4879-B791-FEFA3435DC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1363CA47-C03E-413D-BF70-FC26680CEA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9B054951-62FF-4094-94E6-DCF0B7F007F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BB398A9B-2A05-41CC-9447-CB030F956527}"/>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90151AFB-3744-4515-B00B-2456ECA9C59C}"/>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90B3B3B5-4DDE-4114-A033-9790632ED68B}"/>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EA8A556D-76B1-4313-BA1A-99E21EEAD05E}"/>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B4C8D2DD-6531-4E46-971F-B4BCFBAF148E}"/>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06FAAC3B-1340-4D67-A2BA-D21108822D6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2CC6ECA2-9D01-4A63-BF58-361F0D7C9522}"/>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17CB003-2D2B-4767-96D3-F63998B408B3}"/>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A1D5D9B-1BAD-48CA-B60B-4132C22561DE}"/>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AFFF81A2-01C0-4A40-8EB9-002AEE7CFB21}"/>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69EEC020-C76D-409C-AA19-D3FA3DB3A57C}"/>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741198FA-09F0-4C98-BECB-88C563E7BBC8}"/>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98113256-5F96-40D9-87D8-D0BDD1FE0B35}"/>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16313557-0714-4902-8E71-4230E9A17A40}"/>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065024E-4C3E-492F-BF72-325D6C612676}"/>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2DFA8166-0E94-4469-A3E7-8318E1E86636}"/>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2C5ADDBF-23AB-4D68-B110-16D38F107C24}"/>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31A5C810-04AC-4C80-8D5E-06AC9649323E}"/>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189E610D-39E0-425E-BBA3-AE76F73EEE7E}"/>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8443449A-EE9E-4C74-89F0-5672C67CFDA4}"/>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DAA327FE-D3B7-483E-B772-D1EF699D4D8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0E6D256C-5575-4A0D-9E5C-33E2CCEF8D3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B674DEF0-2FB4-4FE3-AE6F-184523F618A7}"/>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D0A7DBFA-7DBC-4302-9EB4-611BD0C4CB5F}"/>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2246F641-0688-4E1B-BE3B-C5A9FB47E9F5}"/>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27D52141-E46B-43A3-8648-31585D948F57}"/>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D3D1E52F-4DF6-4609-B80B-26D1E694586B}"/>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1161159B-31EB-4CB7-B49A-8B6E19BBB1B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2D0F1BAB-33C7-4DE0-958E-09BB8BC26F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48924535"/>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01F0ACC-18BE-4E52-B9DF-0123DA7AB2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F5F9CB6B-5B72-4688-9740-47BAD15331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1D750F16-39EF-4E4F-BBDC-3D0DD79EA34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C58E6045-27D2-41A1-B547-D983FFC3D3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B91A598C-1475-4AA9-A751-B33666C179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91FA9A18-C4B4-4726-8003-B77CF84017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793B0367-FCB2-4987-89AF-52787715CD36}"/>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B80870A-7441-4095-BE7E-A071413B7B01}"/>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7CD11AD8-914B-469D-9052-5E7C3BED6A48}"/>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5266CBEE-0D63-442E-B1BF-67AF545FA1BB}"/>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A47AEE0C-B24F-4F0F-BAC2-E78BABA4D7BF}"/>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9E0A10C-500F-4D5D-B512-4F1765907089}"/>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AFED2570-0505-44C3-A41E-E4BF025E7C29}"/>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73F1CDB-00D9-44EC-BF56-FAD70C298C47}"/>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CC73FBC2-9164-49A3-8E01-9A7D53331438}"/>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87AC3FD2-BF8F-46A9-B89D-37E6812B9502}"/>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86EF728C-7540-4C39-A64D-2D2412E74404}"/>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90624D2-9628-45BF-93E7-9928508E4F29}"/>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F59EADC6-B12D-4F01-A224-6DCA201B03E2}"/>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B369FB08-2878-4E54-A839-234FC8381EF6}"/>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9EE67BF-5762-456C-82E6-67711C1EB02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094D461F-FD9C-4CB3-9732-5FCA71B09C37}"/>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B9155CF9-A34B-420E-AA47-4F669FAB24FC}"/>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38CCB047-F243-446C-B640-EE956CDAA61E}"/>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62A5C34-BB73-43DF-89D5-0DDFF6069B94}"/>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81419E6B-AEF9-4CD6-89E1-C4D6A63BB1BD}"/>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FD6DB24F-63E4-4040-85C9-4B08461E3F6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763E343F-E92D-4394-8B7E-3A6941F7812C}"/>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096DF591-14A0-4364-B8A9-AE28C5DB72C9}"/>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612CA055-F823-44D3-B94B-39E378490E4D}"/>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056C25CE-1AB1-43F5-B745-B6C8E25F54CD}"/>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F8F6D0E6-53CB-4517-A43F-805F3455D4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46893339"/>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AAFF87E2-16EB-4BE5-842E-278D3699C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32999B2F-7229-40F6-B8E3-77D1AB41A4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9C439584-DAAA-481B-86CE-23A8FDA9A8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4EC896D1-42D6-4C97-8E4E-0455F3068A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C57C4BAC-F557-431E-9D68-17DF27D286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B266BEAE-5944-484A-BB66-539909D84C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83A101F4-B1F7-4CA8-AEDD-5B68F8600C2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C6C6B92F-B694-479D-B150-769695C242F7}"/>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9B006A16-C8D8-4951-8B8F-0EE6D192F417}"/>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0BD949F-4807-4770-8E55-25B17B177B74}"/>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AE0EF165-68FE-4C4E-8328-BEDA2D198C06}"/>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3AD38667-7E1B-4B0C-A158-ECF75F8C6B62}"/>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0B6D1C8C-3259-4901-9FB7-8F1CD56B2A4F}"/>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F9BE7646-4205-440B-8195-C4CA9E902FD5}"/>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080AEDD9-D2C8-4BA4-9813-E0A87CB7D7EA}"/>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6D30C283-2685-4416-BBF3-848316FF8E2D}"/>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BAA8C9E3-A857-47CF-9515-5714A452ECAC}"/>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3FC92657-6D7F-474A-B533-E7A8190E9740}"/>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69B2BC6F-7D57-4C90-B6EB-9C5513FFDBFA}"/>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7A870AC3-37D7-443E-9AED-BF4A196139F0}"/>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232F0E76-765C-46D7-99AA-954D94CA8C8B}"/>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29C81E9-0CAE-4542-AF79-EF795ACA3099}"/>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56CAB512-C4D1-4E65-BC4D-5FD7EE1D0EA1}"/>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4E98ADD5-6DCE-4D99-93AB-9E2B369A1829}"/>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1FF867DD-95EA-40B3-B8FE-B51C1FE7CF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26519763"/>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AF61325E-90D0-45D6-A148-58D690B2E4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567230FB-D01D-4EF2-ABCF-073EE57CAA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6E8F932D-F810-45A8-8389-B1CE993EC7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017FAD34-A0B7-4C26-B813-934D54D677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D4E90FA5-DA78-4685-8AFE-41E2B045A5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1DEF06CC-D1BF-49C1-97A8-D2A13BC5DC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A54952A8-96BD-46EE-AC36-945BB5B2265D}"/>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FEE32DA8-98B1-49D0-B23D-71BC5A49472E}"/>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1946D545-9699-48D2-81A6-E2E6C85D8073}"/>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896B2B2C-F053-4F11-BC95-6C674C819282}"/>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7B6F4D5E-68FC-4AAC-9989-60B043D74E5D}"/>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479B9582-EC71-4326-BD2C-8A1F212E404D}"/>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37F8A3D8-AC5E-460C-8BF0-AE4D3010A25B}"/>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85CDF423-9CBC-427F-824D-20A5D6AB192D}"/>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9023CAF5-B45E-404B-B749-A34CF0223B00}"/>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E0788CEF-F157-4ECB-8784-714A0753860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6DB2DA-4A9E-44C3-A1E6-1A2AEA687882}"/>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AEF767CD-033E-45E1-ACE3-CBE3F4A19966}"/>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FA7BA19B-4827-4FF0-B5CB-3D434E3727F8}"/>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4D029B2D-4DA6-4619-A89B-AFF97C80D4B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C14620D5-1E23-435D-ACF2-9510FCB348F4}"/>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FC278997-0541-40C6-B1F6-5833CE6C3448}"/>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B8333216-9FDD-46AE-8F31-A78B1E016C23}"/>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F3C378B1-E8AF-49C6-89F7-1C436ED7687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ACBDC5AA-15D6-4FFA-88DA-0A5281307A93}"/>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EB770354-C9E4-4B19-B8E6-B141A6389E68}"/>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1DA1F2F5-DF79-42CF-83AA-CB3FD529830C}"/>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AA8A4F3E-FAF8-40A7-B32E-AEC132676152}"/>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10A57A4A-8A8C-4DEA-9A11-D80D59579CC8}"/>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E1CC3A38-2472-4DC7-B6CE-C3F3368DA9EB}"/>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A35CDEA8-0B2E-402D-BD23-A2DF477316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12419390"/>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95B8D4AF-7711-4300-B5EF-82726964AC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CC8872BD-6F4E-4F80-89BD-25D23532A6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33FCDD00-818A-4CE6-93D4-CE49A270C6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4C071C52-1752-41B1-B17C-6492BB608E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69ACD050-56D4-418F-9AFA-59E02E4C55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D9EE8F20-25E4-4B75-B3E2-9EB0889C26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F3E5770F-0103-40CC-8AEE-4D57D1B16FB2}"/>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8550A804-2045-45B0-B908-F6CE969AC1C0}"/>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CE15DE96-8B21-4287-A738-3F77172936B6}"/>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DB607B61-C8FD-4DA1-8683-A5E169FA953A}"/>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FD86340C-DC14-4F07-9670-51E9A235DA97}"/>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FB265C25-0342-4BD7-86F9-BEC412F83598}"/>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E377BC5E-AC6B-4831-A53D-2A22C9F5469B}"/>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CFA09955-E785-4FC7-AE44-7D7DF6B643A0}"/>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1BA1B139-BA77-43AC-941B-DA5257587C9B}"/>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9115EEB7-C789-41D6-BC29-922B6C10581B}"/>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C3E9890B-D0D5-4966-8155-A8CEA8F787E2}"/>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B7D4947-73CC-47DF-BE5C-C241C8C58A50}"/>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8037819A-A868-4827-8B90-AA872C94C6A7}"/>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23DBBFAC-CD34-4A9A-B697-C8BF9A2AD86A}"/>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1CBEB8FF-802B-4B8A-A85D-7EA1BECC5AA1}"/>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7F6A1F3-FE2A-4E4B-A8F6-EE8D1FB20D5B}"/>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9751A4FB-4BF4-4099-AA4D-2EC97EDB7143}"/>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85B4789A-F282-4574-A5AA-CD1917AB00CA}"/>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0F186048-BCB5-478F-9440-641226EB2601}"/>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C5369019-A60E-4901-A678-52B609FBDEF7}"/>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052C90CA-D48F-47C7-93C2-8A0C60D693CF}"/>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B1BB569B-5CDF-4492-BC4F-69EA1DA38F8B}"/>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10917EA-484F-4852-B447-8517C0ED9E01}"/>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3F13FDD5-4CF7-4DC0-9A56-F5510B3E8EB1}"/>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D5A100A4-A6CC-4D1B-A2D8-B8989E444132}"/>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A3804F56-3938-421B-9815-5B6DC710A44A}"/>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0FEF77F-F1C2-4BF3-927F-42B3784940F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DCC3B26-5DA5-4723-AA5D-30CB87B0C05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FE33C0F6-FA10-4E88-BF98-B3001D4B2F92}"/>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CC49C3E-B198-47A6-BB6F-4638EC96E2C3}"/>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7F5984A1-B346-44EC-B72E-69CE15B537EB}"/>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B57340F1-354E-4E40-A52C-74147A685B11}"/>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EE9D9D05-60C1-471E-9D90-4FEE7702893D}"/>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7671E6B8-06B6-4548-AD45-9F5C27BB23F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FD784361-6BE4-4FE6-89F8-2DF7B1DDB4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47925565"/>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5A2C51B6-4443-496B-904F-4CAFD2FBDE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E85BAF72-4484-4308-A9D2-2CCF2BA243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689872AF-8390-4715-B05B-973286F91F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388330B8-8962-4926-995E-5AA0A9072C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5600548A-EB87-4357-A592-F91897712C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8B23A952-BC71-4353-8442-D911C89A35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75AEB99C-7498-42C8-A1E7-D7D45655708B}"/>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152FF069-AB8B-4B6B-BE52-CDF33105CC3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5DFE795B-158B-4DC0-B198-C89359A9D7FA}"/>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E09BBACA-7814-4E46-86B0-CD96D784A79E}"/>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D2FF3E75-9989-4AAA-8311-4BBED16410F7}"/>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AE8B4A84-18CE-41BA-A795-B119BF3DB96B}"/>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8C118527-D89E-4DA6-8939-A27947A327A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6B8A3FF-344E-406D-800B-99ACF007948D}"/>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C6435EEB-7314-4C2D-9A72-9B563DEE4350}"/>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E4DAB974-5DD7-4AAB-B1DB-B5D6483EC97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C4C975B1-F378-4D89-9784-14FC035EA4D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208CD94D-B9A9-4C0E-9007-0A3F615A641A}"/>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92841D94-9369-437A-AF54-8E8C5BEAF62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9068BBA-AB66-43EA-BF05-4AA7D095D2C6}"/>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9429567-D9C7-4C39-8216-DFFC4920CB77}"/>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4136EE93-911A-44F8-8ED8-B51F803F5C02}"/>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34318385-65B9-462A-A69B-B13CA7837A3D}"/>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A83137B5-3102-4B8E-8899-AF13815BF15C}"/>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6AF41117-A4EE-4BAB-BB58-228BC3B9BDFE}"/>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FE5BF6EC-EFC9-440D-85C5-28532722E1FC}"/>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E01DE28-6D8F-40AF-ACC1-FA2F1BEFA199}"/>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2711C6CF-3744-4633-B2D0-2BB88341A4D3}"/>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EA79FF58-3C2D-4BCB-8AF8-D9385FE268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40921656"/>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6D4320D8-4934-45CD-9D89-31A47C7908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073DB0D2-335E-49A2-B69C-C0990FCF36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35B9530E-95A7-4A93-AE7C-5799FAAFDF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20F4F759-9E54-4682-9146-0B2746B05D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3D332C62-6BB5-4D03-8CCD-8EE8B74C4C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C5C2FAF2-E821-4CFD-A628-F0B9BE4D21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898DF33B-E89D-4543-B627-72BA7B761437}"/>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70BE75A7-CED1-4FE4-8DFC-A7E21732595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AEBD22E9-484F-44CA-BD04-531AD59B6F8F}"/>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8CAB8B9A-87E2-4BE6-8994-276F69DEFEFA}"/>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56EB18D-21BF-49B7-B661-A552006CB42C}"/>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A32C9E12-9E3F-47AE-899D-8F210E0693E1}"/>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3BB46D22-FC9E-49B6-AFE5-C8AC6F3AE3A0}"/>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C5D4BEF6-E85D-4914-906E-10205D7A3169}"/>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3FE33A36-4954-42F5-98D5-8A963BF8C549}"/>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2104D9F6-00C0-4107-A173-5585B1029775}"/>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112F2BD0-2D03-46B5-8ACB-960AA0E2B04D}"/>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2AAC3512-2E11-497B-ABCF-7E52E0B1BB9E}"/>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148730A-634B-4432-AB76-936C9384E6DF}"/>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07DA2923-7D1A-406B-AB36-978877193BC1}"/>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A59EB4CB-7CC6-4C45-93EA-67B2A4416F2D}"/>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72998B04-ACE7-4505-973F-AB41B2F5CC0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3EC5D16F-D4B6-4A5C-91F3-73C4A4E80467}"/>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620DFD34-408C-4D0B-9C3F-BB19C69F52E6}"/>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B58574D1-1E0A-4BAE-B081-F50F20A8413E}"/>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772DB786-6718-4653-A5BF-BADDF2FE6525}"/>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91273381-DF0F-4025-9AB1-02DE08341B72}"/>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DC5205FD-174D-47E9-B6A7-5C150245838C}"/>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F3ADA3B6-4383-4CE6-A0E3-C6744B45C477}"/>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BC167B0D-21CA-4FF6-901C-93C45DCC94CC}"/>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172B798B-95C9-4942-A912-200241E42048}"/>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97448C98-9FAC-4E95-BA9A-810341FFDEF8}"/>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E2EFD872-C004-4D15-B1E0-8D102EC17F47}"/>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9D1409CB-777F-4B23-8564-00B9E96EF465}"/>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51CCFF78-720C-4405-B27E-A08BF13D36CD}"/>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873F49B-7C4D-41DE-8918-40F3895F5EE1}"/>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4C966B6-6790-4DC8-9B49-F62FD040139E}"/>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FB770C28-292C-4841-8C3E-520275B853A7}"/>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C59D5849-D004-4922-BEC8-EBF175489CC2}"/>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2473EA57-7D9C-4F22-B19A-9FEFE8CD1F34}"/>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ED9AAF50-742B-49DC-A17E-01D13E394DA9}"/>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D0EFF079-955A-48A3-8E3D-849FD46D7D6B}"/>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CDDFAF26-EF74-4B46-9BE5-3C43E64933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34561054"/>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531AA569-AD23-43E5-A3C9-4945506B44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270BF3C9-2E79-441C-9C72-FA86A173F7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38E8C8F8-9603-4E1C-BA3E-5225DC8BAF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AF6B7319-9D93-460D-B887-F4E23B9895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8F0FBB3E-F89B-4EB9-877D-96F791670E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540268FE-1F43-43BA-971C-95A857CD8B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A6504871-A6A3-467F-BB00-DB1F9A6B1CE3}"/>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0D4F4C1B-50D8-477E-A9AE-7466F7FD6CA0}"/>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83827572-38AF-4F9D-B5BC-754D4FAC88C1}"/>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0FBAC61A-F90E-4F81-B6D0-011A593664C7}"/>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F808FA38-293A-4D11-9085-C7CD0BACFA36}"/>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ABB7381D-A815-43BF-B050-E806853D7E01}"/>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294D9A94-6547-439B-8E46-FFFC02FC9D11}"/>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396587C7-7537-4999-8895-7DCC9C989D39}"/>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A3605201-52B1-41BD-A88A-FB81B48BA371}"/>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93B1AFE2-9942-4210-B707-3E562F73770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5DD2263A-90BC-456B-BF85-D0FF0A92B61D}"/>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544E2403-233F-452C-9F9B-A8E71368FC57}"/>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8F759E6-88FE-4380-B725-C478AE9CD81F}"/>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6A1CE408-EDAA-4008-8916-DE6B4B3149D1}"/>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3010C79F-7745-436F-A807-471206134B50}"/>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B681EFEB-9BD6-42AE-A8F8-131D0D066178}"/>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78B9C6FB-FE02-4855-83F0-B00C6FA4D6EC}"/>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ED7BA61F-17B5-4643-B7A7-02DFCA85DC83}"/>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22D808D2-93E8-4592-8C71-6912859FE9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53949401"/>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FF0AF577-A4F4-4E3F-8041-CADF75D216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F5A06596-7234-4BA0-B923-18579BDB3C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75D030D1-577E-420F-85AC-321F07D4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66C8A9E9-8171-4D3E-9DB2-F541B9C698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AB8C7490-2840-4893-9570-F4ABEA7D7A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900ABB1B-D0A9-4D8A-9753-7922E72869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BE47D170-136D-47B7-9D17-2FF9853F20EE}"/>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553A6824-1FDC-494E-ACA3-6DB20922109D}"/>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52FD4E64-62AE-47DA-A5FC-27DED86EC441}"/>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96C5D769-BD8B-4631-9C25-36E84F65CB1D}"/>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02AC4DDB-CFE0-4C18-B75F-F532691F92C6}"/>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3B0E7B9F-19D7-4E2E-9356-6C09B1A90640}"/>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5CB48CF4-13A4-465C-8573-B2BAABE622BC}"/>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C9B391F0-D51F-4744-9F81-027EC599CE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2399721"/>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C5A6B874-15C8-4DED-8980-FF16B8E840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4EF097E3-226D-4A5D-9570-86B6101759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535A64A6-51A2-4D97-923C-A19EB2DF01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24931844-4934-4C17-A22A-EC78E98654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E5435254-6672-4C58-A41C-415AE7A59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E062F922-591A-4751-8FA6-24A0CBB014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74C45384-0E47-4680-9E0D-9773F0FB14EB}"/>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70C6B2CB-3746-4352-A640-13B06541DD92}"/>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D21CCA00-DFC3-4971-ABB8-9F642BBB3846}"/>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45D3E0B9-C18E-4BAB-B5FB-9D8D26BEDC22}"/>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FE1E4264-E15E-4DA2-A022-50AC25D823ED}"/>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1CDFD5AA-8A0F-426B-8ECB-E09FC9CEB608}"/>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95039F7B-3743-49D9-8C2E-723650749758}"/>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32C1FBC-3BCA-4C03-A911-4D2728A4B23C}"/>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074BF569-70EF-4500-8CCA-F9696262ECF5}"/>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BDE946D0-163D-44E3-BF96-118242E15F96}"/>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B802B359-33DC-4CAD-84A7-9FD9CECE453D}"/>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2CABF5E9-CFF2-48F9-827D-6C1EC77ABB97}"/>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ED08E0C8-00F4-46BC-B28B-2FB4577C44D1}"/>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D4FFF81B-8BB5-4CAE-8602-FDE8FD8DA2B7}"/>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FDBA0C22-5446-4E38-A54C-C4EDA039B8EA}"/>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F4297CF4-CB69-4F09-9CDD-FFF850C30F01}"/>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4B488732-150F-4282-8129-3D1DB1F3AA43}"/>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CF5C8A6A-0158-421B-B9CD-39A22F67C921}"/>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AC0E1456-7D17-4EE2-8BE3-C68693C83D64}"/>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F417FA6B-8858-4BA9-BC34-5CA68DC781A9}"/>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5A8A014D-2B4E-42B3-A599-7C78D4F16384}"/>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80C653B3-D17B-4DCE-8563-8569C1E7175C}"/>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8AD23363-2DC9-4011-8226-63D52C8ECF65}"/>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D61471B8-3DE4-4B50-B477-D7ECD9B8693E}"/>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8CC0D2CE-D1AF-4454-AC38-6556AC7BBB78}"/>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CD1317AC-3227-4FCD-A9D3-CF5E98A0A1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34216033"/>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FB8A1468-5652-4950-A836-F8331449E1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71303907-D3E6-4D87-9A65-69545C03CE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BBEADC4C-1327-4BAE-92FF-CD28DCBCF4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998D6221-4451-4F00-9AE3-33DD470A0C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C97D1E81-4E4E-4544-A6D0-44488036CE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260F71A7-87F2-4535-8A4C-970C719341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82B98E95-CE39-4BC1-B57E-9F976760E22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365F5788-4B96-4985-B492-EB488ABC2EBD}"/>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0BB0F420-A768-4046-BE20-BC7AEFD6CD47}"/>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F1A62860-E283-4A3C-B5F9-72D3B446DAA1}"/>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E33CD47C-4DCE-4AA7-B9C8-A99750ED33CC}"/>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8EB8AC09-AC75-4954-99F5-B89E1E7B3EC6}"/>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F90B5CA6-670C-4B99-AEE0-7C5F5F311382}"/>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8BB8323D-6661-476D-AF8D-F465B3583B28}"/>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837D02D1-7FFB-4432-ACA8-1A639CD861B9}"/>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5F50739-58AC-41DD-A87F-84F62870C602}"/>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84BE3335-5D9B-445E-A5B8-014512E44799}"/>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5443229F-B3CE-4B2B-BB88-7C166B8A0BC2}"/>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1DC5B1F3-3AAF-45D4-95C1-3CF83727CDEE}"/>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2A76E8BE-3BC6-427A-9AE2-1E189EDEE03F}"/>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8E24EE1D-1536-4BB8-A6F9-EAAFB50C69FC}"/>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7AC80E2D-2BAA-405B-BB17-EE53F82471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95907541"/>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B5FC56AF-F3E8-4658-9224-1DAAE00B67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02CBD647-6D16-4AB4-88FB-9C02695F23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E91DDDF7-EDA1-44D7-B28F-BF8B71F055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E74D62D9-F127-42DA-866B-79BA1E9A80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2F41E597-DFCC-48E1-B2EB-8A3D181A1D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B373F73F-AD66-4203-A4F5-B20C75024C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D6FE2D6E-75A1-4720-B088-0E3657325ADE}"/>
              </a:ext>
            </a:extLst>
          </p:cNvPr>
          <p:cNvPicPr>
            <a:picLocks xmlns:a="http://schemas.openxmlformats.org/drawingml/2006/main" noChangeAspect="1"/>
          </p:cNvPicPr>
          <p:nvPr/>
        </p:nvPicPr>
        <p:blipFill>
          <a:blip xmlns:r="http://schemas.openxmlformats.org/officeDocument/2006/relationships" xmlns:a="http://schemas.openxmlformats.org/drawingml/2006/main" r:embed="Rc220e2e4506b4481"/>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68014D05-E794-40B9-9716-6474F4D08ACE}"/>
              </a:ext>
            </a:extLst>
          </p:cNvPr>
          <p:cNvPicPr>
            <a:picLocks xmlns:a="http://schemas.openxmlformats.org/drawingml/2006/main" noChangeAspect="1"/>
          </p:cNvPicPr>
          <p:nvPr/>
        </p:nvPicPr>
        <p:blipFill>
          <a:blip xmlns:r="http://schemas.openxmlformats.org/officeDocument/2006/relationships" xmlns:a="http://schemas.openxmlformats.org/drawingml/2006/main" r:embed="R9bf05ebf23444c91"/>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82C2C51E-88A3-424A-B6EA-BDB1ACBC042C}"/>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F00A8D57-6133-439A-B88E-35065D1A7F4D}"/>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11B55E08-7558-4234-9E5D-463C4A5BD73B}"/>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A6D54B4F-111A-4830-8316-A023BC09419B}"/>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4A918565-73A9-4E7F-89CC-271CCA507310}"/>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5BA3F95E-443D-4BEE-BC45-DEAEF3461EE4}"/>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0579713C-8042-4769-82D6-7439F7A12A84}"/>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EF65FACA-5252-462D-BFB3-4B034F1E2123}"/>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82A4581C-5FEF-429C-954F-A79B618A0BE3}"/>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CDFFF207-24E2-4734-A857-EC74CC704391}"/>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11E1EA1A-113E-4775-9EA8-F0583A53C330}"/>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C0F822A9-404A-46CB-A871-DAD64FE22BC8}"/>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1002582A-7F25-41E0-98EA-2B0344145892}"/>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A1DF3371-6953-4741-8481-EC27F20F744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DA79A812-E254-424F-840C-9A9383CF329E}"/>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F4DAA3C1-0E9A-437F-9F6F-6F30FDD484EE}"/>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3C766F0F-8CD1-4370-8A5C-0BE9FBD5B464}"/>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CAB1184F-4333-49E9-8C95-5BB87CA29E7B}"/>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700C5DC8-2A96-4665-B57B-DAAE9DAB0F2D}"/>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5986159B-3506-46DF-947D-F4B946A5FD48}"/>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EA7A2CA8-3426-4CB3-A907-A7B5D8556506}"/>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42A68B2F-7BE8-4FC9-8D78-0BD5E7142377}"/>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4FF57189-31BE-47AB-9E9B-1934F2132F07}"/>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FDE0F894-F5B7-4C8F-B78E-DF33ADAC05A8}"/>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5FD29D37-FD3B-43D0-BA7E-603C7C3F7C3F}"/>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7659AA9C-BC0F-48C8-A1A3-F30CF844AF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960071735"/>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C646D4F1-1CA3-4014-869A-EB13EE3F8C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ECB8B6FC-2A76-425E-B6CB-CB5BF98109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F7CE3FFB-E4B3-4EA6-9930-5B6D28DCBA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FC28F639-AD73-4CA8-B042-A0C56F45FE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E08A9A7C-AFDE-4426-B8F2-C2F65748E5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92FB1DB3-8D60-44FE-B340-D5F41B594D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AB88CF61-85C4-45D7-902C-48A3B0A95F02}"/>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01895D1D-056D-4125-8205-F5A06B3E872A}"/>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92DE1B18-71CB-4019-937C-CBE5B06F30EB}"/>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ABBCA950-385D-4C5A-9DA7-067AA8E15CE8}"/>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908F39D5-8485-4101-84EF-7FA266C5AE9E}"/>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35805188-387A-4C8C-8245-6F77626D7901}"/>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45C3E173-1D2A-4C07-82AE-C784DD147290}"/>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5FDEBCCD-BE10-42CA-9EB3-193866107C8C}"/>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9DEC2F93-4433-42E7-9D79-DF557707CFA4}"/>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B1E47CE6-1F6D-4CC6-9F5C-EC039F01C57B}"/>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51963DC-94C0-4B02-B365-D48A6D2A7926}"/>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90503BE-F44A-4D9C-99E5-FDBF8CD855BA}"/>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19492C17-1F84-44AF-91A7-7C6A32CB8E11}"/>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D4AEA828-AE39-4E7D-A969-38D713F6D255}"/>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6D15BC1-F52F-4BDF-9503-759C3CED76C8}"/>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78AE5FB8-8EA8-4455-B2DC-4C2C1160A587}"/>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D34D93AC-05F1-445A-BD0B-A952BDBB7054}"/>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B04AC83B-5DE5-46E4-8EF9-1A21B3644B1E}"/>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8673D23D-A1CB-48C2-81D8-5057644CCFB6}"/>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51DAB30F-9A5F-4A05-B24E-6208EE3CEEEA}"/>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A7D9237D-3A99-464B-A854-F7E43B99035D}"/>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4B90CA1D-51BC-45F8-BFC6-0AE6B3495348}"/>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5AF1414-A018-4BB1-B2D2-7847E76C1FA3}"/>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2E537DD7-23AB-49C6-A74E-ADFF3B1F84A5}"/>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8C72E91-59DE-49C0-AA43-0D2901A1605A}"/>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4590AF2A-6C3B-4149-BAAA-F506753F3322}"/>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EF2E38AB-CCA7-4B77-BD9B-41EDFA046500}"/>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CDDC8B4B-0BA6-47D3-A3BC-F199C93F5990}"/>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24579E87-4D35-475D-B2B6-CBA43BA709AF}"/>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D16DB0C0-E093-42BA-A345-F11177D8F45F}"/>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F27AA466-94C8-4759-898B-6BDEEF6B2581}"/>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E7B11EEB-5BEC-4370-AA3A-67E9C59A485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C1DDD1DE-C4FD-4802-8D2D-E4E93CC9763F}"/>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74D55BEC-5879-4D74-ABE2-4A970150F5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44870422"/>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D75DC86C-7697-429E-9F96-8AF3C4419F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E73FA4DA-D6D2-4CA8-A99D-A877B8AF2B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73734964-39B9-480A-9290-27F3CE5B48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EF01C23-5E83-4DBE-B78E-600A90B2B7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423D18C2-4E19-409E-B413-745FAD0FB0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1AD4EC24-18B8-4EF6-8EA7-65CA44480C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3E84E63A-3A76-438F-9FCD-A92FCE9CA347}"/>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C6AAA522-D2FD-491A-9833-21AD9F412180}"/>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417CF972-F3C0-4161-AF02-277D0F24090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70152C5A-9590-4896-ADC4-E7E0A6C1E986}"/>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E72325A-DF22-4FB0-87B3-4C6E640DB79E}"/>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D07FA62C-EC73-4047-9670-98698CD0403F}"/>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A1CDDC28-F52C-4859-A921-543365D66DCE}"/>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BD2E99A3-D2F1-402D-B692-C994460A4303}"/>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546730ED-4629-4628-BE05-CA385E3D9954}"/>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4AE3BC5-6590-4A8F-AE33-61BF63736D52}"/>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2276A83-4AFB-4C6D-B72B-AF069FB56C92}"/>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A1357809-A2E1-4653-AAE0-D849498C5F2F}"/>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730E4702-10BD-4331-B9C8-6C12A71B5543}"/>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3B103901-4370-434B-A6DD-90B260415634}"/>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9CE71D86-B74E-47C6-B081-9CEF04B295A3}"/>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8FDD4DCF-0E39-417B-98C1-74D88D756CAA}"/>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427145A4-CDB3-49C9-ACD2-BC39468FAB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51779095"/>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DAF82E4D-9D62-4380-BBC2-F79D169240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A0E01ED6-EF84-43B0-A09E-43A0245E48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1C62570E-272A-4A9A-8056-3C580AC7C8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DD11B2F9-823D-4F5A-82AA-161E6549E3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2F22B289-1A8D-4DEF-A2F3-023DE1A655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1EFFF6ED-64C6-4B72-BA8D-90D0904733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996C4B21-38E9-4382-AD67-72B5B36C5F12}"/>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5F09CFFE-3AD0-4714-A4DE-793E7AA6BF1A}"/>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347FD113-DC0E-4A91-8DFD-A293BC19AABA}"/>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44EA6660-F9EE-4551-B876-6426EF85F457}"/>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BCDFB2BD-AE9C-4182-A0C4-90E688BFAEC1}"/>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4D596FB9-F9B0-49CC-BF97-5C38E5984E59}"/>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1047C1DD-36FA-4DD9-82E7-44BCDA6CA668}"/>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D1F39475-F1DF-446B-B0FA-5A7D4677074C}"/>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6FC31305-AA9F-4B6A-8574-A25F7E3A1DA8}"/>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609CD224-DCC7-4C0B-943D-522692AF85BD}"/>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84B8D9F1-C1A0-4779-AC80-F47C8416B04D}"/>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86E8FE59-9152-4FCE-A84F-7103B333AD41}"/>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5CD43AFB-D778-4498-964A-3B6053212741}"/>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8C9C60A5-234D-4763-982E-32EC081F0CE3}"/>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32016ECD-7AE4-4077-BED6-52DFF6F75DE8}"/>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28C1823A-FA7A-45D5-A6D2-ADF2F65D9F8E}"/>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D97EF20A-E2B8-48DF-9613-8D78C4B2264D}"/>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CCD84CA8-4B23-4F15-AB72-6A7AF583B9CF}"/>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87C8358D-587D-4F18-BC5C-22A7D1D3C345}"/>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31AECEA6-604A-4C1C-AA63-67C1BCD48E0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496D0066-1B8E-4483-B734-B1E189FBA5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46234656"/>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95ED714A-3827-44AC-AB64-DD89AA5382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F512F17D-B4B0-4412-AEC9-32B9C7D960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136DEA38-0249-4B74-8231-69D29AA2E8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C0C2BFF3-EC6F-463A-9BE1-3EED0FE069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BCB84F8B-F675-4866-9E01-5251DB964D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43532771-9A50-456B-8B62-296F1C4EE7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B721FF8F-B886-421E-A341-0D161FE81AD3}"/>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8FE85B44-DB6E-4C75-A092-8FD6FBA305F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9742375C-9554-4163-9DD3-688358EA56EC}"/>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5828D26-612A-416B-BECC-6F710DA17F4D}"/>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309F531C-7FB3-4427-BF38-63AAB537A0FB}"/>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A766A3B4-E618-4359-B503-9971932957C7}"/>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5A30C0D0-F729-4BCC-9DDC-43146CEF2910}"/>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664E40B0-BC02-4C48-83A7-714324A3A1D6}"/>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EB5B6DA9-7693-4175-805D-987DC2A57257}"/>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93E8CDEC-C239-4CCA-B717-2FFC268DB661}"/>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87BE4320-5D1C-4E0B-82D9-7A396EC8FBC0}"/>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1A441CEB-CB67-45C8-862D-DE977E53C3D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AB68061C-5EA7-48E8-9992-0E9A73AC3496}"/>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9F4DD32F-483C-4BB9-8CC7-2F6B535E2F4A}"/>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FA54DE1E-5B2D-42D3-962D-6BD7A6002B97}"/>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333B9603-D6D1-427F-94FF-40F9ACB39B2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5ADF6026-7B37-41BE-83E5-47B737C652B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8404E706-9ECA-43C1-B132-950600F09E37}"/>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9DB167D8-1D65-460F-955D-B363EB18EF2D}"/>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3A486FE9-F1EB-4F3B-A65B-44F750133068}"/>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EA4429EE-3481-4671-B2A5-AA0FCE611BA7}"/>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37938CF0-25E3-4ADE-8616-1B031D9F3A5C}"/>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77A73408-DC5A-4E7F-903E-A15A17214790}"/>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F2F42095-83E4-4700-A266-330D28133E21}"/>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103C910E-5E37-415C-97D4-8AF3A1D882F2}"/>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0135DC24-6482-48C3-B462-F6FCBE02E0E4}"/>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5A75CF6D-0498-44C7-84C5-5CD2EB1013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0717981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D721279-4C14-482C-A49F-EF3260A2E4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2A562410-9DA9-4508-9DB2-5FAE525022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285EA728-4EDC-497F-9256-4C508EAB64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29877717-09B6-49AF-9DA7-ADC857F238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DDB10EC5-8E8D-4AB3-A8A3-83DB85B12E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4F84F88B-FC33-4BBA-80C9-286B784315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DA6FC00F-AAF7-4BA1-8AEE-6D42484C976A}"/>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E93264F1-73C5-487E-BFD7-E67446CC214A}"/>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99EC2BCE-1D88-4439-9A9E-DF17B3AA2CD9}"/>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A87C31BD-FBD8-4655-8164-10C47AF1809A}"/>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E0E0B313-7B35-45E6-B537-619C4CCE4920}"/>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6B5D556A-BB4E-46F3-8683-0DA38173D6FC}"/>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159A35BA-E003-4B71-8A1B-9F66A3A9B71D}"/>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5024D88D-C982-42A9-A936-C2764E379A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43313727"/>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439153AB-A27C-40B1-AF6F-32AC7B6CB4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C9C2D684-9A32-4F55-883F-2E102AB624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F13F04B7-693C-4063-B7A0-23471AA8CA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8E228C73-7058-4347-895D-60B10C4B85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77DFD1F5-4C69-4EFA-B19E-AD8EDFA53D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DF5F8A08-8D75-44EF-A1F4-B0571BB2B6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2429B783-8934-456C-8F6C-39EC83F2B190}"/>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A88CE610-F19E-4681-93F8-AEC0AAC59289}"/>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0F0D5ACC-468C-4CAE-A7F2-BEFA9AC131EE}"/>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37C5450E-2376-498B-9EDD-24991462BEAC}"/>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61B3DFF9-801D-4383-8D50-0B12E1EF35E5}"/>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1F328658-CAA0-4658-BCD3-A26D3BF69A97}"/>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5437A1CA-BE1C-4E07-8F50-E96C31AA57A3}"/>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7BAAF21B-0195-4707-B3D6-3654F7AC27BC}"/>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476F24D2-EDB9-4CCE-99B5-5EAA874D0D74}"/>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FA32F892-B742-408A-A65C-B02C6C90001F}"/>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8A312E7-1C22-49D9-8262-D4F3ED387A26}"/>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E7AEE41D-6CD1-47FD-AA76-431026BD628C}"/>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3E98143F-4B2D-4ABF-8E33-20EEA3D6A879}"/>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82EB8A92-9B3E-4A83-A7B2-B29BCA9D5E93}"/>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5D21F9DA-9F4B-4447-A424-6D109BEAEF10}"/>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99C48F17-D040-4220-AB1E-73DF2F1C4837}"/>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0D3EAE13-0B3F-4D9C-BA40-F369AB3FFE01}"/>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5D41F820-58C9-4719-B0C5-5D1099CF325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1078A5AC-9AEA-403A-B6BA-4F712E2B08A1}"/>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A86F6EB9-5F94-4EC4-BCA8-6717D46C7A85}"/>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9B6F6453-9B6D-434A-AEB3-8CF27AEE2DD3}"/>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4A31BA22-B740-49E8-AAAA-5135F15B739B}"/>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AAC50B69-2092-46E9-AFA2-D0BB22DA0626}"/>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F3B8770A-AC4A-41EF-8E31-B98A5C542AB0}"/>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19BFFCF1-7B9F-4EB7-B2B0-C81BB92FB7DC}"/>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FB5EF554-3FE9-4339-AE8E-5F534F5E78CC}"/>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1A45EA31-A4E9-4732-A9C2-4CC7A45ABAC5}"/>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84FCCD2C-2B7B-4457-A08D-8DE73BD6703D}"/>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65D1B2FC-1E74-47AF-85E7-EA2C436D9A5F}"/>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9AF49FDA-2FAA-4FE9-84C6-F439BDF2D5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AF6C8762-8AB4-4946-A196-C8B053F5A618}"/>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BA148223-5BB2-4F9E-B73D-716296AD2F67}"/>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625A493D-2C59-4B88-975F-D4A1DD305A2C}"/>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0BD12019-B56A-4262-A01C-75A7B77799E1}"/>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17D3736F-601B-4314-9718-0B8B689CABFB}"/>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C4367A10-6B8C-488E-8AD1-93247E31E011}"/>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DE2C0307-35A2-4E63-9879-88C17593B449}"/>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D94DAE43-5681-4718-AFDC-2291E98E71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048891628"/>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B4A3E152-43C8-4C72-B00F-BDBF20D51E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E5A5ABB2-BE7F-4918-9C82-FF4903D7F9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D4ACFD3D-F02A-4458-87C9-E36E7017EA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9FA7A6D4-7515-413D-89E5-9B5555B013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B72EBD47-2A4F-4F2A-A243-B9E04476DE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015CAE34-A1A7-4905-ABF1-276676A176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F0479D0C-D6B9-4D12-8964-FBA2BA98677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FE723EF-C358-47CB-A881-29D01820034E}"/>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68333FC-D3B7-4DA5-BD7A-562720B30D9A}"/>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C6B6DF1-3FB7-482F-8629-900C0623EED6}"/>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E3B97864-4EB1-4876-9AAD-14330D2CF839}"/>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31F6FDFF-27B6-4C31-998A-5AC90F8C1C04}"/>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A1B1DBC-623A-462D-A5F4-A1A4D5F2E96B}"/>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8B93EC32-0D8E-495A-8091-B7F9CDEB29F1}"/>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7A9EE0E2-9708-456B-93EC-D3E84B730F21}"/>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E098C4C8-584D-4DB1-BE8C-B9F6D670E83B}"/>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1C61703C-AA6F-4D0F-94D3-BB43EFA7EEC5}"/>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EE1DCB00-4604-45AB-B1DC-13997082C74F}"/>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1B1F279A-4981-45AD-93EF-B5BC2AC0B05E}"/>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1DE0B316-DA3D-4C6A-A6A7-2DC83EC41B41}"/>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17AFDA78-89ED-458C-8FFC-78678F6FFC5E}"/>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2AB3D218-3BA9-46F0-9B97-B393735B2259}"/>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4D800EA2-1C83-4DA0-9079-8F6008BF4710}"/>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2FEDE807-4AD9-45A5-811D-08AFD0F97371}"/>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BBE569B8-FED7-4A4C-A072-DF4351E52C0A}"/>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881BB641-924F-4513-9BCC-5346250D82B1}"/>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EF4C95B1-CC66-4476-AF58-2720BFB2B9E8}"/>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00463EC9-0F48-457B-8508-F86CC258EE57}"/>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33295CF6-5299-4094-9CB9-26045C5E0DEA}"/>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5EA5898B-CD9F-430A-AEFF-4FF80370594B}"/>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F68E1AE-8BAD-4A56-8481-D75B75806D55}"/>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AE93A6E9-72D6-4F77-97D6-08638B46F526}"/>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6B79AD6-8260-412D-8C56-AE238413D0E2}"/>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63FD27E6-8EE9-428E-A4CA-178E459413A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6BDA69A9-EABE-43B8-8F49-94C41FBA9D38}"/>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6B45649A-A513-45AD-989A-27C84F8C411E}"/>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0A1FC95E-A7FB-40D7-88A5-C96B52A601F8}"/>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5B30E2F6-ABE7-4C79-850B-B4E6C4B3E801}"/>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09A4139D-B780-4DCD-9EB5-E24E10CCFC64}"/>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F6107919-944C-40D6-85A3-430BB30779A7}"/>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D228A7D5-B70A-4534-A940-2CCB9A4EAD79}"/>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2B410C42-C7E8-4E59-AB1D-B9DD13D1B9F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406102BF-957A-4C10-9390-C0F44B8F88B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7BA1AAF3-DB17-452A-8ED9-47E921718B09}"/>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BCB1CA81-7A03-4619-95A2-6648DE11E1D5}"/>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033B3527-E907-48F2-9F9E-207CFBBC4104}"/>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8126844E-7071-4793-AD85-B1F5A5BF698A}"/>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A4800E87-FFB4-4171-B84A-0B36C8BAA8F6}"/>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9228F294-2642-4E8E-9303-1547C3A3BB09}"/>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74E7F837-60BE-4ABE-8E51-1DABF66590D8}"/>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080464ED-F0F7-438E-AF29-567CB6A62E74}"/>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E92FAA72-5B69-4E8F-A69E-40F4885F4A1E}"/>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6AE93C15-6E54-4A71-9F12-789E79540547}"/>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5755F3E-6579-4126-B373-30F4B906B955}"/>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E4F0D1DF-AF5A-4A4E-B8E6-A6A7A59519CF}"/>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D7CB6EDF-D03E-436C-B489-BD4CCE10CBF8}"/>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F8A96B4E-9086-4E4C-A59B-6CFB9B0929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96467698"/>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40DE39F6-FCA2-40FC-A71F-BFCC380051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40D81E79-BAEF-4493-907C-E07C909FD0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82E33A1D-2C57-4B65-B815-1D4227730C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05EBE5A4-9F4E-4431-B286-48DA07F1F6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8389A4BE-70DE-4034-9C75-80FF820239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2CBDD194-17D8-4D03-9A35-FB43438BA0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0B4FE188-1692-4C24-812C-C1515BBE3A5E}"/>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59243B2E-64A4-497E-A017-A9C5A94A80B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0A36FBFC-EC34-490F-80F6-30A0AA472513}"/>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15887A83-0676-43EE-BBD8-0621B41A61E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1908F12E-7B81-4E1E-9724-264EC42AF644}"/>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E553971-E7C8-4898-B2BB-1A76872DEC12}"/>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C942AE54-623D-4A82-8652-33C58D841021}"/>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E5CF5262-C83A-4132-AFF7-2B92207E87D1}"/>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551ad9e07fa14a6b"/>
          </a:graphicData>
        </a:graphic>
      </p:graphicFrame>
      <p:sp>
        <p:nvSpPr>
          <p:cNvPr id="15" name="Python 할당 피크">
            <a:extLst xmlns:a="http://schemas.openxmlformats.org/drawingml/2006/main">
              <a:ext uri="{FF2B5EF4-FFF2-40B4-BE49-F238E27FC236}">
                <a16:creationId xmlns:a16="http://schemas.microsoft.com/office/drawing/2014/main" id="{E1907F41-48BC-439E-9D2B-9B3F239CFBBB}"/>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FA7E98D-419C-4A95-820C-2E79AD820541}"/>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FCF82074-FBA7-459C-9A2C-0271FA067C4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DA395B95-1F85-4125-9DE7-B8FCD5E558A6}"/>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FE8ECA0A-A169-41CB-950A-A3BA5960FF32}"/>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C5E088A5-1B15-44E2-843D-24489757A8FC}"/>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8D00937C-9209-4628-ADDD-D8B1708F23CA}"/>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4BBB95EB-8AF0-47A5-9312-0B4F9A417F82}"/>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4ABE08B4-DE46-407A-9D16-C8D717387065}"/>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4916807F-3205-46EC-8174-33BDD422171F}"/>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9A249F7-67EA-4469-A446-25A54497CD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99450287"/>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BF4D182B-41F5-46D5-883A-15D0A87539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B0562F33-DEB8-4B03-810A-AE5264B40F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188A57D8-67D9-4E76-A4CC-9E48D46622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209D8A85-5C2A-4609-99DC-2D524DE508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410C025D-2E8C-44BE-AE8C-D2C802527F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31EF6095-DDA7-41FB-A23E-F5AD1F99B5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3AC3C3ED-969D-4DB2-A010-514B5EF2285B}"/>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11CE69C6-B848-4442-8599-DB0D356A3E7B}"/>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BE6E148C-0CBC-4867-ABA0-610B3522C1DA}"/>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60D2F795-41C9-4BE2-964C-2D13A126839E}"/>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85E2B8B-29C2-4639-B5E1-35F6A89D2D40}"/>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FC0E6B91-F231-4BC6-A328-4D8DA911775E}"/>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D02E3630-2754-4344-AF4B-5DFA15657128}"/>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80FF6816-ECF1-4C47-B310-59D1E92085C5}"/>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EA64FC53-5707-4AF1-9480-9C0C86A2E3BA}"/>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38A01133-CFE9-415F-ABA7-77BE941860E6}"/>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738837C5-A6A5-4872-BB68-5E20CC828848}"/>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2FCA30C6-A2AE-4E8B-9625-9D728867CEC7}"/>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EFB81210-A2CD-45C4-A2D0-EE81496CCBDF}"/>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89A52162-6581-44F6-87FF-B1D253CE6A16}"/>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2BE1D330-9EF1-40D4-826B-9599AF42E654}"/>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72E2633D-1B77-4A22-B56E-DCB2AF8932FC}"/>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29F44101-6A8D-42C9-B48E-98277F986D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5F955568-C4A3-45FA-B90D-192D0F24F6AE}"/>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3C5F39FC-8F32-4B04-B1BC-F38A5235F0CD}"/>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7BA9891B-2D13-44C5-B461-76A52E23A248}"/>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A9476BE3-888B-49DD-B586-31421695215F}"/>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A52055F3-5C73-4599-BDE8-4B1E86DCFFF0}"/>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32778B73-C328-45E7-BAAD-90C7D4E163E1}"/>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36603B87-1887-4426-968D-A3C47E31F5EC}"/>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6617F11A-F280-419B-A583-7D4CB620509D}"/>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F3AC1964-4451-4B43-827D-323B47708FE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988BDC73-D26B-442F-8402-FBA3BD78AF99}"/>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C75659AA-0437-49F3-B253-4CAB53657B00}"/>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73AB12D8-FD3C-47D9-A95B-849624D2EF9F}"/>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26FF51FB-B087-44D6-BAB1-2D9E10BA86FD}"/>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B15B7306-F40C-4DB4-9202-3E20197A84FB}"/>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FE2C6C7-CCFC-44C1-82C5-34DBC1BDD324}"/>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9F040F75-8AE5-4950-8C37-956B4C8C17A4}"/>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8FF4023A-E7BB-437C-B387-8FB39C12740B}"/>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00C99778-B7B0-403B-9C36-435D31351B33}"/>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ADE4EEC-6472-41A4-BDFF-C47090B491F3}"/>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C49FB57-DB39-4997-B590-8367BFEF5B8D}"/>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4CF05BCB-CCAD-4F8B-9E24-97D2A09C9D5C}"/>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BDFCB7EE-B80A-48E6-8C23-4212F11256E4}"/>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9DA32310-9AEF-4323-AB2A-18114349F3E9}"/>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AFB3CEAB-81E7-4B2B-BE72-CDDEDF87E29C}"/>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BB61C5E3-F667-4547-887D-EC6E3182E6E7}"/>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BF986B1D-2523-46E1-BC80-A738D9DB6F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29950742"/>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BD74D90B-3574-4ED6-B2C6-88EF946C1B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2DF83470-1E4A-428A-A162-770A9CCCFC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7007C573-E589-41FB-884D-78BC645C0C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FF91C5EE-649D-4DEE-BF24-092E639F9E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760537A9-FFC5-44D1-A7E7-927CED7E07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B497351C-F459-42D4-95C9-5FBBC2BEF8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A96F185E-9CE3-4206-A394-5AA8349EE707}"/>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3CA27D65-4C1C-47EE-8CEE-3CC07C94A347}"/>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1D81F5C-3FCD-42D4-92FD-4FDFBD34D38E}"/>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B77A3C05-E25F-4712-B68B-6B6CFCEE2172}"/>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E5EC371A-4D52-490B-9EF7-D488C9BF738D}"/>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3D4FA5FE-0D8A-446B-BC76-26553DBB53CE}"/>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F0C14BAB-235E-4F39-82E8-208D3932AE62}"/>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EB3B5C77-5658-400E-98F3-82B77F955F4C}"/>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BEACC482-CA48-432B-BB6A-BBDF2DF26BF7}"/>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5F5BB49F-46BB-4984-BC0B-1C4E5DB757C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89462BF-9336-4A0E-92AF-72D648641185}"/>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872BDE76-0EB3-49CE-8C9A-4240A3B9FB6C}"/>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512114DA-6709-4DA3-95C8-0C0584962554}"/>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D64EA4D5-067C-4DBE-B01A-4EFBACEAB209}"/>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6695E2D2-999D-4297-84BA-1E1E65CC8623}"/>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32858237-95B5-4FF8-84C6-8592BA4C2FD3}"/>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815C046E-6B1C-426C-85E0-6729470048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22784208"/>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B5CAD237-81C5-4D7B-A346-941E38F023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62B3CED4-2B90-4EF3-8843-F4A183053F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805AC7E9-14BF-467D-A6A2-CCC99BACFC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41E3CF1D-4C4B-4A53-A029-ACEFB5E0BB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1A0E87A6-977E-4A3E-80B8-17860300C2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76D0D2B7-6D11-437F-AA69-81F53EF232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EE744E79-78E5-431E-AEDC-989654846BAB}"/>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F2CC1F0A-A9B5-49A2-8986-3B8F74FD6C72}"/>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4CB8E7F7-F250-43EF-81C6-A0D4E1BAA278}"/>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04C09EFB-6F2B-4F5B-966D-1659C514826A}"/>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F6774755-A402-4526-B2B4-CA8BAACE2A77}"/>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5DC7B9CC-FF0C-460C-8ED4-FBDD3A467A52}"/>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5BDF72DD-A237-4C86-87EC-5B1E238A3D33}"/>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614E646D-76DC-47D8-B790-7F247023EEFA}"/>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371D0366-E5EF-4BE5-9CA6-A9D0105ED85E}"/>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AC751C12-6AF8-4293-BDFC-6E5B62CD764A}"/>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2E431FCB-10DE-4E0F-8D22-6F2D41D1ED22}"/>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E2A1B728-A93B-4C57-8859-E38FED794211}"/>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EE40CEEF-4A6C-4E04-881B-DCE47EF8843B}"/>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CF9226A8-7F4D-4907-A92A-5856A3EAE796}"/>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40E9CC78-D6D3-4265-9B2C-1F4B2F7ED540}"/>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446F381E-1291-4A42-B696-1140F2851A20}"/>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AE1BE421-C64A-4817-805B-0F4CF7D58B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75556764"/>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C6CE3D38-DA68-4235-BBA2-245E46CE74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FBAA652C-0A8C-4952-804D-E500C9B9FF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18918485-B544-4351-AD3D-0DF770E4AF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9246E177-89B6-43CB-8DA2-54E4FAE741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94BC3F62-A420-41FF-BB6A-2AB5986DB3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C226A22D-8388-4E1A-9920-A8A551C263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48BF24A4-FF26-47C9-8B70-16CC14347B5C}"/>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27DCC5B0-66F6-471E-9523-BE0719413EDA}"/>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2327475A-A4AC-4DF8-AA2F-368F5109076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55763CED-27FE-429A-AB94-61EC444792FC}"/>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FC480C33-854A-4C8E-9364-2B927809BA18}"/>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6DF2968A-F98B-4521-8C07-0CAC368CE601}"/>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C197D260-CBC3-4C23-854E-AA9A5A7D5F15}"/>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277AF615-C757-46DE-9CFE-6448A90364EE}"/>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3725E88C-62E4-42DE-A7F9-35DF891E9F31}"/>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208EE46F-8AD3-44DB-AF1C-795719E0026E}"/>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05E4A3F8-B910-4043-9BA5-E1C067E1B364}"/>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D133EEBF-1E2D-4ABB-93AB-3E4BAD78E881}"/>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D068ADE5-24C6-4024-91CF-A36D13829D7D}"/>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225B5D9F-8378-481F-852D-BE366261146D}"/>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78E0B149-811D-44D7-965F-30AE12385E5B}"/>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D1459D11-98A3-4689-B609-32CE0769C446}"/>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B083FB83-770A-4172-A29D-3DC9870A1C29}"/>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AFD9EEE2-AC33-4ACF-92CD-0E595C8705C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2F31DF63-F8E1-4B55-9892-18E0BD69EE7D}"/>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F2072769-157C-4AA3-96C9-7250C87D5C1B}"/>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C9F63834-9793-4640-B83E-28DC1AC116FD}"/>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BAC73661-75FD-42C3-9EFC-2418791C4342}"/>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619F6ED4-256F-492E-98B9-4D8D2E9A6F97}"/>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5E615CB3-7434-435B-94ED-467CAC640865}"/>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18BA9F3B-84F1-462D-AA77-05B14C792A5F}"/>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BFCD8462-706A-405C-A310-9F20690CEC5F}"/>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CEF752BA-5366-4DB0-8848-F99F962CCDCB}"/>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7979C4BF-A2B0-4954-BFD6-43E02AC4ACF5}"/>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E7036FE-8773-4BAA-BA1A-E10DF22B88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6027964"/>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94ACF310-E2D3-455D-A29F-7F2284ACCC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04BAE765-7E4C-4969-991B-48D6135FF4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5F85ED82-8B17-4518-9DE9-A9FAF3D7CD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FB2E1719-9FC2-432A-9461-19256FB97C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0562E76F-2794-48CD-842A-A3314034E5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55A14417-4FFE-4A88-8447-46DE24560C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F2AD2E9F-BBA7-4863-BAC7-46AA69675A76}"/>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9FA12388-765F-4476-B08F-CD79DD153B4C}"/>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6EAFD6FC-4F15-4755-B628-DDCBCBE68FCA}"/>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5DB858EE-260F-469D-AEA9-79C604D55B2E}"/>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9FFB2E13-E3C2-411E-A233-A16846B7B60E}"/>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B2F49AC8-D434-43EF-8D58-60604AB31BBC}"/>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84905E01-B791-4763-A858-59DA9605239D}"/>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6ADD9B03-7E8B-4389-86D2-A2ADD6F869AF}"/>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21179541-F8A1-4F91-9C5C-8C9D3E0A4A19}"/>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045ED021-44E7-477F-9C65-265D112F635B}"/>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718A7717-C695-4E8C-905C-0CF1BC973730}"/>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6415922F-C8FB-4760-8E5D-1167EE2A33A5}"/>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1BB68D67-CCF3-41F5-9FD3-B51C18BBB5E2}"/>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58161B35-A832-4198-93CF-4D0D4A4A47ED}"/>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56879A45-0B51-4C42-9536-4F85BE74B08F}"/>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B8538654-B457-45AE-9DE2-A3B5D8CDD644}"/>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CBCA7868-4B64-4C1F-ACCA-089A5129807F}"/>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2D868447-045A-4CBE-A9C6-61DBC3BFF575}"/>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77D2A585-395D-4306-870F-C05939293C71}"/>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884EB42D-A258-41D1-8E5D-8400E98ABB35}"/>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2C02092E-0474-4946-80C4-77990AB620A6}"/>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30B1AAF6-07C4-45A7-9221-16144E6525D1}"/>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9E61678A-8077-499E-A02A-62427471DA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27791594"/>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실제 작업의 구성에서 전체 작업 환경으로">
            <a:extLst xmlns:a="http://schemas.openxmlformats.org/drawingml/2006/main">
              <a:ext uri="{FF2B5EF4-FFF2-40B4-BE49-F238E27FC236}">
                <a16:creationId xmlns:a16="http://schemas.microsoft.com/office/drawing/2014/main" id="{E8EACAE0-3BA4-4F67-87FB-1830044153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작업의 구성에서 전체 작업 환경으로</a:t>
            </a:r>
          </a:p>
        </p:txBody>
      </p:sp>
      <p:sp>
        <p:nvSpPr>
          <p:cNvPr id="2" name="S64">
            <a:extLst xmlns:a="http://schemas.openxmlformats.org/drawingml/2006/main">
              <a:ext uri="{FF2B5EF4-FFF2-40B4-BE49-F238E27FC236}">
                <a16:creationId xmlns:a16="http://schemas.microsoft.com/office/drawing/2014/main" id="{9B098F1E-E09B-4178-8ED4-B9D9814FDC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함께 작동하는 작업 환경, Harness">
            <a:extLst xmlns:a="http://schemas.openxmlformats.org/drawingml/2006/main">
              <a:ext uri="{FF2B5EF4-FFF2-40B4-BE49-F238E27FC236}">
                <a16:creationId xmlns:a16="http://schemas.microsoft.com/office/drawing/2014/main" id="{5CD30962-27D1-418F-BD18-D6F4D4F3B0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DBED1995-5652-4890-AA0A-04A9989DD7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166EB730-2DA5-4764-8914-2DC13B12FB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22A90AF8-B120-4B13-86A6-4714B1FCB2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94B57CDF-6E38-454C-81D3-B3A086D5E643}"/>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C71DA25C-8528-40DC-952A-3FE403A5479E}"/>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C0257D3C-519D-44D5-82AE-BD0FD7DE180D}"/>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6837DB25-C217-456C-B47D-D1AE3353035C}"/>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5B6399A2-4F17-44F5-BDB5-2FA739695440}"/>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6B922411-3034-46F7-81BC-00415C278B5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88F4D7C1-AF9C-4E30-9500-C6FCD1F9331D}"/>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731487E5-FB84-4F82-B40A-73948978D7DC}"/>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79099249-5DC5-45ED-BF80-F23B3F7C7453}"/>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5B03ADEE-CA02-4FD9-B7CD-2CE6D1D23358}"/>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20574391-44E6-4B62-82A1-AFCDEAB42594}"/>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A5084B7E-686D-4309-8516-A3149F046A09}"/>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8E14B90A-25EA-4060-B5F4-2A9A6B39588F}"/>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2D8CD503-9B65-48E9-A841-9DFED24DA72B}"/>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B0387913-576A-4124-BC0E-EF8A9ED054F7}"/>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4D236398-7620-4BC5-810A-07B930690A35}"/>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60594850-74F7-4E05-BD6B-CE5FEFCB1E22}"/>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49C366EA-C3C5-474B-9178-64C5ADD31433}"/>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00D20572-ED80-4A47-8FA1-6DA6B2C5F7A5}"/>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B4AA69A-CEFD-46D5-A7F8-E6D1BB6E77E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F8864CB4-4B73-4F1A-9704-944508AEED31}"/>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CC2363BC-4163-4D92-B80B-A748A8B2DC51}"/>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결과 검토">
            <a:extLst xmlns:a="http://schemas.openxmlformats.org/drawingml/2006/main">
              <a:ext uri="{FF2B5EF4-FFF2-40B4-BE49-F238E27FC236}">
                <a16:creationId xmlns:a16="http://schemas.microsoft.com/office/drawing/2014/main" id="{4A2FB155-0C82-4B70-820B-7F69094960B8}"/>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사람이 결과 검토</a:t>
            </a:r>
          </a:p>
        </p:txBody>
      </p:sp>
      <p:cxnSp>
        <p:nvCxnSpPr>
          <p:cNvPr id="30" name="">
            <a:extLst xmlns:a="http://schemas.openxmlformats.org/drawingml/2006/main">
              <a:ext uri="{FF2B5EF4-FFF2-40B4-BE49-F238E27FC236}">
                <a16:creationId xmlns:a16="http://schemas.microsoft.com/office/drawing/2014/main" id="{7A06657B-1A6F-4E72-B33D-9375879FE371}"/>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F51383DC-7EA9-4EB4-B58C-9FB5922BBD2B}"/>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11A7F669-924F-4439-A0E5-12BAA3037C26}"/>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BA319656-823F-49D9-8CBE-CAAA5712F13D}"/>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2487F869-3F32-4468-8321-52B4CE6E8395}"/>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8B2A2FE0-DD3A-4629-AD70-C3BE68A642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99266841"/>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4AF78E95-AF07-4B76-A674-59D7066EE0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8C01641F-173D-4710-BE72-01413BFE76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056D083B-7757-4796-BCD5-4AEBA2177A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8EA2F385-29E3-4AC6-A441-99157072D4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8AA69E5-5AE1-4307-9796-8E9D3650784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388F3E63-6147-42C6-888C-12904C2C85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4EF4CC77-77E7-4EBA-AAF6-AB8B33D764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B568B53C-0347-43D8-8606-8A7B8F81C336}"/>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4CE68EFC-CEE4-4489-BD31-3F7F22CD8E2D}"/>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B30D84C9-E14A-4F77-9D59-4F6A920A9B44}"/>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9D1282CD-4BBB-4325-B619-57200B0421B2}"/>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987EB95E-E182-42FA-B45F-A47EBDF0BE28}"/>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9D488976-8F80-46C6-B918-99C77EE42DF2}"/>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24C4988E-2CAE-4DD6-995C-2F655D38AE3D}"/>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4847D254-B7E4-49BC-8593-6163421AFB65}"/>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695716AF-34DD-46C2-AE00-60879967F1B7}"/>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96070B03-512D-4E4A-9204-6E4E677DD20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AC638D1E-A9FC-4210-A907-434749833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88638531"/>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0AB7782A-1705-4957-B0B9-A255D77EA3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B30F5E98-0685-4E0B-B29D-06C32C1A25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3177E100-7FF8-4AC9-808E-830EE6F73A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B647A010-661E-4EF5-A53B-FF072C8167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AD202FE9-6D7F-4934-8D8D-F1538AB271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71C52055-8EC7-45E5-951A-5A6C224832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C61D1088-6428-4353-ADEF-7282FDD6824B}"/>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E60012D2-E4BD-4535-8038-2D228C743B8C}"/>
              </a:ext>
            </a:extLst>
          </p:cNvPr>
          <p:cNvPicPr>
            <a:picLocks xmlns:a="http://schemas.openxmlformats.org/drawingml/2006/main" noChangeAspect="1"/>
          </p:cNvPicPr>
          <p:nvPr/>
        </p:nvPicPr>
        <p:blipFill>
          <a:blip xmlns:r="http://schemas.openxmlformats.org/officeDocument/2006/relationships" xmlns:a="http://schemas.openxmlformats.org/drawingml/2006/main" r:embed="Rfa84575b65234355"/>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4B8A40F9-69A9-4A85-AA74-BA0A29691DEB}"/>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7C23C3D0-2120-476C-9B41-496C5965AE4E}"/>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D0883B86-3C41-405E-8AC6-25269FC3A788}"/>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ACD15E59-B2B8-42F3-8DDE-58C1C9B39D87}"/>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3C6B54B5-8C80-425B-B182-2264809B39A3}"/>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F7617746-35DF-418A-AFA8-62965F0DD6CA}"/>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E2FE3A3D-0B64-4D4A-A11E-FA55509D277C}"/>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1F59E8A9-0B2B-4226-81EB-A492FE6850A0}"/>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D86F7073-FED9-4863-9B59-25AAC65B5E50}"/>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3A1D985E-3307-48FB-BD94-DCE37A411F1E}"/>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7AAD6C58-6EB0-42FA-BEE9-7AD6E604E0C4}"/>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EC5B7B4E-6EAF-4770-BC9D-9FC97E034439}"/>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576F2C93-8159-4D6E-A012-B910D5AD64C7}"/>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0E10E8B3-B4EE-4FAC-A6A6-F94BF2E22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82286528"/>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93782C1B-22DE-443B-9066-05B597C27F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1786D9A7-C614-45AB-84F2-E040DA164D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57DC811E-2458-4DBD-A508-435840CFB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5C193F95-91FD-4267-8D58-2B6B92F93D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5BF37584-FCCC-4EC9-967E-B9C7C6128B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094B1918-018C-4E9E-8D8C-8EC1629360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61F8BE8B-1CFB-45A2-B4B8-EE5C2B02461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6049AFEA-4FC4-476F-8FF1-B6728146D6C1}"/>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73EB8EA0-A36D-4C92-881E-04E71889FEB5}"/>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1E04FB31-FE56-49C8-A1D4-793A589B0648}"/>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0A2055C8-8B2C-4275-9F64-766D90B0F59F}"/>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45F8F92E-6064-4311-AA84-88E26B2B5B1C}"/>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661ADB5E-8134-40F4-B83F-00EDEBDDEA61}"/>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F625D0CD-0ACA-4463-98FA-AFDA9C0E6989}"/>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84E3973D-1577-43C4-8C43-AA50134CF39A}"/>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8C323361-4000-42DD-A6C0-78C425327B97}"/>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2F3232EB-EE48-4698-AD50-C3FEBEE1DD3B}"/>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1E47E4A0-EE74-4FCB-A2EF-EE45F797EB3E}"/>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1791E690-E370-4178-89AE-042A150FAA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7868731"/>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9590F975-6B94-4054-AC9E-D6928A114C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37FE8339-A054-470F-AA87-C478D69BCE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6143A2C1-8CEA-46D9-B0F8-FBFDEC298F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D7AAE412-E471-4B3C-ABBB-4B8BCB1045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214DD779-1B95-4D38-A5C2-63EBCDCC14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E2099B6F-AC20-4FBF-821A-3ADDB1B434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FF0774D9-4998-4FF3-B76E-5A84361D003F}"/>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49C340E7-506D-40C8-8F82-F02BB71B1DC9}"/>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4810086D-E4A2-4238-93EF-7BFBDA62A01C}"/>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2F2990A7-5CF0-4D58-BB86-BE3C02E5D0EE}"/>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EB457EA3-11E9-4DEF-B1C4-DC90EFD57651}"/>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A951B0FD-0321-4B84-8F4E-7A431CD7D561}"/>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D6D79B12-C8DD-4E89-8338-E04C1026614B}"/>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52048940-C14F-4543-989C-A903625983F4}"/>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7298CF1C-8580-49F3-8062-11B9EDAF43EA}"/>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46C49B17-E55C-4CBB-84E1-FA2D5E680E3A}"/>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79BD4EB0-EE0A-4E7D-8778-5D706063264C}"/>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A8013DFD-4F8F-485D-A593-D019EAFF2C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36322284"/>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6EF7138B-A2F7-4FE4-BBF9-1E3B465BA8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E97775D9-13A8-462B-B444-CDBC52C038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9B13F681-4768-403E-B37A-497414963A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7F81068B-93D2-4721-A6FC-054C7EF327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E0E0C105-7471-491C-95DF-0CFA4340BE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43867084-AF6F-4084-8584-5B17DEBFC2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C52B69E3-D354-4F75-9E6B-3A36F737DA67}"/>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F47A6F40-F48D-42E7-8D5F-CF9288B8ED85}"/>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DD5CB5F9-1E02-4387-B3B5-309C2A6636EB}"/>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94BB10FC-2077-4106-A8A1-DEA3613490B0}"/>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1DEBA823-D503-4571-B73C-1096C728B6CD}"/>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BBA152C5-0B1F-4F9D-BF08-AC79E309A521}"/>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0486A21D-B028-41FF-8935-397A6F3E4469}"/>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D313FCFA-F9F1-4921-B078-92A448AF0397}"/>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191E7015-73A3-43B6-A8B7-831B57AB5706}"/>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BF2211D8-0700-496F-B4A9-B5A552A0A6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6946637"/>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438BF4B7-923A-4E1F-8683-9308594B7AD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3FBD58D3-6A7D-4785-91DD-E1A9E31E1FF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4EDE0E72-4A9B-4DBD-95BA-D8A4A72861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0A16DAAB-A69A-438A-B31B-7BF80CF7068B}"/>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E1C07885-F54A-44AD-91A7-D9DCC10167AB}"/>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74C6D766-D01A-4041-9C7A-1F46FC9E13B2}"/>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8F91D3ED-990C-4DBC-955E-9899B7DD6FA7}"/>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60B47A15-B8E3-465C-976F-93A8D5C97A44}"/>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83E42287-E55E-4FDC-AF70-BE4325811EA2}"/>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9B9EE8C1-9539-4491-AFFA-70E2678203EA}"/>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A2C7C22A-4DDB-4283-968C-D85204A5BFD7}"/>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6E6FACB5-1B06-4EAC-96D8-E2C57E13F83A}"/>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087F8F91-696D-4352-BF77-4DEAF1888C63}"/>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A93A677C-207B-4359-876D-1900F7DB6882}"/>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6DBDAD52-4114-4B8C-85A7-97E7D4AD4636}"/>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472294F6-ABD6-4FDC-992A-9332CA980558}"/>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EBA142C4-199E-4121-8E7B-FF8555954612}"/>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7C667960-1600-410D-B0EE-0D4458CC023E}"/>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8510FC27-6DF7-43ED-A7DE-3E6B7B53EB73}"/>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5F45F524-872C-49BC-912E-B1C317C46912}"/>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7ED9C9A5-9F87-4091-8F78-B4DF1525E6AC}"/>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2B5AAF5E-1AC5-4A6C-9DDA-90EE2FAF787C}"/>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A9BC75E-3D22-42D8-9ECB-B1D79D111204}"/>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F1B89E5F-97D5-4E5B-9EB9-37D1DDE78450}"/>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1F480EC0-113D-4E8A-ADC0-59F17ACBF82A}"/>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705A8C93-4FE6-4669-A8A5-7D552C2FE6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BCB8FA8A-1288-472D-A5E3-C46CDC08C3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9BF55009-B7F6-4758-852E-E42B991328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6EA21224-CE25-488B-B44E-75F307FC12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75976536"/>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65E31717-0A0E-4A2C-84B3-529B949E61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BE1B266A-1FEE-4AC9-8E13-0FB6EF9BB8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CB36E134-9C03-476F-835B-7AF05DF8CB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C4F77FF9-45F9-4B0B-A8B5-1299F5E83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30381AEB-7AC8-47F5-A134-C4DF8630D5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4AFA9AD6-E84D-4B08-8ED2-DAB6FEE036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CF34E2A3-4140-4E83-9454-88EDFBFF3343}"/>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64DDC104-524C-4A6F-ABD7-8BB156472CCE}"/>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4ABE067C-DFEB-486C-8DA0-FFEAEC7A9F9D}"/>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E685D857-B501-41D3-89FD-4E58CDBAE479}"/>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815B112E-0D3A-4577-8EA8-459EA67B4649}"/>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BBFEE832-FE55-4B0D-83BC-5455F7110490}"/>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9B6A1752-00D0-4A90-AA86-CD8B167EB124}"/>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B6CC5EFB-B4F0-4D89-8EA3-7DEF3BABC6F7}"/>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1F24E2D6-4F68-4EDB-87DF-ACBBB40C01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876942274"/>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80C98C4C-9846-4296-813C-4851014663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E9C9615E-EB61-44E2-B5BA-6B6FD2B31C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2802E9F3-EB02-4188-AFA7-653857813F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0AF2E5D4-AD44-404C-85AC-8BD93003BA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7499AB03-35AE-46E8-A114-3967D56607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570FFB5D-BB90-4578-9FCF-D4BEC00E1F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6BD2D6AB-2551-4422-BB44-79794504C57F}"/>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EA074BCE-9884-4FA4-8C05-CC3C42FCF6FD}"/>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46B37EBF-5CB3-4891-866D-B3D4CDDF71B4}"/>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F873306D-91E6-49BB-A97A-B96CAA9D718C}"/>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4A7D3BE1-52D9-4669-BF6C-EB3A4770F837}"/>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3ED2709F-E3A9-4EF9-9453-617B34C00ECE}"/>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DA1DC612-B41A-4E84-8C07-253BC48EE66E}"/>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44095A83-7EEF-48C1-BED7-F1623774DBCC}"/>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4C8DF75D-5599-472D-8654-E4D465CF03CE}"/>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173DA72F-AA25-469D-850C-5B5219FA48AC}"/>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69F3F76C-F684-447D-AB8D-6A73065AA3AF}"/>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EF06BE90-4C6B-4135-B5E8-DBABCAFF08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8330971"/>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72BA0E7B-1198-4A8A-9553-4AE1C63389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9C42224E-9F9E-4A43-8739-4AA84301B8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FB5A9AE4-3DAE-409A-97DF-6D980F1262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378B4B74-A562-4DE6-AC42-DC725E4BDA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755B4954-2F1F-45AA-A1A7-6EC53865FC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991CEAD2-0166-44F7-A750-584781BE3F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4BAC8B66-3213-4280-86D0-C4F1D636AC8F}"/>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F6F37569-5F97-409E-BA6E-CF97BF6F84B9}"/>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3635768E-2138-4283-B537-83F35AED1643}"/>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EBDD6BD9-6993-441E-AE71-1A9CD365B6F7}"/>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9E7FAF55-8BC2-43B0-9E88-FCE86097006B}"/>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BC760CEB-69DB-4544-8EF0-B7B097B2EF40}"/>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ACB8C329-8807-4C40-A855-C6B9993F9774}"/>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9BF28043-9D66-47A8-A744-4E7C63330D81}"/>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BCC8814B-F948-42A7-8F91-3E4EE125F3EA}"/>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255CE66E-908A-4EFC-8872-E6B260835A92}"/>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23199711-FC17-4228-8438-C6860A8494FA}"/>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D39E29D8-4799-4967-B311-49C032BB440E}"/>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4E426381-614E-4B28-A238-04170E6E476B}"/>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9AAE53AD-568B-42AC-8360-5E162878E674}"/>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E77593A5-21E5-48EA-B092-D812A01FB6BA}"/>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F077BA63-1627-40DA-887C-EA7F442033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08675994"/>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7791A7F4-7421-4AB0-A125-140DD16627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B9DC2A77-A0D8-4050-A8C7-CBA291E130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CC1B14F0-3A8B-4967-8028-29E8280EEF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2C619D47-F864-4335-8619-E54555DC54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DC041D6B-9CC5-43D1-A5A1-7FB6F427AA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F27FB49E-1182-4FEC-A917-FB404D33DC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E981B243-B1DB-4327-9A5D-2095D3DBBE98}"/>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AA2AC7A9-EC73-4F43-A1D1-8C3A23CE248F}"/>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700C1246-8BCB-4DA3-AA0F-36682DA52B91}"/>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87AE2E6-4603-40BC-92BC-5E9BD37B5BDF}"/>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F720A2D3-ECF9-4D8E-808C-F0E698A2DA6F}"/>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AB211057-ACD0-427D-959F-7EE74805CED3}"/>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0233ABA5-6196-435A-8AB0-C01FACA374D4}"/>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3A2F12B4-7B86-47CC-B3EA-83B375FEA2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11460111"/>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FD3E4CA9-F92D-4703-9D36-BF68EE383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B969145A-9A46-46EB-9AC0-41F927E634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C4F4958F-B478-4B58-85D2-A468668A94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BA9BF2BC-7B9E-4A22-BE12-1EC7A7E0D4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7D53209A-50A0-4529-9459-717622C7BA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2A9F7302-6A25-4EE7-A198-854546358F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2AE933CD-598D-4EC9-BD84-6BC5B454D348}"/>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BF0785CA-87EF-4637-A1BA-FE030654F397}"/>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A55B7DC1-0EEC-41B7-9DBD-6AF56A2FA8E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120E5EA7-5F61-418B-94FE-02ED60B7A923}"/>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A839C988-8726-4C99-B285-51D0654B8A8B}"/>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7BEC09A3-C565-4F8E-B4AD-B200D10C0616}"/>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B135AA52-2915-49C9-B3E9-6D9EF8E15358}"/>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58A6F923-B6E8-4D9D-BB24-09EE05853E1F}"/>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60E79E9B-BB0F-4B9F-B112-649F80154B08}"/>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BB24A63C-C8B4-4E77-AFB3-86FC3F9452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2903759"/>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F09B17B3-7C7A-4271-8324-654DCE97D5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0C1F604E-E3B3-4324-96D8-BEFF74DE3D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506CE7FB-6E49-485A-BAF2-155D67BE62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1FF3031F-6370-43FE-81FD-0264E7F604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A08FDA6D-B481-4D9F-9059-D5A85A6AA3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FB899871-AF9E-4115-9B18-B686504CF5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A1D2EED6-873C-43AE-9A6F-3C4923E38070}"/>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66FAC6F0-4FF7-4ED1-8B88-652BDAEC59CD}"/>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D083EEAC-9AB3-4941-A515-4A954315237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2C9C898-2B1F-4977-9146-521F7F74F885}"/>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FA7B0DA3-0F3E-4C1F-8D60-0D1622E6DC4D}"/>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49F30609-37AE-45DB-9F3A-31398589EFA4}"/>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A00647AE-3473-4951-BF1D-5B661BB55E2C}"/>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9C849134-55AB-45CB-9022-75C655B648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87787616"/>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44B80DA4-B3D7-4D0D-AC4D-6A3D2992287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16977D8E-3C76-45A9-ABBE-AF81A6A3337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A4E082A9-999D-432C-B0F5-D88B4F94FC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57F47F01-4AA5-4F0B-8248-F0BFA22D3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2672FEDF-E437-4392-87F7-C0D3E0D505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8A49156C-23F2-4584-BD2F-2BFF84647B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D9A83267-D44B-4E30-967D-34EE610958DA}"/>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B0A88EB9-C93F-40DA-9FED-9CF207EEA997}"/>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B1F1DC5F-D9CA-4AFB-BDD8-E873FC06C05F}"/>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2B266486-4654-487F-A71A-897C78707DA4}"/>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8D00E60A-EF83-47FE-B008-20D7CB1F1776}"/>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DDDDC76D-B244-4184-8F40-353DBA685B34}"/>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3384F80E-A14E-41B3-A6DE-B971CE0845DE}"/>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439723D4-BB23-43B4-9116-3F95656EBF6B}"/>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1133EF8E-FF5B-4157-84D8-4AAD2F7978AB}"/>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6FD29B8E-02DD-4BDC-A7AB-E660B724541C}"/>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C0765A0F-FBB6-4E83-9F22-358F63EC64FC}"/>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96BF2DA2-2A70-4086-928B-54C4D17B25B5}"/>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210C8258-424A-4F16-AE31-74B7C24CF4CB}"/>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348380BA-C876-4ACD-9665-6DA2F4B611E2}"/>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98414EEE-32BC-49F9-8E25-DB5CB39860E4}"/>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513410B7-E473-4708-9F6E-5FF0DEB9953D}"/>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7AE60730-3E23-475C-9A49-93A5010CF4C5}"/>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8E003366-D5DA-4790-8050-B1969B24EAC4}"/>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158DC787-1618-440A-BE16-B8BA4166A9FC}"/>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D6050AA4-E450-478D-B741-1F46FEB449CA}"/>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A0ACDC5E-A9EF-4CD4-8EEE-4BFA0E5475FB}"/>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9C5553C7-C951-4D5F-81BE-D66C8A6DEF54}"/>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35CFDB14-BB86-48C3-A06A-857FF3C4A3EC}"/>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8988E405-CFA9-4749-8C68-19AA10DA10C8}"/>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8346BD58-B9B6-4950-BB6C-B69D9216C658}"/>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7A18E774-C0FE-46E9-8345-CF00A8F60ACA}"/>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1C5EBAE0-17AE-41DD-A63A-13D9ECC5D6AA}"/>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7CA8AECE-A043-4FEA-9E53-A8B282B005B5}"/>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2FBF3981-C2FF-421F-BC18-8ED2261BEF0A}"/>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6920E6AF-4CC4-44E3-9978-8A517102A617}"/>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0157E749-CDAA-4743-BA39-3B5119EF79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66835024"/>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052F6653-F109-462D-9B99-ED7202563A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3F2C371E-8CE6-4FAB-87C9-7EF0180A9F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57CA2529-7FCE-4473-83F1-57B79958B9D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A9BAE7BD-7D6D-4B07-A845-88B60C1A36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1D5583D3-325B-49E4-BE94-79EEC7A805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C5EC48D3-8FE1-4E94-AD19-08EFCE4F3A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68B041CE-2E55-4F57-9CB7-8ED30DBD4C2D}"/>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A21BFD4C-DD4B-4645-87BF-6B956CBD3DD3}"/>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06D53A5A-4ADE-4044-BCE3-A33DB6FB5916}"/>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88A48895-7F6D-4E90-B907-5E6DE04745E1}"/>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BC94EEE8-43DC-4B16-82EA-C209C6E68B2D}"/>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39F59F2F-E719-4633-A031-97E3F20CBD13}"/>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158C9BAD-9354-4070-9C3D-08C88FF89683}"/>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FDF1DB18-3898-4949-93C9-8FDE8BD3C3A1}"/>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22A51230-3C13-46F7-A1F9-42B4627A85A5}"/>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CBF8B378-D0E8-4CAF-BB0E-F9857316CC09}"/>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301262BB-A7B6-4F3E-BBA4-51767C6E527B}"/>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7152C6FA-4258-4080-AF90-E8FB33318D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1954322"/>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7B64D35B-3D0B-4A1F-847B-EB3997361D3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999339A6-D951-45DC-8766-3133F2B0D9E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67D5C1E8-88F8-4304-8232-F266F80FDB4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FAC5F850-410C-4B10-AC3E-21EC01B3A6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65774D36-66E4-4A4E-8C7A-054DD1DCB3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8D279145-AFBE-4EED-A8A4-9F12781BE3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FC57A608-9641-4E1A-B1EA-5957AC080B52}"/>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708E406D-15FF-475E-9F50-D0205E687EF0}"/>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08CDCFCA-E0F8-4023-9FFB-335891FCD72E}"/>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FAC21D24-78BC-44A4-8313-1090690485FD}"/>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138635DB-CE80-4482-9FFD-686D524A26EE}"/>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60B35464-CE61-48BC-AC2F-66EDA0D68569}"/>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F798D698-7533-478D-8AA6-BA4F8DCFB49B}"/>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66618489-5495-426E-A2BB-388823A62BA6}"/>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97E709C3-C377-4021-B393-2A24DA798403}"/>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DF3F3786-84DA-4746-9E43-0C84CF3373F9}"/>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3E04DDF6-AB35-4C8E-A2E9-979728C70A43}"/>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75D33158-1B02-4DC2-AA0E-78D8FD6B5761}"/>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E4C227FB-D110-43D3-BB70-62B40929D1F5}"/>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9C7DA3D0-8D1E-400C-B12B-210593F85661}"/>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AA06A0AB-39A8-4F54-96A0-336FDB4F5638}"/>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27410979-2020-478E-97E7-F171B29224D7}"/>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BDF1C9A1-9F8B-4320-AABC-09B1FFE3DE27}"/>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83CE04C9-8DDF-46E1-BD74-5A81723FBEA5}"/>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A7E86AA2-8605-48CC-A062-1412F6D9D884}"/>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1FDB6656-531F-4BB2-A8EB-25FCA75EFADC}"/>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3AB666D0-022F-4C15-8422-37BB7D61D24E}"/>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4723E744-D9E1-4B87-AAAF-ADBDBB80DCF4}"/>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61AEC75F-E6BF-408D-AB3F-B2C25E0FDC55}"/>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86D44C1E-3DC5-4C0C-8226-678F0F03D52F}"/>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E2BCD5DC-1D6C-48FA-AA4D-0772705455A4}"/>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829A0AB0-0EAA-43A3-8CF8-726E505BE8C6}"/>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5D343D93-4F77-40CD-A7ED-BE9AD212D78B}"/>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3EA5A289-3AF6-4E54-BCD3-3410E0621DEE}"/>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134CCA44-9CEE-4073-B2D7-5DF4AB9A6C68}"/>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29352EF6-B0DD-4022-8BC3-0A89B807ADAA}"/>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2094CCEE-C026-4D3B-B81A-FAC38144549C}"/>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5CD830AE-828D-4152-89DC-1550E9545D9A}"/>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6A994BBB-DDF6-41E2-8FCD-0AE235E4576B}"/>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1239934C-6B32-4120-B25E-A55281941131}"/>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1057DA37-7523-46A8-B653-A39497E3DF43}"/>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59937405-97A6-42E1-92D5-E0071C802E41}"/>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201C0A76-9BB0-496E-BEF1-79665810B2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92343141"/>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1EA0891D-CA4D-4094-B0A4-9602D09BA0C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27B512D3-8EFC-46AE-8703-7E5532B6263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5837E4B8-E92F-4EA7-8349-465BBE6F2D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54039C6E-2A9E-4505-9943-F59D6330DD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A0D652D-350A-4798-933E-C452D94A0D3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6473364B-296C-4888-B80D-097840B3F5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E864A151-FD8D-419C-835B-553A0181C0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508BD9A4-D814-4401-9289-8FBBE53C7CF7}"/>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F056BF53-A823-4919-AC8E-3673FEE942A2}"/>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C276C8FE-01BC-4FD6-B646-80EDF0979352}"/>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86C79FC5-27E0-4911-A95A-892FF3F55837}"/>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47C81D87-AB3C-40C0-BD1B-40B2DC9DAB93}"/>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00CEC3D9-18AF-473C-BC7D-FE186F94F672}"/>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390127C9-C19D-4D26-A145-972546824E0F}"/>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0C4FBEC2-CB0A-4601-B352-12CCAE5692F1}"/>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CC1589EE-601B-4ED1-AF6D-430C2520A47D}"/>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768C57FF-DACC-4F3D-A2B0-0FB5A4400DAD}"/>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90120172-801A-42BA-A802-45B057E19895}"/>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C3D77A1F-8A6F-4842-8148-F6BB7EFF8828}"/>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75F04261-1955-406F-81F8-020255876015}"/>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7B53E3C5-0D00-42E8-AC85-E8838BDA4C7B}"/>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66A5E11C-99B8-4A7C-A567-EA9F0BB27612}"/>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28CF8BC1-DED3-47FA-BE62-3487E4059AE5}"/>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1586A655-9D48-4700-BC57-C35DBDDF42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70887900"/>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0AEAF547-E941-46C8-8F63-A9BADEC9CBD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FB3741AD-BEF4-4C70-B68A-A7756FAF81D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8B4C374D-775C-40A8-AE4D-D76A40A694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4F86FA8D-2D4F-4CDF-85FE-AF9557B192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1012F71-A5B8-4E79-8D1C-A7F7DA72FF9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FFEA2A52-84D1-431D-881D-6CF5D0F8A9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FB1EC93A-5A06-4DCC-B1A5-A1EA79308A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E2A45C75-619A-4E3F-8A7B-D358BA7A2C3C}"/>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6225180C-EAB4-4287-A791-180A147A4B1D}"/>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78B3E526-5B76-4D4D-A1F0-AEF87922F2AA}"/>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A7653EFA-01C1-41B3-BEB1-B0645D4282AC}"/>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9C7F1E51-E476-4349-A7EA-292D776A58F4}"/>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C118814E-3B11-4458-9D2F-C3CCD6DCE828}"/>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2D4F10CE-BEED-40D0-960E-E5AD0AAE472B}"/>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0A7BA1DA-0942-4194-A969-5E3712B8BC28}"/>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1380825D-38D4-4158-8A38-FEDA1143F77C}"/>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0786491B-DEA7-403C-B304-F954E1FFFED1}"/>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A9888F11-3C76-447F-BFC2-EE063DF6151E}"/>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F205E9E7-5D72-4EEF-ABD2-4D6A41986B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26812815"/>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1C265DD0-A7C9-4D98-A76D-18C31093360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50B72CEC-3003-457B-AED5-9113237FB5E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6CF01E50-1ABE-4F13-9011-6615D78AD0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D3E34F22-EEB9-4EEB-B3D8-22ADA3DA74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AF76A21-B62F-4D5C-8D12-26F4C885FDA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A3EC031A-DF4B-459A-8E00-346CAA6CED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2FAA43B1-77BC-4743-92A7-F437AAD13E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55477C5B-8B6D-471B-B9A4-07DF8767812F}"/>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5B110610-684C-45BD-99AC-EB0B90330B75}"/>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E55ADCC3-63EC-4061-B27E-4D7F634DEBAC}"/>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979DD13E-B916-400B-990C-F256CF544214}"/>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46D3C153-B51C-49E4-ABC4-47A71E7CEB4F}"/>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6AA8D73A-C54C-4045-9D93-488BDE84235A}"/>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272F13F-C2D3-46FC-B836-F04ABDA85596}"/>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173A8D76-64ED-49EF-B729-302A72E0C3C9}"/>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9C2A0140-41F5-42DA-80C2-D1A66A90C1DD}"/>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444DA780-6265-4784-8C04-F7F8BF8002A4}"/>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293520E-6635-4C36-9524-8B7FE9EC9945}"/>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B5514839-9073-4163-B7AD-CC510247E850}"/>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CBF42C9E-3E2B-4765-80B4-65190C726415}"/>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40452E69-84AA-4388-B67E-6C4EE80248C0}"/>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821F542C-50D8-4116-941D-4BFB9AC7B6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80818673"/>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A1300777-0F73-4CA0-B57D-7D45CA3B18C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1D7FABF2-FA83-4B6B-9933-E3EC442E897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253DFE06-7473-4911-B4F5-89B92F2485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0A40508D-BEF0-45A1-9302-AF6E1A1AAE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D755F09-1E1B-454A-9BA2-6330C6A425C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8BC7FE32-0061-403A-B6C3-D21547E697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3D00616D-5956-4B6E-9F74-9CB0B393D0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50EA0E1B-1344-4865-8715-C0DF5E7AB045}"/>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644E731F-CEDB-4628-9B70-F9B024A4AA8E}"/>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81BD6F98-B20D-43C7-965E-98E3E4243A25}"/>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308A6C57-1BB5-488E-8772-8958D98D52A7}"/>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8BDBE587-BAAD-4F13-8C1D-C0F96F8A238F}"/>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7258AD6D-6733-4E5C-A077-C36C5C0195EE}"/>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A9BE607A-8064-4717-A933-D82AD497CFDD}"/>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670D0FE1-F85C-4D99-B34E-C87CB854FC22}"/>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0532BAD3-AC58-46F0-8348-A1C7366AAEE8}"/>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B029EE1B-87D9-4063-9AE1-5B49E25E8F90}"/>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5A7CE81C-2AB3-4FC4-9D40-194D0F61EEF5}"/>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116C97BB-5FA1-475F-A2D3-C785D2441E20}"/>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A98DF95F-05BE-4756-8DC7-55F1FC5CB6A8}"/>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EE45C13F-F890-410B-B8A7-060914E382A2}"/>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7E0E1563-6D40-4304-A68F-FC488D330DA1}"/>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6DD0CD95-0C8A-4E1F-A8EF-532E5EE13189}"/>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CA71257D-36AB-4633-8984-0195A4317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79436074"/>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15DE5BFA-0385-40C8-B53A-0D3AC8EB47B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1E108205-202A-4B86-8EAD-940D3032601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11C4E586-D952-42CB-A65D-A98C03979F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42F523F2-4681-4BB6-A1C6-253A17A2C2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53573B9-CB8D-4C22-BD7C-6F0985A0B41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E91B473F-E3BE-421E-B30E-7242658879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353D4B6A-2D87-4B42-B512-B1A04D2DA5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8CEC3D20-563A-415B-9C2D-C81057CDADB7}"/>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643A80F7-C864-4C9F-8797-17994C1C12C9}"/>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A12DDAC4-8710-41F6-8C85-5E87A15C648B}"/>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815DABF9-3610-43B8-9075-4E706B4C1FDF}"/>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508A9DD7-5A78-4865-BEEE-5F9508E091A3}"/>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3185FB18-BD24-4844-B5C2-D622DBBD239C}"/>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E8806F72-58A9-405F-BE29-BFADB5A78798}"/>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AD324476-FEFF-41E7-BC2C-9B5F273AEB32}"/>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58BD46F3-4A1A-4DA4-A55C-E2A5C24D7115}"/>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756102DC-C7D9-460A-A9FF-943F0829AF10}"/>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2EB1BCA6-453A-40A1-BF6A-71A3714462E9}"/>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66EFABC8-25B8-46A6-8FF2-182BC43EEC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1605561"/>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4E6359AF-C376-465C-8B1D-6DE57D04E7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C14A544C-C72E-4B18-B321-92AB360630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534EEECE-BC90-4481-AEFB-2C001F7E8EE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FA870292-63A9-47EC-AC94-2887A69A30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6743EC63-6573-4762-A72F-94D79C8691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514A676D-2984-4C71-AC18-6D2F00687F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1D7FC1CD-AB1E-49A3-B43A-3F03728899A0}"/>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5A02452B-A6B3-4EBD-A5D7-A9969B4B7829}"/>
              </a:ext>
            </a:extLst>
          </p:cNvPr>
          <p:cNvPicPr>
            <a:picLocks xmlns:a="http://schemas.openxmlformats.org/drawingml/2006/main" noChangeAspect="1"/>
          </p:cNvPicPr>
          <p:nvPr/>
        </p:nvPicPr>
        <p:blipFill>
          <a:blip xmlns:r="http://schemas.openxmlformats.org/officeDocument/2006/relationships" xmlns:a="http://schemas.openxmlformats.org/drawingml/2006/main" r:embed="R109fed1e1d1947c5"/>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2EDA1F1D-A6B7-4024-9CD4-7E6054CF1B14}"/>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30F75978-9B00-4895-8830-26F36CC05610}"/>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27F681AA-A0DC-42AB-BFA2-A2FB18ED149D}"/>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6E631093-609D-4A62-B3B9-3BF099CA4C90}"/>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CCDE6765-F783-4F55-81D8-EEBBB5BAB8E7}"/>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8EFCFB67-6908-4F71-BAD6-610DAE4D5916}"/>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D82D6782-29C9-41A8-9F54-75749EEA5D6E}"/>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2D21FF51-0DDB-43A4-ABF7-D97958441611}"/>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5AED669B-44E7-4B21-B774-7AA5838AB036}"/>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6FBFC471-EE7A-418C-9C28-16ABEB959298}"/>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202A29F3-0B90-495F-BA80-14A16C6D4A83}"/>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E0407568-E1BD-491B-A261-CBF2EDF93B3A}"/>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C45163D0-069A-4247-BD5B-D2E808E6B1C2}"/>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05D7E2BF-D99F-476D-8448-C526FF41DB68}"/>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2CBE2A48-402D-42AD-AB8E-42F814C2D1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86731760"/>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94E46B03-90FF-4991-9CD2-16E7C8F4B21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360067DD-2DD2-495C-86BD-0454C092465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A8F18E7C-7199-470B-85D6-C9FCF2EE4E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15B069B9-29D5-45DE-B3C2-9F6EBFB866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49D82FFB-5AFA-43E4-8FDC-057BE384D0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E101E972-0228-47D4-8FF3-5E35890933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E8E908F0-F4B8-44D9-A2FF-3D2B7765E590}"/>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BDFD37C8-92A7-4F87-8C16-2CD6C974BDD5}"/>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3F68CB87-3CB5-4599-8267-057629E5EA1A}"/>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7E7303F2-2623-458C-A050-3F4BF4CA4473}"/>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C31076B7-EE03-463A-949D-097A9E2C9B1F}"/>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7CC31B44-24C3-4E77-BF31-625B3E58B2B7}"/>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33ADCF62-8E2D-4773-A983-BEBBE089F168}"/>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00708E97-9816-4FE5-AAF3-FE248A6BDFCF}"/>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C41B1E1C-F3FE-4F00-9559-AAA88E5107BA}"/>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BE8EAA1C-6062-47AD-85A7-96FC3DBBB51C}"/>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86CC7983-5EA3-4CF4-9DE0-CE03B31EBEB2}"/>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4E631784-73C1-4117-898D-4129A5CBFB52}"/>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051B5E03-51B9-4A0E-B851-4A9CCFECABCF}"/>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287FA3A7-437A-4E82-9576-2A2A5ED85E48}"/>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29D36477-291D-4DAA-88B0-F3144A175218}"/>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44B6A590-B6D3-415E-85CD-D2A9AFBD80A7}"/>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A6B71EFB-9487-4AAC-8049-412A92B68FF9}"/>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CEC57E70-BA83-486B-9C8E-C160BF8746C1}"/>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FB1D3EDE-2B90-43EA-96DB-EF9F685D7183}"/>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1DC27866-7F45-4D6C-9E72-BEE73504DC9F}"/>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1F0E8CAF-E7DF-4005-8C58-4CF13AD6A7E9}"/>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F6F63A8F-3CF7-4EC2-9AF1-8CF392DBCCF5}"/>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51105C97-6783-43A0-A358-9FAC4D5C4C15}"/>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BAC8D878-0779-43D3-B099-042D635427E2}"/>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42C9350B-97E1-4363-A9BD-05020B9C5858}"/>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06977212-65D1-4A19-AC1F-08491F7A7E37}"/>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E8F5C1CD-3A01-4A1C-ADA1-6591760B6B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041623157"/>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E0E844AC-9A89-424E-9B26-062693E19F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F54A14B2-6CC6-41BF-9A16-6E1D045C4B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BF5FE116-A2C8-4B91-B994-9E0322D23B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90BA9C54-3792-4610-85C7-689065168F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9CC96DE8-04D1-4F48-9582-52168539A0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A1A14744-7AB4-4D15-8D3A-F9F73C756C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506FE500-17F7-49F7-86C2-DE25EE980600}"/>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508D6345-B369-4894-9854-35D194AA0A56}"/>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0EFC20F1-4769-49F6-B56F-F382872FB483}"/>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4CE89FC7-4F4C-45A3-B657-56E674DDD8A8}"/>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6EC6D46C-6243-46F2-BB38-A4683F467A9F}"/>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74543F5-3DF4-4A64-A73C-F52CF0E9AA84}"/>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07A10D8D-A9F7-4FDE-BDC4-42B7CBB4D7DB}"/>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8293C0B8-B165-4C48-BD0D-960A4F3D8309}"/>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15F95031-1037-4577-9DB6-B2F6B6C4B4A6}"/>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4F63027A-CC3D-4BA8-9058-262C69944FB4}"/>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462E622-2BB0-4EF6-BC21-84417197553C}"/>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1F62562E-23AF-4B0A-BB23-7947C0B0EED2}"/>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008A7446-8464-49CE-9AC1-A6BBBEEADBFE}"/>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41EE3648-3C36-4E3E-B99D-B780BBF663B8}"/>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8AFFE50C-E349-4C48-9F96-9AC1A336C2CA}"/>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3DB756D-F79D-4630-905A-74BAAF5A40C8}"/>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9B676F28-327B-4746-BAFB-F2F280135817}"/>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53BEDA2F-3F93-41F4-B7D4-2FFA80E78B8D}"/>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BCF3D1DD-A6D3-4C9B-84B4-E2C173C16F0B}"/>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6E0B0CBF-4908-4A65-AD50-9E3F469EACDA}"/>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6D5D8D81-8A50-4242-AE61-068649652F88}"/>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4E33C062-0E07-432C-9174-C67F708E213A}"/>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79C61B3A-44E4-489F-ABF0-E0606AAB3F7E}"/>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D7D16359-F078-4185-87FF-7142F723FC5D}"/>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98669480-6CAE-49AB-8CB8-5CC3BEE54F82}"/>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2B233C19-9A6A-49CE-B3DB-331122AADAAB}"/>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80217C1D-ED3A-4D13-B25A-F2D987B3B537}"/>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B804D0AD-088C-41ED-92DD-926C813A88CA}"/>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C1D54455-E991-44C1-98E0-3A083F25DA01}"/>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F3AFD20-65B4-469B-B521-8F1088BF7C46}"/>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9FE51C9B-76B9-4B5C-9ED4-9078141AAA76}"/>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E31F9DBF-D1B8-44DF-B304-E89453363922}"/>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7E179779-2137-4243-BF5E-C0DFC150CA20}"/>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B428A00A-31E2-4C92-825A-150618F5FDF6}"/>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699A8913-94DB-4F32-B51A-72A31D845FD0}"/>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11CD73F5-E788-4BAF-AD8E-C5DEA169FEE5}"/>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51D75F89-44BC-49C7-A4B1-7DDDDD49F5AF}"/>
              </a:ext>
            </a:extLst>
          </p:cNvPr>
          <p:cNvPicPr>
            <a:picLocks xmlns:a="http://schemas.openxmlformats.org/drawingml/2006/main" noChangeAspect="1"/>
          </p:cNvPicPr>
          <p:nvPr/>
        </p:nvPicPr>
        <p:blipFill>
          <a:blip xmlns:r="http://schemas.openxmlformats.org/officeDocument/2006/relationships" xmlns:a="http://schemas.openxmlformats.org/drawingml/2006/main" r:embed="Rf231160413264f25"/>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9A55DB09-3D0C-45EC-8642-36CEC8753518}"/>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D8AAED45-E60D-4B3A-8476-E4EB8083B8ED}"/>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97262AC5-DC04-4189-845E-F07CD80103AD}"/>
              </a:ext>
            </a:extLst>
          </p:cNvPr>
          <p:cNvPicPr>
            <a:picLocks xmlns:a="http://schemas.openxmlformats.org/drawingml/2006/main" noChangeAspect="1"/>
          </p:cNvPicPr>
          <p:nvPr/>
        </p:nvPicPr>
        <p:blipFill>
          <a:blip xmlns:r="http://schemas.openxmlformats.org/officeDocument/2006/relationships" xmlns:a="http://schemas.openxmlformats.org/drawingml/2006/main" r:embed="Rf0f76a6522964c06"/>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02C8553B-0CA9-42A7-A1C6-C1FEC95B4321}"/>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A7A6FC24-9916-4433-94A8-52B282FA3D8A}"/>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C1A0C135-AC1E-4286-8A5A-7BA46B99379A}"/>
              </a:ext>
            </a:extLst>
          </p:cNvPr>
          <p:cNvPicPr>
            <a:picLocks xmlns:a="http://schemas.openxmlformats.org/drawingml/2006/main" noChangeAspect="1"/>
          </p:cNvPicPr>
          <p:nvPr/>
        </p:nvPicPr>
        <p:blipFill>
          <a:blip xmlns:r="http://schemas.openxmlformats.org/officeDocument/2006/relationships" xmlns:a="http://schemas.openxmlformats.org/drawingml/2006/main" r:embed="Rf9d0878b20d24b3c"/>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CA3AE4B9-ED86-48F3-96EE-887993A4F187}"/>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EBB7A78F-3DB4-42F1-9045-3DB179D5A1CE}"/>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0E1006E9-E9D5-4DE4-B4F6-37853D330109}"/>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BFC7218B-1084-467C-B932-DF2CA7A35B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60690838"/>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8005F7D7-756C-4B68-A144-ACE8A6435C1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0B395C49-F919-47D9-9321-A94963A1D20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F2825DFE-15F1-4E94-9E39-DE104FE3C8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78568EBC-695B-4BE8-BCEA-33A9B88ED0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3021E4E2-6BCC-486A-976A-334E996D6F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D9F7E0F9-B664-4F21-9EA8-64F8D5A779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EE295BDA-44D5-43CF-8CA1-047252C608F1}"/>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E87EFBFA-F82F-47FE-889E-EA316BC5A0AA}"/>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011968AA-76E2-4919-B1D4-BA5865206566}"/>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3A5DE90D-70AA-4051-85F8-B19A34A2A4A7}"/>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41CB34B-1619-46D4-8CBA-5CC26A53074A}"/>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35DBC2E2-F796-425F-B4E0-7DE7D69F5394}"/>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09D88E45-B57B-4AC1-A561-02A1150F284C}"/>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12356DA2-6152-4E2D-969E-F9BD8DEA122A}"/>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C20386CF-08C5-4B2A-A570-7C6E9365B9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460676395"/>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EA44DC06-36D2-4D27-A6C8-DAC455AD74C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B08DC367-DB01-40D7-BD4A-28B3FF0D058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7E3E5EF6-D674-4A56-AA0A-A0FCC2E552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C9F5A927-E8C4-49D1-B3D4-E784502F16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A9FD345F-D888-4ACA-85CB-3059B0A37A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99A8532D-4BFD-4DFA-9A9B-1158F04089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6BE4A61F-369A-4461-9671-EDEB337C4EBF}"/>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9E6CE5C1-C70C-4638-9248-F266D738CA5F}"/>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783CDE8E-4FBE-471A-91F9-BEFD493097AD}"/>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DE463069-4E10-4B5F-AF1A-7D27CE6BB989}"/>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7D672F41-C7AD-4CDB-A72C-817B01C6B124}"/>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D1444235-E88A-4F90-A359-E4FF62054249}"/>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867992F5-283E-4650-BC90-57D115AEEA59}"/>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54EE17C0-439B-45A0-BD75-9876D74F564D}"/>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2AA8FD3D-9184-435F-9CAE-5B7B7010B15C}"/>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233EA064-0145-4FC0-A871-3052590A01AE}"/>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67C025A9-2662-499F-B318-23E7CFB63156}"/>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9B0DAEF1-D2B2-4AFF-9B93-161CC9915639}"/>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8FDA049C-2F08-4F68-94A5-3062983982A3}"/>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6159E478-B41F-4AF2-A39F-08532A856818}"/>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65B583A4-8CC7-4646-9C46-40C1E934999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7A091295-AD2F-4790-958D-28C6D7AF13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570884963"/>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9B1E037C-D9F9-40FC-BB32-2E84771D196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A80B976C-6956-4F15-A0E1-6612471B44D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FA20365C-5A71-431D-8136-E50AFBF283D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59CD255A-C30F-43BE-87D2-A2D0FE2333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6C29EE0D-90E5-4FE6-95D1-375E0725D7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48E1E89E-F4A3-4E59-BCFA-A931E465D9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07F1283C-84A8-4B1A-BF9B-5B95949ED143}"/>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177A2197-0F52-43DF-8E2B-471AA293972D}"/>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E98AD18B-E47B-4BEF-AB29-42A92B2AEFC4}"/>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66C11DC5-B0FE-47A2-A28F-E0810508D69A}"/>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0BC9D338-5933-4CA9-A615-50AD90AC9F04}"/>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EB44D3A1-33D1-4C3D-8C77-5CA2B2FBAE91}"/>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D5995081-C6A6-4095-9188-8B27D4B249BC}"/>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99A85FF1-76F1-4100-8E22-5EAF066A3196}"/>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36F4965C-3E6F-4026-B432-B3A2AC4D3A30}"/>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C781C572-E86E-4110-AA59-5D1C22114495}"/>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90F1BC60-0EF6-4217-8ED6-5C742784B6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8166198"/>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DA1AB3BD-5ED7-412C-A345-8293404C2B0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F471289A-41DC-4162-8817-C2B345D5882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F47A59A4-FB1D-4931-8619-8621B04F15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39DB4936-E1F6-4DDE-9EC1-DA601C44B5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E542BBF3-8F5A-4476-A643-63CCE4B64D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3A13816B-51B1-469F-8E2C-269F01B66B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11AA4B59-C5AF-45F4-8EDE-87C89E42B8E4}"/>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66E8CF22-EF0C-484A-80F8-0F4E57BEE3F1}"/>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2EA60D41-D010-4EDB-AC28-1371416E9C1C}"/>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7EEF6E4-9706-4F80-B463-9504280FF7DA}"/>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C2D72331-6D6B-40AD-9927-9D44324C5863}"/>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BBA3EAF1-0DDB-45E4-B2EE-041712049AA2}"/>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1E9ADCF3-4DDD-4339-8882-03D3F927B824}"/>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6325C325-2CC0-48EC-B7BB-DCA56C35A482}"/>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86833A30-5535-4BC6-B865-CD35E958B9DE}"/>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53610EB0-EB22-4E61-9EEB-C2E559E71392}"/>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7278B0C5-32BC-4B5E-B3FF-6485A0B4563B}"/>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6F4585A9-04A8-49EC-BEC0-01741561610D}"/>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9349E99-5A48-46CC-BE0B-CA250298757F}"/>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E639B471-2225-41FF-A5C7-41EBABD54212}"/>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E2D69ADE-60AC-4A0F-83F0-B763582FFC6F}"/>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35A795A2-9D14-419A-89F6-E951294848B1}"/>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067D0478-3ED7-4797-AF9D-B838313D77F4}"/>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8A944354-2D6F-4FFC-BD87-02940DCF9F43}"/>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E05F5066-2A59-41E4-B6B0-4F8E185B291E}"/>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B7DEA010-C595-4744-A659-9E875D28E8D8}"/>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F642BCAF-1F8D-43A3-9787-85D9A1B30468}"/>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B6331739-E507-4805-972B-55A0AEEF1D30}"/>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71C5CF3C-36D0-4CE0-B7C1-DF04D7DBAAAC}"/>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E9361720-6D4D-4857-8960-973A53461C8B}"/>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EA3B2E2C-46A5-422F-BD5D-E834D0FB06A3}"/>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AE457A22-1C2C-4864-9363-BC9C627F5EA0}"/>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D9F326E8-8517-41C0-A37D-2E1037BE7D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75463447"/>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32480AC0-F603-446E-A54A-C2768EB20E6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C93454A4-C257-480F-878A-A859CA9F5AE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4AD50D3F-F04F-4426-9078-5F43A6D02C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5470AB0B-F6CA-4BF0-AF21-068B8BBB40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5D886B94-5ED5-42BE-A712-22B8CC9392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795B3CCC-1BC8-4DF6-881A-1B24B40315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762B0D21-57BB-406C-9686-D0870B0E5ED4}"/>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238E2D0D-36A4-48A5-A80F-51907ED02439}"/>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03B2258B-7593-4ABE-A71F-A06DECE84437}"/>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864AE0DE-BAA8-4DAF-837F-1FEE94A7D9D0}"/>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41519341-341D-40C4-8E01-52458FAEFC54}"/>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45552650-BAA1-49FB-8DCE-9B42AAEEBC34}"/>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ED528140-EA24-44B1-9B60-6F3840140DD1}"/>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C74C5B44-4298-46BD-86DA-41C9A73769FD}"/>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A68C4ED6-38F9-4515-9C93-EA36A589EDC7}"/>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2B05CB35-1D5A-48A3-BFCE-0FA40E11DB2F}"/>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38054F3F-97B9-4A7E-BA16-9B0B17D9BD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2023147089"/>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587B36D6-1650-4708-BC8B-E52A189BEB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221A329D-2CCC-493E-B9D9-ACBFEB6B5E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FF5EAE38-4E3D-47A6-8206-45A9D03AC2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777033DA-C79B-4623-BD75-1195F989E8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721C4204-F24F-48C1-86B2-1609D5764F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CC85EE2B-D602-44AF-869D-AED399AB6E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A48FE5ED-4DB1-4F7C-A97D-911068138773}"/>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8699BA65-D177-46D3-880E-204C922C3B11}"/>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77E6C9B-BCB4-4086-93C5-8CB60E1BBED3}"/>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4ED54193-5806-4BC8-BBBE-8DE8F089E4EF}"/>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2B4F14B0-D28B-4310-93AB-3E2AC01056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965268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2026-10-23T07:49:20.2950000Z</dcterms:created>
  <dcterms:modified xsi:type="dcterms:W3CDTF">2026-10-23T07:49:20.2950000Z</dcterms:modified>
</coreProperties>
</file>