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slides/charts/chart1.xml" ContentType="application/vnd.openxmlformats-officedocument.drawingml.chart+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slides/charts/chart2.xml" ContentType="application/vnd.openxmlformats-officedocument.drawingml.chart+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69" r:id="Re2d8c9db17a44816"/>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8a456e39daa422f" /><Relationship Type="http://schemas.openxmlformats.org/officeDocument/2006/relationships/slideMaster" Target="/ppt/slideMasters/slideMaster1.xml" Id="R43dc40031c3f450b" /><Relationship Type="http://schemas.openxmlformats.org/officeDocument/2006/relationships/notesMaster" Target="/ppt/notesMasters/notesMaster1.xml" Id="Ra209d5c2d37c4bc9" /><Relationship Type="http://schemas.openxmlformats.org/officeDocument/2006/relationships/presProps" Target="/ppt/presProps.xml" Id="R4dd8196833fa469a" /><Relationship Type="http://schemas.openxmlformats.org/officeDocument/2006/relationships/tableStyles" Target="/ppt/tableStyles.xml" Id="R4fe68b819c594b6b" /><Relationship Type="http://schemas.openxmlformats.org/officeDocument/2006/relationships/slide" Target="/ppt/slides/slide1.xml" Id="Rabc8e0faa9e5468a" /><Relationship Type="http://schemas.openxmlformats.org/officeDocument/2006/relationships/slide" Target="/ppt/slides/slide2.xml" Id="R0a6b400874dc46d0" /><Relationship Type="http://schemas.openxmlformats.org/officeDocument/2006/relationships/slide" Target="/ppt/slides/slide3.xml" Id="Ra020ca8ebff943c2" /><Relationship Type="http://schemas.openxmlformats.org/officeDocument/2006/relationships/slide" Target="/ppt/slides/slide4.xml" Id="R2b70b9e7f7564224" /><Relationship Type="http://schemas.openxmlformats.org/officeDocument/2006/relationships/slide" Target="/ppt/slides/slide5.xml" Id="R4f62bbc28baa4b0f" /><Relationship Type="http://schemas.openxmlformats.org/officeDocument/2006/relationships/slide" Target="/ppt/slides/slide6.xml" Id="R0bd47db5d1c449a8" /><Relationship Type="http://schemas.openxmlformats.org/officeDocument/2006/relationships/slide" Target="/ppt/slides/slide7.xml" Id="R594442b3f70c4eb3" /><Relationship Type="http://schemas.openxmlformats.org/officeDocument/2006/relationships/slide" Target="/ppt/slides/slide8.xml" Id="R33418476e50240b5" /><Relationship Type="http://schemas.openxmlformats.org/officeDocument/2006/relationships/slide" Target="/ppt/slides/slide9.xml" Id="Rc9fa507f76384306" /><Relationship Type="http://schemas.openxmlformats.org/officeDocument/2006/relationships/slide" Target="/ppt/slides/slide10.xml" Id="R451609b230e443f3" /><Relationship Type="http://schemas.openxmlformats.org/officeDocument/2006/relationships/slide" Target="/ppt/slides/slide11.xml" Id="R091666bb9a474e79" /><Relationship Type="http://schemas.openxmlformats.org/officeDocument/2006/relationships/slide" Target="/ppt/slides/slide12.xml" Id="R77b28adbc61a481d" /><Relationship Type="http://schemas.openxmlformats.org/officeDocument/2006/relationships/slide" Target="/ppt/slides/slide13.xml" Id="R0133ade8173343c3" /><Relationship Type="http://schemas.openxmlformats.org/officeDocument/2006/relationships/slide" Target="/ppt/slides/slide14.xml" Id="Re2d8c9db17a44816" /><Relationship Type="http://schemas.openxmlformats.org/officeDocument/2006/relationships/slide" Target="/ppt/slides/slide15.xml" Id="R2324ea7a59984abf" /><Relationship Type="http://schemas.openxmlformats.org/officeDocument/2006/relationships/slide" Target="/ppt/slides/slide16.xml" Id="Rf88a5bd1ecff4210" /><Relationship Type="http://schemas.openxmlformats.org/officeDocument/2006/relationships/slide" Target="/ppt/slides/slide17.xml" Id="R1421b08bfab84d0b" /><Relationship Type="http://schemas.openxmlformats.org/officeDocument/2006/relationships/slide" Target="/ppt/slides/slide18.xml" Id="Red86b0ab0212481f" /><Relationship Type="http://schemas.openxmlformats.org/officeDocument/2006/relationships/slide" Target="/ppt/slides/slide19.xml" Id="R41b4a79e1bc846f7" /><Relationship Type="http://schemas.openxmlformats.org/officeDocument/2006/relationships/slide" Target="/ppt/slides/slide20.xml" Id="R3dbb0943ab734dff" /><Relationship Type="http://schemas.openxmlformats.org/officeDocument/2006/relationships/slide" Target="/ppt/slides/slide21.xml" Id="R96043fbd1ea34e90" /><Relationship Type="http://schemas.openxmlformats.org/officeDocument/2006/relationships/slide" Target="/ppt/slides/slide22.xml" Id="Rb8c818146ddd40f3" /><Relationship Type="http://schemas.openxmlformats.org/officeDocument/2006/relationships/slide" Target="/ppt/slides/slide23.xml" Id="R267ceaad1ce848fb" /><Relationship Type="http://schemas.openxmlformats.org/officeDocument/2006/relationships/slide" Target="/ppt/slides/slide24.xml" Id="R3f5116ae7ea24a19" /><Relationship Type="http://schemas.openxmlformats.org/officeDocument/2006/relationships/slide" Target="/ppt/slides/slide25.xml" Id="Rd68979a1358147e4" /><Relationship Type="http://schemas.openxmlformats.org/officeDocument/2006/relationships/slide" Target="/ppt/slides/slide26.xml" Id="Rb19074434f8346ca" /><Relationship Type="http://schemas.openxmlformats.org/officeDocument/2006/relationships/slide" Target="/ppt/slides/slide27.xml" Id="R7431d4144bfb45e0" /><Relationship Type="http://schemas.openxmlformats.org/officeDocument/2006/relationships/slide" Target="/ppt/slides/slide28.xml" Id="R5fd00b26e77d4d8a" /><Relationship Type="http://schemas.openxmlformats.org/officeDocument/2006/relationships/slide" Target="/ppt/slides/slide29.xml" Id="R85f246664a6b4475" /><Relationship Type="http://schemas.openxmlformats.org/officeDocument/2006/relationships/slide" Target="/ppt/slides/slide30.xml" Id="R02259bf88f1f434a" /><Relationship Type="http://schemas.openxmlformats.org/officeDocument/2006/relationships/slide" Target="/ppt/slides/slide31.xml" Id="R008ac74c83d248ae" /><Relationship Type="http://schemas.openxmlformats.org/officeDocument/2006/relationships/slide" Target="/ppt/slides/slide32.xml" Id="R4c6458d3ca354107" /><Relationship Type="http://schemas.openxmlformats.org/officeDocument/2006/relationships/slide" Target="/ppt/slides/slide33.xml" Id="R5687a354316a49c5" /><Relationship Type="http://schemas.openxmlformats.org/officeDocument/2006/relationships/slide" Target="/ppt/slides/slide34.xml" Id="Rd0a7c9b7d513408f" /><Relationship Type="http://schemas.openxmlformats.org/officeDocument/2006/relationships/slide" Target="/ppt/slides/slide35.xml" Id="R06b70f05dae648da" /><Relationship Type="http://schemas.openxmlformats.org/officeDocument/2006/relationships/slide" Target="/ppt/slides/slide36.xml" Id="Rabf37e1304b44b86" /><Relationship Type="http://schemas.openxmlformats.org/officeDocument/2006/relationships/slide" Target="/ppt/slides/slide37.xml" Id="Ra1f62a646d394675" /><Relationship Type="http://schemas.openxmlformats.org/officeDocument/2006/relationships/slide" Target="/ppt/slides/slide38.xml" Id="R872650c42533492c" /><Relationship Type="http://schemas.openxmlformats.org/officeDocument/2006/relationships/slide" Target="/ppt/slides/slide39.xml" Id="Rf6fdc925b4ff45ad" /><Relationship Type="http://schemas.openxmlformats.org/officeDocument/2006/relationships/slide" Target="/ppt/slides/slide40.xml" Id="R9da1e5fdd36d426e" /><Relationship Type="http://schemas.openxmlformats.org/officeDocument/2006/relationships/slide" Target="/ppt/slides/slide41.xml" Id="Re8343b9254ab455d" /><Relationship Type="http://schemas.openxmlformats.org/officeDocument/2006/relationships/slide" Target="/ppt/slides/slide42.xml" Id="Rebe61671e2cb4992" /><Relationship Type="http://schemas.openxmlformats.org/officeDocument/2006/relationships/slide" Target="/ppt/slides/slide43.xml" Id="R66e6b1bf27944450" /><Relationship Type="http://schemas.openxmlformats.org/officeDocument/2006/relationships/slide" Target="/ppt/slides/slide44.xml" Id="R21190c309c1a42b7" /><Relationship Type="http://schemas.openxmlformats.org/officeDocument/2006/relationships/slide" Target="/ppt/slides/slide45.xml" Id="R024ebead023b47f0" /><Relationship Type="http://schemas.openxmlformats.org/officeDocument/2006/relationships/slide" Target="/ppt/slides/slide46.xml" Id="Rb349d4f97bb340d5" /><Relationship Type="http://schemas.openxmlformats.org/officeDocument/2006/relationships/slide" Target="/ppt/slides/slide47.xml" Id="Rd3ee7d1b086e47c2" /><Relationship Type="http://schemas.openxmlformats.org/officeDocument/2006/relationships/slide" Target="/ppt/slides/slide48.xml" Id="R535a7442298f4e3e" /><Relationship Type="http://schemas.openxmlformats.org/officeDocument/2006/relationships/slide" Target="/ppt/slides/slide49.xml" Id="Ra282229850754500" /><Relationship Type="http://schemas.openxmlformats.org/officeDocument/2006/relationships/slide" Target="/ppt/slides/slide50.xml" Id="Re64547d29423440b" /><Relationship Type="http://schemas.openxmlformats.org/officeDocument/2006/relationships/slide" Target="/ppt/slides/slide51.xml" Id="Rccc98b2c3a0547af" /><Relationship Type="http://schemas.openxmlformats.org/officeDocument/2006/relationships/slide" Target="/ppt/slides/slide52.xml" Id="R154038c08e0749a2" /><Relationship Type="http://schemas.openxmlformats.org/officeDocument/2006/relationships/slide" Target="/ppt/slides/slide53.xml" Id="Rd03e5053aad04699" /><Relationship Type="http://schemas.openxmlformats.org/officeDocument/2006/relationships/slide" Target="/ppt/slides/slide54.xml" Id="Ra6755f3e811642d2" /><Relationship Type="http://schemas.openxmlformats.org/officeDocument/2006/relationships/slide" Target="/ppt/slides/slide55.xml" Id="R72ff6461cb0746fc" /><Relationship Type="http://schemas.openxmlformats.org/officeDocument/2006/relationships/slide" Target="/ppt/slides/slide56.xml" Id="R87f28cc747584435" /><Relationship Type="http://schemas.openxmlformats.org/officeDocument/2006/relationships/slide" Target="/ppt/slides/slide57.xml" Id="R0e388af578a5444a" /><Relationship Type="http://schemas.openxmlformats.org/officeDocument/2006/relationships/slide" Target="/ppt/slides/slide58.xml" Id="R4e80fc39125a409a" /><Relationship Type="http://schemas.openxmlformats.org/officeDocument/2006/relationships/slide" Target="/ppt/slides/slide59.xml" Id="Rb7fc36f3748e4e7e" /><Relationship Type="http://schemas.openxmlformats.org/officeDocument/2006/relationships/slide" Target="/ppt/slides/slide60.xml" Id="Rb594a747736746eb" /><Relationship Type="http://schemas.openxmlformats.org/officeDocument/2006/relationships/slide" Target="/ppt/slides/slide61.xml" Id="Rf904dae589414f4f" /><Relationship Type="http://schemas.openxmlformats.org/officeDocument/2006/relationships/slide" Target="/ppt/slides/slide62.xml" Id="R895eb660f69e4832" /><Relationship Type="http://schemas.openxmlformats.org/officeDocument/2006/relationships/slide" Target="/ppt/slides/slide63.xml" Id="R367ed24082b94b6a" /><Relationship Type="http://schemas.openxmlformats.org/officeDocument/2006/relationships/slide" Target="/ppt/slides/slide64.xml" Id="R78b603dd886a4965" /><Relationship Type="http://schemas.openxmlformats.org/officeDocument/2006/relationships/slide" Target="/ppt/slides/slide65.xml" Id="R7ded63a3ac80466c" /><Relationship Type="http://schemas.openxmlformats.org/officeDocument/2006/relationships/slide" Target="/ppt/slides/slide66.xml" Id="Ra7181b8897284bc1" /><Relationship Type="http://schemas.openxmlformats.org/officeDocument/2006/relationships/slide" Target="/ppt/slides/slide67.xml" Id="R0fd1a67510f34c5f" /><Relationship Type="http://schemas.openxmlformats.org/officeDocument/2006/relationships/slide" Target="/ppt/slides/slide68.xml" Id="R9f16bb685f974f5e" /><Relationship Type="http://schemas.openxmlformats.org/officeDocument/2006/relationships/slide" Target="/ppt/slides/slide69.xml" Id="R5eeb4ae768104820" /><Relationship Type="http://schemas.openxmlformats.org/officeDocument/2006/relationships/slide" Target="/ppt/slides/slide70.xml" Id="Ref8225c5602949ad" /><Relationship Type="http://schemas.openxmlformats.org/officeDocument/2006/relationships/slide" Target="/ppt/slides/slide71.xml" Id="R7597ca53a04c459b" /><Relationship Type="http://schemas.openxmlformats.org/officeDocument/2006/relationships/slide" Target="/ppt/slides/slide72.xml" Id="Rc773ae6f18264ef1" /><Relationship Type="http://schemas.openxmlformats.org/officeDocument/2006/relationships/slide" Target="/ppt/slides/slide73.xml" Id="R7b53866a56f3425e" /><Relationship Type="http://schemas.openxmlformats.org/officeDocument/2006/relationships/slide" Target="/ppt/slides/slide74.xml" Id="R2153275503b2476a" /><Relationship Type="http://schemas.openxmlformats.org/officeDocument/2006/relationships/slide" Target="/ppt/slides/slide75.xml" Id="R608ce4adbdcf4ccb" /><Relationship Type="http://schemas.openxmlformats.org/officeDocument/2006/relationships/slide" Target="/ppt/slides/slide76.xml" Id="R4678d8fca4c642b9" /><Relationship Type="http://schemas.openxmlformats.org/officeDocument/2006/relationships/slide" Target="/ppt/slides/slide77.xml" Id="Re835f6281a3e439f" /><Relationship Type="http://schemas.openxmlformats.org/officeDocument/2006/relationships/slide" Target="/ppt/slides/slide78.xml" Id="Rcacc6d5c4ad749f0" /><Relationship Type="http://schemas.openxmlformats.org/officeDocument/2006/relationships/slide" Target="/ppt/slides/slide79.xml" Id="R016396d127394e1a" /><Relationship Type="http://schemas.openxmlformats.org/officeDocument/2006/relationships/slide" Target="/ppt/slides/slide80.xml" Id="R5f303c360e3a43f7" /><Relationship Type="http://schemas.openxmlformats.org/officeDocument/2006/relationships/slide" Target="/ppt/slides/slide81.xml" Id="R70a347417a0e4436" /><Relationship Type="http://schemas.openxmlformats.org/officeDocument/2006/relationships/slide" Target="/ppt/slides/slide82.xml" Id="R427f8faf69084bf2" /><Relationship Type="http://schemas.openxmlformats.org/officeDocument/2006/relationships/slide" Target="/ppt/slides/slide83.xml" Id="R7b1929d697764fed" /><Relationship Type="http://schemas.openxmlformats.org/officeDocument/2006/relationships/slide" Target="/ppt/slides/slide84.xml" Id="R7b8f7c435d8b461f" /><Relationship Type="http://schemas.openxmlformats.org/officeDocument/2006/relationships/slide" Target="/ppt/slides/slide85.xml" Id="R507d9a6a7b414991" /><Relationship Type="http://schemas.openxmlformats.org/officeDocument/2006/relationships/slide" Target="/ppt/slides/slide86.xml" Id="Rae9abd65533e4896" /><Relationship Type="http://schemas.openxmlformats.org/officeDocument/2006/relationships/slide" Target="/ppt/slides/slide87.xml" Id="R972055e3d0974d3d" /><Relationship Type="http://schemas.openxmlformats.org/officeDocument/2006/relationships/slide" Target="/ppt/slides/slide88.xml" Id="Rfab2baeaf6c2489e" /><Relationship Type="http://schemas.openxmlformats.org/officeDocument/2006/relationships/slide" Target="/ppt/slides/slide89.xml" Id="R1a08854b15af4bcd" /><Relationship Type="http://schemas.openxmlformats.org/officeDocument/2006/relationships/slide" Target="/ppt/slides/slide90.xml" Id="R78079090e17c4a8c" /><Relationship Type="http://schemas.openxmlformats.org/officeDocument/2006/relationships/slide" Target="/ppt/slides/slide91.xml" Id="R5b1111aade374262" /><Relationship Type="http://schemas.openxmlformats.org/officeDocument/2006/relationships/slide" Target="/ppt/slides/slide92.xml" Id="Rf817ae0da26b49b8" /><Relationship Type="http://schemas.openxmlformats.org/officeDocument/2006/relationships/slide" Target="/ppt/slides/slide93.xml" Id="R5cc79f0d8ad94df8" /><Relationship Type="http://schemas.openxmlformats.org/officeDocument/2006/relationships/slide" Target="/ppt/slides/slide94.xml" Id="R7e79aaa9bff346fa" /><Relationship Type="http://schemas.openxmlformats.org/officeDocument/2006/relationships/slide" Target="/ppt/slides/slide95.xml" Id="R0063c448f38e4336" /><Relationship Type="http://schemas.openxmlformats.org/officeDocument/2006/relationships/slide" Target="/ppt/slides/slide96.xml" Id="Rb0627c4a99df4d4f" /><Relationship Type="http://schemas.openxmlformats.org/officeDocument/2006/relationships/slide" Target="/ppt/slides/slide97.xml" Id="Ra10a0e13a2184135" /><Relationship Type="http://schemas.openxmlformats.org/officeDocument/2006/relationships/slide" Target="/ppt/slides/slide98.xml" Id="R9b60d9b4a2e44dd3" /><Relationship Type="http://schemas.openxmlformats.org/officeDocument/2006/relationships/slide" Target="/ppt/slides/slide99.xml" Id="Rc17d36dd79264453" /><Relationship Type="http://schemas.openxmlformats.org/officeDocument/2006/relationships/slide" Target="/ppt/slides/slide100.xml" Id="R603e33c25b484f54" /><Relationship Type="http://schemas.openxmlformats.org/officeDocument/2006/relationships/slide" Target="/ppt/slides/slide101.xml" Id="R6fd503a3177f4d06" /><Relationship Type="http://schemas.openxmlformats.org/officeDocument/2006/relationships/slide" Target="/ppt/slides/slide102.xml" Id="Rd07a9a0a0d094a1f" /><Relationship Type="http://schemas.openxmlformats.org/officeDocument/2006/relationships/slide" Target="/ppt/slides/slide103.xml" Id="R718f7d508df64340" /><Relationship Type="http://schemas.openxmlformats.org/officeDocument/2006/relationships/slide" Target="/ppt/slides/slide104.xml" Id="Rb2144a6581f3498a" /><Relationship Type="http://schemas.openxmlformats.org/officeDocument/2006/relationships/slide" Target="/ppt/slides/slide105.xml" Id="R7e193bf32174419f" /><Relationship Type="http://schemas.openxmlformats.org/officeDocument/2006/relationships/slide" Target="/ppt/slides/slide106.xml" Id="R3b2b3b2837f345d7" /><Relationship Type="http://schemas.openxmlformats.org/officeDocument/2006/relationships/slide" Target="/ppt/slides/slide107.xml" Id="Rc8d64c078fdb4e93" /><Relationship Type="http://schemas.openxmlformats.org/officeDocument/2006/relationships/slide" Target="/ppt/slides/slide108.xml" Id="R14761046fa0449ad" /><Relationship Type="http://schemas.openxmlformats.org/officeDocument/2006/relationships/slide" Target="/ppt/slides/slide109.xml" Id="R308e5dcf86374f7a" /><Relationship Type="http://schemas.openxmlformats.org/officeDocument/2006/relationships/slide" Target="/ppt/slides/slide110.xml" Id="Rb70d6e328be74d60" /><Relationship Type="http://schemas.openxmlformats.org/officeDocument/2006/relationships/slide" Target="/ppt/slides/slide111.xml" Id="Re9f94e65c1024047" /><Relationship Type="http://schemas.openxmlformats.org/officeDocument/2006/relationships/slide" Target="/ppt/slides/slide112.xml" Id="R44280ecc75ac417f" /><Relationship Type="http://schemas.openxmlformats.org/officeDocument/2006/relationships/slide" Target="/ppt/slides/slide113.xml" Id="R350e5087273b43f8" /><Relationship Type="http://schemas.openxmlformats.org/officeDocument/2006/relationships/slide" Target="/ppt/slides/slide114.xml" Id="R99aa14256c364cca" /><Relationship Type="http://schemas.openxmlformats.org/officeDocument/2006/relationships/slide" Target="/ppt/slides/slide115.xml" Id="Re7befaa2280e40d8" /><Relationship Type="http://schemas.openxmlformats.org/officeDocument/2006/relationships/slide" Target="/ppt/slides/slide116.xml" Id="Rb72241cc12ab4b7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&#65279;<?xml version="1.0" encoding="utf-8"?><Relationships xmlns="http://schemas.openxmlformats.org/package/2006/relationships"><Relationship Type="http://schemas.openxmlformats.org/officeDocument/2006/relationships/slide" Target="/ppt/slides/slide4.xml" Id="R73aaa04b9a624b2a" /><Relationship Type="http://schemas.openxmlformats.org/officeDocument/2006/relationships/notesMaster" Target="/ppt/notesMasters/notesMaster1.xml" Id="R415cfd43241c4d60" /></Relationships>
</file>

<file path=ppt/notesSlides/_rels/notesSlide5.xml.rels>&#65279;<?xml version="1.0" encoding="utf-8"?><Relationships xmlns="http://schemas.openxmlformats.org/package/2006/relationships"><Relationship Type="http://schemas.openxmlformats.org/officeDocument/2006/relationships/slide" Target="/ppt/slides/slide5.xml" Id="Ra8f725e6439c4844" /><Relationship Type="http://schemas.openxmlformats.org/officeDocument/2006/relationships/notesMaster" Target="/ppt/notesMasters/notesMaster1.xml" Id="Refb7cb72335f444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5c01b946d4c4944" /><Relationship Type="http://schemas.openxmlformats.org/officeDocument/2006/relationships/notesMaster" Target="/ppt/notesMasters/notesMaster1.xml" Id="R267a6cda015a4bf0"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68f3d3f7a34535" /><Relationship Type="http://schemas.openxmlformats.org/officeDocument/2006/relationships/notesMaster" Target="/ppt/notesMasters/notesMaster1.xml" Id="Rbe54612653be423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e61b74c2a4c4733" /><Relationship Type="http://schemas.openxmlformats.org/officeDocument/2006/relationships/notesMaster" Target="/ppt/notesMasters/notesMaster1.xml" Id="Rf0cae0b0f6b945e1" /></Relationships>
</file>

<file path=ppt/notesSlides/_rels/notesSlide9.xml.rels>&#65279;<?xml version="1.0" encoding="utf-8"?><Relationships xmlns="http://schemas.openxmlformats.org/package/2006/relationships"><Relationship Type="http://schemas.openxmlformats.org/officeDocument/2006/relationships/slide" Target="/ppt/slides/slide9.xml" Id="Rc2a9753851d34829" /><Relationship Type="http://schemas.openxmlformats.org/officeDocument/2006/relationships/notesMaster" Target="/ppt/notesMasters/notesMaster1.xml" Id="R791eae554bd040c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fa3fd68d5394ed5" /><Relationship Type="http://schemas.openxmlformats.org/officeDocument/2006/relationships/notesMaster" Target="/ppt/notesMasters/notesMaster1.xml" Id="Rcb34db28b7df46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1f9742cecde4232" /><Relationship Type="http://schemas.openxmlformats.org/officeDocument/2006/relationships/notesMaster" Target="/ppt/notesMasters/notesMaster1.xml" Id="R5190bb238a52459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27d7ed45b2b4489" /><Relationship Type="http://schemas.openxmlformats.org/officeDocument/2006/relationships/notesMaster" Target="/ppt/notesMasters/notesMaster1.xml" Id="R3e59a147c03f4fe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2546fd6c5104306" /><Relationship Type="http://schemas.openxmlformats.org/officeDocument/2006/relationships/notesMaster" Target="/ppt/notesMasters/notesMaster1.xml" Id="Rdac194ff0535418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1c107121fe548ed" /><Relationship Type="http://schemas.openxmlformats.org/officeDocument/2006/relationships/notesMaster" Target="/ppt/notesMasters/notesMaster1.xml" Id="R5aaad157770e400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cf5e4e08ef949c1" /><Relationship Type="http://schemas.openxmlformats.org/officeDocument/2006/relationships/notesMaster" Target="/ppt/notesMasters/notesMaster1.xml" Id="Rb0de13c330b0451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301750abf6f4a83" /><Relationship Type="http://schemas.openxmlformats.org/officeDocument/2006/relationships/notesMaster" Target="/ppt/notesMasters/notesMaster1.xml" Id="Rc66635230a77447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6fa6a9d378647c4" /><Relationship Type="http://schemas.openxmlformats.org/officeDocument/2006/relationships/notesMaster" Target="/ppt/notesMasters/notesMaster1.xml" Id="Rd04df728b5b1496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49004c64dcc4114" /><Relationship Type="http://schemas.openxmlformats.org/officeDocument/2006/relationships/notesMaster" Target="/ppt/notesMasters/notesMaster1.xml" Id="R8597ca8eebd94fe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29c79815b914f6e" /><Relationship Type="http://schemas.openxmlformats.org/officeDocument/2006/relationships/notesMaster" Target="/ppt/notesMasters/notesMaster1.xml" Id="R3d15e51f2b8c46c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e178c6ca04b403f" /><Relationship Type="http://schemas.openxmlformats.org/officeDocument/2006/relationships/notesMaster" Target="/ppt/notesMasters/notesMaster1.xml" Id="R4bba528c2e944dd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3db2b646f9f4c5d" /><Relationship Type="http://schemas.openxmlformats.org/officeDocument/2006/relationships/notesMaster" Target="/ppt/notesMasters/notesMaster1.xml" Id="R8c8e0b0a71694e5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ca6d8b892654ee8" /><Relationship Type="http://schemas.openxmlformats.org/officeDocument/2006/relationships/notesMaster" Target="/ppt/notesMasters/notesMaster1.xml" Id="R614a5fd6875b461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63b94f958c64bfc" /><Relationship Type="http://schemas.openxmlformats.org/officeDocument/2006/relationships/notesMaster" Target="/ppt/notesMasters/notesMaster1.xml" Id="R33ff3b357a2e427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d9284509cb040bf" /><Relationship Type="http://schemas.openxmlformats.org/officeDocument/2006/relationships/notesMaster" Target="/ppt/notesMasters/notesMaster1.xml" Id="R94341f82308244b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121fc86bf444ad2" /><Relationship Type="http://schemas.openxmlformats.org/officeDocument/2006/relationships/notesMaster" Target="/ppt/notesMasters/notesMaster1.xml" Id="R3478b766b2b34cb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ac060aac17e48a6" /><Relationship Type="http://schemas.openxmlformats.org/officeDocument/2006/relationships/notesMaster" Target="/ppt/notesMasters/notesMaster1.xml" Id="Rda8a433128fa4b1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0253838b6a944c8" /><Relationship Type="http://schemas.openxmlformats.org/officeDocument/2006/relationships/notesMaster" Target="/ppt/notesMasters/notesMaster1.xml" Id="R92f313188ba24d0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4844f16deea4e23" /><Relationship Type="http://schemas.openxmlformats.org/officeDocument/2006/relationships/notesMaster" Target="/ppt/notesMasters/notesMaster1.xml" Id="R1059aaca941e463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8d2cc47a4194b8f" /><Relationship Type="http://schemas.openxmlformats.org/officeDocument/2006/relationships/notesMaster" Target="/ppt/notesMasters/notesMaster1.xml" Id="R153d5f827a8646a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d7b3273780543a3" /><Relationship Type="http://schemas.openxmlformats.org/officeDocument/2006/relationships/notesMaster" Target="/ppt/notesMasters/notesMaster1.xml" Id="R6fc6def0efcb4d9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2c1c747efc94d4b" /><Relationship Type="http://schemas.openxmlformats.org/officeDocument/2006/relationships/notesMaster" Target="/ppt/notesMasters/notesMaster1.xml" Id="R5d345cc6a40b4ef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01433e4a9974d3f" /><Relationship Type="http://schemas.openxmlformats.org/officeDocument/2006/relationships/notesMaster" Target="/ppt/notesMasters/notesMaster1.xml" Id="R6e020c48cfce499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92051762edb4e89" /><Relationship Type="http://schemas.openxmlformats.org/officeDocument/2006/relationships/notesMaster" Target="/ppt/notesMasters/notesMaster1.xml" Id="R75de794708ea41a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037d43ddf884859" /><Relationship Type="http://schemas.openxmlformats.org/officeDocument/2006/relationships/notesMaster" Target="/ppt/notesMasters/notesMaster1.xml" Id="R6e1a705c247c45d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f3213dd031e4b59" /><Relationship Type="http://schemas.openxmlformats.org/officeDocument/2006/relationships/notesMaster" Target="/ppt/notesMasters/notesMaster1.xml" Id="R3c74c6a455244d1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cf109f7c5a44be6" /><Relationship Type="http://schemas.openxmlformats.org/officeDocument/2006/relationships/notesMaster" Target="/ppt/notesMasters/notesMaster1.xml" Id="Reee8baa74f6e44f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f837ed02f204b7d" /><Relationship Type="http://schemas.openxmlformats.org/officeDocument/2006/relationships/notesMaster" Target="/ppt/notesMasters/notesMaster1.xml" Id="R0a067a864a764a6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d85cfc379044e0c" /><Relationship Type="http://schemas.openxmlformats.org/officeDocument/2006/relationships/notesMaster" Target="/ppt/notesMasters/notesMaster1.xml" Id="R690345a37f2240d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7c1475feed6472d" /><Relationship Type="http://schemas.openxmlformats.org/officeDocument/2006/relationships/notesMaster" Target="/ppt/notesMasters/notesMaster1.xml" Id="R9a1b31d13d1e488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f6958abbd7a4c3f" /><Relationship Type="http://schemas.openxmlformats.org/officeDocument/2006/relationships/notesMaster" Target="/ppt/notesMasters/notesMaster1.xml" Id="Rb3c5eb783851488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7bd3f62056f43f8" /><Relationship Type="http://schemas.openxmlformats.org/officeDocument/2006/relationships/notesMaster" Target="/ppt/notesMasters/notesMaster1.xml" Id="R1a9e99f102ab47b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fd50eb02b3049c1" /><Relationship Type="http://schemas.openxmlformats.org/officeDocument/2006/relationships/notesMaster" Target="/ppt/notesMasters/notesMaster1.xml" Id="R4932c0f27fd44bf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159c2cb82274f7b" /><Relationship Type="http://schemas.openxmlformats.org/officeDocument/2006/relationships/notesMaster" Target="/ppt/notesMasters/notesMaster1.xml" Id="Rc3d8815449fa430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a3a068cf27c84edc" /><Relationship Type="http://schemas.openxmlformats.org/officeDocument/2006/relationships/notesMaster" Target="/ppt/notesMasters/notesMaster1.xml" Id="Rfed2bd914ede444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f5eb6ea7a5045b7" /><Relationship Type="http://schemas.openxmlformats.org/officeDocument/2006/relationships/notesMaster" Target="/ppt/notesMasters/notesMaster1.xml" Id="R38c9e617f927490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8f08979cbdc4aa7" /><Relationship Type="http://schemas.openxmlformats.org/officeDocument/2006/relationships/notesMaster" Target="/ppt/notesMasters/notesMaster1.xml" Id="R998ca9207282418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798f62ab99724546" /><Relationship Type="http://schemas.openxmlformats.org/officeDocument/2006/relationships/notesMaster" Target="/ppt/notesMasters/notesMaster1.xml" Id="Rd38075829c4a420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2c632e10d4d4eda" /><Relationship Type="http://schemas.openxmlformats.org/officeDocument/2006/relationships/notesMaster" Target="/ppt/notesMasters/notesMaster1.xml" Id="Ra035fd65003543d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ea3724f70a04c47" /><Relationship Type="http://schemas.openxmlformats.org/officeDocument/2006/relationships/notesMaster" Target="/ppt/notesMasters/notesMaster1.xml" Id="Rff4917388cae47d6"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76db653e93640ce" /><Relationship Type="http://schemas.openxmlformats.org/officeDocument/2006/relationships/notesMaster" Target="/ppt/notesMasters/notesMaster1.xml" Id="Rb201c12cec194cc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a2575755a454006" /><Relationship Type="http://schemas.openxmlformats.org/officeDocument/2006/relationships/notesMaster" Target="/ppt/notesMasters/notesMaster1.xml" Id="R98b78708a46841a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ff9974287694fbd" /><Relationship Type="http://schemas.openxmlformats.org/officeDocument/2006/relationships/notesMaster" Target="/ppt/notesMasters/notesMaster1.xml" Id="R5d4d024401be4f3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96f2cf620ab4fef" /><Relationship Type="http://schemas.openxmlformats.org/officeDocument/2006/relationships/notesMaster" Target="/ppt/notesMasters/notesMaster1.xml" Id="R2beee451bb4f417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270b65c7d824e97" /><Relationship Type="http://schemas.openxmlformats.org/officeDocument/2006/relationships/notesMaster" Target="/ppt/notesMasters/notesMaster1.xml" Id="Rec895c04a376450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4c2dfb647954740" /><Relationship Type="http://schemas.openxmlformats.org/officeDocument/2006/relationships/notesMaster" Target="/ppt/notesMasters/notesMaster1.xml" Id="R772b29c6f08a48a9"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34d6c63d743b4d95" /><Relationship Type="http://schemas.openxmlformats.org/officeDocument/2006/relationships/notesMaster" Target="/ppt/notesMasters/notesMaster1.xml" Id="Rc9843874f9a745f4"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b66f601fa32245e6" /><Relationship Type="http://schemas.openxmlformats.org/officeDocument/2006/relationships/notesMaster" Target="/ppt/notesMasters/notesMaster1.xml" Id="R14cd720d54274fa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5ede0acb2394a3e" /><Relationship Type="http://schemas.openxmlformats.org/officeDocument/2006/relationships/notesMaster" Target="/ppt/notesMasters/notesMaster1.xml" Id="R733e545b2c744b6f"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7349916333445a4" /><Relationship Type="http://schemas.openxmlformats.org/officeDocument/2006/relationships/notesMaster" Target="/ppt/notesMasters/notesMaster1.xml" Id="R592735f8936f47da"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17b760d51b6e468a" /><Relationship Type="http://schemas.openxmlformats.org/officeDocument/2006/relationships/notesMaster" Target="/ppt/notesMasters/notesMaster1.xml" Id="R8adb15f9dad74c7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6ecd46fd4544049" /><Relationship Type="http://schemas.openxmlformats.org/officeDocument/2006/relationships/notesMaster" Target="/ppt/notesMasters/notesMaster1.xml" Id="Rf406a0ad792440e8"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0bd13ceb21948cb" /><Relationship Type="http://schemas.openxmlformats.org/officeDocument/2006/relationships/notesMaster" Target="/ppt/notesMasters/notesMaster1.xml" Id="Rfe8ae5366316458c"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f047f8673e04507" /><Relationship Type="http://schemas.openxmlformats.org/officeDocument/2006/relationships/notesMaster" Target="/ppt/notesMasters/notesMaster1.xml" Id="R733d4ec229824b70"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2d2e02935a7486a" /><Relationship Type="http://schemas.openxmlformats.org/officeDocument/2006/relationships/notesMaster" Target="/ppt/notesMasters/notesMaster1.xml" Id="R150fc5a78fd140b6"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cad2e2ecdc5646dd" /><Relationship Type="http://schemas.openxmlformats.org/officeDocument/2006/relationships/notesMaster" Target="/ppt/notesMasters/notesMaster1.xml" Id="R886e991404294ab7"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4673147063e34b11" /><Relationship Type="http://schemas.openxmlformats.org/officeDocument/2006/relationships/notesMaster" Target="/ppt/notesMasters/notesMaster1.xml" Id="R63d921fc331b4280"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e80c3c74e264b95" /><Relationship Type="http://schemas.openxmlformats.org/officeDocument/2006/relationships/notesMaster" Target="/ppt/notesMasters/notesMaster1.xml" Id="R318b408e272c4369"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d42e793e8c8f4085" /><Relationship Type="http://schemas.openxmlformats.org/officeDocument/2006/relationships/notesMaster" Target="/ppt/notesMasters/notesMaster1.xml" Id="Raa78ffb4470f411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9061ea39fbf8475e" /><Relationship Type="http://schemas.openxmlformats.org/officeDocument/2006/relationships/notesMaster" Target="/ppt/notesMasters/notesMaster1.xml" Id="Re69af64665704ed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27bfc235a3304140" /><Relationship Type="http://schemas.openxmlformats.org/officeDocument/2006/relationships/notesMaster" Target="/ppt/notesMasters/notesMaster1.xml" Id="Rae8aa6d06c57427d"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5ea548712ec48dd" /><Relationship Type="http://schemas.openxmlformats.org/officeDocument/2006/relationships/notesMaster" Target="/ppt/notesMasters/notesMaster1.xml" Id="R2e5242e14e0a4391"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9547e52616064d1f" /><Relationship Type="http://schemas.openxmlformats.org/officeDocument/2006/relationships/notesMaster" Target="/ppt/notesMasters/notesMaster1.xml" Id="Rbfbf5fb2658247a4"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0b3e933c4e3345fb" /><Relationship Type="http://schemas.openxmlformats.org/officeDocument/2006/relationships/notesMaster" Target="/ppt/notesMasters/notesMaster1.xml" Id="R881e018f7d3a4212"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6163cd5fdb3a40c7" /><Relationship Type="http://schemas.openxmlformats.org/officeDocument/2006/relationships/notesMaster" Target="/ppt/notesMasters/notesMaster1.xml" Id="R74aabc30838745da"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2d64f837e3af43c0" /><Relationship Type="http://schemas.openxmlformats.org/officeDocument/2006/relationships/notesMaster" Target="/ppt/notesMasters/notesMaster1.xml" Id="R98c0d1f05ec04ed7"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ace410cb1044427e" /><Relationship Type="http://schemas.openxmlformats.org/officeDocument/2006/relationships/notesMaster" Target="/ppt/notesMasters/notesMaster1.xml" Id="Rda5d90d4963145f2"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21c7f53710cc4461" /><Relationship Type="http://schemas.openxmlformats.org/officeDocument/2006/relationships/notesMaster" Target="/ppt/notesMasters/notesMaster1.xml" Id="R7955f82dd04b405c"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9b12de649d04f9e" /><Relationship Type="http://schemas.openxmlformats.org/officeDocument/2006/relationships/notesMaster" Target="/ppt/notesMasters/notesMaster1.xml" Id="Rf3b67b75301c4e34"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1926d21be99e477c" /><Relationship Type="http://schemas.openxmlformats.org/officeDocument/2006/relationships/notesMaster" Target="/ppt/notesMasters/notesMaster1.xml" Id="R28d9e3e5c7be4691"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84d7346d013f4f98" /><Relationship Type="http://schemas.openxmlformats.org/officeDocument/2006/relationships/notesMaster" Target="/ppt/notesMasters/notesMaster1.xml" Id="R9b6a1a62bcff403c"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7f388a0b87bc41a4" /><Relationship Type="http://schemas.openxmlformats.org/officeDocument/2006/relationships/notesMaster" Target="/ppt/notesMasters/notesMaster1.xml" Id="Raf8067029d9042b1"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7bff9e49879f4dc3" /><Relationship Type="http://schemas.openxmlformats.org/officeDocument/2006/relationships/notesMaster" Target="/ppt/notesMasters/notesMaster1.xml" Id="R2d73c16ab9a64e3a"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c671a57a8154956" /><Relationship Type="http://schemas.openxmlformats.org/officeDocument/2006/relationships/notesMaster" Target="/ppt/notesMasters/notesMaster1.xml" Id="Reee7ba3618f64ddd"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aca11c5c68a4641" /><Relationship Type="http://schemas.openxmlformats.org/officeDocument/2006/relationships/notesMaster" Target="/ppt/notesMasters/notesMaster1.xml" Id="Rc9bcb6b574a24d5c"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edeb9fcbb3244743" /><Relationship Type="http://schemas.openxmlformats.org/officeDocument/2006/relationships/notesMaster" Target="/ppt/notesMasters/notesMaster1.xml" Id="R8b690a0caba34ba7"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3de799a0b79b4526" /><Relationship Type="http://schemas.openxmlformats.org/officeDocument/2006/relationships/notesMaster" Target="/ppt/notesMasters/notesMaster1.xml" Id="Rb8ac526fdffe42d6"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4659f865bd5d4fdb" /><Relationship Type="http://schemas.openxmlformats.org/officeDocument/2006/relationships/notesMaster" Target="/ppt/notesMasters/notesMaster1.xml" Id="R57b5507cc7b3492b"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211db036e4e840df" /><Relationship Type="http://schemas.openxmlformats.org/officeDocument/2006/relationships/notesMaster" Target="/ppt/notesMasters/notesMaster1.xml" Id="R27be2f8e114f43a0"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b4c0a11d27d9406b" /><Relationship Type="http://schemas.openxmlformats.org/officeDocument/2006/relationships/notesMaster" Target="/ppt/notesMasters/notesMaster1.xml" Id="Rd151ca23e93d4eaf"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691b5c445fe543d4" /><Relationship Type="http://schemas.openxmlformats.org/officeDocument/2006/relationships/notesMaster" Target="/ppt/notesMasters/notesMaster1.xml" Id="R7e6a7ed19e3a40cb"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9d98e90578e745c7" /><Relationship Type="http://schemas.openxmlformats.org/officeDocument/2006/relationships/notesMaster" Target="/ppt/notesMasters/notesMaster1.xml" Id="R7a670bf595fa4529"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5b141234bd884dcf" /><Relationship Type="http://schemas.openxmlformats.org/officeDocument/2006/relationships/notesMaster" Target="/ppt/notesMasters/notesMaster1.xml" Id="R04c69684547247e2"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0127c760534f42a4" /><Relationship Type="http://schemas.openxmlformats.org/officeDocument/2006/relationships/notesMaster" Target="/ppt/notesMasters/notesMaster1.xml" Id="R7ace7c5f8e04458f"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45271ed003694ba9" /><Relationship Type="http://schemas.openxmlformats.org/officeDocument/2006/relationships/notesMaster" Target="/ppt/notesMasters/notesMaster1.xml" Id="R7d1404e76a174da2"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8a7c9e37e6e14582" /><Relationship Type="http://schemas.openxmlformats.org/officeDocument/2006/relationships/notesMaster" Target="/ppt/notesMasters/notesMaster1.xml" Id="R89005aee29154fdf"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0063070daffd43e4" /><Relationship Type="http://schemas.openxmlformats.org/officeDocument/2006/relationships/notesMaster" Target="/ppt/notesMasters/notesMaster1.xml" Id="R7b112601c2a64208"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560a355944224827" /><Relationship Type="http://schemas.openxmlformats.org/officeDocument/2006/relationships/notesMaster" Target="/ppt/notesMasters/notesMaster1.xml" Id="R2956a2047df44dcc"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4df44b7c0ec54bcb" /><Relationship Type="http://schemas.openxmlformats.org/officeDocument/2006/relationships/notesMaster" Target="/ppt/notesMasters/notesMaster1.xml" Id="R8078dc63f9ad408a"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9ec1be889abf4747" /><Relationship Type="http://schemas.openxmlformats.org/officeDocument/2006/relationships/notesMaster" Target="/ppt/notesMasters/notesMaster1.xml" Id="Ra4cbf48a85004011"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4118d3e401d44e6c" /><Relationship Type="http://schemas.openxmlformats.org/officeDocument/2006/relationships/notesMaster" Target="/ppt/notesMasters/notesMaster1.xml" Id="R59b9d3aca398484b"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28d3a752c1654d93" /><Relationship Type="http://schemas.openxmlformats.org/officeDocument/2006/relationships/notesMaster" Target="/ppt/notesMasters/notesMaster1.xml" Id="Ra809662fe7414499"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30e45e9a0633454a" /><Relationship Type="http://schemas.openxmlformats.org/officeDocument/2006/relationships/notesMaster" Target="/ppt/notesMasters/notesMaster1.xml" Id="R789f04a5ee1340b9"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6d958c84c0a24bdb" /><Relationship Type="http://schemas.openxmlformats.org/officeDocument/2006/relationships/notesMaster" Target="/ppt/notesMasters/notesMaster1.xml" Id="R498467402c07474b"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339477906d8e4199" /><Relationship Type="http://schemas.openxmlformats.org/officeDocument/2006/relationships/notesMaster" Target="/ppt/notesMasters/notesMaster1.xml" Id="Rd231d4a707e548bc"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7135a359516b4f01" /><Relationship Type="http://schemas.openxmlformats.org/officeDocument/2006/relationships/notesMaster" Target="/ppt/notesMasters/notesMaster1.xml" Id="R49e2134f87444dec"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73e62c672b6149a9" /><Relationship Type="http://schemas.openxmlformats.org/officeDocument/2006/relationships/notesMaster" Target="/ppt/notesMasters/notesMaster1.xml" Id="Rcf79b18562284a12"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cbbf893184ea4b4f" /><Relationship Type="http://schemas.openxmlformats.org/officeDocument/2006/relationships/notesMaster" Target="/ppt/notesMasters/notesMaster1.xml" Id="Re73de6cf821b4c89"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7702ee77e1344abd" /><Relationship Type="http://schemas.openxmlformats.org/officeDocument/2006/relationships/notesMaster" Target="/ppt/notesMasters/notesMaster1.xml" Id="R9ce33fbf1e97475c"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7d0b24138dea41be" /><Relationship Type="http://schemas.openxmlformats.org/officeDocument/2006/relationships/notesMaster" Target="/ppt/notesMasters/notesMaster1.xml" Id="Rd6d4f46725ed4448"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45e579cfd1b74751" /><Relationship Type="http://schemas.openxmlformats.org/officeDocument/2006/relationships/notesMaster" Target="/ppt/notesMasters/notesMaster1.xml" Id="Rc6bf7d350d8f400a"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ae043a76808647db" /><Relationship Type="http://schemas.openxmlformats.org/officeDocument/2006/relationships/notesMaster" Target="/ppt/notesMasters/notesMaster1.xml" Id="R67ed9e5ab2d544b5"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edcec79e7d494b53" /><Relationship Type="http://schemas.openxmlformats.org/officeDocument/2006/relationships/notesMaster" Target="/ppt/notesMasters/notesMaster1.xml" Id="R44c72230652f43f5"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0ca111fa729041b5" /><Relationship Type="http://schemas.openxmlformats.org/officeDocument/2006/relationships/notesMaster" Target="/ppt/notesMasters/notesMaster1.xml" Id="R3f94e1fedc9249c3"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b745a901479e4157" /><Relationship Type="http://schemas.openxmlformats.org/officeDocument/2006/relationships/notesMaster" Target="/ppt/notesMasters/notesMaster1.xml" Id="R9b2585fdc2c843bb"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e9189c18ad9a47e6" /><Relationship Type="http://schemas.openxmlformats.org/officeDocument/2006/relationships/notesMaster" Target="/ppt/notesMasters/notesMaster1.xml" Id="Rf35708420cc741cc"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f7e4586e1afd46f0" /><Relationship Type="http://schemas.openxmlformats.org/officeDocument/2006/relationships/notesMaster" Target="/ppt/notesMasters/notesMaster1.xml" Id="R9a58555e79244a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전체406분이다.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S04으로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S04에서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S04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질문이 커지면 Context를 모으는 일이 생긴다</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S05의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S05의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S05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`production/preview/full/S04.png` 또는 `production/preview/act0/S04.png`의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파일명을 주지 않으면 Agent는 어디부터 볼까?</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S06–S07에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S06–S07로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S06–S07에서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S05–S08–S09의 정적 발표다. S05에서는 좌측 실제 요청의 재구성, 우측 가상 GoogleTest UI의 경계, 세 관찰 대상을 설명하고 S06–S07로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S06/S06에4분씩 나뉘며 S08/S08은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S06–S07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S05 또는 `production/preview/act0/S05.png`. 이번 수정본과 PNG의 일치 여부는 제작 단계에서 확인한다. 화면 사용이 불가능하면 실제 요청의 조건과 세 관찰 항목을 말로 제시하고 S06–S07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Crop은 기대한 폭보다 한 열을 더 포함했다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S05에서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S07에서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S06 / production/preview/act0/S06.png.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테스트·명세·구현을 연결해 원인을 설명했다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S06의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S08로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S07 / production/preview/act0/S07.png.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S08 / production/preview/act0/S08.png.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S10로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S09 / production/preview/act0/S09.png.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Chatbot에 이 자료를 직접 전달한다면?</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S09의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S11에서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S09의 같은 다섯 자료 이름·색을 왼쪽에 유지하고 사람의 찾기/선택/전달을 거쳐 교육용 대화창으로 들어가는 흐름으로 보여준다. 누락된 자료를 도구 능력 부족으로 표현하지 않는다. 정적 경로 production/ACT_0.pptx의 S10 / production/preview/act0/S10.png. 실제 실행 Screenshot이나 새 Live 결과로 표시하지 않는다. S06/S06만 Demo 각4분이며 S08/S08은 Case, S10/S10은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Agent가 자료를 직접 찾아 연결했다</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S10의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S12의 기존 Codex 진입 안내를 연다. Task 의도와 접근의 차이는 S13에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S10와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S11 / production/preview/act0/S11.png. 실제 실행 Screenshot이나 새 Live 결과로 표시하지 않는다. S06/S06만 Demo 각4분이며 S08/S08은 Case, S10/S10은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작업은 Codex에서 시작한다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S05의 조사 태도를 회수한다. “들어가는 곳을 알았으니, 무엇을 볼 수 있고 누가 최종 결정할지 나눠 보겠습니다”라며 S13로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S13에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요청·S13 연결 15초다. 이 장의1분은 보존한다. 현재 ACT0 43분·전체406분·Lecture160분이며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production/preview/act0/S12.png 또는 production/preview/full/S12.png의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S13로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접근과 Task 의도는 별개다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S12은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S14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S14의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정리·S14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S14으로 간다. Agent의 제안 가능성을 부정하지 않는다. 정적 경로는 production/preview/act0/S13.png 및 production/preview/full/S13.png이며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Repository를 보면 내가 원하는 것까지 알까?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S13에서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S16의 모호한 요청에 연결한다.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S14 또는 production/preview/act0/S14.png의 동일 도식을 사용한다. 질문이 없으면 판정의 ?와 두 질문을 남긴 채 기존 Transition으로 S16에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Prompt를 작업 명세로 만들기</a:t>
            </a:r>
          </a:p>
          <a:p xmlns:a="http://schemas.openxmlformats.org/drawingml/2006/main">
            <a:r>
              <a:t/>
            </a:r>
          </a:p>
          <a:p xmlns:a="http://schemas.openxmlformats.org/drawingml/2006/main">
            <a:r>
              <a:t>**Slide ID:**</a:t>
            </a:r>
          </a:p>
          <a:p xmlns:a="http://schemas.openxmlformats.org/drawingml/2006/main">
            <a:r>
              <a:t>S15</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S16의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S16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전체406분이다. 제목·부제만 안내하고1분에 S16로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production/preview/full/S15.png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Task에는 무엇이 아직 정해지지 않았을까?</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S14의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S17로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요청만으로는 의도가 보이지 않는다</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S18의 교육용 구체화 예시로 이동한다.</a:t>
            </a:r>
          </a:p>
          <a:p xmlns:a="http://schemas.openxmlformats.org/drawingml/2006/main">
            <a:r>
              <a:t/>
            </a:r>
          </a:p>
          <a:p xmlns:a="http://schemas.openxmlformats.org/drawingml/2006/main">
            <a:r>
              <a:t>Time Management: 원래 Case 4분을 S17 Case 2분 + 새 S18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원하는 작업 경로를 Prompt에 담는다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S19로 연결한다.</a:t>
            </a:r>
          </a:p>
          <a:p xmlns:a="http://schemas.openxmlformats.org/drawingml/2006/main">
            <a:r>
              <a:t/>
            </a:r>
          </a:p>
          <a:p xmlns:a="http://schemas.openxmlformats.org/drawingml/2006/main">
            <a:r>
              <a:t>Time Management: Case 2분. 다섯 줄 요청 45초, 목표 경로와 검증 경계 45초, 다음 질문 연결 30초. S17와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개발자가 정해야 하는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S20로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Task Specification의 다섯 책임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S19의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S21의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더 긴 Prompt보다 분명한 경계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S22의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요청한 과정은 기록에도 남았을까?</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S23로 이동한다. 05 확인·보고 결과는 S24에서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xmlns:a="http://schemas.openxmlformats.org/drawingml/2006/main">
            <a:r>
              <a:t/>
            </a:r>
          </a:p>
          <a:p xmlns:a="http://schemas.openxmlformats.org/drawingml/2006/main">
            <a:r>
              <a:t>Fallback: 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조사에서 한 줄 변경까지</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S06–S07의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S22의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S22의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S24로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변경 결과와 확인 증거</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S21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S25으로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S25으로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Generated ≠ Done</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S26의 승인된 ON-SCREEN SUPPORTING vector·GoogleTest 도식으로 완료 조건과 검사 범위를 연결한다. 주요 C++ 패턴 전이는 S72에서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S26의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Check마다 확인하는 범위</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S72에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S27로 이동한다. 기존 반복 Context 질문은 새8장 뒤의 S35–S36에서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지시와 참고 자료의 구분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입력과 기대 결과의 작은 예시</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바로 검토할 수 있는 결과 형식</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근거가 있는 설명과 미확인의 구분</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결과를 바꾸는 결정에서 확인 질문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큰 작업을 검토할 결과물로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기준을 지정한 코드 리뷰 요청</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구체적인 근거로 수정 방향 피드백</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S27–S28의 반복 Context 질문으로 연결한다. 현재 기존 두 장은 S35–S36이다.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S27–S28의 반복 Context 질문으로 연결한다. 현재 기존 두 장은 S35–S36이다.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이번 Task인가, 계속 유지할 Project 정보인가?</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S36에서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S36으로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반복하는 설명을 두 범주로 나누기</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S38의 반복 Project Context 문제로 연결한다.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필요한 정보를 찾아 쓰게 하기</a:t>
            </a:r>
          </a:p>
          <a:p xmlns:a="http://schemas.openxmlformats.org/drawingml/2006/main">
            <a:r>
              <a:t/>
            </a:r>
          </a:p>
          <a:p xmlns:a="http://schemas.openxmlformats.org/drawingml/2006/main">
            <a:r>
              <a:t>**Slide ID:**</a:t>
            </a:r>
          </a:p>
          <a:p xmlns:a="http://schemas.openxmlformats.org/drawingml/2006/main">
            <a:r>
              <a:t>S37</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S38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전체406분이다. 제목·부제만 안내하고1분에 S38로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production/preview/full/S37.png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다른 Task에 같은 설명이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작은 Project Context의 첫 기록</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S40로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S39 및 `production/preview/act2/S39.png`에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S40 handoff. 명령어 옵션별 설명은 생략한다.</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AGENTS.md의 지침대로 검증했다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S41 연결. Demo4분·기존 Mode는 유지하며 실측 리허설은 UNVERIFIED다.</a:t>
            </a:r>
          </a:p>
          <a:p xmlns:a="http://schemas.openxmlformats.org/drawingml/2006/main">
            <a:r>
              <a:t/>
            </a:r>
          </a:p>
          <a:p xmlns:a="http://schemas.openxmlformats.org/drawingml/2006/main">
            <a:r>
              <a:t>Fallback: 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Prompt와 Project Context</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S38–S37.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정확한 정보도 계속 늘어난다</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S43의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정확하지만 이번 작업에는 불필요한 정보</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정보의 범위와 제공 시점</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S43/TRIAL-004의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S43 회수30초, 공통 안내1분, 요청별 상세1분, 재사용 절차1분, 경계·S45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많이 담아도 같은 근거를 똑같이 쓰는가?</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S46으로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AI가 필요한 코드를 찾았다는 것을 무엇으로 확인할까?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S45에서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S47의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S47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필요한 상세 정보로 가는 길</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AGENTS.md에는 무엇을 남길까?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S49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S49, 문서 접근의 관찰과 한계는 S51–S53에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정보를 지우지 않고 위치를 나누기</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두 Task가 무엇을 읽을까?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S51–S53.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S51–S53의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Crop Task에서 관찰한 접근</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의존성 질문은 설정과 소스로 답했다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S50의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S52; production/preview/act2/S52.png.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Task별 접근은 달랐지만 완벽하지는 않다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Context 정리에서 확인한 네 가지</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S54; production/preview/act2/S54.png.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지식은 정리됐지만 절차는 반복된다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S57으로 넘긴다.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S57에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S57에서 기록의 반복 구조를 확인한다.</a:t>
            </a:r>
          </a:p>
          <a:p xmlns:a="http://schemas.openxmlformats.org/drawingml/2006/main">
            <a:r>
              <a:t/>
            </a:r>
          </a:p>
          <a:p xmlns:a="http://schemas.openxmlformats.org/drawingml/2006/main">
            <a:r>
              <a:t>Audience Interaction: Q&amp;A6分은 팀에서 반복하는 작업 방법을 묻는다. S53의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S57으로 handoff한다.</a:t>
            </a:r>
          </a:p>
          <a:p xmlns:a="http://schemas.openxmlformats.org/drawingml/2006/main">
            <a:r>
              <a:t/>
            </a:r>
          </a:p>
          <a:p xmlns:a="http://schemas.openxmlformats.org/drawingml/2006/main">
            <a:r>
              <a:t>Fallback: LOCAL STATIC ARTIFACT — production/ACT_2.pptx의 S55 또는 production/preview/act2/S55.png를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AI가 일할 방법과 환경 설계하기</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S57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총96분, 전체406분이다. 제목·부제만 안내하고1분에 S57로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production/preview/full/S56.png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두 실제 요청에 같은 절차가 반복됐다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테스트 명령을 언제 쓰고 무엇을 판단할까?</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S57의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S59의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S59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목표·기준·방법을 한 작업에 적용한다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S58에서 명령의 사용 시점·판단 기준까지 정한 방법을 봤음을 한 문장으로 회수한다. 상단 이번 목표 ‘normalize 성능을 조사해줘’를 읽고, 아래 작업 영역으로 들어가는 연결을 짚는다. S58의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S60에서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S58 회수·목표1, 기준·한 작업1.5, 방법 적용1.5, S60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반복 절차를 Skill로 모으는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S59의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S58에서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S61의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S61에서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S59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발견·호출·본문 포함의 근거</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S62에서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S62로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S60 회수·업무 목적0.75, 목록1, 요청1, trace1.5, 범위·S62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S61, production/preview/act3/S61.png 및 production/preview/full/S61.png.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지침과 실제 작업 기록의 대응</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S61의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S64에서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S61의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S65–S66로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a:t>
            </a:r>
          </a:p>
          <a:p xmlns:a="http://schemas.openxmlformats.org/drawingml/2006/main">
            <a:r>
              <a:t>“지침과 실제 작업 기록을 대응했습니다. 우리 절차도 Codex와 대화하며 Skill로 만들 수 있는지 짧게 보겠습니다.” S63 팁 뒤 S64에서 절차와 작업별 답의 경계를 회수한다.</a:t>
            </a:r>
          </a:p>
          <a:p xmlns:a="http://schemas.openxmlformats.org/drawingml/2006/main">
            <a:r>
              <a:t/>
            </a:r>
          </a:p>
          <a:p xmlns:a="http://schemas.openxmlformats.org/drawingml/2006/main">
            <a:r>
              <a:t>Time Management: Demo3분(본문 포함 회수0.5, 기준선0.75, 계획·diff0.75, 검증1) + Case3분(근거 구분·요청 책임1.5, 범위·S64 연결1.5). 지연 시 명령과 테스트 이름을 낭독하지 않고 행별 대응을 짚는다. 조건부 계획, 입력/수행 구분, 단독 효과 미입증은 생략하지 않는다. 6분에 S64으로 이동한다.</a:t>
            </a:r>
          </a:p>
          <a:p xmlns:a="http://schemas.openxmlformats.org/drawingml/2006/main">
            <a:r>
              <a:t/>
            </a:r>
          </a:p>
          <a:p xmlns:a="http://schemas.openxmlformats.org/drawingml/2006/main">
            <a:r>
              <a:t>Fallback: LOCAL STATIC ARTIFACT — production/ACT_3.pptx의 S62, production/preview/act3/S62.png 및 production/preview/full/S62.png.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대화로 재사용할 Skill 만들기</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대화로 재사용할 Skill 만들기</a:t>
            </a:r>
          </a:p>
          <a:p xmlns:a="http://schemas.openxmlformats.org/drawingml/2006/main">
            <a:r>
              <a:t/>
            </a:r>
          </a:p>
          <a:p xmlns:a="http://schemas.openxmlformats.org/drawingml/2006/main">
            <a:r>
              <a:t>**ACT / Section:**</a:t>
            </a:r>
          </a:p>
          <a:p xmlns:a="http://schemas.openxmlformats.org/drawingml/2006/main">
            <a:r>
              <a:t>ACT 3 / 3C Reusable Skill</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Codex의 $skill-creator에 반복할 작업과 사용 조건을 대화로 설명해 Skill 초안을 만들 수 있다. 생성된 지침을 확인하고 대표 요청에 사용해 다듬는다.</a:t>
            </a:r>
          </a:p>
          <a:p xmlns:a="http://schemas.openxmlformats.org/drawingml/2006/main">
            <a:r>
              <a:t/>
            </a:r>
          </a:p>
          <a:p xmlns:a="http://schemas.openxmlformats.org/drawingml/2006/main">
            <a:r>
              <a:t>**Opening Question:**</a:t>
            </a:r>
          </a:p>
          <a:p xmlns:a="http://schemas.openxmlformats.org/drawingml/2006/main">
            <a:r>
              <a:t>“우리 작업 절차도 파일 문법부터 배우지 않고 Skill로 만들 수 있을까요?”</a:t>
            </a:r>
          </a:p>
          <a:p xmlns:a="http://schemas.openxmlformats.org/drawingml/2006/main">
            <a:r>
              <a:t/>
            </a:r>
          </a:p>
          <a:p xmlns:a="http://schemas.openxmlformats.org/drawingml/2006/main">
            <a:r>
              <a:t>**Speaker Flow:**</a:t>
            </a:r>
          </a:p>
          <a:p xmlns:a="http://schemas.openxmlformats.org/drawingml/2006/main">
            <a:r>
              <a:t>1. (0:00–0:30 / Lecture) 실제 지침/기록 대응을 본 S62에서 제작 방법이라는 짧은 실무 팁으로 전환한다. 새 Trial이나 기존 Skill 제작 과정을 재현하는 Demo가 아니다.</a:t>
            </a:r>
          </a:p>
          <a:p xmlns:a="http://schemas.openxmlformats.org/drawingml/2006/main">
            <a:r>
              <a:t>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xmlns:a="http://schemas.openxmlformats.org/drawingml/2006/main">
            <a:r>
              <a:t>3. (1:25–2:00 / Lecture) 오른쪽은 생성 문서의 역할을 보여주는 도식이다. 지침을 검토하고 대표 요청으로 시험해야 한다. 절차와 고정 답을 어떻게 나눌지는 S64의 기존 설명으로 회수한다.</a:t>
            </a:r>
          </a:p>
          <a:p xmlns:a="http://schemas.openxmlformats.org/drawingml/2006/main">
            <a:r>
              <a:t/>
            </a:r>
          </a:p>
          <a:p xmlns:a="http://schemas.openxmlformats.org/drawingml/2006/main">
            <a:r>
              <a:t>**Evidence / Source:**</a:t>
            </a:r>
          </a:p>
          <a:p xmlns:a="http://schemas.openxmlformats.org/drawingml/2006/main">
            <a:r>
              <a:t>SRC-0111 / CLM-0041; https://learn.chatgpt.com/docs/build-skills; 2026-10-25 재확인; DEC-0093. 명시 호출과 초안 제작 안내를 바탕으로 각색한 요청·문서 도식이다.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xmlns:a="http://schemas.openxmlformats.org/drawingml/2006/main">
            <a:r>
              <a:t/>
            </a:r>
          </a:p>
          <a:p xmlns:a="http://schemas.openxmlformats.org/drawingml/2006/main">
            <a:r>
              <a:t>**Beginner Explanation:**</a:t>
            </a:r>
          </a:p>
          <a:p xmlns:a="http://schemas.openxmlformats.org/drawingml/2006/main">
            <a:r>
              <a:t>Skill 파일의 문법부터 직접 외울 필요 없이 Codex에 원하는 작업 방법을 설명해 제작을 시작할 수 있다.</a:t>
            </a:r>
          </a:p>
          <a:p xmlns:a="http://schemas.openxmlformats.org/drawingml/2006/main">
            <a:r>
              <a:t/>
            </a:r>
          </a:p>
          <a:p xmlns:a="http://schemas.openxmlformats.org/drawingml/2006/main">
            <a:r>
              <a:t>**Advanced Insight:**</a:t>
            </a:r>
          </a:p>
          <a:p xmlns:a="http://schemas.openxmlformats.org/drawingml/2006/main">
            <a:r>
              <a:t>사용 조건·입출력·수행 방법의 범위를 좁히고 생성 지침의 검토와 대표 요청 평가를 구분한다. 좋은 실행 결과·정확성·효율을 자동 보장하지 않는다.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“만드는 시작은 대화로 할 수 있습니다. 그러면 이 Skill에는 어떤 절차를 고정하고 어떤 답을 남겨 둬야 할까요?” 기존 S63이 이동한 S64로 이어간다.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S63 / production/preview/full/S63.png.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절차는 재사용하고, 답은 근거로 정한다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1. (0:00–0:35) S63에서 대화로 Skill 초안을 만들 수 있음을 봤다. 이제 그 지침 안에서 다음 작업에도 유지할 수행 절차와 이번 Task의 근거로 결정할 답을 나눈다. 앞의 S62 실제 지침/기록 대응을 짧게 회수하되 제작 방법을 반복하지 않는다.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S65에서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S65/S61보다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S62 회수0.5, 재사용 방법0.75, 이번 근거·답1, 채택/보류와 S65 연결0.75. 지연 시 지침 원문과 세 질문을 전부 낭독하지 않는다. 허용된 보류와 실제 결과의 구분은 생략하지 않고3분에 S65으로 이동한다.</a:t>
            </a:r>
          </a:p>
          <a:p xmlns:a="http://schemas.openxmlformats.org/drawingml/2006/main">
            <a:r>
              <a:t/>
            </a:r>
          </a:p>
          <a:p xmlns:a="http://schemas.openxmlformats.org/drawingml/2006/main">
            <a:r>
              <a:t>Fallback: LOCAL STATIC ARTIFACT — production/ACT_3.pptx의 S64, production/preview/act3/S64.png 및 production/preview/full/S64.png.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밝기 통계 계산의 성능 개선 후보</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S64의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S66은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S65에는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S66의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S65, production/preview/act3/S65.png 및 production/preview/full/S65.png.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선택한 변경의 시간·메모리·동작 확인</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S66, production/preview/act3/S66.png 및 production/preview/full/S66.png.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한 Agent 조사와 Subagent 역할 분리</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S66의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S69의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S69에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a:t>
            </a:r>
          </a:p>
          <a:p xmlns:a="http://schemas.openxmlformats.org/drawingml/2006/main">
            <a:r>
              <a:t>“독립 조사 역할을 나눌 수 있다면, 그 역할은 Codex에서 어떻게 만들어 다시 쓸까요?” S68 제작 팁을 거친 뒤 S69의 실제 밝기 통계 판단으로 돌아온다.</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S69으로 이동한다.</a:t>
            </a:r>
          </a:p>
          <a:p xmlns:a="http://schemas.openxmlformats.org/drawingml/2006/main">
            <a:r>
              <a:t/>
            </a:r>
          </a:p>
          <a:p xmlns:a="http://schemas.openxmlformats.org/drawingml/2006/main">
            <a:r>
              <a:t>Fallback: LOCAL STATIC ARTIFACT — production/ACT_3.pptx의 S67, production/preview/act3/S67.png 및 production/preview/full/S67.png.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대화로 조사 Agent 만들기</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대화로 조사 Agent 만들기</a:t>
            </a:r>
          </a:p>
          <a:p xmlns:a="http://schemas.openxmlformats.org/drawingml/2006/main">
            <a:r>
              <a:t/>
            </a:r>
          </a:p>
          <a:p xmlns:a="http://schemas.openxmlformats.org/drawingml/2006/main">
            <a:r>
              <a:t>**ACT / Section:**</a:t>
            </a:r>
          </a:p>
          <a:p xmlns:a="http://schemas.openxmlformats.org/drawingml/2006/main">
            <a:r>
              <a:t>ACT 3 / 3E Conditional Subagent Decision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Codex에 역할·사용 조건·보고 범위를 설명해 프로젝트용 Custom Agent TOML 작성을 요청할 수 있다. 파일의 역할 지침을 확인하고 다음 요청에서 그 이름의 Subagent로 조사를 명시한다.</a:t>
            </a:r>
          </a:p>
          <a:p xmlns:a="http://schemas.openxmlformats.org/drawingml/2006/main">
            <a:r>
              <a:t/>
            </a:r>
          </a:p>
          <a:p xmlns:a="http://schemas.openxmlformats.org/drawingml/2006/main">
            <a:r>
              <a:t>**Opening Question:**</a:t>
            </a:r>
          </a:p>
          <a:p xmlns:a="http://schemas.openxmlformats.org/drawingml/2006/main">
            <a:r>
              <a:t>“반복해서 맡기는 조사 역할을 Codex에서 어떻게 만들어 다시 쓸까요?”</a:t>
            </a:r>
          </a:p>
          <a:p xmlns:a="http://schemas.openxmlformats.org/drawingml/2006/main">
            <a:r>
              <a:t/>
            </a:r>
          </a:p>
          <a:p xmlns:a="http://schemas.openxmlformats.org/drawingml/2006/main">
            <a:r>
              <a:t>**Speaker Flow:**</a:t>
            </a:r>
          </a:p>
          <a:p xmlns:a="http://schemas.openxmlformats.org/drawingml/2006/main">
            <a:r>
              <a:t>1. (0:00–0:30 / Lecture) S67의 독립 조사 분담 가정에서 실제 Codex 활용 방법으로 잠시 전환한다. 일회성 분담은 요청만으로 시작할 수 있고 이 장은 같은 역할을 다시 쓰려는 Custom Agent 설정 예시임을 설명한다.</a:t>
            </a:r>
          </a:p>
          <a:p xmlns:a="http://schemas.openxmlformats.org/drawingml/2006/main">
            <a:r>
              <a:t>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xmlns:a="http://schemas.openxmlformats.org/drawingml/2006/main">
            <a:r>
              <a:t>3. (1:25–2:00 / Lecture) 하단 요청에서 이름과 Subagent 분담을 명시하고 주 Agent가 결과를 기다려 근거를 확인·종합한다. 권한은 부모 설정을 따르며 코드 수정 금지 지침 자체가 권한 격리는 아니다. 실제 실행은 하지 않고 S69의 왜 분담하지 않았는지로 돌아온다.</a:t>
            </a:r>
          </a:p>
          <a:p xmlns:a="http://schemas.openxmlformats.org/drawingml/2006/main">
            <a:r>
              <a:t/>
            </a:r>
          </a:p>
          <a:p xmlns:a="http://schemas.openxmlformats.org/drawingml/2006/main">
            <a:r>
              <a:t>**Evidence / Source:**</a:t>
            </a:r>
          </a:p>
          <a:p xmlns:a="http://schemas.openxmlformats.org/drawingml/2006/main">
            <a:r>
              <a:t>SRC-0112 / CLM-0042; https://learn.chatgpt.com/docs/agent-configuration/subagents; 2026-10-25 재확인; DEC-0093. 공식 Custom agents의 프로젝트 .codex/agents/*.toml 및 name/description/developer_instructions와 명시적 분담 요청을 바탕으로 각색했다.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xmlns:a="http://schemas.openxmlformats.org/drawingml/2006/main">
            <a:r>
              <a:t/>
            </a:r>
          </a:p>
          <a:p xmlns:a="http://schemas.openxmlformats.org/drawingml/2006/main">
            <a:r>
              <a:t>**Beginner Explanation:**</a:t>
            </a:r>
          </a:p>
          <a:p xmlns:a="http://schemas.openxmlformats.org/drawingml/2006/main">
            <a:r>
              <a:t>어떤 조사를 언제 맡기고 무엇을 받으려는지 Codex에 설명하면 재사용할 역할 설정부터 작성하도록 요청할 수 있다.</a:t>
            </a:r>
          </a:p>
          <a:p xmlns:a="http://schemas.openxmlformats.org/drawingml/2006/main">
            <a:r>
              <a:t/>
            </a:r>
          </a:p>
          <a:p xmlns:a="http://schemas.openxmlformats.org/drawingml/2006/main">
            <a:r>
              <a:t>**Advanced Insight:**</a:t>
            </a:r>
          </a:p>
          <a:p xmlns:a="http://schemas.openxmlformats.org/drawingml/2006/main">
            <a:r>
              <a:t>임시 분담과 재사용 가능한 역할 정의를 구분한다. 설정 파일의 필수 필드·역할 범위와 부모 권한의 상속, 주 Agent의 근거 검토·통합 책임을 분리한다.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“필요할 때 역할을 만들어 쓸 수 있습니다. 하지만 이 밝기 통계 작업에서도 나눌 필요가 있었을까요?” 이전 S67이 이동한 S69에서 실제 보류 판단을 회수한다.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S68 / production/preview/full/S68.png.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 작업을 나누지 않은 이유</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“S67의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S67에서는 성능·빌드·테스트 조사가 서로 기다리지 않아도 된다고 가정했다. 이제 S65/S61의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S65에서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S66에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S67의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S67의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Lecture1분(S67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S70로 이동한다.</a:t>
            </a:r>
          </a:p>
          <a:p xmlns:a="http://schemas.openxmlformats.org/drawingml/2006/main">
            <a:r>
              <a:t/>
            </a:r>
          </a:p>
          <a:p xmlns:a="http://schemas.openxmlformats.org/drawingml/2006/main">
            <a:r>
              <a:t>Fallback: LOCAL STATIC ARTIFACT — production/ACT_3.pptx의 S69, production/preview/act3/S69.png 및 production/preview/full/S69.png.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이번 Context와 다시 쓸 지식</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S69에서는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S71에서는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S71에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S69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S71로 이동한다.</a:t>
            </a:r>
          </a:p>
          <a:p xmlns:a="http://schemas.openxmlformats.org/drawingml/2006/main">
            <a:r>
              <a:t/>
            </a:r>
          </a:p>
          <a:p xmlns:a="http://schemas.openxmlformats.org/drawingml/2006/main">
            <a:r>
              <a:t>Fallback: LOCAL STATIC ARTIFACT — production/ACT_3.pptx의 S70, production/preview/act3/S70.png 및 production/preview/full/S70.png.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Demo 지식의 원래 출처</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“S70의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S70의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S72으로 이동한다.</a:t>
            </a:r>
          </a:p>
          <a:p xmlns:a="http://schemas.openxmlformats.org/drawingml/2006/main">
            <a:r>
              <a:t/>
            </a:r>
          </a:p>
          <a:p xmlns:a="http://schemas.openxmlformats.org/drawingml/2006/main">
            <a:r>
              <a:t>Fallback: LOCAL STATIC ARTIFACT — production/ACT_3.pptx의 S71, production/preview/act3/S71.png 및 production/preview/full/S71.png.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밝기 통계 작업에 쓰인 구성의 역할</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“S71에서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S71의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S61/S58에서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S66처럼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S71의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S73에서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S61–S66의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S72, production/preview/act3/S72.png 및 production/preview/full/S72.png.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함께 작동하는 작업 환경, Harness</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“S72의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S72의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S74–S75를 연다. 제품이나 새 명령을 실행하지 않는다.</a:t>
            </a:r>
          </a:p>
          <a:p xmlns:a="http://schemas.openxmlformats.org/drawingml/2006/main">
            <a:r>
              <a:t>마지막 연결은 다음 프로젝트에서도 사용할 기반의 가치다. 실행 조건의 세부는 S76–S80에서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S72의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S74–S75은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S72/STATE-04-PERF의 AGENTS.md·docs·Skill·tests·benchmark와 기록된 입력/실행 조건을 같은 도식에 대응하는 CAPTURED 정적 요약이다. 실제 실행 캡처가 아니며 제품·Agent·benchmark·Demo repository를 실행하거나 새 Trial을 만들지 않는다. S72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만든 Harness를 다음 프로젝트의 기반으로</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S73의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S74 또는 production/preview/full/S74.png.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공통 기반에 프로젝트 기준을 연결한다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S76의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S75의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S08과 원기록에 유지하며 새 보정 시나리오의 원인으로 사용하지 않는다.</a:t>
            </a:r>
          </a:p>
          <a:p xmlns:a="http://schemas.openxmlformats.org/drawingml/2006/main">
            <a:r>
              <a:t/>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확인된 성공은 기록된 범위로 보존한다. 새 작업의 첫 결과 뒤에도 남은 문제가 있을 수 있다는 별도 가정으로 S77을 연다.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첫 결과 뒤에도, 확인할 일이 남는다면?</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첫 결과 뒤에도, 확인할 일이 남는다면?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**Opening Question:**</a:t>
            </a:r>
          </a:p>
          <a:p xmlns:a="http://schemas.openxmlformats.org/drawingml/2006/main">
            <a:r>
              <a:t>첫 결과 뒤에 무엇이 아직 남았는지는 누가 확인할까?</a:t>
            </a:r>
          </a:p>
          <a:p xmlns:a="http://schemas.openxmlformats.org/drawingml/2006/main">
            <a:r>
              <a:t/>
            </a:r>
          </a:p>
          <a:p xmlns:a="http://schemas.openxmlformats.org/drawingml/2006/main">
            <a:r>
              <a:t>**Speaker Flow:**</a:t>
            </a:r>
          </a:p>
          <a:p xmlns:a="http://schemas.openxmlformats.org/drawingml/2006/main">
            <a:r>
              <a:t>1. (0:00–1:00 / Lecture) 첫 결과가 나와도 완료 기준의 미충족 항목이 남을 수 있다는 가상 상황을 연다. 화면의 근거 등급을 짚고 실제 Trial의 반복 실패 기록과 구분한다.</a:t>
            </a:r>
          </a:p>
          <a:p xmlns:a="http://schemas.openxmlformats.org/drawingml/2006/main">
            <a:r>
              <a:t>2. (1:00–2:00 / Lecture) 첫 변경 결과를 사람이 검토하고 수정 요청으로 잇는 S78로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첫 변경 결과를 사람이 검토하고 수정 요청으로 잇는 S78로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S77; production/preview/act3/S77.png 및 production/preview/full/S77.png.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남은 문제를 다음 수정으로 이어주는 사람</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남은 문제를 다음 수정으로 이어주는 사람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**Opening Question:**</a:t>
            </a:r>
          </a:p>
          <a:p xmlns:a="http://schemas.openxmlformats.org/drawingml/2006/main">
            <a:r>
              <a:t>같은 목표인데 왜 다음 단계는 다시 요청해야 할까?</a:t>
            </a:r>
          </a:p>
          <a:p xmlns:a="http://schemas.openxmlformats.org/drawingml/2006/main">
            <a:r>
              <a:t/>
            </a:r>
          </a:p>
          <a:p xmlns:a="http://schemas.openxmlformats.org/drawingml/2006/main">
            <a:r>
              <a:t>**Speaker Flow:**</a:t>
            </a:r>
          </a:p>
          <a:p xmlns:a="http://schemas.openxmlformats.org/drawingml/2006/main">
            <a:r>
              <a:t>1. (0:00–1:00 / Lecture) 같은 목표 안에서 검토·수정·재확인을 사람이 매번 다시 요청하는 상황을 설명한다. 화면의 근거 등급을 짚고 실제 Trial의 반복 실패 기록과 구분한다.</a:t>
            </a:r>
          </a:p>
          <a:p xmlns:a="http://schemas.openxmlformats.org/drawingml/2006/main">
            <a:r>
              <a:t>2. (1:00–2:00 / Lecture) 이 연결에서 수행 방법과 다음 행동 판단을 구분하는 S79로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이 연결에서 수행 방법과 다음 행동 판단을 구분하는 S79로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S78; production/preview/act3/S78.png 및 production/preview/full/S78.png.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같은 목표의 수정과 검토가 끊기지 않게</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같은 목표의 수정과 검토가 끊기지 않게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**Opening Question:**</a:t>
            </a:r>
          </a:p>
          <a:p xmlns:a="http://schemas.openxmlformats.org/drawingml/2006/main">
            <a:r>
              <a:t>어떻게 일할지와 다음에 무엇을 고칠지는 같은 질문일까?</a:t>
            </a:r>
          </a:p>
          <a:p xmlns:a="http://schemas.openxmlformats.org/drawingml/2006/main">
            <a:r>
              <a:t/>
            </a:r>
          </a:p>
          <a:p xmlns:a="http://schemas.openxmlformats.org/drawingml/2006/main">
            <a:r>
              <a:t>**Speaker Flow:**</a:t>
            </a:r>
          </a:p>
          <a:p xmlns:a="http://schemas.openxmlformats.org/drawingml/2006/main">
            <a:r>
              <a:t>1. (0:00–1:00 / Lecture) Harness의 수행 방법·도구를 활용하며 검토 지적을 다음 수정으로 돌리는 제어가 필요하다. 화면의 근거 등급을 짚고 실제 Trial의 반복 실패 기록과 구분한다.</a:t>
            </a:r>
          </a:p>
          <a:p xmlns:a="http://schemas.openxmlformats.org/drawingml/2006/main">
            <a:r>
              <a:t>2. (1:00–2:00 / Lecture) 같은 목표의 다음 수정이 이어받을 상태를 S80에서 살펴본다.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같은 목표의 다음 수정이 이어받을 상태를 S80에서 살펴본다.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S79; production/preview/act3/S79.png 및 production/preview/full/S79.png.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다음 수정에 넘길 기록</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다음 수정에 넘길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**Opening Question:**</a:t>
            </a:r>
          </a:p>
          <a:p xmlns:a="http://schemas.openxmlformats.org/drawingml/2006/main">
            <a:r>
              <a:t>다음 수정이 무엇을 이어받아야 할까?</a:t>
            </a:r>
          </a:p>
          <a:p xmlns:a="http://schemas.openxmlformats.org/drawingml/2006/main">
            <a:r>
              <a:t/>
            </a:r>
          </a:p>
          <a:p xmlns:a="http://schemas.openxmlformats.org/drawingml/2006/main">
            <a:r>
              <a:t>**Speaker Flow:**</a:t>
            </a:r>
          </a:p>
          <a:p xmlns:a="http://schemas.openxmlformats.org/drawingml/2006/main">
            <a:r>
              <a:t>1. (0:00–1:00 / Lecture) 목표·완료 기준, 현재 변경·검사 기록, 남은 검토 지적을 다음 수정에 전달한다. 화면의 근거 등급을 짚고 실제 Trial의 반복 실패 기록과 구분한다.</a:t>
            </a:r>
          </a:p>
          <a:p xmlns:a="http://schemas.openxmlformats.org/drawingml/2006/main">
            <a:r>
              <a:t>2. (1:00–2:00 / Lecture) S81에서 내가 계속 이어 주는 다음 요청 하나를 떠올리게 한다.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S81에서 내가 계속 이어 주는 다음 요청 하나를 떠올리게 한다.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S80; production/preview/act3/S80.png 및 production/preview/full/S80.png.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내가 매번 이어 주는 다음 단계는 무엇일까?</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내가 매번 이어 주는 다음 단계는 무엇일까?</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3분 + Q&amp;A 5분 + Transition 2분</a:t>
            </a:r>
          </a:p>
          <a:p xmlns:a="http://schemas.openxmlformats.org/drawingml/2006/main">
            <a:r>
              <a:t/>
            </a:r>
          </a:p>
          <a:p xmlns:a="http://schemas.openxmlformats.org/drawingml/2006/main">
            <a:r>
              <a:t>**Primary Message:**</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**Opening Question:**</a:t>
            </a:r>
          </a:p>
          <a:p xmlns:a="http://schemas.openxmlformats.org/drawingml/2006/main">
            <a:r>
              <a:t>내가 매번 이어 주는 검토·수정·확인 요청은 무엇일까?</a:t>
            </a:r>
          </a:p>
          <a:p xmlns:a="http://schemas.openxmlformats.org/drawingml/2006/main">
            <a:r>
              <a:t/>
            </a:r>
          </a:p>
          <a:p xmlns:a="http://schemas.openxmlformats.org/drawingml/2006/main">
            <a:r>
              <a:t>**Speaker Flow:**</a:t>
            </a:r>
          </a:p>
          <a:p xmlns:a="http://schemas.openxmlformats.org/drawingml/2006/main">
            <a:r>
              <a:t>1. (0:00–3:00 / Reflection) 검토·수정·완료 중 내가 계속 이어 주는 요청 하나를 마음속으로 고른다. 기록·발표를 요구하지 않는다.</a:t>
            </a:r>
          </a:p>
          <a:p xmlns:a="http://schemas.openxmlformats.org/drawingml/2006/main">
            <a:r>
              <a:t>2. (3:00–8:00 / Q&amp;A) 질문을 받는다. 없으면 “검토가 끝난 뒤 다음 수정은 누가 이어 주나요?”를 사용한다. 완료 기준과 사람의 책임을 유지하고 제품 기능을 단정하지 않는다.</a:t>
            </a:r>
          </a:p>
          <a:p xmlns:a="http://schemas.openxmlformats.org/drawingml/2006/main">
            <a:r>
              <a:t>3. (8:00–10:00 / Transition) S82의 목표 기반 실행·검토 시스템 제목을 거쳐 S83의 사람의 연결 문제로 이어간다.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내가 매번 이어 주는 검토·수정·확인 요청은 무엇일까? 공유·기록·실습은 요구하지 않는다.</a:t>
            </a:r>
          </a:p>
          <a:p xmlns:a="http://schemas.openxmlformats.org/drawingml/2006/main">
            <a:r>
              <a:t/>
            </a:r>
          </a:p>
          <a:p xmlns:a="http://schemas.openxmlformats.org/drawingml/2006/main">
            <a:r>
              <a:t>**Transition:**</a:t>
            </a:r>
          </a:p>
          <a:p xmlns:a="http://schemas.openxmlformats.org/drawingml/2006/main">
            <a:r>
              <a:t>S82의 목표 기반 실행·검토 시스템 제목을 거쳐 S83의 사람의 연결 문제로 이어간다.</a:t>
            </a:r>
          </a:p>
          <a:p xmlns:a="http://schemas.openxmlformats.org/drawingml/2006/main">
            <a:r>
              <a:t/>
            </a:r>
          </a:p>
          <a:p xmlns:a="http://schemas.openxmlformats.org/drawingml/2006/main">
            <a:r>
              <a:t>**Time Management:**</a:t>
            </a:r>
          </a:p>
          <a:p xmlns:a="http://schemas.openxmlformats.org/drawingml/2006/main">
            <a:r>
              <a:t>Reflection 3분 + Q&amp;A 5분 + Transition 2분 = 10분.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S81; production/preview/act3/S81.png 및 production/preview/full/S81.png.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목표를 이룰 때까지 수정하고 검토하기</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목표를 이룰 때까지 수정하고 검토하기</a:t>
            </a:r>
          </a:p>
          <a:p xmlns:a="http://schemas.openxmlformats.org/drawingml/2006/main">
            <a:r>
              <a:t/>
            </a:r>
          </a:p>
          <a:p xmlns:a="http://schemas.openxmlformats.org/drawingml/2006/main">
            <a:r>
              <a:t>**ACT / Section:**</a:t>
            </a:r>
          </a:p>
          <a:p xmlns:a="http://schemas.openxmlformats.org/drawingml/2006/main">
            <a:r>
              <a:t>ACT 4 / 4R1 Goal-loop entry</a:t>
            </a:r>
          </a:p>
          <a:p xmlns:a="http://schemas.openxmlformats.org/drawingml/2006/main">
            <a:r>
              <a:t/>
            </a:r>
          </a:p>
          <a:p xmlns:a="http://schemas.openxmlformats.org/drawingml/2006/main">
            <a:r>
              <a:t>**Allocated Time:**</a:t>
            </a:r>
          </a:p>
          <a:p xmlns:a="http://schemas.openxmlformats.org/drawingml/2006/main">
            <a:r>
              <a:t>1 minutes</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Loop Engineering은 같은 목표의 구현·검토·수정을 피드백으로 연결하는 시스템 설계다.</a:t>
            </a:r>
          </a:p>
          <a:p xmlns:a="http://schemas.openxmlformats.org/drawingml/2006/main">
            <a:r>
              <a:t/>
            </a:r>
          </a:p>
          <a:p xmlns:a="http://schemas.openxmlformats.org/drawingml/2006/main">
            <a:r>
              <a:t>**Opening Question:**</a:t>
            </a:r>
          </a:p>
          <a:p xmlns:a="http://schemas.openxmlformats.org/drawingml/2006/main">
            <a:r>
              <a:t>다음 수정과 검토까지 작업 시스템이 이어가려면 무엇이 필요할까?</a:t>
            </a:r>
          </a:p>
          <a:p xmlns:a="http://schemas.openxmlformats.org/drawingml/2006/main">
            <a:r>
              <a:t/>
            </a:r>
          </a:p>
          <a:p xmlns:a="http://schemas.openxmlformats.org/drawingml/2006/main">
            <a:r>
              <a:t>**Speaker Flow:**</a:t>
            </a:r>
          </a:p>
          <a:p xmlns:a="http://schemas.openxmlformats.org/drawingml/2006/main">
            <a:r>
              <a:t>1. (0:00–1:00 / Transition) ACT3의 마지막 질문을 받아 제목과 부제만 안내한다. 목표·완료 기준이 반복을 이끈다는 관점을 예고하고 S83으로 넘긴다.</a:t>
            </a:r>
          </a:p>
          <a:p xmlns:a="http://schemas.openxmlformats.org/drawingml/2006/main">
            <a:r>
              <a:t/>
            </a:r>
          </a:p>
          <a:p xmlns:a="http://schemas.openxmlformats.org/drawingml/2006/main">
            <a:r>
              <a:t>**Evidence / Source:**</a:t>
            </a:r>
          </a:p>
          <a:p xmlns:a="http://schemas.openxmlformats.org/drawingml/2006/main">
            <a:r>
              <a:t>DEC-0097; BEAT-072;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Loop Engineering은 같은 목표의 구현·검토·수정을 피드백으로 연결하는 시스템 설계다.</a:t>
            </a:r>
          </a:p>
          <a:p xmlns:a="http://schemas.openxmlformats.org/drawingml/2006/main">
            <a:r>
              <a:t/>
            </a:r>
          </a:p>
          <a:p xmlns:a="http://schemas.openxmlformats.org/drawingml/2006/main">
            <a:r>
              <a:t>**Advanced Insight:**</a:t>
            </a:r>
          </a:p>
          <a:p xmlns:a="http://schemas.openxmlformats.org/drawingml/2006/main">
            <a:r>
              <a:t>이번 교육의 운영 정의다. 특정 제품의 기능명이나 보편 표준 분류로 주장하지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N/A — ACT 제목 안내.</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다음 수정도 사람이 매번 이어줘야 할까?의 질문으로 이어간다.</a:t>
            </a:r>
          </a:p>
          <a:p xmlns:a="http://schemas.openxmlformats.org/drawingml/2006/main">
            <a:r>
              <a:t/>
            </a:r>
          </a:p>
          <a:p xmlns:a="http://schemas.openxmlformats.org/drawingml/2006/main">
            <a:r>
              <a:t>**Time Management:**</a:t>
            </a:r>
          </a:p>
          <a:p xmlns:a="http://schemas.openxmlformats.org/drawingml/2006/main">
            <a:r>
              <a:t>Transition 1분 = 1분.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S82; production/preview/act4/S82.png 및 production/preview/full/S82.png.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다음 수정도 사람이 매번 이어줘야 할까?</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다음 수정도 사람이 매번 이어줘야 할까?</a:t>
            </a:r>
          </a:p>
          <a:p xmlns:a="http://schemas.openxmlformats.org/drawingml/2006/main">
            <a:r>
              <a:t/>
            </a:r>
          </a:p>
          <a:p xmlns:a="http://schemas.openxmlformats.org/drawingml/2006/main">
            <a:r>
              <a:t>**ACT / Section:**</a:t>
            </a:r>
          </a:p>
          <a:p xmlns:a="http://schemas.openxmlformats.org/drawingml/2006/main">
            <a:r>
              <a:t>ACT 4 / 4R1 Goal-loop entry</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한 목표를 마치는 동안 사람이 검토·수정·재확인의 다음 요청을 계속 연결하는 문제를 드러낸다.</a:t>
            </a:r>
          </a:p>
          <a:p xmlns:a="http://schemas.openxmlformats.org/drawingml/2006/main">
            <a:r>
              <a:t/>
            </a:r>
          </a:p>
          <a:p xmlns:a="http://schemas.openxmlformats.org/drawingml/2006/main">
            <a:r>
              <a:t>**Opening Question:**</a:t>
            </a:r>
          </a:p>
          <a:p xmlns:a="http://schemas.openxmlformats.org/drawingml/2006/main">
            <a:r>
              <a:t>작업 방법이 있어도 다음 단계는 매번 사람이 다시 요청해야 할까?</a:t>
            </a:r>
          </a:p>
          <a:p xmlns:a="http://schemas.openxmlformats.org/drawingml/2006/main">
            <a:r>
              <a:t/>
            </a:r>
          </a:p>
          <a:p xmlns:a="http://schemas.openxmlformats.org/drawingml/2006/main">
            <a:r>
              <a:t>**Speaker Flow:**</a:t>
            </a:r>
          </a:p>
          <a:p xmlns:a="http://schemas.openxmlformats.org/drawingml/2006/main">
            <a:r>
              <a:t>1. (0:00–2:00 / Lecture) S81의 질문을 회수한다. 앞 ACT의 Harness는 수행 방법과 도구를 제공한다. 이 장의 세 요청은 실제 Trial이 아닌 가상 상황이며 같은 목표 안의 연속 단계라고 설명한다.</a:t>
            </a:r>
          </a:p>
          <a:p xmlns:a="http://schemas.openxmlformats.org/drawingml/2006/main">
            <a:r>
              <a:t>2. (2:00–4:00 / Case) ACT3의 세 요청을 다시 나열하지 않고, 사람이 모아 전달하던 검토 의견이 다음 수정의 입력으로 들어가는 두 영역을 짚는다. 목표는 유지하고 남은 문제를 시스템 안에서 넘길 수 있겠다는 질문으로 S84의 완료 기준을 연다.</a:t>
            </a:r>
          </a:p>
          <a:p xmlns:a="http://schemas.openxmlformats.org/drawingml/2006/main">
            <a:r>
              <a:t/>
            </a:r>
          </a:p>
          <a:p xmlns:a="http://schemas.openxmlformats.org/drawingml/2006/main">
            <a:r>
              <a:t>**Evidence / Source:**</a:t>
            </a:r>
          </a:p>
          <a:p xmlns:a="http://schemas.openxmlformats.org/drawingml/2006/main">
            <a:r>
              <a:t>DEC-0097; BEAT-073;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한 목표를 마치는 동안 사람이 검토·수정·재확인의 다음 요청을 계속 연결하는 문제를 드러낸다.</a:t>
            </a:r>
          </a:p>
          <a:p xmlns:a="http://schemas.openxmlformats.org/drawingml/2006/main">
            <a:r>
              <a:t/>
            </a:r>
          </a:p>
          <a:p xmlns:a="http://schemas.openxmlformats.org/drawingml/2006/main">
            <a:r>
              <a:t>**Advanced Insight:**</a:t>
            </a:r>
          </a:p>
          <a:p xmlns:a="http://schemas.openxmlformats.org/drawingml/2006/main">
            <a:r>
              <a:t>Harness와 Loop를 배타적인 제품 단계로 구분하지 않는다. 여기서는 반복의 상태·피드백·다음 행동 제어라는 추가 설계 책임을 드러낸다.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먼저, 무엇이 되면 완료인지 정한다의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S83; production/preview/act4/S83.png 및 production/preview/full/S83.png.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먼저, 무엇이 되면 완료인지 정한다</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먼저, 무엇이 되면 완료인지 정한다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밝기 통계의 출력·동작, 임시 할당, 실행시간 조건을 처음부터 완료 기준으로 두고 반복 중 유지한다.</a:t>
            </a:r>
          </a:p>
          <a:p xmlns:a="http://schemas.openxmlformats.org/drawingml/2006/main">
            <a:r>
              <a:t/>
            </a:r>
          </a:p>
          <a:p xmlns:a="http://schemas.openxmlformats.org/drawingml/2006/main">
            <a:r>
              <a:t>**Opening Question:**</a:t>
            </a:r>
          </a:p>
          <a:p xmlns:a="http://schemas.openxmlformats.org/drawingml/2006/main">
            <a:r>
              <a:t>이 최적화 작업은 무엇을 확인하면 완료라고 할 수 있을까?</a:t>
            </a:r>
          </a:p>
          <a:p xmlns:a="http://schemas.openxmlformats.org/drawingml/2006/main">
            <a:r>
              <a:t/>
            </a:r>
          </a:p>
          <a:p xmlns:a="http://schemas.openxmlformats.org/drawingml/2006/main">
            <a:r>
              <a:t>**Speaker Flow:**</a:t>
            </a:r>
          </a:p>
          <a:p xmlns:a="http://schemas.openxmlformats.org/drawingml/2006/main">
            <a:r>
              <a:t>1. (0:00–2:00 / Lecture) 별도 교육용 최적화 상황임을 먼저 밝힌다. 실제 명세의 여섯 출력은 width, height, pixel_count, minimum, maximum, mean이다. 기능 보존과 자원 조건을 함께 제시한다.</a:t>
            </a:r>
          </a:p>
          <a:p xmlns:a="http://schemas.openxmlformats.org/drawingml/2006/main">
            <a:r>
              <a:t>2. (2:00–4:00 / Case) 반복할 때에도 같은 입력·환경·측정 기준을 사용한다. 수치·대표 입력은 실행 전에 확정해야 하며 현재 TBD다. 과거 측정값을 새 완료 기준이나 새 결과로 가져오지 않는다.</a:t>
            </a:r>
          </a:p>
          <a:p xmlns:a="http://schemas.openxmlformats.org/drawingml/2006/main">
            <a:r>
              <a:t/>
            </a:r>
          </a:p>
          <a:p xmlns:a="http://schemas.openxmlformats.org/drawingml/2006/main">
            <a:r>
              <a:t>**Evidence / Source:**</a:t>
            </a:r>
          </a:p>
          <a:p xmlns:a="http://schemas.openxmlformats.org/drawingml/2006/main">
            <a:r>
              <a:t>DEC-0097; BEAT-074; CASE-LOOP-01; existing six-field specification in DEMO_MATRIX.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밝기 통계의 출력·동작, 임시 할당, 실행시간 조건을 처음부터 완료 기준으로 두고 반복 중 유지한다.</a:t>
            </a:r>
          </a:p>
          <a:p xmlns:a="http://schemas.openxmlformats.org/drawingml/2006/main">
            <a:r>
              <a:t/>
            </a:r>
          </a:p>
          <a:p xmlns:a="http://schemas.openxmlformats.org/drawingml/2006/main">
            <a:r>
              <a:t>**Advanced Insight:**</a:t>
            </a:r>
          </a:p>
          <a:p xmlns:a="http://schemas.openxmlformats.org/drawingml/2006/main">
            <a:r>
              <a:t>모델의 판단에 따라 목표나 테스트 기대값을 낮추지 않는다. 요구 변경이 필요하면 사람이 명시적으로 승인한다.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모델 A가 첫 변경 후보를 만든다의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S84; production/preview/act4/S84.png 및 production/preview/full/S84.png.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모델 A가 첫 변경 후보를 만든다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모델 A가 첫 변경 후보를 만든다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첫 구현은 검토할 후보이며 완료가 아니다. 가상 v1은 전체 값 복사가 남아 있는 계산 방식이다.</a:t>
            </a:r>
          </a:p>
          <a:p xmlns:a="http://schemas.openxmlformats.org/drawingml/2006/main">
            <a:r>
              <a:t/>
            </a:r>
          </a:p>
          <a:p xmlns:a="http://schemas.openxmlformats.org/drawingml/2006/main">
            <a:r>
              <a:t>**Opening Question:**</a:t>
            </a:r>
          </a:p>
          <a:p xmlns:a="http://schemas.openxmlformats.org/drawingml/2006/main">
            <a:r>
              <a:t>코드 초안이 나왔다는 사실만으로 할당량 목표를 이뤘다고 할 수 있을까?</a:t>
            </a:r>
          </a:p>
          <a:p xmlns:a="http://schemas.openxmlformats.org/drawingml/2006/main">
            <a:r>
              <a:t/>
            </a:r>
          </a:p>
          <a:p xmlns:a="http://schemas.openxmlformats.org/drawingml/2006/main">
            <a:r>
              <a:t>**Speaker Flow:**</a:t>
            </a:r>
          </a:p>
          <a:p xmlns:a="http://schemas.openxmlformats.org/drawingml/2006/main">
            <a:r>
              <a:t>1. (0:00–1:00 / Case) 고정된 목표 띠를 다시 짚고 모델 A가 첫 후보를 만드는 단계임을 보인다. 실제 STATE-04-PERF 이후의 회귀나 새 코드 실행이 아니다.</a:t>
            </a:r>
          </a:p>
          <a:p xmlns:a="http://schemas.openxmlformats.org/drawingml/2006/main">
            <a:r>
              <a:t>2. (1:00–3:00 / Case) 가정한 v1의 전체 값 복사를 짚는다. 통계 결과가 맞아 보이는 것과 임시 할당 감소를 확인하는 것은 별개다. 실제 메모리·시간 수치를 표시하지 않는다.</a:t>
            </a:r>
          </a:p>
          <a:p xmlns:a="http://schemas.openxmlformats.org/drawingml/2006/main">
            <a:r>
              <a:t>3. (3:00–4:00 / Case) 후보가 나온 시점에서 확인할 자료가 필요하다고 닫는다. 다음 장은 검사할 항목이며 실제 PASS/FAIL을 보여주는 장이 아니다.</a:t>
            </a:r>
          </a:p>
          <a:p xmlns:a="http://schemas.openxmlformats.org/drawingml/2006/main">
            <a:r>
              <a:t/>
            </a:r>
          </a:p>
          <a:p xmlns:a="http://schemas.openxmlformats.org/drawingml/2006/main">
            <a:r>
              <a:t>**Evidence / Source:**</a:t>
            </a:r>
          </a:p>
          <a:p xmlns:a="http://schemas.openxmlformats.org/drawingml/2006/main">
            <a:r>
              <a:t>DEC-0097; BEAT-075;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첫 구현은 검토할 후보이며 완료가 아니다. 가상 v1은 전체 값 복사가 남아 있는 계산 방식이다.</a:t>
            </a:r>
          </a:p>
          <a:p xmlns:a="http://schemas.openxmlformats.org/drawingml/2006/main">
            <a:r>
              <a:t/>
            </a:r>
          </a:p>
          <a:p xmlns:a="http://schemas.openxmlformats.org/drawingml/2006/main">
            <a:r>
              <a:t>**Advanced Insight:**</a:t>
            </a:r>
          </a:p>
          <a:p xmlns:a="http://schemas.openxmlformats.org/drawingml/2006/main">
            <a:r>
              <a:t>후보 생성·실제 동작·자원 측정을 서로 다른 사건으로 구분한다.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실제 동작과 비용은 도구로 확인한다의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S85; production/preview/act4/S85.png 및 production/preview/full/S85.png.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실제 동작과 비용은 도구로 확인한다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실제 동작과 비용은 도구로 확인한다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2분 + Case 3분</a:t>
            </a:r>
          </a:p>
          <a:p xmlns:a="http://schemas.openxmlformats.org/drawingml/2006/main">
            <a:r>
              <a:t/>
            </a:r>
          </a:p>
          <a:p xmlns:a="http://schemas.openxmlformats.org/drawingml/2006/main">
            <a:r>
              <a:t>**Primary Message:**</a:t>
            </a:r>
          </a:p>
          <a:p xmlns:a="http://schemas.openxmlformats.org/drawingml/2006/main">
            <a:r>
              <a:t>모델의 설명을 실제 검사·측정 기록으로 대조하도록 검증을 설계한다.</a:t>
            </a:r>
          </a:p>
          <a:p xmlns:a="http://schemas.openxmlformats.org/drawingml/2006/main">
            <a:r>
              <a:t/>
            </a:r>
          </a:p>
          <a:p xmlns:a="http://schemas.openxmlformats.org/drawingml/2006/main">
            <a:r>
              <a:t>**Opening Question:**</a:t>
            </a:r>
          </a:p>
          <a:p xmlns:a="http://schemas.openxmlformats.org/drawingml/2006/main">
            <a:r>
              <a:t>완료 기준의 각 항목을 어떤 자료로 확인해야 할까?</a:t>
            </a:r>
          </a:p>
          <a:p xmlns:a="http://schemas.openxmlformats.org/drawingml/2006/main">
            <a:r>
              <a:t/>
            </a:r>
          </a:p>
          <a:p xmlns:a="http://schemas.openxmlformats.org/drawingml/2006/main">
            <a:r>
              <a:t>**Speaker Flow:**</a:t>
            </a:r>
          </a:p>
          <a:p xmlns:a="http://schemas.openxmlformats.org/drawingml/2006/main">
            <a:r>
              <a:t>1. (0:00–2:00 / Lecture) 출력과 동작은 명세를 확인하는 테스트, 할당량은 대표 입력의 측정, 시간은 같은 환경에서의 반복 측정으로 확인한다고 연결한다.</a:t>
            </a:r>
          </a:p>
          <a:p xmlns:a="http://schemas.openxmlformats.org/drawingml/2006/main">
            <a:r>
              <a:t>2. (2:00–5:00 / Case) 검사를 계획했다는 것과 실행 결과를 얻었다는 것을 구분한다. 이 장에는 실행 결과가 없다. 실제 운영에서는 입력·환경·명령·결과·미확인을 검토 모델에게 함께 넘긴다.</a:t>
            </a:r>
          </a:p>
          <a:p xmlns:a="http://schemas.openxmlformats.org/drawingml/2006/main">
            <a:r>
              <a:t/>
            </a:r>
          </a:p>
          <a:p xmlns:a="http://schemas.openxmlformats.org/drawingml/2006/main">
            <a:r>
              <a:t>**Evidence / Source:**</a:t>
            </a:r>
          </a:p>
          <a:p xmlns:a="http://schemas.openxmlformats.org/drawingml/2006/main">
            <a:r>
              <a:t>DEC-0097; BEAT-075;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모델의 설명을 실제 검사·측정 기록으로 대조하도록 검증을 설계한다.</a:t>
            </a:r>
          </a:p>
          <a:p xmlns:a="http://schemas.openxmlformats.org/drawingml/2006/main">
            <a:r>
              <a:t/>
            </a:r>
          </a:p>
          <a:p xmlns:a="http://schemas.openxmlformats.org/drawingml/2006/main">
            <a:r>
              <a:t>**Advanced Insight:**</a:t>
            </a:r>
          </a:p>
          <a:p xmlns:a="http://schemas.openxmlformats.org/drawingml/2006/main">
            <a:r>
              <a:t>테스트 통과도 확인한 범위의 근거다. 모든 결함 부재나 숨은 요구 충족을 보장하지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모델 B는 무엇을 근거로 검토할까?의 질문으로 이어간다.</a:t>
            </a:r>
          </a:p>
          <a:p xmlns:a="http://schemas.openxmlformats.org/drawingml/2006/main">
            <a:r>
              <a:t/>
            </a:r>
          </a:p>
          <a:p xmlns:a="http://schemas.openxmlformats.org/drawingml/2006/main">
            <a:r>
              <a:t>**Time Management:**</a:t>
            </a:r>
          </a:p>
          <a:p xmlns:a="http://schemas.openxmlformats.org/drawingml/2006/main">
            <a:r>
              <a:t>Lecture 2분 + Case 3분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S86; production/preview/act4/S86.png 및 production/preview/full/S86.png.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모델 B는 무엇을 근거로 검토할까?</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모델 B는 무엇을 근거로 검토할까?</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5분</a:t>
            </a:r>
          </a:p>
          <a:p xmlns:a="http://schemas.openxmlformats.org/drawingml/2006/main">
            <a:r>
              <a:t/>
            </a:r>
          </a:p>
          <a:p xmlns:a="http://schemas.openxmlformats.org/drawingml/2006/main">
            <a:r>
              <a:t>**Primary Message:**</a:t>
            </a:r>
          </a:p>
          <a:p xmlns:a="http://schemas.openxmlformats.org/drawingml/2006/main">
            <a:r>
              <a:t>다른 모델 B는 목표·명세·diff·검사 기록을 근거로 구체적인 검토 지적을 만든다.</a:t>
            </a:r>
          </a:p>
          <a:p xmlns:a="http://schemas.openxmlformats.org/drawingml/2006/main">
            <a:r>
              <a:t/>
            </a:r>
          </a:p>
          <a:p xmlns:a="http://schemas.openxmlformats.org/drawingml/2006/main">
            <a:r>
              <a:t>**Opening Question:**</a:t>
            </a:r>
          </a:p>
          <a:p xmlns:a="http://schemas.openxmlformats.org/drawingml/2006/main">
            <a:r>
              <a:t>잘 검토해 달라는 말에 무엇을 함께 전달해야 할까?</a:t>
            </a:r>
          </a:p>
          <a:p xmlns:a="http://schemas.openxmlformats.org/drawingml/2006/main">
            <a:r>
              <a:t/>
            </a:r>
          </a:p>
          <a:p xmlns:a="http://schemas.openxmlformats.org/drawingml/2006/main">
            <a:r>
              <a:t>**Speaker Flow:**</a:t>
            </a:r>
          </a:p>
          <a:p xmlns:a="http://schemas.openxmlformats.org/drawingml/2006/main">
            <a:r>
              <a:t>1. (0:00–2:00 / Case) 왼쪽의 명세·완료 기준, 후보 변경, 검사 기록을 짚는다. 모델 A가 잘 됐다고 요약한 말만 넘기는 대신 검토 가능한 원자료를 제공한다.</a:t>
            </a:r>
          </a:p>
          <a:p xmlns:a="http://schemas.openxmlformats.org/drawingml/2006/main">
            <a:r>
              <a:t>2. (2:00–4:00 / Case) 가상 v1에서 임시 목록이 남았다는 지적과 대표 입력의 확인 자료가 없다는 지적을 구분한다. 두 번째는 동작 실패가 관찰됐다는 뜻이 아니다.</a:t>
            </a:r>
          </a:p>
          <a:p xmlns:a="http://schemas.openxmlformats.org/drawingml/2006/main">
            <a:r>
              <a:t>3. (4:00–5:00 / Case) 검토 결과에는 파일·위치, 위반 기준, 근거와 다음에 확인할 것을 담는다. 모델 B는 다른 모델 역할의 설계이며 실제 조합이나 실행 기록은 아직 없다.</a:t>
            </a:r>
          </a:p>
          <a:p xmlns:a="http://schemas.openxmlformats.org/drawingml/2006/main">
            <a:r>
              <a:t/>
            </a:r>
          </a:p>
          <a:p xmlns:a="http://schemas.openxmlformats.org/drawingml/2006/main">
            <a:r>
              <a:t>**Evidence / Source:**</a:t>
            </a:r>
          </a:p>
          <a:p xmlns:a="http://schemas.openxmlformats.org/drawingml/2006/main">
            <a:r>
              <a:t>DEC-0097; BEAT-076;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다른 모델 B는 목표·명세·diff·검사 기록을 근거로 구체적인 검토 지적을 만든다.</a:t>
            </a:r>
          </a:p>
          <a:p xmlns:a="http://schemas.openxmlformats.org/drawingml/2006/main">
            <a:r>
              <a:t/>
            </a:r>
          </a:p>
          <a:p xmlns:a="http://schemas.openxmlformats.org/drawingml/2006/main">
            <a:r>
              <a:t>**Advanced Insight:**</a:t>
            </a:r>
          </a:p>
          <a:p xmlns:a="http://schemas.openxmlformats.org/drawingml/2006/main">
            <a:r>
              <a:t>검토자는 구현 모델의 결론을 반복하는 대신 명세와 변경·검사 기록을 독립적으로 대조하도록 설계한다.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지적이 다음 수정으로 이어진다의 질문으로 이어간다.</a:t>
            </a:r>
          </a:p>
          <a:p xmlns:a="http://schemas.openxmlformats.org/drawingml/2006/main">
            <a:r>
              <a:t/>
            </a:r>
          </a:p>
          <a:p xmlns:a="http://schemas.openxmlformats.org/drawingml/2006/main">
            <a:r>
              <a:t>**Time Management:**</a:t>
            </a:r>
          </a:p>
          <a:p xmlns:a="http://schemas.openxmlformats.org/drawingml/2006/main">
            <a:r>
              <a:t>Case 5분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S87; production/preview/act4/S87.png 및 production/preview/full/S87.png.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지적이 다음 수정으로 이어진다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지적이 다음 수정으로 이어진다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검토 지적의 번호를 유지해 다음 변경 후보가 무엇을 고치는지 연결한다.</a:t>
            </a:r>
          </a:p>
          <a:p xmlns:a="http://schemas.openxmlformats.org/drawingml/2006/main">
            <a:r>
              <a:t/>
            </a:r>
          </a:p>
          <a:p xmlns:a="http://schemas.openxmlformats.org/drawingml/2006/main">
            <a:r>
              <a:t>**Opening Question:**</a:t>
            </a:r>
          </a:p>
          <a:p xmlns:a="http://schemas.openxmlformats.org/drawingml/2006/main">
            <a:r>
              <a:t>검토에서 찾은 문제는 다음 변경의 어느 부분으로 이어졌을까?</a:t>
            </a:r>
          </a:p>
          <a:p xmlns:a="http://schemas.openxmlformats.org/drawingml/2006/main">
            <a:r>
              <a:t/>
            </a:r>
          </a:p>
          <a:p xmlns:a="http://schemas.openxmlformats.org/drawingml/2006/main">
            <a:r>
              <a:t>**Speaker Flow:**</a:t>
            </a:r>
          </a:p>
          <a:p xmlns:a="http://schemas.openxmlformats.org/drawingml/2006/main">
            <a:r>
              <a:t>1. (0:00–1:00 / Case) 앞 장의 지적 ①과 ②를 같은 번호로 이어 받는다. 새 목표를 추가하는 장이 아니다.</a:t>
            </a:r>
          </a:p>
          <a:p xmlns:a="http://schemas.openxmlformats.org/drawingml/2006/main">
            <a:r>
              <a:t>2. (1:00–3:00 / Case) ① 전체 값 복사 제거, ② 같은 결과 검사 추가라는 후보 변경을 각각 연결한다. 실행하지 않은 수정·테스트를 실제 이력으로 말하지 않는다.</a:t>
            </a:r>
          </a:p>
          <a:p xmlns:a="http://schemas.openxmlformats.org/drawingml/2006/main">
            <a:r>
              <a:t>3. (3:00–4:00 / Case) 지적은 검증 후 수용·기각할 수 있다. 지금 그림은 지적이 타당하다고 가정한 설계이며 수정 후에는 같은 기준으로 다시 확인해야 한다고 넘긴다.</a:t>
            </a:r>
          </a:p>
          <a:p xmlns:a="http://schemas.openxmlformats.org/drawingml/2006/main">
            <a:r>
              <a:t/>
            </a:r>
          </a:p>
          <a:p xmlns:a="http://schemas.openxmlformats.org/drawingml/2006/main">
            <a:r>
              <a:t>**Evidence / Source:**</a:t>
            </a:r>
          </a:p>
          <a:p xmlns:a="http://schemas.openxmlformats.org/drawingml/2006/main">
            <a:r>
              <a:t>DEC-0097; BEAT-077;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검토 지적의 번호를 유지해 다음 변경 후보가 무엇을 고치는지 연결한다.</a:t>
            </a:r>
          </a:p>
          <a:p xmlns:a="http://schemas.openxmlformats.org/drawingml/2006/main">
            <a:r>
              <a:t/>
            </a:r>
          </a:p>
          <a:p xmlns:a="http://schemas.openxmlformats.org/drawingml/2006/main">
            <a:r>
              <a:t>**Advanced Insight:**</a:t>
            </a:r>
          </a:p>
          <a:p xmlns:a="http://schemas.openxmlformats.org/drawingml/2006/main">
            <a:r>
              <a:t>각 변경의 이유와 검토 항목을 연결하면 다음 검토자가 해결·미해결 여부를 추적할 수 있다.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고쳤다면, 같은 기준으로 다시 본다의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S88; production/preview/act4/S88.png 및 production/preview/full/S88.png.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고쳤다면, 같은 기준으로 다시 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고쳤다면, 같은 기준으로 다시 본다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후보 v2를 같은 기준으로 재검증·재검토하고 남은 지적은 다음 수정으로 되돌린다.</a:t>
            </a:r>
          </a:p>
          <a:p xmlns:a="http://schemas.openxmlformats.org/drawingml/2006/main">
            <a:r>
              <a:t/>
            </a:r>
          </a:p>
          <a:p xmlns:a="http://schemas.openxmlformats.org/drawingml/2006/main">
            <a:r>
              <a:t>**Opening Question:**</a:t>
            </a:r>
          </a:p>
          <a:p xmlns:a="http://schemas.openxmlformats.org/drawingml/2006/main">
            <a:r>
              <a:t>지적한 부분을 고쳤다면 바로 끝내도 될까?</a:t>
            </a:r>
          </a:p>
          <a:p xmlns:a="http://schemas.openxmlformats.org/drawingml/2006/main">
            <a:r>
              <a:t/>
            </a:r>
          </a:p>
          <a:p xmlns:a="http://schemas.openxmlformats.org/drawingml/2006/main">
            <a:r>
              <a:t>**Speaker Flow:**</a:t>
            </a:r>
          </a:p>
          <a:p xmlns:a="http://schemas.openxmlformats.org/drawingml/2006/main">
            <a:r>
              <a:t>1. (0:00–2:00 / Case) 후보 v2와 갱신된 기록을 같은 목표 띠 아래에서 보여준다. 출력·할당량·시간 조건을 다시 대조하며 기존 동작의 회귀도 확인한다.</a:t>
            </a:r>
          </a:p>
          <a:p xmlns:a="http://schemas.openxmlformats.org/drawingml/2006/main">
            <a:r>
              <a:t>2. (2:00–3:00 / Case) 조건을 충족했다는 근거가 있으면 완료 판단으로, 남은 문제가 있으면 다음 후보로 이어지는 분기를 짚는다. 실제 v2 성공·v3 실행은 관찰하지 않았다.</a:t>
            </a:r>
          </a:p>
          <a:p xmlns:a="http://schemas.openxmlformats.org/drawingml/2006/main">
            <a:r>
              <a:t>3. (3:00–4:00 / Case) 완료 기준을 낮춰서 끝내지 않는다고 회수한다. 지금까지 단계별로 본 연결을 다음 장에서 하나의 루프로 묶는다.</a:t>
            </a:r>
          </a:p>
          <a:p xmlns:a="http://schemas.openxmlformats.org/drawingml/2006/main">
            <a:r>
              <a:t/>
            </a:r>
          </a:p>
          <a:p xmlns:a="http://schemas.openxmlformats.org/drawingml/2006/main">
            <a:r>
              <a:t>**Evidence / Source:**</a:t>
            </a:r>
          </a:p>
          <a:p xmlns:a="http://schemas.openxmlformats.org/drawingml/2006/main">
            <a:r>
              <a:t>DEC-0097; BEAT-078;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후보 v2를 같은 기준으로 재검증·재검토하고 남은 지적은 다음 수정으로 되돌린다.</a:t>
            </a:r>
          </a:p>
          <a:p xmlns:a="http://schemas.openxmlformats.org/drawingml/2006/main">
            <a:r>
              <a:t/>
            </a:r>
          </a:p>
          <a:p xmlns:a="http://schemas.openxmlformats.org/drawingml/2006/main">
            <a:r>
              <a:t>**Advanced Insight:**</a:t>
            </a:r>
          </a:p>
          <a:p xmlns:a="http://schemas.openxmlformats.org/drawingml/2006/main">
            <a:r>
              <a:t>새 수정이 이전의 유효한 동작을 깨뜨릴 수 있다. 확인된 후보와 시도 이력을 남겨 되돌릴 수 있도록 설계한다.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같은 목표의 구현·검토 루프의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S89; production/preview/act4/S89.png 및 production/preview/full/S89.png.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같은 목표의 구현·검토 루프</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같은 목표의 구현·검토 루프</a:t>
            </a:r>
          </a:p>
          <a:p xmlns:a="http://schemas.openxmlformats.org/drawingml/2006/main">
            <a:r>
              <a:t/>
            </a:r>
          </a:p>
          <a:p xmlns:a="http://schemas.openxmlformats.org/drawingml/2006/main">
            <a:r>
              <a:t>**ACT / Section:**</a:t>
            </a:r>
          </a:p>
          <a:p xmlns:a="http://schemas.openxmlformats.org/drawingml/2006/main">
            <a:r>
              <a:t>ACT 4 / 4R3 Feedback and control</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Case 2분</a:t>
            </a:r>
          </a:p>
          <a:p xmlns:a="http://schemas.openxmlformats.org/drawingml/2006/main">
            <a:r>
              <a:t/>
            </a:r>
          </a:p>
          <a:p xmlns:a="http://schemas.openxmlformats.org/drawingml/2006/main">
            <a:r>
              <a:t>**Primary Message:**</a:t>
            </a:r>
          </a:p>
          <a:p xmlns:a="http://schemas.openxmlformats.org/drawingml/2006/main">
            <a:r>
              <a:t>목표·완료 기준 아래 구현, 도구 근거, 다른 모델의 검토와 다음 수정 판단을 하나의 닫힌 경로로 설계한다.</a:t>
            </a:r>
          </a:p>
          <a:p xmlns:a="http://schemas.openxmlformats.org/drawingml/2006/main">
            <a:r>
              <a:t/>
            </a:r>
          </a:p>
          <a:p xmlns:a="http://schemas.openxmlformats.org/drawingml/2006/main">
            <a:r>
              <a:t>**Opening Question:**</a:t>
            </a:r>
          </a:p>
          <a:p xmlns:a="http://schemas.openxmlformats.org/drawingml/2006/main">
            <a:r>
              <a:t>지금 본 여러 단계가 어떻게 하나의 시스템으로 연결될까?</a:t>
            </a:r>
          </a:p>
          <a:p xmlns:a="http://schemas.openxmlformats.org/drawingml/2006/main">
            <a:r>
              <a:t/>
            </a:r>
          </a:p>
          <a:p xmlns:a="http://schemas.openxmlformats.org/drawingml/2006/main">
            <a:r>
              <a:t>**Speaker Flow:**</a:t>
            </a:r>
          </a:p>
          <a:p xmlns:a="http://schemas.openxmlformats.org/drawingml/2006/main">
            <a:r>
              <a:t>1. (0:00–3:00 / Lecture) 위쪽의 구현·검사·검토를 따라간 뒤 아래쪽의 판단·피드백을 통해 같은 목표의 구현으로 돌아간다. Loop는 Harness의 방법·도구를 활용하며 가중치를 학습한다는 뜻이 아니다.</a:t>
            </a:r>
          </a:p>
          <a:p xmlns:a="http://schemas.openxmlformats.org/drawingml/2006/main">
            <a:r>
              <a:t>2. (3:00–5:00 / Case) 앞의 지적 ①을 한 번만 전체 경로에 대응시킨다. 도구와 모델 검토의 선후·병렬 여부는 작업 의존관계에 따라 정하며 이 그림은 성능·병렬 실행의 실측 기록이 아니다.</a:t>
            </a:r>
          </a:p>
          <a:p xmlns:a="http://schemas.openxmlformats.org/drawingml/2006/main">
            <a:r>
              <a:t/>
            </a:r>
          </a:p>
          <a:p xmlns:a="http://schemas.openxmlformats.org/drawingml/2006/main">
            <a:r>
              <a:t>**Evidence / Source:**</a:t>
            </a:r>
          </a:p>
          <a:p xmlns:a="http://schemas.openxmlformats.org/drawingml/2006/main">
            <a:r>
              <a:t>DEC-0097; BEAT-079;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목표·완료 기준 아래 구현, 도구 근거, 다른 모델의 검토와 다음 수정 판단을 하나의 닫힌 경로로 설계한다.</a:t>
            </a:r>
          </a:p>
          <a:p xmlns:a="http://schemas.openxmlformats.org/drawingml/2006/main">
            <a:r>
              <a:t/>
            </a:r>
          </a:p>
          <a:p xmlns:a="http://schemas.openxmlformats.org/drawingml/2006/main">
            <a:r>
              <a:t>**Advanced Insight:**</a:t>
            </a:r>
          </a:p>
          <a:p xmlns:a="http://schemas.openxmlformats.org/drawingml/2006/main">
            <a:r>
              <a:t>반복의 제어는 반드시 별도 모델이 맡아야 하는 것은 아니다. 목표·상태·피드백 전달·다음 행동을 정하는 운영 로직이 핵심이다.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언제 계속하고, 언제 끝낼까?의 질문으로 이어간다.</a:t>
            </a:r>
          </a:p>
          <a:p xmlns:a="http://schemas.openxmlformats.org/drawingml/2006/main">
            <a:r>
              <a:t/>
            </a:r>
          </a:p>
          <a:p xmlns:a="http://schemas.openxmlformats.org/drawingml/2006/main">
            <a:r>
              <a:t>**Time Management:**</a:t>
            </a:r>
          </a:p>
          <a:p xmlns:a="http://schemas.openxmlformats.org/drawingml/2006/main">
            <a:r>
              <a:t>Lecture 3분 + Case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S90; production/preview/act4/S90.png 및 production/preview/full/S90.png.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언제 계속하고, 언제 끝낼까?</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언제 계속하고, 언제 끝낼까?</a:t>
            </a:r>
          </a:p>
          <a:p xmlns:a="http://schemas.openxmlformats.org/drawingml/2006/main">
            <a:r>
              <a:t/>
            </a:r>
          </a:p>
          <a:p xmlns:a="http://schemas.openxmlformats.org/drawingml/2006/main">
            <a:r>
              <a:t>**ACT / Section:**</a:t>
            </a:r>
          </a:p>
          <a:p xmlns:a="http://schemas.openxmlformats.org/drawingml/2006/main">
            <a:r>
              <a:t>ACT 4 / 4R3 Feedback and control</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Reflection 2분</a:t>
            </a:r>
          </a:p>
          <a:p xmlns:a="http://schemas.openxmlformats.org/drawingml/2006/main">
            <a:r>
              <a:t/>
            </a:r>
          </a:p>
          <a:p xmlns:a="http://schemas.openxmlformats.org/drawingml/2006/main">
            <a:r>
              <a:t>**Primary Message:**</a:t>
            </a:r>
          </a:p>
          <a:p xmlns:a="http://schemas.openxmlformats.org/drawingml/2006/main">
            <a:r>
              <a:t>근거에 따라 완료, 다음 수정, 미완료 중단·사람 확인을 구분한다.</a:t>
            </a:r>
          </a:p>
          <a:p xmlns:a="http://schemas.openxmlformats.org/drawingml/2006/main">
            <a:r>
              <a:t/>
            </a:r>
          </a:p>
          <a:p xmlns:a="http://schemas.openxmlformats.org/drawingml/2006/main">
            <a:r>
              <a:t>**Opening Question:**</a:t>
            </a:r>
          </a:p>
          <a:p xmlns:a="http://schemas.openxmlformats.org/drawingml/2006/main">
            <a:r>
              <a:t>계속 돌리고 있다는 사실과 목표를 달성했다는 사실은 어떻게 구분할까?</a:t>
            </a:r>
          </a:p>
          <a:p xmlns:a="http://schemas.openxmlformats.org/drawingml/2006/main">
            <a:r>
              <a:t/>
            </a:r>
          </a:p>
          <a:p xmlns:a="http://schemas.openxmlformats.org/drawingml/2006/main">
            <a:r>
              <a:t>**Speaker Flow:**</a:t>
            </a:r>
          </a:p>
          <a:p xmlns:a="http://schemas.openxmlformats.org/drawingml/2006/main">
            <a:r>
              <a:t>1. (0:00–3:00 / Lecture) 세 갈래를 조건부터 읽는다. 기준 충족은 확인 범위를 보고하고 완료한다. 수정 가능하면 남은 문제를 전달한다. 근거 부족·정체·한도 도달은 미완료 상태를 보존해 사람에게 묻는다.</a:t>
            </a:r>
          </a:p>
          <a:p xmlns:a="http://schemas.openxmlformats.org/drawingml/2006/main">
            <a:r>
              <a:t>2. (3:00–5:00 / Reflection) 우리 작업의 완료 근거와 중단 뒤 사람에게 넘길 질문 하나를 마음속으로 생각하게 한다. 공유·실습은 요구하지 않으며 숫자 한도는 실행 환경에 맞춰 정한다고 닫는다.</a:t>
            </a:r>
          </a:p>
          <a:p xmlns:a="http://schemas.openxmlformats.org/drawingml/2006/main">
            <a:r>
              <a:t/>
            </a:r>
          </a:p>
          <a:p xmlns:a="http://schemas.openxmlformats.org/drawingml/2006/main">
            <a:r>
              <a:t>**Evidence / Source:**</a:t>
            </a:r>
          </a:p>
          <a:p xmlns:a="http://schemas.openxmlformats.org/drawingml/2006/main">
            <a:r>
              <a:t>DEC-0097; BEAT-079;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근거에 따라 완료, 다음 수정, 미완료 중단·사람 확인을 구분한다.</a:t>
            </a:r>
          </a:p>
          <a:p xmlns:a="http://schemas.openxmlformats.org/drawingml/2006/main">
            <a:r>
              <a:t/>
            </a:r>
          </a:p>
          <a:p xmlns:a="http://schemas.openxmlformats.org/drawingml/2006/main">
            <a:r>
              <a:t>**Advanced Insight:**</a:t>
            </a:r>
          </a:p>
          <a:p xmlns:a="http://schemas.openxmlformats.org/drawingml/2006/main">
            <a:r>
              <a:t>회수 제한이나 예산 소진은 성공 판정이 아니다. 검토 항목의 해결 여부와 명세·검사 결과를 함께 확인한다.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계속 돌리고 있다는 사실과 목표를 달성했다는 사실은 어떻게 구분할까? 공유·기록·실습은 요구하지 않는다.</a:t>
            </a:r>
          </a:p>
          <a:p xmlns:a="http://schemas.openxmlformats.org/drawingml/2006/main">
            <a:r>
              <a:t/>
            </a:r>
          </a:p>
          <a:p xmlns:a="http://schemas.openxmlformats.org/drawingml/2006/main">
            <a:r>
              <a:t>**Transition:**</a:t>
            </a:r>
          </a:p>
          <a:p xmlns:a="http://schemas.openxmlformats.org/drawingml/2006/main">
            <a:r>
              <a:t>다음은 구현한 모델에게 다시 물으면 충분할까?의 질문으로 이어간다.</a:t>
            </a:r>
          </a:p>
          <a:p xmlns:a="http://schemas.openxmlformats.org/drawingml/2006/main">
            <a:r>
              <a:t/>
            </a:r>
          </a:p>
          <a:p xmlns:a="http://schemas.openxmlformats.org/drawingml/2006/main">
            <a:r>
              <a:t>**Time Management:**</a:t>
            </a:r>
          </a:p>
          <a:p xmlns:a="http://schemas.openxmlformats.org/drawingml/2006/main">
            <a:r>
              <a:t>Lecture 3분 + Reflection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S91; production/preview/act4/S91.png 및 production/preview/full/S91.png.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구현한 모델에게 다시 물으면 충분할까?</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구현한 모델에게 다시 물으면 충분할까?</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자기 피드백으로 개선된 연구와 외부 근거 없는 자기 교정의 한계 연구를 조건과 함께 설명한다.</a:t>
            </a:r>
          </a:p>
          <a:p xmlns:a="http://schemas.openxmlformats.org/drawingml/2006/main">
            <a:r>
              <a:t/>
            </a:r>
          </a:p>
          <a:p xmlns:a="http://schemas.openxmlformats.org/drawingml/2006/main">
            <a:r>
              <a:t>**Opening Question:**</a:t>
            </a:r>
          </a:p>
          <a:p xmlns:a="http://schemas.openxmlformats.org/drawingml/2006/main">
            <a:r>
              <a:t>같은 모델에게 다시 생각해 달라고 하면 언제나 좋아질까?</a:t>
            </a:r>
          </a:p>
          <a:p xmlns:a="http://schemas.openxmlformats.org/drawingml/2006/main">
            <a:r>
              <a:t/>
            </a:r>
          </a:p>
          <a:p xmlns:a="http://schemas.openxmlformats.org/drawingml/2006/main">
            <a:r>
              <a:t>**Speaker Flow:**</a:t>
            </a:r>
          </a:p>
          <a:p xmlns:a="http://schemas.openxmlformats.org/drawingml/2006/main">
            <a:r>
              <a:t>1. (0:00–2:00 / Lecture) Self-Refine은 같은 LLM이 생성·피드백·수정을 반복하고 여러 과제에서 개선을 보고했다. 다중 모델 비교 연구가 아니라는 점을 명시한다.</a:t>
            </a:r>
          </a:p>
          <a:p xmlns:a="http://schemas.openxmlformats.org/drawingml/2006/main">
            <a:r>
              <a:t>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xmlns:a="http://schemas.openxmlformats.org/drawingml/2006/main">
            <a:r>
              <a:t/>
            </a:r>
          </a:p>
          <a:p xmlns:a="http://schemas.openxmlformats.org/drawingml/2006/main">
            <a:r>
              <a:t>**Evidence / Source:**</a:t>
            </a:r>
          </a:p>
          <a:p xmlns:a="http://schemas.openxmlformats.org/drawingml/2006/main">
            <a:r>
              <a:t>DEC-0097; BEAT-080; SRC-0223; SRC-0239; CLM-0045. Primary sources checked 2026-10-25: https://arxiv.org/abs/2303.17651; https://arxiv.org/abs/2310.01798</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자기 피드백으로 개선된 연구와 외부 근거 없는 자기 교정의 한계 연구를 조건과 함께 설명한다.</a:t>
            </a:r>
          </a:p>
          <a:p xmlns:a="http://schemas.openxmlformats.org/drawingml/2006/main">
            <a:r>
              <a:t/>
            </a:r>
          </a:p>
          <a:p xmlns:a="http://schemas.openxmlformats.org/drawingml/2006/main">
            <a:r>
              <a:t>**Advanced Insight:**</a:t>
            </a:r>
          </a:p>
          <a:p xmlns:a="http://schemas.openxmlformats.org/drawingml/2006/main">
            <a:r>
              <a:t>2023–2024년의 특정 모델·과제·방법에 관한 결과다. 현재 모든 모델이 자기 교정에 실패한다는 일반화는 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다른 모델의 관점이 도움이 된 실험의 질문으로 이어간다.</a:t>
            </a:r>
          </a:p>
          <a:p xmlns:a="http://schemas.openxmlformats.org/drawingml/2006/main">
            <a:r>
              <a:t/>
            </a:r>
          </a:p>
          <a:p xmlns:a="http://schemas.openxmlformats.org/drawingml/2006/main">
            <a:r>
              <a:t>**Time Management:**</a:t>
            </a:r>
          </a:p>
          <a:p xmlns:a="http://schemas.openxmlformats.org/drawingml/2006/main">
            <a:r>
              <a:t>Lecture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S92; production/preview/act4/S92.png 및 production/preview/full/S92.png.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다른 모델의 관점이 도움이 된 실험</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다른 모델의 관점이 도움이 된 실험</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Case 2분</a:t>
            </a:r>
          </a:p>
          <a:p xmlns:a="http://schemas.openxmlformats.org/drawingml/2006/main">
            <a:r>
              <a:t/>
            </a:r>
          </a:p>
          <a:p xmlns:a="http://schemas.openxmlformats.org/drawingml/2006/main">
            <a:r>
              <a:t>**Primary Message:**</a:t>
            </a:r>
          </a:p>
          <a:p xmlns:a="http://schemas.openxmlformats.org/drawingml/2006/main">
            <a:r>
              <a:t>ReConcile의 StrategyQA 실험에서 여러 모델 조합과 같은 ChatGPT 세 Agent 구성을 비교한 결과를 설명한다.</a:t>
            </a:r>
          </a:p>
          <a:p xmlns:a="http://schemas.openxmlformats.org/drawingml/2006/main">
            <a:r>
              <a:t/>
            </a:r>
          </a:p>
          <a:p xmlns:a="http://schemas.openxmlformats.org/drawingml/2006/main">
            <a:r>
              <a:t>**Opening Question:**</a:t>
            </a:r>
          </a:p>
          <a:p xmlns:a="http://schemas.openxmlformats.org/drawingml/2006/main">
            <a:r>
              <a:t>같은 모델을 여러 번 쓰는 것과 다른 모델을 조합하는 것은 같을까?</a:t>
            </a:r>
          </a:p>
          <a:p xmlns:a="http://schemas.openxmlformats.org/drawingml/2006/main">
            <a:r>
              <a:t/>
            </a:r>
          </a:p>
          <a:p xmlns:a="http://schemas.openxmlformats.org/drawingml/2006/main">
            <a:r>
              <a:t>**Speaker Flow:**</a:t>
            </a:r>
          </a:p>
          <a:p xmlns:a="http://schemas.openxmlformats.org/drawingml/2006/main">
            <a:r>
              <a:t>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xmlns:a="http://schemas.openxmlformats.org/drawingml/2006/main">
            <a:r>
              <a:t>2. (3:00–5:00 / Case) 차이는 6.8 percentage points다. 모델 구성 변경에는 모델별 능력 차이도 포함된다. 코딩 반복 작업이나 현재 Codex에서 같은 향상·비용 절감이 입증됐다고 말하지 않는다.</a:t>
            </a:r>
          </a:p>
          <a:p xmlns:a="http://schemas.openxmlformats.org/drawingml/2006/main">
            <a:r>
              <a:t/>
            </a:r>
          </a:p>
          <a:p xmlns:a="http://schemas.openxmlformats.org/drawingml/2006/main">
            <a:r>
              <a:t>**Evidence / Source:**</a:t>
            </a:r>
          </a:p>
          <a:p xmlns:a="http://schemas.openxmlformats.org/drawingml/2006/main">
            <a:r>
              <a:t>DEC-0097; BEAT-081; SRC-0237; CLM-0043; ReConcile Table 7. Primary sources checked 2026-10-25: https://aclanthology.org/2024.acl-long.381.pdf (Table 7)</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ReConcile의 StrategyQA 실험에서 여러 모델 조합과 같은 ChatGPT 세 Agent 구성을 비교한 결과를 설명한다.</a:t>
            </a:r>
          </a:p>
          <a:p xmlns:a="http://schemas.openxmlformats.org/drawingml/2006/main">
            <a:r>
              <a:t/>
            </a:r>
          </a:p>
          <a:p xmlns:a="http://schemas.openxmlformats.org/drawingml/2006/main">
            <a:r>
              <a:t>**Advanced Insight:**</a:t>
            </a:r>
          </a:p>
          <a:p xmlns:a="http://schemas.openxmlformats.org/drawingml/2006/main">
            <a:r>
              <a:t>모델 다양성의 가능성을 보여주는 제한된 근거다. 토론·합의 프로토콜 전체와 모델 조합의 영향을 구분한다.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잘 만드는 능력과 잘 검토하는 능력의 질문으로 이어간다.</a:t>
            </a:r>
          </a:p>
          <a:p xmlns:a="http://schemas.openxmlformats.org/drawingml/2006/main">
            <a:r>
              <a:t/>
            </a:r>
          </a:p>
          <a:p xmlns:a="http://schemas.openxmlformats.org/drawingml/2006/main">
            <a:r>
              <a:t>**Time Management:**</a:t>
            </a:r>
          </a:p>
          <a:p xmlns:a="http://schemas.openxmlformats.org/drawingml/2006/main">
            <a:r>
              <a:t>Lecture 3분 + Case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S93; production/preview/act4/S93.png 및 production/preview/full/S93.png.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잘 만드는 능력과 잘 검토하는 능력</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잘 만드는 능력과 잘 검토하는 능력</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Case 1분</a:t>
            </a:r>
          </a:p>
          <a:p xmlns:a="http://schemas.openxmlformats.org/drawingml/2006/main">
            <a:r>
              <a:t/>
            </a:r>
          </a:p>
          <a:p xmlns:a="http://schemas.openxmlformats.org/drawingml/2006/main">
            <a:r>
              <a:t>**Primary Message:**</a:t>
            </a:r>
          </a:p>
          <a:p xmlns:a="http://schemas.openxmlformats.org/drawingml/2006/main">
            <a:r>
              <a:t>CriticBench의 생성·검토·수정 능력과 교차 모델 검토 결과를 근거로 검토자 선택을 따로 평가할 이유를 설명한다.</a:t>
            </a:r>
          </a:p>
          <a:p xmlns:a="http://schemas.openxmlformats.org/drawingml/2006/main">
            <a:r>
              <a:t/>
            </a:r>
          </a:p>
          <a:p xmlns:a="http://schemas.openxmlformats.org/drawingml/2006/main">
            <a:r>
              <a:t>**Opening Question:**</a:t>
            </a:r>
          </a:p>
          <a:p xmlns:a="http://schemas.openxmlformats.org/drawingml/2006/main">
            <a:r>
              <a:t>코드를 잘 생성하는 모델이 그 결과의 가장 좋은 검토자일까?</a:t>
            </a:r>
          </a:p>
          <a:p xmlns:a="http://schemas.openxmlformats.org/drawingml/2006/main">
            <a:r>
              <a:t/>
            </a:r>
          </a:p>
          <a:p xmlns:a="http://schemas.openxmlformats.org/drawingml/2006/main">
            <a:r>
              <a:t>**Speaker Flow:**</a:t>
            </a:r>
          </a:p>
          <a:p xmlns:a="http://schemas.openxmlformats.org/drawingml/2006/main">
            <a:r>
              <a:t>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xmlns:a="http://schemas.openxmlformats.org/drawingml/2006/main">
            <a:r>
              <a:t>2. (3:00–4:00 / Case) 약한 모델이 언제나 더 좋은 검토자라는 뜻은 아니다. 이 결과로 검토자 역할을 따로 평가할 이유를 설명하고 다음 장의 모델 배치 설계로 연결한다.</a:t>
            </a:r>
          </a:p>
          <a:p xmlns:a="http://schemas.openxmlformats.org/drawingml/2006/main">
            <a:r>
              <a:t/>
            </a:r>
          </a:p>
          <a:p xmlns:a="http://schemas.openxmlformats.org/drawingml/2006/main">
            <a:r>
              <a:t>**Evidence / Source:**</a:t>
            </a:r>
          </a:p>
          <a:p xmlns:a="http://schemas.openxmlformats.org/drawingml/2006/main">
            <a:r>
              <a:t>DEC-0097; BEAT-081; SRC-0238; CLM-0044; CriticBench section 4.2.5. Primary sources checked 2026-10-25: https://aclanthology.org/2024.findings-acl.91.pdf (section 4.2.5)</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CriticBench의 생성·검토·수정 능력과 교차 모델 검토 결과를 근거로 검토자 선택을 따로 평가할 이유를 설명한다.</a:t>
            </a:r>
          </a:p>
          <a:p xmlns:a="http://schemas.openxmlformats.org/drawingml/2006/main">
            <a:r>
              <a:t/>
            </a:r>
          </a:p>
          <a:p xmlns:a="http://schemas.openxmlformats.org/drawingml/2006/main">
            <a:r>
              <a:t>**Advanced Insight:**</a:t>
            </a:r>
          </a:p>
          <a:p xmlns:a="http://schemas.openxmlformats.org/drawingml/2006/main">
            <a:r>
              <a:t>검토 정확도와 전체 개발 루프의 완료율·코스트는 다른 평가다. 이 교육의 모델 조합을 검증한 수치로 쓰지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구현과 검토에 모델을 어떻게 나눌까?의 질문으로 이어간다.</a:t>
            </a:r>
          </a:p>
          <a:p xmlns:a="http://schemas.openxmlformats.org/drawingml/2006/main">
            <a:r>
              <a:t/>
            </a:r>
          </a:p>
          <a:p xmlns:a="http://schemas.openxmlformats.org/drawingml/2006/main">
            <a:r>
              <a:t>**Time Management:**</a:t>
            </a:r>
          </a:p>
          <a:p xmlns:a="http://schemas.openxmlformats.org/drawingml/2006/main">
            <a:r>
              <a:t>Lecture 3분 + Case 1분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S94; production/preview/act4/S94.png 및 production/preview/full/S94.png.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구현과 검토에 모델을 어떻게 나눌까?</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구현과 검토에 모델을 어떻게 나눌까?</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같은 모델의 역할 분리와 다른 모델의 구현·검토 조합을 구분하고 실제 작업에서 효과를 평가한다.</a:t>
            </a:r>
          </a:p>
          <a:p xmlns:a="http://schemas.openxmlformats.org/drawingml/2006/main">
            <a:r>
              <a:t/>
            </a:r>
          </a:p>
          <a:p xmlns:a="http://schemas.openxmlformats.org/drawingml/2006/main">
            <a:r>
              <a:t>**Opening Question:**</a:t>
            </a:r>
          </a:p>
          <a:p xmlns:a="http://schemas.openxmlformats.org/drawingml/2006/main">
            <a:r>
              <a:t>역할을 두 개 만들면 서로 다른 모델을 사용하는 셈일까?</a:t>
            </a:r>
          </a:p>
          <a:p xmlns:a="http://schemas.openxmlformats.org/drawingml/2006/main">
            <a:r>
              <a:t/>
            </a:r>
          </a:p>
          <a:p xmlns:a="http://schemas.openxmlformats.org/drawingml/2006/main">
            <a:r>
              <a:t>**Speaker Flow:**</a:t>
            </a:r>
          </a:p>
          <a:p xmlns:a="http://schemas.openxmlformats.org/drawingml/2006/main">
            <a:r>
              <a:t>1. (0:00–2:00 / Lecture) 같은 모델의 두 세션·Agent에 다른 역할을 주는 것과 서로 다른 모델을 선택하는 것은 다르다. 오른쪽 A/B 구성이 이번 교육에서 검토하는 다중 모델 설계라고 설명한다.</a:t>
            </a:r>
          </a:p>
          <a:p xmlns:a="http://schemas.openxmlformats.org/drawingml/2006/main">
            <a:r>
              <a:t>2. (2:00–4:00 / Case) 실제로는 역할별 오류 탐지, 최종 동작, 지연·비용을 확인해야 한다. 모델·계정·실행 표면은 TBD이며 자동 연결 기능이나 성능 향상을 이미 확인한 것처럼 말하지 않는다.</a:t>
            </a:r>
          </a:p>
          <a:p xmlns:a="http://schemas.openxmlformats.org/drawingml/2006/main">
            <a:r>
              <a:t/>
            </a:r>
          </a:p>
          <a:p xmlns:a="http://schemas.openxmlformats.org/drawingml/2006/main">
            <a:r>
              <a:t>**Evidence / Source:**</a:t>
            </a:r>
          </a:p>
          <a:p xmlns:a="http://schemas.openxmlformats.org/drawingml/2006/main">
            <a:r>
              <a:t>DEC-0097; BEAT-082; CLM-0043; CLM-0044; CASE-LOOP-01.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같은 모델의 역할 분리와 다른 모델의 구현·검토 조합을 구분하고 실제 작업에서 효과를 평가한다.</a:t>
            </a:r>
          </a:p>
          <a:p xmlns:a="http://schemas.openxmlformats.org/drawingml/2006/main">
            <a:r>
              <a:t/>
            </a:r>
          </a:p>
          <a:p xmlns:a="http://schemas.openxmlformats.org/drawingml/2006/main">
            <a:r>
              <a:t>**Advanced Insight:**</a:t>
            </a:r>
          </a:p>
          <a:p xmlns:a="http://schemas.openxmlformats.org/drawingml/2006/main">
            <a:r>
              <a:t>Reviewer에게 구현 모델의 자신감만 전달하지 않고 독립적으로 대조할 명세·diff·원래 검사 기록을 제공한다.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검토 모델의 말도 확인해야 한다의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S95; production/preview/act4/S95.png 및 production/preview/full/S95.png.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검토 모델의 말도 확인해야 한다</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검토 모델의 말도 확인해야 한다</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검토 모델의 지적도 명세와 검사 근거로 대조해 수용·기각·추가 확인을 결정한다.</a:t>
            </a:r>
          </a:p>
          <a:p xmlns:a="http://schemas.openxmlformats.org/drawingml/2006/main">
            <a:r>
              <a:t/>
            </a:r>
          </a:p>
          <a:p xmlns:a="http://schemas.openxmlformats.org/drawingml/2006/main">
            <a:r>
              <a:t>**Opening Question:**</a:t>
            </a:r>
          </a:p>
          <a:p xmlns:a="http://schemas.openxmlformats.org/drawingml/2006/main">
            <a:r>
              <a:t>검토 모델이 고치라고 하면 무조건 따라야 할까?</a:t>
            </a:r>
          </a:p>
          <a:p xmlns:a="http://schemas.openxmlformats.org/drawingml/2006/main">
            <a:r>
              <a:t/>
            </a:r>
          </a:p>
          <a:p xmlns:a="http://schemas.openxmlformats.org/drawingml/2006/main">
            <a:r>
              <a:t>**Speaker Flow:**</a:t>
            </a:r>
          </a:p>
          <a:p xmlns:a="http://schemas.openxmlformats.org/drawingml/2006/main">
            <a:r>
              <a:t>1. (0:00–2:00 / Lecture) 검토 모델도 틀릴 수 있다. 지적의 위치·위반 기준·근거가 실제 변경과 맞는지 대조하고, 동의만으로 완료하지 않는다고 설명한다.</a:t>
            </a:r>
          </a:p>
          <a:p xmlns:a="http://schemas.openxmlformats.org/drawingml/2006/main">
            <a:r>
              <a:t>2. (2:00–4:00 / Case) 지적이 타당하면 수정, 틀리면 기각 이유를 남긴다. 명세가 모호하거나 검증이 불가능하면 사람에게 판단을 요청한다. 모델 다수결을 객관적 정답으로 대체하지 않는다.</a:t>
            </a:r>
          </a:p>
          <a:p xmlns:a="http://schemas.openxmlformats.org/drawingml/2006/main">
            <a:r>
              <a:t/>
            </a:r>
          </a:p>
          <a:p xmlns:a="http://schemas.openxmlformats.org/drawingml/2006/main">
            <a:r>
              <a:t>**Evidence / Source:**</a:t>
            </a:r>
          </a:p>
          <a:p xmlns:a="http://schemas.openxmlformats.org/drawingml/2006/main">
            <a:r>
              <a:t>DEC-0097; BEAT-082;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검토 모델의 지적도 명세와 검사 근거로 대조해 수용·기각·추가 확인을 결정한다.</a:t>
            </a:r>
          </a:p>
          <a:p xmlns:a="http://schemas.openxmlformats.org/drawingml/2006/main">
            <a:r>
              <a:t/>
            </a:r>
          </a:p>
          <a:p xmlns:a="http://schemas.openxmlformats.org/drawingml/2006/main">
            <a:r>
              <a:t>**Advanced Insight:**</a:t>
            </a:r>
          </a:p>
          <a:p xmlns:a="http://schemas.openxmlformats.org/drawingml/2006/main">
            <a:r>
              <a:t>잘못된 지적을 반복 반영해 정상 동작을 깨뜨리는 회귀와 무한 수정을 막는 제어도 Loop 설계의 일부다.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반복하려면 무엇을 이어받아야 할까?의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S96; production/preview/act4/S96.png 및 production/preview/full/S96.png.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반복하려면 무엇을 이어받아야 할까?</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반복하려면 무엇을 이어받아야 할까?</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고정 목표, 현재 후보·검토·검사, 남은 문제와 한도를 다음 시도가 이어받도록 설계한다.</a:t>
            </a:r>
          </a:p>
          <a:p xmlns:a="http://schemas.openxmlformats.org/drawingml/2006/main">
            <a:r>
              <a:t/>
            </a:r>
          </a:p>
          <a:p xmlns:a="http://schemas.openxmlformats.org/drawingml/2006/main">
            <a:r>
              <a:t>**Opening Question:**</a:t>
            </a:r>
          </a:p>
          <a:p xmlns:a="http://schemas.openxmlformats.org/drawingml/2006/main">
            <a:r>
              <a:t>다음 시도가 처음부터 다시 시작하지 않게 하려면 무엇을 남길까?</a:t>
            </a:r>
          </a:p>
          <a:p xmlns:a="http://schemas.openxmlformats.org/drawingml/2006/main">
            <a:r>
              <a:t/>
            </a:r>
          </a:p>
          <a:p xmlns:a="http://schemas.openxmlformats.org/drawingml/2006/main">
            <a:r>
              <a:t>**Speaker Flow:**</a:t>
            </a:r>
          </a:p>
          <a:p xmlns:a="http://schemas.openxmlformats.org/drawingml/2006/main">
            <a:r>
              <a:t>1. (0:00–2:00 / Lecture) 목표·완료 기준은 고정하고 후보 버전·지적·검사 결과를 갱신한다. 검토 항목의 수용·기각, 현재 남은 문제와 시도 기록을 보존한다.</a:t>
            </a:r>
          </a:p>
          <a:p xmlns:a="http://schemas.openxmlformats.org/drawingml/2006/main">
            <a:r>
              <a:t>2. (2:00–4:00 / Case) 반복·시간·비용 한도, 같은 실패의 정체, 회귀를 만나면 어떻게 멈추고 재개할지 정한다. 별도 Memory·프레임워크가 필수라는 주장이나 숫자 기본값을 만들지 않는다.</a:t>
            </a:r>
          </a:p>
          <a:p xmlns:a="http://schemas.openxmlformats.org/drawingml/2006/main">
            <a:r>
              <a:t/>
            </a:r>
          </a:p>
          <a:p xmlns:a="http://schemas.openxmlformats.org/drawingml/2006/main">
            <a:r>
              <a:t>**Evidence / Source:**</a:t>
            </a:r>
          </a:p>
          <a:p xmlns:a="http://schemas.openxmlformats.org/drawingml/2006/main">
            <a:r>
              <a:t>DEC-0097; BEAT-082;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고정 목표, 현재 후보·검토·검사, 남은 문제와 한도를 다음 시도가 이어받도록 설계한다.</a:t>
            </a:r>
          </a:p>
          <a:p xmlns:a="http://schemas.openxmlformats.org/drawingml/2006/main">
            <a:r>
              <a:t/>
            </a:r>
          </a:p>
          <a:p xmlns:a="http://schemas.openxmlformats.org/drawingml/2006/main">
            <a:r>
              <a:t>**Advanced Insight:**</a:t>
            </a:r>
          </a:p>
          <a:p xmlns:a="http://schemas.openxmlformats.org/drawingml/2006/main">
            <a:r>
              <a:t>목표의 상태와 실행의 상태를 분리한다. 실행이 중단됐다는 이유로 목표가 완료된 것으로 기록하지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확인한 근거와 아직 실행하지 않은 설계의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S97; production/preview/act4/S97.png 및 production/preview/full/S97.png.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확인한 근거와 아직 실행하지 않은 설계</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확인한 근거와 아직 실행하지 않은 설계</a:t>
            </a:r>
          </a:p>
          <a:p xmlns:a="http://schemas.openxmlformats.org/drawingml/2006/main">
            <a:r>
              <a:t/>
            </a:r>
          </a:p>
          <a:p xmlns:a="http://schemas.openxmlformats.org/drawingml/2006/main">
            <a:r>
              <a:t>**ACT / Section:**</a:t>
            </a:r>
          </a:p>
          <a:p xmlns:a="http://schemas.openxmlformats.org/drawingml/2006/main">
            <a:r>
              <a:t>ACT 4 / 4R6 Evidence and transfer</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기존 제품 Trial, 인용 연구, 이번 루프 설계의 세 근거 범위를 구분한다.</a:t>
            </a:r>
          </a:p>
          <a:p xmlns:a="http://schemas.openxmlformats.org/drawingml/2006/main">
            <a:r>
              <a:t/>
            </a:r>
          </a:p>
          <a:p xmlns:a="http://schemas.openxmlformats.org/drawingml/2006/main">
            <a:r>
              <a:t>**Opening Question:**</a:t>
            </a:r>
          </a:p>
          <a:p xmlns:a="http://schemas.openxmlformats.org/drawingml/2006/main">
            <a:r>
              <a:t>우리가 실제로 확인한 것은 어디까지일까?</a:t>
            </a:r>
          </a:p>
          <a:p xmlns:a="http://schemas.openxmlformats.org/drawingml/2006/main">
            <a:r>
              <a:t/>
            </a:r>
          </a:p>
          <a:p xmlns:a="http://schemas.openxmlformats.org/drawingml/2006/main">
            <a:r>
              <a:t>**Speaker Flow:**</a:t>
            </a:r>
          </a:p>
          <a:p xmlns:a="http://schemas.openxmlformats.org/drawingml/2006/main">
            <a:r>
              <a:t>1. (0:00–2:00 / Lecture) 실제 밝기 통계의 변경·출력·측정 근거는 기존 코드·입력·환경에 한정한다. 논문은 연구된 모델·과제·방법의 결과다.</a:t>
            </a:r>
          </a:p>
          <a:p xmlns:a="http://schemas.openxmlformats.org/drawingml/2006/main">
            <a:r>
              <a:t>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xmlns:a="http://schemas.openxmlformats.org/drawingml/2006/main">
            <a:r>
              <a:t/>
            </a:r>
          </a:p>
          <a:p xmlns:a="http://schemas.openxmlformats.org/drawingml/2006/main">
            <a:r>
              <a:t>**Evidence / Source:**</a:t>
            </a:r>
          </a:p>
          <a:p xmlns:a="http://schemas.openxmlformats.org/drawingml/2006/main">
            <a:r>
              <a:t>DEC-0097; BEAT-083; STATE-04-PERF; TRIAL-008; SRC-0237; SRC-0238; CASE-LOOP-01. Primary sources checked 2026-10-25: https://aclanthology.org/2024.acl-long.381.pdf (Table 7); https://aclanthology.org/2024.findings-acl.91.pdf (section 4.2.5)</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기존 제품 Trial, 인용 연구, 이번 루프 설계의 세 근거 범위를 구분한다.</a:t>
            </a:r>
          </a:p>
          <a:p xmlns:a="http://schemas.openxmlformats.org/drawingml/2006/main">
            <a:r>
              <a:t/>
            </a:r>
          </a:p>
          <a:p xmlns:a="http://schemas.openxmlformats.org/drawingml/2006/main">
            <a:r>
              <a:t>**Advanced Insight:**</a:t>
            </a:r>
          </a:p>
          <a:p xmlns:a="http://schemas.openxmlformats.org/drawingml/2006/main">
            <a:r>
              <a:t>설계의 타당성, 실행의 존재, 결과의 품질, 비교 효과를 서로 다른 근거 단계로 평가한다.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설계·논문·실제 기록을 구분했습니다. 이어서 목표를 유지하며 작업을 계속하는 공식 Goal 기능을 실무 팁으로 살펴봅니다.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S98; production/preview/act4/S98.png 및 production/preview/full/S98.png.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Goal이 목표와 다음 작업을 이어준다</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Goal이 목표와 다음 작업을 이어준다</a:t>
            </a:r>
          </a:p>
          <a:p xmlns:a="http://schemas.openxmlformats.org/drawingml/2006/main">
            <a:r>
              <a:t/>
            </a:r>
          </a:p>
          <a:p xmlns:a="http://schemas.openxmlformats.org/drawingml/2006/main">
            <a:r>
              <a:t>**ACT / Section:**</a:t>
            </a:r>
          </a:p>
          <a:p xmlns:a="http://schemas.openxmlformats.org/drawingml/2006/main">
            <a:r>
              <a:t>ACT 4 / 4T1 Goal continuation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Goal은 턴을 넘어 목표·상태를 유지하고 근거 확인 뒤 계속 수행을 연결한다. 완료 기준과 검증·검토 역할은 작업에 맞게 설계한다.</a:t>
            </a:r>
          </a:p>
          <a:p xmlns:a="http://schemas.openxmlformats.org/drawingml/2006/main">
            <a:r>
              <a:t/>
            </a:r>
          </a:p>
          <a:p xmlns:a="http://schemas.openxmlformats.org/drawingml/2006/main">
            <a:r>
              <a:t>**Opening Question:**</a:t>
            </a:r>
          </a:p>
          <a:p xmlns:a="http://schemas.openxmlformats.org/drawingml/2006/main">
            <a:r>
              <a:t>매번 계속하라고 요청하지 않고, 같은 목표를 이어갈 수 있을까?</a:t>
            </a:r>
          </a:p>
          <a:p xmlns:a="http://schemas.openxmlformats.org/drawingml/2006/main">
            <a:r>
              <a:t/>
            </a:r>
          </a:p>
          <a:p xmlns:a="http://schemas.openxmlformats.org/drawingml/2006/main">
            <a:r>
              <a:t>**Speaker Flow:**</a:t>
            </a:r>
          </a:p>
          <a:p xmlns:a="http://schemas.openxmlformats.org/drawingml/2006/main">
            <a:r>
              <a:t>1. (0:00–0:35 / Lecture) ChatGPT 데스크톱의 /goal 입력 경로를 짚는다. 현재 화면은 사용법을 설명하는 도식이고 실행 캡처가 아님을 확인한다.</a:t>
            </a:r>
          </a:p>
          <a:p xmlns:a="http://schemas.openxmlformats.org/drawingml/2006/main">
            <a:r>
              <a:t>2. (0:35–1:20 / Lecture) 목표가 턴을 넘어 유지되고 작업 뒤 근거를 보아 계속/완료를 판단하는 경로를 읽는다. 실제 제어는 앱의 안전한 작업 경계에서 이루어지며 무한 실행·목표 달성 보장을 뜻하지 않는다.</a:t>
            </a:r>
          </a:p>
          <a:p xmlns:a="http://schemas.openxmlformats.org/drawingml/2006/main">
            <a:r>
              <a:t>3. (1:20–2:00 / Lecture) Goal의 계속 수행 기능과 별도 검증·다른 모델 검토 역할을 구분한다. 교육 계정의 기능 노출과 실행 환경은 후속 확인 대상으로 남긴다.</a:t>
            </a:r>
          </a:p>
          <a:p xmlns:a="http://schemas.openxmlformats.org/drawingml/2006/main">
            <a:r>
              <a:t/>
            </a:r>
          </a:p>
          <a:p xmlns:a="http://schemas.openxmlformats.org/drawingml/2006/main">
            <a:r>
              <a:t>**Evidence / Source:**</a:t>
            </a:r>
          </a:p>
          <a:p xmlns:a="http://schemas.openxmlformats.org/drawingml/2006/main">
            <a:r>
              <a:t>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xmlns:a="http://schemas.openxmlformats.org/drawingml/2006/main">
            <a:r>
              <a:t/>
            </a:r>
          </a:p>
          <a:p xmlns:a="http://schemas.openxmlformats.org/drawingml/2006/main">
            <a:r>
              <a:t>**Claim Boundary:**</a:t>
            </a:r>
          </a:p>
          <a:p xmlns:a="http://schemas.openxmlformats.org/drawingml/2006/main">
            <a:r>
              <a:t>FROZEN WITH SCOPE — 공식 문서로 확인한 기능·안내와 교육용 도식. 사내 계정/버전/설정의 사용 가능 여부는 REQUIRES PRODUCT CHECK. 자동 다중 모델 배정·완료 보장·시간/비용 절감을 주장하지 않는다.</a:t>
            </a:r>
          </a:p>
          <a:p xmlns:a="http://schemas.openxmlformats.org/drawingml/2006/main">
            <a:r>
              <a:t/>
            </a:r>
          </a:p>
          <a:p xmlns:a="http://schemas.openxmlformats.org/drawingml/2006/main">
            <a:r>
              <a:t>**Beginner Explanation:**</a:t>
            </a:r>
          </a:p>
          <a:p xmlns:a="http://schemas.openxmlformats.org/drawingml/2006/main">
            <a:r>
              <a:t>Goal은 턴을 넘어 목표·상태를 유지하고 근거 확인 뒤 계속 수행을 연결한다. 완료 기준과 검증·검토 역할은 작업에 맞게 설계한다.</a:t>
            </a:r>
          </a:p>
          <a:p xmlns:a="http://schemas.openxmlformats.org/drawingml/2006/main">
            <a:r>
              <a:t/>
            </a:r>
          </a:p>
          <a:p xmlns:a="http://schemas.openxmlformats.org/drawingml/2006/main">
            <a:r>
              <a:t>**Advanced Insight:**</a:t>
            </a:r>
          </a:p>
          <a:p xmlns:a="http://schemas.openxmlformats.org/drawingml/2006/main">
            <a:r>
              <a:t>Goal은 대화 범위의 목표·상태와 계속 수행 제어다. 권한을 확대하지 않으며 다른 모델의 코드 검토자를 자동 배정한다는 근거로 쓰지 않는다. 일반 요청 안에서도 수정·테스트가 반복될 수 있다.</a:t>
            </a:r>
          </a:p>
          <a:p xmlns:a="http://schemas.openxmlformats.org/drawingml/2006/main">
            <a:r>
              <a:t/>
            </a:r>
          </a:p>
          <a:p xmlns:a="http://schemas.openxmlformats.org/drawingml/2006/main">
            <a:r>
              <a:t>**C++ Vision Bridge:**</a:t>
            </a:r>
          </a:p>
          <a:p xmlns:a="http://schemas.openxmlformats.org/drawingml/2006/main">
            <a:r>
              <a:t>N/A — C++ 명령·새 사례를 추가하지 않는다.</a:t>
            </a:r>
          </a:p>
          <a:p xmlns:a="http://schemas.openxmlformats.org/drawingml/2006/main">
            <a:r>
              <a:t/>
            </a:r>
          </a:p>
          <a:p xmlns:a="http://schemas.openxmlformats.org/drawingml/2006/main">
            <a:r>
              <a:t>**Demo Operation:**</a:t>
            </a:r>
          </a:p>
          <a:p xmlns:a="http://schemas.openxmlformats.org/drawingml/2006/main">
            <a:r>
              <a:t>N/A — 정적 제품 안내 도식. 명령을 입력하거나 Goal을 활성화하지 않는다. 사내 환경의 기능 노출·계정·권한·실행 상태는 후속 확인 대상이다.</a:t>
            </a:r>
          </a:p>
          <a:p xmlns:a="http://schemas.openxmlformats.org/drawingml/2006/main">
            <a:r>
              <a:t/>
            </a:r>
          </a:p>
          <a:p xmlns:a="http://schemas.openxmlformats.org/drawingml/2006/main">
            <a:r>
              <a:t>**Audience Interaction:**</a:t>
            </a:r>
          </a:p>
          <a:p xmlns:a="http://schemas.openxmlformats.org/drawingml/2006/main">
            <a:r>
              <a:t>필수 응답·실습 없음. 예시에서 완료 근거와 미완료 보고 조건을 눈으로 확인하게 한다.</a:t>
            </a:r>
          </a:p>
          <a:p xmlns:a="http://schemas.openxmlformats.org/drawingml/2006/main">
            <a:r>
              <a:t/>
            </a:r>
          </a:p>
          <a:p xmlns:a="http://schemas.openxmlformats.org/drawingml/2006/main">
            <a:r>
              <a:t>**Transition:**</a:t>
            </a:r>
          </a:p>
          <a:p xmlns:a="http://schemas.openxmlformats.org/drawingml/2006/main">
            <a:r>
              <a:t>기능이 계속 수행을 연결하더라도, 무엇이 완료인지 요청에 적어야 합니다. 다음은 Goal 작성 예시입니다.</a:t>
            </a:r>
          </a:p>
          <a:p xmlns:a="http://schemas.openxmlformats.org/drawingml/2006/main">
            <a:r>
              <a:t/>
            </a:r>
          </a:p>
          <a:p xmlns:a="http://schemas.openxmlformats.org/drawingml/2006/main">
            <a:r>
              <a:t>**Time Management:**</a:t>
            </a:r>
          </a:p>
          <a:p xmlns:a="http://schemas.openxmlformats.org/drawingml/2006/main">
            <a:r>
              <a:t>Lecture2분. 제품 설정 강의나 실제 실행으로 확장하지 않는다. 초과 시 부가 설명을 줄이고 기능/검증의 구분과 다음 전환을 유지한다.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production/ACT_4.pptx의 S99, production/preview/full/S99.png. 설명용 도식이며 원본 제품 캡처로 표현하지 않는다. 실제 발표 PC 재생은 UNVERIFIED.</a:t>
            </a:r>
          </a:p>
          <a:p xmlns:a="http://schemas.openxmlformats.org/drawingml/2006/main">
            <a:r>
              <a:t/>
            </a:r>
          </a:p>
          <a:p xmlns:a="http://schemas.openxmlformats.org/drawingml/2006/main">
            <a:r>
              <a:t>**Validation Status:**</a:t>
            </a:r>
          </a:p>
          <a:p xmlns:a="http://schemas.openxmlformats.org/drawingml/2006/main">
            <a:r>
              <a:t>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Goal에는 완료 근거와 멈출 조건을 담는다</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Goal에는 완료 근거와 멈출 조건을 담는다</a:t>
            </a:r>
          </a:p>
          <a:p xmlns:a="http://schemas.openxmlformats.org/drawingml/2006/main">
            <a:r>
              <a:t/>
            </a:r>
          </a:p>
          <a:p xmlns:a="http://schemas.openxmlformats.org/drawingml/2006/main">
            <a:r>
              <a:t>**ACT / Section:**</a:t>
            </a:r>
          </a:p>
          <a:p xmlns:a="http://schemas.openxmlformats.org/drawingml/2006/main">
            <a:r>
              <a:t>ACT 4 / 4T2 Goal request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Goal 요청에는 원하는 변화, 보존 조건, 완료를 확인할 근거와 막혔을 때 보고할 조건을 담는다. 같은 기준으로 진행을 판단한다.</a:t>
            </a:r>
          </a:p>
          <a:p xmlns:a="http://schemas.openxmlformats.org/drawingml/2006/main">
            <a:r>
              <a:t/>
            </a:r>
          </a:p>
          <a:p xmlns:a="http://schemas.openxmlformats.org/drawingml/2006/main">
            <a:r>
              <a:t>**Opening Question:**</a:t>
            </a:r>
          </a:p>
          <a:p xmlns:a="http://schemas.openxmlformats.org/drawingml/2006/main">
            <a:r>
              <a:t>언제 끝내고 언제 미완료를 보고할지, Goal에 무엇을 적을까?</a:t>
            </a:r>
          </a:p>
          <a:p xmlns:a="http://schemas.openxmlformats.org/drawingml/2006/main">
            <a:r>
              <a:t/>
            </a:r>
          </a:p>
          <a:p xmlns:a="http://schemas.openxmlformats.org/drawingml/2006/main">
            <a:r>
              <a:t>**Speaker Flow:**</a:t>
            </a:r>
          </a:p>
          <a:p xmlns:a="http://schemas.openxmlformats.org/drawingml/2006/main">
            <a:r>
              <a:t>1. (0:00–0:25 / Lecture) 막연한 성능 개선 Goal에는 완료 근거가 없음을 짚는다.</a:t>
            </a:r>
          </a:p>
          <a:p xmlns:a="http://schemas.openxmlformats.org/drawingml/2006/main">
            <a:r>
              <a:t>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xmlns:a="http://schemas.openxmlformats.org/drawingml/2006/main">
            <a:r>
              <a:t>3. (1:30–2:00 / Lecture) 검증 불가·반복 실패는 미완료 사유와 필요한 판단을 보고하도록 요청한다. 다른 모델 검토가 필요한지는 별도로 설계하며 이 예시를 실행하지 않는다.</a:t>
            </a:r>
          </a:p>
          <a:p xmlns:a="http://schemas.openxmlformats.org/drawingml/2006/main">
            <a:r>
              <a:t/>
            </a:r>
          </a:p>
          <a:p xmlns:a="http://schemas.openxmlformats.org/drawingml/2006/main">
            <a:r>
              <a:t>**Evidence / Source:**</a:t>
            </a:r>
          </a:p>
          <a:p xmlns:a="http://schemas.openxmlformats.org/drawingml/2006/main">
            <a:r>
              <a:t>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xmlns:a="http://schemas.openxmlformats.org/drawingml/2006/main">
            <a:r>
              <a:t/>
            </a:r>
          </a:p>
          <a:p xmlns:a="http://schemas.openxmlformats.org/drawingml/2006/main">
            <a:r>
              <a:t>**Claim Boundary:**</a:t>
            </a:r>
          </a:p>
          <a:p xmlns:a="http://schemas.openxmlformats.org/drawingml/2006/main">
            <a:r>
              <a:t>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xmlns:a="http://schemas.openxmlformats.org/drawingml/2006/main">
            <a:r>
              <a:t/>
            </a:r>
          </a:p>
          <a:p xmlns:a="http://schemas.openxmlformats.org/drawingml/2006/main">
            <a:r>
              <a:t>**Beginner Explanation:**</a:t>
            </a:r>
          </a:p>
          <a:p xmlns:a="http://schemas.openxmlformats.org/drawingml/2006/main">
            <a:r>
              <a:t>Goal 요청에는 원하는 변화, 보존 조건, 완료를 확인할 근거와 막혔을 때 보고할 조건을 담는다. 같은 기준으로 진행을 판단한다.</a:t>
            </a:r>
          </a:p>
          <a:p xmlns:a="http://schemas.openxmlformats.org/drawingml/2006/main">
            <a:r>
              <a:t/>
            </a:r>
          </a:p>
          <a:p xmlns:a="http://schemas.openxmlformats.org/drawingml/2006/main">
            <a:r>
              <a:t>**Advanced Insight:**</a:t>
            </a:r>
          </a:p>
          <a:p xmlns:a="http://schemas.openxmlformats.org/drawingml/2006/main">
            <a:r>
              <a:t>측정값 자체보다 어떤 기준판·대표 입력·환경·측정 방법을 고정할지가 중요하다. 검토 모델의 동의나 Goal의 완료 표시가 도구 근거와 최종 수용을 대신하지 않는다.</a:t>
            </a:r>
          </a:p>
          <a:p xmlns:a="http://schemas.openxmlformats.org/drawingml/2006/main">
            <a:r>
              <a:t/>
            </a:r>
          </a:p>
          <a:p xmlns:a="http://schemas.openxmlformats.org/drawingml/2006/main">
            <a:r>
              <a:t>**C++ Vision Bridge:**</a:t>
            </a:r>
          </a:p>
          <a:p xmlns:a="http://schemas.openxmlformats.org/drawingml/2006/main">
            <a:r>
              <a:t>N/A — C++ 명령·새 사례를 추가하지 않는다.</a:t>
            </a:r>
          </a:p>
          <a:p xmlns:a="http://schemas.openxmlformats.org/drawingml/2006/main">
            <a:r>
              <a:t/>
            </a:r>
          </a:p>
          <a:p xmlns:a="http://schemas.openxmlformats.org/drawingml/2006/main">
            <a:r>
              <a:t>**Demo Operation:**</a:t>
            </a:r>
          </a:p>
          <a:p xmlns:a="http://schemas.openxmlformats.org/drawingml/2006/main">
            <a:r>
              <a:t>N/A — 정적 제품 안내 도식. 명령을 입력하거나 Goal을 활성화하지 않는다. 사내 환경의 기능 노출·계정·권한·실행 상태는 후속 확인 대상이다.</a:t>
            </a:r>
          </a:p>
          <a:p xmlns:a="http://schemas.openxmlformats.org/drawingml/2006/main">
            <a:r>
              <a:t/>
            </a:r>
          </a:p>
          <a:p xmlns:a="http://schemas.openxmlformats.org/drawingml/2006/main">
            <a:r>
              <a:t>**Audience Interaction:**</a:t>
            </a:r>
          </a:p>
          <a:p xmlns:a="http://schemas.openxmlformats.org/drawingml/2006/main">
            <a:r>
              <a:t>필수 응답·실습 없음. 예시에서 완료 근거와 미완료 보고 조건을 눈으로 확인하게 한다.</a:t>
            </a:r>
          </a:p>
          <a:p xmlns:a="http://schemas.openxmlformats.org/drawingml/2006/main">
            <a:r>
              <a:t/>
            </a:r>
          </a:p>
          <a:p xmlns:a="http://schemas.openxmlformats.org/drawingml/2006/main">
            <a:r>
              <a:t>**Transition:**</a:t>
            </a:r>
          </a:p>
          <a:p xmlns:a="http://schemas.openxmlformats.org/drawingml/2006/main">
            <a:r>
              <a:t>이 기능을 활용하더라도 우리 작업의 목표·검증·검토 판단은 남습니다. S101에서 필요한 루프를 정리한 뒤 ACT5의 조합과 덜어내기로 넘어갑니다.</a:t>
            </a:r>
          </a:p>
          <a:p xmlns:a="http://schemas.openxmlformats.org/drawingml/2006/main">
            <a:r>
              <a:t/>
            </a:r>
          </a:p>
          <a:p xmlns:a="http://schemas.openxmlformats.org/drawingml/2006/main">
            <a:r>
              <a:t>**Time Management:**</a:t>
            </a:r>
          </a:p>
          <a:p xmlns:a="http://schemas.openxmlformats.org/drawingml/2006/main">
            <a:r>
              <a:t>Lecture2분. 제품 설정 강의나 실제 실행으로 확장하지 않는다. 초과 시 부가 설명을 줄이고 기능/검증의 구분과 다음 전환을 유지한다.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production/ACT_4.pptx의 S100, production/preview/full/S100.png. 설명용 도식이며 원본 제품 캡처로 표현하지 않는다. 실제 발표 PC 재생은 UNVERIFIED.</a:t>
            </a:r>
          </a:p>
          <a:p xmlns:a="http://schemas.openxmlformats.org/drawingml/2006/main">
            <a:r>
              <a:t/>
            </a:r>
          </a:p>
          <a:p xmlns:a="http://schemas.openxmlformats.org/drawingml/2006/main">
            <a:r>
              <a:t>**Validation Status:**</a:t>
            </a:r>
          </a:p>
          <a:p xmlns:a="http://schemas.openxmlformats.org/drawingml/2006/main">
            <a:r>
              <a:t>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우리 작업에는 어떤 루프가 필요할까?</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우리 작업에는 어떤 루프가 필요할까?</a:t>
            </a:r>
          </a:p>
          <a:p xmlns:a="http://schemas.openxmlformats.org/drawingml/2006/main">
            <a:r>
              <a:t/>
            </a:r>
          </a:p>
          <a:p xmlns:a="http://schemas.openxmlformats.org/drawingml/2006/main">
            <a:r>
              <a:t>**ACT / Section:**</a:t>
            </a:r>
          </a:p>
          <a:p xmlns:a="http://schemas.openxmlformats.org/drawingml/2006/main">
            <a:r>
              <a:t>ACT 4 / 4R6 Evidence and transfer</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Reflection 2분 + Q&amp;A 7분 + Transition 2분</a:t>
            </a:r>
          </a:p>
          <a:p xmlns:a="http://schemas.openxmlformats.org/drawingml/2006/main">
            <a:r>
              <a:t/>
            </a:r>
          </a:p>
          <a:p xmlns:a="http://schemas.openxmlformats.org/drawingml/2006/main">
            <a:r>
              <a:t>**Primary Message:**</a:t>
            </a:r>
          </a:p>
          <a:p xmlns:a="http://schemas.openxmlformats.org/drawingml/2006/main">
            <a:r>
              <a:t>Goal의 계속 수행 기능을 활용하되 내 업무에 필요한 목표·근거·검토 역할을 정리하고 ACT5의 조합·통합·제거로 이어간다.</a:t>
            </a:r>
          </a:p>
          <a:p xmlns:a="http://schemas.openxmlformats.org/drawingml/2006/main">
            <a:r>
              <a:t/>
            </a:r>
          </a:p>
          <a:p xmlns:a="http://schemas.openxmlformats.org/drawingml/2006/main">
            <a:r>
              <a:t>**Opening Question:**</a:t>
            </a:r>
          </a:p>
          <a:p xmlns:a="http://schemas.openxmlformats.org/drawingml/2006/main">
            <a:r>
              <a:t>내 작업에서 검토 결과가 다음 수정으로 돌아가려면 무엇이 필요할까?</a:t>
            </a:r>
          </a:p>
          <a:p xmlns:a="http://schemas.openxmlformats.org/drawingml/2006/main">
            <a:r>
              <a:t/>
            </a:r>
          </a:p>
          <a:p xmlns:a="http://schemas.openxmlformats.org/drawingml/2006/main">
            <a:r>
              <a:t>**Speaker Flow:**</a:t>
            </a:r>
          </a:p>
          <a:p xmlns:a="http://schemas.openxmlformats.org/drawingml/2006/main">
            <a:r>
              <a:t>1. (0:00–2:00 / Reflection) Goal이 맡는 계속 수행과, 내 업무에서 여전히 정할 목표·검증·검토를 구분해 생각하게 한다. 기존 목표·피드백·운영의 세 질문을 한 번씩 가리킨다.</a:t>
            </a:r>
          </a:p>
          <a:p xmlns:a="http://schemas.openxmlformats.org/drawingml/2006/main">
            <a:r>
              <a:t>2. (2:00–9:00 / Q&amp;A) 질문을 받는다. 무질문이면 두 모델의 동의와 테스트 실패가 충돌할 때의 판단 또는 Goal이 완료를 보고했지만 측정이 빠진 상황을 묻는다. 새 기능 실행이나 정답 발표는 요구하지 않는다.</a:t>
            </a:r>
          </a:p>
          <a:p xmlns:a="http://schemas.openxmlformats.org/drawingml/2006/main">
            <a:r>
              <a:t>3. (9:00–11:00 / Transition) 플랫폼 기능을 활용하되 필요한 기준과 검토를 조합한다는 문장으로 회수한다. S102의 ACT5 제목을 거쳐 S103의 대응 선택으로 넘긴다.</a:t>
            </a:r>
          </a:p>
          <a:p xmlns:a="http://schemas.openxmlformats.org/drawingml/2006/main">
            <a:r>
              <a:t/>
            </a:r>
          </a:p>
          <a:p xmlns:a="http://schemas.openxmlformats.org/drawingml/2006/main">
            <a:r>
              <a:t>**Evidence / Source:**</a:t>
            </a:r>
          </a:p>
          <a:p xmlns:a="http://schemas.openxmlformats.org/drawingml/2006/main">
            <a:r>
              <a:t>DEC-0097; BEAT-083;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내 업무의 목표·피드백·운영 판단을 떠올리고 ACT5의 조합·통합·제거로 이어간다.</a:t>
            </a:r>
          </a:p>
          <a:p xmlns:a="http://schemas.openxmlformats.org/drawingml/2006/main">
            <a:r>
              <a:t/>
            </a:r>
          </a:p>
          <a:p xmlns:a="http://schemas.openxmlformats.org/drawingml/2006/main">
            <a:r>
              <a:t>**Advanced Insight:**</a:t>
            </a:r>
          </a:p>
          <a:p xmlns:a="http://schemas.openxmlformats.org/drawingml/2006/main">
            <a:r>
              <a:t>ACT5에서 현재 문제와 비용·효과를 보고 필요한 구성을 유지·통합·제거할 수 있게 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Reflection2분→Q&amp;A7분→Transition2분. 무질문이면 “Goal은 완료라고 했는데 측정 근거가 없다면?”을 사용한다. 9분에 전환으로 들어가고 11분에 마친다.</a:t>
            </a:r>
          </a:p>
          <a:p xmlns:a="http://schemas.openxmlformats.org/drawingml/2006/main">
            <a:r>
              <a:t/>
            </a:r>
          </a:p>
          <a:p xmlns:a="http://schemas.openxmlformats.org/drawingml/2006/main">
            <a:r>
              <a:t>**Transition:**</a:t>
            </a:r>
          </a:p>
          <a:p xmlns:a="http://schemas.openxmlformats.org/drawingml/2006/main">
            <a:r>
              <a:t>Goal의 계속 수행을 활용해도 검증과 역할을 모두 직접 구현할 필요는 없습니다. S102의 ACT5 제목을 거쳐 S103에서 필요한 대응의 조합을 생각합니다.</a:t>
            </a:r>
          </a:p>
          <a:p xmlns:a="http://schemas.openxmlformats.org/drawingml/2006/main">
            <a:r>
              <a:t/>
            </a:r>
          </a:p>
          <a:p xmlns:a="http://schemas.openxmlformats.org/drawingml/2006/main">
            <a:r>
              <a:t>**Time Management:**</a:t>
            </a:r>
          </a:p>
          <a:p xmlns:a="http://schemas.openxmlformats.org/drawingml/2006/main">
            <a:r>
              <a:t>Reflection 2분 + Q&amp;A 7분 + Transition 2분 = 11분.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S101; production/preview/act4/S101.png 및 production/preview/full/S101.png.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내 업무에 맞게 조합하고 덜어내기</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“제품 기능을 활용하면서, 우리 업무에는 무엇을 조합하고 덜어낼까요?”</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S103의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S103에서 Goal 기능을 포함한 전체 대응의 선택 지도를 회수한다. 다음 실제 제품 이력과 Goal 사용의 문서 안내를 구분한다.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전체406분이다. 제목·부제만 안내하고1분에 S103로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production/preview/full/S102.png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문제에 맞춰, 일하는 방식을 넓혔다</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전체 여정은 필요한 대응의 선택지다. 플랫폼이 맡는 기능을 활용하고 내 문제에 필요한 기준과 검토를 조합한다.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(0:00–0:35 / Lecture) S101의 개인 적용과 S102의 제목을 받아 필요한 대응의 선택 지도를 연다. Goal을 모든 프로젝트에 요구하거나 기능별 도입 순서로 제시하지 않는다.</a:t>
            </a:r>
          </a:p>
          <a:p xmlns:a="http://schemas.openxmlformats.org/drawingml/2006/main">
            <a:r>
              <a:t>2. (0:35–2:50 / Lecture) 다섯 열을 한 문장씩 짚는다. 모호한 요청은 Prompt, 반복 지식은 Context, 반복 방법은 Harness, 다음 검토·수정의 단절은 Loop로 대응했다. 새 Goal 팁은 계속 수행을 제품 기능으로 활용하는 한 경로이며 전체 검증·모델 역할 설계를 자동 해결하지 않는다.</a:t>
            </a:r>
          </a:p>
          <a:p xmlns:a="http://schemas.openxmlformats.org/drawingml/2006/main">
            <a:r>
              <a:t>3. (2:50–4:00 / Lecture) 필요한 기준과 검토를 조합한다는 하단 문장을 읽고 S104의 실제 제품 이력으로 범위를 좁힌다. 각 ACT를 재강의하지 않는다.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목표에 이르기까지 검토와 수정을 연결하는 Loop를 전체 여정에서 회수한다.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S111/S110에 남긴다.</a:t>
            </a:r>
          </a:p>
          <a:p xmlns:a="http://schemas.openxmlformats.org/drawingml/2006/main">
            <a:r>
              <a:t/>
            </a:r>
          </a:p>
          <a:p xmlns:a="http://schemas.openxmlformats.org/drawingml/2006/main">
            <a:r>
              <a:t>**Transition:**</a:t>
            </a:r>
          </a:p>
          <a:p xmlns:a="http://schemas.openxmlformats.org/drawingml/2006/main">
            <a:r>
              <a:t>방금은 적용할 대응의 전체 지도였습니다. 다음 S104에서는 Goal과 다중 모델 설계를 제외하고, 제품 저장소에서 실제 확인한 변화만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실제 Demo는 문제에 맞춰 바뀌었다</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Product State 이력은 기존 관찰대로 보존한다. 다중 모델 반복과 Goal 사용은 이 제품에서 실행 검증하지 않았다.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실제 제품 저장소의 변화만 보여 주는 장임을 먼저 읽는다. Goal 기능의 공식 안내와 다중 모델 설계는 이 제품의 실행 검증이 아니다.</a:t>
            </a:r>
          </a:p>
          <a:p xmlns:a="http://schemas.openxmlformats.org/drawingml/2006/main">
            <a:r>
              <a:t>2. (1:00–2:30 / VISUAL Demo) crop 수정, 기본 안내·상세 문서 분리, Skill 재사용과 밝기 통계 변경 검증을 세 행으로 회상한다. 실제 일곱 State와 TRIAL-002/003/004/005/008의 의미를 보존한다. 수치·코드·개별 실행을 다시 설명하지 않는다.</a:t>
            </a:r>
          </a:p>
          <a:p xmlns:a="http://schemas.openxmlformats.org/drawingml/2006/main">
            <a:r>
              <a:t>3. (2:30–3:00 / VISUAL Demo) Product endpoint가 STATE-04-PERF임을 확인한다. 이어서 이 작업에 실제로 쓰지 않은 구성과 그 보류 이유를 S105에서 살펴본다.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TRIAL-002/S23–S24, 지침·문서 재구성은 TRIAL-003/004/005A/B 및 S39–S53, Skill과 제품 성능 검증은 TRIAL-008·STATE-04-PERF/S61–S66에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FROZEN WITH SCOPE — 실제 Product State와 기존 Trial의 한정된 관찰. 다중 모델 반복과 Goal 사용은 이 제품에서 실행 검증하지 않았다. 공식 문서·연구·설계를 제품 실행 이력에 합치지 않는다.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실제 Product State의 변화는 기존 관찰대로 보존하고, 다중 모델 루프는 앞 ACT의 설계·연구라는 경계를 밝힌다.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제품에 실제 사용한 구성만 보았습니다. Subagent와 별도 Memory를 보류했던 작업별 이유를 S105에서 확인합니다.</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production/evaluation/GOAL_TIPS_AND_ACT5_HANDOFF.md를 따른다. ACT_5_FLOW_REVISION.md는 이전 판본의 검토다.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이번 문제에 필요한 구성만 선택했다</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S104의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S106로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이 과거 작업의 Subagent·별도 Memory 보류 이유는 조사·변경·검증의 의존관계와 기존 지식 출처다. 현재 모든 과제의 도입 금지나 Goal의 자동 검토 능력 근거로 일반화하지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S71에서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구성을 골랐더라도 제품의 완료 보고만으로 수용하지 않습니다. S106에서 Goal 완료 표시와 사람이 확인할 근거를 연결합니다.</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결과를 수용할지는 사람이 판단한다</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Goal이 완료를 보고하더라도 사람은 목표·선택·검증 근거·남은 위험을 확인해 결과를 수용한다.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(0:00–0:35 / Lecture) Goal의 완료 보고와 사람의 수용 판단을 구분한다. 앞 장의 구성 선택 뒤에도 판단할 책임은 남는다.</a:t>
            </a:r>
          </a:p>
          <a:p xmlns:a="http://schemas.openxmlformats.org/drawingml/2006/main">
            <a:r>
              <a:t>2. (0:35–2:30 / Lecture) AI의 변경·실행·검사 기록을 오른쪽 목표·판단·검증·책임의 네 질문과 대조한다. 반복이 끝났다는 표시보다 원하는 결과와 독립적인 확인 근거를 본다.</a:t>
            </a:r>
          </a:p>
          <a:p xmlns:a="http://schemas.openxmlformats.org/drawingml/2006/main">
            <a:r>
              <a:t>3. (2:30–3:00 / Lecture) 수용할 근거가 나오도록 맡길 범위·일할 조건·확인 경로를 설계한다는 S107로 넘긴다.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TEACHING_MODEL — 교육의 결과 수용 책임 원칙. Goal 완료의 오류율·실행 실패·자동 검토 결과를 관찰한 주장이 아니며 실제 사례를 추가하지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수용 판단에 필요한 근거가 나오도록, 우리가 정할 작업 조건과 제품 기능을 S107에서 함께 정리합니다.</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S106와 production/preview/act5/S106.png를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AI가 일할 조건과 확인 경로를 설계한다</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목표·Context·수행 방법·검증과 목표까지의 수정·재검토를 업무에 맞게 설계한다.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S106의 수용 판단을 받아, 그 판단에 필요한 근거가 나오도록 작업 조건을 설계하는 관점으로 이동한다.</a:t>
            </a:r>
          </a:p>
          <a:p xmlns:a="http://schemas.openxmlformats.org/drawingml/2006/main">
            <a:r>
              <a:t>2. (0:30–2:20 / Lecture) 맡길 범위는 목표·제약·변경 범위, 일할 조건은 프로젝트 지식과 재사용할 수행 방법, 확인과 피드백은 검증 근거와 목표까지의 수정·재검토다. 앞의 다섯 관점을 세 책임 영역에 연결하며 새 필수 단계로 만들지 않는다.</a:t>
            </a:r>
          </a:p>
          <a:p xmlns:a="http://schemas.openxmlformats.org/drawingml/2006/main">
            <a:r>
              <a:t>3. (2:20–3:00 / Lecture) 이 과정의 AI-Native Development라는 이름을 회수한다. 이후 S108에서 모델·플랫폼·업무 조건이 달라지면 이미 만든 구조도 재평가해야 한다는 질문을 연다. 통합·제거의 상세 내용은 다음 세 장에 남긴다.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목표·Context·수행 방법·검증과 목표까지의 수정·재검토를 업무에 맞게 설계한다.</a:t>
            </a:r>
          </a:p>
          <a:p xmlns:a="http://schemas.openxmlformats.org/drawingml/2006/main">
            <a:r>
              <a:t/>
            </a:r>
          </a:p>
          <a:p xmlns:a="http://schemas.openxmlformats.org/drawingml/2006/main">
            <a:r>
              <a:t>**C++ Vision Bridge:**</a:t>
            </a:r>
          </a:p>
          <a:p xmlns:a="http://schemas.openxmlformats.org/drawingml/2006/main">
            <a:r>
              <a:t>재평가3장을 거쳐 S111에서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앞서 본 Goal처럼 플랫폼이 계속 수행을 제공할 수 있습니다. 다음은 모델·플랫폼이 달라졌을 때 기존 보조 역할을 다시 판단하는 별도 공개 사례입니다.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S107와 production/preview/act5/S107.png를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모델·플랫폼이 바뀌면 Harness도 다시 본다</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“Goal처럼 플랫폼이 일부 역할을 제공한다면, 이전에 만든 보조 장치도 계속 필요할까요?”</a:t>
            </a:r>
          </a:p>
          <a:p xmlns:a="http://schemas.openxmlformats.org/drawingml/2006/main">
            <a:r>
              <a:t/>
            </a:r>
          </a:p>
          <a:p xmlns:a="http://schemas.openxmlformats.org/drawingml/2006/main">
            <a:r>
              <a:t>**Speaker Flow:**</a:t>
            </a:r>
          </a:p>
          <a:p xmlns:a="http://schemas.openxmlformats.org/drawingml/2006/main">
            <a:r>
              <a:t>1. (0:00–0:25 / Lecture) S107의 설계 관점에서 “그때 필요했던 보조 장치가 지금도 필요한가?”를 묻는다. S105은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S109의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Goal은 앞 ACT의 OpenAI 공식 기능 안내다. 이 화면의 Anthropic 기업 Agent 통합 사례는 별도 출처이며 같은 실험·제품·효과로 합치지 않는다. 통합/제거는 실제 대표 작업의 결과와 회귀를 확인한 뒤 판단한다.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S111/S110에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무엇을 남기고, 무엇을 덜어낼까?</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S108의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S110으로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S111/S110에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덜어낸 뒤에도 필요한 일을 하는가?</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S109에서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S111에서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S111/S110에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내 업무에서는 무엇이 반복해서 막힐까?</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기존 A–E 문제의 E를 검토 지적이 다음 수정으로 이어지지 않는 문제로 정렬한다.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 적용을 위한 교육용 질문이다. 실제 회사 사건이나 검증된 도입 순서로 제시하지 않는다.</a:t>
            </a:r>
          </a:p>
          <a:p xmlns:a="http://schemas.openxmlformats.org/drawingml/2006/main">
            <a:r>
              <a:t>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xmlns:a="http://schemas.openxmlformats.org/drawingml/2006/main">
            <a:r>
              <a:t>3. (3:00–5:00 / Transition) 가까운 문제 하나를 마음속으로 고르게 한다. E는 검토 지적과 다음 수정 사이에 어떤 근거·판단이 필요한지 생각하는 출발점이다. S112에서 같은 글자의 행동·확인 근거로 연결한다.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기존 A–E 문제의 E를 검토 지적이 다음 수정으로 이어지지 않는 문제로 정렬한다.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S112의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S111와 production/preview/act5/S111.png를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고른 문제에서, 다음 행동 하나로</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선택한 문제의 E에서 검토 지적·다음 수정·완료 기준을 잇는 작은 행동을 고른다.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S111에서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xmlns:a="http://schemas.openxmlformats.org/drawingml/2006/main">
            <a:r>
              <a:t>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xmlns:a="http://schemas.openxmlformats.org/drawingml/2006/main">
            <a:r>
              <a:t>3. (2:00–4:00 / Reflection) 문제→작은 행동→확인 근거를 마음속으로 연결한다. 기록·발표·실습·제출은 요구하지 않는다. S113–S115의 찾아보기에서 팁 위치만 짚고 S116 Q&amp;A/Closing으로 넘어간다.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선택한 문제의 E에서 검토 지적·다음 수정·완료 기준을 잇는 작은 행동을 고른다.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S111과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S113의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S111의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S112와 production/preview/act5/S112.png를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실무 적용 팁 · 작업 환경과 기준</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기준의 팁 위치는 S12, S48, S58, S63, S68, S70, S80, S99다. 공식 안내 각색과 기존 관찰의 근거를 각 장의 범위로 유지한다.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S12 Repository 작업은 Codex에서 시작한다 / S48 AGENTS.md에는 무엇을 남길까? / S58 테스트 명령을 언제 쓰고 무엇을 판단할까? / S63 대화로 재사용할 Skill 만들기 / S68 대화로 조사 Agent 만들기 / S70 이번 Context와 다시 쓸 지식 / S80 반복 보정을 개선으로 잇는 기록. 새 S63/S68을 포함해 제목·위치만 짚고 본문을 다시 강의하지 않는다.</a:t>
            </a:r>
          </a:p>
          <a:p xmlns:a="http://schemas.openxmlformats.org/drawingml/2006/main">
            <a:r>
              <a:t>3. (0:45–1:00 / Lecture) 요청 작성 팁 목록 S114으로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S63/S68은 SRC-0111/0112와 CLM-0041/0042의 공식 안내 각색이며 모든 팁의 실제 관찰/연구/가상 경계는 해당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S114으로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production/preview/full/S113.png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실무 적용 팁 · 요청 작성</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S115로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S115로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S115 — 실무 적용 팁 · 검증과 개선</a:t>
            </a:r>
          </a:p>
          <a:p xmlns:a="http://schemas.openxmlformats.org/drawingml/2006/main">
            <a:r>
              <a:t/>
            </a:r>
          </a:p>
          <a:p xmlns:a="http://schemas.openxmlformats.org/drawingml/2006/main">
            <a:r>
              <a:t>**Slide ID:**</a:t>
            </a:r>
          </a:p>
          <a:p xmlns:a="http://schemas.openxmlformats.org/drawingml/2006/main">
            <a:r>
              <a:t>S115</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개선의 팁 위치는 S87, S91, S100, S109, S110이다. Goal 작성 예시와 검토·통합·제거 기준의 근거는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S87 원인을 고르기 전에 확인할 기록 / S91 지침을 고친 뒤, 무엇을 다시 확인할까? / S109 무엇을 남기고, 무엇을 덜어낼까? / S110 덜어낸 뒤에도 필요한 일을 하는가?. 제목·위치만 짚고 본문을 다시 강의하지 않는다.</a:t>
            </a:r>
          </a:p>
          <a:p xmlns:a="http://schemas.openxmlformats.org/drawingml/2006/main">
            <a:r>
              <a:t>3. (0:45–1:00 / Lecture) S116로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production/preview/full/S115.png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S116 — Q&amp;A와 교육 마무리</a:t>
            </a:r>
          </a:p>
          <a:p xmlns:a="http://schemas.openxmlformats.org/drawingml/2006/main">
            <a:r>
              <a:t/>
            </a:r>
          </a:p>
          <a:p xmlns:a="http://schemas.openxmlformats.org/drawingml/2006/main">
            <a:r>
              <a:t>**Slide ID:**</a:t>
            </a:r>
          </a:p>
          <a:p xmlns:a="http://schemas.openxmlformats.org/drawingml/2006/main">
            <a:r>
              <a:t>S116</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S112에서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S103과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S112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S116와 production/preview/act5/S116.png를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4.xml" Id="R9ae57bcc4bdf46b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5.xml" Id="R711be33dce134c3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6.xml" Id="R991e81781d5a437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7.xml" Id="Rde3d30e8745f47d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8.xml" Id="R194882131901472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9.xml" Id="R785b9a9a4b3c420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15472a27a484ea4" /><Relationship Type="http://schemas.openxmlformats.org/officeDocument/2006/relationships/image" Target="/ppt/media/image3.png" Id="Rc4b2358a560b4548" /><Relationship Type="http://schemas.openxmlformats.org/officeDocument/2006/relationships/notesSlide" Target="/ppt/notesSlides/notesSlide10.xml" Id="R149468e77d4d43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1b30d06e66340c7" /><Relationship Type="http://schemas.openxmlformats.org/officeDocument/2006/relationships/image" Target="/ppt/media/image4.png" Id="R31004c676db84349" /><Relationship Type="http://schemas.openxmlformats.org/officeDocument/2006/relationships/notesSlide" Target="/ppt/notesSlides/notesSlide11.xml" Id="R6fc04e52d96b45f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2.xml" Id="Rc532fc53a2434c8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3.xml" Id="R3425e30a83524fe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867e96f58d442c4" /><Relationship Type="http://schemas.openxmlformats.org/officeDocument/2006/relationships/notesSlide" Target="/ppt/notesSlides/notesSlide14.xml" Id="Rcf971d92428d4cb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c86d1ae9543496c" /><Relationship Type="http://schemas.openxmlformats.org/officeDocument/2006/relationships/notesSlide" Target="/ppt/notesSlides/notesSlide15.xml" Id="R2cc36672ded34c8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4f82fb1fd3d49e1" /><Relationship Type="http://schemas.openxmlformats.org/officeDocument/2006/relationships/image" Target="/ppt/media/image8.png" Id="R2efa1f36d4c346d5" /><Relationship Type="http://schemas.openxmlformats.org/officeDocument/2006/relationships/image" Target="/ppt/media/image9.png" Id="R5a17842974b84b23" /><Relationship Type="http://schemas.openxmlformats.org/officeDocument/2006/relationships/image" Target="/ppt/media/image10.png" Id="Rc8496ccfbdb24bbd" /><Relationship Type="http://schemas.openxmlformats.org/officeDocument/2006/relationships/notesSlide" Target="/ppt/notesSlides/notesSlide16.xml" Id="Rc08dc7fbcbd8433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942763dc26745cc" /><Relationship Type="http://schemas.openxmlformats.org/officeDocument/2006/relationships/image" Target="/ppt/media/image11.png" Id="Rb45237697da14b98" /><Relationship Type="http://schemas.openxmlformats.org/officeDocument/2006/relationships/notesSlide" Target="/ppt/notesSlides/notesSlide17.xml" Id="R06f8a877baaf45b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e647ebdd4334133" /><Relationship Type="http://schemas.openxmlformats.org/officeDocument/2006/relationships/image" Target="/ppt/media/image12.png" Id="R81713f9dcd884bf4" /><Relationship Type="http://schemas.openxmlformats.org/officeDocument/2006/relationships/notesSlide" Target="/ppt/notesSlides/notesSlide18.xml" Id="R6fb5276abe7941d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9de8e9d68904bb8" /><Relationship Type="http://schemas.openxmlformats.org/officeDocument/2006/relationships/notesSlide" Target="/ppt/notesSlides/notesSlide19.xml" Id="Rc75a195855f14ad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93d96199f1f4efb" /><Relationship Type="http://schemas.openxmlformats.org/officeDocument/2006/relationships/notesSlide" Target="/ppt/notesSlides/notesSlide20.xml" Id="Ra6ad3e79cf3245b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1df4d96fb934631" /><Relationship Type="http://schemas.openxmlformats.org/officeDocument/2006/relationships/notesSlide" Target="/ppt/notesSlides/notesSlide21.xml" Id="R4792164f98424cd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d6fdb91f6c749e9" /><Relationship Type="http://schemas.openxmlformats.org/officeDocument/2006/relationships/notesSlide" Target="/ppt/notesSlides/notesSlide22.xml" Id="R54f20733bb7944b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4e40d28c8eb402a" /><Relationship Type="http://schemas.openxmlformats.org/officeDocument/2006/relationships/notesSlide" Target="/ppt/notesSlides/notesSlide23.xml" Id="Rd9144291845145e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7b46db97083401e" /><Relationship Type="http://schemas.openxmlformats.org/officeDocument/2006/relationships/notesSlide" Target="/ppt/notesSlides/notesSlide24.xml" Id="R576996315fe9456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719519429ab499f" /><Relationship Type="http://schemas.openxmlformats.org/officeDocument/2006/relationships/notesSlide" Target="/ppt/notesSlides/notesSlide25.xml" Id="R5b0a6ebd2da54a3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1b9f04474604d28" /><Relationship Type="http://schemas.openxmlformats.org/officeDocument/2006/relationships/notesSlide" Target="/ppt/notesSlides/notesSlide26.xml" Id="R67557043997c4b2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c258987384ac4d43" /><Relationship Type="http://schemas.openxmlformats.org/officeDocument/2006/relationships/notesSlide" Target="/ppt/notesSlides/notesSlide27.xml" Id="Rff27a015abf2494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b901af085124628" /><Relationship Type="http://schemas.openxmlformats.org/officeDocument/2006/relationships/notesSlide" Target="/ppt/notesSlides/notesSlide28.xml" Id="R3a498e5233dc4a5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c5bb51bb3434724" /><Relationship Type="http://schemas.openxmlformats.org/officeDocument/2006/relationships/notesSlide" Target="/ppt/notesSlides/notesSlide29.xml" Id="Rca442c894a154a1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28a4ac3a8344e6f" /><Relationship Type="http://schemas.openxmlformats.org/officeDocument/2006/relationships/notesSlide" Target="/ppt/notesSlides/notesSlide30.xml" Id="R613eb6ac2da543d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0ad4ae7139c54630" /><Relationship Type="http://schemas.openxmlformats.org/officeDocument/2006/relationships/notesSlide" Target="/ppt/notesSlides/notesSlide31.xml" Id="R3f20303f114447e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a097e6674c64ad9" /><Relationship Type="http://schemas.openxmlformats.org/officeDocument/2006/relationships/notesSlide" Target="/ppt/notesSlides/notesSlide32.xml" Id="R0acbc4fac3ad4c3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f50f77b0e5b4bf4" /><Relationship Type="http://schemas.openxmlformats.org/officeDocument/2006/relationships/notesSlide" Target="/ppt/notesSlides/notesSlide33.xml" Id="R840a07ea16114c8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91973fa4d4c4528" /><Relationship Type="http://schemas.openxmlformats.org/officeDocument/2006/relationships/notesSlide" Target="/ppt/notesSlides/notesSlide34.xml" Id="Re0b852597254458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c002f7bc4514c33" /><Relationship Type="http://schemas.openxmlformats.org/officeDocument/2006/relationships/notesSlide" Target="/ppt/notesSlides/notesSlide35.xml" Id="R7efc610a93a5495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ec5a23af53ca4c78" /><Relationship Type="http://schemas.openxmlformats.org/officeDocument/2006/relationships/notesSlide" Target="/ppt/notesSlides/notesSlide36.xml" Id="R497580c3f0c3424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c9eaaf9a90b14d53" /><Relationship Type="http://schemas.openxmlformats.org/officeDocument/2006/relationships/notesSlide" Target="/ppt/notesSlides/notesSlide37.xml" Id="Rd075c9a9e36d48b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01b16e5cacac4c41" /><Relationship Type="http://schemas.openxmlformats.org/officeDocument/2006/relationships/notesSlide" Target="/ppt/notesSlides/notesSlide38.xml" Id="Ra72fc7dcfd7b41b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007511a518ff4525" /><Relationship Type="http://schemas.openxmlformats.org/officeDocument/2006/relationships/notesSlide" Target="/ppt/notesSlides/notesSlide39.xml" Id="R68e31d9f2fc1405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06e56cb0a35a44a6" /><Relationship Type="http://schemas.openxmlformats.org/officeDocument/2006/relationships/notesSlide" Target="/ppt/notesSlides/notesSlide40.xml" Id="R1c812969c94f489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c63960e478f44ba0" /><Relationship Type="http://schemas.openxmlformats.org/officeDocument/2006/relationships/image" Target="/ppt/media/image13.png" Id="Ra2c2df2b248644e1" /><Relationship Type="http://schemas.openxmlformats.org/officeDocument/2006/relationships/image" Target="/ppt/media/image14.png" Id="R72384f96cf10468c" /><Relationship Type="http://schemas.openxmlformats.org/officeDocument/2006/relationships/notesSlide" Target="/ppt/notesSlides/notesSlide41.xml" Id="R9dcd712c96cb492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0b891b6ae719447b" /><Relationship Type="http://schemas.openxmlformats.org/officeDocument/2006/relationships/image" Target="/ppt/media/image15.png" Id="R05dd841e246a4bca" /><Relationship Type="http://schemas.openxmlformats.org/officeDocument/2006/relationships/notesSlide" Target="/ppt/notesSlides/notesSlide42.xml" Id="Rb3607c7c5ecc4fd4"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2cc15d7163564e26" /><Relationship Type="http://schemas.openxmlformats.org/officeDocument/2006/relationships/notesSlide" Target="/ppt/notesSlides/notesSlide43.xml" Id="R3f6a00bc3ef44a1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9311ca4a8a8348f3" /><Relationship Type="http://schemas.openxmlformats.org/officeDocument/2006/relationships/notesSlide" Target="/ppt/notesSlides/notesSlide44.xml" Id="R1c76f09a75e243d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6967597e80c34965" /><Relationship Type="http://schemas.openxmlformats.org/officeDocument/2006/relationships/notesSlide" Target="/ppt/notesSlides/notesSlide45.xml" Id="R4c7fbbd0eaca47b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91d0bd7a350c402d" /><Relationship Type="http://schemas.openxmlformats.org/officeDocument/2006/relationships/notesSlide" Target="/ppt/notesSlides/notesSlide46.xml" Id="R7fc76b79800c451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d316b761801843be" /><Relationship Type="http://schemas.openxmlformats.org/officeDocument/2006/relationships/notesSlide" Target="/ppt/notesSlides/notesSlide47.xml" Id="Rddf3b25f9736491c"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1a9f7b09a7b7459d" /><Relationship Type="http://schemas.openxmlformats.org/officeDocument/2006/relationships/notesSlide" Target="/ppt/notesSlides/notesSlide48.xml" Id="R3e24ddfd65984de7"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ca8a0b691624094" /><Relationship Type="http://schemas.openxmlformats.org/officeDocument/2006/relationships/notesSlide" Target="/ppt/notesSlides/notesSlide49.xml" Id="Rf4c40cfa733f4d6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3428ef6e2ec24726" /><Relationship Type="http://schemas.openxmlformats.org/officeDocument/2006/relationships/notesSlide" Target="/ppt/notesSlides/notesSlide50.xml" Id="R57634cd0349c495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20e9d29fdb1c43a0" /><Relationship Type="http://schemas.openxmlformats.org/officeDocument/2006/relationships/notesSlide" Target="/ppt/notesSlides/notesSlide51.xml" Id="Re888c36c54cf4b9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155d617a4fe64e7b" /><Relationship Type="http://schemas.openxmlformats.org/officeDocument/2006/relationships/notesSlide" Target="/ppt/notesSlides/notesSlide52.xml" Id="R47ee9cce5b494bbf"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660c7b0c7044d2a" /><Relationship Type="http://schemas.openxmlformats.org/officeDocument/2006/relationships/notesSlide" Target="/ppt/notesSlides/notesSlide53.xml" Id="R65929069c5bf430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e9bc63cfa05c4c8d" /><Relationship Type="http://schemas.openxmlformats.org/officeDocument/2006/relationships/notesSlide" Target="/ppt/notesSlides/notesSlide54.xml" Id="Rcdd85d3d7ee74629"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3d60f040df744a36" /><Relationship Type="http://schemas.openxmlformats.org/officeDocument/2006/relationships/notesSlide" Target="/ppt/notesSlides/notesSlide55.xml" Id="Raa20956d6d1b4479"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cef566e4003a4b25" /><Relationship Type="http://schemas.openxmlformats.org/officeDocument/2006/relationships/notesSlide" Target="/ppt/notesSlides/notesSlide56.xml" Id="R54ba7668537b43f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3337c18cf1e045bd" /><Relationship Type="http://schemas.openxmlformats.org/officeDocument/2006/relationships/image" Target="/ppt/media/image16.png" Id="R2d4c45c5b4fd41f7" /><Relationship Type="http://schemas.openxmlformats.org/officeDocument/2006/relationships/image" Target="/ppt/media/image17.png" Id="Rc08951a4c1184da2" /><Relationship Type="http://schemas.openxmlformats.org/officeDocument/2006/relationships/notesSlide" Target="/ppt/notesSlides/notesSlide57.xml" Id="Rf4394eb0efae4bc2"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2d18b6cf2a8242bb" /><Relationship Type="http://schemas.openxmlformats.org/officeDocument/2006/relationships/notesSlide" Target="/ppt/notesSlides/notesSlide58.xml" Id="Rf2667cbaf12645c5"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af5c822f6d824712" /><Relationship Type="http://schemas.openxmlformats.org/officeDocument/2006/relationships/notesSlide" Target="/ppt/notesSlides/notesSlide59.xml" Id="Rd8f3f37e8c0e485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4555fbd5a9d746b3" /><Relationship Type="http://schemas.openxmlformats.org/officeDocument/2006/relationships/notesSlide" Target="/ppt/notesSlides/notesSlide60.xml" Id="R85a14c9750344ec0"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512eccc3c88542ce" /><Relationship Type="http://schemas.openxmlformats.org/officeDocument/2006/relationships/notesSlide" Target="/ppt/notesSlides/notesSlide61.xml" Id="Raf1d5a7b0c524dfa"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5063de0ef4a442ab" /><Relationship Type="http://schemas.openxmlformats.org/officeDocument/2006/relationships/notesSlide" Target="/ppt/notesSlides/notesSlide62.xml" Id="Rad52161ddcca407b"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6c202077a84e4c02" /><Relationship Type="http://schemas.openxmlformats.org/officeDocument/2006/relationships/notesSlide" Target="/ppt/notesSlides/notesSlide63.xml" Id="R16825de3fab740bf"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f1a717a3fb9647c8" /><Relationship Type="http://schemas.openxmlformats.org/officeDocument/2006/relationships/notesSlide" Target="/ppt/notesSlides/notesSlide64.xml" Id="R8b0233aae6a140a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000fadb9970d441f" /><Relationship Type="http://schemas.openxmlformats.org/officeDocument/2006/relationships/notesSlide" Target="/ppt/notesSlides/notesSlide65.xml" Id="R3d7c7a685cac401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93c3e6aad380400e" /><Relationship Type="http://schemas.openxmlformats.org/officeDocument/2006/relationships/chart" Target="/ppt/slides/charts/chart1.xml" Id="R17f0dc71d73a47f9" /><Relationship Type="http://schemas.openxmlformats.org/officeDocument/2006/relationships/notesSlide" Target="/ppt/notesSlides/notesSlide66.xml" Id="Raff3ca3ec59a414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2e17a19683704424" /><Relationship Type="http://schemas.openxmlformats.org/officeDocument/2006/relationships/notesSlide" Target="/ppt/notesSlides/notesSlide67.xml" Id="R1cbda8e4c54b4dd1"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0a88614b8bfd47c8" /><Relationship Type="http://schemas.openxmlformats.org/officeDocument/2006/relationships/notesSlide" Target="/ppt/notesSlides/notesSlide68.xml" Id="Rc8ffa309e5c34af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1b39ea3a0c344e75" /><Relationship Type="http://schemas.openxmlformats.org/officeDocument/2006/relationships/notesSlide" Target="/ppt/notesSlides/notesSlide69.xml" Id="Rf159e342b5e341d6"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cc7c79556b3c44e8" /><Relationship Type="http://schemas.openxmlformats.org/officeDocument/2006/relationships/notesSlide" Target="/ppt/notesSlides/notesSlide70.xml" Id="R63b536d641b84715"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35f3978e82494274" /><Relationship Type="http://schemas.openxmlformats.org/officeDocument/2006/relationships/notesSlide" Target="/ppt/notesSlides/notesSlide71.xml" Id="R32d6c074a7e4497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6fe0dca14c1f4fd3" /><Relationship Type="http://schemas.openxmlformats.org/officeDocument/2006/relationships/notesSlide" Target="/ppt/notesSlides/notesSlide72.xml" Id="Rc54545c27dea4ca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88f114412418432e" /><Relationship Type="http://schemas.openxmlformats.org/officeDocument/2006/relationships/notesSlide" Target="/ppt/notesSlides/notesSlide73.xml" Id="R7f78e7867aa5421f"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f02938cab19f4130" /><Relationship Type="http://schemas.openxmlformats.org/officeDocument/2006/relationships/notesSlide" Target="/ppt/notesSlides/notesSlide74.xml" Id="R089a47929ed34abd"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b33c76af76314bef" /><Relationship Type="http://schemas.openxmlformats.org/officeDocument/2006/relationships/notesSlide" Target="/ppt/notesSlides/notesSlide75.xml" Id="R3b61134a2a454803"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5ed7a40cfc3e478b" /><Relationship Type="http://schemas.openxmlformats.org/officeDocument/2006/relationships/notesSlide" Target="/ppt/notesSlides/notesSlide76.xml" Id="R9e690c9a8b01411e"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1804990a871b4b14" /><Relationship Type="http://schemas.openxmlformats.org/officeDocument/2006/relationships/notesSlide" Target="/ppt/notesSlides/notesSlide77.xml" Id="Rcaebcb7911fd42e4"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11cd231f382843c6" /><Relationship Type="http://schemas.openxmlformats.org/officeDocument/2006/relationships/notesSlide" Target="/ppt/notesSlides/notesSlide78.xml" Id="R6bc44724aebe46dd"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55b225ea4f5b4aa2" /><Relationship Type="http://schemas.openxmlformats.org/officeDocument/2006/relationships/notesSlide" Target="/ppt/notesSlides/notesSlide79.xml" Id="R3aedd29c6ea7436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3bb9d0d8532148bf" /><Relationship Type="http://schemas.openxmlformats.org/officeDocument/2006/relationships/notesSlide" Target="/ppt/notesSlides/notesSlide80.xml" Id="Rae1cfc68b74141de"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6a218b8d785e4ded" /><Relationship Type="http://schemas.openxmlformats.org/officeDocument/2006/relationships/notesSlide" Target="/ppt/notesSlides/notesSlide81.xml" Id="R30e64919739f4c81"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9ec76ef1877f4d6a" /><Relationship Type="http://schemas.openxmlformats.org/officeDocument/2006/relationships/notesSlide" Target="/ppt/notesSlides/notesSlide82.xml" Id="R7da67322bac34beb"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81d29e1c6eb74e99" /><Relationship Type="http://schemas.openxmlformats.org/officeDocument/2006/relationships/notesSlide" Target="/ppt/notesSlides/notesSlide83.xml" Id="R983ef1b4941f47df"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ad9329a05df54960" /><Relationship Type="http://schemas.openxmlformats.org/officeDocument/2006/relationships/notesSlide" Target="/ppt/notesSlides/notesSlide84.xml" Id="R2bb221648fd04a50"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1286b6491ead4c4e" /><Relationship Type="http://schemas.openxmlformats.org/officeDocument/2006/relationships/notesSlide" Target="/ppt/notesSlides/notesSlide85.xml" Id="R87b72ed4cafc40d3"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ee1a9567d1114f97" /><Relationship Type="http://schemas.openxmlformats.org/officeDocument/2006/relationships/notesSlide" Target="/ppt/notesSlides/notesSlide86.xml" Id="Re6d646379adb4da1"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de6b98ba60334ffc" /><Relationship Type="http://schemas.openxmlformats.org/officeDocument/2006/relationships/notesSlide" Target="/ppt/notesSlides/notesSlide87.xml" Id="Rc4e6ef3588d54767"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c63ed8f256e046ae" /><Relationship Type="http://schemas.openxmlformats.org/officeDocument/2006/relationships/notesSlide" Target="/ppt/notesSlides/notesSlide88.xml" Id="R3bb29d806ae04c5c"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306159353bd44048" /><Relationship Type="http://schemas.openxmlformats.org/officeDocument/2006/relationships/notesSlide" Target="/ppt/notesSlides/notesSlide89.xml" Id="R4191341ed86e4215"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ae85677103a54aa9" /><Relationship Type="http://schemas.openxmlformats.org/officeDocument/2006/relationships/notesSlide" Target="/ppt/notesSlides/notesSlide90.xml" Id="R36180a95ed3c43fa"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d9d78715b41345c9" /><Relationship Type="http://schemas.openxmlformats.org/officeDocument/2006/relationships/notesSlide" Target="/ppt/notesSlides/notesSlide91.xml" Id="R5ef00a4c4bb04823"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d9c6691b946b4f7e" /><Relationship Type="http://schemas.openxmlformats.org/officeDocument/2006/relationships/notesSlide" Target="/ppt/notesSlides/notesSlide92.xml" Id="R1e275696a25b470a"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051f2b1126c74b66" /><Relationship Type="http://schemas.openxmlformats.org/officeDocument/2006/relationships/chart" Target="/ppt/slides/charts/chart2.xml" Id="R8424e74d430f440d" /><Relationship Type="http://schemas.openxmlformats.org/officeDocument/2006/relationships/notesSlide" Target="/ppt/notesSlides/notesSlide93.xml" Id="Reafb085964c34056"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79fae1ba01bf44f1" /><Relationship Type="http://schemas.openxmlformats.org/officeDocument/2006/relationships/notesSlide" Target="/ppt/notesSlides/notesSlide94.xml" Id="R7ea86b7511cd4629"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78a51a7220e14aff" /><Relationship Type="http://schemas.openxmlformats.org/officeDocument/2006/relationships/notesSlide" Target="/ppt/notesSlides/notesSlide95.xml" Id="Rd241e076ae0c4c89"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df1856371da24377" /><Relationship Type="http://schemas.openxmlformats.org/officeDocument/2006/relationships/notesSlide" Target="/ppt/notesSlides/notesSlide96.xml" Id="R9fd9b4d481214a08"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178e0f3a90104f65" /><Relationship Type="http://schemas.openxmlformats.org/officeDocument/2006/relationships/notesSlide" Target="/ppt/notesSlides/notesSlide97.xml" Id="R212a1ecf528b465a"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b2dc162891be401c" /><Relationship Type="http://schemas.openxmlformats.org/officeDocument/2006/relationships/notesSlide" Target="/ppt/notesSlides/notesSlide98.xml" Id="R7c714979becd470e"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299602d0ca914412" /><Relationship Type="http://schemas.openxmlformats.org/officeDocument/2006/relationships/notesSlide" Target="/ppt/notesSlides/notesSlide99.xml" Id="R068559301c394576"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a9f8ae37510c4d76" /><Relationship Type="http://schemas.openxmlformats.org/officeDocument/2006/relationships/notesSlide" Target="/ppt/notesSlides/notesSlide100.xml" Id="R24afd0dfb79d41f0"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9a1aacd4ca7047da" /><Relationship Type="http://schemas.openxmlformats.org/officeDocument/2006/relationships/notesSlide" Target="/ppt/notesSlides/notesSlide101.xml" Id="R908895dc2cd64f82"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8dbaf0c429c24e9c" /><Relationship Type="http://schemas.openxmlformats.org/officeDocument/2006/relationships/notesSlide" Target="/ppt/notesSlides/notesSlide102.xml" Id="R9030d1fdb5114f76"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6.xml" Id="R7beed766b02548d0" /><Relationship Type="http://schemas.openxmlformats.org/officeDocument/2006/relationships/notesSlide" Target="/ppt/notesSlides/notesSlide103.xml" Id="R311f6d7d4b354399"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6.xml" Id="R9f22b112e6e94dd4" /><Relationship Type="http://schemas.openxmlformats.org/officeDocument/2006/relationships/notesSlide" Target="/ppt/notesSlides/notesSlide104.xml" Id="R5248189ceda34d20"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6.xml" Id="R2045274a7abc4a46" /><Relationship Type="http://schemas.openxmlformats.org/officeDocument/2006/relationships/notesSlide" Target="/ppt/notesSlides/notesSlide105.xml" Id="Rb075385bb68b49a3"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6.xml" Id="R581eabaa06924d52" /><Relationship Type="http://schemas.openxmlformats.org/officeDocument/2006/relationships/notesSlide" Target="/ppt/notesSlides/notesSlide106.xml" Id="Rfca130f2343a4cf9"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6.xml" Id="R4b6940130d634b17" /><Relationship Type="http://schemas.openxmlformats.org/officeDocument/2006/relationships/notesSlide" Target="/ppt/notesSlides/notesSlide107.xml" Id="R0a5721e8688f465f"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6.xml" Id="R411120660fc84ee3" /><Relationship Type="http://schemas.openxmlformats.org/officeDocument/2006/relationships/notesSlide" Target="/ppt/notesSlides/notesSlide108.xml" Id="Ree3d1ac02cbb4442"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6.xml" Id="R855433a5e91a4c16" /><Relationship Type="http://schemas.openxmlformats.org/officeDocument/2006/relationships/notesSlide" Target="/ppt/notesSlides/notesSlide109.xml" Id="Rd75f8c7cfc1e4c42"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6.xml" Id="R0475320a47d34ddd" /><Relationship Type="http://schemas.openxmlformats.org/officeDocument/2006/relationships/notesSlide" Target="/ppt/notesSlides/notesSlide110.xml" Id="R2fbfac11f8a04b0a"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6.xml" Id="Rfbd2458269354b52" /><Relationship Type="http://schemas.openxmlformats.org/officeDocument/2006/relationships/notesSlide" Target="/ppt/notesSlides/notesSlide111.xml" Id="Rfb9c411f0bc743b8"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6.xml" Id="R785446bd54374fad" /><Relationship Type="http://schemas.openxmlformats.org/officeDocument/2006/relationships/notesSlide" Target="/ppt/notesSlides/notesSlide112.xml" Id="R690e88ea3d1c4b3f"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6.xml" Id="R304c459a9edb492d" /><Relationship Type="http://schemas.openxmlformats.org/officeDocument/2006/relationships/notesSlide" Target="/ppt/notesSlides/notesSlide113.xml" Id="R699ca2ac9d1c44a7"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6.xml" Id="R966b7a57abd049bd" /><Relationship Type="http://schemas.openxmlformats.org/officeDocument/2006/relationships/notesSlide" Target="/ppt/notesSlides/notesSlide114.xml" Id="Ra6812a34cdf44996"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6.xml" Id="Rc6ffb81ea8f44af4" /><Relationship Type="http://schemas.openxmlformats.org/officeDocument/2006/relationships/notesSlide" Target="/ppt/notesSlides/notesSlide115.xml" Id="R619b15d573e54123"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6.xml" Id="R160ffd9a6510466b" /><Relationship Type="http://schemas.openxmlformats.org/officeDocument/2006/relationships/notesSlide" Target="/ppt/notesSlides/notesSlide116.xml" Id="R48d24d913b22497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AAEAA886-8965-433E-8D04-D6B0BECD4F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9C9A6D92-98DF-4A34-90C2-FF7636D722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98319162-49E2-491D-BBED-2FCC825E14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B947C3D6-229D-46E0-85B5-AF4CE45070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35643DDA-1677-4C62-99AF-3D0A654D62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F78042E3-6478-4B42-A38A-7A53428355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71B348CF-1AA7-4634-A80B-0BDB4EA057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FEDD15FC-F0A2-4420-AE48-5D2B03A642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783655DC-D97D-419D-B788-5C7499660A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3AD98456-8502-4A70-BDBE-C9A9C64AA2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A2FF09EA-92D9-4485-BD7C-B71B743B87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ADDD67C0-E565-4F55-BCED-C18157459D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D704116A-6463-4CEB-B51C-BB12CD89C3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84FA4C3E-F78C-4FF5-8034-E61202880074}"/>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EBF43122-CC34-4214-9E7B-050C23B920E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F801D8D0-B3BE-4049-9F13-D5E7EFD99AD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57543235-D6FD-4F33-9BB3-A0E229E57A5C}"/>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0BCEA090-9A3D-4B21-9860-1F236E236B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90012A31-7BAE-4FFF-9B3A-AF631D5EABCA}"/>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394A0924-2392-4DAD-8BBA-89E813BE0B5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113DFA52-4FF9-46A0-A478-E0643ADD7FE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C99ACF7B-FA6E-4854-9152-A84029FA75E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작업은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D35B9484-3817-401F-8718-15E9D216A8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접근과 Task 의도는 별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7C97FAAC-5ABA-48C8-BEAF-CF3834DC59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0390E4F0-0AE7-492C-9D3B-1AAED46DB1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53BD907-1E58-4FD7-9CD4-9F48BB9E09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74B262B-7488-4DE2-9A7A-FFE5F1BC49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를 보면 내가 원하는 것까지 알까?">
            <a:extLst xmlns:a="http://schemas.openxmlformats.org/drawingml/2006/main">
              <a:ext uri="{FF2B5EF4-FFF2-40B4-BE49-F238E27FC236}">
                <a16:creationId xmlns:a16="http://schemas.microsoft.com/office/drawing/2014/main" id="{F93C004C-04DC-43F2-B20C-F3048095A8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9F21AAC2-B973-49B1-ABC3-5344C48ECE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CC5BA7E0-878A-4119-BCE4-58DB8B3D7B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2BDF8BBD-43C3-46EA-8FD7-C46DD56B5D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F8226227-952C-4139-94A6-4FC5A115E5B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E63B1865-39C4-4F59-B7DD-84202465CD88}"/>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6EE4AC8E-F91B-4F36-9232-077F3B7A666E}"/>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4D2CFB-C05C-454E-9E96-5351D268F523}"/>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487B029-AE00-4913-90A3-624F06993F87}"/>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0588F53F-721A-417F-87DF-CF4B486634EA}"/>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51F4146A-A9FE-40F4-8744-BB37313B5C5F}"/>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8958017-DED2-4ADC-9F41-012435DD799F}"/>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CB419BD-B101-44CF-8774-059148571E9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03FB7A49-010B-4CA3-9100-18FDAB1CCCE2}"/>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216AF6F3-83F9-40BB-9E0F-7019F2DA7053}"/>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1E7730E1-DBB0-4D50-9A26-8AF77C7F8510}"/>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DA48755-56F6-4B65-AD4C-E800DB8C1A21}"/>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E3856E9-DD5B-4B8F-BCE1-B157097DAC2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A3754BCA-B1A6-44C0-8BA4-634B1A6E290D}"/>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3DB48D5-9ECE-47B2-9986-0189A613ABE6}"/>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A226D8C4-E788-44B2-B31F-024846BC9F40}"/>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4C5F64A-13D2-4C56-8ABD-37CCDDC697F2}"/>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D727D343-F78B-4DC5-AEB4-91CD7C9F4DC0}"/>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D17AF55B-69C3-4DF8-993B-8AF72D3C49C5}"/>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68CF25E-89C3-460D-97D5-BDC26031E9E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25424A05-FD09-4C9A-94DA-1876B9AA21C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ED813DF-2879-4985-82D8-154AC9314FDD}"/>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AB443AA-F9AF-4E27-B13B-0D07F6B9FA5C}"/>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FFE662D2-5446-4B95-9AE3-DF349F1606F3}"/>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E77F0D22-A0DD-405E-80A2-DDE0B038B6A4}"/>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DF29BB11-13BA-485D-A734-93298F894A7C}"/>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B3CF463A-2739-43E9-B720-E20CC0CE8BB7}"/>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149DEF07-4A0B-4647-9F41-D6FD12AFB5E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1A2F8DD4-2026-4DBF-8641-EED14E695AE8}"/>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98E85BC0-3BEE-4280-9FEB-A6D4A973368A}"/>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C9DB847-6C03-4BF8-BE54-B024EA84EEC6}"/>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BB13F28-4D55-4D19-983B-8ECEC9AB36F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B105FC2-423E-4AE5-B490-505536D882B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E9B0587-5720-447B-B58C-F7049AE509E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4182132-339D-42FC-91C4-8F58A199F8F0}"/>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2C9AC651-040F-4843-8EBB-44C8491CE3D4}"/>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12FBBFC4-0135-4897-BD50-2FC584C87A46}"/>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0EDDB27A-3393-4E05-8A2E-33C62AEA62D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033AA72-1D72-4ED0-9A3D-F649B0E0F9D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13E468E-E1CD-41FF-8BEF-6B1366360437}"/>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F1D104B2-5BE7-4CEB-A2E8-0BA09D775F8F}"/>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0F9FA2A5-1B5E-4F21-8985-DD5773B5D674}"/>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A4F678A6-5731-4A77-B8AD-FEFAFABABA7E}"/>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6D6E622-69E9-45AD-997D-80084C38995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848E0A67-3DDC-4068-BD18-2449B9DD006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A188BB42-B136-4652-994B-3DC61C1EEE7F}"/>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6EAAAD5F-E98E-4028-81BB-57127DB67285}"/>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4D37C300-3FBD-4B20-BD55-406D5A7C79D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0CB9D5D-65F4-4D2A-86D0-3FD50A4E7DBC}"/>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E8E0C88-1BEC-4F22-82DC-AF75FBB84BA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94ABA4F-DCEF-47EE-ADE1-34308CDE71C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8116D579-3497-4C15-9B86-B89A3AFA4554}"/>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1FC9A23F-2612-4460-8B25-B9964C9B9B5B}"/>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1690C35F-EF55-4DFD-9BAF-D3219F1D72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71522215"/>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7AFB219B-BDB8-436E-8261-035F8AE226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E2B27BE3-EEED-4693-993C-E1771B3D7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63282C86-4888-4922-B5C7-EB6BF08E88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7B6C61C-40F8-47D5-B36C-C845368F0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1991EB10-EB44-465A-98E6-F64ACBFF4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A1670C0E-AAF1-4DA7-9508-88F1A4BBA7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17889DE0-27DF-4492-8BCA-5547318B764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1AAD310-5C58-411A-B7AF-FEC75616433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B22C1BD-2CC0-4827-8E8F-94632C2AB1E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1922429-3805-452D-8D78-41ED54A2812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3505A91B-A2F8-40F8-AD9D-7729CEA3BB4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7D45958-A76E-434A-AEDB-829B6BDE02CA}"/>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E33FBEC-C2EE-4DC6-AB24-ABF25B59147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BB9FA9B-620C-43FE-BC5C-E1D9DF32791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2AB0A6-A493-4985-8711-2673684D5942}"/>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661052A-D589-45D5-B4C9-490220693D5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FC0472E-4AD3-49C8-BB29-0210208662F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9B2D581-B330-490F-9F5B-C5E3CB69AF0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2DAA26C-E8AC-495C-9E86-ED6C517C833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4FCE256-1F03-476C-9583-000609AEBE8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0EDDE8AD-FCC2-40E3-995F-A53E1A8B8C6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3FFB7F6-2F61-484E-A1DB-6F8710D098C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0A83136-4FE5-4521-93BD-24E2921AC04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3E458C3-1FA6-4E1D-812A-058E9843C24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A883F5F1-0BBE-46B8-A7DC-30302B977AF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DACA6A30-3D1C-491F-8FFD-60EDFF2E163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7B8F482-8085-413C-9880-A14831776959}"/>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1F2D768-C70F-4327-A234-AC2BB1CBB47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AF8F7EC-07FE-48FF-B52D-851F6957457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FD7B568-1A94-44DA-9770-C9778EDD3C1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76447AA-C248-4112-AD89-63BEF0406E4A}"/>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616A589C-4F61-43D6-9548-41DAEEDBBE8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0606C291-EE90-4A89-9CC7-642F733B78A3}"/>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72D4022-5FBF-4C74-A672-F6A8171E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51946A1-8FB6-44DA-973A-BC3293A19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1FA8C15-6052-484C-9F21-0D2BF619CC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36E4AEB9-2332-49FD-ADB2-4D703D43C6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C2E7A97-137F-4358-A050-5DAF774C6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B7DA6C06-9E35-4B99-AD71-A00E27AA8A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9B8559C3-266E-489D-A7E7-B5C960A136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9765B835-7DB9-424E-A5B7-C266C8FCCC1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8577E798-A81D-443D-8729-60469E55F50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B8200B6-E2F9-4980-952A-99E6FD3CB23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6141B23-B351-4C47-B681-D0959E5C0E0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DECEA85-7511-4F81-8AA7-8E1E1A832B4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FD2A7E2-DF66-41A7-BDAD-8A6BAA8CCC1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F9E67D7-B7E6-4173-BD65-72443C8854B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5823A0-D9BD-4A6E-AEF0-2C1CCF46227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17BC83D-2B06-4E6D-AFD8-BFDB0179F498}"/>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58237DDE-5BFC-44F4-9759-0CB31334AE5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CB6F1105-CDD5-44A6-920B-776B945C212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F050185F-0F63-42F8-A9C4-AC076276975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8E70B71-964A-4382-9741-D3462C89CC8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A88DF7-56C4-4E5B-84DF-DED2568521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9B2AC43-78D1-4CAD-BAAA-E6F4715A4CB3}"/>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B5A3E5F4-F10E-42C5-AD2F-7B59E80AC92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C768AEE-0ABB-40FD-8AF4-DCEB93BC111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8DCEF81-3BA1-4A80-B137-D8FA4B81D45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C1ABA70-32F3-41D5-92D2-1B68A4256E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A33CB06-5279-4259-83B0-C03AA43EB33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C144A61-A6AC-4272-949F-DBB3842D0B6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28454DF3-10DB-479D-B0A5-9E975AB37FB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C1E9D2C0-EC4D-4DD0-B99A-B79AF2EB523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A4B7C2F-7A36-4C3B-B2BB-37328CBCF14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F0DE1D2-02FB-43F0-B97B-1D9C62E1ED00}"/>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AEEFEAE-D06E-43F8-89BE-490AF9D5B64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ED140E1-09E9-46DD-A8CC-997393577FD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6092638A-4AE0-4B05-A14B-9E8C97A0FFA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473E1FF-FF6B-4E43-866F-2746E4AB9CF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46F4274-3E29-488B-9D59-858C31C9241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A2290F3-BA88-40BF-ADE2-D2426606E98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AD0F55-A1DF-4126-ADD5-3645031D1D5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789EB47-F346-4B9E-8704-64E7AD14FEC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487288E-30F3-4C3B-94DB-3547E9982B3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04EEFB03-F3A4-459B-8486-2AE5F59D88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9C53155-1672-47E1-9DD5-EFF2784E2F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442ED0B5-9FAE-4402-8918-6649999FCB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0C898DF9-A344-48EC-9FBA-ADA66F2D31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4579ED6E-6AE0-44DB-BAE5-2987C8F89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EFD39514-B40A-47EE-A7E4-928C9D6CD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7A40BD1E-BC6B-4538-A910-E572EE949A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65FC6280-FA7C-4D77-8277-C0E5360B1EC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43E0A7-32B8-4F21-A465-C6AE045F3F2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AB8C059-0A39-416F-90E5-24D81572CA6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CB1E9C5-A337-4E92-8A14-9CC897A7F30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6FFC91C-0737-4F7D-A424-05610CC90E2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9C1416E-F34D-4A62-A948-F69C9F45624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113CF96-48E0-4EAE-A205-9086C0B0AE4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6D5545BC-E565-41D2-BECC-6970E34C8C7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FC62ABF-41D3-4B74-8C14-4AA189609C4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D5900E-24F0-4E04-9F9C-DB665BD46802}"/>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0BE7EAA-9082-4926-AD2D-F129A4960498}"/>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95DD385-27EB-42BF-8EA1-83E732046774}"/>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EE1FC61-BAB5-4E99-B5D3-6EFB42D2B4B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980B240-98DF-4D90-B5A4-E3EFA27ECDCE}"/>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0A4C6F7-956A-4846-BEBC-3517F75A1CD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E981587-7527-4D1A-B635-DE782A8C66B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3B54A31-1EB9-4164-8FD0-DE60F21D627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1597F3C-0AF0-4290-B9D8-B53EBFBC5BC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E57261A-68D0-4C0B-A249-3B0D17DFFA09}"/>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2B2714A-632C-4C6D-B243-2E380787AD5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7DBB77F-49B0-4FD5-AA8E-11FE7316E90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CA6E604D-D653-4E7C-BA7D-73C8B8E4EC6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A96727A-EB23-43A4-B6AD-F18C9E7E75C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98F939B-FA08-46DE-913D-DCB10798291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BEF54A76-6EC1-4AC3-97C8-784497A26B45}"/>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CEF7B0C-5683-4F2A-AC98-1EEED7BF57B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5DCB08B-58ED-4789-BD3A-51BDEC40E3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A9CC6CF-FE79-4AB8-A1C1-B44F290161A9}"/>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BF42534-CE4C-423F-9E6A-3D2406F3B88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3FF6C6DF-272D-439F-973E-846C0C00623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7C7573E-12EF-4836-A737-AF7BD4B85C9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CF55862-8D60-4FAA-8804-DB1375ED388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D2FDB292-7A9A-430B-962D-A40CBED1291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DB48C64-7393-43BD-8675-ECA076B12AC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62E52AE-A5EF-4E49-AE2E-9C2F0659D78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A489066-CC3D-41CD-A94B-3BFE4F8F796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7B494D49-410D-49C7-AF3D-F30C0B8BBD24}"/>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892BC47-9296-462E-9636-0311EAD0ACF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E439359-849A-48A8-8C0A-54303EC10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F416B626-F343-4202-8C58-CCC44B10A8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C4E5F0B8-7D24-4145-95BB-5649ED4824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99F1DAF6-0CF3-49D2-9BE4-1F8B0356FE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E9AA143-66A4-4DA1-BAF6-07D23325BD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CD054361-7820-4998-9882-3022F5C889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8089C7DA-D9E0-40EC-A495-AA523F010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6DDFB4B-9B55-4BB5-B280-355417A49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D4A91D6F-6715-4BFA-902F-F7CE61331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F4CA8F2A-6070-4EC0-871E-F9C7DC17E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13C1D1BD-EE5E-48E7-95D2-14FFE23CF0D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BA8976-C9B8-4A73-9B57-8578EB46A95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E881DB3A-0882-42C7-8BFF-0507A20D64E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A006D9F-7024-4624-8D5A-4BAF3E8482C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522533F-6CD0-4D0A-BF7A-86A68B20067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6763342-A8BB-4778-B985-5044E67626A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B2CF4F8-F514-4CD2-AA2A-0B29AAE03A0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5C85CAF-1B51-4A49-8480-C83BE0E4E28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8A0A0B20-37B1-4FE3-8CE0-D3AAEFC3F43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ADA450A-F932-43CF-B822-D5CFF24613E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3491645-5599-4860-A3B0-1273F8A8C96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290AED-7385-409E-85B0-3129BE250A3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4EE2A1B-4112-4413-899C-B3572B4AD4D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0D3AB2F-8401-423B-935A-0FC2D81448F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BFBEE25-17BB-4A5B-83B8-3D06BF2CEAF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FC2287B-9F6B-445D-9878-AC3B43D2EDE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F27FE76-2D1E-4D4E-8034-112CA465972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C71B3EF-9823-4F4A-BEEF-441148421CE2}"/>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DAE35CF-FEBA-448F-A15E-D30301C7E84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D604F12-5A5A-45EF-9E45-377C9977851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04CD9F1-0E69-4D89-A2BA-8140BC40E02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DB26B68E-5CD3-439E-9A01-C2E544EC10F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9996C20-5DCE-4DD8-BDEC-117857932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B1D5DC9-F2D9-42C6-82CA-84A8683CD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2BB554E-D257-45C0-A899-81447A3D9E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7823F3BF-BC7D-419A-9364-BCF47460B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AACFE1-A02F-44AF-BA57-CB050288F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9133140C-9100-4FF2-9F9E-26968A563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5FB33CDC-5D7C-4D1A-83DF-491DB5B993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S21</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5C6D4860-8813-4EAE-B441-92D8E5948F2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92DA34E-BA68-4C0C-9B21-63442CB5B46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0606C0B-C453-4984-A798-A8A23A0F5D1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2654A29-2626-4B69-A3A0-8F775A947F7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368C5A7-93A9-49DB-B926-AC7D67E5ADA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E9E59C0-803B-4326-9694-FF40B47625C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FB2840D-FE55-476F-B7FF-65A3709839E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E68C102-5AE7-4F2C-BE54-52979F572A2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45FFD13-0922-405F-BE5E-3AEA677C84A5}"/>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1CACE27-1F0B-418F-AE31-AFCEBCD7A01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D72411-336A-4C7A-9A03-EFFB509C36E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242AE06-70C6-4C1F-9441-9427A22BC10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F9DF022-C652-47A7-840D-C21B31A247B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F48FA0B-C4FC-4C46-93A4-A016C22B675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02CEF44-50E0-4269-808E-47F25402EFF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02D726-9E42-4DD6-8F3C-600125578D5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FAD6AC7-78E6-49FA-8C86-FD8A905DC49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79906BD-5105-451B-9F6F-0749CBDE97A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8B0D034-3ED7-41CE-96C0-343450F8FD27}"/>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3890249C-BD2F-41F7-8383-D516A7E6126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B9DC323-E40C-4273-A4CA-D6C2E935DC0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9497651-236B-4559-B5AE-BDA416FF98F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EBFAC7F-A580-444B-9A52-27CFC7242E3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BE5FFA3-6970-4EB3-B470-FAF57D281DC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5938FB1-7EA4-49A2-B4CF-FFB7171D68E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6458034C-224E-403E-B43B-E96641B8914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65709C6F-8295-4415-A27C-48DDCDAB0E0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38563604-69C5-4489-9ED8-16AAB3220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39A5C4C4-281B-4EA6-A655-90DC166739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7395128F-1D35-4698-8AB2-E436F46874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8FAA42CD-CD96-4477-AC98-1C85A5FDC9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55C49-D056-4FC3-8179-6AF589E8DF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BEF6351-4DFF-4496-9AD8-0D2234B2B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F7000BB8-7FBF-4E40-948C-93C0AF2DC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EA2D006-1F46-47E1-8846-CF647D920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6327103F-24FB-45F2-B765-56432657A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2F7EE6F6-2A39-4497-B1BA-F68D1405F7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40771CFC-8F23-4587-ACD6-B9618AD13C3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D1B155A-94E0-4BF3-81A6-8A52DD87E76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7FEF365-92AD-4338-B0D2-73FB533A40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371C9E50-326B-4AFA-A901-EFDFA2DC786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C9B3873E-C99B-4497-B3CF-F224CD967C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4C3BFF1-3036-4CA8-AEAC-0795B4C555B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AE65141-E335-4074-8ED7-193EF1E5B01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506E2B8-D6F9-43D5-9DB9-D8B09981937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E88AC-E65D-491E-B0AD-E5EB79A433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87C9729-A721-4F2F-B840-DC3149BC143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377351B-07DA-4BDB-9B28-1987372AB79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7657694-4572-4B97-848B-C86FA48BA2B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7920CA2-6C7C-46A7-AE4B-9EE38E46E87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A28694-C6AD-4B05-BD86-292734A691E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198F002-13A5-40E3-97DB-3B0D9D2C88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B1744CE-2E0C-4B9B-B88E-5CB6A24E45A4}"/>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6051DDA-720E-4D07-80B4-12AE26E22B3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C2E7830-14E3-41ED-90F7-3030C205988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999422C-A8BC-4664-B39F-0195D721D41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6B21611-8A95-47FC-9287-B9E74E5D69E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E63752B-70C0-4751-96F7-62589B80F08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B2421BE-540B-4B9E-992D-D7AE11646DA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D93A669-CA6F-431C-93E8-613651F4E8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306014D-2623-459F-BEA8-12DBC4FB16D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9722631-A0C3-45F1-A89B-A5E37965E0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29312C-3516-4206-BFB8-84E491FD523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20DFD93-0253-4E4D-A9C9-0F8FE07EC7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01E582F-7E14-4537-9607-69055186AD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452199C-2C12-4851-BCE2-8758D2C5AF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7F1F9FB-B1B9-4F2D-86BC-E5CC5F2DF88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540A828-46AE-4B07-B1FA-09AF6603168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DF7F24-E616-4616-B599-68FAF72DFE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44D6264-62F3-4983-AA13-1A9EA783259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BD6E3FC-61F1-49FD-9E93-87B33A76EDA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0D0BC03-64D1-4778-9FC1-102316FFAE3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1920B65-FFA6-4B81-94E3-3AF1ED8CBD7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14551D3-ABBE-43E7-9619-6D19DCA4119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DE57AE9-20CE-4308-9802-D7D09C61DF5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D9844E4-45D8-439D-9E03-B8AA9F3F8C7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BE9FCFC-1A1A-4196-9502-4B1D4DEA8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639950"/>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EE826D22-8D13-40E4-9B1C-0B3835A0F0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F9D2B070-1314-4B49-8F4C-A1ED569D5B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36739461-DF16-41F5-8E94-9DC54E5BFA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6AC99647-596D-4283-B3CC-2BE488DE0E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279F2EFB-C208-43B7-9D84-7B14342AA5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A4D38DDE-8140-4ABC-9C01-74DC49E9F2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1C1E812E-0719-4132-B17B-69FB899A92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B0453A48-BA79-40FE-9845-799FDA9240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01DE1005-2E3D-4852-8529-AB5432394E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1D3554C5-F154-4534-9C45-88A924C470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72DF69D2-B965-416E-BAD3-8248D97FF4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F59ED9ED-2887-4809-99D6-1EDC1FBA79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A95FFDCA-5E2B-473E-847A-A755978841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C62A8965-3BC3-4A50-8723-EB20449160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A81C8F41-065B-4F10-9F6F-C592E2778D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2BF47129-8FEC-438B-8111-6BFC9A80AA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12B44A9A-308E-49DB-ABA3-EBEBCAFBE5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7CA91F50-5DE8-4B7F-AF3C-9032B6CE7E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B15F1ECE-6BBA-487A-9CDA-F5AAB5460D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9546E08C-82E7-45FF-9F3F-DB006C478F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C8EA5D2F-95EF-49D8-A9A6-AFC9E756DA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AF61F13B-101A-451F-9B79-573A130C8B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B6D306B2-63B1-420C-B7C9-BDCD825478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15B50607-C50E-4381-8174-65B936990AC7}"/>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3BF1768C-5161-4D68-A9FC-D0409EB36228}"/>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FD67FC78-829B-483B-852E-6E7F159D52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C12B7899-6294-48A7-9C32-DE006CC628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6425D8B9-A226-464F-BA7A-9BFDAAC55C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84EC106D-580A-4F71-9042-396DF84D2E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83E3B5CB-8A9F-4EC1-9765-5893CCD527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10BB0AC2-8EC1-4838-B79E-4BE66812F0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24B0B5C4-5B2A-49CB-941A-F55EE4A1F6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8F37D913-0C59-4DD5-89A6-BCAD5F88DA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C2B3B2B9-6ED3-4B98-A52F-CB9907A40A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DD9B9273-8544-482A-BBD0-507368FA6D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F9BCAEAC-0578-4DDC-8845-E5C833944A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CE678CFB-E093-4254-9F00-B2ECCAEFB1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82D8B679-0901-4B27-ACF5-C60F4D0791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77F9F9E8-98A8-4B95-A001-C9248556C2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057DD826-83DC-425E-9AB3-2C23A03562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6A44DCFA-A6FF-48FF-8D8A-23CD7C02C3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05980767-CC68-4A1D-9775-71A804C23F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Build skills · 2026-10-25 확인 · 요청과 생성 문서의 교육용 도식">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Build skills · 2026-10-25 확인 · 요청과 생성 문서의 교육용 도식</a:t>
            </a:r>
          </a:p>
        </p:txBody>
      </p:sp>
      <p:sp>
        <p:nvSpPr>
          <p:cNvPr id="6" name="현재 제품 활용 팁 · TRIAL-008의 제작 이력이 아님 · 생성 뒤 사용 조건·지침을 검토하고 실제 요">
            <a:extLst xmlns:a="http://schemas.openxmlformats.org/drawingml/2006/main">
              <a:ext uri="{FF2B5EF4-FFF2-40B4-BE49-F238E27FC236}">
                <a16:creationId xmlns:a16="http://schemas.microsoft.com/office/drawing/2014/main" id="{803DBF22-B660-48B3-8AC1-0E630B83F8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제품 활용 팁 · TRIAL-008의 제작 이력이 아님 · 생성 뒤 사용 조건·지침을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4F77C913-5340-4393-9487-DBB50A192B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77A5FD40-92B0-40E3-8581-5E45240C16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Subagents · 2026-10-25 확인 · Custom Agent 설정·사용 요청의 교육">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Subagents · 2026-10-25 확인 · Custom Agent 설정·사용 요청의 교육용 도식</a:t>
            </a:r>
          </a:p>
        </p:txBody>
      </p:sp>
      <p:sp>
        <p:nvSpPr>
          <p:cNvPr id="6" name="일회성 분담은 요청만으로 가능 · 반복 역할은 설정으로 재사용 · 실제 생성·실행 결과가 아니며 대상 환경에">
            <a:extLst xmlns:a="http://schemas.openxmlformats.org/drawingml/2006/main">
              <a:ext uri="{FF2B5EF4-FFF2-40B4-BE49-F238E27FC236}">
                <a16:creationId xmlns:a16="http://schemas.microsoft.com/office/drawing/2014/main" id="{DAC38864-2641-4408-B6CF-1EE952436D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일회성 분담은 요청만으로 가능 · 반복 역할은 설정으로 재사용 · 실제 생성·실행 결과가 아니며 대상 환경에서 확인</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7B8EF545-85F0-45CE-911A-AB1E5FAF0A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3403F041-8A76-4239-A22F-D3B7162EAD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5F47A12B-6ABF-4EB5-848D-BD4008EF7D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0A2A0A56-DCD8-4BC9-AF4B-4BCA94D9E4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09A56703-0E34-4D6E-9E77-675B6A03D5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7357D1B6-78BD-45B6-80DE-A0783E6EDE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611F4C77-961C-4DC2-BEAD-78254DD7D2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B539ED81-5359-4006-8AB8-C3EA3D8C2B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7A994E64-3F8F-40D7-9207-8875442069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STATE-04-PERF의 성공 회수 / 오른쪽은 다음 작업에 대한 질문">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STATE-04-PERF의 성공 회수 / 오른쪽은 다음 작업에 대한 질문</a:t>
            </a:r>
          </a:p>
        </p:txBody>
      </p:sp>
      <p:sp>
        <p:nvSpPr>
          <p:cNvPr id="6" name="기록된 코드·입력·환경에서 확인한 결과 · 이후 모든 작업의 성공이나 실패를 관찰한 것은 아님">
            <a:extLst xmlns:a="http://schemas.openxmlformats.org/drawingml/2006/main">
              <a:ext uri="{FF2B5EF4-FFF2-40B4-BE49-F238E27FC236}">
                <a16:creationId xmlns:a16="http://schemas.microsoft.com/office/drawing/2014/main" id="{DC7E1BFF-1E17-43F4-9502-85FD98C4C1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코드·입력·환경에서 확인한 결과 · 이후 모든 작업의 성공이나 실패를 관찰한 것은 아님</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상황 · 실제 밝기 통계의 실패나 검토 누락 이력이 아님">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상황 · 실제 밝기 통계의 실패나 검토 누락 이력이 아님</a:t>
            </a:r>
          </a:p>
        </p:txBody>
      </p:sp>
      <p:sp>
        <p:nvSpPr>
          <p:cNvPr id="6" name="앞의 실제 성공과 별개의 가정 · 새 실행·검토 결과 없음">
            <a:extLst xmlns:a="http://schemas.openxmlformats.org/drawingml/2006/main">
              <a:ext uri="{FF2B5EF4-FFF2-40B4-BE49-F238E27FC236}">
                <a16:creationId xmlns:a16="http://schemas.microsoft.com/office/drawing/2014/main" id="{4009FB11-1A36-4876-AB98-4729CEDA10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실제 성공과 별개의 가정 · 새 실행·검토 결과 없음</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요청 예 · 같은 작업의 검토·수정을 사람이 연결하는 가정">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요청 예 · 같은 작업의 검토·수정을 사람이 연결하는 가정</a:t>
            </a:r>
          </a:p>
        </p:txBody>
      </p:sp>
      <p:sp>
        <p:nvSpPr>
          <p:cNvPr id="6" name="실제 비교 실험·반복 횟수·시간·토큰·실패를 관찰한 결과가 아님">
            <a:extLst xmlns:a="http://schemas.openxmlformats.org/drawingml/2006/main">
              <a:ext uri="{FF2B5EF4-FFF2-40B4-BE49-F238E27FC236}">
                <a16:creationId xmlns:a16="http://schemas.microsoft.com/office/drawing/2014/main" id="{C58508E8-2F99-48CC-A307-81A53B3AF4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비교 실험·반복 횟수·시간·토큰·실패를 관찰한 결과가 아님</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운영 설계 · Harness의 방법·도구를 반복 수행에 사용">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운영 설계 · Harness의 방법·도구를 반복 수행에 사용</a:t>
            </a:r>
          </a:p>
        </p:txBody>
      </p:sp>
      <p:sp>
        <p:nvSpPr>
          <p:cNvPr id="6" name="Harness에 원래 피드백이 없다는 뜻이 아님 · 자동 실행 제품 기능을 검증한 자료가 아님">
            <a:extLst xmlns:a="http://schemas.openxmlformats.org/drawingml/2006/main">
              <a:ext uri="{FF2B5EF4-FFF2-40B4-BE49-F238E27FC236}">
                <a16:creationId xmlns:a16="http://schemas.microsoft.com/office/drawing/2014/main" id="{701FA87E-6824-4F04-A31F-ABBD1581A1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Harness에 원래 피드백이 없다는 뜻이 아님 · 자동 실행 제품 기능을 검증한 자료가 아님</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실제 새 기록 파일·Memory를 생성한 결과가 아님">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실제 새 기록 파일·Memory를 생성한 결과가 아님</a:t>
            </a:r>
          </a:p>
        </p:txBody>
      </p:sp>
      <p:sp>
        <p:nvSpPr>
          <p:cNvPr id="6" name="기존 지식의 출처는 유지 · 별도 Memory 시스템이나 새 도구를 필수로 요구하지 않음">
            <a:extLst xmlns:a="http://schemas.openxmlformats.org/drawingml/2006/main">
              <a:ext uri="{FF2B5EF4-FFF2-40B4-BE49-F238E27FC236}">
                <a16:creationId xmlns:a16="http://schemas.microsoft.com/office/drawing/2014/main" id="{BFEC700A-F0AD-4A5D-BDAC-74B866DBC2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기존 지식의 출처는 유지 · 별도 Memory 시스템이나 새 도구를 필수로 요구하지 않음</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기록·제출·공유는 선택 · 새 Trial 없음">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기록·제출·공유는 선택 · 새 Trial 없음</a:t>
            </a:r>
          </a:p>
        </p:txBody>
      </p:sp>
      <p:sp>
        <p:nvSpPr>
          <p:cNvPr id="6" name="다음 ACT는 같은 목표의 구현·검토·수정 반복을 다룸 · 완전자율 성공을 보장하지 않음">
            <a:extLst xmlns:a="http://schemas.openxmlformats.org/drawingml/2006/main">
              <a:ext uri="{FF2B5EF4-FFF2-40B4-BE49-F238E27FC236}">
                <a16:creationId xmlns:a16="http://schemas.microsoft.com/office/drawing/2014/main" id="{84407816-99F6-4754-832F-016988610F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ACT는 같은 목표의 구현·검토·수정 반복을 다룸 · 완전자율 성공을 보장하지 않음</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3">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072647E5-D3E4-4B21-92B3-B55C7A6F0A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4">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할당량 목표·실행시간 상한·대표 입력은 실행 전에 확정 · 현재 수치는 TBD">
            <a:extLst xmlns:a="http://schemas.openxmlformats.org/drawingml/2006/main">
              <a:ext uri="{FF2B5EF4-FFF2-40B4-BE49-F238E27FC236}">
                <a16:creationId xmlns:a16="http://schemas.microsoft.com/office/drawing/2014/main" id="{216D4033-571E-4B32-8E45-EFBFC2F1BA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할당량 목표·실행시간 상한·대표 입력은 실행 전에 확정 · 현재 수치는 TBD</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5">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0C9E1947-D371-4CD7-8DDD-09BCF38CAE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검사할 항목의 설계 · 실제 명령 실행·측정값·통과 결과를 제시하는 장이 아님">
            <a:extLst xmlns:a="http://schemas.openxmlformats.org/drawingml/2006/main">
              <a:ext uri="{FF2B5EF4-FFF2-40B4-BE49-F238E27FC236}">
                <a16:creationId xmlns:a16="http://schemas.microsoft.com/office/drawing/2014/main" id="{EF25A3C9-A60C-45CC-80D8-5EFAD68514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검사할 항목의 설계 · 실제 명령 실행·측정값·통과 결과를 제시하는 장이 아님</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AA1E0937-CAA9-4E16-B200-6CB6125149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6084F942-A321-4983-83CF-0DA321ADAF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재검증·재검토의 운영 설계 · 후보 v2가 성공했다는 실제 결과는 없음">
            <a:extLst xmlns:a="http://schemas.openxmlformats.org/drawingml/2006/main">
              <a:ext uri="{FF2B5EF4-FFF2-40B4-BE49-F238E27FC236}">
                <a16:creationId xmlns:a16="http://schemas.microsoft.com/office/drawing/2014/main" id="{D8ABE38B-F20B-42D8-B9E6-C36F76528D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재검증·재검토의 운영 설계 · 후보 v2가 성공했다는 실제 결과는 없음</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0">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목표와 근거를 다음 수정에 연결하는 시스템">
            <a:extLst xmlns:a="http://schemas.openxmlformats.org/drawingml/2006/main">
              <a:ext uri="{FF2B5EF4-FFF2-40B4-BE49-F238E27FC236}">
                <a16:creationId xmlns:a16="http://schemas.microsoft.com/office/drawing/2014/main" id="{BE393652-9FB8-4AC3-9B79-831A234EA2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목표와 근거를 다음 수정에 연결하는 시스템</a:t>
            </a:r>
          </a:p>
        </p:txBody>
      </p:sp>
      <p:sp>
        <p:nvSpPr>
          <p:cNvPr id="6" name="구체적 제품 기능·자동 실행 이력·모델 학습·완료 성과를 관찰한 결과가 아님">
            <a:extLst xmlns:a="http://schemas.openxmlformats.org/drawingml/2006/main">
              <a:ext uri="{FF2B5EF4-FFF2-40B4-BE49-F238E27FC236}">
                <a16:creationId xmlns:a16="http://schemas.microsoft.com/office/drawing/2014/main" id="{6CE83FF4-E5F5-4AEE-9737-CB11EB23B4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구체적 제품 기능·자동 실행 이력·모델 학습·완료 성과를 관찰한 결과가 아님</a:t>
            </a:r>
          </a:p>
        </p:txBody>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1">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반복의 종료와 다음 행동을 정하는 기준">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반복의 종료와 다음 행동을 정하는 기준</a:t>
            </a:r>
          </a:p>
        </p:txBody>
      </p:sp>
      <p:sp>
        <p:nvSpPr>
          <p:cNvPr id="6" name="미완료 중단은 목표 달성과 다름 · 반복·시간·비용 한도 수치는 실행 전에 정함">
            <a:extLst xmlns:a="http://schemas.openxmlformats.org/drawingml/2006/main">
              <a:ext uri="{FF2B5EF4-FFF2-40B4-BE49-F238E27FC236}">
                <a16:creationId xmlns:a16="http://schemas.microsoft.com/office/drawing/2014/main" id="{C0068578-76AC-4C79-9BAD-CB9B2E81B7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미완료 중단은 목표 달성과 다름 · 반복·시간·비용 한도 수치는 실행 전에 정함</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2">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elf-Refine (2023) / Huang et al., ICLR 2024 · 서로 다른 실험 조건의 ">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Self-Refine (2023) / Huang et al., ICLR 2024 · 서로 다른 실험 조건의 연구</a:t>
            </a:r>
          </a:p>
        </p:txBody>
      </p:sp>
      <p:sp>
        <p:nvSpPr>
          <p:cNvPr id="6" name="과거 연구 대상의 결과 · 현재 모든 모델의 자기 검토 능력이나 다중 모델 우월성을 뜻하지 않음">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연구 대상의 결과 · 현재 모든 모델의 자기 검토 능력이나 다중 모델 우월성을 뜻하지 않음</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3">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ReConcile · ACL 2024 · Table 7 · StrategyQA의 토론·합의 실험">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ReConcile · ACL 2024 · Table 7 · StrategyQA의 토론·합의 실험</a:t>
            </a:r>
          </a:p>
        </p:txBody>
      </p:sp>
      <p:sp>
        <p:nvSpPr>
          <p:cNvPr id="6" name="코드 수정 실험이 아님 · 현재 모델의 일반 성능·비용 개선으로 확대하지 않음">
            <a:extLst xmlns:a="http://schemas.openxmlformats.org/drawingml/2006/main">
              <a:ext uri="{FF2B5EF4-FFF2-40B4-BE49-F238E27FC236}">
                <a16:creationId xmlns:a16="http://schemas.microsoft.com/office/drawing/2014/main" id="{915542E5-F837-4734-8C29-0F9174B673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코드 수정 실험이 아님 · 현재 모델의 일반 성능·비용 개선으로 확대하지 않음</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4">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riticBench · Findings of ACL 2024 · 17개 모델 / §4.2.5 교차 모델 검">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CriticBench · Findings of ACL 2024 · 17개 모델 / §4.2.5 교차 모델 검토</a:t>
            </a:r>
          </a:p>
        </p:txBody>
      </p:sp>
      <p:sp>
        <p:nvSpPr>
          <p:cNvPr id="6" name="일부 모델·과제에서의 결과 · 이 교육의 코드 루프 완료율·비용 개선을 측정한 연구가 아님">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일부 모델·과제에서의 결과 · 이 교육의 코드 루프 완료율·비용 개선을 측정한 연구가 아님</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연구를 참고한 개발 작업의 역할 배치 제안 · 현재 제품의 자동 배치 기능 설명 아님">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연구를 참고한 개발 작업의 역할 배치 제안 · 현재 제품의 자동 배치 기능 설명 아님</a:t>
            </a:r>
          </a:p>
        </p:txBody>
      </p:sp>
      <p:sp>
        <p:nvSpPr>
          <p:cNvPr id="6" name="같은 모델의 역할 분리와 서로 다른 모델 조합을 구분 · 실제 조합의 효과는 별도 평가">
            <a:extLst xmlns:a="http://schemas.openxmlformats.org/drawingml/2006/main">
              <a:ext uri="{FF2B5EF4-FFF2-40B4-BE49-F238E27FC236}">
                <a16:creationId xmlns:a16="http://schemas.microsoft.com/office/drawing/2014/main" id="{398526F0-2E0B-4C67-AF7C-8E3CD27D40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모델의 역할 분리와 서로 다른 모델 조합을 구분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6">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검토 지적의 수용·기각과 추가 확인">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검토 지적의 수용·기각과 추가 확인</a:t>
            </a:r>
          </a:p>
        </p:txBody>
      </p:sp>
      <p:sp>
        <p:nvSpPr>
          <p:cNvPr id="6" name="모델 동의·다수결만으로 완료하지 않음 · 검토 모델도 틀릴 수 있음">
            <a:extLst xmlns:a="http://schemas.openxmlformats.org/drawingml/2006/main">
              <a:ext uri="{FF2B5EF4-FFF2-40B4-BE49-F238E27FC236}">
                <a16:creationId xmlns:a16="http://schemas.microsoft.com/office/drawing/2014/main" id="{D1D352C9-B1AF-4B05-9AD5-0CA6E0D5C9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 동의·다수결만으로 완료하지 않음 · 검토 모델도 틀릴 수 있음</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7">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같은 목표의 다음 시도를 위한 최소 기록">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같은 목표의 다음 시도를 위한 최소 기록</a:t>
            </a:r>
          </a:p>
        </p:txBody>
      </p:sp>
      <p:sp>
        <p:nvSpPr>
          <p:cNvPr id="6" name="새 Memory·프레임워크가 필수인 것은 아님 · 한도와 중단 후 재개는 별도 운영 기준">
            <a:extLst xmlns:a="http://schemas.openxmlformats.org/drawingml/2006/main">
              <a:ext uri="{FF2B5EF4-FFF2-40B4-BE49-F238E27FC236}">
                <a16:creationId xmlns:a16="http://schemas.microsoft.com/office/drawing/2014/main" id="{BC59B5E9-E1AE-482D-848F-43C225CC86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Memory·프레임워크가 필수인 것은 아님 · 한도와 중단 후 재개는 별도 운영 기준</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Product Trial / 인용한 연구 / CASE-LOOP-01 설계의 근거 경계">
            <a:extLst xmlns:a="http://schemas.openxmlformats.org/drawingml/2006/main">
              <a:ext uri="{FF2B5EF4-FFF2-40B4-BE49-F238E27FC236}">
                <a16:creationId xmlns:a16="http://schemas.microsoft.com/office/drawing/2014/main" id="{FB97291B-3F03-4627-A6A0-9CD564349E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Product Trial / 인용한 연구 / CASE-LOOP-01 설계의 근거 경계</a:t>
            </a:r>
          </a:p>
        </p:txBody>
      </p:sp>
      <p:sp>
        <p:nvSpPr>
          <p:cNvPr id="6" name="기존 Trial을 다중 모델 루프의 실행 증거로 사용하지 않음 · 새 모델 조합·완료 성과 미검증">
            <a:extLst xmlns:a="http://schemas.openxmlformats.org/drawingml/2006/main">
              <a:ext uri="{FF2B5EF4-FFF2-40B4-BE49-F238E27FC236}">
                <a16:creationId xmlns:a16="http://schemas.microsoft.com/office/drawing/2014/main" id="{AC317E10-B66F-416F-AE74-B59591FEBA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기존 Trial을 다중 모델 루프의 실행 증거로 사용하지 않음 · 새 모델 조합·완료 성과 미검증</a:t>
            </a:r>
          </a:p>
        </p:txBody>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99">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공식 Goal 안내 · 2026-10-25 확인 · 사용법을 설명하는 도식">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공식 Goal 안내 · 2026-10-25 확인 · 사용법을 설명하는 도식</a:t>
            </a:r>
          </a:p>
        </p:txBody>
      </p:sp>
      <p:sp>
        <p:nvSpPr>
          <p:cNvPr id="6" name="실제 화면·실행 결과 아님 · 다른 모델 검토자는 별도 설계 · 사내 환경에서 사용 가능 여부 확인">
            <a:extLst xmlns:a="http://schemas.openxmlformats.org/drawingml/2006/main">
              <a:ext uri="{FF2B5EF4-FFF2-40B4-BE49-F238E27FC236}">
                <a16:creationId xmlns:a16="http://schemas.microsoft.com/office/drawing/2014/main" id="{52907D77-73B0-4736-B74A-A14752A503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화면·실행 결과 아님 · 다른 모델 검토자는 별도 설계 · 사내 환경에서 사용 가능 여부 확인</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0">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Goals 작성 안내를 밝기 통계 작업으로 각색 · 실제 실행 요청·결과 아님">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Goals 작성 안내를 밝기 통계 작업으로 각색 · 실제 실행 요청·결과 아님</a:t>
            </a:r>
          </a:p>
        </p:txBody>
      </p:sp>
      <p:sp>
        <p:nvSpPr>
          <p:cNvPr id="6" name="기준판·대표 입력·측정 방법을 먼저 확정 · 완료 보장 없음 · 다중 모델 검토를 자동 구성한다는 뜻 아님">
            <a:extLst xmlns:a="http://schemas.openxmlformats.org/drawingml/2006/main">
              <a:ext uri="{FF2B5EF4-FFF2-40B4-BE49-F238E27FC236}">
                <a16:creationId xmlns:a16="http://schemas.microsoft.com/office/drawing/2014/main" id="{9AD1755F-BE96-40B9-BB67-CED599C2B5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기준판·대표 입력·측정 방법을 먼저 확정 · 완료 보장 없음 · 다중 모델 검토를 자동 구성한다는 뜻 아님</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과 Q&amp;A · 실습·제출·구현 요구 없음">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성찰과 Q&amp;A · 실습·제출·구현 요구 없음</a:t>
            </a:r>
          </a:p>
        </p:txBody>
      </p:sp>
      <p:sp>
        <p:nvSpPr>
          <p:cNvPr id="6" name="목표·판단·검증·책임은 유지 · 다음 ACT에서 조합·통합·제거를 검토">
            <a:extLst xmlns:a="http://schemas.openxmlformats.org/drawingml/2006/main">
              <a:ext uri="{FF2B5EF4-FFF2-40B4-BE49-F238E27FC236}">
                <a16:creationId xmlns:a16="http://schemas.microsoft.com/office/drawing/2014/main" id="{873D9772-4563-4937-B87A-2156A32602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목표·판단·검증·책임은 유지 · 다음 ACT에서 조합·통합·제거를 검토</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43DC6CB1-6463-4B04-ACE4-961A1170CC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103">
            <a:extLst xmlns:a="http://schemas.openxmlformats.org/drawingml/2006/main">
              <a:ext uri="{FF2B5EF4-FFF2-40B4-BE49-F238E27FC236}">
                <a16:creationId xmlns:a16="http://schemas.microsoft.com/office/drawing/2014/main" id="{BDAEF1DB-2BCC-4482-B70C-C3EB6FDA9C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문제에 맞춰, 일하는 방식을 넓혔다">
            <a:extLst xmlns:a="http://schemas.openxmlformats.org/drawingml/2006/main">
              <a:ext uri="{FF2B5EF4-FFF2-40B4-BE49-F238E27FC236}">
                <a16:creationId xmlns:a16="http://schemas.microsoft.com/office/drawing/2014/main" id="{272015BB-7F76-47F7-B9FD-06C2A6C5C0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3D6216D2-7F03-4DA2-88F0-3696DA20D0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D5638987-0743-475B-BA0D-952960A6BA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CD716B8E-343F-4B74-82BA-5FA8AD2E75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배운 대응 중, 내 문제에 필요한 것을 고른다">
            <a:extLst xmlns:a="http://schemas.openxmlformats.org/drawingml/2006/main">
              <a:ext uri="{FF2B5EF4-FFF2-40B4-BE49-F238E27FC236}">
                <a16:creationId xmlns:a16="http://schemas.microsoft.com/office/drawing/2014/main" id="{36451B5A-B99A-41B2-986C-34B2D96B95B8}"/>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배운 대응 중, 내 문제에 필요한 것을 고른다</a:t>
            </a:r>
          </a:p>
        </p:txBody>
      </p:sp>
      <p:sp>
        <p:nvSpPr>
          <p:cNvPr id="8" name="답을 구하던 출발점">
            <a:extLst xmlns:a="http://schemas.openxmlformats.org/drawingml/2006/main">
              <a:ext uri="{FF2B5EF4-FFF2-40B4-BE49-F238E27FC236}">
                <a16:creationId xmlns:a16="http://schemas.microsoft.com/office/drawing/2014/main" id="{1744E68C-E57E-48DF-891E-6CCA3CE21C92}"/>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0D2839C4-B122-4B6A-8C74-64AE57F85EF6}"/>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76204B48-62D7-4B06-B304-408817D77560}"/>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0F1D4F70-05C6-40E1-8FFE-ACE458BBDB78}"/>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AAE417A9-AE4C-4111-8246-5C556892B998}"/>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9B8600DD-04CA-4DF3-9861-67B3C0993BBD}"/>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D70B058A-2A5A-4683-9202-828F640BA97C}"/>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784716FA-C515-433B-B351-BE2977EA75F3}"/>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72C3F0E2-6518-49C6-90F1-AE79B512D872}"/>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835D97A4-2AAF-4D6B-B476-38C49B222C55}"/>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29C999F2-E674-42D1-8641-4A4C31EDF87C}"/>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E7228DAD-164A-4764-87A4-22FAF9EC891F}"/>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E93BD48D-414E-4FD3-971F-670DBDE49426}"/>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43C781C1-8E45-41F6-BEE5-C34C871A689A}"/>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9EEACE3E-CC4D-4BA1-85FD-7C8A161C1DE1}"/>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4ED4562E-9279-47A2-940A-D137D0EAF86A}"/>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CEFC38AD-3F38-4523-B163-287C6415324A}"/>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FE39CC32-DC8A-4E93-BD49-DFAD434E3DB2}"/>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539525F2-782F-4C0B-8031-1B57C22014F8}"/>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AA8C6C16-52F2-4B57-8A94-C6A71A01F2CD}"/>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다음 수정이 끊기면">
            <a:extLst xmlns:a="http://schemas.openxmlformats.org/drawingml/2006/main">
              <a:ext uri="{FF2B5EF4-FFF2-40B4-BE49-F238E27FC236}">
                <a16:creationId xmlns:a16="http://schemas.microsoft.com/office/drawing/2014/main" id="{0729F93D-118E-45FD-AF59-904BBED15E88}"/>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다음 수정이 끊기면</a:t>
            </a:r>
          </a:p>
        </p:txBody>
      </p:sp>
      <p:sp>
        <p:nvSpPr>
          <p:cNvPr id="29" name="">
            <a:extLst xmlns:a="http://schemas.openxmlformats.org/drawingml/2006/main">
              <a:ext uri="{FF2B5EF4-FFF2-40B4-BE49-F238E27FC236}">
                <a16:creationId xmlns:a16="http://schemas.microsoft.com/office/drawing/2014/main" id="{BE6A021C-0656-4D30-A120-CD740E063CF1}"/>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1A018C3C-99B4-429C-A3A2-A40C393AA2AC}"/>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목표 충족까지&#10;검토·수정한다">
            <a:extLst xmlns:a="http://schemas.openxmlformats.org/drawingml/2006/main">
              <a:ext uri="{FF2B5EF4-FFF2-40B4-BE49-F238E27FC236}">
                <a16:creationId xmlns:a16="http://schemas.microsoft.com/office/drawing/2014/main" id="{4A48FEAB-71A1-4C1B-83F6-A85405A580C3}"/>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충족까지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검토·수정한다</a:t>
            </a:r>
          </a:p>
        </p:txBody>
      </p:sp>
      <p:sp>
        <p:nvSpPr>
          <p:cNvPr id="32" name="플랫폼이 맡는 기능은 활용하고, 필요한 기준과 검토를 조합한다">
            <a:extLst xmlns:a="http://schemas.openxmlformats.org/drawingml/2006/main">
              <a:ext uri="{FF2B5EF4-FFF2-40B4-BE49-F238E27FC236}">
                <a16:creationId xmlns:a16="http://schemas.microsoft.com/office/drawing/2014/main" id="{F77133D2-38DD-45B6-ABE7-91141564EFE1}"/>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플랫폼이 맡는 기능은 활용하고, 필요한 기준과 검토를 조합한다</a:t>
            </a:r>
          </a:p>
        </p:txBody>
      </p:sp>
      <p:sp>
        <p:nvSpPr>
          <p:cNvPr id="33" name="Legacy module connection">
            <a:extLst xmlns:a="http://schemas.openxmlformats.org/drawingml/2006/main">
              <a:ext uri="{FF2B5EF4-FFF2-40B4-BE49-F238E27FC236}">
                <a16:creationId xmlns:a16="http://schemas.microsoft.com/office/drawing/2014/main" id="{2C29C15E-78EF-43A8-8CF8-A312ED9B8F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9958323"/>
      </p:ext>
    </p:extLst>
  </p:cSld>
</p:sld>
</file>

<file path=ppt/slides/slide10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E82682B9-9CD2-4907-95EE-C04E6711D1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104">
            <a:extLst xmlns:a="http://schemas.openxmlformats.org/drawingml/2006/main">
              <a:ext uri="{FF2B5EF4-FFF2-40B4-BE49-F238E27FC236}">
                <a16:creationId xmlns:a16="http://schemas.microsoft.com/office/drawing/2014/main" id="{071CCEBF-519B-46C3-AF10-993D77A4D8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실제 Demo는 문제에 맞춰 바뀌었다">
            <a:extLst xmlns:a="http://schemas.openxmlformats.org/drawingml/2006/main">
              <a:ext uri="{FF2B5EF4-FFF2-40B4-BE49-F238E27FC236}">
                <a16:creationId xmlns:a16="http://schemas.microsoft.com/office/drawing/2014/main" id="{FBA58A95-563D-4041-9179-229A5685DF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60CD4878-BC8B-4482-9BE8-65D4A8C7B9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70214C4E-6BB4-4450-88CE-EAE1F89AC5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58CCA27E-80E9-400A-84F2-3E9C31185D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70D6E35E-6C6F-47E0-A3B6-077E065C4B4E}"/>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72A158A8-E0D1-4295-AD6B-E1FB5533BAEE}"/>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F1FF12EA-1601-4E00-B223-62DDB514BD6B}"/>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6FB0AA86-7631-421F-9F32-64EC862EE618}"/>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B4B9543B-BCE6-49C8-8997-8BCC5928559A}"/>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F8CA09D2-699B-45AC-9C3D-FECB1621AA59}"/>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C0CDE47C-89E8-47DC-B950-54D6ECD6FB46}"/>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26370B61-8768-482D-B1E0-AE47EDC24D4B}"/>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5E0711EE-8F67-4A84-9F0B-41F02EF747E1}"/>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CF37A26C-9FA1-4296-B0CA-8346BBC4AF5D}"/>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06C971FC-AA3B-4E6F-AE3D-76A8A7EDC71E}"/>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E0D7513D-309E-4022-83BB-85B809454E7E}"/>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6667385C-3A91-4DDD-8A68-221DF89381BD}"/>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EA5A82D7-0FED-4D35-B2C7-4E3E8188C7CD}"/>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CD09AF6B-FFE0-4FDF-A1FF-12D9CE191FE8}"/>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DE96A2F6-A223-44F1-AE89-7489F03BBDB9}"/>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AAF34599-894A-40DE-84C6-0819502BF65D}"/>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D8555D76-26CF-45CD-B83C-0FA1FC0DB57E}"/>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다중 모델 루프·Goal 사용은 이 제품에서 실행 검증하지 않았다">
            <a:extLst xmlns:a="http://schemas.openxmlformats.org/drawingml/2006/main">
              <a:ext uri="{FF2B5EF4-FFF2-40B4-BE49-F238E27FC236}">
                <a16:creationId xmlns:a16="http://schemas.microsoft.com/office/drawing/2014/main" id="{FBF9B85E-DCD3-40A6-9ECB-8C1C4322A02B}"/>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다중 모델 루프·Goal 사용은 이 제품에서 실행 검증하지 않았다</a:t>
            </a:r>
          </a:p>
        </p:txBody>
      </p:sp>
      <p:sp>
        <p:nvSpPr>
          <p:cNvPr id="26" name="Legacy module connection">
            <a:extLst xmlns:a="http://schemas.openxmlformats.org/drawingml/2006/main">
              <a:ext uri="{FF2B5EF4-FFF2-40B4-BE49-F238E27FC236}">
                <a16:creationId xmlns:a16="http://schemas.microsoft.com/office/drawing/2014/main" id="{839961FE-20E4-4C04-A752-AA6220F1A2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93932016"/>
      </p:ext>
    </p:extLst>
  </p:cSld>
</p:sld>
</file>

<file path=ppt/slides/slide10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04B3D585-7A41-4ABA-83FF-EBE5C2EE48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105">
            <a:extLst xmlns:a="http://schemas.openxmlformats.org/drawingml/2006/main">
              <a:ext uri="{FF2B5EF4-FFF2-40B4-BE49-F238E27FC236}">
                <a16:creationId xmlns:a16="http://schemas.microsoft.com/office/drawing/2014/main" id="{62F4EE21-ACB2-4FCD-B946-F4454A6DBC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이번 문제에 필요한 구성만 선택했다">
            <a:extLst xmlns:a="http://schemas.openxmlformats.org/drawingml/2006/main">
              <a:ext uri="{FF2B5EF4-FFF2-40B4-BE49-F238E27FC236}">
                <a16:creationId xmlns:a16="http://schemas.microsoft.com/office/drawing/2014/main" id="{C6173CEB-1E3B-4FB6-A621-98A676B5A7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949E4C23-14AC-4A23-9088-9EC90FF9EF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4D81E453-5053-4234-8478-DD77239791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4F9BD065-EF58-4953-9CC9-B194481566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01771EFF-4863-4F6A-906B-0458FB39CE64}"/>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6B13D5F9-8497-4B70-82C6-B877C6FAD30E}"/>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24C88314-A6BB-4C29-9E91-0EDC7EF5688D}"/>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C99DAF4D-BB31-4A23-B2DF-80DFEEEDEA6D}"/>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EF7CF7F1-A2A1-4635-B2EE-5D537D2C857B}"/>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F975BCB6-FE81-439F-977B-ADD8159C89F0}"/>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AB72F4CE-A37F-4F97-B4C1-3A3A449DB993}"/>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5363B370-2CEA-422D-8792-EB46BA2D2A6E}"/>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3E895D23-7B5C-4F50-87A5-46E8D9529B2D}"/>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EB762693-C594-4167-91D4-831756D98D26}"/>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AD1BAC47-0E4C-43A1-9C7D-27A7CE147AE2}"/>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0A0144CA-AE0B-4162-A702-0AA556892E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427849264"/>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6B722F58-E815-4F23-803D-6AA508919F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106">
            <a:extLst xmlns:a="http://schemas.openxmlformats.org/drawingml/2006/main">
              <a:ext uri="{FF2B5EF4-FFF2-40B4-BE49-F238E27FC236}">
                <a16:creationId xmlns:a16="http://schemas.microsoft.com/office/drawing/2014/main" id="{82E9E695-0850-4B2F-A54F-62A476C327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결과를 수용할지는 사람이 판단한다">
            <a:extLst xmlns:a="http://schemas.openxmlformats.org/drawingml/2006/main">
              <a:ext uri="{FF2B5EF4-FFF2-40B4-BE49-F238E27FC236}">
                <a16:creationId xmlns:a16="http://schemas.microsoft.com/office/drawing/2014/main" id="{4810B2D2-8335-4744-BAD5-77B869ECD4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7BF20BCB-1EBD-4D41-9239-B0CD144881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5C28B5C2-782E-44CE-B240-BD11CEF66F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0F65AEC2-F844-4945-BF25-556174374E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Goal이 완료를 보고해도, 수용할 근거는 사람이 확인한다">
            <a:extLst xmlns:a="http://schemas.openxmlformats.org/drawingml/2006/main">
              <a:ext uri="{FF2B5EF4-FFF2-40B4-BE49-F238E27FC236}">
                <a16:creationId xmlns:a16="http://schemas.microsoft.com/office/drawing/2014/main" id="{D4FD76B4-EAFC-46A6-901E-D63029ED7B3D}"/>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Goal이 완료를 보고해도, 수용할 근거는 사람이 확인한다</a:t>
            </a:r>
          </a:p>
        </p:txBody>
      </p:sp>
      <p:sp>
        <p:nvSpPr>
          <p:cNvPr id="8" name="AI의 작업 결과">
            <a:extLst xmlns:a="http://schemas.openxmlformats.org/drawingml/2006/main">
              <a:ext uri="{FF2B5EF4-FFF2-40B4-BE49-F238E27FC236}">
                <a16:creationId xmlns:a16="http://schemas.microsoft.com/office/drawing/2014/main" id="{68611922-E4FE-451A-AAE4-8CAAB51AF8B5}"/>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76BFF0D8-E431-4A98-9CCE-66E07E48F8F2}"/>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1AA87D2A-F549-4395-AFE7-4FFF905B4334}"/>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1835984F-69A6-48AB-95C1-7D4FF4B46D0B}"/>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C0C100F1-0A98-4906-A19C-CF2C0FA9B4E7}"/>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A7838D9D-F73C-494A-B6C0-D3C4198092BB}"/>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A082D872-7FA0-43B7-B933-45FA3FDA9349}"/>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ADC0C7F2-29F8-4B38-A7DA-2FE3ED0AFFCE}"/>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6E9EAB31-1E93-4C4D-ACC1-FC61DD2A876E}"/>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0A44DA85-DED3-4D4A-A551-9F0E3946BFA0}"/>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1B6CF88D-39CC-4716-AA73-8A4407AD5070}"/>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F737FCFA-5B84-4355-A23B-3CDCEBE7A1DF}"/>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46637E47-9DB3-49BF-9FBB-7184824F7AD6}"/>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A3447545-D121-404E-ABD3-BBD5CF081200}"/>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10E326FB-1C4B-4790-BF56-C6145B99D209}"/>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CF8F431D-2F84-4337-9A07-AA670C25B703}"/>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9041B6C6-ABC2-4931-B345-8BAB0FEA504D}"/>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B69265B1-3A72-486D-9B15-4B6C54E764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887003088"/>
      </p:ext>
    </p:extLst>
  </p:cSld>
</p:sld>
</file>

<file path=ppt/slides/slide10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F1A44972-E47E-4509-89D4-71283352AD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107">
            <a:extLst xmlns:a="http://schemas.openxmlformats.org/drawingml/2006/main">
              <a:ext uri="{FF2B5EF4-FFF2-40B4-BE49-F238E27FC236}">
                <a16:creationId xmlns:a16="http://schemas.microsoft.com/office/drawing/2014/main" id="{7B07087E-3126-4160-AE48-3FEE2AC97F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가 일할 조건과 확인 경로를 설계한다">
            <a:extLst xmlns:a="http://schemas.openxmlformats.org/drawingml/2006/main">
              <a:ext uri="{FF2B5EF4-FFF2-40B4-BE49-F238E27FC236}">
                <a16:creationId xmlns:a16="http://schemas.microsoft.com/office/drawing/2014/main" id="{E048FCE2-E650-456D-B708-29041F16AC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AAA7B5F4-F0DD-4922-BF8D-0EDE54C380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A6E10B4A-1BE3-4045-BE2A-EB973AF699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106E2DAA-606D-4E2C-B9A1-6398A3D79F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EFD2D9F0-9874-41BD-986B-D1A2557D5F44}"/>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F67DEF55-72BF-404B-A155-D2CB19C5FA68}"/>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838266EF-031D-48D0-BB99-401C5071DE49}"/>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A2305126-344E-483A-BEFC-A163CC04CEBD}"/>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E79D0C1F-5344-4DD9-9E9C-2EB939F2F18B}"/>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00FF4589-DEA7-47A8-92D5-862C1B21AAE4}"/>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36CA6E27-C08D-40E4-83B3-092E809D3DAE}"/>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BB7FD91F-98B5-4273-B012-0FE9CFD4A013}"/>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A5321C0F-91D6-4657-A045-55697498D275}"/>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2EB07426-6349-4FCD-AEC5-DCE0D16ACA56}"/>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AD7FE56C-3285-48DB-867F-33B3AC355E63}"/>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3D9596BF-0582-4499-AA0E-1977D4811B3A}"/>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C3ED2EFE-5669-4DF9-B31B-6C837FEBE928}"/>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목표까지 수정·재검토">
            <a:extLst xmlns:a="http://schemas.openxmlformats.org/drawingml/2006/main">
              <a:ext uri="{FF2B5EF4-FFF2-40B4-BE49-F238E27FC236}">
                <a16:creationId xmlns:a16="http://schemas.microsoft.com/office/drawing/2014/main" id="{0EAB0FFF-5AA1-4C1F-8A35-A8325CFE4E9A}"/>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목표까지 수정·재검토</a:t>
            </a:r>
          </a:p>
        </p:txBody>
      </p:sp>
      <p:sp>
        <p:nvSpPr>
          <p:cNvPr id="21" name="Verification · Feedback Loop">
            <a:extLst xmlns:a="http://schemas.openxmlformats.org/drawingml/2006/main">
              <a:ext uri="{FF2B5EF4-FFF2-40B4-BE49-F238E27FC236}">
                <a16:creationId xmlns:a16="http://schemas.microsoft.com/office/drawing/2014/main" id="{56F7A02F-8A5E-43BC-AADB-E68A2246FE73}"/>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C10C25BA-B060-44E1-9B36-4E56C35F686C}"/>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F92FD616-7612-42AF-AD12-45484E927D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20801250"/>
      </p:ext>
    </p:extLst>
  </p:cSld>
</p:sld>
</file>

<file path=ppt/slides/slide10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48B75E4B-FC57-48F5-8D5C-C56A9DD196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0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54CFFF58-3364-4855-A3A9-39B2194069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28A883A5-7366-44BE-AED8-D1FFCE053C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F83D9D6F-A47C-4EC8-A0E3-129A1A5684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B5039FFC-6026-4253-B90F-25712E9474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7BEDA88F-7BCE-4342-8D7A-1D4A80C2C4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1/3">
            <a:extLst xmlns:a="http://schemas.openxmlformats.org/drawingml/2006/main">
              <a:ext uri="{FF2B5EF4-FFF2-40B4-BE49-F238E27FC236}">
                <a16:creationId xmlns:a16="http://schemas.microsoft.com/office/drawing/2014/main" id="{CFFE18FB-4AF0-4B64-85A3-A5B7B84AB8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3">
            <a:extLst xmlns:a="http://schemas.openxmlformats.org/drawingml/2006/main">
              <a:ext uri="{FF2B5EF4-FFF2-40B4-BE49-F238E27FC236}">
                <a16:creationId xmlns:a16="http://schemas.microsoft.com/office/drawing/2014/main" id="{2BE5FA7F-90C8-4F4C-B6B3-76FB402FB4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실무 적용 팁 · 작업 환경과 기준">
            <a:extLst xmlns:a="http://schemas.openxmlformats.org/drawingml/2006/main">
              <a:ext uri="{FF2B5EF4-FFF2-40B4-BE49-F238E27FC236}">
                <a16:creationId xmlns:a16="http://schemas.microsoft.com/office/drawing/2014/main" id="{69100CF2-29B5-4D03-A126-104860AEC6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8A4F26E0-2CC8-45B9-95A9-09624806E4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A130AB79-6641-4204-B146-D14B71AAE8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727061BB-620D-41C5-A681-5BD623A1C6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170E0B0E-39DC-40A0-969A-AF413ADEA15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88ED2A3E-91A1-4B99-BF05-2A53B2B9B5B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4AA239AF-E963-44B1-8EE5-220C041AFADD}"/>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0E08EDB0-2731-4211-B61C-32F64AC2FD4D}"/>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65949374-624C-46FC-9FDD-77AEB4946E7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3CBB3616-0AB3-46D9-99B3-ADB2020E746D}"/>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F48FEF7A-4904-4EA1-A8E4-567F97AA0BC9}"/>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FE76D5B8-2063-4CBD-9544-F99B3610D8DA}"/>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9EB272E-3397-4536-9409-64096E4CCD32}"/>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7DE54784-4951-4390-A597-DAFAA8E60987}"/>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8365903B-C3E6-4B9A-8933-E0949F899145}"/>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03E4FF56-B67E-400C-A073-7BEAFE63AECD}"/>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99F6E2C-E187-4237-BF85-E10DED2D5203}"/>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F5884156-3364-4CDE-853D-C54BDB7D7CF7}"/>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C6C529BC-DFF3-4E88-8539-24273E7070B9}"/>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4CC3833A-579C-4A33-98C2-ECA3714BDDF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011D472F-C47A-40F1-8177-662F77A49867}"/>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26DC5FF0-4971-4220-B5FD-49577095320F}"/>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5" name="대화로 재사용할 Skill 만들기">
            <a:extLst xmlns:a="http://schemas.openxmlformats.org/drawingml/2006/main">
              <a:ext uri="{FF2B5EF4-FFF2-40B4-BE49-F238E27FC236}">
                <a16:creationId xmlns:a16="http://schemas.microsoft.com/office/drawing/2014/main" id="{21F3CD3F-F992-47D3-AB5B-5EF6E835DD19}"/>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F635FE38-ED1A-4457-AFF2-2B3D584856E4}"/>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9751437-0F97-45B0-BE2A-668C6340A54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285C6AE9-D595-4EE9-8B4F-5DE81C82B9DB}"/>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9" name="대화로 조사 Agent 만들기">
            <a:extLst xmlns:a="http://schemas.openxmlformats.org/drawingml/2006/main">
              <a:ext uri="{FF2B5EF4-FFF2-40B4-BE49-F238E27FC236}">
                <a16:creationId xmlns:a16="http://schemas.microsoft.com/office/drawing/2014/main" id="{B8DA420E-A08F-4E16-9B87-593D46254CDA}"/>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41CA49B6-0AC2-4684-99A4-848E5B4A7D53}"/>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6E9B91AC-349B-4125-AF91-4913B2834317}"/>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89DB6DE8-A645-421F-8B1C-1E382EA316F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S70</a:t>
            </a:r>
          </a:p>
        </p:txBody>
      </p:sp>
      <p:sp>
        <p:nvSpPr>
          <p:cNvPr id="33" name="이번 Context와 다시 쓸 지식">
            <a:extLst xmlns:a="http://schemas.openxmlformats.org/drawingml/2006/main">
              <a:ext uri="{FF2B5EF4-FFF2-40B4-BE49-F238E27FC236}">
                <a16:creationId xmlns:a16="http://schemas.microsoft.com/office/drawing/2014/main" id="{FE507201-8EA5-4921-A811-388D506F5560}"/>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E4CA028E-E712-49AA-B4C4-BF0CD5803C51}"/>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D76BADA6-78CD-40F4-8617-B78D9E439155}"/>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4D3E478D-8EDA-4764-B4D6-6DB59F0D0FD6}"/>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S80</a:t>
            </a:r>
          </a:p>
        </p:txBody>
      </p:sp>
      <p:sp>
        <p:nvSpPr>
          <p:cNvPr id="37" name="다음 수정에 넘길 기록">
            <a:extLst xmlns:a="http://schemas.openxmlformats.org/drawingml/2006/main">
              <a:ext uri="{FF2B5EF4-FFF2-40B4-BE49-F238E27FC236}">
                <a16:creationId xmlns:a16="http://schemas.microsoft.com/office/drawing/2014/main" id="{F7EE26C4-7A02-4C68-A29A-E17535B50C0C}"/>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다음 수정에 넘길 기록</a:t>
            </a:r>
          </a:p>
        </p:txBody>
      </p:sp>
      <p:sp>
        <p:nvSpPr>
          <p:cNvPr id="38" name="">
            <a:extLst xmlns:a="http://schemas.openxmlformats.org/drawingml/2006/main">
              <a:ext uri="{FF2B5EF4-FFF2-40B4-BE49-F238E27FC236}">
                <a16:creationId xmlns:a16="http://schemas.microsoft.com/office/drawing/2014/main" id="{3EA75C66-40E3-4132-B9A3-CCE80D66027F}"/>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5C5D43B8-B27A-420A-B6A6-B7299E542810}"/>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99">
            <a:extLst xmlns:a="http://schemas.openxmlformats.org/drawingml/2006/main">
              <a:ext uri="{FF2B5EF4-FFF2-40B4-BE49-F238E27FC236}">
                <a16:creationId xmlns:a16="http://schemas.microsoft.com/office/drawing/2014/main" id="{8B56F5C8-DBD8-4524-910E-D9ED6AAE215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S99</a:t>
            </a:r>
          </a:p>
        </p:txBody>
      </p:sp>
      <p:sp>
        <p:nvSpPr>
          <p:cNvPr id="41" name="Goal이 목표와 다음 작업을 이어준다">
            <a:extLst xmlns:a="http://schemas.openxmlformats.org/drawingml/2006/main">
              <a:ext uri="{FF2B5EF4-FFF2-40B4-BE49-F238E27FC236}">
                <a16:creationId xmlns:a16="http://schemas.microsoft.com/office/drawing/2014/main" id="{934C672F-F1CA-428E-96D3-E6F0ACDC0C78}"/>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Goal이 목표와 다음 작업을 이어준다</a:t>
            </a:r>
          </a:p>
        </p:txBody>
      </p:sp>
      <p:sp>
        <p:nvSpPr>
          <p:cNvPr id="42" name="Legacy module connection">
            <a:extLst xmlns:a="http://schemas.openxmlformats.org/drawingml/2006/main">
              <a:ext uri="{FF2B5EF4-FFF2-40B4-BE49-F238E27FC236}">
                <a16:creationId xmlns:a16="http://schemas.microsoft.com/office/drawing/2014/main" id="{79838995-8506-4A60-A60F-DB95166748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09065356"/>
      </p:ext>
    </p:extLst>
  </p:cSld>
</p:sld>
</file>

<file path=ppt/slides/slide1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7B92CE0-8B2A-4358-8546-D44C752EA6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A7244E08-0BDD-4634-B095-9E9DD0B3D3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3DEB14CF-8E81-47A7-82D4-B14B0A4BEE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CA4DC708-A7B9-491F-9B93-452C1BFA00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S87</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S100</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S109</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S110</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804CF3E1-6D40-4EB8-8CB8-D3FD333937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