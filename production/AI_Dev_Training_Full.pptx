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slides/charts/chart1.xml" ContentType="application/vnd.openxmlformats-officedocument.drawingml.chart+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412ee2329974ca5" /><Relationship Type="http://schemas.openxmlformats.org/officeDocument/2006/relationships/extended-properties" Target="/docProps/app.xml" Id="R2be53ee349594b67" /><Relationship Type="http://schemas.openxmlformats.org/officeDocument/2006/relationships/officeDocument" Target="/ppt/presentation.xml" Id="R6995d46cdaf94679" /></Relationships>
</file>

<file path=ppt/presentation.xml><?xml version="1.0" encoding="utf-8"?>
<p:presentation xmlns:p="http://schemas.openxmlformats.org/presentationml/2006/main">
  <p:sldMasterIdLst>
    <p:sldMasterId xmlns:r="http://schemas.openxmlformats.org/officeDocument/2006/relationships" id="2147483648" r:id="Raa70251d589549f8"/>
  </p:sldMasterIdLst>
  <p:notesMasterIdLst>
    <p:notesMasterId xmlns:r="http://schemas.openxmlformats.org/officeDocument/2006/relationships" r:id="R034161b6963b403a"/>
  </p:notesMasterIdLst>
  <p:sldIdLst>
    <p:sldId xmlns:r="http://schemas.openxmlformats.org/officeDocument/2006/relationships" id="256" r:id="R67f881125bbf4c55"/>
    <p:sldId xmlns:r="http://schemas.openxmlformats.org/officeDocument/2006/relationships" id="257" r:id="R0eb9f4a7ec6445ec"/>
    <p:sldId xmlns:r="http://schemas.openxmlformats.org/officeDocument/2006/relationships" id="258" r:id="R0cea93e33d0b4d98"/>
    <p:sldId xmlns:r="http://schemas.openxmlformats.org/officeDocument/2006/relationships" id="259" r:id="R3837ab461ffb4f8d"/>
    <p:sldId xmlns:r="http://schemas.openxmlformats.org/officeDocument/2006/relationships" id="260" r:id="Rc4cb0e962abd466c"/>
    <p:sldId xmlns:r="http://schemas.openxmlformats.org/officeDocument/2006/relationships" id="261" r:id="Rd779115650ea4841"/>
    <p:sldId xmlns:r="http://schemas.openxmlformats.org/officeDocument/2006/relationships" id="262" r:id="Re2c3563a02cb43dc"/>
    <p:sldId xmlns:r="http://schemas.openxmlformats.org/officeDocument/2006/relationships" id="263" r:id="R77299f7a7d834f73"/>
    <p:sldId xmlns:r="http://schemas.openxmlformats.org/officeDocument/2006/relationships" id="264" r:id="Rd3d65bb95bcc4ce5"/>
    <p:sldId xmlns:r="http://schemas.openxmlformats.org/officeDocument/2006/relationships" id="265" r:id="Rf506a2cf3cc9491a"/>
    <p:sldId xmlns:r="http://schemas.openxmlformats.org/officeDocument/2006/relationships" id="266" r:id="R549c0755897d4e1c"/>
    <p:sldId xmlns:r="http://schemas.openxmlformats.org/officeDocument/2006/relationships" id="267" r:id="R85ca0129a7034edb"/>
    <p:sldId xmlns:r="http://schemas.openxmlformats.org/officeDocument/2006/relationships" id="268" r:id="Ra28cb3bb9e8b432e"/>
    <p:sldId xmlns:r="http://schemas.openxmlformats.org/officeDocument/2006/relationships" id="269" r:id="R0dc327e98a8b475e"/>
    <p:sldId xmlns:r="http://schemas.openxmlformats.org/officeDocument/2006/relationships" id="270" r:id="Rb184938f4cbb4253"/>
    <p:sldId xmlns:r="http://schemas.openxmlformats.org/officeDocument/2006/relationships" id="271" r:id="R27ead2c98dda42b7"/>
    <p:sldId xmlns:r="http://schemas.openxmlformats.org/officeDocument/2006/relationships" id="272" r:id="Rae3d240b640943f7"/>
    <p:sldId xmlns:r="http://schemas.openxmlformats.org/officeDocument/2006/relationships" id="273" r:id="R13c6248dd65548e3"/>
    <p:sldId xmlns:r="http://schemas.openxmlformats.org/officeDocument/2006/relationships" id="274" r:id="R7b4b70e2d0f4415c"/>
    <p:sldId xmlns:r="http://schemas.openxmlformats.org/officeDocument/2006/relationships" id="275" r:id="R09b0a758703442ba"/>
    <p:sldId xmlns:r="http://schemas.openxmlformats.org/officeDocument/2006/relationships" id="276" r:id="Re197afc53a654e87"/>
    <p:sldId xmlns:r="http://schemas.openxmlformats.org/officeDocument/2006/relationships" id="277" r:id="R68cd52755cf5459f"/>
    <p:sldId xmlns:r="http://schemas.openxmlformats.org/officeDocument/2006/relationships" id="278" r:id="R44d3539ed6ff4e62"/>
    <p:sldId xmlns:r="http://schemas.openxmlformats.org/officeDocument/2006/relationships" id="279" r:id="R2399a4a68fe04ccf"/>
    <p:sldId xmlns:r="http://schemas.openxmlformats.org/officeDocument/2006/relationships" id="280" r:id="R544078682c9f44e0"/>
    <p:sldId xmlns:r="http://schemas.openxmlformats.org/officeDocument/2006/relationships" id="281" r:id="R471fd224c00e4820"/>
    <p:sldId xmlns:r="http://schemas.openxmlformats.org/officeDocument/2006/relationships" id="282" r:id="Raba8f46ecc424e59"/>
    <p:sldId xmlns:r="http://schemas.openxmlformats.org/officeDocument/2006/relationships" id="283" r:id="Raba28e60ace94b2a"/>
    <p:sldId xmlns:r="http://schemas.openxmlformats.org/officeDocument/2006/relationships" id="284" r:id="Rc690e5d1cd3c415d"/>
    <p:sldId xmlns:r="http://schemas.openxmlformats.org/officeDocument/2006/relationships" id="285" r:id="Rc01931d51b4a4601"/>
    <p:sldId xmlns:r="http://schemas.openxmlformats.org/officeDocument/2006/relationships" id="286" r:id="Rcbca059d7d8544a2"/>
    <p:sldId xmlns:r="http://schemas.openxmlformats.org/officeDocument/2006/relationships" id="287" r:id="Rd8bafa7040d941dc"/>
    <p:sldId xmlns:r="http://schemas.openxmlformats.org/officeDocument/2006/relationships" id="288" r:id="R5ebe9e5db66a44b5"/>
    <p:sldId xmlns:r="http://schemas.openxmlformats.org/officeDocument/2006/relationships" id="289" r:id="R161b1846d1dc43b9"/>
    <p:sldId xmlns:r="http://schemas.openxmlformats.org/officeDocument/2006/relationships" id="290" r:id="Rebc606483b1f4e3e"/>
    <p:sldId xmlns:r="http://schemas.openxmlformats.org/officeDocument/2006/relationships" id="291" r:id="R2a5f9b46af104d51"/>
    <p:sldId xmlns:r="http://schemas.openxmlformats.org/officeDocument/2006/relationships" id="292" r:id="R5dbca5c25c6d491e"/>
    <p:sldId xmlns:r="http://schemas.openxmlformats.org/officeDocument/2006/relationships" id="293" r:id="Ra96ed7a9617d4bce"/>
    <p:sldId xmlns:r="http://schemas.openxmlformats.org/officeDocument/2006/relationships" id="294" r:id="R44fb8ed943d74c6a"/>
    <p:sldId xmlns:r="http://schemas.openxmlformats.org/officeDocument/2006/relationships" id="295" r:id="R30044eeeaf114589"/>
    <p:sldId xmlns:r="http://schemas.openxmlformats.org/officeDocument/2006/relationships" id="296" r:id="R9cc8a9d3fa0a45ad"/>
    <p:sldId xmlns:r="http://schemas.openxmlformats.org/officeDocument/2006/relationships" id="297" r:id="Rb78264dd54c54f83"/>
    <p:sldId xmlns:r="http://schemas.openxmlformats.org/officeDocument/2006/relationships" id="298" r:id="Rb5978eafc3fc4e0d"/>
    <p:sldId xmlns:r="http://schemas.openxmlformats.org/officeDocument/2006/relationships" id="299" r:id="Re6ddbc1b4a4947c5"/>
    <p:sldId xmlns:r="http://schemas.openxmlformats.org/officeDocument/2006/relationships" id="300" r:id="R11326ca3d12e4a5e"/>
    <p:sldId xmlns:r="http://schemas.openxmlformats.org/officeDocument/2006/relationships" id="301" r:id="Rf541eef9551e4643"/>
    <p:sldId xmlns:r="http://schemas.openxmlformats.org/officeDocument/2006/relationships" id="302" r:id="R748a49c63fc34d76"/>
    <p:sldId xmlns:r="http://schemas.openxmlformats.org/officeDocument/2006/relationships" id="303" r:id="R85a170fe75024680"/>
    <p:sldId xmlns:r="http://schemas.openxmlformats.org/officeDocument/2006/relationships" id="304" r:id="Re1a9985ca85a4350"/>
    <p:sldId xmlns:r="http://schemas.openxmlformats.org/officeDocument/2006/relationships" id="305" r:id="Rd323da037c7a4364"/>
    <p:sldId xmlns:r="http://schemas.openxmlformats.org/officeDocument/2006/relationships" id="306" r:id="R80b1d63d2b604f50"/>
    <p:sldId xmlns:r="http://schemas.openxmlformats.org/officeDocument/2006/relationships" id="307" r:id="R42d5cbb8c53b4e0d"/>
    <p:sldId xmlns:r="http://schemas.openxmlformats.org/officeDocument/2006/relationships" id="308" r:id="Reaa2e53e1ca948d4"/>
    <p:sldId xmlns:r="http://schemas.openxmlformats.org/officeDocument/2006/relationships" id="309" r:id="R6e7ac13b98bc4a5e"/>
    <p:sldId xmlns:r="http://schemas.openxmlformats.org/officeDocument/2006/relationships" id="310" r:id="Rdafe87b875b64b26"/>
    <p:sldId xmlns:r="http://schemas.openxmlformats.org/officeDocument/2006/relationships" id="311" r:id="R38b68176eb4d4a4d"/>
    <p:sldId xmlns:r="http://schemas.openxmlformats.org/officeDocument/2006/relationships" id="312" r:id="Rbac74b343d484694"/>
    <p:sldId xmlns:r="http://schemas.openxmlformats.org/officeDocument/2006/relationships" id="313" r:id="Re70d134abc744058"/>
    <p:sldId xmlns:r="http://schemas.openxmlformats.org/officeDocument/2006/relationships" id="314" r:id="R703276b5b6034b77"/>
    <p:sldId xmlns:r="http://schemas.openxmlformats.org/officeDocument/2006/relationships" id="315" r:id="Rff5227a33cb34229"/>
    <p:sldId xmlns:r="http://schemas.openxmlformats.org/officeDocument/2006/relationships" id="316" r:id="R5e56e0e7d7b14c35"/>
    <p:sldId xmlns:r="http://schemas.openxmlformats.org/officeDocument/2006/relationships" id="317" r:id="R5cd6be02da034dc4"/>
    <p:sldId xmlns:r="http://schemas.openxmlformats.org/officeDocument/2006/relationships" id="318" r:id="Ra1a87140d31b4548"/>
    <p:sldId xmlns:r="http://schemas.openxmlformats.org/officeDocument/2006/relationships" id="319" r:id="R6b6c204964cf445f"/>
    <p:sldId xmlns:r="http://schemas.openxmlformats.org/officeDocument/2006/relationships" id="320" r:id="Rfbe812f0e56c482d"/>
    <p:sldId xmlns:r="http://schemas.openxmlformats.org/officeDocument/2006/relationships" id="321" r:id="Rf6abaa9a5cf64fd3"/>
    <p:sldId xmlns:r="http://schemas.openxmlformats.org/officeDocument/2006/relationships" id="322" r:id="R8ce7254709ef41b8"/>
    <p:sldId xmlns:r="http://schemas.openxmlformats.org/officeDocument/2006/relationships" id="323" r:id="Rbcac62227b424697"/>
    <p:sldId xmlns:r="http://schemas.openxmlformats.org/officeDocument/2006/relationships" id="324" r:id="R0cc3efff5ada4935"/>
    <p:sldId xmlns:r="http://schemas.openxmlformats.org/officeDocument/2006/relationships" id="325" r:id="R61f35606a6b9430c"/>
    <p:sldId xmlns:r="http://schemas.openxmlformats.org/officeDocument/2006/relationships" id="326" r:id="R77169a26ddc44377"/>
    <p:sldId xmlns:r="http://schemas.openxmlformats.org/officeDocument/2006/relationships" id="327" r:id="R4459af2a5b134f8e"/>
    <p:sldId xmlns:r="http://schemas.openxmlformats.org/officeDocument/2006/relationships" id="328" r:id="R161866f885054a59"/>
    <p:sldId xmlns:r="http://schemas.openxmlformats.org/officeDocument/2006/relationships" id="329" r:id="Rb23d50fe63874b1d"/>
    <p:sldId xmlns:r="http://schemas.openxmlformats.org/officeDocument/2006/relationships" id="330" r:id="Rf75d54781b324ae5"/>
    <p:sldId xmlns:r="http://schemas.openxmlformats.org/officeDocument/2006/relationships" id="331" r:id="R09df314e955c4e20"/>
    <p:sldId xmlns:r="http://schemas.openxmlformats.org/officeDocument/2006/relationships" id="332" r:id="R6d06fdf0632544a0"/>
    <p:sldId xmlns:r="http://schemas.openxmlformats.org/officeDocument/2006/relationships" id="333" r:id="R3336d34ba81d4c41"/>
    <p:sldId xmlns:r="http://schemas.openxmlformats.org/officeDocument/2006/relationships" id="334" r:id="R8895b91b7fbe4d35"/>
    <p:sldId xmlns:r="http://schemas.openxmlformats.org/officeDocument/2006/relationships" id="335" r:id="Re8642d55317e443e"/>
    <p:sldId xmlns:r="http://schemas.openxmlformats.org/officeDocument/2006/relationships" id="336" r:id="Rac13b0cffec6496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5553b6f228d4727" /><Relationship Type="http://schemas.openxmlformats.org/officeDocument/2006/relationships/slideMaster" Target="/ppt/slideMasters/slideMaster1.xml" Id="Raa70251d589549f8" /><Relationship Type="http://schemas.openxmlformats.org/officeDocument/2006/relationships/notesMaster" Target="/ppt/notesMasters/notesMaster1.xml" Id="R034161b6963b403a" /><Relationship Type="http://schemas.openxmlformats.org/officeDocument/2006/relationships/presProps" Target="/ppt/presProps.xml" Id="Ree82d04808054105" /><Relationship Type="http://schemas.openxmlformats.org/officeDocument/2006/relationships/tableStyles" Target="/ppt/tableStyles.xml" Id="R376d057b39674513" /><Relationship Type="http://schemas.openxmlformats.org/officeDocument/2006/relationships/slide" Target="/ppt/slides/slide1.xml" Id="R67f881125bbf4c55" /><Relationship Type="http://schemas.openxmlformats.org/officeDocument/2006/relationships/slide" Target="/ppt/slides/slide2.xml" Id="R0eb9f4a7ec6445ec" /><Relationship Type="http://schemas.openxmlformats.org/officeDocument/2006/relationships/slide" Target="/ppt/slides/slide3.xml" Id="R0cea93e33d0b4d98" /><Relationship Type="http://schemas.openxmlformats.org/officeDocument/2006/relationships/slide" Target="/ppt/slides/slide4.xml" Id="R3837ab461ffb4f8d" /><Relationship Type="http://schemas.openxmlformats.org/officeDocument/2006/relationships/slide" Target="/ppt/slides/slide5.xml" Id="Rc4cb0e962abd466c" /><Relationship Type="http://schemas.openxmlformats.org/officeDocument/2006/relationships/slide" Target="/ppt/slides/slide6.xml" Id="Rd779115650ea4841" /><Relationship Type="http://schemas.openxmlformats.org/officeDocument/2006/relationships/slide" Target="/ppt/slides/slide7.xml" Id="Re2c3563a02cb43dc" /><Relationship Type="http://schemas.openxmlformats.org/officeDocument/2006/relationships/slide" Target="/ppt/slides/slide8.xml" Id="R77299f7a7d834f73" /><Relationship Type="http://schemas.openxmlformats.org/officeDocument/2006/relationships/slide" Target="/ppt/slides/slide9.xml" Id="Rd3d65bb95bcc4ce5" /><Relationship Type="http://schemas.openxmlformats.org/officeDocument/2006/relationships/slide" Target="/ppt/slides/slide10.xml" Id="Rf506a2cf3cc9491a" /><Relationship Type="http://schemas.openxmlformats.org/officeDocument/2006/relationships/slide" Target="/ppt/slides/slide11.xml" Id="R549c0755897d4e1c" /><Relationship Type="http://schemas.openxmlformats.org/officeDocument/2006/relationships/slide" Target="/ppt/slides/slide12.xml" Id="R85ca0129a7034edb" /><Relationship Type="http://schemas.openxmlformats.org/officeDocument/2006/relationships/slide" Target="/ppt/slides/slide13.xml" Id="Ra28cb3bb9e8b432e" /><Relationship Type="http://schemas.openxmlformats.org/officeDocument/2006/relationships/slide" Target="/ppt/slides/slide14.xml" Id="R0dc327e98a8b475e" /><Relationship Type="http://schemas.openxmlformats.org/officeDocument/2006/relationships/slide" Target="/ppt/slides/slide15.xml" Id="Rb184938f4cbb4253" /><Relationship Type="http://schemas.openxmlformats.org/officeDocument/2006/relationships/slide" Target="/ppt/slides/slide16.xml" Id="R27ead2c98dda42b7" /><Relationship Type="http://schemas.openxmlformats.org/officeDocument/2006/relationships/slide" Target="/ppt/slides/slide17.xml" Id="Rae3d240b640943f7" /><Relationship Type="http://schemas.openxmlformats.org/officeDocument/2006/relationships/slide" Target="/ppt/slides/slide18.xml" Id="R13c6248dd65548e3" /><Relationship Type="http://schemas.openxmlformats.org/officeDocument/2006/relationships/slide" Target="/ppt/slides/slide19.xml" Id="R7b4b70e2d0f4415c" /><Relationship Type="http://schemas.openxmlformats.org/officeDocument/2006/relationships/slide" Target="/ppt/slides/slide20.xml" Id="R09b0a758703442ba" /><Relationship Type="http://schemas.openxmlformats.org/officeDocument/2006/relationships/slide" Target="/ppt/slides/slide21.xml" Id="Re197afc53a654e87" /><Relationship Type="http://schemas.openxmlformats.org/officeDocument/2006/relationships/slide" Target="/ppt/slides/slide22.xml" Id="R68cd52755cf5459f" /><Relationship Type="http://schemas.openxmlformats.org/officeDocument/2006/relationships/slide" Target="/ppt/slides/slide23.xml" Id="R44d3539ed6ff4e62" /><Relationship Type="http://schemas.openxmlformats.org/officeDocument/2006/relationships/slide" Target="/ppt/slides/slide24.xml" Id="R2399a4a68fe04ccf" /><Relationship Type="http://schemas.openxmlformats.org/officeDocument/2006/relationships/slide" Target="/ppt/slides/slide25.xml" Id="R544078682c9f44e0" /><Relationship Type="http://schemas.openxmlformats.org/officeDocument/2006/relationships/slide" Target="/ppt/slides/slide26.xml" Id="R471fd224c00e4820" /><Relationship Type="http://schemas.openxmlformats.org/officeDocument/2006/relationships/slide" Target="/ppt/slides/slide27.xml" Id="Raba8f46ecc424e59" /><Relationship Type="http://schemas.openxmlformats.org/officeDocument/2006/relationships/slide" Target="/ppt/slides/slide28.xml" Id="Raba28e60ace94b2a" /><Relationship Type="http://schemas.openxmlformats.org/officeDocument/2006/relationships/slide" Target="/ppt/slides/slide29.xml" Id="Rc690e5d1cd3c415d" /><Relationship Type="http://schemas.openxmlformats.org/officeDocument/2006/relationships/slide" Target="/ppt/slides/slide30.xml" Id="Rc01931d51b4a4601" /><Relationship Type="http://schemas.openxmlformats.org/officeDocument/2006/relationships/slide" Target="/ppt/slides/slide31.xml" Id="Rcbca059d7d8544a2" /><Relationship Type="http://schemas.openxmlformats.org/officeDocument/2006/relationships/slide" Target="/ppt/slides/slide32.xml" Id="Rd8bafa7040d941dc" /><Relationship Type="http://schemas.openxmlformats.org/officeDocument/2006/relationships/slide" Target="/ppt/slides/slide33.xml" Id="R5ebe9e5db66a44b5" /><Relationship Type="http://schemas.openxmlformats.org/officeDocument/2006/relationships/slide" Target="/ppt/slides/slide34.xml" Id="R161b1846d1dc43b9" /><Relationship Type="http://schemas.openxmlformats.org/officeDocument/2006/relationships/slide" Target="/ppt/slides/slide35.xml" Id="Rebc606483b1f4e3e" /><Relationship Type="http://schemas.openxmlformats.org/officeDocument/2006/relationships/slide" Target="/ppt/slides/slide36.xml" Id="R2a5f9b46af104d51" /><Relationship Type="http://schemas.openxmlformats.org/officeDocument/2006/relationships/slide" Target="/ppt/slides/slide37.xml" Id="R5dbca5c25c6d491e" /><Relationship Type="http://schemas.openxmlformats.org/officeDocument/2006/relationships/slide" Target="/ppt/slides/slide38.xml" Id="Ra96ed7a9617d4bce" /><Relationship Type="http://schemas.openxmlformats.org/officeDocument/2006/relationships/slide" Target="/ppt/slides/slide39.xml" Id="R44fb8ed943d74c6a" /><Relationship Type="http://schemas.openxmlformats.org/officeDocument/2006/relationships/slide" Target="/ppt/slides/slide40.xml" Id="R30044eeeaf114589" /><Relationship Type="http://schemas.openxmlformats.org/officeDocument/2006/relationships/slide" Target="/ppt/slides/slide41.xml" Id="R9cc8a9d3fa0a45ad" /><Relationship Type="http://schemas.openxmlformats.org/officeDocument/2006/relationships/slide" Target="/ppt/slides/slide42.xml" Id="Rb78264dd54c54f83" /><Relationship Type="http://schemas.openxmlformats.org/officeDocument/2006/relationships/slide" Target="/ppt/slides/slide43.xml" Id="Rb5978eafc3fc4e0d" /><Relationship Type="http://schemas.openxmlformats.org/officeDocument/2006/relationships/slide" Target="/ppt/slides/slide44.xml" Id="Re6ddbc1b4a4947c5" /><Relationship Type="http://schemas.openxmlformats.org/officeDocument/2006/relationships/slide" Target="/ppt/slides/slide45.xml" Id="R11326ca3d12e4a5e" /><Relationship Type="http://schemas.openxmlformats.org/officeDocument/2006/relationships/slide" Target="/ppt/slides/slide46.xml" Id="Rf541eef9551e4643" /><Relationship Type="http://schemas.openxmlformats.org/officeDocument/2006/relationships/slide" Target="/ppt/slides/slide47.xml" Id="R748a49c63fc34d76" /><Relationship Type="http://schemas.openxmlformats.org/officeDocument/2006/relationships/slide" Target="/ppt/slides/slide48.xml" Id="R85a170fe75024680" /><Relationship Type="http://schemas.openxmlformats.org/officeDocument/2006/relationships/slide" Target="/ppt/slides/slide49.xml" Id="Re1a9985ca85a4350" /><Relationship Type="http://schemas.openxmlformats.org/officeDocument/2006/relationships/slide" Target="/ppt/slides/slide50.xml" Id="Rd323da037c7a4364" /><Relationship Type="http://schemas.openxmlformats.org/officeDocument/2006/relationships/slide" Target="/ppt/slides/slide51.xml" Id="R80b1d63d2b604f50" /><Relationship Type="http://schemas.openxmlformats.org/officeDocument/2006/relationships/slide" Target="/ppt/slides/slide52.xml" Id="R42d5cbb8c53b4e0d" /><Relationship Type="http://schemas.openxmlformats.org/officeDocument/2006/relationships/slide" Target="/ppt/slides/slide53.xml" Id="Reaa2e53e1ca948d4" /><Relationship Type="http://schemas.openxmlformats.org/officeDocument/2006/relationships/slide" Target="/ppt/slides/slide54.xml" Id="R6e7ac13b98bc4a5e" /><Relationship Type="http://schemas.openxmlformats.org/officeDocument/2006/relationships/slide" Target="/ppt/slides/slide55.xml" Id="Rdafe87b875b64b26" /><Relationship Type="http://schemas.openxmlformats.org/officeDocument/2006/relationships/slide" Target="/ppt/slides/slide56.xml" Id="R38b68176eb4d4a4d" /><Relationship Type="http://schemas.openxmlformats.org/officeDocument/2006/relationships/slide" Target="/ppt/slides/slide57.xml" Id="Rbac74b343d484694" /><Relationship Type="http://schemas.openxmlformats.org/officeDocument/2006/relationships/slide" Target="/ppt/slides/slide58.xml" Id="Re70d134abc744058" /><Relationship Type="http://schemas.openxmlformats.org/officeDocument/2006/relationships/slide" Target="/ppt/slides/slide59.xml" Id="R703276b5b6034b77" /><Relationship Type="http://schemas.openxmlformats.org/officeDocument/2006/relationships/slide" Target="/ppt/slides/slide60.xml" Id="Rff5227a33cb34229" /><Relationship Type="http://schemas.openxmlformats.org/officeDocument/2006/relationships/slide" Target="/ppt/slides/slide61.xml" Id="R5e56e0e7d7b14c35" /><Relationship Type="http://schemas.openxmlformats.org/officeDocument/2006/relationships/slide" Target="/ppt/slides/slide62.xml" Id="R5cd6be02da034dc4" /><Relationship Type="http://schemas.openxmlformats.org/officeDocument/2006/relationships/slide" Target="/ppt/slides/slide63.xml" Id="Ra1a87140d31b4548" /><Relationship Type="http://schemas.openxmlformats.org/officeDocument/2006/relationships/slide" Target="/ppt/slides/slide64.xml" Id="R6b6c204964cf445f" /><Relationship Type="http://schemas.openxmlformats.org/officeDocument/2006/relationships/slide" Target="/ppt/slides/slide65.xml" Id="Rfbe812f0e56c482d" /><Relationship Type="http://schemas.openxmlformats.org/officeDocument/2006/relationships/slide" Target="/ppt/slides/slide66.xml" Id="Rf6abaa9a5cf64fd3" /><Relationship Type="http://schemas.openxmlformats.org/officeDocument/2006/relationships/slide" Target="/ppt/slides/slide67.xml" Id="R8ce7254709ef41b8" /><Relationship Type="http://schemas.openxmlformats.org/officeDocument/2006/relationships/slide" Target="/ppt/slides/slide68.xml" Id="Rbcac62227b424697" /><Relationship Type="http://schemas.openxmlformats.org/officeDocument/2006/relationships/slide" Target="/ppt/slides/slide69.xml" Id="R0cc3efff5ada4935" /><Relationship Type="http://schemas.openxmlformats.org/officeDocument/2006/relationships/slide" Target="/ppt/slides/slide70.xml" Id="R61f35606a6b9430c" /><Relationship Type="http://schemas.openxmlformats.org/officeDocument/2006/relationships/slide" Target="/ppt/slides/slide71.xml" Id="R77169a26ddc44377" /><Relationship Type="http://schemas.openxmlformats.org/officeDocument/2006/relationships/slide" Target="/ppt/slides/slide72.xml" Id="R4459af2a5b134f8e" /><Relationship Type="http://schemas.openxmlformats.org/officeDocument/2006/relationships/slide" Target="/ppt/slides/slide73.xml" Id="R161866f885054a59" /><Relationship Type="http://schemas.openxmlformats.org/officeDocument/2006/relationships/slide" Target="/ppt/slides/slide74.xml" Id="Rb23d50fe63874b1d" /><Relationship Type="http://schemas.openxmlformats.org/officeDocument/2006/relationships/slide" Target="/ppt/slides/slide75.xml" Id="Rf75d54781b324ae5" /><Relationship Type="http://schemas.openxmlformats.org/officeDocument/2006/relationships/slide" Target="/ppt/slides/slide76.xml" Id="R09df314e955c4e20" /><Relationship Type="http://schemas.openxmlformats.org/officeDocument/2006/relationships/slide" Target="/ppt/slides/slide77.xml" Id="R6d06fdf0632544a0" /><Relationship Type="http://schemas.openxmlformats.org/officeDocument/2006/relationships/slide" Target="/ppt/slides/slide78.xml" Id="R3336d34ba81d4c41" /><Relationship Type="http://schemas.openxmlformats.org/officeDocument/2006/relationships/slide" Target="/ppt/slides/slide79.xml" Id="R8895b91b7fbe4d35" /><Relationship Type="http://schemas.openxmlformats.org/officeDocument/2006/relationships/slide" Target="/ppt/slides/slide80.xml" Id="Re8642d55317e443e" /><Relationship Type="http://schemas.openxmlformats.org/officeDocument/2006/relationships/slide" Target="/ppt/slides/slide81.xml" Id="Rac13b0cffec6496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6dce2a7385644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68678995b034b1a" /><Relationship Type="http://schemas.openxmlformats.org/officeDocument/2006/relationships/notesMaster" Target="/ppt/notesMasters/notesMaster1.xml" Id="R653f08ba5dac449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f883120c384a3b" /><Relationship Type="http://schemas.openxmlformats.org/officeDocument/2006/relationships/notesMaster" Target="/ppt/notesMasters/notesMaster1.xml" Id="Ra7f69ac9c18a4d3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574799af174a0e" /><Relationship Type="http://schemas.openxmlformats.org/officeDocument/2006/relationships/notesMaster" Target="/ppt/notesMasters/notesMaster1.xml" Id="R7f907e8bc15547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04d5a12f8946df" /><Relationship Type="http://schemas.openxmlformats.org/officeDocument/2006/relationships/notesMaster" Target="/ppt/notesMasters/notesMaster1.xml" Id="Re2b015df066d40d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4b7d1f12ca4e0a" /><Relationship Type="http://schemas.openxmlformats.org/officeDocument/2006/relationships/notesMaster" Target="/ppt/notesMasters/notesMaster1.xml" Id="R9eace05fb7954a2d" /></Relationships>
</file>

<file path=ppt/notesSlides/_rels/notesSlide6.xml.rels>&#65279;<?xml version="1.0" encoding="utf-8"?><Relationships xmlns="http://schemas.openxmlformats.org/package/2006/relationships"><Relationship Type="http://schemas.openxmlformats.org/officeDocument/2006/relationships/slide" Target="/ppt/slides/slide6.xml" Id="R5b64dff1760046a0" /><Relationship Type="http://schemas.openxmlformats.org/officeDocument/2006/relationships/notesMaster" Target="/ppt/notesMasters/notesMaster1.xml" Id="R5dfbd1d1d86a456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ded6566870c429c" /><Relationship Type="http://schemas.openxmlformats.org/officeDocument/2006/relationships/notesMaster" Target="/ppt/notesMasters/notesMaster1.xml" Id="R7b4e2fefdc8c44a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81478122d543ce" /><Relationship Type="http://schemas.openxmlformats.org/officeDocument/2006/relationships/notesMaster" Target="/ppt/notesMasters/notesMaster1.xml" Id="Raa3d1efda8814d37"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aeae3a4c744cc5" /><Relationship Type="http://schemas.openxmlformats.org/officeDocument/2006/relationships/notesMaster" Target="/ppt/notesMasters/notesMaster1.xml" Id="Rbd88a0f7372a4a8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9383b0a0c394f00" /><Relationship Type="http://schemas.openxmlformats.org/officeDocument/2006/relationships/notesMaster" Target="/ppt/notesMasters/notesMaster1.xml" Id="R533a997df4bc437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fe55a77c1274d57" /><Relationship Type="http://schemas.openxmlformats.org/officeDocument/2006/relationships/notesMaster" Target="/ppt/notesMasters/notesMaster1.xml" Id="Rda6143a4d46544b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f612992d6947a6" /><Relationship Type="http://schemas.openxmlformats.org/officeDocument/2006/relationships/notesMaster" Target="/ppt/notesMasters/notesMaster1.xml" Id="R8f409603a9924e4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339a7a114834b9b" /><Relationship Type="http://schemas.openxmlformats.org/officeDocument/2006/relationships/notesMaster" Target="/ppt/notesMasters/notesMaster1.xml" Id="Rd27ed08efee74b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b6d588f632e41d9" /><Relationship Type="http://schemas.openxmlformats.org/officeDocument/2006/relationships/notesMaster" Target="/ppt/notesMasters/notesMaster1.xml" Id="R1c5f884770d24fb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985c845771c406a" /><Relationship Type="http://schemas.openxmlformats.org/officeDocument/2006/relationships/notesMaster" Target="/ppt/notesMasters/notesMaster1.xml" Id="R7024bed3cb9744d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b88d79c34114394" /><Relationship Type="http://schemas.openxmlformats.org/officeDocument/2006/relationships/notesMaster" Target="/ppt/notesMasters/notesMaster1.xml" Id="Rc123bd7224fb449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5e18ad495b2407d" /><Relationship Type="http://schemas.openxmlformats.org/officeDocument/2006/relationships/notesMaster" Target="/ppt/notesMasters/notesMaster1.xml" Id="R74f7185c6f8c41e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4ded5b8791e4613" /><Relationship Type="http://schemas.openxmlformats.org/officeDocument/2006/relationships/notesMaster" Target="/ppt/notesMasters/notesMaster1.xml" Id="R144fceb379584b8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5e783d4867f49e1" /><Relationship Type="http://schemas.openxmlformats.org/officeDocument/2006/relationships/notesMaster" Target="/ppt/notesMasters/notesMaster1.xml" Id="R5ac9d777036f403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34ed8050ac54ab6" /><Relationship Type="http://schemas.openxmlformats.org/officeDocument/2006/relationships/notesMaster" Target="/ppt/notesMasters/notesMaster1.xml" Id="Rdda6c1a7e4894c5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cb05d303a8b487d" /><Relationship Type="http://schemas.openxmlformats.org/officeDocument/2006/relationships/notesMaster" Target="/ppt/notesMasters/notesMaster1.xml" Id="R1ba9ac51de384c1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e7195b565774eda" /><Relationship Type="http://schemas.openxmlformats.org/officeDocument/2006/relationships/notesMaster" Target="/ppt/notesMasters/notesMaster1.xml" Id="R9644ba13ba084d5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9a5c7015b344f7a" /><Relationship Type="http://schemas.openxmlformats.org/officeDocument/2006/relationships/notesMaster" Target="/ppt/notesMasters/notesMaster1.xml" Id="R938040ab75e042f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6189a6e08644dce" /><Relationship Type="http://schemas.openxmlformats.org/officeDocument/2006/relationships/notesMaster" Target="/ppt/notesMasters/notesMaster1.xml" Id="Rf9de8d8304684b5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43ef47e262c4afe" /><Relationship Type="http://schemas.openxmlformats.org/officeDocument/2006/relationships/notesMaster" Target="/ppt/notesMasters/notesMaster1.xml" Id="R0b24c9c832374d0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0aad3360e914e8d" /><Relationship Type="http://schemas.openxmlformats.org/officeDocument/2006/relationships/notesMaster" Target="/ppt/notesMasters/notesMaster1.xml" Id="R4d5038866dc5433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5f985f3d6ff43e5" /><Relationship Type="http://schemas.openxmlformats.org/officeDocument/2006/relationships/notesMaster" Target="/ppt/notesMasters/notesMaster1.xml" Id="R0db1a896be67406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b5dd9ab49fd4c1c" /><Relationship Type="http://schemas.openxmlformats.org/officeDocument/2006/relationships/notesMaster" Target="/ppt/notesMasters/notesMaster1.xml" Id="Re28d721cc23946d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8e700a26e0449d7" /><Relationship Type="http://schemas.openxmlformats.org/officeDocument/2006/relationships/notesMaster" Target="/ppt/notesMasters/notesMaster1.xml" Id="R2eba7b59d57540a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97ff7cadc114d24" /><Relationship Type="http://schemas.openxmlformats.org/officeDocument/2006/relationships/notesMaster" Target="/ppt/notesMasters/notesMaster1.xml" Id="R17ec6ec85292472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8f5f00cd46d4343" /><Relationship Type="http://schemas.openxmlformats.org/officeDocument/2006/relationships/notesMaster" Target="/ppt/notesMasters/notesMaster1.xml" Id="R637401a73d3a44b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e5344aff64944c1" /><Relationship Type="http://schemas.openxmlformats.org/officeDocument/2006/relationships/notesMaster" Target="/ppt/notesMasters/notesMaster1.xml" Id="Rc8e0352465244fe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c4a917fd79e4697" /><Relationship Type="http://schemas.openxmlformats.org/officeDocument/2006/relationships/notesMaster" Target="/ppt/notesMasters/notesMaster1.xml" Id="Rfc6b5561d998463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a2aa3d5241145ea" /><Relationship Type="http://schemas.openxmlformats.org/officeDocument/2006/relationships/notesMaster" Target="/ppt/notesMasters/notesMaster1.xml" Id="R485bb0ee04af416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462456779704d4d" /><Relationship Type="http://schemas.openxmlformats.org/officeDocument/2006/relationships/notesMaster" Target="/ppt/notesMasters/notesMaster1.xml" Id="Rb17ac2b77faa45a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da9cb9e20cc4df7" /><Relationship Type="http://schemas.openxmlformats.org/officeDocument/2006/relationships/notesMaster" Target="/ppt/notesMasters/notesMaster1.xml" Id="Rccdc629d2a2f41d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a334da310634b35" /><Relationship Type="http://schemas.openxmlformats.org/officeDocument/2006/relationships/notesMaster" Target="/ppt/notesMasters/notesMaster1.xml" Id="Rb61a866dc7a2449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c34485046e044d0" /><Relationship Type="http://schemas.openxmlformats.org/officeDocument/2006/relationships/notesMaster" Target="/ppt/notesMasters/notesMaster1.xml" Id="R17803cca31b94e7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b0ed7b5a81c4dc8" /><Relationship Type="http://schemas.openxmlformats.org/officeDocument/2006/relationships/notesMaster" Target="/ppt/notesMasters/notesMaster1.xml" Id="Rc44a40ac2619409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91ed7b3226f4445" /><Relationship Type="http://schemas.openxmlformats.org/officeDocument/2006/relationships/notesMaster" Target="/ppt/notesMasters/notesMaster1.xml" Id="R3e5ffaad286044c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9dfbaf3a786444b" /><Relationship Type="http://schemas.openxmlformats.org/officeDocument/2006/relationships/notesMaster" Target="/ppt/notesMasters/notesMaster1.xml" Id="R6e7d12295a3f436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6fa3c59c01345b4" /><Relationship Type="http://schemas.openxmlformats.org/officeDocument/2006/relationships/notesMaster" Target="/ppt/notesMasters/notesMaster1.xml" Id="R76c1deb8ccd9443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273182cb3f344b5" /><Relationship Type="http://schemas.openxmlformats.org/officeDocument/2006/relationships/notesMaster" Target="/ppt/notesMasters/notesMaster1.xml" Id="Rf0bf5bafd93c49e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288cee9aefb4760" /><Relationship Type="http://schemas.openxmlformats.org/officeDocument/2006/relationships/notesMaster" Target="/ppt/notesMasters/notesMaster1.xml" Id="R7d17263ab500414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266bc3383fe4303" /><Relationship Type="http://schemas.openxmlformats.org/officeDocument/2006/relationships/notesMaster" Target="/ppt/notesMasters/notesMaster1.xml" Id="R88fa5c7051e14c0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3cd9f5a05454734" /><Relationship Type="http://schemas.openxmlformats.org/officeDocument/2006/relationships/notesMaster" Target="/ppt/notesMasters/notesMaster1.xml" Id="R8222c72164a044a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0a29f61a06b4aee" /><Relationship Type="http://schemas.openxmlformats.org/officeDocument/2006/relationships/notesMaster" Target="/ppt/notesMasters/notesMaster1.xml" Id="R1338edb0214044a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58002781bcc419e" /><Relationship Type="http://schemas.openxmlformats.org/officeDocument/2006/relationships/notesMaster" Target="/ppt/notesMasters/notesMaster1.xml" Id="R737187fe4b3545d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27469c66d144b1a" /><Relationship Type="http://schemas.openxmlformats.org/officeDocument/2006/relationships/notesMaster" Target="/ppt/notesMasters/notesMaster1.xml" Id="R82866da3995f499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6f5308d39904c7c" /><Relationship Type="http://schemas.openxmlformats.org/officeDocument/2006/relationships/notesMaster" Target="/ppt/notesMasters/notesMaster1.xml" Id="R289b4765f0fc42d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52e59a38c78492f" /><Relationship Type="http://schemas.openxmlformats.org/officeDocument/2006/relationships/notesMaster" Target="/ppt/notesMasters/notesMaster1.xml" Id="R1a2d36ca9bed488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5616156ac5b4006" /><Relationship Type="http://schemas.openxmlformats.org/officeDocument/2006/relationships/notesMaster" Target="/ppt/notesMasters/notesMaster1.xml" Id="Rd353cd8241cd454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627f5874a2f4d4e" /><Relationship Type="http://schemas.openxmlformats.org/officeDocument/2006/relationships/notesMaster" Target="/ppt/notesMasters/notesMaster1.xml" Id="R325ca14e21ca4b4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3cc251e49e948ab" /><Relationship Type="http://schemas.openxmlformats.org/officeDocument/2006/relationships/notesMaster" Target="/ppt/notesMasters/notesMaster1.xml" Id="R515d01d8e74f4a4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07b3f47efeb4acf" /><Relationship Type="http://schemas.openxmlformats.org/officeDocument/2006/relationships/notesMaster" Target="/ppt/notesMasters/notesMaster1.xml" Id="R460022fa161b418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8e83ede019248c1" /><Relationship Type="http://schemas.openxmlformats.org/officeDocument/2006/relationships/notesMaster" Target="/ppt/notesMasters/notesMaster1.xml" Id="Rd146c31c9893487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903f1d05a2f4bb7" /><Relationship Type="http://schemas.openxmlformats.org/officeDocument/2006/relationships/notesMaster" Target="/ppt/notesMasters/notesMaster1.xml" Id="Rafd5cd0d38404bd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54586beeda146b2" /><Relationship Type="http://schemas.openxmlformats.org/officeDocument/2006/relationships/notesMaster" Target="/ppt/notesMasters/notesMaster1.xml" Id="Rdd2eca46075f457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c667df6c9834c49" /><Relationship Type="http://schemas.openxmlformats.org/officeDocument/2006/relationships/notesMaster" Target="/ppt/notesMasters/notesMaster1.xml" Id="Rae20c05bcdb449f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e7d572ee1af4692" /><Relationship Type="http://schemas.openxmlformats.org/officeDocument/2006/relationships/notesMaster" Target="/ppt/notesMasters/notesMaster1.xml" Id="Rdc6afb76bc2848f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8883c0897654934" /><Relationship Type="http://schemas.openxmlformats.org/officeDocument/2006/relationships/notesMaster" Target="/ppt/notesMasters/notesMaster1.xml" Id="R8c635b2c537a4bd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47ff8d9690049f8" /><Relationship Type="http://schemas.openxmlformats.org/officeDocument/2006/relationships/notesMaster" Target="/ppt/notesMasters/notesMaster1.xml" Id="R2a5e17a3a93e4f1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36d014c14a9a4694" /><Relationship Type="http://schemas.openxmlformats.org/officeDocument/2006/relationships/notesMaster" Target="/ppt/notesMasters/notesMaster1.xml" Id="R0b3eccc69111476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ab99151966c4df1" /><Relationship Type="http://schemas.openxmlformats.org/officeDocument/2006/relationships/notesMaster" Target="/ppt/notesMasters/notesMaster1.xml" Id="R8bee4be419a84a3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64434e8eed540c4" /><Relationship Type="http://schemas.openxmlformats.org/officeDocument/2006/relationships/notesMaster" Target="/ppt/notesMasters/notesMaster1.xml" Id="Rcc29792edbc8402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c9e285db57e4875" /><Relationship Type="http://schemas.openxmlformats.org/officeDocument/2006/relationships/notesMaster" Target="/ppt/notesMasters/notesMaster1.xml" Id="R3fe7fdbf1e1e430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42859a3b06424f2e" /><Relationship Type="http://schemas.openxmlformats.org/officeDocument/2006/relationships/notesMaster" Target="/ppt/notesMasters/notesMaster1.xml" Id="R2760ac9c078c47c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347b2f6ebc84add" /><Relationship Type="http://schemas.openxmlformats.org/officeDocument/2006/relationships/notesMaster" Target="/ppt/notesMasters/notesMaster1.xml" Id="Rd9d9131837b341c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ecd8aa66ab64101" /><Relationship Type="http://schemas.openxmlformats.org/officeDocument/2006/relationships/notesMaster" Target="/ppt/notesMasters/notesMaster1.xml" Id="R2d2036b1456d406a"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5936552d7bf4680" /><Relationship Type="http://schemas.openxmlformats.org/officeDocument/2006/relationships/notesMaster" Target="/ppt/notesMasters/notesMaster1.xml" Id="R8b88d43725b64a2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3185f0afc0f45de" /><Relationship Type="http://schemas.openxmlformats.org/officeDocument/2006/relationships/notesMaster" Target="/ppt/notesMasters/notesMaster1.xml" Id="R668643721ad64ae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eafd1e4638e4038" /><Relationship Type="http://schemas.openxmlformats.org/officeDocument/2006/relationships/notesMaster" Target="/ppt/notesMasters/notesMaster1.xml" Id="R0928d18d86284de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b8ae8f729c54fd5" /><Relationship Type="http://schemas.openxmlformats.org/officeDocument/2006/relationships/notesMaster" Target="/ppt/notesMasters/notesMaster1.xml" Id="R54250a0846dc441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a79f67c1844492f" /><Relationship Type="http://schemas.openxmlformats.org/officeDocument/2006/relationships/notesMaster" Target="/ppt/notesMasters/notesMaster1.xml" Id="R5f0b0a7b5bf047b1"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bd544185281458c" /><Relationship Type="http://schemas.openxmlformats.org/officeDocument/2006/relationships/notesMaster" Target="/ppt/notesMasters/notesMaster1.xml" Id="Rfbb48eb724304235"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f0595a849f447f6" /><Relationship Type="http://schemas.openxmlformats.org/officeDocument/2006/relationships/notesMaster" Target="/ppt/notesMasters/notesMaster1.xml" Id="Re8312f474e05495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b4ac18ffe2542f0" /><Relationship Type="http://schemas.openxmlformats.org/officeDocument/2006/relationships/notesMaster" Target="/ppt/notesMasters/notesMaster1.xml" Id="Rf0696e8d1183408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dccc76a734c4da8" /><Relationship Type="http://schemas.openxmlformats.org/officeDocument/2006/relationships/notesMaster" Target="/ppt/notesMasters/notesMaster1.xml" Id="R7074a299a3e5454b"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31b6533c5bc4c34" /><Relationship Type="http://schemas.openxmlformats.org/officeDocument/2006/relationships/notesMaster" Target="/ppt/notesMasters/notesMaster1.xml" Id="R8f50c42c8aed4544"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9eed45a144749e0" /><Relationship Type="http://schemas.openxmlformats.org/officeDocument/2006/relationships/notesMaster" Target="/ppt/notesMasters/notesMaster1.xml" Id="R113b0ce7941d4c18"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9376958a5324f93" /><Relationship Type="http://schemas.openxmlformats.org/officeDocument/2006/relationships/notesMaster" Target="/ppt/notesMasters/notesMaster1.xml" Id="Rea30651b1906410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S09의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S10의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질문한다. 남은 결정을 더 구체적으로 보기 위해 앞서 조사한 crop 사례로 좁히겠다고 S12을 예고한다. 실제 제품 실패 사례나 관찰 결과로 말하지 않는다.</a:t>
            </a:r>
          </a:p>
          <a:p xmlns:a="http://schemas.openxmlformats.org/drawingml/2006/main">
            <a:r>
              <a:t/>
            </a:r>
          </a:p>
          <a:p xmlns:a="http://schemas.openxmlformats.org/drawingml/2006/main">
            <a:r>
              <a:t>화면 진행: 이 장은 빈 조건을 발견하는 데 쓴다. 오른쪽 세 질문을 하나씩 짚으며 답은 채우지 않는다. 다음 장의 테스트/구현 두 해석을 여기서 미리 비교하지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“남은 결정을 더 분명히 보기 위해, 앞서 조사한 crop 사례로 좁혀 보겠습니다.”라고 S12의 교육용 요청 예시로 이동한다.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S11 또는 `production/preview/act1/S11.png` 사용. 응답이 없어도 7분 후 S12로 이동한다.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요청에는 어떤 결정이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앞서 조사한 crop으로 사례를 좁힌다고 알린 뒤 “crop test 고쳐줘”를 읽는다. 이는 교육용 구성 요청이며 실제 Trial Prompt가 아님을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남은 결정들을 짚고, 다음 장에서는 이를 개발자가 답할 질문으로 바꿔 보겠다고 S13로 넘긴다. 특정 답은 제시하지 않는다.</a:t>
            </a:r>
          </a:p>
          <a:p xmlns:a="http://schemas.openxmlformats.org/drawingml/2006/main">
            <a:r>
              <a:t/>
            </a:r>
          </a:p>
          <a:p xmlns:a="http://schemas.openxmlformats.org/drawingml/2006/main">
            <a:r>
              <a:t>화면 진행: 이 장은 같은 요청의 두 해석에 집중한다. 왼쪽 테스트 변경과 오른쪽 구현 변경을 비교한 뒤, 아래 미정 정보를 짚는다. S11의 세 질문을 다시 강의하지 않는다.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“Agent에게 남아 있던 결정을 개발자가 답할 질문으로 바꿔 보겠습니다.”라고 S13로 간다.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S12 또는 `production/preview/act1/S12.png`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개발자가 정해야 하는 경계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S12에서 남은 결정을 개발자의 질문으로 읽는다.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개발자가 판단할 다섯 질문을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S14의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S13 또는 `production/preview/act1/S13.png`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Task Specification의 다섯 책임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S15로 간다.</a:t>
            </a:r>
          </a:p>
          <a:p xmlns:a="http://schemas.openxmlformats.org/drawingml/2006/main">
            <a:r>
              <a:t/>
            </a:r>
          </a:p>
          <a:p xmlns:a="http://schemas.openxmlformats.org/drawingml/2006/main">
            <a:r>
              <a:t>화면 진행: 이 장은 한 작업 요청에 다섯 책임을 묶는 구조를 보여준다. S13의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15에서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S14 또는 `production/preview/act1/S14.png`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더 긴 Prompt보다 분명한 경계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S15 또는 `production/preview/act1/S15.png`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먼저 무엇을 하는지 보자</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“TRIAL-002 실제 기록에서는 수정 전에 무엇을 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S15의 교육용 구성 예시에서 과거 TRIAL-002 기록으로 전환했음을 밝힌다. “실제 기록에서는 수정 전에 무엇을 했을까?”를 제시한다. S15 화면의 요청을 그대로 실행한 것으로 설명하지 않는다.</a:t>
            </a:r>
          </a:p>
          <a:p xmlns:a="http://schemas.openxmlformats.org/drawingml/2006/main">
            <a:r>
              <a:t>2. (0:35–1:35) TRIAL-002에서 요청한 재현 → 조사 → 계획 → 수정 → 검증의 다섯 관찰 단계를 가리킨다. 화면은 WATCH 기준이며 결과를 미리 읽어 주는 요약이 아니다.</a:t>
            </a:r>
          </a:p>
          <a:p xmlns:a="http://schemas.openxmlformats.org/drawingml/2006/main">
            <a:r>
              <a:t>3. (1:35–2:00) 다음 두 장에서 이 단일 과거 CLI 기록의 요청 흐름과 행동을 대조한다고 알리고 S17으로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17에서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S16 또는 `production/preview/act1/S16.png`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조사에서 한 줄 변경까지</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S18로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S17의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18에서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S17 또는 `production/preview/act1/S17.png`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변경 결과와 확인 증거</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S19에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19로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S18 또는 `production/preview/act1/S18.png`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Generated ≠ Done</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S18의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S20로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S20 Notes의 선택적 참고로 남기며 S20 화면에는 C++ inset이 없다. 주요 C++ 패턴 전이는 S54에서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20에서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S20 연결 15초로 배분한다. 기존 검증 근거의 재나열과 반복 설명을 이 예시로 교체한다. 기록 사실과 Teaching Model을 분리하고 S18의 다섯 수치를 다시 읽지 않는다. 실제 시간 적합성은 리허설 전까지 UNVERIFIED다.</a:t>
            </a:r>
          </a:p>
          <a:p xmlns:a="http://schemas.openxmlformats.org/drawingml/2006/main">
            <a:r>
              <a:t/>
            </a:r>
          </a:p>
          <a:p xmlns:a="http://schemas.openxmlformats.org/drawingml/2006/main">
            <a:r>
              <a:t>Fallback: 정적 PPTX S19 또는 `production/preview/act1/S19.png`를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Check마다 확인하는 범위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S54에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S21의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S20 또는 `production/preview/act1/S20.png`를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이번 Task인가, 계속 유지할 Project 정보인가?</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S20에서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S22에서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22에서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S21 또는 `production/preview/act1/S21.png`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반복하는 설명을 두 범주로 나누기</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S21의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S25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S22 또는 `production/preview/act1/S22.png`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다른 Task에 같은 설명이 반복된다</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작은 Project Context의 첫 기록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S25로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S25의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S24 및 `production/preview/act2/S24.png`에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S25 handoff. 명령어 옵션별 설명은 생략한다.</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한 번의 사용에서 확인된 것</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Task Prompt와 Project Context</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S25에서 본 기록을 회수한 뒤 두 열의 수명을 비교한다. 왼쪽은 다음 작업에서 바뀔 목표, 오른쪽은 여러 작업에서 다시 참고할 사실이다. S22의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S23–S25.</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정확한 정보도 계속 늘어난다</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정확하지만 이번 Task에는 불필요한 정보</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정보의 범위와 제공 시점</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Long Context 연구가 말해주는 범위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필요한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Core Context에서 상세 정보로 가는 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S31의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S33.</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S33.</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정보를 지우지 않고 위치를 나누기</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서로 다른 두 Task가 무엇을 읽을까?</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Crop Task에서 관찰한 접근</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Task별 접근은 달랐지만 완벽하지는 않다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지식은 정리됐지만 절차는 반복된다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서로 다른 Performance Task, 반복되는 절차</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production/preview/act3/S38.png와 production/preview/full/S38.png다.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Project 사실과 작업 절차는 다르다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Task, Context, Workflow의 역할</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S39의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41에서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반복 절차를 Skill로 옮길 수 있을까?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42에서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Skill을 어떻게 발견하고 호출할까?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절차의 책임이 Prompt에서 Repository로 이동</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답을 담지 않는 Workflow</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측정으로 후보를 고르다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S46의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S46에서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Working Harness Success</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S46 및 `production/preview/act3/S46.png`의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이 작업에 Subagent가 필요했을까?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Subagent를 고려할 조건</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무엇이 다시 찾기 어려운 지식인가?</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Memory는 재발견 비용으로 판단</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Minimum Effective Harness</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52–54에서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Harness는 작업 환경 설계다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54에서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Repository 밖의 환경도 결과에 영향을 준다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S53 또는 `production/preview/act3/S53.png`의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Engineering Pattern은 C++에도 전이된다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production/preview/act3/S54.png와 production/preview/full/S54.png다.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필요한 구조부터 질문하기</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여기까지는 잘 동작했다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S57으로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개념 사례: Project와 Workflow는 현재 맞다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S56의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Project는 바뀌고 Workflow는 남았다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S58와 production/preview/act4/S58.png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S59로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Task 해결과 System 문제는 다르다</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원인에 맞는 Layer를 고르기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S61으로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실패 지점과 원인 Layer 구분하기</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S60의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S62에서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먼저 관찰하고, 그다음 가설을 세운다</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Cause가 지지하는 최소 변경</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같은 Task의 재실행만으로 충분할까?</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대표 작업으로 변경 범위를 확인하기</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Harness도 특정 실패에 맞춰 과적합될 수 있다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S67으로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Feedback을 System Change와 Evaluation으로 잇기</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S62의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S68로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실제 제작 기록: TRIAL-006</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결과의 타당성과 원인 귀속은 별개다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S46의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평가와 보고 규칙을 Evidence에 맞추다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후속 기록은 개선됐지만 완전하지 않았다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S72에서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실제 Meta Loop에서 바뀐 것</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S73의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S73로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Project와 환경이 바뀌면 검증도 다시 본다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S74의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S74으로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production/preview/act4/S73.png 및 production/preview/full/S73.png.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여섯 시간의 Story를 한 장으로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S75 실제 Repository 이력→S76 선택 기준→S77 책임을 거쳐 S78에서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S75와 S77에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S78의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S75로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하나의 Repository가 문제에 대응해 진화했다</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발췌(S17 crop 수정, S33 상세 문서 분리, S46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S33-source.png, S46-source.png (기존 production PNG와 동일). S17은 TRIAL-002 diff 재구성, S33는 STATE-02→03 문구 발췌, S46는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S33로 Routing 우월성·토큰 절감을 주장하지 않고, S46는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S76로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필요성이 입증되지 않은 것은 보류했다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S77으로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위임이 늘어도 개발자 책임은 남는다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S76의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S78의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S78로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AI-Native Development는 이 교육의 운영 모델</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S79로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S79에서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S79로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어느 Layer에서 마찰이 반복되는가?</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S80의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S80로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다음 작은 행동을 개인적으로 고른다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S79에서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S81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S81으로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S81으로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Q&amp;A와 교육 마무리</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S81와 production/preview/act5/S81.png를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8cd7848d0d4b5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20649b39b684b5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84c133fcfe7467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a8defcfdca64ab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1dc9e5335504bf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58c833333de44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E3A84F-C2BE-4BCB-9223-6ADDEF44F91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B37B187-E47E-41CA-8FE6-D4DC60573A8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5F82460-D17C-4F3A-AE55-58579C1A9A9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D587BE5-882E-4AC6-A36E-FF1A5D89B52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4EA1F8E-5E40-4E85-B7BA-9E39EA7932C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11F0493-D565-4A22-BFC3-D7A45F548D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61C2387-8D81-4E75-A7B1-F903A27102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E17BA70-5D8C-43E6-BC6A-8215387C9B0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95261D-4235-4E6B-B686-141C0F29EFE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313894C-8AAB-4977-ADE9-A994065F3FF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a52c62e04045e8" /><Relationship Type="http://schemas.openxmlformats.org/officeDocument/2006/relationships/slideLayout" Target="/ppt/slideLayouts/slideLayout1.xml" Id="R94afc31b05074a07" /><Relationship Type="http://schemas.openxmlformats.org/officeDocument/2006/relationships/slideLayout" Target="/ppt/slideLayouts/slideLayout2.xml" Id="Rde0ffa7d9dc74d72" /><Relationship Type="http://schemas.openxmlformats.org/officeDocument/2006/relationships/slideLayout" Target="/ppt/slideLayouts/slideLayout3.xml" Id="R9209859a8e024751" /><Relationship Type="http://schemas.openxmlformats.org/officeDocument/2006/relationships/slideLayout" Target="/ppt/slideLayouts/slideLayout4.xml" Id="Ra9ba8bf530584f44" /><Relationship Type="http://schemas.openxmlformats.org/officeDocument/2006/relationships/slideLayout" Target="/ppt/slideLayouts/slideLayout5.xml" Id="R72ed742758294f33" /><Relationship Type="http://schemas.openxmlformats.org/officeDocument/2006/relationships/slideLayout" Target="/ppt/slideLayouts/slideLayout6.xml" Id="Rf1853ee6d99845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afc31b05074a07"/>
    <p:sldLayoutId xmlns:r="http://schemas.openxmlformats.org/officeDocument/2006/relationships" id="2147483650" r:id="Rde0ffa7d9dc74d72"/>
    <p:sldLayoutId xmlns:r="http://schemas.openxmlformats.org/officeDocument/2006/relationships" id="2147483651" r:id="R9209859a8e024751"/>
    <p:sldLayoutId xmlns:r="http://schemas.openxmlformats.org/officeDocument/2006/relationships" id="2147483652" r:id="Ra9ba8bf530584f44"/>
    <p:sldLayoutId xmlns:r="http://schemas.openxmlformats.org/officeDocument/2006/relationships" id="2147483653" r:id="R72ed742758294f33"/>
    <p:sldLayoutId xmlns:r="http://schemas.openxmlformats.org/officeDocument/2006/relationships" id="2147483654" r:id="Rf1853ee6d99845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e9057ed631b4e4b" /><Relationship Type="http://schemas.openxmlformats.org/officeDocument/2006/relationships/image" Target="/ppt/media/image.png" Id="R1feecd990c90403d" /><Relationship Type="http://schemas.openxmlformats.org/officeDocument/2006/relationships/notesSlide" Target="/ppt/notesSlides/notesSlide1.xml" Id="R159dccbcb31b4c9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d0f24bbebc54bfd" /><Relationship Type="http://schemas.openxmlformats.org/officeDocument/2006/relationships/notesSlide" Target="/ppt/notesSlides/notesSlide2.xml" Id="R3e685d1ebb954a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4f09ed5dce84e91" /><Relationship Type="http://schemas.openxmlformats.org/officeDocument/2006/relationships/notesSlide" Target="/ppt/notesSlides/notesSlide3.xml" Id="Rdfcf2bc8c8fc4a3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50c8cf112034837" /><Relationship Type="http://schemas.openxmlformats.org/officeDocument/2006/relationships/image" Target="/ppt/media/image2.png" Id="R1c28eb06cade4b5e" /><Relationship Type="http://schemas.openxmlformats.org/officeDocument/2006/relationships/notesSlide" Target="/ppt/notesSlides/notesSlide4.xml" Id="Re3077e5de15a40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dcc1679e82b46a7" /><Relationship Type="http://schemas.openxmlformats.org/officeDocument/2006/relationships/notesSlide" Target="/ppt/notesSlides/notesSlide5.xml" Id="R48472f14f11645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6bf8a74efe14235" /><Relationship Type="http://schemas.openxmlformats.org/officeDocument/2006/relationships/notesSlide" Target="/ppt/notesSlides/notesSlide6.xml" Id="Rf4ac906ba67044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2cd6a5c7a842ec" /><Relationship Type="http://schemas.openxmlformats.org/officeDocument/2006/relationships/image" Target="/ppt/media/image3.png" Id="Rdcea70c371b64cb9" /><Relationship Type="http://schemas.openxmlformats.org/officeDocument/2006/relationships/notesSlide" Target="/ppt/notesSlides/notesSlide7.xml" Id="R1a731c480a4f44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2ec7a5d172d4e27" /><Relationship Type="http://schemas.openxmlformats.org/officeDocument/2006/relationships/notesSlide" Target="/ppt/notesSlides/notesSlide8.xml" Id="R69c1a5f8e83c46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26cf381fb2f4fd6" /><Relationship Type="http://schemas.openxmlformats.org/officeDocument/2006/relationships/image" Target="/ppt/media/image4.png" Id="Rb9c168ddd0b6424f" /><Relationship Type="http://schemas.openxmlformats.org/officeDocument/2006/relationships/image" Target="/ppt/media/image5.png" Id="R0937c59786ef4c11" /><Relationship Type="http://schemas.openxmlformats.org/officeDocument/2006/relationships/image" Target="/ppt/media/image6.png" Id="R6796f7b4f509446f" /><Relationship Type="http://schemas.openxmlformats.org/officeDocument/2006/relationships/notesSlide" Target="/ppt/notesSlides/notesSlide9.xml" Id="R84b47e61d4784d3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e5f32bcbf8746fe" /><Relationship Type="http://schemas.openxmlformats.org/officeDocument/2006/relationships/notesSlide" Target="/ppt/notesSlides/notesSlide10.xml" Id="Ra7e51f52249d4b8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1227fa90eb74e61" /><Relationship Type="http://schemas.openxmlformats.org/officeDocument/2006/relationships/notesSlide" Target="/ppt/notesSlides/notesSlide11.xml" Id="Ref4a016637fa4b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95e6bb3b08d4cc1" /><Relationship Type="http://schemas.openxmlformats.org/officeDocument/2006/relationships/notesSlide" Target="/ppt/notesSlides/notesSlide12.xml" Id="Rc69dbfd22b4d4bd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2f40b63e805410c" /><Relationship Type="http://schemas.openxmlformats.org/officeDocument/2006/relationships/notesSlide" Target="/ppt/notesSlides/notesSlide13.xml" Id="R7cbfad5af7b5491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d944d1d37db4066" /><Relationship Type="http://schemas.openxmlformats.org/officeDocument/2006/relationships/notesSlide" Target="/ppt/notesSlides/notesSlide14.xml" Id="R75270fbad0ad4a9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f6d672f31e24240" /><Relationship Type="http://schemas.openxmlformats.org/officeDocument/2006/relationships/notesSlide" Target="/ppt/notesSlides/notesSlide15.xml" Id="Rdc93a21a7503461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1ee8195fc4b4a5d" /><Relationship Type="http://schemas.openxmlformats.org/officeDocument/2006/relationships/notesSlide" Target="/ppt/notesSlides/notesSlide16.xml" Id="R24aa2bb8081c415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1412d536c9f4879" /><Relationship Type="http://schemas.openxmlformats.org/officeDocument/2006/relationships/notesSlide" Target="/ppt/notesSlides/notesSlide17.xml" Id="R33be693403534c6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ce55a1f7d784bec" /><Relationship Type="http://schemas.openxmlformats.org/officeDocument/2006/relationships/notesSlide" Target="/ppt/notesSlides/notesSlide18.xml" Id="R7ade74211b41406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1ec7ceca2c54efa" /><Relationship Type="http://schemas.openxmlformats.org/officeDocument/2006/relationships/notesSlide" Target="/ppt/notesSlides/notesSlide19.xml" Id="R0387f93d0c1c447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c22d67d4092472e" /><Relationship Type="http://schemas.openxmlformats.org/officeDocument/2006/relationships/notesSlide" Target="/ppt/notesSlides/notesSlide20.xml" Id="R11a95b73d2fa4bf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0561c7413cf445c" /><Relationship Type="http://schemas.openxmlformats.org/officeDocument/2006/relationships/notesSlide" Target="/ppt/notesSlides/notesSlide21.xml" Id="Rc15900ebe6b842c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53fdb7e8ed44a69" /><Relationship Type="http://schemas.openxmlformats.org/officeDocument/2006/relationships/notesSlide" Target="/ppt/notesSlides/notesSlide22.xml" Id="Ra6d1cf0c68b04d8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2649012b6f149c1" /><Relationship Type="http://schemas.openxmlformats.org/officeDocument/2006/relationships/notesSlide" Target="/ppt/notesSlides/notesSlide23.xml" Id="R34e9e3dcd3394c7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e6f851d301140e5" /><Relationship Type="http://schemas.openxmlformats.org/officeDocument/2006/relationships/notesSlide" Target="/ppt/notesSlides/notesSlide24.xml" Id="R24b3ff581c44499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fe53599c23d47ba" /><Relationship Type="http://schemas.openxmlformats.org/officeDocument/2006/relationships/notesSlide" Target="/ppt/notesSlides/notesSlide25.xml" Id="R710da3b2349644d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edc0a64e66043b0" /><Relationship Type="http://schemas.openxmlformats.org/officeDocument/2006/relationships/notesSlide" Target="/ppt/notesSlides/notesSlide26.xml" Id="Rfa5b3f96ceb8437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310071430194d14" /><Relationship Type="http://schemas.openxmlformats.org/officeDocument/2006/relationships/notesSlide" Target="/ppt/notesSlides/notesSlide27.xml" Id="R6803f5e9f25b4be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6db1a1db17845ec" /><Relationship Type="http://schemas.openxmlformats.org/officeDocument/2006/relationships/notesSlide" Target="/ppt/notesSlides/notesSlide28.xml" Id="R36cd8fad2a354da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ddbac184a504bd8" /><Relationship Type="http://schemas.openxmlformats.org/officeDocument/2006/relationships/notesSlide" Target="/ppt/notesSlides/notesSlide29.xml" Id="R5c632f4ad8bc455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8558192c08b4dfb" /><Relationship Type="http://schemas.openxmlformats.org/officeDocument/2006/relationships/notesSlide" Target="/ppt/notesSlides/notesSlide30.xml" Id="R0b8e9baf10954d1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b2d6e414b634cf7" /><Relationship Type="http://schemas.openxmlformats.org/officeDocument/2006/relationships/notesSlide" Target="/ppt/notesSlides/notesSlide31.xml" Id="Rada112d96f1b444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889fa4eb3c04679" /><Relationship Type="http://schemas.openxmlformats.org/officeDocument/2006/relationships/notesSlide" Target="/ppt/notesSlides/notesSlide32.xml" Id="Rab7887386576414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7b031dc5ce443ae" /><Relationship Type="http://schemas.openxmlformats.org/officeDocument/2006/relationships/notesSlide" Target="/ppt/notesSlides/notesSlide33.xml" Id="R288fc1b78b484b8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2c1d741c2fc436b" /><Relationship Type="http://schemas.openxmlformats.org/officeDocument/2006/relationships/notesSlide" Target="/ppt/notesSlides/notesSlide34.xml" Id="Ref352aa5f0d34bc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c4202b91ca3345ab" /><Relationship Type="http://schemas.openxmlformats.org/officeDocument/2006/relationships/notesSlide" Target="/ppt/notesSlides/notesSlide35.xml" Id="R73e24801fce348a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e32a7fb2072452d" /><Relationship Type="http://schemas.openxmlformats.org/officeDocument/2006/relationships/notesSlide" Target="/ppt/notesSlides/notesSlide36.xml" Id="R7527d5f678a045e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f0b3ed67628462b" /><Relationship Type="http://schemas.openxmlformats.org/officeDocument/2006/relationships/notesSlide" Target="/ppt/notesSlides/notesSlide37.xml" Id="R12f8503a7e98460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a85e2a9fcf246b1" /><Relationship Type="http://schemas.openxmlformats.org/officeDocument/2006/relationships/image" Target="/ppt/media/image7.png" Id="R75729a86ed3d427d" /><Relationship Type="http://schemas.openxmlformats.org/officeDocument/2006/relationships/image" Target="/ppt/media/image8.png" Id="Rd70693fc3edc4cfb" /><Relationship Type="http://schemas.openxmlformats.org/officeDocument/2006/relationships/image" Target="/ppt/media/image9.png" Id="R053d6e3e01354b4c" /><Relationship Type="http://schemas.openxmlformats.org/officeDocument/2006/relationships/image" Target="/ppt/media/image10.png" Id="R2e65f2d62be647b9" /><Relationship Type="http://schemas.openxmlformats.org/officeDocument/2006/relationships/notesSlide" Target="/ppt/notesSlides/notesSlide38.xml" Id="Re366cb29edbf4f7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d072fd00b8145c4" /><Relationship Type="http://schemas.openxmlformats.org/officeDocument/2006/relationships/notesSlide" Target="/ppt/notesSlides/notesSlide39.xml" Id="R9fd17417471d48b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50aa83bff19b4fdb" /><Relationship Type="http://schemas.openxmlformats.org/officeDocument/2006/relationships/notesSlide" Target="/ppt/notesSlides/notesSlide40.xml" Id="R715bf5cce601445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296a2f938334dc3" /><Relationship Type="http://schemas.openxmlformats.org/officeDocument/2006/relationships/notesSlide" Target="/ppt/notesSlides/notesSlide41.xml" Id="R23f185f59df9494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65578b77baa4bbf" /><Relationship Type="http://schemas.openxmlformats.org/officeDocument/2006/relationships/notesSlide" Target="/ppt/notesSlides/notesSlide42.xml" Id="R062cc2df2c684de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0e91a906ac6142aa" /><Relationship Type="http://schemas.openxmlformats.org/officeDocument/2006/relationships/notesSlide" Target="/ppt/notesSlides/notesSlide43.xml" Id="Rbebeb985b6ca437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4b89cb29df04f07" /><Relationship Type="http://schemas.openxmlformats.org/officeDocument/2006/relationships/notesSlide" Target="/ppt/notesSlides/notesSlide44.xml" Id="R82f4e8e230a64d0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1d05c5f9904e4724" /><Relationship Type="http://schemas.openxmlformats.org/officeDocument/2006/relationships/notesSlide" Target="/ppt/notesSlides/notesSlide45.xml" Id="R23251381f6fb493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053d51573a54e2d" /><Relationship Type="http://schemas.openxmlformats.org/officeDocument/2006/relationships/chart" Target="/ppt/slides/charts/chart1.xml" Id="R8ea28d20bfd54c0f" /><Relationship Type="http://schemas.openxmlformats.org/officeDocument/2006/relationships/notesSlide" Target="/ppt/notesSlides/notesSlide46.xml" Id="Rb455292c70ea440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be43dcae7d2847c2" /><Relationship Type="http://schemas.openxmlformats.org/officeDocument/2006/relationships/notesSlide" Target="/ppt/notesSlides/notesSlide47.xml" Id="Raf7336f6878d42c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15c45eaa45343fc" /><Relationship Type="http://schemas.openxmlformats.org/officeDocument/2006/relationships/notesSlide" Target="/ppt/notesSlides/notesSlide48.xml" Id="Re9d0fc3cd7944b8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727d66246b644d0f" /><Relationship Type="http://schemas.openxmlformats.org/officeDocument/2006/relationships/notesSlide" Target="/ppt/notesSlides/notesSlide49.xml" Id="R5b6d7284098b409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352a9def3e74d63" /><Relationship Type="http://schemas.openxmlformats.org/officeDocument/2006/relationships/notesSlide" Target="/ppt/notesSlides/notesSlide50.xml" Id="R7f44f0fd55084b4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6f964f937fb34c38" /><Relationship Type="http://schemas.openxmlformats.org/officeDocument/2006/relationships/notesSlide" Target="/ppt/notesSlides/notesSlide51.xml" Id="R62bc0ab7f76c4d8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a3cbd3403e84d16" /><Relationship Type="http://schemas.openxmlformats.org/officeDocument/2006/relationships/notesSlide" Target="/ppt/notesSlides/notesSlide52.xml" Id="R34bfe6907e93423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e0c88740467940d3" /><Relationship Type="http://schemas.openxmlformats.org/officeDocument/2006/relationships/notesSlide" Target="/ppt/notesSlides/notesSlide53.xml" Id="R4e336eba32b5452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02dba5b57be4826" /><Relationship Type="http://schemas.openxmlformats.org/officeDocument/2006/relationships/image" Target="/ppt/media/image11.png" Id="R92a94bc8038042c0" /><Relationship Type="http://schemas.openxmlformats.org/officeDocument/2006/relationships/notesSlide" Target="/ppt/notesSlides/notesSlide54.xml" Id="R63e80ce94cce441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f1155299acb14795" /><Relationship Type="http://schemas.openxmlformats.org/officeDocument/2006/relationships/notesSlide" Target="/ppt/notesSlides/notesSlide55.xml" Id="R9d8a80569b6145a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8a42209c47be4597" /><Relationship Type="http://schemas.openxmlformats.org/officeDocument/2006/relationships/notesSlide" Target="/ppt/notesSlides/notesSlide56.xml" Id="Rf638dfbd6a3f408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27e0f91027044da" /><Relationship Type="http://schemas.openxmlformats.org/officeDocument/2006/relationships/notesSlide" Target="/ppt/notesSlides/notesSlide57.xml" Id="R04b39e2ada5443a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e449160b8d1d4dc2" /><Relationship Type="http://schemas.openxmlformats.org/officeDocument/2006/relationships/notesSlide" Target="/ppt/notesSlides/notesSlide58.xml" Id="R1cb716873e2c444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69aee8e6bed246c0" /><Relationship Type="http://schemas.openxmlformats.org/officeDocument/2006/relationships/notesSlide" Target="/ppt/notesSlides/notesSlide59.xml" Id="Ra38dc425644b437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e4031d7b9c3042b8" /><Relationship Type="http://schemas.openxmlformats.org/officeDocument/2006/relationships/notesSlide" Target="/ppt/notesSlides/notesSlide60.xml" Id="R22c4da0bbbc2457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f39c66e3b89e4a0c" /><Relationship Type="http://schemas.openxmlformats.org/officeDocument/2006/relationships/notesSlide" Target="/ppt/notesSlides/notesSlide61.xml" Id="R6bfe0cd5f7ba4e4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317d083025b4ee2" /><Relationship Type="http://schemas.openxmlformats.org/officeDocument/2006/relationships/notesSlide" Target="/ppt/notesSlides/notesSlide62.xml" Id="R60a765dc0cdb476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7edf310d8e7f4c7c" /><Relationship Type="http://schemas.openxmlformats.org/officeDocument/2006/relationships/notesSlide" Target="/ppt/notesSlides/notesSlide63.xml" Id="R81b89f178ee74a0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0c428f40f44749b6" /><Relationship Type="http://schemas.openxmlformats.org/officeDocument/2006/relationships/notesSlide" Target="/ppt/notesSlides/notesSlide64.xml" Id="Rc01ef4b4807a43d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7f1e801658c34c8a" /><Relationship Type="http://schemas.openxmlformats.org/officeDocument/2006/relationships/notesSlide" Target="/ppt/notesSlides/notesSlide65.xml" Id="R546fa4239ad9430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c155998656a7421e" /><Relationship Type="http://schemas.openxmlformats.org/officeDocument/2006/relationships/notesSlide" Target="/ppt/notesSlides/notesSlide66.xml" Id="R69e29e341db7445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5d0054e47a774de4" /><Relationship Type="http://schemas.openxmlformats.org/officeDocument/2006/relationships/notesSlide" Target="/ppt/notesSlides/notesSlide67.xml" Id="R5958122fe1ef4e15"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d3d725f9541643da" /><Relationship Type="http://schemas.openxmlformats.org/officeDocument/2006/relationships/notesSlide" Target="/ppt/notesSlides/notesSlide68.xml" Id="Re94be8c6a22f42d8"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fcb1a9d889e34bbb" /><Relationship Type="http://schemas.openxmlformats.org/officeDocument/2006/relationships/notesSlide" Target="/ppt/notesSlides/notesSlide69.xml" Id="R4d492d00b80142c0"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29e0b2163e8b4a23" /><Relationship Type="http://schemas.openxmlformats.org/officeDocument/2006/relationships/notesSlide" Target="/ppt/notesSlides/notesSlide70.xml" Id="R353ba270afe24f9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52e1141a77964d63" /><Relationship Type="http://schemas.openxmlformats.org/officeDocument/2006/relationships/notesSlide" Target="/ppt/notesSlides/notesSlide71.xml" Id="R2de69c47db784d08"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32c50677566e4f51" /><Relationship Type="http://schemas.openxmlformats.org/officeDocument/2006/relationships/notesSlide" Target="/ppt/notesSlides/notesSlide72.xml" Id="R96be6f76fd894d0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4ab6bdaf64cc4cd6" /><Relationship Type="http://schemas.openxmlformats.org/officeDocument/2006/relationships/image" Target="/ppt/media/image12.png" Id="R4d720333c91d40e9" /><Relationship Type="http://schemas.openxmlformats.org/officeDocument/2006/relationships/notesSlide" Target="/ppt/notesSlides/notesSlide73.xml" Id="R7866eadaad074ea9"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d134f83609a040e9" /><Relationship Type="http://schemas.openxmlformats.org/officeDocument/2006/relationships/notesSlide" Target="/ppt/notesSlides/notesSlide74.xml" Id="R08abea549fc04f18"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647f61e0e16a4ffe" /><Relationship Type="http://schemas.openxmlformats.org/officeDocument/2006/relationships/image" Target="/ppt/media/image13.png" Id="Rd242f6531c7e4120" /><Relationship Type="http://schemas.openxmlformats.org/officeDocument/2006/relationships/image" Target="/ppt/media/image14.png" Id="Ra6edcf02e0754535" /><Relationship Type="http://schemas.openxmlformats.org/officeDocument/2006/relationships/image" Target="/ppt/media/image15.png" Id="Rbae0532a47f943cd" /><Relationship Type="http://schemas.openxmlformats.org/officeDocument/2006/relationships/notesSlide" Target="/ppt/notesSlides/notesSlide75.xml" Id="R869a93de244b417c"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cbb24c7fbbdb4f2f" /><Relationship Type="http://schemas.openxmlformats.org/officeDocument/2006/relationships/notesSlide" Target="/ppt/notesSlides/notesSlide76.xml" Id="R754ef9a9f2b04d7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42499a6f2e4b45ab" /><Relationship Type="http://schemas.openxmlformats.org/officeDocument/2006/relationships/notesSlide" Target="/ppt/notesSlides/notesSlide77.xml" Id="R5dcd3a9f9345456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3bdf1baa90944d59" /><Relationship Type="http://schemas.openxmlformats.org/officeDocument/2006/relationships/notesSlide" Target="/ppt/notesSlides/notesSlide78.xml" Id="R5638e149dc6a46b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99556b6db8304438" /><Relationship Type="http://schemas.openxmlformats.org/officeDocument/2006/relationships/notesSlide" Target="/ppt/notesSlides/notesSlide79.xml" Id="Re7acd2d928884e9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8e6efb3b197141b9" /><Relationship Type="http://schemas.openxmlformats.org/officeDocument/2006/relationships/notesSlide" Target="/ppt/notesSlides/notesSlide80.xml" Id="R55afd38b1a8b4864"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5cb6c42774ba4447" /><Relationship Type="http://schemas.openxmlformats.org/officeDocument/2006/relationships/notesSlide" Target="/ppt/notesSlides/notesSlide81.xml" Id="R5e93f19880d54d5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3DB4C91-86C9-46CC-B839-58D8126681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14A537DA-0D89-4266-9B6F-D51C400226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52EB0DBE-02CA-4DD0-BB12-F27BFC3A2B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8E55B99D-C2DE-4C21-9ECE-A1F031ABAC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361561A-6EF2-4C5B-8FDF-2F21A55090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82DF26B0-D21E-4078-8CCD-E61DBA206D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4D35C554-38C4-4436-BA97-B347764195A6}"/>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CA24D29F-9F83-497B-BF9D-C061CE295370}"/>
              </a:ext>
            </a:extLst>
          </p:cNvPr>
          <p:cNvPicPr>
            <a:picLocks xmlns:a="http://schemas.openxmlformats.org/drawingml/2006/main" noChangeAspect="1"/>
          </p:cNvPicPr>
          <p:nvPr/>
        </p:nvPicPr>
        <p:blipFill>
          <a:blip xmlns:r="http://schemas.openxmlformats.org/officeDocument/2006/relationships" xmlns:a="http://schemas.openxmlformats.org/drawingml/2006/main" r:embed="R1feecd990c90403d"/>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C5CDC8-5FC7-4C0C-BF94-DFB564DAA052}"/>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808630E2-B1CB-490C-B2E5-2D1C0E565AE4}"/>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9DE621A1-AE5C-4857-9871-046ACDD0936E}"/>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56203EE0-7912-42E7-B5FC-E13BF12A2A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150181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ED9A713-7A7E-44B7-84FC-08ADA42E30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357D1FBC-DE74-468B-AD23-4C430D679D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7F6A55DB-E677-40E3-89E5-63414A3D81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6E67E7D2-45EB-46FE-81DC-93FB7CB5FB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B719599-B671-4410-8B98-75547CD096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F0D42E74-BA69-4798-A2A4-C4A32934B7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1441A4B1-C140-4458-A376-F6E9012A923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68100B94-987A-4CA2-8E53-AE7864478B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190A8D4F-97AC-469E-AA62-D0AA9512B1B9}"/>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B5922202-AABF-4CA5-800B-BB31CFD83FD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B67A0AB-1E29-492F-884F-1BA885AD011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68D09BFD-5717-4B13-83EF-334C0608DCA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6415397-70EF-445D-96F7-DB2B0E344B95}"/>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1E7F7D1-B1C5-4030-B55E-566C696EC66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43FEEF2A-ECF3-42AA-A0C0-65424F742B4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5C4E24F-29DE-4A64-932F-956CEFDA35E0}"/>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3F4087F4-977A-4435-B7A1-4BAC14FA6B58}"/>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F606F-E046-4935-BDF4-2DAB803C0BA7}"/>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CAF12176-547A-40C8-9611-DEC6C2465029}"/>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3218E46F-1CA9-4777-A775-1AA3CC69CA02}"/>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0A7F5EA-8FAE-48E5-AC2C-470095E322C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ECEA66C5-450F-4CF4-B62C-460DDA53EE0D}"/>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38F65928-AE05-4C13-9797-E3B6FA402EA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3E8400BA-57C9-4258-9BF8-F4B2EFA9EE5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2DD5B35A-F186-4671-AC46-0997B2C274D9}"/>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D8787700-6340-46D5-800E-E4B256D749C5}"/>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174D02D5-DFC6-4F81-A839-362EAAAEA1C0}"/>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5A168753-7CD1-4B24-B14A-E10E513C83AA}"/>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81E709F-26E6-4259-926B-A6BB4E955FDF}"/>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0481797-EFE8-4AEE-833C-6387AB528A9F}"/>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F3FB996B-7E1E-43EB-A194-BDA81923510F}"/>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8F4ABE54-B75F-4AE4-B378-081E466D0201}"/>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81B92C35-D128-49E3-AE93-6ED06DCE4979}"/>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3340F72C-AC72-4544-A858-614CDA51B0AD}"/>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58C6ABB0-9D0D-4D6C-934E-BC1294791B1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707E311-06BA-4A46-AEF0-57133009459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1B7B4902-F38D-4CEC-987B-2CF0CD57ECFF}"/>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FD92FA4B-54CA-46F7-A6F0-E4BEAA838B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5281325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11E597F0-FE27-453D-9E96-D6696CE4EC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8368F2E6-6A6C-434D-8DFB-6D2AAEEC96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889DE987-7EAE-4C93-B74C-0BDC0164B8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56FAB1E7-AAC2-4BC4-9819-A8843928A4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EFC8FD25-9003-42CE-A7F9-1532A664DF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A3730B5F-DBED-4F8E-AA36-367BA07F1D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D32CF37D-825A-477E-B94F-44768C6949A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2E24B6E-986F-4606-BB3E-00F10382E02C}"/>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C3DB968-572E-47C3-A402-F16387A2A499}"/>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72E8892-A5A6-43C3-9F73-80D748172340}"/>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3FC7B6D1-0409-42EC-8F2B-96EEB8A68F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9CB59AC1-A705-4620-AD21-275495421B50}"/>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99FB641-796D-4FAD-AA4E-B9FCC6340C6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2552F57-21EE-44EE-B825-983B39162D6D}"/>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CBBF27EB-58D7-43E2-8409-BC0A67D2BB2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66008D2D-C300-4A47-BC8F-80DD1910931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C108C914-0400-4901-BC8E-390FA07F56FA}"/>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13C895CF-39E3-40E2-AE74-9271C43F448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A6170A83-1819-4C34-AD55-0AFC21C9F57F}"/>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82CAA5E9-44CA-4966-BEE2-0F1095F14871}"/>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F98C9506-FE49-401A-A906-B78C238609BF}"/>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BD9D0023-561C-4098-990E-6C821F1F6A19}"/>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0E53A9DC-5ED2-4FC0-8D62-FA2B2315714B}"/>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70C8DDE5-4887-44EB-97FA-7F95144D2B26}"/>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D6FF1F27-5496-4402-80C5-4CC1536165E4}"/>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34BE8C79-7329-4237-93D6-3EE4FCDA68D8}"/>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42CB6681-DB9C-410D-8B58-A6F785D4AB7A}"/>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4DEA670-D5EF-40CF-85FB-FBDF750E8C3B}"/>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DC09A5CC-26DE-4A7D-A6FD-EB054A78450B}"/>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34FFB31F-8E3F-4BFC-9E86-E0F34BA9F58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18A72B8A-1841-497B-A21B-22EDB15B56B8}"/>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5500FC66-D35B-4336-AAD8-BFA78DCD9BB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B43665BF-7378-4E36-A089-024C584954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4749601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FD011269-647C-4C8F-9946-90BB7A2A87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1091646D-9250-41FE-8FA9-B4B4536B14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F47380EA-C0D8-4791-8850-0DA1B2201D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B9D034F8-7691-49B7-8FAF-6129986708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BAA46694-1975-4ECD-A8B4-8F035F9AA7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E005A57A-3479-4BB8-A70E-C8B8489428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38F231F2-C730-48A2-9410-CAFEC799B826}"/>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3993D014-4FEF-47A3-8135-4E47BEAD5C2A}"/>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CB85BAD7-F180-4FC8-A07F-5D24F22D8814}"/>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4029E281-E4CF-4B40-8C3A-3BFE06F71409}"/>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E9FCF7D1-F368-4B03-AAAB-FAB609350234}"/>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6EF406F5-120C-4C8C-B65C-6A31A9D0C2D7}"/>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B5001350-E3BC-4166-960D-51316705E04A}"/>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B4E5133E-9342-4010-A4D8-E6744C7CACF4}"/>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193B671-6E07-4707-9687-0BD3BE1DD0EE}"/>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5C4143F-5EA1-4322-BECB-BD6830A4D218}"/>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8E76CA4-CA3E-4650-B94D-01097A321B91}"/>
              </a:ext>
            </a:extLst>
          </p:cNvPr>
          <p:cNvPicPr>
            <a:picLocks xmlns:a="http://schemas.openxmlformats.org/drawingml/2006/main" noChangeAspect="1"/>
          </p:cNvPicPr>
          <p:nvPr/>
        </p:nvPicPr>
        <p:blipFill>
          <a:blip xmlns:r="http://schemas.openxmlformats.org/officeDocument/2006/relationships" xmlns:a="http://schemas.openxmlformats.org/drawingml/2006/main" r:embed="R1c28eb06cade4b5e"/>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21AA8643-7EEB-4BC5-8B62-8243BF597422}"/>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93F3480A-9C22-4915-9B79-AE767F88E5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5691062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C5A6B55C-A31A-4C0E-B6B6-9B38D63EAF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3F0E6532-3364-4EEC-8730-0E37FE3EEA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C55DADC9-A165-4AA2-A54E-40CDC8C0AB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D7EC6514-B90D-444E-A557-0F194AA1C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1BDF59A7-1C6D-4623-9DA1-FBC97AC8E7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8DC5E395-4E8B-4FCE-8104-C0936A29AC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E350BFAD-9F4F-43FA-9775-CBD384DED033}"/>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2598813C-AB42-4D8B-9A79-A0D88E6FB442}"/>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A46AEB78-2298-4DB1-8889-3F05C9F75E27}"/>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FEDDDFD9-BB06-4D3A-9600-B1436805C0F4}"/>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F1933C72-8849-44F9-ADF5-1CDEF01931B2}"/>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35830BBF-1208-432F-BF01-CF11469F95B5}"/>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CD2BF4F3-FBAE-4026-8277-AD2AC0F79D92}"/>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159394E-A438-4DC3-8230-748E704B46B6}"/>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943F8AFF-F75C-4244-8113-0C936AF8FA7F}"/>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C83EF451-2466-4090-B3C5-60B17338A331}"/>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D240D671-AD27-4B3A-A364-6BBB2D34EFF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8618F450-22C8-4562-A24C-A315470961A0}"/>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EE08FD8E-583B-4FBC-A133-7556B2F3E96B}"/>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F7FA2D65-5C86-4D67-92E0-03B7B7B67C90}"/>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007123AB-7058-43F1-8EB1-32B60FB8CCC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D93B5640-5D87-414E-BCE3-C81AE0375A19}"/>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198DD4D2-BA33-400E-BF07-E4BB2CE491C7}"/>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07CE1324-25F1-4F29-B777-63F757B6EB12}"/>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DAFCC05B-F7F8-41AF-9CBD-94B293753E64}"/>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1E9F098F-0FAF-4015-BFDF-D3110085C95B}"/>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3F51ABA0-73F3-41B1-8ECC-F553A90C99B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977D88DC-9686-414B-9F23-533EE0FD0A29}"/>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257F46DA-E93A-4782-A1B1-9AAAE5B6F3CE}"/>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EDA95539-1BB3-4962-8AD7-6D404DD2B87D}"/>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8BC4F47D-368A-463D-B1AE-5680A00F430B}"/>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65B1D7BD-89DA-4C27-AB0A-7CE3D96C301E}"/>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46911EC3-3EB0-4ED6-8270-F476618F152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E153FFC0-52E8-4B12-A26F-2AA4531C9F0A}"/>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5740CAEF-09A8-4AE5-A670-EB8F3CC6E371}"/>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9A97A1AA-7D39-4CC5-A3FA-010215D0A19B}"/>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292FA9B8-5FE2-40FB-91C8-ECFDF8D7375D}"/>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A919A8D5-F6F5-4F9D-8BED-E9F4435E7151}"/>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5EAB7B3B-B179-4329-93DB-5DE7F9DFE1B9}"/>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9F98C99E-8398-49FE-9FBA-F58C67B19EC6}"/>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1C7D6C45-4223-4D47-ABC4-73231B343924}"/>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133A043C-C6BF-4032-BAF7-5AAF5315682C}"/>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E38A60B2-CDA0-49E9-9D2E-AE88049D3920}"/>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BA785A4C-1F74-4C0A-BA2A-7F9A78395CE2}"/>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7CB720C4-F278-49DD-83D7-8312126A0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6451342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B5E0F8DC-A0B9-4D20-92D0-3ED90FEE3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3AD5672C-3238-48C3-9F6A-083090F60D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4E8D0599-86AE-4D88-8654-9979EE88CC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52FAF49D-46E3-4B79-AD0D-C80155140E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AF418700-1745-44AE-9823-4E2A7F0BF8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455DF2AF-2643-459E-BF91-6CCC9FCEEB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C65723CA-F216-4F20-BB3A-47F578838BC9}"/>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40A1CADB-C4E3-4C44-8E45-55B1CE763E04}"/>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A483162C-AEBD-4E26-8C3D-2CDCC734DDCB}"/>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DD1F3593-E4E8-40A3-BBD0-9A32425EFE5E}"/>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4E89EF15-61DD-4497-8A19-0DF81D9606D9}"/>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A0FD5899-A7FB-4E1B-A8D1-740ED064B27B}"/>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FD97B5D4-F59D-48EC-8CFC-25471793FABF}"/>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016AD729-0016-4765-B365-DE025652A64E}"/>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885922FF-356C-45B8-BAC7-381B777A405C}"/>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6ECB0122-7D49-4C2F-9453-452576BB03AB}"/>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113C53FD-47C7-44E7-80AA-2A9A39E7D482}"/>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2CF3BF3C-B65C-408A-9620-CA6126860AAC}"/>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A5A8490D-F768-4007-9CF1-C8C279ED2212}"/>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5F2D7E59-CF4B-433F-BC13-131B234670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848709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B8065ED9-A313-4CE2-87D4-3E86E5C890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CBFFF8DE-C910-4D8F-920E-65FCD64C23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EA7BC85A-A1D6-43A6-A133-9659341861F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ADDFA622-5FC0-460C-A589-C54292FE17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8A94DC85-A5E0-42D2-BC90-D27F111166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FCE1C95A-6EFF-4CDC-A726-A531239C18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A8EE472F-8BA5-4108-92A9-0BBB246742DB}"/>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CCD2770D-E562-427E-ADBE-003FFF197C6A}"/>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7605BD56-628F-4463-B503-099A507F4780}"/>
              </a:ext>
            </a:extLst>
          </p:cNvPr>
          <p:cNvPicPr>
            <a:picLocks xmlns:a="http://schemas.openxmlformats.org/drawingml/2006/main" noChangeAspect="1"/>
          </p:cNvPicPr>
          <p:nvPr/>
        </p:nvPicPr>
        <p:blipFill>
          <a:blip xmlns:r="http://schemas.openxmlformats.org/officeDocument/2006/relationships" xmlns:a="http://schemas.openxmlformats.org/drawingml/2006/main" r:embed="Rdcea70c371b64cb9"/>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7764128-468B-4599-8C94-43E47BA41213}"/>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DF17D841-4812-4932-9F44-EAE9B41575D4}"/>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1412C5F5-4822-45A3-933E-31B06427B88A}"/>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0E8A45F4-C82F-458A-BAF4-B41E4B646D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0686085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F966602C-5F4F-4683-AD6C-7B011C8D68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EC2C59E8-79DD-4E70-8406-C848268840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66EB3240-15FF-43ED-86C2-1CD11E6A42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80F266E8-B0E8-4AE3-970D-9A02BA0461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0885FE1E-878B-46EA-94C3-AB400EAE46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8254D8FB-B5A3-467F-8356-0FFB39EB41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E88E241D-8B49-4877-B331-AACF1D2AFF2C}"/>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D1BCDC0-00A1-442D-A421-86025F820BBB}"/>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BB3C6F99-0AC8-48A5-9EDF-012C59DA5211}"/>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38B56423-6761-43D1-9E04-BBF7ABC09262}"/>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F06FB209-303C-4638-8034-9E2C850FEC6B}"/>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E5F7E561-F455-45C5-A37D-0A5D0859D84D}"/>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2802BDEF-68E4-4C08-B887-0657713D36E8}"/>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07A3DB26-B075-48B7-A14B-0246BAF13D6E}"/>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62583918-DD61-4313-95ED-27A70B606135}"/>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20E46D0D-013E-4D60-8D2F-1AB11373B581}"/>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E1B3FF15-E66E-4D04-907F-463A84B4DB55}"/>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F9CABD47-FE0D-419B-9203-90B58D41828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A0EBADBC-2666-4831-AEF6-9ACB1BFE73C2}"/>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05783776-3D67-4F08-ABC8-6590808F887F}"/>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B038208D-E0CF-4968-B072-0833D74C5271}"/>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0C898D12-EFAD-4806-AF58-15692194B201}"/>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7209AFA3-3FB6-4E7E-B149-21F1BA849D97}"/>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AD9A5172-BCCD-43C9-95F6-A83A011D478D}"/>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C0EB0545-0843-4811-B37C-90EF33F86991}"/>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CE0B6BF6-6526-42C2-9C9C-BFD1DD2164D6}"/>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6F983B65-7575-47C5-B347-4CCCE69F1CD4}"/>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A1BE702E-AEAF-4698-8449-B78F8F3A02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9003604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9135539C-B078-4045-868F-C5C9E5F7DB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0296EBEE-4E9D-4477-BA7D-5B46AB0D78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E45BC3E2-EFC8-4341-9FE0-2202DD9C6A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92BDDD8-3BF0-4D32-9836-4925DE43C3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A3A854A5-6326-43F8-B271-AF1B25CDE8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D4B93733-9076-4A72-BA1C-1019C3811C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3A68BA5F-07D2-4C96-989F-794BD40D8E0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68C56E70-442B-4552-ADBA-A051B4D1779C}"/>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CC716AD8-C7D4-45F4-9C0B-A508E764044C}"/>
              </a:ext>
            </a:extLst>
          </p:cNvPr>
          <p:cNvPicPr>
            <a:picLocks xmlns:a="http://schemas.openxmlformats.org/drawingml/2006/main" noChangeAspect="1"/>
          </p:cNvPicPr>
          <p:nvPr/>
        </p:nvPicPr>
        <p:blipFill>
          <a:blip xmlns:r="http://schemas.openxmlformats.org/officeDocument/2006/relationships" xmlns:a="http://schemas.openxmlformats.org/drawingml/2006/main" r:embed="Rb9c168ddd0b6424f"/>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EFF00F6D-D904-4A0C-8DF0-48A37CCD9AF5}"/>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B1C29221-9FEC-4917-BDE3-66DEE0502A53}"/>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A6E6934F-7F72-4CD8-B59A-6140A3E207F1}"/>
              </a:ext>
            </a:extLst>
          </p:cNvPr>
          <p:cNvPicPr>
            <a:picLocks xmlns:a="http://schemas.openxmlformats.org/drawingml/2006/main" noChangeAspect="1"/>
          </p:cNvPicPr>
          <p:nvPr/>
        </p:nvPicPr>
        <p:blipFill>
          <a:blip xmlns:r="http://schemas.openxmlformats.org/officeDocument/2006/relationships" xmlns:a="http://schemas.openxmlformats.org/drawingml/2006/main" r:embed="R0937c59786ef4c11"/>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8900CF93-C841-43F8-9208-2AFC47366424}"/>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A0903345-E982-4311-9485-4863B9F68F69}"/>
              </a:ext>
            </a:extLst>
          </p:cNvPr>
          <p:cNvPicPr>
            <a:picLocks xmlns:a="http://schemas.openxmlformats.org/drawingml/2006/main" noChangeAspect="1"/>
          </p:cNvPicPr>
          <p:nvPr/>
        </p:nvPicPr>
        <p:blipFill>
          <a:blip xmlns:r="http://schemas.openxmlformats.org/officeDocument/2006/relationships" xmlns:a="http://schemas.openxmlformats.org/drawingml/2006/main" r:embed="R6796f7b4f509446f"/>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23800ED9-2585-4885-8B6E-678F90BB1C08}"/>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E8FE40D7-1ACA-4C95-95C4-63E90A749AF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E57065A-F204-4C21-B5D6-3B3CE536F6CF}"/>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6D52218-FC4F-41EA-ACC2-BE2C81A5DE3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FB02614A-65A5-46BF-A4A5-40FDC2E68582}"/>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12407137-8639-4431-A0AF-FB93EE64E2C2}"/>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57749251-DAD8-4925-B767-C25A343A2C11}"/>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1F62DC7A-0B13-44CB-B181-680130E5A3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053988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내 작업에 적용할 질문">
            <a:extLst xmlns:a="http://schemas.openxmlformats.org/drawingml/2006/main">
              <a:ext uri="{FF2B5EF4-FFF2-40B4-BE49-F238E27FC236}">
                <a16:creationId xmlns:a16="http://schemas.microsoft.com/office/drawing/2014/main" id="{E2986918-D50A-473B-BBFD-977BD29C01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10">
            <a:extLst xmlns:a="http://schemas.openxmlformats.org/drawingml/2006/main">
              <a:ext uri="{FF2B5EF4-FFF2-40B4-BE49-F238E27FC236}">
                <a16:creationId xmlns:a16="http://schemas.microsoft.com/office/drawing/2014/main" id="{A16111DE-ADCB-4ED0-A901-257FDB6CC9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613431C2-3D2F-4D2F-B07D-4D2396360C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ABD408B9-AA63-441C-82A7-13B29551A8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26C3AEF0-37DF-4F7F-AF4A-A464029C85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FAA7AB31-A323-4573-8A6A-89048C7E08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950577D9-281D-4E5A-9075-E718953A1126}"/>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E754CFE1-7B38-4C8C-867B-79C147BAF6C0}"/>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2F42392E-C880-4704-A8DA-104B021DC290}"/>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E35EBC69-D7CB-43E3-9CAD-8B414741573D}"/>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
        <p:nvSpPr>
          <p:cNvPr id="11" name="Legacy module connection">
            <a:extLst xmlns:a="http://schemas.openxmlformats.org/drawingml/2006/main">
              <a:ext uri="{FF2B5EF4-FFF2-40B4-BE49-F238E27FC236}">
                <a16:creationId xmlns:a16="http://schemas.microsoft.com/office/drawing/2014/main" id="{5DE591E5-ECE5-4F55-A2D3-DFCE5EE938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3558871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모호한 작업 요청">
            <a:extLst xmlns:a="http://schemas.openxmlformats.org/drawingml/2006/main">
              <a:ext uri="{FF2B5EF4-FFF2-40B4-BE49-F238E27FC236}">
                <a16:creationId xmlns:a16="http://schemas.microsoft.com/office/drawing/2014/main" id="{143297CB-A710-47A9-86D9-4620AF5A4C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1">
            <a:extLst xmlns:a="http://schemas.openxmlformats.org/drawingml/2006/main">
              <a:ext uri="{FF2B5EF4-FFF2-40B4-BE49-F238E27FC236}">
                <a16:creationId xmlns:a16="http://schemas.microsoft.com/office/drawing/2014/main" id="{C6D9BC0A-417A-4F16-87AD-BAC8AB823A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C53F1DEC-9FE8-49B3-BE66-589B133FCC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3F42504D-13EE-4F8D-B68B-6F93707CEA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E341580A-E19C-403E-8C72-3DCE15228B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DAD31854-719D-4A38-8C96-708B51BF6F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3050B476-3243-4F39-AEEC-6EFE55B9DDB9}"/>
              </a:ext>
            </a:extLst>
          </p:cNvPr>
          <p:cNvSpPr>
            <a:spLocks xmlns:a="http://schemas.openxmlformats.org/drawingml/2006/main" noGrp="1"/>
          </p:cNvSpPr>
          <p:nvPr/>
        </p:nvSpPr>
        <p:spPr>
          <a:xfrm xmlns:a="http://schemas.openxmlformats.org/drawingml/2006/main">
            <a:off x="609600" y="19716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CE15069-BB41-4A8C-9ECE-BC5FB0AB9658}"/>
              </a:ext>
            </a:extLst>
          </p:cNvPr>
          <p:cNvSpPr>
            <a:spLocks xmlns:a="http://schemas.openxmlformats.org/drawingml/2006/main" noGrp="1"/>
          </p:cNvSpPr>
          <p:nvPr/>
        </p:nvSpPr>
        <p:spPr>
          <a:xfrm xmlns:a="http://schemas.openxmlformats.org/drawingml/2006/main">
            <a:off x="609600" y="2800350"/>
            <a:ext cx="43434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a:extLst xmlns:a="http://schemas.openxmlformats.org/drawingml/2006/main">
              <a:ext uri="{FF2B5EF4-FFF2-40B4-BE49-F238E27FC236}">
                <a16:creationId xmlns:a16="http://schemas.microsoft.com/office/drawing/2014/main" id="{6A537A85-4F3D-4981-8B7D-297852655A72}"/>
              </a:ext>
            </a:extLst>
          </p:cNvPr>
          <p:cNvSpPr>
            <a:spLocks xmlns:a="http://schemas.openxmlformats.org/drawingml/2006/main" noGrp="1"/>
          </p:cNvSpPr>
          <p:nvPr/>
        </p:nvSpPr>
        <p:spPr>
          <a:xfrm xmlns:a="http://schemas.openxmlformats.org/drawingml/2006/main">
            <a:off x="838200" y="2962275"/>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요청</a:t>
            </a:r>
          </a:p>
        </p:txBody>
      </p:sp>
      <p:sp>
        <p:nvSpPr>
          <p:cNvPr id="10" name="“filter 성능&#10;개선해줘.”">
            <a:extLst xmlns:a="http://schemas.openxmlformats.org/drawingml/2006/main">
              <a:ext uri="{FF2B5EF4-FFF2-40B4-BE49-F238E27FC236}">
                <a16:creationId xmlns:a16="http://schemas.microsoft.com/office/drawing/2014/main" id="{5F9A1195-61DD-45B3-8143-910241D62ECC}"/>
              </a:ext>
            </a:extLst>
          </p:cNvPr>
          <p:cNvSpPr>
            <a:spLocks xmlns:a="http://schemas.openxmlformats.org/drawingml/2006/main" noGrp="1"/>
          </p:cNvSpPr>
          <p:nvPr/>
        </p:nvSpPr>
        <p:spPr>
          <a:xfrm xmlns:a="http://schemas.openxmlformats.org/drawingml/2006/main">
            <a:off x="838200" y="3476625"/>
            <a:ext cx="38862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“filter 성능</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개선해줘.”</a:t>
            </a:r>
          </a:p>
        </p:txBody>
      </p:sp>
      <p:sp>
        <p:nvSpPr>
          <p:cNvPr id="11" name="">
            <a:extLst xmlns:a="http://schemas.openxmlformats.org/drawingml/2006/main">
              <a:ext uri="{FF2B5EF4-FFF2-40B4-BE49-F238E27FC236}">
                <a16:creationId xmlns:a16="http://schemas.microsoft.com/office/drawing/2014/main" id="{C638F8BA-EE5B-4580-A2A9-52981B99EC12}"/>
              </a:ext>
            </a:extLst>
          </p:cNvPr>
          <p:cNvSpPr>
            <a:spLocks xmlns:a="http://schemas.openxmlformats.org/drawingml/2006/main" noGrp="1"/>
          </p:cNvSpPr>
          <p:nvPr/>
        </p:nvSpPr>
        <p:spPr>
          <a:xfrm xmlns:a="http://schemas.openxmlformats.org/drawingml/2006/main">
            <a:off x="5276850" y="3600450"/>
            <a:ext cx="45720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바꿀 것">
            <a:extLst xmlns:a="http://schemas.openxmlformats.org/drawingml/2006/main">
              <a:ext uri="{FF2B5EF4-FFF2-40B4-BE49-F238E27FC236}">
                <a16:creationId xmlns:a16="http://schemas.microsoft.com/office/drawing/2014/main" id="{8745D9D3-5E48-4D3D-8CF1-D7FF32F0C537}"/>
              </a:ext>
            </a:extLst>
          </p:cNvPr>
          <p:cNvSpPr>
            <a:spLocks xmlns:a="http://schemas.openxmlformats.org/drawingml/2006/main" noGrp="1"/>
          </p:cNvSpPr>
          <p:nvPr/>
        </p:nvSpPr>
        <p:spPr>
          <a:xfrm xmlns:a="http://schemas.openxmlformats.org/drawingml/2006/main">
            <a:off x="6191250" y="263842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바꿀 것</a:t>
            </a:r>
          </a:p>
        </p:txBody>
      </p:sp>
      <p:sp>
        <p:nvSpPr>
          <p:cNvPr id="13" name="">
            <a:extLst xmlns:a="http://schemas.openxmlformats.org/drawingml/2006/main">
              <a:ext uri="{FF2B5EF4-FFF2-40B4-BE49-F238E27FC236}">
                <a16:creationId xmlns:a16="http://schemas.microsoft.com/office/drawing/2014/main" id="{677AF9BE-99AC-4A6C-A0F9-18FA19E74C91}"/>
              </a:ext>
            </a:extLst>
          </p:cNvPr>
          <p:cNvSpPr>
            <a:spLocks xmlns:a="http://schemas.openxmlformats.org/drawingml/2006/main" noGrp="1"/>
          </p:cNvSpPr>
          <p:nvPr/>
        </p:nvSpPr>
        <p:spPr>
          <a:xfrm xmlns:a="http://schemas.openxmlformats.org/drawingml/2006/main">
            <a:off x="6191250" y="338137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4" name="무엇을 바꿀까?">
            <a:extLst xmlns:a="http://schemas.openxmlformats.org/drawingml/2006/main">
              <a:ext uri="{FF2B5EF4-FFF2-40B4-BE49-F238E27FC236}">
                <a16:creationId xmlns:a16="http://schemas.microsoft.com/office/drawing/2014/main" id="{2700815B-0D7F-4AD1-A2A1-5A2E91375496}"/>
              </a:ext>
            </a:extLst>
          </p:cNvPr>
          <p:cNvSpPr>
            <a:spLocks xmlns:a="http://schemas.openxmlformats.org/drawingml/2006/main" noGrp="1"/>
          </p:cNvSpPr>
          <p:nvPr/>
        </p:nvSpPr>
        <p:spPr>
          <a:xfrm xmlns:a="http://schemas.openxmlformats.org/drawingml/2006/main">
            <a:off x="6191250" y="29432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바꿀까?</a:t>
            </a:r>
          </a:p>
        </p:txBody>
      </p:sp>
      <p:sp>
        <p:nvSpPr>
          <p:cNvPr id="15" name="?">
            <a:extLst xmlns:a="http://schemas.openxmlformats.org/drawingml/2006/main">
              <a:ext uri="{FF2B5EF4-FFF2-40B4-BE49-F238E27FC236}">
                <a16:creationId xmlns:a16="http://schemas.microsoft.com/office/drawing/2014/main" id="{BC72A245-0C00-4D71-AB5B-0691D6BF5D4D}"/>
              </a:ext>
            </a:extLst>
          </p:cNvPr>
          <p:cNvSpPr>
            <a:spLocks xmlns:a="http://schemas.openxmlformats.org/drawingml/2006/main" noGrp="1"/>
          </p:cNvSpPr>
          <p:nvPr/>
        </p:nvSpPr>
        <p:spPr>
          <a:xfrm xmlns:a="http://schemas.openxmlformats.org/drawingml/2006/main">
            <a:off x="11077575" y="293370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16" name="보존할 것">
            <a:extLst xmlns:a="http://schemas.openxmlformats.org/drawingml/2006/main">
              <a:ext uri="{FF2B5EF4-FFF2-40B4-BE49-F238E27FC236}">
                <a16:creationId xmlns:a16="http://schemas.microsoft.com/office/drawing/2014/main" id="{56870427-B33B-4F66-9697-C4C181B14F4D}"/>
              </a:ext>
            </a:extLst>
          </p:cNvPr>
          <p:cNvSpPr>
            <a:spLocks xmlns:a="http://schemas.openxmlformats.org/drawingml/2006/main" noGrp="1"/>
          </p:cNvSpPr>
          <p:nvPr/>
        </p:nvSpPr>
        <p:spPr>
          <a:xfrm xmlns:a="http://schemas.openxmlformats.org/drawingml/2006/main">
            <a:off x="6191250" y="36385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보존할 것</a:t>
            </a:r>
          </a:p>
        </p:txBody>
      </p:sp>
      <p:sp>
        <p:nvSpPr>
          <p:cNvPr id="17" name="">
            <a:extLst xmlns:a="http://schemas.openxmlformats.org/drawingml/2006/main">
              <a:ext uri="{FF2B5EF4-FFF2-40B4-BE49-F238E27FC236}">
                <a16:creationId xmlns:a16="http://schemas.microsoft.com/office/drawing/2014/main" id="{2BBCED1A-3A4E-471A-A57C-EF02E811CB06}"/>
              </a:ext>
            </a:extLst>
          </p:cNvPr>
          <p:cNvSpPr>
            <a:spLocks xmlns:a="http://schemas.openxmlformats.org/drawingml/2006/main" noGrp="1"/>
          </p:cNvSpPr>
          <p:nvPr/>
        </p:nvSpPr>
        <p:spPr>
          <a:xfrm xmlns:a="http://schemas.openxmlformats.org/drawingml/2006/main">
            <a:off x="6191250" y="4381500"/>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무엇을 그대로 지킬까?">
            <a:extLst xmlns:a="http://schemas.openxmlformats.org/drawingml/2006/main">
              <a:ext uri="{FF2B5EF4-FFF2-40B4-BE49-F238E27FC236}">
                <a16:creationId xmlns:a16="http://schemas.microsoft.com/office/drawing/2014/main" id="{D5183956-52CF-4039-8D58-7CAC0C021338}"/>
              </a:ext>
            </a:extLst>
          </p:cNvPr>
          <p:cNvSpPr>
            <a:spLocks xmlns:a="http://schemas.openxmlformats.org/drawingml/2006/main" noGrp="1"/>
          </p:cNvSpPr>
          <p:nvPr/>
        </p:nvSpPr>
        <p:spPr>
          <a:xfrm xmlns:a="http://schemas.openxmlformats.org/drawingml/2006/main">
            <a:off x="6191250" y="39433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그대로 지킬까?</a:t>
            </a:r>
          </a:p>
        </p:txBody>
      </p:sp>
      <p:sp>
        <p:nvSpPr>
          <p:cNvPr id="19" name="?">
            <a:extLst xmlns:a="http://schemas.openxmlformats.org/drawingml/2006/main">
              <a:ext uri="{FF2B5EF4-FFF2-40B4-BE49-F238E27FC236}">
                <a16:creationId xmlns:a16="http://schemas.microsoft.com/office/drawing/2014/main" id="{D7F818CC-8799-464F-923A-24C801603117}"/>
              </a:ext>
            </a:extLst>
          </p:cNvPr>
          <p:cNvSpPr>
            <a:spLocks xmlns:a="http://schemas.openxmlformats.org/drawingml/2006/main" noGrp="1"/>
          </p:cNvSpPr>
          <p:nvPr/>
        </p:nvSpPr>
        <p:spPr>
          <a:xfrm xmlns:a="http://schemas.openxmlformats.org/drawingml/2006/main">
            <a:off x="11077575" y="3933825"/>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0" name="완료 근거">
            <a:extLst xmlns:a="http://schemas.openxmlformats.org/drawingml/2006/main">
              <a:ext uri="{FF2B5EF4-FFF2-40B4-BE49-F238E27FC236}">
                <a16:creationId xmlns:a16="http://schemas.microsoft.com/office/drawing/2014/main" id="{6047C093-B4C0-46CC-870B-7B662FCAB433}"/>
              </a:ext>
            </a:extLst>
          </p:cNvPr>
          <p:cNvSpPr>
            <a:spLocks xmlns:a="http://schemas.openxmlformats.org/drawingml/2006/main" noGrp="1"/>
          </p:cNvSpPr>
          <p:nvPr/>
        </p:nvSpPr>
        <p:spPr>
          <a:xfrm xmlns:a="http://schemas.openxmlformats.org/drawingml/2006/main">
            <a:off x="6191250" y="463867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완료 근거</a:t>
            </a:r>
          </a:p>
        </p:txBody>
      </p:sp>
      <p:sp>
        <p:nvSpPr>
          <p:cNvPr id="21" name="">
            <a:extLst xmlns:a="http://schemas.openxmlformats.org/drawingml/2006/main">
              <a:ext uri="{FF2B5EF4-FFF2-40B4-BE49-F238E27FC236}">
                <a16:creationId xmlns:a16="http://schemas.microsoft.com/office/drawing/2014/main" id="{6729C8B3-4DAA-4BEF-8271-6B6D155AE6AD}"/>
              </a:ext>
            </a:extLst>
          </p:cNvPr>
          <p:cNvSpPr>
            <a:spLocks xmlns:a="http://schemas.openxmlformats.org/drawingml/2006/main" noGrp="1"/>
          </p:cNvSpPr>
          <p:nvPr/>
        </p:nvSpPr>
        <p:spPr>
          <a:xfrm xmlns:a="http://schemas.openxmlformats.org/drawingml/2006/main">
            <a:off x="6191250" y="538162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22" name="무엇을 보면 끝났다고 할까?">
            <a:extLst xmlns:a="http://schemas.openxmlformats.org/drawingml/2006/main">
              <a:ext uri="{FF2B5EF4-FFF2-40B4-BE49-F238E27FC236}">
                <a16:creationId xmlns:a16="http://schemas.microsoft.com/office/drawing/2014/main" id="{6CCCEAD1-AD83-4ABE-87DE-37C00D174AD4}"/>
              </a:ext>
            </a:extLst>
          </p:cNvPr>
          <p:cNvSpPr>
            <a:spLocks xmlns:a="http://schemas.openxmlformats.org/drawingml/2006/main" noGrp="1"/>
          </p:cNvSpPr>
          <p:nvPr/>
        </p:nvSpPr>
        <p:spPr>
          <a:xfrm xmlns:a="http://schemas.openxmlformats.org/drawingml/2006/main">
            <a:off x="6191250" y="49434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보면 끝났다고 할까?</a:t>
            </a:r>
          </a:p>
        </p:txBody>
      </p:sp>
      <p:sp>
        <p:nvSpPr>
          <p:cNvPr id="23" name="?">
            <a:extLst xmlns:a="http://schemas.openxmlformats.org/drawingml/2006/main">
              <a:ext uri="{FF2B5EF4-FFF2-40B4-BE49-F238E27FC236}">
                <a16:creationId xmlns:a16="http://schemas.microsoft.com/office/drawing/2014/main" id="{D00BED25-656A-421A-BAE1-9738852283B0}"/>
              </a:ext>
            </a:extLst>
          </p:cNvPr>
          <p:cNvSpPr>
            <a:spLocks xmlns:a="http://schemas.openxmlformats.org/drawingml/2006/main" noGrp="1"/>
          </p:cNvSpPr>
          <p:nvPr/>
        </p:nvSpPr>
        <p:spPr>
          <a:xfrm xmlns:a="http://schemas.openxmlformats.org/drawingml/2006/main">
            <a:off x="11077575" y="493395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4" name="Legacy module connection">
            <a:extLst xmlns:a="http://schemas.openxmlformats.org/drawingml/2006/main">
              <a:ext uri="{FF2B5EF4-FFF2-40B4-BE49-F238E27FC236}">
                <a16:creationId xmlns:a16="http://schemas.microsoft.com/office/drawing/2014/main" id="{7FF792E8-47F0-4F98-9B87-0963BC00E9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4703793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앞서 본 crop 사례로 좁히기">
            <a:extLst xmlns:a="http://schemas.openxmlformats.org/drawingml/2006/main">
              <a:ext uri="{FF2B5EF4-FFF2-40B4-BE49-F238E27FC236}">
                <a16:creationId xmlns:a16="http://schemas.microsoft.com/office/drawing/2014/main" id="{80D49D0C-2F82-4B3C-B85D-BD19729A1F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앞서 본 crop 사례로 좁히기</a:t>
            </a:r>
          </a:p>
        </p:txBody>
      </p:sp>
      <p:sp>
        <p:nvSpPr>
          <p:cNvPr id="2" name="S12">
            <a:extLst xmlns:a="http://schemas.openxmlformats.org/drawingml/2006/main">
              <a:ext uri="{FF2B5EF4-FFF2-40B4-BE49-F238E27FC236}">
                <a16:creationId xmlns:a16="http://schemas.microsoft.com/office/drawing/2014/main" id="{D6817623-3C99-4063-A435-A8C9201016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0FD08416-5402-493F-ADBB-8786CBC1A8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AC360177-9CA9-48C5-BB9F-99352FB3A1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CB9B000E-7978-437D-AE84-DDCB44DA23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D88746C7-4429-4C1E-8461-3B74E9BE71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D628AAF2-9220-45AE-A678-10931CF15E71}"/>
              </a:ext>
            </a:extLst>
          </p:cNvPr>
          <p:cNvSpPr>
            <a:spLocks xmlns:a="http://schemas.openxmlformats.org/drawingml/2006/main" noGrp="1"/>
          </p:cNvSpPr>
          <p:nvPr/>
        </p:nvSpPr>
        <p:spPr>
          <a:xfrm xmlns:a="http://schemas.openxmlformats.org/drawingml/2006/main">
            <a:off x="609600" y="20288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test 고쳐줘”</a:t>
            </a:r>
          </a:p>
        </p:txBody>
      </p:sp>
      <p:sp>
        <p:nvSpPr>
          <p:cNvPr id="8" name="">
            <a:extLst xmlns:a="http://schemas.openxmlformats.org/drawingml/2006/main">
              <a:ext uri="{FF2B5EF4-FFF2-40B4-BE49-F238E27FC236}">
                <a16:creationId xmlns:a16="http://schemas.microsoft.com/office/drawing/2014/main" id="{C077A113-F3BF-4C85-A077-A7B13BE0259D}"/>
              </a:ext>
            </a:extLst>
          </p:cNvPr>
          <p:cNvSpPr>
            <a:spLocks xmlns:a="http://schemas.openxmlformats.org/drawingml/2006/main" noGrp="1"/>
          </p:cNvSpPr>
          <p:nvPr/>
        </p:nvSpPr>
        <p:spPr>
          <a:xfrm xmlns:a="http://schemas.openxmlformats.org/drawingml/2006/main">
            <a:off x="5981700" y="2838450"/>
            <a:ext cx="228600" cy="2952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3DDA80A-3604-4E25-9B55-569D91D3AFC8}"/>
              </a:ext>
            </a:extLst>
          </p:cNvPr>
          <p:cNvSpPr>
            <a:spLocks xmlns:a="http://schemas.openxmlformats.org/drawingml/2006/main" noGrp="1"/>
          </p:cNvSpPr>
          <p:nvPr/>
        </p:nvSpPr>
        <p:spPr>
          <a:xfrm xmlns:a="http://schemas.openxmlformats.org/drawingml/2006/main">
            <a:off x="3048000" y="3209925"/>
            <a:ext cx="6096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
            <a:extLst xmlns:a="http://schemas.openxmlformats.org/drawingml/2006/main">
              <a:ext uri="{FF2B5EF4-FFF2-40B4-BE49-F238E27FC236}">
                <a16:creationId xmlns:a16="http://schemas.microsoft.com/office/drawing/2014/main" id="{A5C37F27-D1ED-47ED-A945-65DC4D89EB20}"/>
              </a:ext>
            </a:extLst>
          </p:cNvPr>
          <p:cNvSpPr>
            <a:spLocks xmlns:a="http://schemas.openxmlformats.org/drawingml/2006/main" noGrp="1"/>
          </p:cNvSpPr>
          <p:nvPr/>
        </p:nvSpPr>
        <p:spPr>
          <a:xfrm xmlns:a="http://schemas.openxmlformats.org/drawingml/2006/main">
            <a:off x="6096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9D8AF9C-E40F-4027-83A7-C70BB4E0F55B}"/>
              </a:ext>
            </a:extLst>
          </p:cNvPr>
          <p:cNvSpPr>
            <a:spLocks xmlns:a="http://schemas.openxmlformats.org/drawingml/2006/main" noGrp="1"/>
          </p:cNvSpPr>
          <p:nvPr/>
        </p:nvSpPr>
        <p:spPr>
          <a:xfrm xmlns:a="http://schemas.openxmlformats.org/drawingml/2006/main">
            <a:off x="64389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테스트를 바꿀까?">
            <a:extLst xmlns:a="http://schemas.openxmlformats.org/drawingml/2006/main">
              <a:ext uri="{FF2B5EF4-FFF2-40B4-BE49-F238E27FC236}">
                <a16:creationId xmlns:a16="http://schemas.microsoft.com/office/drawing/2014/main" id="{093ACC0D-B757-43FC-A710-2D9F65103EBF}"/>
              </a:ext>
            </a:extLst>
          </p:cNvPr>
          <p:cNvSpPr>
            <a:spLocks xmlns:a="http://schemas.openxmlformats.org/drawingml/2006/main" noGrp="1"/>
          </p:cNvSpPr>
          <p:nvPr/>
        </p:nvSpPr>
        <p:spPr>
          <a:xfrm xmlns:a="http://schemas.openxmlformats.org/drawingml/2006/main">
            <a:off x="8191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테스트를 바꿀까?</a:t>
            </a:r>
          </a:p>
        </p:txBody>
      </p:sp>
      <p:sp>
        <p:nvSpPr>
          <p:cNvPr id="13" name="구현을 바꿀까?">
            <a:extLst xmlns:a="http://schemas.openxmlformats.org/drawingml/2006/main">
              <a:ext uri="{FF2B5EF4-FFF2-40B4-BE49-F238E27FC236}">
                <a16:creationId xmlns:a16="http://schemas.microsoft.com/office/drawing/2014/main" id="{303D0066-6C98-453D-A2FC-B618AC0CC3BA}"/>
              </a:ext>
            </a:extLst>
          </p:cNvPr>
          <p:cNvSpPr>
            <a:spLocks xmlns:a="http://schemas.openxmlformats.org/drawingml/2006/main" noGrp="1"/>
          </p:cNvSpPr>
          <p:nvPr/>
        </p:nvSpPr>
        <p:spPr>
          <a:xfrm xmlns:a="http://schemas.openxmlformats.org/drawingml/2006/main">
            <a:off x="66484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구현을 바꿀까?</a:t>
            </a:r>
          </a:p>
        </p:txBody>
      </p:sp>
      <p:sp>
        <p:nvSpPr>
          <p:cNvPr id="14" name="아직 정해지지 않은 정보">
            <a:extLst xmlns:a="http://schemas.openxmlformats.org/drawingml/2006/main">
              <a:ext uri="{FF2B5EF4-FFF2-40B4-BE49-F238E27FC236}">
                <a16:creationId xmlns:a16="http://schemas.microsoft.com/office/drawing/2014/main" id="{E1430AC9-B231-4A67-AC5A-F1945EB5B730}"/>
              </a:ext>
            </a:extLst>
          </p:cNvPr>
          <p:cNvSpPr>
            <a:spLocks xmlns:a="http://schemas.openxmlformats.org/drawingml/2006/main" noGrp="1"/>
          </p:cNvSpPr>
          <p:nvPr/>
        </p:nvSpPr>
        <p:spPr>
          <a:xfrm xmlns:a="http://schemas.openxmlformats.org/drawingml/2006/main">
            <a:off x="609600" y="47434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아직 정해지지 않은 정보</a:t>
            </a:r>
          </a:p>
        </p:txBody>
      </p:sp>
      <p:sp>
        <p:nvSpPr>
          <p:cNvPr id="15" name="목표의 세부 ?">
            <a:extLst xmlns:a="http://schemas.openxmlformats.org/drawingml/2006/main">
              <a:ext uri="{FF2B5EF4-FFF2-40B4-BE49-F238E27FC236}">
                <a16:creationId xmlns:a16="http://schemas.microsoft.com/office/drawing/2014/main" id="{81F49696-0F82-48A8-93B2-CFAEF0D2FB18}"/>
              </a:ext>
            </a:extLst>
          </p:cNvPr>
          <p:cNvSpPr>
            <a:spLocks xmlns:a="http://schemas.openxmlformats.org/drawingml/2006/main" noGrp="1"/>
          </p:cNvSpPr>
          <p:nvPr/>
        </p:nvSpPr>
        <p:spPr>
          <a:xfrm xmlns:a="http://schemas.openxmlformats.org/drawingml/2006/main">
            <a:off x="6096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목표의 세부 ?</a:t>
            </a:r>
          </a:p>
        </p:txBody>
      </p:sp>
      <p:sp>
        <p:nvSpPr>
          <p:cNvPr id="16" name="보존 조건 ?">
            <a:extLst xmlns:a="http://schemas.openxmlformats.org/drawingml/2006/main">
              <a:ext uri="{FF2B5EF4-FFF2-40B4-BE49-F238E27FC236}">
                <a16:creationId xmlns:a16="http://schemas.microsoft.com/office/drawing/2014/main" id="{237C6290-D299-43F8-BA19-A468007A675D}"/>
              </a:ext>
            </a:extLst>
          </p:cNvPr>
          <p:cNvSpPr>
            <a:spLocks xmlns:a="http://schemas.openxmlformats.org/drawingml/2006/main" noGrp="1"/>
          </p:cNvSpPr>
          <p:nvPr/>
        </p:nvSpPr>
        <p:spPr>
          <a:xfrm xmlns:a="http://schemas.openxmlformats.org/drawingml/2006/main">
            <a:off x="28384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보존 조건 ?</a:t>
            </a:r>
          </a:p>
        </p:txBody>
      </p:sp>
      <p:sp>
        <p:nvSpPr>
          <p:cNvPr id="17" name="수정 범위 ?">
            <a:extLst xmlns:a="http://schemas.openxmlformats.org/drawingml/2006/main">
              <a:ext uri="{FF2B5EF4-FFF2-40B4-BE49-F238E27FC236}">
                <a16:creationId xmlns:a16="http://schemas.microsoft.com/office/drawing/2014/main" id="{02D58393-3A5E-4285-B605-DC3EDC5E6748}"/>
              </a:ext>
            </a:extLst>
          </p:cNvPr>
          <p:cNvSpPr>
            <a:spLocks xmlns:a="http://schemas.openxmlformats.org/drawingml/2006/main" noGrp="1"/>
          </p:cNvSpPr>
          <p:nvPr/>
        </p:nvSpPr>
        <p:spPr>
          <a:xfrm xmlns:a="http://schemas.openxmlformats.org/drawingml/2006/main">
            <a:off x="50673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범위 ?</a:t>
            </a:r>
          </a:p>
        </p:txBody>
      </p:sp>
      <p:sp>
        <p:nvSpPr>
          <p:cNvPr id="18" name="확인 근거 ?">
            <a:extLst xmlns:a="http://schemas.openxmlformats.org/drawingml/2006/main">
              <a:ext uri="{FF2B5EF4-FFF2-40B4-BE49-F238E27FC236}">
                <a16:creationId xmlns:a16="http://schemas.microsoft.com/office/drawing/2014/main" id="{27FB2841-9BDD-4710-AE09-9EA17526F3D7}"/>
              </a:ext>
            </a:extLst>
          </p:cNvPr>
          <p:cNvSpPr>
            <a:spLocks xmlns:a="http://schemas.openxmlformats.org/drawingml/2006/main" noGrp="1"/>
          </p:cNvSpPr>
          <p:nvPr/>
        </p:nvSpPr>
        <p:spPr>
          <a:xfrm xmlns:a="http://schemas.openxmlformats.org/drawingml/2006/main">
            <a:off x="72961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근거 ?</a:t>
            </a:r>
          </a:p>
        </p:txBody>
      </p:sp>
      <p:sp>
        <p:nvSpPr>
          <p:cNvPr id="19" name="완료 조건 ?">
            <a:extLst xmlns:a="http://schemas.openxmlformats.org/drawingml/2006/main">
              <a:ext uri="{FF2B5EF4-FFF2-40B4-BE49-F238E27FC236}">
                <a16:creationId xmlns:a16="http://schemas.microsoft.com/office/drawing/2014/main" id="{A8BA11CB-4D6F-4D2B-B827-17798729C3BA}"/>
              </a:ext>
            </a:extLst>
          </p:cNvPr>
          <p:cNvSpPr>
            <a:spLocks xmlns:a="http://schemas.openxmlformats.org/drawingml/2006/main" noGrp="1"/>
          </p:cNvSpPr>
          <p:nvPr/>
        </p:nvSpPr>
        <p:spPr>
          <a:xfrm xmlns:a="http://schemas.openxmlformats.org/drawingml/2006/main">
            <a:off x="95250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조건 ?</a:t>
            </a:r>
          </a:p>
        </p:txBody>
      </p:sp>
      <p:sp>
        <p:nvSpPr>
          <p:cNvPr id="20" name="Legacy module connection">
            <a:extLst xmlns:a="http://schemas.openxmlformats.org/drawingml/2006/main">
              <a:ext uri="{FF2B5EF4-FFF2-40B4-BE49-F238E27FC236}">
                <a16:creationId xmlns:a16="http://schemas.microsoft.com/office/drawing/2014/main" id="{E677F90E-A9ED-48E1-A5BD-1291E3616E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5308371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6B381752-EDC9-4242-8B7A-9C03B20A8A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3">
            <a:extLst xmlns:a="http://schemas.openxmlformats.org/drawingml/2006/main">
              <a:ext uri="{FF2B5EF4-FFF2-40B4-BE49-F238E27FC236}">
                <a16:creationId xmlns:a16="http://schemas.microsoft.com/office/drawing/2014/main" id="{A76615E9-94F3-432D-B29B-052F854E70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자가 정해야 하는 경계">
            <a:extLst xmlns:a="http://schemas.openxmlformats.org/drawingml/2006/main">
              <a:ext uri="{FF2B5EF4-FFF2-40B4-BE49-F238E27FC236}">
                <a16:creationId xmlns:a16="http://schemas.microsoft.com/office/drawing/2014/main" id="{3E24FB10-885B-4402-8F61-60587C15A7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3EB12607-349F-4031-B66E-9ABB8B7E7F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BDFD8637-5811-4466-ABC1-5C56B745BA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27883903-6357-4F43-8297-D5F933B412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D3201FA5-1688-40F0-9B78-1A22DE5AAA68}"/>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DA74E50F-520A-44F3-9C50-E846B56BDC8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AFA63047-86E4-47B0-B5E6-458CFCBA3558}"/>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839F1506-8CD1-465B-A16D-A29CAEB87B24}"/>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D8808A33-4BF9-4C61-BC61-AC4A2D9A88D0}"/>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6C5B70A-2D7E-4BED-93DF-B6CF30AA8027}"/>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43E22416-683F-41C2-B901-DB5D01A2F06A}"/>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BCB13DC5-88F1-473D-94C6-1BDD0B09BEE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B06980DF-44AD-49FF-BFA8-177EBC4074C0}"/>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BE01556B-B159-4344-B07A-53B3B57B6179}"/>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3F7F3B06-8CB1-4CC6-BDDA-6A567C7FB363}"/>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89685FEC-836B-4630-8184-2BB4ACFACE74}"/>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F1B4D79-EA24-4D4D-B3E3-E14EFB9AE344}"/>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278CC41-AF4F-4963-B5C4-3C25401F5D35}"/>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9D0BCDA5-35E2-4C34-8DF5-9D7F31B365B3}"/>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67B5F72-2EB9-4D04-A116-0E24635B1131}"/>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CE71D39-05DB-47C9-BB40-A215C9974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2535232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78F5B3B5-342A-45E5-ADF3-0BBE95D081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4">
            <a:extLst xmlns:a="http://schemas.openxmlformats.org/drawingml/2006/main">
              <a:ext uri="{FF2B5EF4-FFF2-40B4-BE49-F238E27FC236}">
                <a16:creationId xmlns:a16="http://schemas.microsoft.com/office/drawing/2014/main" id="{69D1D8AD-C6E1-4E95-9DC5-7BD94EE8B7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Task Specification의 다섯 책임">
            <a:extLst xmlns:a="http://schemas.openxmlformats.org/drawingml/2006/main">
              <a:ext uri="{FF2B5EF4-FFF2-40B4-BE49-F238E27FC236}">
                <a16:creationId xmlns:a16="http://schemas.microsoft.com/office/drawing/2014/main" id="{BBD09D01-F704-477A-A44E-95C3F4A830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1DB3753A-5E2C-4031-979C-E810CC4DF8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BD9E9C82-5D51-4DF0-BA48-79B233176C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967B8EC5-BDE1-467B-A353-3CAC3966CA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A2518A84-E47A-46F5-8425-33A966610A9B}"/>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1D4E4178-B7BA-4B3C-A55F-4CE93E6E5260}"/>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B5682C2-6106-4BEF-8522-303BBADA85A7}"/>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556AA202-AAD8-40D5-956B-836E6BE701FE}"/>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11FB6E2F-826C-426B-AD24-704D15E58ABB}"/>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F3CA5EF5-1B17-4C98-B71D-D50377833DD5}"/>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B96EF29B-8AF0-4E15-8DC1-0176A6C29D7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6DE8B83B-D6F6-4381-867A-DB1EC139F651}"/>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95827B05-65C4-4BE2-BDD5-F217D0747FF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98F83B5C-EAE9-47D4-8918-7E49F4221CE2}"/>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719784D3-2DBC-4CC7-A0EF-C546D64B4904}"/>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B240BCA2-3FBF-4981-AA66-78A78F51B8B2}"/>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06ADA435-637E-4F01-9690-0273EAB30303}"/>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05E83EAF-A6C9-449B-A8E8-CB788F90ACF4}"/>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92667BFF-4E15-45E5-9DFE-B2472559683B}"/>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32CBEF65-57B2-40F2-AC7D-8F308AF8472A}"/>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B64DBCC9-41F8-407B-8769-6FDC25FDB64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46BAA875-8C90-48EF-8875-D928CD71D7D5}"/>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D3C76804-80CB-4FF2-9FB3-D9E5B8770D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1936976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9FF1D759-89B8-45D7-A045-2CA82C70FB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5">
            <a:extLst xmlns:a="http://schemas.openxmlformats.org/drawingml/2006/main">
              <a:ext uri="{FF2B5EF4-FFF2-40B4-BE49-F238E27FC236}">
                <a16:creationId xmlns:a16="http://schemas.microsoft.com/office/drawing/2014/main" id="{B8F7724A-BB65-4B64-9C34-3891077359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더 긴 Prompt보다 분명한 경계">
            <a:extLst xmlns:a="http://schemas.openxmlformats.org/drawingml/2006/main">
              <a:ext uri="{FF2B5EF4-FFF2-40B4-BE49-F238E27FC236}">
                <a16:creationId xmlns:a16="http://schemas.microsoft.com/office/drawing/2014/main" id="{8008AAD1-0154-434E-B5BE-BDE8E0AB8A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9AFB9DE9-0C81-44A1-A42A-73580F033C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AE8A0B77-F95A-4F95-9795-FAFD4D681A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477DC5AC-BA30-451B-B392-8CCB7F35F5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40E3BD3F-A44E-4A07-A5FA-A2499AB9A309}"/>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A8E0E303-A1FE-42CF-BDFA-E8380EF2EBCE}"/>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CF7C4308-BD0C-4358-9695-A376D972CB3B}"/>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68248393-CDE8-4470-8D52-F70CAF896EE8}"/>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1F026CBA-2ECD-41CE-A9E4-5805CAFD12B5}"/>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CA341129-AF6A-4D38-B2E9-2689304B3F74}"/>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09C850AD-A540-4712-BC46-6E71147578BA}"/>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D3AFECB7-74A7-4C41-9716-93950AEE9321}"/>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D8B548B7-7C69-45C3-AE24-AC7D5CFADDE8}"/>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B491BF54-A8BC-4288-9336-155C87B1521F}"/>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65BBEFA4-8BCC-4D0B-8D5C-F5B68BC43504}"/>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CC1B2DA3-8084-4FF0-AFD0-0F4A9053AC18}"/>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CF2EFD8B-4909-4A1A-A77B-48CCFE58B0C1}"/>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EB69822B-808A-4C8B-9FFF-4A29DED7BE9E}"/>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942B1B1C-F3B4-4E13-BF80-04C0685668EF}"/>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1450B561-6C43-4001-82C4-1FF5CE5A8A19}"/>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03D8BF94-A099-4212-A259-CF7D51CCBABD}"/>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C1DFA4E1-F547-4F39-8265-3BAC7E176833}"/>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23D6CE95-8894-4A79-AB89-C77AF0236C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7CC417FD-00A3-4016-A043-9B12ED3EAF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0890557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TRIAL-002 관찰 시작">
            <a:extLst xmlns:a="http://schemas.openxmlformats.org/drawingml/2006/main">
              <a:ext uri="{FF2B5EF4-FFF2-40B4-BE49-F238E27FC236}">
                <a16:creationId xmlns:a16="http://schemas.microsoft.com/office/drawing/2014/main" id="{D04E045A-57CF-49E9-82A5-BC0AEB0030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6">
            <a:extLst xmlns:a="http://schemas.openxmlformats.org/drawingml/2006/main">
              <a:ext uri="{FF2B5EF4-FFF2-40B4-BE49-F238E27FC236}">
                <a16:creationId xmlns:a16="http://schemas.microsoft.com/office/drawing/2014/main" id="{F4215666-BECE-42D1-B9C5-FD633353D4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먼저 무엇을 하는지 보자">
            <a:extLst xmlns:a="http://schemas.openxmlformats.org/drawingml/2006/main">
              <a:ext uri="{FF2B5EF4-FFF2-40B4-BE49-F238E27FC236}">
                <a16:creationId xmlns:a16="http://schemas.microsoft.com/office/drawing/2014/main" id="{829AE891-C543-44BF-9A22-472294C4F9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DB2D83F7-D4C1-4FE1-86E3-0BAD4FE77D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B72D2B3B-1A94-4A10-B46D-C06A803FF1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F25E5B3D-595B-41F6-8818-FAEA980832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실제 기록에서는 수정 전에 무엇을 했을까?”">
            <a:extLst xmlns:a="http://schemas.openxmlformats.org/drawingml/2006/main">
              <a:ext uri="{FF2B5EF4-FFF2-40B4-BE49-F238E27FC236}">
                <a16:creationId xmlns:a16="http://schemas.microsoft.com/office/drawing/2014/main" id="{F68C40F4-EECC-4265-9B58-01036269C806}"/>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“실제 기록에서는 수정 전에 무엇을 했을까?”</a:t>
            </a:r>
          </a:p>
        </p:txBody>
      </p:sp>
      <p:sp>
        <p:nvSpPr>
          <p:cNvPr id="8" name="01">
            <a:extLst xmlns:a="http://schemas.openxmlformats.org/drawingml/2006/main">
              <a:ext uri="{FF2B5EF4-FFF2-40B4-BE49-F238E27FC236}">
                <a16:creationId xmlns:a16="http://schemas.microsoft.com/office/drawing/2014/main" id="{54CF8749-D4D5-4FC8-8370-861B75A31940}"/>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C16E5BC8-DD9D-4436-9129-E8F628B2E3E3}"/>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391873E1-9774-48C1-89F1-BA8D6127CF20}"/>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CB1F8535-912C-4EBE-A07E-6BA60030AF6E}"/>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9850CD50-8D74-47F0-9F11-55DD2A4C59CC}"/>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8CA2AF17-DA74-47D1-84CD-11BE2054D873}"/>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58E33057-552B-4479-8C8B-CAB16BAED92A}"/>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538B1DA2-30F1-48C2-BBE6-AB1BC56984A2}"/>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16EF8167-C6D0-4B34-B501-1604FC652617}"/>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03244B81-EC61-4E6D-8444-BA3717B88D11}"/>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05B0C695-2FB8-4231-90BF-0D3275A7EB09}"/>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43263343-2D1D-4A42-9E30-F0DCD3BCFE95}"/>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0283C547-0635-4C67-A4D9-2417DBE370A7}"/>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E08153BC-1B63-45D6-812C-75BDCE0651BD}"/>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A912C9A8-9C19-4611-B66D-4BFBF9B827DC}"/>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D849FB5F-7FA7-4603-9CA5-31E272AEB802}"/>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E4C78383-D5B0-4C73-BA8C-09F2549B011C}"/>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67A522FC-43B7-4207-9C6D-B24162AD146C}"/>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0C964983-2182-4DDA-B927-8B463A467C0F}"/>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5C37D56E-9140-4A37-AAC9-332903F4BA42}"/>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TRIAL-002의 요청 흐름과 행동을 대조한다.">
            <a:extLst xmlns:a="http://schemas.openxmlformats.org/drawingml/2006/main">
              <a:ext uri="{FF2B5EF4-FFF2-40B4-BE49-F238E27FC236}">
                <a16:creationId xmlns:a16="http://schemas.microsoft.com/office/drawing/2014/main" id="{072277D9-E8CF-4A41-8BCB-DFCF82CE2541}"/>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TRIAL-002의 요청 흐름과 행동을 대조한다.</a:t>
            </a:r>
          </a:p>
        </p:txBody>
      </p:sp>
      <p:sp>
        <p:nvSpPr>
          <p:cNvPr id="29" name="Legacy module connection">
            <a:extLst xmlns:a="http://schemas.openxmlformats.org/drawingml/2006/main">
              <a:ext uri="{FF2B5EF4-FFF2-40B4-BE49-F238E27FC236}">
                <a16:creationId xmlns:a16="http://schemas.microsoft.com/office/drawing/2014/main" id="{71A66B46-3B6D-4510-BA28-1382A8C39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77453820"/>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1 · 계약을 보존하는 최소 변경">
            <a:extLst xmlns:a="http://schemas.openxmlformats.org/drawingml/2006/main">
              <a:ext uri="{FF2B5EF4-FFF2-40B4-BE49-F238E27FC236}">
                <a16:creationId xmlns:a16="http://schemas.microsoft.com/office/drawing/2014/main" id="{6FC7707F-ED5E-4B61-ACA1-E04958E93F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7">
            <a:extLst xmlns:a="http://schemas.openxmlformats.org/drawingml/2006/main">
              <a:ext uri="{FF2B5EF4-FFF2-40B4-BE49-F238E27FC236}">
                <a16:creationId xmlns:a16="http://schemas.microsoft.com/office/drawing/2014/main" id="{60453159-D8FA-4E1E-A646-7D19E4176B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조사에서 한 줄 변경까지">
            <a:extLst xmlns:a="http://schemas.openxmlformats.org/drawingml/2006/main">
              <a:ext uri="{FF2B5EF4-FFF2-40B4-BE49-F238E27FC236}">
                <a16:creationId xmlns:a16="http://schemas.microsoft.com/office/drawing/2014/main" id="{F498FFB7-1DB0-4D99-B267-AAE6766F10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9BC5DBD-D16D-4C50-99DE-7A377DC159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5CCFA98F-A65E-4887-9BCE-5C7970C4A0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FC94BB86-B7A2-437A-A457-3F62036C88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6541BC6A-7F0C-43B3-AE53-C1B491C3D86C}"/>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6F9B4E0F-9218-4DBD-B469-0E66BBEDF275}"/>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BBE00A18-AE4A-4C32-8948-436AC4408FD0}"/>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010F75F-9611-4A1D-85D5-6212B2C6457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0E1E277C-9B31-4A47-9882-C3855C5FC8E8}"/>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9E13BA06-0FE4-4138-8D26-7917C2747C27}"/>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8143916B-9381-4C53-9921-E6FA806FFD23}"/>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AD68E317-642F-49FC-8589-0A00427B3779}"/>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4785C71A-413D-4AB4-86F2-B9F0909B3BEB}"/>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CF10C89A-2E88-4BD5-82A2-4949CE472337}"/>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01BADADD-AB7A-47B7-BF64-E0D0C77C6917}"/>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
        <p:nvSpPr>
          <p:cNvPr id="18" name="Legacy module connection">
            <a:extLst xmlns:a="http://schemas.openxmlformats.org/drawingml/2006/main">
              <a:ext uri="{FF2B5EF4-FFF2-40B4-BE49-F238E27FC236}">
                <a16:creationId xmlns:a16="http://schemas.microsoft.com/office/drawing/2014/main" id="{D0E98730-0393-4548-8E8A-D5427D7939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4799838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0A8B5863-DAA8-4EA7-B68C-73AC48946C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8">
            <a:extLst xmlns:a="http://schemas.openxmlformats.org/drawingml/2006/main">
              <a:ext uri="{FF2B5EF4-FFF2-40B4-BE49-F238E27FC236}">
                <a16:creationId xmlns:a16="http://schemas.microsoft.com/office/drawing/2014/main" id="{32F22F1E-5766-4D10-934E-6B5F8AB4B3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변경 결과와 확인 증거">
            <a:extLst xmlns:a="http://schemas.openxmlformats.org/drawingml/2006/main">
              <a:ext uri="{FF2B5EF4-FFF2-40B4-BE49-F238E27FC236}">
                <a16:creationId xmlns:a16="http://schemas.microsoft.com/office/drawing/2014/main" id="{86880EAF-C4BA-4F4F-8B7A-0E4B86F549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ED9983F1-E419-45FE-8441-FF01F94278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2C497190-2EFB-44FE-BEFD-F32A1F68DF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090F00F7-683D-47BD-9E7B-CBD22F1E35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1D90ACCB-4BB8-4379-B042-91E957B2FD3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5D485F3F-31A7-4714-89E9-5CF98B345FEE}"/>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744E1DBF-0AED-4779-9771-8D4BA3FB303A}"/>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00B65597-C166-4952-B6F4-0A5F8D07C100}"/>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E9D0D40C-3A76-4BDF-BE37-CDF36EFB7045}"/>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AF0B2926-BA6A-4E4F-972D-07DFEF800B9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65F0A898-E0EC-4B1F-A82D-FB0216DBB028}"/>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35DA4E9A-5AA3-4B5B-A9FC-95315E720621}"/>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648D8F0E-DEC4-4D36-8F26-DCE9ACA70B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3A17A240-6870-414F-B4C3-DF2B4EB4FE6E}"/>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14E70246-B462-4BE3-99BE-A944074BB8C2}"/>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E3FBB8C3-CF9D-4689-8457-E8168EC3F1B1}"/>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3FF019FB-9C3B-4DA1-879E-BF3ABE380261}"/>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03F3A1CB-B8F4-497F-8131-1A45DAC240B9}"/>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10ADCC63-1602-4496-9EBF-68E4F31EEC0B}"/>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8C2CA85F-C4C2-4DE7-B9E5-3564BB1F1D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37633686"/>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42161E79-C73A-4C0C-B7F1-A6DB192032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9">
            <a:extLst xmlns:a="http://schemas.openxmlformats.org/drawingml/2006/main">
              <a:ext uri="{FF2B5EF4-FFF2-40B4-BE49-F238E27FC236}">
                <a16:creationId xmlns:a16="http://schemas.microsoft.com/office/drawing/2014/main" id="{C29C2C4C-2618-4B17-BC57-ED5F4CAB63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Generated ≠ Done">
            <a:extLst xmlns:a="http://schemas.openxmlformats.org/drawingml/2006/main">
              <a:ext uri="{FF2B5EF4-FFF2-40B4-BE49-F238E27FC236}">
                <a16:creationId xmlns:a16="http://schemas.microsoft.com/office/drawing/2014/main" id="{6D06EEBE-56DC-4DD6-A4BA-BFE63A4FE5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F91954E7-D568-4FD9-843C-8890F8251E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ED14BC09-CE9E-48A0-AF4A-DCF9A6225B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6009BF65-3866-401F-B0BC-FF620AC979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DC47E13B-14FA-4C8A-BC34-7091011C4FC7}"/>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884D8F67-9A42-434B-A0B8-EDF6C364B708}"/>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5E1A0BE7-AB0C-4F67-BB32-6BA8EC7DF1DC}"/>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C65775BB-8D26-4A25-922C-1ED8C8581A2C}"/>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322DA18B-B8A9-4278-9AAF-AEF1757CA295}"/>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2166EE5F-50B5-4850-AC6F-1F3FC166D56F}"/>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4E9211F8-6E78-4010-BEE3-78D11F343A3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33464557-64F9-4EF8-9F46-7FC988CD4CDF}"/>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AF3EAFC2-F24E-4F49-95D0-33E01917B6F1}"/>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BDBB1F79-78C6-47A0-AD3A-0A4CD20686E6}"/>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17CC2423-DAF5-45B5-8029-F3FE270AC081}"/>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D7A67183-879F-4C99-A7DE-17D917A9742B}"/>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3E088A47-49AE-4508-98D5-38D7E5AC4888}"/>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19388D8E-4963-4C46-86DB-54FC978FACF4}"/>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C490D87F-B33E-4928-B1A9-992EC35178E3}"/>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E5F83F09-5F3E-4E98-A99A-5EA77D48D4F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26B0608F-3C5C-48B8-9132-A2C0C5ED09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15519578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164A30F3-7C82-48C4-BA0B-F0931254DB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20">
            <a:extLst xmlns:a="http://schemas.openxmlformats.org/drawingml/2006/main">
              <a:ext uri="{FF2B5EF4-FFF2-40B4-BE49-F238E27FC236}">
                <a16:creationId xmlns:a16="http://schemas.microsoft.com/office/drawing/2014/main" id="{B8D7B69D-45DA-4DCC-AE26-BA24967F2E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Check마다 확인하는 범위">
            <a:extLst xmlns:a="http://schemas.openxmlformats.org/drawingml/2006/main">
              <a:ext uri="{FF2B5EF4-FFF2-40B4-BE49-F238E27FC236}">
                <a16:creationId xmlns:a16="http://schemas.microsoft.com/office/drawing/2014/main" id="{F8142DC6-1E84-4365-8465-F513035EDB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4D938616-01E0-4172-BF4E-6A80DA9FD1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35DF3248-554A-4984-843D-79DDB711B2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38BC3C6A-52C3-453A-9EBD-CD3D490250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E283A7D2-E47C-4CCA-869A-7F4B7542E817}"/>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21AAA6B4-15CC-4B3A-8A09-44BC1F051AE2}"/>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8B10A48-03D0-43F4-9F15-CB2BE54DDDBF}"/>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49626E56-7989-4B5D-8B89-95B70C91CC53}"/>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E37041B9-4F9F-42EF-B2DE-A7EB5B6EF1C8}"/>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31389423-D36B-438E-9A69-0B14126EF998}"/>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1B2A3F4F-27DF-4E99-9DAC-71F6C1B52843}"/>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07BBA823-DE76-4555-8965-C0CD54A69D53}"/>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7A8501A4-7827-41CB-8C4E-B8558D0D15E1}"/>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F2AB8AC3-484B-4BDD-8BAB-7F6CF831DA23}"/>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644FED0B-AE64-4455-ACFB-427DF5BFE50B}"/>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46871F54-8DD1-4080-85F7-4C4B02EAFA05}"/>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A122BEBD-8E25-403F-9F7C-B35A8235CEC5}"/>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83CBAA58-05FA-4B8D-8CBC-933DB2C6F8BA}"/>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7F6A1F17-A6B8-44CC-85DA-46C68C7C486F}"/>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12882A98-AB9E-448E-8F92-79E25335F05E}"/>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DAFC88BF-A826-4F81-9577-011C616B6814}"/>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C644EED6-441C-4EEF-B971-CCDE3F5B74AC}"/>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A202CF77-20D1-45CF-89C1-9BB4DCB3D6F3}"/>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A9505B75-4A02-4FE7-8FBA-33A2C74E27B3}"/>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6102EB69-4635-487B-8889-D83F3CE1C085}"/>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4582FA5D-6B51-49E5-ABBB-0F72A5621F82}"/>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E6CFF09A-4D1F-4189-8242-C8644D10FE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8498554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14E0E374-9AEC-4315-9122-DB8DCB737A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1">
            <a:extLst xmlns:a="http://schemas.openxmlformats.org/drawingml/2006/main">
              <a:ext uri="{FF2B5EF4-FFF2-40B4-BE49-F238E27FC236}">
                <a16:creationId xmlns:a16="http://schemas.microsoft.com/office/drawing/2014/main" id="{B1207E24-D1EE-4712-945A-E6A4337270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이번 Task인가,&#10;계속 유지할 Project 정보인가?">
            <a:extLst xmlns:a="http://schemas.openxmlformats.org/drawingml/2006/main">
              <a:ext uri="{FF2B5EF4-FFF2-40B4-BE49-F238E27FC236}">
                <a16:creationId xmlns:a16="http://schemas.microsoft.com/office/drawing/2014/main" id="{A84A3079-113B-4FDC-9EFB-F59AEC2717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A7A14C69-3B0C-48C5-8C5C-3F08012422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BCF84521-21FF-4E5E-8D6E-BC4E332C2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006575E0-C488-4680-88D5-C505A75AC7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2891858F-C288-43B2-8B72-B6B8E047C67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F1FAA0B7-FAF9-4D7C-AA32-BA8E97AE94B3}"/>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9B079C8F-CF25-4A3F-A394-1906067A26C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904807D9-0209-4D33-A77C-D8877ED54B24}"/>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D72CBF6B-F49F-4F22-9B90-65AE3FE99423}"/>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DD5C0CE6-ADE7-465D-9C2C-7AD39A4C430D}"/>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009AE6B2-6F11-4021-8157-6294B45577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9540277"/>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83D999BC-436B-4B3C-A02D-54F462D52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2">
            <a:extLst xmlns:a="http://schemas.openxmlformats.org/drawingml/2006/main">
              <a:ext uri="{FF2B5EF4-FFF2-40B4-BE49-F238E27FC236}">
                <a16:creationId xmlns:a16="http://schemas.microsoft.com/office/drawing/2014/main" id="{8632C651-6578-4B16-9E4D-8EFC1EC7AA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반복하는 설명을 두 범주로 나누기">
            <a:extLst xmlns:a="http://schemas.openxmlformats.org/drawingml/2006/main">
              <a:ext uri="{FF2B5EF4-FFF2-40B4-BE49-F238E27FC236}">
                <a16:creationId xmlns:a16="http://schemas.microsoft.com/office/drawing/2014/main" id="{B97B2A34-18C4-4AA4-8D82-A5F6B3EDA8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901AD900-E6F5-4EA4-B082-6B34D6EF95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0DAA8A74-DE36-4F03-B329-559A021CE0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732D40C6-04C8-4692-B9AC-8A7E4E309C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FB319480-BF54-4EDA-80F2-E0A027868803}"/>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228E927D-7B8D-4D42-924A-7C137F526AC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9AD7EBC1-9DDB-4390-A0DA-FCF48E7590D3}"/>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7F6A9C00-1CF5-4A3D-BEBA-BD3C9779D6ED}"/>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C69ACB61-7CC6-4C9D-8817-23FD81BEB987}"/>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49B20F8A-438F-41F3-B2EE-2D55648ACB30}"/>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A2EDA998-B0F9-4149-836B-043B38739B62}"/>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95128D76-8C84-4323-8B6C-5D055AE8423C}"/>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39651C9C-75B2-4264-8F99-FDD41BFF2133}"/>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2B954D7C-62FA-4F05-B8F8-5503BDF892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4161882"/>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539644DB-81B6-4239-B76B-ABBF8F4F71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3">
            <a:extLst xmlns:a="http://schemas.openxmlformats.org/drawingml/2006/main">
              <a:ext uri="{FF2B5EF4-FFF2-40B4-BE49-F238E27FC236}">
                <a16:creationId xmlns:a16="http://schemas.microsoft.com/office/drawing/2014/main" id="{4A1F93AE-2E5F-4E14-8AAA-200A4B2E6D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다른 Task에 같은 설명이 반복된다">
            <a:extLst xmlns:a="http://schemas.openxmlformats.org/drawingml/2006/main">
              <a:ext uri="{FF2B5EF4-FFF2-40B4-BE49-F238E27FC236}">
                <a16:creationId xmlns:a16="http://schemas.microsoft.com/office/drawing/2014/main" id="{838D762D-C566-4A53-BCDD-09498E040F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D1C25453-A1D8-4C33-BB47-4B0C1A4EB6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2E6B83E2-4E6A-41F9-AA43-68921EC45A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AEA4B331-E494-45E9-AF2B-FF442981B0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49EC5F98-D858-47D2-B82B-3DCE091A2F5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022E0D64-4411-47D7-8E40-F53DD2DBF7E8}"/>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D7EFEA32-2774-4FB3-90CD-EB2221FD0572}"/>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F94F773-2E58-4D45-B947-32E28B098410}"/>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43B9733-93DB-4B43-BF48-E5558D9D396E}"/>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B228E9EC-55E2-4439-BB2E-5FDF03B1955A}"/>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85711104-1C82-49FD-AFF3-3BDC35912FEA}"/>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AE42F3-2CCB-4A38-ADBB-3684F2AD6026}"/>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D93D0AF-93A3-43B4-9CCF-DC8D04C1EC05}"/>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869167F-230A-461A-ADFE-25D68938171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083BB4DE-B137-43E9-8A5B-F1391E803964}"/>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D41EF56B-5D91-49E4-83D5-5FE0E713752C}"/>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83CE6D1-16E2-4D71-8954-419BBEBA4338}"/>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8A002AB4-07F1-436B-9B93-A19163D071F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83D1D6E-2721-443E-B9E9-13AD69298BAA}"/>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0E0E437-DC98-4377-9E6C-9BCE3643619C}"/>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63E98047-859C-41B1-9942-A46CD648F3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44748074"/>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17FDE982-95A3-43FB-BF98-D7F225B0AC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4">
            <a:extLst xmlns:a="http://schemas.openxmlformats.org/drawingml/2006/main">
              <a:ext uri="{FF2B5EF4-FFF2-40B4-BE49-F238E27FC236}">
                <a16:creationId xmlns:a16="http://schemas.microsoft.com/office/drawing/2014/main" id="{4EBC7E57-C99F-45C7-A502-4EE8ACFDC9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작은 Project Context의 첫 기록">
            <a:extLst xmlns:a="http://schemas.openxmlformats.org/drawingml/2006/main">
              <a:ext uri="{FF2B5EF4-FFF2-40B4-BE49-F238E27FC236}">
                <a16:creationId xmlns:a16="http://schemas.microsoft.com/office/drawing/2014/main" id="{FFE46180-CD80-40E4-9263-A89D3C1354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7989CE21-342A-4FEB-B725-A97DDD121D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8D2BB3C-5972-42E5-985E-8DC971339C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1F64A146-147B-4CFE-813E-8057E824B2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AF2668FE-9A60-489D-AD92-3533BF12675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6E3B5C0A-8CB8-4572-921D-A8FE74F532AF}"/>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FD95A29-1267-4284-8E3F-AAC0F789216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2013E0B0-A8E1-4C43-B8FB-82E7AB77600D}"/>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37D7C323-AA42-4459-89EC-BCE606E3B49B}"/>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E6E4C464-E058-4B15-B837-596AE8FA3E63}"/>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325F0210-7CB6-4871-A3CA-F8A49F6411CE}"/>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940D1562-7054-4E32-8C1A-4A7CC0E40A6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DF3C8C46-FA29-4FB1-8A21-FEAEA9AB9D51}"/>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94B57FBE-C1D9-414F-B116-4CC1671B8181}"/>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8AF6DC73-DAC7-4DBD-9FDA-C9C6180E6BDD}"/>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E48D0FC9-7453-4110-86BC-B48EA3A3017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90CE70C-B1F8-413A-8AF7-87E02E33E2AC}"/>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FBA6BE46-C387-4073-A0B2-F7CFEA76B25B}"/>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107F40A4-13AB-45AD-B602-55A360C45D86}"/>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E0738B43-2033-4B30-8DFE-0151E76D23FF}"/>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B0AA64-7AA1-41DA-9902-18265C88224E}"/>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39D26E9E-B184-4D65-B46C-5F2D494E41C5}"/>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AEFE72EB-5071-4B68-A286-71E5A21687DA}"/>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3C2B4AB-4627-499C-AF49-7BC06F3524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005807"/>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FE58ABEC-8341-4F4F-9D05-6F443649F8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5">
            <a:extLst xmlns:a="http://schemas.openxmlformats.org/drawingml/2006/main">
              <a:ext uri="{FF2B5EF4-FFF2-40B4-BE49-F238E27FC236}">
                <a16:creationId xmlns:a16="http://schemas.microsoft.com/office/drawing/2014/main" id="{94844FE0-05FD-41FA-A646-D25CB1777F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한 번의 사용에서 확인된 것">
            <a:extLst xmlns:a="http://schemas.openxmlformats.org/drawingml/2006/main">
              <a:ext uri="{FF2B5EF4-FFF2-40B4-BE49-F238E27FC236}">
                <a16:creationId xmlns:a16="http://schemas.microsoft.com/office/drawing/2014/main" id="{B54AF5B8-CEB2-4A48-B36D-64B19EE8E7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624AF41B-9432-4D0C-9CD4-3EC5A5A96D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F23AEE89-77EB-4B02-9ADD-E245A81DC4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9943BAE3-9345-4E43-87AB-CE1CAB6540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992E368B-3B33-403E-A585-5E3508E76968}"/>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ECDC04ED-D94D-4929-9130-29BDDEB7C8FB}"/>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0AA0E800-98CF-46A8-AE0A-394D7D60D3CC}"/>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FF706779-04DC-4880-BA89-71827F1E3D8D}"/>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03A62E0E-8CDE-4983-8CD3-94A7FB5CC87F}"/>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3F74F6AF-3353-4288-9D27-89DBD142944A}"/>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50E28906-4673-4A91-84D8-090699B873F7}"/>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61D6003D-E66A-413E-9C01-2ABFAA2BB139}"/>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057FF20B-596B-4849-A163-DBAFE33BECC1}"/>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18E689D1-6D5C-4BD5-B686-86F72D06B163}"/>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C4E89252-DD7E-4A30-BDCE-AB417AAF01B5}"/>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F3314B62-85E9-4FC6-A031-C8564402F327}"/>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E88DD37A-520D-4500-B44E-154FC70345FD}"/>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11B1BE3-AEFC-4FE5-A893-F433A4C3547F}"/>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0DEA33C-AB9F-4FBB-8615-B97835D4856F}"/>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6E2899AC-9292-42CA-ABC9-FC7021309B5D}"/>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821CBE5B-FE14-4E0E-8F16-4DCC80A2BB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5425614"/>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9BCCD243-8978-4055-A544-47F8E95B11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6">
            <a:extLst xmlns:a="http://schemas.openxmlformats.org/drawingml/2006/main">
              <a:ext uri="{FF2B5EF4-FFF2-40B4-BE49-F238E27FC236}">
                <a16:creationId xmlns:a16="http://schemas.microsoft.com/office/drawing/2014/main" id="{F78E0D50-F681-42C8-9466-90454B9D1A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Task Prompt와 Project Context">
            <a:extLst xmlns:a="http://schemas.openxmlformats.org/drawingml/2006/main">
              <a:ext uri="{FF2B5EF4-FFF2-40B4-BE49-F238E27FC236}">
                <a16:creationId xmlns:a16="http://schemas.microsoft.com/office/drawing/2014/main" id="{D41EE5AC-A746-458D-8963-37CA63B4CC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5C6D84E-77D7-44A8-B55F-13CD92A0D8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1B826CB7-7523-4186-8A48-DC1F12B1B0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5C8060D0-F40A-4126-BDF8-A3F5A0189D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A67751E5-2204-4B99-9FD5-62A16E40157B}"/>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556151-689D-43F7-BE4C-A83795EE5EC9}"/>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B1729D19-2E78-471B-8C30-E6D98AA55382}"/>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21AEF7C4-20EB-4B26-BBFF-2CE6EC9696FE}"/>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0CB4F3C-060E-45F4-AAF8-6BBEE7DB09A4}"/>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8A9817DB-E3C1-4B85-BDF7-12A63B3540C6}"/>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D8C999F3-4D5C-459D-BDC1-075EB958CDD9}"/>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F52DA77C-4E6D-4A76-AB80-D5D84BE717C4}"/>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57D8E311-B87C-407E-B09A-40124FDC5592}"/>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78E5A4DA-C519-4A06-875F-B50AF1510A15}"/>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D73D06F-0B1D-4829-AE5E-99C147B97EAC}"/>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8033A82E-9F62-46F3-915C-FFF71A9CDEAA}"/>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1239A7B2-632E-4CE4-808B-E1E4A1954A54}"/>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42579FA5-27D6-4492-B400-90167E8ADD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1227531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E5396200-A15B-4A7B-9E74-203812D1CC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7">
            <a:extLst xmlns:a="http://schemas.openxmlformats.org/drawingml/2006/main">
              <a:ext uri="{FF2B5EF4-FFF2-40B4-BE49-F238E27FC236}">
                <a16:creationId xmlns:a16="http://schemas.microsoft.com/office/drawing/2014/main" id="{99B14490-4E1A-4BE4-8482-0969CDDD52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한 정보도 계속 늘어난다">
            <a:extLst xmlns:a="http://schemas.openxmlformats.org/drawingml/2006/main">
              <a:ext uri="{FF2B5EF4-FFF2-40B4-BE49-F238E27FC236}">
                <a16:creationId xmlns:a16="http://schemas.microsoft.com/office/drawing/2014/main" id="{DDDB38C3-6DA5-4725-872C-1295DA494E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408BFCA2-F1F2-4594-9CDB-7A52F3924A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8E69E265-3576-43AB-912E-892118223E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5A8BB92A-E72D-4EC0-8377-4227E01EFA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C171F894-10C2-457D-807A-9B7C705BB744}"/>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DB7F4821-6483-4B59-8EF8-DB461E1DA2EE}"/>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9EE2916D-8A2C-4EA0-BF2B-CE701EDC5411}"/>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BE87C311-D441-4230-81EB-7395AEF685CD}"/>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03D272FF-AE60-4C85-B73F-4A548E48821E}"/>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4927BF62-10FC-4D31-B9B0-17F51DF38854}"/>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8D523BA6-3326-4433-A08F-84DADD4BED69}"/>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4FFDB8A6-825D-48FE-890D-382FE04AC0F6}"/>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A667A928-41F9-4927-8F98-62B3D81DB7DC}"/>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6011AD04-21DC-422A-A26F-AB9C27F01AFB}"/>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63298FA5-6560-4327-90AF-D70E486707C0}"/>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66E296BB-EA3C-467A-9CAB-49A9189AA63D}"/>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D1A9373E-6FE7-48D4-9FBA-9E306A83C731}"/>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852066E4-0793-4981-BA5D-4F94523844B6}"/>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E199201B-F4E2-4A45-9CEC-86D13F4B5442}"/>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F7B837CE-2A2C-4DE1-95BB-89794857DC10}"/>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2E0698AA-C4CC-4914-A083-78A9D316ECC3}"/>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7AA8D70B-D8AD-4D2B-A39C-A1F4F482E0A3}"/>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F94E7AD5-F5DC-49E2-8257-6915C54A7750}"/>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8DFE0205-8EF4-4968-8533-8A4EEEECC5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3830143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FED23D7B-8740-4A43-9309-34F76C05CB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8">
            <a:extLst xmlns:a="http://schemas.openxmlformats.org/drawingml/2006/main">
              <a:ext uri="{FF2B5EF4-FFF2-40B4-BE49-F238E27FC236}">
                <a16:creationId xmlns:a16="http://schemas.microsoft.com/office/drawing/2014/main" id="{8D8F9443-451D-45C9-B74B-1CB6D35A0E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확하지만 이번 Task에는 불필요한 정보">
            <a:extLst xmlns:a="http://schemas.openxmlformats.org/drawingml/2006/main">
              <a:ext uri="{FF2B5EF4-FFF2-40B4-BE49-F238E27FC236}">
                <a16:creationId xmlns:a16="http://schemas.microsoft.com/office/drawing/2014/main" id="{5707D603-E4F3-456C-B5A8-86E43A930A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59E9D594-6CF3-48A0-A253-B57D9CE20F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F69F7BAF-B343-48BA-83CB-9624BF60D9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A86FC63F-1D3D-4C70-9A41-4EF8E2C1DA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AE899602-2A60-4F42-B646-02D59A8388EC}"/>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C2CF36A6-630F-48D3-8966-233A1DDA5E31}"/>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F7389EA3-38E4-45FC-A54C-69E0E5EB5BF3}"/>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2635B34E-FBFE-4A80-9425-6789474EE1E6}"/>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4FBB090D-2008-4BCF-A313-2F7889F07364}"/>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7308D0D3-1097-46B2-8B31-C51B28021E64}"/>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08D6D3BC-C81D-42E7-82DE-1C1035859B77}"/>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49107D0F-2D16-45E7-A3E2-DE53F9F5463E}"/>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0189BBC5-032D-41D6-8F4D-B79BC9BEE8CF}"/>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B603AC7D-AB5A-4D98-BD89-BC92DA5A76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617434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D7F86DD7-7C56-457D-B079-1078D1770F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9">
            <a:extLst xmlns:a="http://schemas.openxmlformats.org/drawingml/2006/main">
              <a:ext uri="{FF2B5EF4-FFF2-40B4-BE49-F238E27FC236}">
                <a16:creationId xmlns:a16="http://schemas.microsoft.com/office/drawing/2014/main" id="{862179B5-CEED-4010-BEA2-5EEE9B3D22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정보의 범위와 제공 시점">
            <a:extLst xmlns:a="http://schemas.openxmlformats.org/drawingml/2006/main">
              <a:ext uri="{FF2B5EF4-FFF2-40B4-BE49-F238E27FC236}">
                <a16:creationId xmlns:a16="http://schemas.microsoft.com/office/drawing/2014/main" id="{9DA132DF-7740-46D8-9BC3-8C3DF7E25A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468CB4D-9924-4271-82AE-6236AE5F87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C74E939C-2B7B-41A6-9046-8F05E6FBA6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F4B01F77-445D-4883-AA49-CBF9D2E6DB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B5249F7C-6F44-4BE8-9D0D-94591196F628}"/>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70EEE44C-C6A0-4EE2-8553-CFD6DD5D62B6}"/>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EACC5EC6-F454-4050-94AD-6EAE7D18F6AE}"/>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5EE65695-F867-43C7-A23F-7390A8D87B19}"/>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22506683-D139-4094-9B40-F7EF23558A7B}"/>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D60571AF-BCB7-4501-BD93-B4620010736D}"/>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30212706-C848-4D7F-9B5C-C89D9979FD82}"/>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64ADE7B2-3ECF-4182-9B4E-AC6078464B02}"/>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CAF010F3-512E-46F5-BF52-FC9790084BA3}"/>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E777D8EA-1796-45FE-8045-D8559C1CD039}"/>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EB49E4E8-4D5A-48A5-95B8-91BDA4AF2937}"/>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E1938112-1A6B-4F15-8B9A-76A5830B675C}"/>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FA379AC3-E055-4041-B544-DCED9BC2B6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97737916"/>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4CDDA098-F9FB-407C-ACBD-76EADC497A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0">
            <a:extLst xmlns:a="http://schemas.openxmlformats.org/drawingml/2006/main">
              <a:ext uri="{FF2B5EF4-FFF2-40B4-BE49-F238E27FC236}">
                <a16:creationId xmlns:a16="http://schemas.microsoft.com/office/drawing/2014/main" id="{4C492795-9AF7-4EBD-A61F-2F4FD755D4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Long Context 연구가 말해주는 범위">
            <a:extLst xmlns:a="http://schemas.openxmlformats.org/drawingml/2006/main">
              <a:ext uri="{FF2B5EF4-FFF2-40B4-BE49-F238E27FC236}">
                <a16:creationId xmlns:a16="http://schemas.microsoft.com/office/drawing/2014/main" id="{E4AA8397-E7A3-4017-8FAF-1067654717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E4FDCB35-8FA8-4984-8023-3D13BAC0B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68752931-884E-414A-9F0B-90E7E534A5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9CE8B9DE-FA2D-47A5-952C-548F209F54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B503B11C-EA19-4638-86D9-DC61919ACE33}"/>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F59CAFAC-6EC5-4238-A2B4-98D689630FAD}"/>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1A4F193C-9E9A-4C56-8511-82E940502AC4}"/>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472A8A50-DEFC-48A7-94F3-A756C3F26F67}"/>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AE6BE053-A53D-4F6A-97AE-634775415244}"/>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CD280557-4165-47D1-8B3D-4FFF33F19566}"/>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2585DEAE-F746-495A-A286-976FE43A1C8F}"/>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CB8F5B7A-32BA-4B25-9CCD-3D242A34DCD8}"/>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F86C268-D301-4550-B49F-2B0F82C76B6B}"/>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BC043499-CE76-4527-B232-BE5FF816FCE4}"/>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4EB14F0F-260E-4AA3-B5FA-AA2525869083}"/>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BF356EA-27C9-4C2E-918B-6753965401FD}"/>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92AC4E0-7A8A-4197-8B17-6396267711AC}"/>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2CCCDE9-F865-4398-A9FF-BBD29A2C3008}"/>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C8C353BF-51D8-4359-BA39-71C6A3691EE6}"/>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C5D3AEE-E11F-4D40-ADF9-04462BE2DDBC}"/>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2C1A4D41-4B03-4555-81AF-990A10C42530}"/>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BA3C4132-E390-447C-8CE6-5C5D25C8908F}"/>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25E16B9-2249-4221-AF09-B389FD0D2CEA}"/>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3782E331-AFEE-4B45-8EB8-FAED2B321359}"/>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3328C199-79C8-4B36-9E28-412E4B9148A0}"/>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775A5887-6071-490B-ABD6-CF4AE6EF24E5}"/>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CFB36343-B188-4AA2-9C7F-5E8F398A208F}"/>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6DF783A2-04EA-49F1-B046-E08DB5894E5D}"/>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31F8FB54-9846-4483-96A7-B2CC1A449474}"/>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C96AB380-FE42-4501-AC18-61ACDD876C9B}"/>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0FD5CF44-B7FF-4FAA-A02B-49373C8F3BD2}"/>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42220E67-3FD5-4322-8B0A-0E29068175B7}"/>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70E3684E-394F-4182-B3AB-9917C0048A14}"/>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B7156592-EB5D-43DE-93F3-32C7C5BFDC9C}"/>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8E5E1A96-2D1E-4541-906A-45E039E29B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97991932"/>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D992CB7C-511A-4B2C-B560-82EFC581CF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1">
            <a:extLst xmlns:a="http://schemas.openxmlformats.org/drawingml/2006/main">
              <a:ext uri="{FF2B5EF4-FFF2-40B4-BE49-F238E27FC236}">
                <a16:creationId xmlns:a16="http://schemas.microsoft.com/office/drawing/2014/main" id="{1A4DEA84-43F6-4384-A8DD-F0EE533CF5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필요한 상세 정보로 가는 길">
            <a:extLst xmlns:a="http://schemas.openxmlformats.org/drawingml/2006/main">
              <a:ext uri="{FF2B5EF4-FFF2-40B4-BE49-F238E27FC236}">
                <a16:creationId xmlns:a16="http://schemas.microsoft.com/office/drawing/2014/main" id="{6E62965D-A537-41A9-A04F-5A1CA947E0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FAD0810D-5CB9-4196-86A1-683FA703B6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B556489C-3D38-45CA-9241-1DDF5C5901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36E98650-98C5-4F6A-AFAB-EDA438666C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96D09190-553E-4FAF-BD75-CE9EF5617BCC}"/>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C40FDABE-7D0D-4D24-828D-F937452FB26E}"/>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2042F230-FC80-4963-B635-FEAE6B2000D6}"/>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A4198B77-0A45-44CD-9CD0-9D3BA3165483}"/>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8BB4BAFA-4131-421C-B594-DF0BBE34ACF9}"/>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55AF3E-424F-482B-A088-A5B615556353}"/>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6E11273A-F28E-490A-907F-D9813A43FB5B}"/>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F403A74A-411A-4B53-A350-9D9521B54C96}"/>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CEA42996-6DC3-426E-A98A-DEF5E8F8399F}"/>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6663C9F-A785-4C23-BF6C-33421D529F0E}"/>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6AF0B87A-15E9-488A-A4DD-0E24D7674819}"/>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1FC42205-0FC1-42AF-9D5F-CF0632B41C37}"/>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46B645C1-290D-47D3-BB1A-78DBB39A0787}"/>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8E38550D-C8EE-44AE-8243-3C5874DF9C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3484784"/>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78175BCF-5260-48C9-807D-233BA072D7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2">
            <a:extLst xmlns:a="http://schemas.openxmlformats.org/drawingml/2006/main">
              <a:ext uri="{FF2B5EF4-FFF2-40B4-BE49-F238E27FC236}">
                <a16:creationId xmlns:a16="http://schemas.microsoft.com/office/drawing/2014/main" id="{4945DA54-3155-4FF0-8288-DBC7BE0F52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Core Context에서 상세 정보로 가는 길">
            <a:extLst xmlns:a="http://schemas.openxmlformats.org/drawingml/2006/main">
              <a:ext uri="{FF2B5EF4-FFF2-40B4-BE49-F238E27FC236}">
                <a16:creationId xmlns:a16="http://schemas.microsoft.com/office/drawing/2014/main" id="{96671066-AB76-4CA7-8994-35589A6E76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5D5B944B-59A2-4AFF-8467-4F79069464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E0D7DA0F-8F30-4D7A-9053-061C3C3B96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9BE673E9-8C0C-4195-93D4-F7CDC48789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E4E07E1F-EC3E-4F9A-A2C6-58714312D3E4}"/>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BB9E0FFF-09A2-4C0C-B4D3-46627A1DF3AE}"/>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2C165DAE-DE45-4AF4-8D5A-26DB9D0DBC40}"/>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118044D8-0523-456E-BA2A-EAC20E95AD8F}"/>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8EF7229D-7E6E-45A7-92AE-AF8B997EC8F2}"/>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689BD1FB-F178-42CA-8B63-9C0F313E5F20}"/>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70B78A20-F2E5-41E7-8017-C4AA12C3E0ED}"/>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5BC1A0C8-6267-4DF0-82B4-DB03F1255E2A}"/>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5589DD87-C582-4E30-BBFD-69113AC640D8}"/>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6194B4AF-718E-4E02-9DB2-BD54618D67BC}"/>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86BD250D-8311-4680-9F92-181550C1C042}"/>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CD56F17E-DEE1-41B9-BB04-7F9DF9BC449B}"/>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4B4091A7-DDFB-4162-B119-EC1FA6501829}"/>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2A5A7583-8DD3-4A5C-B6F7-D4F26E4FC72B}"/>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795E48CB-4486-4CAE-9FE5-31621875BFCC}"/>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955B5A2E-8D71-4283-858A-6082C0BC365D}"/>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DF7C7D03-A2AB-4410-865F-4205EAF136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9479965"/>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36469BA4-01DE-48B0-837E-59E755CC69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3">
            <a:extLst xmlns:a="http://schemas.openxmlformats.org/drawingml/2006/main">
              <a:ext uri="{FF2B5EF4-FFF2-40B4-BE49-F238E27FC236}">
                <a16:creationId xmlns:a16="http://schemas.microsoft.com/office/drawing/2014/main" id="{BF748A7D-A76B-47E3-9FF9-10CF2C7CB5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정보를 지우지 않고 위치를 나누기">
            <a:extLst xmlns:a="http://schemas.openxmlformats.org/drawingml/2006/main">
              <a:ext uri="{FF2B5EF4-FFF2-40B4-BE49-F238E27FC236}">
                <a16:creationId xmlns:a16="http://schemas.microsoft.com/office/drawing/2014/main" id="{3C1CE9C5-155E-47C6-9E87-95B093BA78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3FCFE252-B59D-4F53-B30A-F7E0225B07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926F7E7A-418A-45B5-85B8-CA1203E9E7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CFB6F2A3-A9E4-453A-AB25-C374DFF51C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66713D75-4042-4D8B-AC14-3FD5CE2C4E99}"/>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290D56FC-43C8-41C7-9CF8-250534F75CDB}"/>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2202FD24-E513-4721-B9EA-8ACF434C4476}"/>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49EBBC7A-822B-45A8-9D9A-53009724B39D}"/>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6928A700-7876-4B85-A6BD-4F5A7F183E0C}"/>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78F65C90-A3C2-4386-A938-9FCA99078595}"/>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8BC1C1C-65A7-4D69-933A-1343AA91178F}"/>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FFF6791C-B7F9-4940-AE11-C3EC734DF7CB}"/>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57F58134-74E5-4F03-ADA9-19D536D4FBCE}"/>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4B1F0545-4EA0-4102-BAA9-BBB6AC550F17}"/>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8299D89E-5D2C-4259-8A27-59FFA62DD9D8}"/>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44EF14B1-41BF-483A-A028-5A9DFE690DC1}"/>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44D8E107-1CB5-4239-A99B-FA2BA2BE8729}"/>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EAD5056E-0655-4353-88BE-21204C173457}"/>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B5521E78-A26F-45FD-AA45-5C09326F3071}"/>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36C1A57D-60EE-421B-84E6-7A2EFCC54E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925198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4945A22F-CCA3-4D79-A358-265C5F65A6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4">
            <a:extLst xmlns:a="http://schemas.openxmlformats.org/drawingml/2006/main">
              <a:ext uri="{FF2B5EF4-FFF2-40B4-BE49-F238E27FC236}">
                <a16:creationId xmlns:a16="http://schemas.microsoft.com/office/drawing/2014/main" id="{D5497FE4-EA67-432E-B150-0B5B4FD8D7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서로 다른 두 Task가 무엇을 읽을까?">
            <a:extLst xmlns:a="http://schemas.openxmlformats.org/drawingml/2006/main">
              <a:ext uri="{FF2B5EF4-FFF2-40B4-BE49-F238E27FC236}">
                <a16:creationId xmlns:a16="http://schemas.microsoft.com/office/drawing/2014/main" id="{9A83A41A-0827-4C67-8381-E52E9A4517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30421655-3712-4CDB-9FCD-A7E31CED6D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789CFDC9-ACB1-42BB-925F-B25FC6A7B8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E8704147-0989-4850-89CB-3687EB6F03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73A320F4-C3B7-407C-A686-4F859FCB2346}"/>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DC504720-E61E-43FF-8775-9DD19CEAA79A}"/>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FCFA16B2-EDDE-492C-AAE2-0DCAA87BC9BB}"/>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E0EDDB7-AE9C-4AD5-A4C4-8FC969E31DF7}"/>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BA279C86-F6DB-41C7-996E-E027D678BB21}"/>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6FC5EA7A-9033-4F35-A26D-3A381F99447D}"/>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EB6AB028-8F51-41BD-BBCD-5BD50B6B04B0}"/>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47420FC9-4AAE-4C74-8B3E-0E1F0F5724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3404919"/>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AD18ABC6-91D4-43E2-95B6-CC4CC2F8B1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5">
            <a:extLst xmlns:a="http://schemas.openxmlformats.org/drawingml/2006/main">
              <a:ext uri="{FF2B5EF4-FFF2-40B4-BE49-F238E27FC236}">
                <a16:creationId xmlns:a16="http://schemas.microsoft.com/office/drawing/2014/main" id="{8FFEA73D-138D-44DF-81EB-C66F762A62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Crop Task에서 관찰한 접근">
            <a:extLst xmlns:a="http://schemas.openxmlformats.org/drawingml/2006/main">
              <a:ext uri="{FF2B5EF4-FFF2-40B4-BE49-F238E27FC236}">
                <a16:creationId xmlns:a16="http://schemas.microsoft.com/office/drawing/2014/main" id="{EE0596C0-D84E-4872-9551-61B620BC56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CC7D284-98B0-4076-9C70-9FB92ED5CD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68E5B0F0-6B7D-4D2C-ABB0-DFA9FE363B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7E97E579-90F7-4B25-80B7-C3F29C3303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F38057A1-101B-4AFD-A6C4-56B943637C3C}"/>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4F8C601F-F6DA-4F0E-A3E7-F33E63B1C60D}"/>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8C57E553-7DBB-4FEF-BF44-D4933838AEB6}"/>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FB0D2F86-E8F7-43BB-9446-94332911923E}"/>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BCE18173-EBAC-4659-B38C-77747B0F10C7}"/>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7E918DBA-11BC-4D38-882E-6FD51D803429}"/>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3D4370C6-0851-4812-81FC-5B45E91B4801}"/>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BD463FD2-0CAC-4427-BCCC-D951D3C3D79C}"/>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ADDBED1E-7E26-45B1-B0C2-E9B5476BE8F5}"/>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1A69A56C-F182-4BE3-96EF-04F91E53D55B}"/>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264048BE-3C82-4705-8170-C7AC00AABDBA}"/>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19E25DCD-981A-472B-BA61-6A7A5F583A36}"/>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2BE4235F-A9AA-436C-A0C6-AB5FFD5FED98}"/>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FC48611A-9A13-4A3D-95DD-0F50F345BED7}"/>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A3D7166B-DE54-4E27-B673-79BB7F0AE915}"/>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1323FFBE-D048-45CF-A10D-A1DCEF6AD0EA}"/>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F8BB4A2C-6A5E-4D30-A28D-4F7EE18A8FB4}"/>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C6FDD6B2-6D00-46E5-A47F-C0AF409002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89865211"/>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5FA2112A-56B9-4F95-B985-B65B009A64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6">
            <a:extLst xmlns:a="http://schemas.openxmlformats.org/drawingml/2006/main">
              <a:ext uri="{FF2B5EF4-FFF2-40B4-BE49-F238E27FC236}">
                <a16:creationId xmlns:a16="http://schemas.microsoft.com/office/drawing/2014/main" id="{2089932B-2994-4112-850D-ABC9BF95AF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Task별 접근은 달랐지만 완벽하지는 않다">
            <a:extLst xmlns:a="http://schemas.openxmlformats.org/drawingml/2006/main">
              <a:ext uri="{FF2B5EF4-FFF2-40B4-BE49-F238E27FC236}">
                <a16:creationId xmlns:a16="http://schemas.microsoft.com/office/drawing/2014/main" id="{7EF3C78B-0AB1-4854-B114-86504C7F95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68A5C04F-2414-477D-8C10-5A96A8B8E4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A0C64F53-E330-4350-AFE4-47AE56EACB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859A72AD-2B21-4FD1-BE29-87A61AF2D7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34D97E13-0724-428E-A551-785BCD1B8E29}"/>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172E4229-79E0-4557-B589-8FEDDE23D8D6}"/>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0D5650E4-C26F-4E14-AA84-0D8140982260}"/>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E83EA4DB-B196-4165-9A4F-2B2028DBB6BB}"/>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6AB7428E-89AA-41F0-8627-2DB43CA709C0}"/>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D403DCF1-BEB4-4ABC-A8F5-A9AD79DB5AAF}"/>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4C64A80C-EB60-416C-89E7-50F24F82F36D}"/>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9E0B0BAE-5D5F-46D6-9FF4-3EB1E18DEF51}"/>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4A6C10FD-C0D9-43E7-B086-B05AC386BE6F}"/>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50C31112-0C74-45F2-BEB2-C28A8E22F4FB}"/>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806CC157-ED73-4041-82D5-93645B2BA1CC}"/>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FC3611EA-0401-4F2A-A8C8-56A7151F0983}"/>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384B1CCF-F4A9-4DF4-B42B-325C7DB21740}"/>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2DB3F8E2-D015-49C9-B704-1A1D57B52721}"/>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FD90BE72-8859-48CB-A9FE-11661E15F88C}"/>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05D7BC98-AB28-4F9E-9CBF-CF059AFCA3C3}"/>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78D08CAA-5ADA-4EC5-AECB-EA7935442F16}"/>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D84C2C72-F156-4F07-83F5-29031BE139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1203477"/>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50CE72BA-5DA3-4376-B600-527E62C3A7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7">
            <a:extLst xmlns:a="http://schemas.openxmlformats.org/drawingml/2006/main">
              <a:ext uri="{FF2B5EF4-FFF2-40B4-BE49-F238E27FC236}">
                <a16:creationId xmlns:a16="http://schemas.microsoft.com/office/drawing/2014/main" id="{EA8BE6F0-9458-47D2-B884-8442E32931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지식은 정리됐지만 절차는 반복된다">
            <a:extLst xmlns:a="http://schemas.openxmlformats.org/drawingml/2006/main">
              <a:ext uri="{FF2B5EF4-FFF2-40B4-BE49-F238E27FC236}">
                <a16:creationId xmlns:a16="http://schemas.microsoft.com/office/drawing/2014/main" id="{25662395-B8F5-412B-B06A-4A82E8FC9F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3CD8CAFC-2885-4AE6-9A46-9B6DE33ABF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793337C3-A498-4A32-84FF-5E8E72AEAB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0A337AD8-5025-4C77-B69C-42F012041C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EB7E8D2E-8EE7-4213-AF6D-FBEEE37BF175}"/>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79CFD5E9-507A-4DAF-B49F-B14E499C4E47}"/>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021D2A43-9C29-478B-99A9-B930A43E586F}"/>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7F01048-7E1D-4238-B9EF-F08E40019CEB}"/>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90E79EDF-749E-42C8-8B11-214960F559FF}"/>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1C2CAE24-AD02-4736-A1D8-FC401B78DB2C}"/>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107300DF-28E1-4F1F-BCEC-C37CB43B95D0}"/>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D9E367BC-7A1E-439F-B4CD-0F7FBB82F0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072301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49C914C8-791B-4DE2-9270-9118875781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8">
            <a:extLst xmlns:a="http://schemas.openxmlformats.org/drawingml/2006/main">
              <a:ext uri="{FF2B5EF4-FFF2-40B4-BE49-F238E27FC236}">
                <a16:creationId xmlns:a16="http://schemas.microsoft.com/office/drawing/2014/main" id="{066E6F48-5BCE-40C0-A56D-4E2252A61F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서로 다른 Performance Task,&#10;반복되는 절차">
            <a:extLst xmlns:a="http://schemas.openxmlformats.org/drawingml/2006/main">
              <a:ext uri="{FF2B5EF4-FFF2-40B4-BE49-F238E27FC236}">
                <a16:creationId xmlns:a16="http://schemas.microsoft.com/office/drawing/2014/main" id="{D75988E4-75BB-41AD-B265-BC19B3415C8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3A08F260-14D8-416F-9AAC-A2F7DC3DE6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1ADFB4E7-1EE3-45BC-843A-2CC85D012D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1BFB3A76-17A1-44FB-9725-9BBE257EA8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0A69433A-C85E-4E99-A53A-FCF89D049417}"/>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CA4D33E3-CCAC-4D0D-8A3E-B250804BAABD}"/>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D005DAB6-51E9-4788-9D6A-411B91DDCC84}"/>
              </a:ext>
            </a:extLst>
          </p:cNvPr>
          <p:cNvPicPr>
            <a:picLocks xmlns:a="http://schemas.openxmlformats.org/drawingml/2006/main" noChangeAspect="1"/>
          </p:cNvPicPr>
          <p:nvPr/>
        </p:nvPicPr>
        <p:blipFill>
          <a:blip xmlns:r="http://schemas.openxmlformats.org/officeDocument/2006/relationships" xmlns:a="http://schemas.openxmlformats.org/drawingml/2006/main" r:embed="R75729a86ed3d427d"/>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6FE2942B-A35A-4AEB-97EC-1EB8AA74141E}"/>
              </a:ext>
            </a:extLst>
          </p:cNvPr>
          <p:cNvPicPr>
            <a:picLocks xmlns:a="http://schemas.openxmlformats.org/drawingml/2006/main" noChangeAspect="1"/>
          </p:cNvPicPr>
          <p:nvPr/>
        </p:nvPicPr>
        <p:blipFill>
          <a:blip xmlns:r="http://schemas.openxmlformats.org/officeDocument/2006/relationships" xmlns:a="http://schemas.openxmlformats.org/drawingml/2006/main" r:embed="Rd70693fc3edc4cfb"/>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DE1319E7-4D50-4897-B3DB-FA2F8B0FE936}"/>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515B1582-A60A-4606-BFAC-B7A70EF27BA0}"/>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8512D9C9-DDD1-4451-A8A5-A28A5DF2C70F}"/>
              </a:ext>
            </a:extLst>
          </p:cNvPr>
          <p:cNvPicPr>
            <a:picLocks xmlns:a="http://schemas.openxmlformats.org/drawingml/2006/main" noChangeAspect="1"/>
          </p:cNvPicPr>
          <p:nvPr/>
        </p:nvPicPr>
        <p:blipFill>
          <a:blip xmlns:r="http://schemas.openxmlformats.org/officeDocument/2006/relationships" xmlns:a="http://schemas.openxmlformats.org/drawingml/2006/main" r:embed="R053d6e3e01354b4c"/>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E59EE492-45C4-4222-BF25-A0FE8F4C98BB}"/>
              </a:ext>
            </a:extLst>
          </p:cNvPr>
          <p:cNvPicPr>
            <a:picLocks xmlns:a="http://schemas.openxmlformats.org/drawingml/2006/main" noChangeAspect="1"/>
          </p:cNvPicPr>
          <p:nvPr/>
        </p:nvPicPr>
        <p:blipFill>
          <a:blip xmlns:r="http://schemas.openxmlformats.org/officeDocument/2006/relationships" xmlns:a="http://schemas.openxmlformats.org/drawingml/2006/main" r:embed="R2e65f2d62be647b9"/>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52447E7A-F88F-4E7B-AB35-1A4901D0FAF9}"/>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DADFD083-2D69-4C7C-B3AB-3EBC1469A67E}"/>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C96D1553-C107-4996-942C-4BE934688D7E}"/>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D407EE59-6BBC-4532-B180-94FD998C4816}"/>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3993D735-5833-427D-931D-6752D31DC021}"/>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8AE3FBDA-EC8D-423E-8DFA-A7BE8D9D4A23}"/>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4CB613B5-CDDD-4219-913C-2477FAEFCBA6}"/>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491D823D-8E1B-4464-B481-86DC6529CDFF}"/>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1D0A0B9F-F792-4CD5-9DA7-DFC4E248BF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624425808"/>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48E7F8E4-B7BE-42FE-8503-D7598ECDD4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9">
            <a:extLst xmlns:a="http://schemas.openxmlformats.org/drawingml/2006/main">
              <a:ext uri="{FF2B5EF4-FFF2-40B4-BE49-F238E27FC236}">
                <a16:creationId xmlns:a16="http://schemas.microsoft.com/office/drawing/2014/main" id="{B9A1D5F5-3A8C-43D0-B390-BAD0C71C6D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Project 사실과 작업 절차는 다르다">
            <a:extLst xmlns:a="http://schemas.openxmlformats.org/drawingml/2006/main">
              <a:ext uri="{FF2B5EF4-FFF2-40B4-BE49-F238E27FC236}">
                <a16:creationId xmlns:a16="http://schemas.microsoft.com/office/drawing/2014/main" id="{CB4FC41F-354F-490A-98B2-431BC5CEA0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3F4EA5A9-8F6A-4A7B-B298-781194B47E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F30DD61B-94B4-471C-B229-A73243DD8A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8BE0336D-935D-4360-8147-0743A878B5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DDA1660F-8418-4AC8-A8B4-58AC922322A6}"/>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EE396D6A-3BB3-4287-AE3B-0BBAE6EFCF77}"/>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2C60D66F-8B90-4C76-9676-D51151E205C4}"/>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36B2130-D566-4F67-B884-710A7DFE7A1A}"/>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FB39671D-C54E-46AF-BFFF-A8C5CFB76710}"/>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01F94380-F0A6-41F7-9B65-D99A058B2EC8}"/>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A2A005C2-A238-4E56-BDFD-50F88FD64F62}"/>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F142DF96-4069-451E-8588-C5FB8D192360}"/>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391C027E-2217-4767-8D00-BF543B825BA7}"/>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1B648AC3-BF68-4970-A6AD-B27825FCEC8A}"/>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1D5C7089-01A4-4AC9-9149-2D34C1DF61F3}"/>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63F4C384-AC00-42C6-BAF5-BC37636801E6}"/>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0CE03A48-8E63-4034-93BB-22912059F1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7466974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7CECDDA9-F90C-4691-AC98-E6BF920865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0">
            <a:extLst xmlns:a="http://schemas.openxmlformats.org/drawingml/2006/main">
              <a:ext uri="{FF2B5EF4-FFF2-40B4-BE49-F238E27FC236}">
                <a16:creationId xmlns:a16="http://schemas.microsoft.com/office/drawing/2014/main" id="{9676FFC3-CECE-4FF2-87B7-2CCA6037F9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Task, Context, Workflow의 역할">
            <a:extLst xmlns:a="http://schemas.openxmlformats.org/drawingml/2006/main">
              <a:ext uri="{FF2B5EF4-FFF2-40B4-BE49-F238E27FC236}">
                <a16:creationId xmlns:a16="http://schemas.microsoft.com/office/drawing/2014/main" id="{53F15235-6A95-496D-A3C0-EAF8B665D4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D259475F-846B-4346-8D75-6739057071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FB6783E1-C5A1-4BC4-A397-F958936DDB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A029E5E8-FD43-4D82-BB5D-79B96DCFC9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21AF3A96-0F7C-4A1C-9A3B-94547F172775}"/>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E9747AEC-3747-4871-9AE1-A45B8FA43231}"/>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B0FEC44D-A414-4CE7-AEE5-B6525AD80442}"/>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2FF59D62-0F30-45BA-A862-2AF3ECFA49CC}"/>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A2EED852-C4B7-4B31-A6B8-E72E439C4B03}"/>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2FD40192-49F1-47E4-A51D-4A26EFABAA72}"/>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00C150B6-7B0F-46DA-9ABF-6160355BF47E}"/>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491E0E92-EB1A-4785-A064-02767A93A16C}"/>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7A99BF15-2708-4373-B348-5A548D65C34A}"/>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09353335-FB44-4051-9E77-EF14285AF3D3}"/>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4603C3AD-A08B-4E96-BA9D-51AF61FA354B}"/>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30078783-F227-4405-9A8F-0EA74DF092BB}"/>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FAC6B197-94C7-4C64-9C15-0373078DD8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3900356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B1FED2E3-B95E-437D-B092-66D817DF4D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1">
            <a:extLst xmlns:a="http://schemas.openxmlformats.org/drawingml/2006/main">
              <a:ext uri="{FF2B5EF4-FFF2-40B4-BE49-F238E27FC236}">
                <a16:creationId xmlns:a16="http://schemas.microsoft.com/office/drawing/2014/main" id="{CA04265C-7977-409A-9431-572787699D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반복 절차를 Skill로 옮길 수 있을까?">
            <a:extLst xmlns:a="http://schemas.openxmlformats.org/drawingml/2006/main">
              <a:ext uri="{FF2B5EF4-FFF2-40B4-BE49-F238E27FC236}">
                <a16:creationId xmlns:a16="http://schemas.microsoft.com/office/drawing/2014/main" id="{5BD4F745-1635-4E3B-B07E-65DB073FBE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6C3A7743-FFE9-4130-B900-73280F9BF4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0733A502-1E63-43DA-8338-3A04D3E4F8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4A0A3E84-AD20-464C-A788-6090CE30C9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F52F2563-0574-44B2-A3F0-9F763A8CD5A3}"/>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402E5D88-78EA-4EA8-B8EF-2A10D6B9B684}"/>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5E0C8F81-6EE3-439D-AB12-2439E07F7185}"/>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BD94978-36A9-495C-AB93-E3280EC736E8}"/>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D9D3BED2-E65D-4623-AABF-8EA878F06A0C}"/>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CDB0BE2E-1A36-430B-828E-52AD28344E78}"/>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DD97BD6A-7404-4C27-9D1E-1F95C0F7E3BD}"/>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A9A63EF3-EA0E-4E70-AA7B-B321F05639C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F7ACA2C4-EFCD-4AE7-9176-648BD01FD5A1}"/>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C9A4FF55-20C8-4AB7-A010-D6C47D5E5B6C}"/>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DD871B38-53A8-475D-839A-D805A12A48E4}"/>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4A44CCA0-AFE6-45CA-A77F-52DE67EC5C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69299675"/>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AD51CF3F-42E9-4CDF-8196-47B572B0D1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2">
            <a:extLst xmlns:a="http://schemas.openxmlformats.org/drawingml/2006/main">
              <a:ext uri="{FF2B5EF4-FFF2-40B4-BE49-F238E27FC236}">
                <a16:creationId xmlns:a16="http://schemas.microsoft.com/office/drawing/2014/main" id="{5E90D749-493E-455B-B9A2-9690BAD4AA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Skill을 어떻게 발견하고 호출할까?">
            <a:extLst xmlns:a="http://schemas.openxmlformats.org/drawingml/2006/main">
              <a:ext uri="{FF2B5EF4-FFF2-40B4-BE49-F238E27FC236}">
                <a16:creationId xmlns:a16="http://schemas.microsoft.com/office/drawing/2014/main" id="{2CD82C1D-B154-4EC1-9AE6-217BFA53D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4E512967-8CA9-4D1A-B451-A62967C6D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FF1FAE81-4CE3-4A57-AA55-DF20A0B5EA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F59FCEE6-F056-47FC-819A-CCC7B6F12A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4F737AF9-1FE1-42C1-8FCC-5BFD2F53BE5E}"/>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9D6906B1-7C02-45B8-9616-F070F218E6A0}"/>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0A395157-1EAF-4437-AA26-07C6BF8ABE83}"/>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2E2B6942-0A7E-40A2-B65F-0F8CC08E42A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274A02AF-2B69-48F3-BEEA-D970DA561DD5}"/>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1B2E0A64-DAC8-4E4F-B337-544862731928}"/>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C36B1F95-AD3F-411A-ACF8-78870E28A678}"/>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33060ADC-8FDC-4532-9740-DF4F8D20C18D}"/>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867CD4FF-10C4-4EC9-8980-B0B5D731E92D}"/>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45A5D08D-97F0-42CD-9B4D-D12D57B042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8312117"/>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FA07FC46-C9FF-4752-8240-70147C8563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3">
            <a:extLst xmlns:a="http://schemas.openxmlformats.org/drawingml/2006/main">
              <a:ext uri="{FF2B5EF4-FFF2-40B4-BE49-F238E27FC236}">
                <a16:creationId xmlns:a16="http://schemas.microsoft.com/office/drawing/2014/main" id="{D2F33763-3A02-4DE9-A148-EF7156739A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절차의 책임이 Prompt에서&#10;Repository로 이동">
            <a:extLst xmlns:a="http://schemas.openxmlformats.org/drawingml/2006/main">
              <a:ext uri="{FF2B5EF4-FFF2-40B4-BE49-F238E27FC236}">
                <a16:creationId xmlns:a16="http://schemas.microsoft.com/office/drawing/2014/main" id="{572AC529-DC43-48E9-9372-503D91C0520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AAE07916-6948-4761-95EA-B79F3E3E9F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305CD464-0E01-4F24-9C9A-5CE592365E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C03133C8-F2C2-4B1D-A6DD-2051EEAEAC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B0B435FA-860A-40EE-B61C-62F440BF7206}"/>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97A19E3B-1E27-4F6B-B00C-7E54612CE3D2}"/>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9361DF28-A1C0-416B-A57A-B88EF4E5A7F0}"/>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96DCFA6-C738-43DE-8E72-66280125732C}"/>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50E310D0-92EF-4A7C-8AB0-70CBA48B6159}"/>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B538471B-EB28-49FB-A456-00B7D8BE0617}"/>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19BBB236-D72C-4036-99C0-A62F24AC5281}"/>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C9B55630-1F99-402A-BA37-944E68B1A232}"/>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9642B11E-201F-48BB-A649-1064F714228C}"/>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C0CCBE3A-90E4-483B-BEAE-B59C86E5746A}"/>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D63CB64C-B880-4F78-BE04-9A9AF54317CC}"/>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A7B01C19-38FD-4658-86A1-3266125B3D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45586046"/>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3D5C1FDF-32CE-4324-AE17-FB43D1457C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4">
            <a:extLst xmlns:a="http://schemas.openxmlformats.org/drawingml/2006/main">
              <a:ext uri="{FF2B5EF4-FFF2-40B4-BE49-F238E27FC236}">
                <a16:creationId xmlns:a16="http://schemas.microsoft.com/office/drawing/2014/main" id="{1C685129-4A6F-47EE-BC46-111CE11B07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답을 담지 않는 Workflow">
            <a:extLst xmlns:a="http://schemas.openxmlformats.org/drawingml/2006/main">
              <a:ext uri="{FF2B5EF4-FFF2-40B4-BE49-F238E27FC236}">
                <a16:creationId xmlns:a16="http://schemas.microsoft.com/office/drawing/2014/main" id="{CFC278D2-25D8-448E-ACC6-43C718D948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F7A8ACC2-8FAE-4C17-B929-5276D2D4AF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3D79E770-CCDE-4DD6-9DC3-9D9E607607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4FAE88EC-509B-4F46-8B74-EC3B327C5F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F90DB1ED-2AE4-48EE-A6F1-5D8A85DD7B22}"/>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A7DC24BE-D61A-440D-BFB0-301147C39FD0}"/>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6C602D96-32ED-427E-9018-F51B800BEA2A}"/>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169F5C7F-E0A3-4C63-AEAC-D7C9498985C7}"/>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2BFD7030-3040-4C6C-89D3-E338C0293854}"/>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56A32BEA-6AC5-4B98-9C96-4B9421842E4E}"/>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E423C80D-1A84-490E-8348-43766BB941BB}"/>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1EBA4F5E-2C4D-426A-BE3B-15ECA0233DDE}"/>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2364C0A9-18D9-41C5-BA04-23A29F2F0227}"/>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EE0D4D43-4C96-4A5E-8AA5-BE5CB56911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445159787"/>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6984E3D5-8BE9-4457-94F0-359EB8C877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5">
            <a:extLst xmlns:a="http://schemas.openxmlformats.org/drawingml/2006/main">
              <a:ext uri="{FF2B5EF4-FFF2-40B4-BE49-F238E27FC236}">
                <a16:creationId xmlns:a16="http://schemas.microsoft.com/office/drawing/2014/main" id="{DA752411-9A26-4B28-AC6B-4527033B73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측정으로 후보를 고르다">
            <a:extLst xmlns:a="http://schemas.openxmlformats.org/drawingml/2006/main">
              <a:ext uri="{FF2B5EF4-FFF2-40B4-BE49-F238E27FC236}">
                <a16:creationId xmlns:a16="http://schemas.microsoft.com/office/drawing/2014/main" id="{DC41BED3-FC8C-48D1-BA89-5F029D69B3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09960D83-76D8-4603-BCEF-C37AC5040F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196C4F4C-DABA-4A15-B500-F8CF8FB9D2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98B82279-07D3-4E8D-84F7-F98DA07056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F4CA615F-B956-435F-B9C1-6DC23CA21F35}"/>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4A172ED1-154D-44CB-87D2-4B18ECD91189}"/>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A0215E30-9745-42EE-B984-57EE5EA542C4}"/>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2233575D-4619-41DF-A53E-04AD19375134}"/>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2428AEF5-BD52-4BE6-BD74-DADFE02DAB01}"/>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BFC190FD-6523-41F5-BF96-B6E73CCFEE83}"/>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15D26292-173D-472D-A528-59BE92637444}"/>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7FE8B562-0588-4D04-95CC-B4223824540A}"/>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C0420122-EC56-4732-B500-FFE770AB1B34}"/>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14BED7D7-6FAF-4BCA-95B2-387AEDF67CE8}"/>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2583C00B-8389-4FD7-9102-D42B7E5428D3}"/>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70C0DEAA-396B-4A60-9613-A2F9A255E033}"/>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0DD8B059-ADC1-4E15-AAB6-E690D1C70A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199277106"/>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14C38097-7106-4A83-87A7-7D8223D990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6">
            <a:extLst xmlns:a="http://schemas.openxmlformats.org/drawingml/2006/main">
              <a:ext uri="{FF2B5EF4-FFF2-40B4-BE49-F238E27FC236}">
                <a16:creationId xmlns:a16="http://schemas.microsoft.com/office/drawing/2014/main" id="{0F949386-0780-42FD-A4B2-545350CEF2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Working Harness Success">
            <a:extLst xmlns:a="http://schemas.openxmlformats.org/drawingml/2006/main">
              <a:ext uri="{FF2B5EF4-FFF2-40B4-BE49-F238E27FC236}">
                <a16:creationId xmlns:a16="http://schemas.microsoft.com/office/drawing/2014/main" id="{17955E7E-A85F-46B4-8B2E-B2EA4856FF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E5DF03E1-234D-476D-8D5A-FE8267CF7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F09A76D7-49E8-4E80-B174-2D2B6E633D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D7432C25-D889-4276-9382-C122465083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847DBFEF-D7F6-481A-A098-FAE88B350470}"/>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8777151C-145B-4FC8-9606-A67EA8538F45}"/>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3D09D747-1002-4620-BB27-601F00F72D42}"/>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0A67CC2D-BF47-4CDF-A7AB-0C646325C36C}"/>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8ea28d20bfd54c0f"/>
          </a:graphicData>
        </a:graphic>
      </p:graphicFrame>
      <p:sp>
        <p:nvSpPr>
          <p:cNvPr id="11" name="">
            <a:extLst xmlns:a="http://schemas.openxmlformats.org/drawingml/2006/main">
              <a:ext uri="{FF2B5EF4-FFF2-40B4-BE49-F238E27FC236}">
                <a16:creationId xmlns:a16="http://schemas.microsoft.com/office/drawing/2014/main" id="{421009F1-362F-4EF1-99F4-73FEDAE356D7}"/>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0F438B38-EC69-4C5C-AF9B-83F32FBA43D1}"/>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399D30C1-E387-4278-8B47-C1D9B74EDB49}"/>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976DA47C-CDA2-4D2E-B85D-F25956F93243}"/>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372E8996-BD94-42B3-BC83-9513AEA41D43}"/>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0AF4E62A-1B6C-4DFE-AAA0-5D4A7DA1D6A7}"/>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BC611C1F-DC1D-4BF2-8C0D-86F1545984B3}"/>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2BA2B1EF-4D46-4DA8-8467-239723BE698E}"/>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EE07B76E-9506-4C3E-B129-141B9F268009}"/>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2C050E7B-6C13-4A39-A385-572D235F7C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07950727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B5D42B8B-C848-4411-8437-1CE5AC0DF1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7">
            <a:extLst xmlns:a="http://schemas.openxmlformats.org/drawingml/2006/main">
              <a:ext uri="{FF2B5EF4-FFF2-40B4-BE49-F238E27FC236}">
                <a16:creationId xmlns:a16="http://schemas.microsoft.com/office/drawing/2014/main" id="{08248AD3-4AD5-4DBC-B846-793CB947AD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이 작업에 Subagent가 필요했을까?">
            <a:extLst xmlns:a="http://schemas.openxmlformats.org/drawingml/2006/main">
              <a:ext uri="{FF2B5EF4-FFF2-40B4-BE49-F238E27FC236}">
                <a16:creationId xmlns:a16="http://schemas.microsoft.com/office/drawing/2014/main" id="{9B455CDE-6B9D-434C-8F96-CF7FA923FB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E154B2AB-378D-4F3E-9F1E-CBB8A76414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BDC9AE5D-E523-4109-B002-B08D61D543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9B79FF0E-AA53-43A2-BE86-DC98D9AE82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9C9CFFC0-FF3C-4385-B594-E8C79769247E}"/>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5838B981-CE7C-4870-9DB4-EB939E28AAA4}"/>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9B9CF488-D06A-47C3-A49E-52AFAF5785B7}"/>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E2EBE10A-7B15-4C9F-BFF0-F868986BF865}"/>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8251D97-5E0F-4571-BECE-DDD6A9A78B10}"/>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B0299CA3-EEF7-44D1-9F25-A9198A458D49}"/>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7C439A71-5F8D-4BD9-B92E-AE9329BEC6E4}"/>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0841DC1D-B8DC-4E7D-AAE4-929E26CBAFAA}"/>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75C2EC2-3D69-41A1-A677-A21843E9F897}"/>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57C58BAA-D025-40C4-9A80-8C84F4663EE2}"/>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7DD121FF-D950-4864-9B2E-A7C4E54303EA}"/>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B0EA6E04-8C68-45A8-AC83-5D37AD269C20}"/>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B94C0FD6-B251-435E-85B7-AB4391967BB8}"/>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018A6C1F-E5F8-492E-A108-0B23F8400DB6}"/>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3E0836D4-DA51-4266-9CEE-86F449F7D9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1511314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DBAA81A4-47D6-48B4-A80D-DAF55CD11C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8">
            <a:extLst xmlns:a="http://schemas.openxmlformats.org/drawingml/2006/main">
              <a:ext uri="{FF2B5EF4-FFF2-40B4-BE49-F238E27FC236}">
                <a16:creationId xmlns:a16="http://schemas.microsoft.com/office/drawing/2014/main" id="{A557B786-6D6A-46DF-9715-49BF6E51BC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Subagent를 고려할 조건">
            <a:extLst xmlns:a="http://schemas.openxmlformats.org/drawingml/2006/main">
              <a:ext uri="{FF2B5EF4-FFF2-40B4-BE49-F238E27FC236}">
                <a16:creationId xmlns:a16="http://schemas.microsoft.com/office/drawing/2014/main" id="{DFC8F503-6883-4CCD-A83C-C70EFA9D1E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8769228A-A51E-41EC-8A49-C726600A68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52A70DBF-F83B-4AAD-8857-210035FF44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FDA510FA-D9B5-490C-83FF-2496724A54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63F07496-1748-4C03-ACD3-F4373897C4ED}"/>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E28B7E91-9EE7-47F7-8408-1FAD51F0E1A4}"/>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88F01A86-056F-46A6-A8E3-9CD415011A38}"/>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8DE8C0E3-7A84-4F02-914A-829A40C8359F}"/>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E100FFC6-24ED-4324-B35C-A24B6150B97D}"/>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E6A79472-C208-4ACF-B94B-775533BDE0C3}"/>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4B59A4CA-4F37-4AA5-B696-A7CB3A83EB78}"/>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67C9B5BC-95CE-4663-8087-538BE11CBE33}"/>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5E00ECD4-FA8E-4076-B022-8DE808F1904A}"/>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AF44C2E3-0A3F-47AF-A16F-8FD182C9BA09}"/>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A905D2A4-AD4D-40AF-809E-95920142D9F7}"/>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5DB5E19D-9D5C-4F5E-9DCD-5F198E3DB5A1}"/>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8DF9EF63-00D7-410E-AEF9-6D2BA5CFD02F}"/>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A835457-E8CC-4518-97B9-6F4EF5DC7CE4}"/>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D9993AC9-212C-4AAE-8961-DCA3AE85173D}"/>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AC44B867-C2FF-40C7-BA25-DAF6B1E705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46788750"/>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F86C5715-9D01-4262-9B11-1D179B9D33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49">
            <a:extLst xmlns:a="http://schemas.openxmlformats.org/drawingml/2006/main">
              <a:ext uri="{FF2B5EF4-FFF2-40B4-BE49-F238E27FC236}">
                <a16:creationId xmlns:a16="http://schemas.microsoft.com/office/drawing/2014/main" id="{B0B4CA64-B292-4EED-963D-BE78172A77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무엇이 다시 찾기 어려운 지식인가?">
            <a:extLst xmlns:a="http://schemas.openxmlformats.org/drawingml/2006/main">
              <a:ext uri="{FF2B5EF4-FFF2-40B4-BE49-F238E27FC236}">
                <a16:creationId xmlns:a16="http://schemas.microsoft.com/office/drawing/2014/main" id="{7E989354-9627-423C-BB27-E1C139CE86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C6B8D0A6-7C42-4B28-8229-99D450D327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1CA49702-A1AE-4586-AED2-1A47EAC2D3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CC154C89-9D76-4081-A1C4-4D2389C90A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617138BF-69B4-466D-B9B4-9331DFBF7310}"/>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5F03F407-014F-4620-97BA-C589DFEB3E40}"/>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49A8871A-B5DB-411B-80FE-4192260895C2}"/>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207D7B1D-90C6-4887-8E9E-E95FFDF741AE}"/>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B60FEF1C-5033-4133-8E09-0901EF9027F4}"/>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15807C30-40E0-4AB0-B938-D80144948763}"/>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8E40D5B5-F5B2-4F59-8CD3-CC0CB6DFF5B7}"/>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1F992E6E-6883-4F5F-8EF9-17FBC6108CC4}"/>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989CC54B-0E4F-4043-AF28-BD9F2700872E}"/>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5AD1F403-C652-4EA7-ACAF-CD7BB3CC7391}"/>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F56363CE-0B5D-427B-87F4-07E8955F5DB8}"/>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225BCB87-D7F1-4935-A360-BBC72B924B80}"/>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2642DB5D-285D-4A87-A344-141B79579F78}"/>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A7BAC509-231E-4608-8696-1A0E4457E75D}"/>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7650850A-65BD-4EE0-A1E9-2069DFA9D4EA}"/>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B3476052-17B9-4B18-B9A1-54BB129316D8}"/>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60EA23A7-F723-47A7-A488-53F3002C380B}"/>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805FE6AB-8748-4EF7-9CD4-95E1DB2722E1}"/>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693A1FDE-7722-4ED2-BAB0-C3F810A991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152636"/>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EF081019-27B9-4F97-8C37-68E72B73DC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0">
            <a:extLst xmlns:a="http://schemas.openxmlformats.org/drawingml/2006/main">
              <a:ext uri="{FF2B5EF4-FFF2-40B4-BE49-F238E27FC236}">
                <a16:creationId xmlns:a16="http://schemas.microsoft.com/office/drawing/2014/main" id="{F4C01603-F8A4-4C11-AA25-890621A92D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emory는 재발견 비용으로 판단">
            <a:extLst xmlns:a="http://schemas.openxmlformats.org/drawingml/2006/main">
              <a:ext uri="{FF2B5EF4-FFF2-40B4-BE49-F238E27FC236}">
                <a16:creationId xmlns:a16="http://schemas.microsoft.com/office/drawing/2014/main" id="{DF9129A6-852C-41A2-AA1B-383780DECD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6DF1227F-73E9-42DE-A167-62457495A8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6392C0AD-B8B5-4BD6-B373-ABB9CDF78F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242A5FC6-7EB7-41E4-A10C-2C66697921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6EC55DA1-5FE1-4618-9F78-6D4A0ACEC792}"/>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DBA2F9F0-1CB9-4D31-81B3-90E9883CA245}"/>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9A334A81-DB9E-46E8-A784-F0FC3E2AB9F4}"/>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8E54DC47-0186-494F-8C76-AB602935DDC8}"/>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F7FED1D6-2B2C-40A4-B3DE-5390D0C6352A}"/>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CDB07F39-5BFF-48AA-A6EC-AC566A4A7CF6}"/>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ED771543-AC4E-459E-932E-0A81469C33B2}"/>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486F7831-A976-4B9E-AADE-27C2E4EAE931}"/>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A1137F3F-67F6-4CB0-8B40-45D943765029}"/>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95FF3FA1-5FD4-493C-8947-659FD1E90B70}"/>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92FCD216-4056-4CF1-831A-23A8B33DD871}"/>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11BDA809-CCEF-4CFB-9D45-3D1F631D4C5A}"/>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FE700186-5ED4-4507-A759-1B9891AF525C}"/>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8BD18552-000C-4477-AEE9-F0541BFCF6DD}"/>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3FC914AF-889E-49E7-9334-B3FDF26594AC}"/>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CBD048B7-A28E-4824-9B7E-6EA60627C305}"/>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E22DB09C-CA7C-4569-805C-C6431A318B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3133594"/>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6883E4C4-B6C9-43E6-BE5E-C2B487DB0F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1">
            <a:extLst xmlns:a="http://schemas.openxmlformats.org/drawingml/2006/main">
              <a:ext uri="{FF2B5EF4-FFF2-40B4-BE49-F238E27FC236}">
                <a16:creationId xmlns:a16="http://schemas.microsoft.com/office/drawing/2014/main" id="{92C019B9-668D-4315-9DAE-9BEAA94BAA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Minimum Effective Harness">
            <a:extLst xmlns:a="http://schemas.openxmlformats.org/drawingml/2006/main">
              <a:ext uri="{FF2B5EF4-FFF2-40B4-BE49-F238E27FC236}">
                <a16:creationId xmlns:a16="http://schemas.microsoft.com/office/drawing/2014/main" id="{6233C3A2-CE5B-41D0-A4E4-9D2D35B6E2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647994AB-B823-4509-937D-BA768064BD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678A1303-5A32-4A58-8710-ECD3E33DB1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E9EC8E51-5216-4E5C-96B3-EB9AA11720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E10D7F0A-5264-4CFD-AD8E-BA1FB20DBBD5}"/>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24199E01-01A7-4072-92DB-DBF131DC2ED8}"/>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2C9CD67F-79B1-4FB0-A1C9-C3213E397F29}"/>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B54259EE-B43A-4890-BE71-572827888CAF}"/>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42746BC2-940E-4EDA-8692-A3E91E9A786C}"/>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18CA15B5-3FDB-4FC0-89F1-59853F1FF82C}"/>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12F87E20-D0E2-4F05-ADDA-BCD62645E2C9}"/>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6E21C88F-3981-4AB6-A45D-AEEA72D21E47}"/>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EA6C86A5-ABBF-496D-8D5C-713855E2B332}"/>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44077887-D572-4B54-AB81-CE5A4070F4C9}"/>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0D8592AB-A6E3-4777-AE01-973C316B1766}"/>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D3A52BCD-B9D8-464C-A008-D4EACE3DED91}"/>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15256646-393F-46B5-8F30-47B8119E7B6E}"/>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95BBF4B7-6F78-45F3-8DC6-F84EE1C62403}"/>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1C11B8FC-BA09-43D0-BBCF-DA13FBF16A59}"/>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C809CD34-D116-4C3B-A1EC-A31933F4C7B0}"/>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6BA9E5C2-C765-401B-9C9A-16FDFD78874B}"/>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F4713B2E-1152-4760-BB8A-1C9FC189D5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56766584"/>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49C7F928-5D96-42FC-B332-C665E882A8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2">
            <a:extLst xmlns:a="http://schemas.openxmlformats.org/drawingml/2006/main">
              <a:ext uri="{FF2B5EF4-FFF2-40B4-BE49-F238E27FC236}">
                <a16:creationId xmlns:a16="http://schemas.microsoft.com/office/drawing/2014/main" id="{0E2B2FCB-AE0B-4DD6-A1C8-7BB204DA4F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Harness는 작업 환경 설계다">
            <a:extLst xmlns:a="http://schemas.openxmlformats.org/drawingml/2006/main">
              <a:ext uri="{FF2B5EF4-FFF2-40B4-BE49-F238E27FC236}">
                <a16:creationId xmlns:a16="http://schemas.microsoft.com/office/drawing/2014/main" id="{D0F0C688-809E-45B2-A45D-72778CAE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BA88C8F3-28B6-4AC9-AE59-19956D57B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EA8847D5-709C-4B2C-AE56-960887358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AF06E0C8-45E5-488F-BCE9-1CF99AB6DF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1DA7D26D-0106-4090-915F-4F20B61C3736}"/>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D2C645D2-3D57-4366-95AE-C44E65620B13}"/>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8C7F75BF-F036-4779-9910-497122D86193}"/>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31A604CF-DA4C-468C-B919-3E70ADD109CD}"/>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9438DEEF-D7F0-4956-B63E-B3187B5E9880}"/>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646EE4A6-CEAB-4E1B-AAE2-04DE33550E96}"/>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9F55C5B-EA0B-4BB0-B1EF-7331A6F1CA13}"/>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C2D4B39-D0DD-46B5-8F9A-068291A97E5A}"/>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822EA09D-E3DF-4EAF-974E-2AF611DE0585}"/>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0D71A2A6-A29A-44A5-A9DB-7AB77E1D067D}"/>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621E232E-6CA4-4F47-B527-95A070A8500C}"/>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0B75C0F9-777F-43A0-9677-F3F4D46421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2155416"/>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F90993AB-4161-4906-9162-E1DCB04A5B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3">
            <a:extLst xmlns:a="http://schemas.openxmlformats.org/drawingml/2006/main">
              <a:ext uri="{FF2B5EF4-FFF2-40B4-BE49-F238E27FC236}">
                <a16:creationId xmlns:a16="http://schemas.microsoft.com/office/drawing/2014/main" id="{A9AD3167-CF36-4D12-A7CF-7842817892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Repository 밖의 환경도 결과에 영향을 준다">
            <a:extLst xmlns:a="http://schemas.openxmlformats.org/drawingml/2006/main">
              <a:ext uri="{FF2B5EF4-FFF2-40B4-BE49-F238E27FC236}">
                <a16:creationId xmlns:a16="http://schemas.microsoft.com/office/drawing/2014/main" id="{9769ADBC-1B81-41C0-B7FE-0E37501E39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D822169C-2604-4213-A4A5-AB97C5A547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3C87D0A-4371-4762-8D68-70CA0D3E274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9CCEE969-DE15-48BE-9C52-B40E8F3FB0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42BBDBC0-B2E5-4F7C-8D7D-3648347E26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0E2495B4-251B-48C9-A1B9-BB9BFEE61A4C}"/>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507E9DA3-2960-43E2-88E2-552E1565B4CF}"/>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05E08B6D-86CC-4273-B6A5-315B2F230B9E}"/>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B4B0A4B4-376A-4D26-9CA6-80C52D5F3205}"/>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4B81CC3F-3BC8-437D-AA96-AE178C893D20}"/>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8E55CAB6-C2C2-4A72-832B-7E1AA73A60F0}"/>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3864408F-AEC9-4254-A7A1-0920B344BCE9}"/>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91D054C9-42B4-47BE-974C-C32F607338B1}"/>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991523F2-F0CA-4C4E-B390-F2D1D62F9934}"/>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A6A4CA83-5F7B-4959-88DC-A5CF20A6F700}"/>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8582D672-0C2F-4546-BA70-949A7D3F016A}"/>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E5D725E7-58B1-4A43-871F-8E861A4177F3}"/>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5F436776-20A0-4FE6-881F-A1FB44A4DA70}"/>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2B0DECC2-B8DC-457A-9245-5A14781C5724}"/>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88AA5E91-B799-45F1-B1A5-66C2A11B0945}"/>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E07CB6B6-D073-4271-AB92-CC220EC711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07423127"/>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301EDD97-6622-4ED3-9111-D4FB71C5BE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4">
            <a:extLst xmlns:a="http://schemas.openxmlformats.org/drawingml/2006/main">
              <a:ext uri="{FF2B5EF4-FFF2-40B4-BE49-F238E27FC236}">
                <a16:creationId xmlns:a16="http://schemas.microsoft.com/office/drawing/2014/main" id="{35BC8380-4C65-4693-A771-8617B199CF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Engineering Pattern은 C++에도 전이된다">
            <a:extLst xmlns:a="http://schemas.openxmlformats.org/drawingml/2006/main">
              <a:ext uri="{FF2B5EF4-FFF2-40B4-BE49-F238E27FC236}">
                <a16:creationId xmlns:a16="http://schemas.microsoft.com/office/drawing/2014/main" id="{44D65124-9365-40AF-8FF0-9C283844AC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73FE03B7-B808-414B-9216-06EE12BDB1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D88678D7-C3C9-4FDE-8ECB-6EB4F046DB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307B185F-B831-44E1-A926-424646DBD7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F5CFE94E-559D-4657-BE32-8EE4FEF5F4B0}"/>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D7946D9B-ABAC-4EA2-A4B9-F6BDB7FB4164}"/>
              </a:ext>
            </a:extLst>
          </p:cNvPr>
          <p:cNvPicPr>
            <a:picLocks xmlns:a="http://schemas.openxmlformats.org/drawingml/2006/main" noChangeAspect="1"/>
          </p:cNvPicPr>
          <p:nvPr/>
        </p:nvPicPr>
        <p:blipFill>
          <a:blip xmlns:r="http://schemas.openxmlformats.org/officeDocument/2006/relationships" xmlns:a="http://schemas.openxmlformats.org/drawingml/2006/main" r:embed="R92a94bc8038042c0"/>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65059745-8E2C-4ED4-B89B-42BF506F48AD}"/>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B741078C-C497-4B93-9388-3D2DE35D89EE}"/>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18BA792A-EBDB-4F0A-85F0-8323F20B6FBB}"/>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1FAAFDC5-EB1C-4C6D-9F2B-D19409A3BB49}"/>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CA23F162-CBAA-4091-9C1C-82B08F990C60}"/>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8B3DF0C6-4728-4B58-B712-AC406839FF8F}"/>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B0D8494D-C482-48FE-8441-D0F1C3073747}"/>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361F4598-E532-4B3F-8D1A-0E1192AF903E}"/>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7483D907-747A-4CBC-8181-2C0A666765DB}"/>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B6A9184D-110E-4E5E-A6B7-6F300645A14F}"/>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9740B72A-4E68-47DD-BE3E-D445A9419BAF}"/>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C5EB2250-7D18-4FFB-9891-D4A1E07D3679}"/>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BE90A705-FC8A-45F5-8AA2-F3FC8A33EEE7}"/>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A10023C0-23E8-4EF6-87CB-EC6BF0FAF6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5040722"/>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926051E2-BD5D-4F0A-8892-CF62A9D3C7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5">
            <a:extLst xmlns:a="http://schemas.openxmlformats.org/drawingml/2006/main">
              <a:ext uri="{FF2B5EF4-FFF2-40B4-BE49-F238E27FC236}">
                <a16:creationId xmlns:a16="http://schemas.microsoft.com/office/drawing/2014/main" id="{F833D7E2-8A7E-4AC8-8508-82D386B625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필요한 구조부터 질문하기">
            <a:extLst xmlns:a="http://schemas.openxmlformats.org/drawingml/2006/main">
              <a:ext uri="{FF2B5EF4-FFF2-40B4-BE49-F238E27FC236}">
                <a16:creationId xmlns:a16="http://schemas.microsoft.com/office/drawing/2014/main" id="{ABA79F96-9B54-43C6-BA0E-BE77A3A7AB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A61A4AD7-3796-48FE-8503-AA8134C614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0E4C55E4-8B7B-4233-801B-1A5E3C1468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2D2BED55-0A61-425F-8DD2-6D47DA0572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5E6EEF79-75CB-4171-A5B2-4E539704F984}"/>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9F7A7676-0E64-48E4-B41B-C7E960B19878}"/>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5225362C-5AD9-47B1-A485-6338D052C8FD}"/>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1477CBE3-AFF3-47A5-8F95-43D1396C6B28}"/>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4462E617-1526-40F8-BC06-90C0C093007A}"/>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61C0AA34-FBE8-47CB-A323-7BFB07C35F5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A827C773-1897-421F-8FEB-38163B60BA70}"/>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E04B5F7C-BB2F-42B0-B4BA-E5E936FB4F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26293573"/>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6783A099-D0D3-4FE1-A3DD-A5AC43E4F2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6">
            <a:extLst xmlns:a="http://schemas.openxmlformats.org/drawingml/2006/main">
              <a:ext uri="{FF2B5EF4-FFF2-40B4-BE49-F238E27FC236}">
                <a16:creationId xmlns:a16="http://schemas.microsoft.com/office/drawing/2014/main" id="{F02BD897-2A73-44EC-B734-C25AF0F8D6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여기까지는 잘 동작했다">
            <a:extLst xmlns:a="http://schemas.openxmlformats.org/drawingml/2006/main">
              <a:ext uri="{FF2B5EF4-FFF2-40B4-BE49-F238E27FC236}">
                <a16:creationId xmlns:a16="http://schemas.microsoft.com/office/drawing/2014/main" id="{E60A8142-8AC3-4508-83C8-A7D9FAA45D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742F404A-5778-4194-92FF-913D64306A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EBF1E735-26D8-47F1-8E0B-5D1A2F0A15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239CB71F-11A3-44D0-BB19-5B2100ED68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1EAFE0C1-77B7-4B6D-97B7-DA9DD59516B6}"/>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067736B5-DA69-4A09-87AE-0A7B353D0DB1}"/>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F28FAD77-644F-455F-882B-BB3DA7FFD055}"/>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B86F46E3-7C0B-4C12-BA9E-16B3CB01EC2A}"/>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84A88606-8F5C-4AE3-BAB7-33DFADAEF455}"/>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8A847A82-82FD-4EC2-9A0A-1389466E58B5}"/>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A3FE51D2-0371-482E-BE00-6382BBECA8A3}"/>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96976421-0165-40A1-9051-F84E14F5F74D}"/>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4E161444-BCC5-44E6-B279-C1B2B5C3C8D1}"/>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E8C2B3FB-6F93-4F60-B54C-C9FE0B9D8672}"/>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E91D5DD7-18E8-4C64-9BE0-4C65CAC0AF87}"/>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8761B101-151E-44FF-95FC-C77B990DBA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8991671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7750B169-1D8C-444A-A769-44D0D7AB01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938926E2-0901-43CA-B793-8BC042830A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개념 사례: Project와 Workflow는 현재 맞다">
            <a:extLst xmlns:a="http://schemas.openxmlformats.org/drawingml/2006/main">
              <a:ext uri="{FF2B5EF4-FFF2-40B4-BE49-F238E27FC236}">
                <a16:creationId xmlns:a16="http://schemas.microsoft.com/office/drawing/2014/main" id="{54C57A58-9896-4F27-B234-E5BF8086AD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CB445314-1AB2-4B24-9BFD-42EC47C237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42C986D5-52C6-47CD-B974-6E071E62FA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D8106746-48F9-438E-BD81-0BDC6F69DA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4DCC9542-E175-4EAF-B95F-1E8CBA2025A4}"/>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DA37B3F3-D306-4B05-85E2-6DDB56374CB8}"/>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D4800F8A-3FF1-400C-80FD-13C2B6F3A6AA}"/>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B011E344-10D9-45FB-8C4F-243EC08BBB4D}"/>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258E2C5-0A7A-4364-ABDD-2BFC961C95B6}"/>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504D08E4-B0BE-48D4-8882-C575A205CAF2}"/>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622C16E4-2F18-46B9-8FB5-3B8548FBB7C5}"/>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B8487763-C897-4494-9E6C-CBEBA06D5598}"/>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0A0F09F6-5190-4DBF-B0EA-E044ECF8AB68}"/>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01870718-6BCB-487E-91CE-177C6DFDF5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67765423"/>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C9C3A891-5E52-4144-B4CE-84BA4C39322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31EFDF1A-2B60-4D48-B8BA-358AE982883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Project는 바뀌고 Workflow는 남았다">
            <a:extLst xmlns:a="http://schemas.openxmlformats.org/drawingml/2006/main">
              <a:ext uri="{FF2B5EF4-FFF2-40B4-BE49-F238E27FC236}">
                <a16:creationId xmlns:a16="http://schemas.microsoft.com/office/drawing/2014/main" id="{3083BC49-B6A9-4149-A72C-ACAE12DC40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79E6C367-AECF-4438-89FD-16E828E8BC3F}"/>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2E037502-C808-4257-9BD0-5C41B96F7E40}"/>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0B0F1F2C-6522-4CC2-8BEF-57E0EF8096A1}"/>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17D982C5-81F4-410D-A2DC-D409AB3C8C6E}"/>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CCC9AF2C-FEEC-4CC9-A1DC-033F069C3838}"/>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1B69EB5F-EB86-48B2-961B-498F05AA7945}"/>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AFB7FE88-204B-42DB-AF90-8A857AC2E997}"/>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BB514EB5-AE71-45B8-9B2F-23FA1D2225BE}"/>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5B47A887-E518-4A49-91A2-6BA278781A6E}"/>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39D9A7E0-2F9F-4B9A-B81A-1B7C35AC2415}"/>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D3843000-5A45-4694-A38A-F3B38527D4B6}"/>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ECFCCA03-1034-4CBF-8B71-49EB67425A36}"/>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E866EC50-9CF8-4841-A2A1-55850B7AB275}"/>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F30A613F-5ABC-4205-ADF7-CD46F9D732FC}"/>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E5260FD8-2A96-44ED-8A5D-20B186A36072}"/>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5295329B-3981-4589-A31D-D6AD3DCA1B58}"/>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01E851FB-85A7-4F04-A04C-2CE30D798713}"/>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9851F070-8ED5-4DDB-82C7-21C7E43A8D3B}"/>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0D0BB420-40CB-4A90-8514-85FF007B41C5}"/>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1D8BA23-982C-4BA5-8C88-2B16755250C9}"/>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E4A046E0-181A-460D-A0A3-56F52010947C}"/>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DC4EBAB1-DEEA-4F2D-85E5-99422C1EB54C}"/>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10DE93FA-A265-4AC5-9652-256C9F4B26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6384D0D3-B7C2-42C2-87F9-E5249ECD47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CA2B472E-4A50-409C-AE65-13AC89F311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E4A991DA-8B69-4BF0-840D-C0C6361587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68887057"/>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812E48E5-AD9B-4943-BC9B-2846B69045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9">
            <a:extLst xmlns:a="http://schemas.openxmlformats.org/drawingml/2006/main">
              <a:ext uri="{FF2B5EF4-FFF2-40B4-BE49-F238E27FC236}">
                <a16:creationId xmlns:a16="http://schemas.microsoft.com/office/drawing/2014/main" id="{1B3DF4B9-3EDB-4D29-A218-05A448C3A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Task 해결과 System 문제는 다르다">
            <a:extLst xmlns:a="http://schemas.openxmlformats.org/drawingml/2006/main">
              <a:ext uri="{FF2B5EF4-FFF2-40B4-BE49-F238E27FC236}">
                <a16:creationId xmlns:a16="http://schemas.microsoft.com/office/drawing/2014/main" id="{77959BB4-7B2F-4B61-97AC-06030237C8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4C943E5F-3E3F-4D9E-AE48-325AA79F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D7FAA589-231C-4EB2-A7ED-6BB675EB9B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433A39DB-B549-47A2-BF25-C0F1174EA4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DA4A033C-187B-4349-9B33-9684F4FA659C}"/>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95650438-E01B-4273-8E1C-3208BF88BCE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C7FBDD03-8538-425E-BFCD-8B2BC534B34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6C79680E-45BD-46BC-9FC7-60F5B9E31FCF}"/>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C343A70-F2C8-4C58-B9CD-0F7C913E1639}"/>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56610E39-71D6-409C-B478-C8F6EE7245B9}"/>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FCE7EAF0-3511-4D9D-8962-D65B0AF09DEB}"/>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3E17A927-6DFB-4B73-8949-66583BB0B6CE}"/>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3E162EF9-A80F-4FB3-9B63-DD83E05AB4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51786573"/>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BE465B0D-56BD-4494-A242-4E868D6DAD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0">
            <a:extLst xmlns:a="http://schemas.openxmlformats.org/drawingml/2006/main">
              <a:ext uri="{FF2B5EF4-FFF2-40B4-BE49-F238E27FC236}">
                <a16:creationId xmlns:a16="http://schemas.microsoft.com/office/drawing/2014/main" id="{249FF5B5-1ED3-4203-AAEC-D7F6F00305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원인에 맞는 Layer를 고르기">
            <a:extLst xmlns:a="http://schemas.openxmlformats.org/drawingml/2006/main">
              <a:ext uri="{FF2B5EF4-FFF2-40B4-BE49-F238E27FC236}">
                <a16:creationId xmlns:a16="http://schemas.microsoft.com/office/drawing/2014/main" id="{7FD35D42-6E06-4D9C-9779-38A0F01A11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80E14A04-E3D2-4E78-B541-8CAE48C707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6547496E-F523-43F0-B943-503BC2C6A2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9981A316-7509-4FAE-86EA-5B83CE4175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314397D2-3956-429A-8C93-8F9673B7F8ED}"/>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79412CAF-EEF6-4661-83CD-D4EA4926DC77}"/>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F09F186F-D1CB-42E9-9F66-C66D8069AFDC}"/>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EC2B86A2-A594-4431-B689-4176CBD73D16}"/>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4DFC4630-3B64-4268-8252-5C42EB675A8F}"/>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8D583B01-DB65-44CA-AD5B-38C7EB339351}"/>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74DD9124-039E-42C5-94A5-0F4639914A43}"/>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DF597CCD-853A-49F6-9C87-A3A65C648F6A}"/>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3715398F-1AB9-4BBD-AC8E-43DC17516CBE}"/>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B090E2A3-C4E0-4578-AE4F-454E61A58522}"/>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3D6044F3-762A-401D-8AF4-A20981391C49}"/>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925651B2-9C9B-4647-9811-D1CEAF3162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6679402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A19176A4-5D42-4F47-A448-9B65D94010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1">
            <a:extLst xmlns:a="http://schemas.openxmlformats.org/drawingml/2006/main">
              <a:ext uri="{FF2B5EF4-FFF2-40B4-BE49-F238E27FC236}">
                <a16:creationId xmlns:a16="http://schemas.microsoft.com/office/drawing/2014/main" id="{B6F47AAD-9DDD-43E0-813F-22A734CE66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실패 지점과 원인 Layer 구분하기">
            <a:extLst xmlns:a="http://schemas.openxmlformats.org/drawingml/2006/main">
              <a:ext uri="{FF2B5EF4-FFF2-40B4-BE49-F238E27FC236}">
                <a16:creationId xmlns:a16="http://schemas.microsoft.com/office/drawing/2014/main" id="{878123F3-12D6-4711-A6D8-C6EC12B8F2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C9F75E3D-D1DE-4060-A37C-BE9E5696BC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4F5614D3-D78A-4B94-A925-3CCB97B389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169279C6-C4BA-4B22-B12F-48E68D54EE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D3D17E69-B15C-4885-A664-A7BAA541CA67}"/>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5EEDAD6D-EC31-4D47-A093-4CC28B7369AC}"/>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3DABD968-BC65-4F70-A77B-845D4F546945}"/>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F42A5650-959B-493E-B085-DECAF3C8C2CF}"/>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098863EB-580B-4B42-9B0D-4859D80EF45C}"/>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7CDA838D-F515-4BD8-B36F-BF64A104B5F5}"/>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1560CE1E-096F-4B11-870E-8578E8F7C223}"/>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DA16413F-4770-41E0-9D71-5D39FAFE2CEF}"/>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B6F40D46-4677-4E01-A262-4CB5BB056F92}"/>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0018A989-22C4-4FAF-929A-A7332248EC08}"/>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EA39C712-642B-445E-B9E0-AB1471CB468B}"/>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A9FDD8C8-4DD9-4C47-AB75-0BD7C5AFA6A9}"/>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F434447D-1C21-4597-AE7E-77B3001EE125}"/>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8259BCC9-E36E-4058-97EE-CDF59A4481EE}"/>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8B406BD6-8CB9-46C2-9271-B6316868F308}"/>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7973D2F6-D22A-4DD9-BD21-79F479070D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57539356"/>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9EC8A26D-CC8F-4E74-8495-D6AD98F58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2">
            <a:extLst xmlns:a="http://schemas.openxmlformats.org/drawingml/2006/main">
              <a:ext uri="{FF2B5EF4-FFF2-40B4-BE49-F238E27FC236}">
                <a16:creationId xmlns:a16="http://schemas.microsoft.com/office/drawing/2014/main" id="{5C416193-435F-4D98-93A5-2770C2522D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먼저 관찰하고, 그다음 가설을 세운다">
            <a:extLst xmlns:a="http://schemas.openxmlformats.org/drawingml/2006/main">
              <a:ext uri="{FF2B5EF4-FFF2-40B4-BE49-F238E27FC236}">
                <a16:creationId xmlns:a16="http://schemas.microsoft.com/office/drawing/2014/main" id="{0D848609-8786-46BC-83BC-ABF9F718C7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AC98BE52-94AD-41FE-A3C6-A0F1F9909B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EF219194-3B6A-412A-98CE-BC2CA8482B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CBE7498B-D369-4A1F-BFCB-8EB427CDEF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BA2FF1AA-34D4-4DC4-883A-FE6DA8E31EF6}"/>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5908401B-ADE5-46D8-9E0C-1656D0E751BB}"/>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D2D8AF36-9CD2-4DB0-854E-7913D88E347D}"/>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0E4534C-24E5-4A04-9883-A47B3F24BC91}"/>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0EEBB6D6-30D2-4BD2-B948-90893E22425D}"/>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8818FF04-8B86-4EE3-B377-53A3DB3B6B44}"/>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ABE1BBE2-3BB0-4454-918F-0732DB5B57CD}"/>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4DB49E57-A6DC-47B5-A539-C88405697E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93888616"/>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9D5EEBA5-8CF5-45D0-88D7-3F80AA358D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3">
            <a:extLst xmlns:a="http://schemas.openxmlformats.org/drawingml/2006/main">
              <a:ext uri="{FF2B5EF4-FFF2-40B4-BE49-F238E27FC236}">
                <a16:creationId xmlns:a16="http://schemas.microsoft.com/office/drawing/2014/main" id="{0E8D51A8-AC60-486C-9127-4C99E99AAD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Cause가 지지하는 최소 변경">
            <a:extLst xmlns:a="http://schemas.openxmlformats.org/drawingml/2006/main">
              <a:ext uri="{FF2B5EF4-FFF2-40B4-BE49-F238E27FC236}">
                <a16:creationId xmlns:a16="http://schemas.microsoft.com/office/drawing/2014/main" id="{744139D9-AAED-405F-BF02-3E212466FC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3C0AA708-8DAE-487F-8EC4-A730899DB8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512BDCF5-109C-4108-B2AD-9A3CFFB95B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988836E4-D779-4E74-9847-23ECB74EEE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CAC587F3-A662-4DFD-9F30-537B50CCB010}"/>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5CB8E8CC-DFF1-4A88-91AD-B1CA885E159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4A9604B8-9C12-4AE7-8CE8-088ED1454C0C}"/>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EC61229B-9F05-41F8-90B9-BB383C5C20B3}"/>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F075A90B-7C40-4313-9680-690E3021A243}"/>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9001CEED-CCA5-444A-8081-92DB5A902DB9}"/>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3DD9EC97-C542-4C35-ADD3-69FE929A703C}"/>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2B46A96A-A6CA-41E9-BB98-87925AA0F112}"/>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529C64C2-8644-4577-AA8B-721F7FCB32F5}"/>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954BE82B-20CC-4E12-985F-79DE83432F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71040331"/>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9083DF21-FD11-428D-8265-CBD59B875F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4">
            <a:extLst xmlns:a="http://schemas.openxmlformats.org/drawingml/2006/main">
              <a:ext uri="{FF2B5EF4-FFF2-40B4-BE49-F238E27FC236}">
                <a16:creationId xmlns:a16="http://schemas.microsoft.com/office/drawing/2014/main" id="{5D302882-7DE8-486A-9414-C5C37C55A4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같은 Task의 재실행만으로 충분할까?">
            <a:extLst xmlns:a="http://schemas.openxmlformats.org/drawingml/2006/main">
              <a:ext uri="{FF2B5EF4-FFF2-40B4-BE49-F238E27FC236}">
                <a16:creationId xmlns:a16="http://schemas.microsoft.com/office/drawing/2014/main" id="{44B06DFF-5628-4BF5-84A6-4A9C682A8C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6FC39574-5307-4A24-861F-CBF31BC92E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6E1050E0-45D9-42EE-A2BE-0F9AA23E5D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D548DEE6-5CA5-41C4-B79D-27F79263AA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E34C1F3D-47F2-4F61-87C3-27BD0177431C}"/>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1D3D9BC4-9CB4-49C1-B7E0-496FD137421F}"/>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9B74CB08-FC36-4483-A30F-11B4431B0246}"/>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BD5B368-6A3B-47F4-9350-89F29E609B9B}"/>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02B2C09E-0037-4237-BC61-9F33C713FD03}"/>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E677374B-34AF-4A5C-9BCD-F5349DC9D2C6}"/>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69550CE7-B02E-45CC-83A5-3D524D48E3B4}"/>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9B59D7A9-8147-420D-824B-FE1D23B632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20231599"/>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4EC09F1D-459D-4AAE-B8F4-FBAAC95C8F9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5">
            <a:extLst xmlns:a="http://schemas.openxmlformats.org/drawingml/2006/main">
              <a:ext uri="{FF2B5EF4-FFF2-40B4-BE49-F238E27FC236}">
                <a16:creationId xmlns:a16="http://schemas.microsoft.com/office/drawing/2014/main" id="{C1738C01-9423-4DF9-94A5-C5E6D981AA9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대표 작업으로 변경 범위를 확인하기">
            <a:extLst xmlns:a="http://schemas.openxmlformats.org/drawingml/2006/main">
              <a:ext uri="{FF2B5EF4-FFF2-40B4-BE49-F238E27FC236}">
                <a16:creationId xmlns:a16="http://schemas.microsoft.com/office/drawing/2014/main" id="{B37B2EE0-2019-488B-942F-50C1C7010E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3A5333C5-6FB7-47AD-A7ED-7B1AF14B0A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E3768BAF-A42D-4532-893D-456CCAD3D6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8EC84001-A28D-4708-895D-455FF6AECB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0B67BFB7-BBC3-4BBA-941D-A822DD83E2CB}"/>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F2120D00-A800-4E3B-A847-32AF8B6581D5}"/>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BC9860F1-9193-4309-A7A3-79345913A1C6}"/>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963F41AB-8E00-4982-B038-CFA8103D95EB}"/>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480FE3AC-FAAC-4D23-A887-E56CCC9DC697}"/>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34A2AE91-6BB0-45C8-9FA2-567FA89A60E8}"/>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C7BF872B-20C2-419D-ABE1-FD0526299501}"/>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725A5539-D081-4F86-B0C6-E1596BAC77D2}"/>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CFB93C48-6F68-47DF-9F81-ECE05B8B61DA}"/>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E8402D05-3FC7-41AD-BEDC-B71DB0973094}"/>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B052D8D0-C5B6-4148-8490-40C88DD20570}"/>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EE7259A3-FF91-4D9F-A02B-21E5AFD020D4}"/>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D49BA814-8102-4480-9C49-E3ABF53118A7}"/>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9EFC6BE3-6E85-492A-BE90-1365F34B850F}"/>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0D9F516F-F10A-4C64-BBDC-A54BFC175649}"/>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E2861948-0A1A-4A85-BBC0-8EFF5C341E49}"/>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0F5B6039-7617-4E98-8629-B35845DFA03F}"/>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25499FC2-3EF4-46FB-AF44-E366D649BE79}"/>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A8E04AB5-4D68-4F03-A006-79EA11D8AD56}"/>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DA86F5AF-4103-4DAE-B6E0-57047C82D809}"/>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36930DC4-B3B4-4170-9A82-AF31BB707ADE}"/>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F968AA62-6242-4B48-B091-6FDBBB761A68}"/>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C3CFFA49-310E-4D81-8FA6-C5566732E54B}"/>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FF53B7FE-92A6-4B03-8140-A7BA0CD52BC3}"/>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CF5AD366-6D8B-4D6F-87B4-3E2C93C25393}"/>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085C8757-56B6-47FE-BF41-D3F1C90E4DBB}"/>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F2CB47BA-5C89-4A0A-9B95-E6B95F93A2FA}"/>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D45766E6-1197-4276-9FBE-1A19B26B12FE}"/>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DB45294B-8E0D-4418-887A-579F4544DB99}"/>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F6F81A55-AEF3-4C9A-B740-FC0030B6304D}"/>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D0968BE2-7B1A-424A-B938-9E0413A019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31400737"/>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377B1499-F346-4BEA-A041-BA87E39CA1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6">
            <a:extLst xmlns:a="http://schemas.openxmlformats.org/drawingml/2006/main">
              <a:ext uri="{FF2B5EF4-FFF2-40B4-BE49-F238E27FC236}">
                <a16:creationId xmlns:a16="http://schemas.microsoft.com/office/drawing/2014/main" id="{4342F360-B30A-4ACC-9CDD-C125C6DD2A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Harness도 특정 실패에 맞춰&#10;과적합될 수 있다">
            <a:extLst xmlns:a="http://schemas.openxmlformats.org/drawingml/2006/main">
              <a:ext uri="{FF2B5EF4-FFF2-40B4-BE49-F238E27FC236}">
                <a16:creationId xmlns:a16="http://schemas.microsoft.com/office/drawing/2014/main" id="{8A7961E4-0754-4F53-85D5-8D288CE32E2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09AF2DE-F8C7-4DE7-BA81-6A96A281EA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6E4C3B26-915D-44BF-B675-0ECF95F572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980FF2B3-2015-4327-8394-6FC4372FBE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BF3F10DF-A148-4082-B737-9E99B4DFCC5B}"/>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31185C68-3FFD-464E-8863-41A11C99772C}"/>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46F3C2B7-65A1-492F-9B8F-02311E5E51E2}"/>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910AD731-7F57-4B2A-A394-684EFA250F98}"/>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6C02588D-B185-4D25-AA91-940D8B3D3D6E}"/>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6E7875FE-ACD9-42BA-90E1-B86E6256B330}"/>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E867FE1F-0E6F-4978-881A-2597C1D6EB8F}"/>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7364ED1D-F969-4601-B9B1-6B91EA1BFF7A}"/>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AC9D609D-4CB7-48D9-A2B4-2384103EB4DA}"/>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41716A76-648A-47B0-BB83-B25DAD058491}"/>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6DA4D1B3-045C-4CAB-A7D3-498EC69E3D81}"/>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D8CA334A-953B-4C1D-9B31-2C5A9FF225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675804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22A57688-B286-4A34-85A7-89E5C02FCD1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7">
            <a:extLst xmlns:a="http://schemas.openxmlformats.org/drawingml/2006/main">
              <a:ext uri="{FF2B5EF4-FFF2-40B4-BE49-F238E27FC236}">
                <a16:creationId xmlns:a16="http://schemas.microsoft.com/office/drawing/2014/main" id="{2B19CCE1-3A61-4F3D-8AEB-65942F8C4E4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Feedback을 System Change와&#10;Evaluation으로 잇기">
            <a:extLst xmlns:a="http://schemas.openxmlformats.org/drawingml/2006/main">
              <a:ext uri="{FF2B5EF4-FFF2-40B4-BE49-F238E27FC236}">
                <a16:creationId xmlns:a16="http://schemas.microsoft.com/office/drawing/2014/main" id="{B2D69CDE-2656-4238-8CB1-6C906C66D10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ADA42914-B926-4751-9720-CC85934512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B2435F2B-1A6B-4856-A9AD-32D7404ED9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FB0052F3-1B5B-406B-B885-68B5C29037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36123439-5E4A-4C3D-9EBB-19EE43A71BC8}"/>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9AFE2C08-7D39-475C-AF53-884DA810B73B}"/>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4B48344-B5D0-4C4A-8F8C-A65ED101F8A6}"/>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A7D6750B-2194-420E-9533-2C5785B8BE45}"/>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657A98E2-0F7D-439D-B3BB-C04C3C9E82F0}"/>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DF4E57C6-96B0-4B5E-AB4E-ED62390070E4}"/>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78F43ABB-F4F0-4881-9E27-06823E9AFCA9}"/>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004783F3-CD79-425A-810D-4DB8CF70B538}"/>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30510FA9-3CD8-4314-8CA1-E35D009F2740}"/>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63547AA7-4DB0-4DB2-B995-D6DF55C78B38}"/>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9C3EA6CA-34D8-4FE5-87D0-2FD43A8AFB95}"/>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858E3BAE-9D7F-4453-8EA7-F16610CF369A}"/>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DB101562-0C94-4882-A12A-CBD0B7B0807B}"/>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683F8288-7284-4350-8167-AEA71B2F785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F8CAE207-D827-477F-AAB6-C984C56D6354}"/>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89CBE112-67C2-4A5C-A588-93EACFC976E7}"/>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0F4E90DF-7E16-4088-96C9-FCBFF886D7AE}"/>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EA200121-574E-4356-88F4-DCEB38D4966F}"/>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EFECF392-6F4D-4BD2-8D20-20512A7EB81E}"/>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125B7771-9D29-404F-8FF2-DD2DE07C7611}"/>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1A71D583-5296-44AC-B180-6F1B033F9B58}"/>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2DAD41C0-C6CE-46F9-86C2-9E522FE3BD58}"/>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BAA4B8BC-0790-4F0D-B55B-9191382CD944}"/>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7969EE94-D288-42E3-99AF-9639ED02DC92}"/>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5AE490F2-DD4F-4646-BEC2-DD5CCD306F86}"/>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7C5E7294-9F08-4161-9C0A-7D5AA7EA2DAB}"/>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32E30868-3AF3-4C55-B069-CACED09964EB}"/>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20A0C551-504B-43D6-AAE4-B47F04C3A69E}"/>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315E1468-BE28-4604-856D-8E4448C302A1}"/>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CF6122CF-935E-4A15-A75F-2499118F84E6}"/>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EFC24058-55C2-452D-B1A6-AE63EE418D4D}"/>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2CC7D389-CB86-4FC3-B08C-2CF0AF677013}"/>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101B9493-DB4A-4287-85C6-F1B0232A4166}"/>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87A3A4CD-B7D4-41FD-8BB4-BF90A1CA1741}"/>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62123D15-7C23-4BC8-82C2-F871ECB4F0E5}"/>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22F5D081-ACDE-4D56-A6A9-E2ABAA6A5F5B}"/>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95A2939D-F95A-4F5E-ACA2-D831672EB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4363103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EF03D28D-A16D-43DE-B5FF-B3313D88C39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8">
            <a:extLst xmlns:a="http://schemas.openxmlformats.org/drawingml/2006/main">
              <a:ext uri="{FF2B5EF4-FFF2-40B4-BE49-F238E27FC236}">
                <a16:creationId xmlns:a16="http://schemas.microsoft.com/office/drawing/2014/main" id="{BA44FCF4-6151-4038-B562-9494926D33B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실제 제작 기록: TRIAL-006">
            <a:extLst xmlns:a="http://schemas.openxmlformats.org/drawingml/2006/main">
              <a:ext uri="{FF2B5EF4-FFF2-40B4-BE49-F238E27FC236}">
                <a16:creationId xmlns:a16="http://schemas.microsoft.com/office/drawing/2014/main" id="{F5126F53-0018-4EBA-AF6C-12C1472D1E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06CCBDC7-2561-4465-A8E3-DE6FA7E891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988FDE5-6302-462A-AD5E-EE24F64EF05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E0C6C109-E11C-4D3C-96AC-08A8F0CA0F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7B69B11C-7103-45B6-8FC4-E8A1EA9BD7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E8A9A3DA-44FB-404D-9E92-9174235EA869}"/>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C6E7946F-4E85-48A9-8A42-199A54365DF0}"/>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1F4D73D0-28E6-4B18-A7C1-B88C2A38343E}"/>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CB0A1549-BAAD-4313-8275-F9C4B92080FA}"/>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D5B37C58-9C6B-4250-A17C-5DE5DCDF6CA6}"/>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AF03B5A7-08DA-4C98-AB27-07E31E4991A0}"/>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0A60ED6A-C82B-4FF3-82AB-80DFB86ECE87}"/>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49739B29-DC78-4F05-ABFF-E1EFA0DAB799}"/>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876AE327-8734-417E-AEC4-BFDC43F53017}"/>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45FEA2E5-3D99-4CB2-975B-2D11E8562A74}"/>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0365E3D3-BDF5-497D-97AD-ACE8F460DF57}"/>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98BEA8C6-A38F-4E86-942C-D14067DA7278}"/>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4D9192D8-90EB-43A0-A3FE-4C5023492AE5}"/>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2B0A53F5-77FD-49B3-A97C-CCFB4132F56B}"/>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69A84BF7-6E96-408A-A5E9-208FA2E9CD6A}"/>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74724CFD-D54F-459F-BF13-D9C7D5E7B61A}"/>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758478D3-A7AB-4AB2-936A-ACE51E5093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76028780"/>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5A7A1132-5954-48BD-A084-A703687BF3E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9">
            <a:extLst xmlns:a="http://schemas.openxmlformats.org/drawingml/2006/main">
              <a:ext uri="{FF2B5EF4-FFF2-40B4-BE49-F238E27FC236}">
                <a16:creationId xmlns:a16="http://schemas.microsoft.com/office/drawing/2014/main" id="{7E69982F-5411-44F5-8EE8-EF860F147D7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결과의 타당성과 원인 귀속은 별개다">
            <a:extLst xmlns:a="http://schemas.openxmlformats.org/drawingml/2006/main">
              <a:ext uri="{FF2B5EF4-FFF2-40B4-BE49-F238E27FC236}">
                <a16:creationId xmlns:a16="http://schemas.microsoft.com/office/drawing/2014/main" id="{87315289-63A5-4CF7-9EFE-02D3C3D4F6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1218AC5B-7204-4F3D-8AE5-D019FB21C0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5A27161-E39A-4688-8C17-954A589C951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64E68830-A96D-433B-B94B-BACADE862D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0757E52C-AAB7-4923-B7E7-7CA65A417F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133CB873-366E-42E1-A465-FCA52A4FE4FF}"/>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E3A51183-25D3-49B3-86B3-00DC5A7832B6}"/>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055C79D7-F770-42BF-BC25-56E4247A1A20}"/>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33BB914B-B83B-4093-B14C-719700EDA58F}"/>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8BEC88E9-A52E-4F0E-8497-A5C306E7F3B4}"/>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770F257E-83E9-481B-B4E2-F5EB98A73F2A}"/>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EF99DBD7-FB57-416B-9BAA-8D9BFA0869CB}"/>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0A133486-62A0-400E-B5D0-4454800E29A9}"/>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F6C5A0E5-1450-4AB1-AAEA-CD6724C1BF1C}"/>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9715583D-A473-43B7-B753-8F8CC938BBE8}"/>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E54A3CFC-B087-48F7-8E80-18460DC65A69}"/>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3E7DB55D-BF00-407E-A401-F5B01C2968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3322116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B7E11282-E36E-400F-8068-EF90C73B90F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0">
            <a:extLst xmlns:a="http://schemas.openxmlformats.org/drawingml/2006/main">
              <a:ext uri="{FF2B5EF4-FFF2-40B4-BE49-F238E27FC236}">
                <a16:creationId xmlns:a16="http://schemas.microsoft.com/office/drawing/2014/main" id="{6D2FD8ED-3C3A-4114-B616-C35FD902FFF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평가와 보고 규칙을 Evidence에 맞추다">
            <a:extLst xmlns:a="http://schemas.openxmlformats.org/drawingml/2006/main">
              <a:ext uri="{FF2B5EF4-FFF2-40B4-BE49-F238E27FC236}">
                <a16:creationId xmlns:a16="http://schemas.microsoft.com/office/drawing/2014/main" id="{1E61675B-AE0B-4CF9-8CD3-0C885D3F0A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39D383ED-F31F-4611-AE57-48BA70336D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8030731-5F8A-4BE2-B3F8-4298C022FE6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477CF896-D20E-499B-8996-292B07F0BF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30E2F581-EE84-4A3A-B1C0-C919438497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B70B5D1D-9B44-4E76-82BC-1F4095C8BC3B}"/>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237281AA-3F47-451F-828A-85A8A4FFDB63}"/>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25D336A8-2502-49C9-B82C-D4205DC833E3}"/>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2826E7AB-4483-4C26-AC96-ED9C2CF7B648}"/>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DB9B3237-4295-48D7-8B49-15F840EAFE61}"/>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ECCAB44E-1DB5-43EE-AB8A-07DA0BB78FA3}"/>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6F2099B-F09A-4F11-B74E-F5454D65FD52}"/>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BEBE2BCC-860F-4423-A598-2F40BE43F50F}"/>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E133146F-9107-4D3C-A680-52F2784AB45B}"/>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A0E353C4-3AAC-4D20-8447-26609FE7559C}"/>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7BD0188-277B-435D-8CA1-A8B41FCE0684}"/>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24D38AD8-AD19-4B34-A616-14907839E2CE}"/>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6A3C58E1-9438-4B42-AA3F-3126B8D34B44}"/>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E99305E2-C716-4223-8510-0856DFCBF6A2}"/>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9BC93604-06D4-4DB2-A38D-27B1C83C58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40554220"/>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7822256C-3F87-4FF4-B4BA-2A09D6E0B5E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1">
            <a:extLst xmlns:a="http://schemas.openxmlformats.org/drawingml/2006/main">
              <a:ext uri="{FF2B5EF4-FFF2-40B4-BE49-F238E27FC236}">
                <a16:creationId xmlns:a16="http://schemas.microsoft.com/office/drawing/2014/main" id="{5ECAB7E3-EFE7-41FC-B53E-5AB12D1116B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후속 기록은 개선됐지만 완전하지 않았다">
            <a:extLst xmlns:a="http://schemas.openxmlformats.org/drawingml/2006/main">
              <a:ext uri="{FF2B5EF4-FFF2-40B4-BE49-F238E27FC236}">
                <a16:creationId xmlns:a16="http://schemas.microsoft.com/office/drawing/2014/main" id="{9088CD1D-BA9D-4EA0-A57C-49E7CA3A3E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47EE2338-0CA0-4843-8913-16A787D45A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129B384-77AF-4A84-8E92-D1CBB5F4F36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A3493ED6-57F5-4F33-9CD3-4A7D9B7CEF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8F24345E-A173-461A-976D-8C49DE18EC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83C4DDC-21DC-41A5-B58A-0D2346460FE3}"/>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33C8A092-E2E3-439E-9780-1CA203A5CC59}"/>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612D2CFD-836D-491F-B916-A4C54CCD282F}"/>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42D44444-9E1C-429A-8AE1-5DE99104305C}"/>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2185FCDE-40CF-4E7C-8C5F-4B430090F18A}"/>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F7F6193F-20C4-4BDF-84AD-A9B97E3E4928}"/>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50AA8E75-FBC0-48F7-ABE3-F50F8B57E9AA}"/>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3B91ACA8-34BE-490D-9DCF-EEF58B30FBBA}"/>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9740C3F3-92C8-4EBE-A069-D32AE3D5F123}"/>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D9EAC42F-9609-467A-8A89-AD8EA20719C5}"/>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AFB34209-18DF-4710-9218-A40A07D923A5}"/>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455DA2F2-CD70-4B6D-A99D-88A73D24A908}"/>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036E6D17-8B10-454E-A000-36EE591F08A6}"/>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4CB8AA8D-67DE-4633-BEA5-11D489A922D0}"/>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03C6246F-19B8-4277-9604-39E70B87A5A4}"/>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E9F6D5D6-7EFF-4E83-A328-E60975E137FE}"/>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BD1140E6-8681-4F5B-B2B0-42B75EB5F9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25491484"/>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4A38D3C1-ED21-44E5-9308-A4FBFED0DD3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2">
            <a:extLst xmlns:a="http://schemas.openxmlformats.org/drawingml/2006/main">
              <a:ext uri="{FF2B5EF4-FFF2-40B4-BE49-F238E27FC236}">
                <a16:creationId xmlns:a16="http://schemas.microsoft.com/office/drawing/2014/main" id="{311555C5-4CC9-4712-A6EE-ECA4E608FED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실제 Meta Loop에서 바뀐 것">
            <a:extLst xmlns:a="http://schemas.openxmlformats.org/drawingml/2006/main">
              <a:ext uri="{FF2B5EF4-FFF2-40B4-BE49-F238E27FC236}">
                <a16:creationId xmlns:a16="http://schemas.microsoft.com/office/drawing/2014/main" id="{5C08E08A-3F0A-49C7-88A3-C63DAD4815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D1BE73A9-5F02-4649-B6B6-FEE90045EC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3E4A0B6-5107-4D67-8FF5-9A993F8898F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0E9973B1-9ACA-4D15-AF70-830BAECD79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677C8793-A7BB-46B4-9C98-7CB75A7090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C6DE86A8-6BB2-4FB4-8C22-EA09D91112FF}"/>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DDD42E1C-FFC8-4A2D-B3B9-E15C5BE18C1F}"/>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041501D7-B59A-434E-849C-65AE940C93A7}"/>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280FF4E6-BA18-47B2-8F1C-D7606025C6DA}"/>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23AA15CC-F1A6-47D7-9820-409CD8026759}"/>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DDFC7B3F-29DD-4182-AB3A-C8BCEC88F2AF}"/>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C65CE9BD-97E0-447A-9523-9CD658DEE585}"/>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FE1C87B1-44BA-465F-8939-E00B5DB3A079}"/>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9265A3AD-91AB-4DB7-9999-087B9FCC76E3}"/>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27F9F0E8-EED1-43D1-8B11-04B42C6B331B}"/>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28A9FD75-599F-447D-B964-F56B7D540E1F}"/>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04CFE5B0-E063-40FD-AAF9-8291C5A0A4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4000808"/>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D2656FF1-1D0F-4449-A636-0980A2FED9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3">
            <a:extLst xmlns:a="http://schemas.openxmlformats.org/drawingml/2006/main">
              <a:ext uri="{FF2B5EF4-FFF2-40B4-BE49-F238E27FC236}">
                <a16:creationId xmlns:a16="http://schemas.microsoft.com/office/drawing/2014/main" id="{1BB9BCBC-804A-49F3-9E6C-731763DE23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Project와 환경이 바뀌면&#10;검증도 다시 본다">
            <a:extLst xmlns:a="http://schemas.openxmlformats.org/drawingml/2006/main">
              <a:ext uri="{FF2B5EF4-FFF2-40B4-BE49-F238E27FC236}">
                <a16:creationId xmlns:a16="http://schemas.microsoft.com/office/drawing/2014/main" id="{DA14C6B7-893D-4FD9-9323-589051DF350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4564AD29-0CB1-4FA9-87FB-50C91B7757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45BACCDE-8635-4B29-8B85-46371D8F0F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EDF6A341-DB6D-4AA9-8182-9FD7A3A547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32107304-CCEB-4C87-8E71-C93758CA8BCB}"/>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1CF00761-3A63-4873-8AF5-E51989AA23B5}"/>
              </a:ext>
            </a:extLst>
          </p:cNvPr>
          <p:cNvPicPr>
            <a:picLocks xmlns:a="http://schemas.openxmlformats.org/drawingml/2006/main" noChangeAspect="1"/>
          </p:cNvPicPr>
          <p:nvPr/>
        </p:nvPicPr>
        <p:blipFill>
          <a:blip xmlns:r="http://schemas.openxmlformats.org/officeDocument/2006/relationships" xmlns:a="http://schemas.openxmlformats.org/drawingml/2006/main" r:embed="R4d720333c91d40e9"/>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5EF458DB-37C8-4774-AD14-362D3C463E39}"/>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A27C456-169E-440C-AE7F-0D1849A20C7C}"/>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68A5056D-00F6-417F-BAAD-44088FEC4B7A}"/>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92ABF638-25D5-41CB-A609-7BC8A3A03642}"/>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D843DD58-6426-4258-85F3-DE81534B06AA}"/>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7B0F25BB-A759-4A38-9E05-BACB6EF5AD40}"/>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A7AEACAF-816E-4FB8-BD95-B8400F185264}"/>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6D6413FF-37B9-4967-B413-BD8E1E9DAD59}"/>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BD03BC97-B671-4645-B057-58EAE20630F0}"/>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10E67031-732A-4D3E-A19C-320455EDDF4C}"/>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C2A4FEBB-C716-4FD6-B46C-61061AC75A77}"/>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C1A124EC-E31A-460A-9EE8-A1E44DF97FF3}"/>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D8B1E8A8-37C5-4983-8533-233BF8205B69}"/>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E6D99BF1-1172-4657-A67E-DA4C834DF9D2}"/>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69BB0126-F2C4-46E7-AF05-07C83B7B13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58560103"/>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FBC67BC3-CABB-4378-B4A7-EF9417FDAC4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4">
            <a:extLst xmlns:a="http://schemas.openxmlformats.org/drawingml/2006/main">
              <a:ext uri="{FF2B5EF4-FFF2-40B4-BE49-F238E27FC236}">
                <a16:creationId xmlns:a16="http://schemas.microsoft.com/office/drawing/2014/main" id="{2C3179AD-429A-4854-98F9-A814371D10B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여섯 시간의 Story를 한 장으로">
            <a:extLst xmlns:a="http://schemas.openxmlformats.org/drawingml/2006/main">
              <a:ext uri="{FF2B5EF4-FFF2-40B4-BE49-F238E27FC236}">
                <a16:creationId xmlns:a16="http://schemas.microsoft.com/office/drawing/2014/main" id="{0E27596D-8894-467D-A6DA-BA53ECF1CB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1471A8C1-4FEC-4381-88E8-1945F97AF5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BB0EC88A-2214-4303-9BB4-4606E092FB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D41B07C8-01D6-4F41-A8A2-BED4ED822D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B535F885-B0F2-4773-AE8F-69742C9A5FC6}"/>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B4E2283B-4315-4715-8682-77D5226EE1F9}"/>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7938AA2-B709-4BB2-A14D-A9552ED486B9}"/>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98CC3BA5-1854-42E6-9B9C-8EC5471D20DB}"/>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0698ECF8-5D05-4357-9B6B-F514FC8790AA}"/>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458B0B59-C9DA-4357-8626-F03193FE7F06}"/>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B4EF5603-6A28-433C-A4B5-C8BE19798F37}"/>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06B53665-3F18-4DFB-8331-39C795ADE519}"/>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9D274247-9173-4796-A44B-1496CCE8F835}"/>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1DA4EE59-5517-4385-ACBB-F8645BF1DB77}"/>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624D9B20-0C55-4D57-B919-5D515884A44C}"/>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EF81472F-C58F-4CF2-9193-A911700690AD}"/>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293CFE38-0AC9-4B77-915C-92AA0FD40EF4}"/>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9CD2ECEC-C546-420F-9983-077973FA7E8B}"/>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7DE97038-AAA7-4D49-942C-6C0C8159B287}"/>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E7EBF3F8-6F50-437A-B319-D4C7F297412B}"/>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E3DB0A1D-A852-498A-8E70-8C156E26FA59}"/>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FB6A3FE8-7C40-4938-AA5B-D9D95D780D3A}"/>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2BC3CC0E-2141-4F23-9279-FFB35F228066}"/>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04657303-FB75-4694-988A-5520FE91D806}"/>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5E78D4EF-026B-4C60-8755-4CC3D8FF60B2}"/>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AEA91FE0-03F2-4D6D-91C0-DB6A1FA9F727}"/>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BB709035-7FDE-449D-9568-F86424B8FAA8}"/>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B5BD017F-DB35-4E37-9C0A-E72DD6A5B7D0}"/>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C230C354-E2AF-40C6-B759-8DC50D0EFED9}"/>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B18D127A-E9F1-405F-96D1-AE13035C648F}"/>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500A98E4-11BC-4FE0-B01B-D5B5EC9BE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78613317"/>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7DA0577F-5112-4DED-AA1B-F33908F5B2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5">
            <a:extLst xmlns:a="http://schemas.openxmlformats.org/drawingml/2006/main">
              <a:ext uri="{FF2B5EF4-FFF2-40B4-BE49-F238E27FC236}">
                <a16:creationId xmlns:a16="http://schemas.microsoft.com/office/drawing/2014/main" id="{2AEBC003-0820-49EB-96E9-3996F05719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하나의 Repository가 문제에 대응해 진화했다">
            <a:extLst xmlns:a="http://schemas.openxmlformats.org/drawingml/2006/main">
              <a:ext uri="{FF2B5EF4-FFF2-40B4-BE49-F238E27FC236}">
                <a16:creationId xmlns:a16="http://schemas.microsoft.com/office/drawing/2014/main" id="{13CD4518-DDCF-4E3E-99EF-75BA60C842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05DE1819-B1E0-4324-B2DE-72688E37C2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7 / S33 / S46 발표자료 발췌">
            <a:extLst xmlns:a="http://schemas.openxmlformats.org/drawingml/2006/main">
              <a:ext uri="{FF2B5EF4-FFF2-40B4-BE49-F238E27FC236}">
                <a16:creationId xmlns:a16="http://schemas.microsoft.com/office/drawing/2014/main" id="{543742C6-A1A2-43DC-A2B8-04CEBDE373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S17 / S33 / S46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F1ED64C7-21C8-444D-8AD6-63CD310786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7BA09AC2-C483-4E9F-916B-5B21F976905F}"/>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F5185221-2165-47C4-913A-8F9D28B10496}"/>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BFBAD1AE-1924-42B0-A307-1C8BA6B9DB30}"/>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BC1D4687-C052-4F0F-9078-D4D498AA3206}"/>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DEBDB310-D1D1-4A95-A9A8-8BBDAA8DF819}"/>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A700295-D385-4875-964F-53384C79E456}"/>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883E124F-9B2D-4471-9E7E-85E83C684E70}"/>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796D4C01-8F9C-4BA0-ABDA-D72EDD32E547}"/>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CBF17816-A37F-4497-8D02-F5C21534815B}"/>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E8CF70E0-44EE-4463-9D2D-785FE5CE803C}"/>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FB4DD91-A21E-45CC-B59B-FBF9D4EEC976}"/>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9B15A416-0260-4343-8671-257DB6EED0E5}"/>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B261EB2E-8DFF-47E8-9121-3168A75D0A2A}"/>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9E9D0A4E-E9E3-4639-9042-4A7B82D6CE5E}"/>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04761723-0529-4034-9990-28050AFEA050}"/>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9CED702-8ED8-498F-A8F9-77E576FD3218}"/>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A236E6C5-969F-42DE-B52B-DA09A19E696E}"/>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7623A871-B054-41A2-B9F9-82A88F705B29}"/>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C4C934B4-B99A-4168-AC2F-5718393FF10E}"/>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BE2AFBDE-4B82-42A0-BD10-EB12BB0EF459}"/>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6D2ABB5C-84A9-42EB-B2D2-DAADF65B77EB}"/>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52D26B9C-2439-45BA-B72B-FDE4D7F1D8AC}"/>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2F4432B9-C962-4269-8897-E7D7C00C3E88}"/>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99FFD6A0-180D-4616-AB3D-820F10A9EEEE}"/>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EC280255-D22D-46EF-B40C-67F5DE1C4BF9}"/>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6BAB872B-D11E-4C0F-B86A-5F4B2350A0EB}"/>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1520998B-07BE-4190-BF5B-4D074BB0219A}"/>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519E39AB-2036-491B-8EEE-9F43600D4992}"/>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125CB3E6-3689-400C-A4B3-18BB3B97A90D}"/>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B287D1B8-347A-4DCE-86B2-2E600F599F30}"/>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ABFAED7B-3C1A-4A38-AA3C-876862A138AF}"/>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4AF60726-7AC9-4A11-B064-07CD99627955}"/>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AB2B97AE-D86F-45C7-9C01-9001E04E9230}"/>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30AC7374-8FB7-420B-8709-2B6CE5C89DA2}"/>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FC803C29-D2D0-40AB-90AE-DF1B896E47FB}"/>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012CED56-988E-4337-85A5-DE2BC002FC10}"/>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E6E2F088-652A-4C1E-9500-89BBED6D1541}"/>
              </a:ext>
            </a:extLst>
          </p:cNvPr>
          <p:cNvPicPr>
            <a:picLocks xmlns:a="http://schemas.openxmlformats.org/drawingml/2006/main" noChangeAspect="1"/>
          </p:cNvPicPr>
          <p:nvPr/>
        </p:nvPicPr>
        <p:blipFill>
          <a:blip xmlns:r="http://schemas.openxmlformats.org/officeDocument/2006/relationships" xmlns:a="http://schemas.openxmlformats.org/drawingml/2006/main" r:embed="Rd242f6531c7e4120"/>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63D94E8D-9DA3-48D2-A181-7794652411AD}"/>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7 · STATE-00 → STATE-00-FIXED">
            <a:extLst xmlns:a="http://schemas.openxmlformats.org/drawingml/2006/main">
              <a:ext uri="{FF2B5EF4-FFF2-40B4-BE49-F238E27FC236}">
                <a16:creationId xmlns:a16="http://schemas.microsoft.com/office/drawing/2014/main" id="{41361F1B-8611-418B-A3A5-691088995D73}"/>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S17 · STATE-00 → STATE-00-FIXED</a:t>
            </a:r>
          </a:p>
        </p:txBody>
      </p:sp>
      <p:pic>
        <p:nvPicPr>
          <p:cNvPr id="46" name="">
            <a:extLst xmlns:a="http://schemas.openxmlformats.org/drawingml/2006/main">
              <a:ext uri="{FF2B5EF4-FFF2-40B4-BE49-F238E27FC236}">
                <a16:creationId xmlns:a16="http://schemas.microsoft.com/office/drawing/2014/main" id="{1D5F1EB1-F77F-4BE4-A3DA-B2EDC1ADD791}"/>
              </a:ext>
            </a:extLst>
          </p:cNvPr>
          <p:cNvPicPr>
            <a:picLocks xmlns:a="http://schemas.openxmlformats.org/drawingml/2006/main" noChangeAspect="1"/>
          </p:cNvPicPr>
          <p:nvPr/>
        </p:nvPicPr>
        <p:blipFill>
          <a:blip xmlns:r="http://schemas.openxmlformats.org/officeDocument/2006/relationships" xmlns:a="http://schemas.openxmlformats.org/drawingml/2006/main" r:embed="Ra6edcf02e0754535"/>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01526814-1611-4CA7-BF2B-B7228D946B7E}"/>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3 · STATE-02 → STATE-03">
            <a:extLst xmlns:a="http://schemas.openxmlformats.org/drawingml/2006/main">
              <a:ext uri="{FF2B5EF4-FFF2-40B4-BE49-F238E27FC236}">
                <a16:creationId xmlns:a16="http://schemas.microsoft.com/office/drawing/2014/main" id="{72DAC35C-BC27-4E81-84FD-1AE349070CA3}"/>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S33 · STATE-02 → STATE-03</a:t>
            </a:r>
          </a:p>
        </p:txBody>
      </p:sp>
      <p:pic>
        <p:nvPicPr>
          <p:cNvPr id="49" name="">
            <a:extLst xmlns:a="http://schemas.openxmlformats.org/drawingml/2006/main">
              <a:ext uri="{FF2B5EF4-FFF2-40B4-BE49-F238E27FC236}">
                <a16:creationId xmlns:a16="http://schemas.microsoft.com/office/drawing/2014/main" id="{5597EF56-5D7A-4118-A002-8940C42C7AEC}"/>
              </a:ext>
            </a:extLst>
          </p:cNvPr>
          <p:cNvPicPr>
            <a:picLocks xmlns:a="http://schemas.openxmlformats.org/drawingml/2006/main" noChangeAspect="1"/>
          </p:cNvPicPr>
          <p:nvPr/>
        </p:nvPicPr>
        <p:blipFill>
          <a:blip xmlns:r="http://schemas.openxmlformats.org/officeDocument/2006/relationships" xmlns:a="http://schemas.openxmlformats.org/drawingml/2006/main" r:embed="Rbae0532a47f943cd"/>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BDB37C1B-2070-479D-A323-3F45EAB28BC7}"/>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6 · STATE-04 → STATE-04-PERF">
            <a:extLst xmlns:a="http://schemas.openxmlformats.org/drawingml/2006/main">
              <a:ext uri="{FF2B5EF4-FFF2-40B4-BE49-F238E27FC236}">
                <a16:creationId xmlns:a16="http://schemas.microsoft.com/office/drawing/2014/main" id="{C2EC171F-DFED-4C80-A960-1F3C514FAA27}"/>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S46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B4376FD0-CBAB-4F11-86B3-099C134F805E}"/>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E9001960-F797-414C-8006-C2E2D7F498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62806889"/>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770E02BE-E82F-462E-8F03-67F825C98B3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6">
            <a:extLst xmlns:a="http://schemas.openxmlformats.org/drawingml/2006/main">
              <a:ext uri="{FF2B5EF4-FFF2-40B4-BE49-F238E27FC236}">
                <a16:creationId xmlns:a16="http://schemas.microsoft.com/office/drawing/2014/main" id="{B3D5943B-2081-4DD0-81A5-28184BC8D98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필요성이 입증되지 않은 것은 보류했다">
            <a:extLst xmlns:a="http://schemas.openxmlformats.org/drawingml/2006/main">
              <a:ext uri="{FF2B5EF4-FFF2-40B4-BE49-F238E27FC236}">
                <a16:creationId xmlns:a16="http://schemas.microsoft.com/office/drawing/2014/main" id="{9330B30E-ECA2-40A4-8EC9-3D306D529D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06190111-BB94-4B4D-9363-7F526BA05C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4EBDB1EE-155A-4266-BCE5-CB0754E714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A378E881-733A-4B19-8C88-8F57A2969C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EF19B27B-8483-45CF-9685-C0FE68AD766B}"/>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D87C5E5A-2869-44B1-8E94-21F8916750B0}"/>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8800AB3B-DAAA-4E93-A70D-94E163DE9DCF}"/>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22AF0400-E8EC-4D3F-9B42-6CAE1F21F9E6}"/>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F3E63E6-15FD-4012-9BD2-7968F5D0CEA2}"/>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774B8DE2-9BDA-417D-915D-EDA31944E282}"/>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66058016-1C13-40B5-A90C-757AC518E51A}"/>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10537838-6460-438A-9329-3CFA1316C92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51BA1F73-7AB6-4E97-954B-3E628C472A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287022298"/>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75BE5B39-96AB-4D4D-9B84-71E586BC210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7">
            <a:extLst xmlns:a="http://schemas.openxmlformats.org/drawingml/2006/main">
              <a:ext uri="{FF2B5EF4-FFF2-40B4-BE49-F238E27FC236}">
                <a16:creationId xmlns:a16="http://schemas.microsoft.com/office/drawing/2014/main" id="{3F05A227-23EB-4517-9387-FE7D2FAC927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위임이 늘어도 개발자 책임은 남는다">
            <a:extLst xmlns:a="http://schemas.openxmlformats.org/drawingml/2006/main">
              <a:ext uri="{FF2B5EF4-FFF2-40B4-BE49-F238E27FC236}">
                <a16:creationId xmlns:a16="http://schemas.microsoft.com/office/drawing/2014/main" id="{9C0CEFB3-BE57-4DD3-ACCF-F90DF9CF5C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8234F84E-8CB5-484E-BD0C-4EA4738BA2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885822F8-F7B5-4596-B28A-A691DB7918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0ED6D525-3702-4DB6-B63B-D210A529F6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85DDE6BE-1106-43FC-9047-D76567C006EC}"/>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991E4F6A-6F90-4900-982B-3C9BAFD0C908}"/>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E00E3578-D31A-4A33-A198-02F23090643F}"/>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D03A37BE-4626-434E-AF6B-4245B5C557A2}"/>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6AB9AC05-C771-44DC-BF4E-999FBC42A3CA}"/>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3B3BB7F8-C6AE-4CD9-8EE1-8F3523B7D69F}"/>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CC00116E-CB51-4C7C-9F3E-D4CF3693E800}"/>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2D432582-C87B-4502-B68F-0DCC157B3CEA}"/>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9FA1D2DF-63FD-4F87-878E-AEF98AF2B2EA}"/>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2CD6F109-5FD4-4C8B-9ACE-8F0DA951956B}"/>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B22A1CD1-5404-4439-80FE-9E063BE83081}"/>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865C4AA5-7300-43C2-A447-949601C218AD}"/>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AC15176D-FC3C-4142-8A0D-A2C0C67A3F8A}"/>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7ECAE631-F38F-4755-AB74-41EBB9224AAF}"/>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36C69BAA-9A55-42D7-AB00-1308B4BA572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4129FC1A-62D1-4D52-808B-65363FB15A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082860082"/>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B6791196-3D51-49EE-BE98-4C84B3E75F3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8">
            <a:extLst xmlns:a="http://schemas.openxmlformats.org/drawingml/2006/main">
              <a:ext uri="{FF2B5EF4-FFF2-40B4-BE49-F238E27FC236}">
                <a16:creationId xmlns:a16="http://schemas.microsoft.com/office/drawing/2014/main" id="{74C009CD-8B46-418A-86CC-4C6CAFDF8AB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AI-Native Development는&#10;이 교육의 운영 모델">
            <a:extLst xmlns:a="http://schemas.openxmlformats.org/drawingml/2006/main">
              <a:ext uri="{FF2B5EF4-FFF2-40B4-BE49-F238E27FC236}">
                <a16:creationId xmlns:a16="http://schemas.microsoft.com/office/drawing/2014/main" id="{9839CD46-601C-418C-BB4A-3D79FB064FB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40773BC8-511E-48A5-9C6D-D524C9FA98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2CF0EA0D-596F-44EC-8077-E3A9819415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EED80309-4C6F-4E77-9D9A-29EAF2F774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05023270-EF37-4760-8221-308647E544D2}"/>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4EAC0ED2-9A5B-4167-92B0-AAE768360A52}"/>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20E4A4A5-121F-4084-B71A-EA7CDFFA0587}"/>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F7A4B4D3-3F48-4ACD-A31F-A6ECCE747D67}"/>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7D32F734-574B-41B9-9C11-721F770B3679}"/>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E46C9F34-9CE5-48F7-8281-C25764442498}"/>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A3678E65-5C5B-4D4E-BC15-41C2BE07791C}"/>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DC137581-2EE4-4A2E-8B07-FCA8A83EEFE4}"/>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853CEB90-BF7B-404A-9C0C-8F4534AEF9A4}"/>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3A342501-5707-4E5B-8EAE-7259CA3463DB}"/>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F76B508E-A856-4C7E-BA38-FF150A47DB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1207551"/>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3E88D8D1-ADAA-4610-97EF-6A0BE556E2C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9">
            <a:extLst xmlns:a="http://schemas.openxmlformats.org/drawingml/2006/main">
              <a:ext uri="{FF2B5EF4-FFF2-40B4-BE49-F238E27FC236}">
                <a16:creationId xmlns:a16="http://schemas.microsoft.com/office/drawing/2014/main" id="{1C37FAD3-17DB-4D55-9DFB-CFF78AF8CFE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어느 Layer에서 마찰이 반복되는가?">
            <a:extLst xmlns:a="http://schemas.openxmlformats.org/drawingml/2006/main">
              <a:ext uri="{FF2B5EF4-FFF2-40B4-BE49-F238E27FC236}">
                <a16:creationId xmlns:a16="http://schemas.microsoft.com/office/drawing/2014/main" id="{EBDE1C16-422A-4D87-A2FC-639554C3FA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57F503A4-5101-49D9-9FA7-D0E3F5810E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EAD31271-2629-436B-A4BA-326E7014E2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8E211910-6374-4DA3-9FC1-60101EDE2D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116BA8A1-3748-4720-A6E0-C74BCC59A344}"/>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2C2899D3-D430-4C68-B5E8-BB141199F4A3}"/>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D065D71-CF7B-4C7B-BC66-A205FEB30F86}"/>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8C008A9-F77E-4AC2-99B6-E429459C86BD}"/>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002B00B1-DC70-4EAF-80D6-4263F40DC6EA}"/>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DA7C2A9C-4DD0-4014-973F-DBD3486C215E}"/>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840213E9-8D6D-45EF-AF9E-4D98C400503E}"/>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80D5634-F680-473C-A9F2-549ECBFB1F9E}"/>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870744CE-7862-43C1-B90B-347ADFB0FDE7}"/>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E95902CE-6005-49ED-AFF6-F6FE8CEB3A94}"/>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144A7C10-496B-4413-BD1F-478B7494DFE0}"/>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BFB2EDB8-6D7B-4433-9A54-0FD8978DA8CE}"/>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67C4C0F-B471-40EC-A4C3-0A5F01EF998A}"/>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C41D503C-2136-436D-931B-BC63C53AD7E1}"/>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D0592ACD-0B25-42EC-8A78-D896292D78D0}"/>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F63B48E9-3439-4203-811C-8013FD5294EF}"/>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E42BC53E-8ABC-4484-9237-48CAD20A893A}"/>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1023434-874A-45FB-97C2-58CF334E349E}"/>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0806BBB-BE91-4AEC-BAAC-AFD991ADAAB5}"/>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059F65A8-214D-429E-871C-FE6FEAEF7638}"/>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C87190EC-3DC9-4A14-81EB-9EF8FCD16BBA}"/>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EC927E29-EE19-4ED7-9A91-7F429F9B30B7}"/>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9AFFDA5-F786-4CEB-B9E6-0E0240FB5A53}"/>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D99BDC99-B376-4A12-97A4-068B35273EFD}"/>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0257A76B-9ECF-470E-A841-35FBADCBF48F}"/>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C0003192-1C82-438C-87C9-3FF2230C8F45}"/>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73A5A8EB-D720-4548-BC30-8F8B52C2A4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1972725"/>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4326EC02-ACCE-434C-A52C-A271514CC90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0">
            <a:extLst xmlns:a="http://schemas.openxmlformats.org/drawingml/2006/main">
              <a:ext uri="{FF2B5EF4-FFF2-40B4-BE49-F238E27FC236}">
                <a16:creationId xmlns:a16="http://schemas.microsoft.com/office/drawing/2014/main" id="{1BE5211E-3747-4F9B-B0E1-1487A8E9CD2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다음 작은 행동을 개인적으로 고른다">
            <a:extLst xmlns:a="http://schemas.openxmlformats.org/drawingml/2006/main">
              <a:ext uri="{FF2B5EF4-FFF2-40B4-BE49-F238E27FC236}">
                <a16:creationId xmlns:a16="http://schemas.microsoft.com/office/drawing/2014/main" id="{1F56851C-723F-4ED7-99BE-BB01D66342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DD3A97D7-F7EC-4AA7-81AB-AE0F3F6C0F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8B50F8D7-7DE7-485C-860B-8B794DF363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E7CE448B-4820-4D93-8A07-DCE56A7B5C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61672B04-126B-4CA7-BC30-E99F9EA6EAEE}"/>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E709F585-1C96-4B65-BCC9-D223B1527CE1}"/>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C33F7ECE-122F-4391-94A6-AE3E7569C864}"/>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0DD68227-BC2E-4B10-9AD5-6342623C655F}"/>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FA2E349A-326A-4383-BB02-70DE9CCA311B}"/>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371E2E5E-410B-410C-9858-7DE1E550A85C}"/>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29EAE769-C20D-4A6D-B5C7-AA4AB77AB3A5}"/>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2BFE1E0A-5F7E-43BC-966F-DB5516B1D0CC}"/>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682BEE02-5838-40E0-A049-34FD88743DC6}"/>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65C3F552-4D2C-46D7-A153-869CCF555BB0}"/>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D7E3C1FB-5CF1-4CE8-93A6-93E768858E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618712463"/>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351D6A9D-BF74-4CBD-B2C2-F0658E0146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1">
            <a:extLst xmlns:a="http://schemas.openxmlformats.org/drawingml/2006/main">
              <a:ext uri="{FF2B5EF4-FFF2-40B4-BE49-F238E27FC236}">
                <a16:creationId xmlns:a16="http://schemas.microsoft.com/office/drawing/2014/main" id="{15E30C4B-1434-4E90-9C07-8B41288E6E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Q&amp;A와 교육 마무리">
            <a:extLst xmlns:a="http://schemas.openxmlformats.org/drawingml/2006/main">
              <a:ext uri="{FF2B5EF4-FFF2-40B4-BE49-F238E27FC236}">
                <a16:creationId xmlns:a16="http://schemas.microsoft.com/office/drawing/2014/main" id="{B3F9935B-5C06-4D24-A761-6BF49DD6C9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0DC1F79F-133F-457B-ACAC-EB589745A6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63F24A1D-25B9-44E9-B9A3-A64D5B4B52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56564017-08B3-4354-8A07-DE4BE4628A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A412ED57-7EB0-40F7-9F31-FA52B66AE611}"/>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6BE8E2E7-50C8-4F66-9DB2-6F583CF36FA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969465CB-569D-471B-BD25-6C5BC7CE7D84}"/>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94A2B2D8-0A66-4189-951D-3A250B4B3CAE}"/>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1623B432-3BCF-486B-97A5-101C94D60F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730327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2026-10-21T12:23:36.7560000Z</dcterms:created>
  <dcterms:modified xsi:type="dcterms:W3CDTF">2026-10-21T12:23:36.7560000Z</dcterms:modified>
</coreProperties>
</file>