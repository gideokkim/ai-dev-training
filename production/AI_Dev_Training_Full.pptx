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slides/charts/chart1.xml" ContentType="application/vnd.openxmlformats-officedocument.drawingml.chart+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03c4fbe00c14762" /><Relationship Type="http://schemas.openxmlformats.org/officeDocument/2006/relationships/extended-properties" Target="/docProps/app.xml" Id="R53b90476958c4bae" /><Relationship Type="http://schemas.openxmlformats.org/officeDocument/2006/relationships/officeDocument" Target="/ppt/presentation.xml" Id="R803148092b36408c" /></Relationships>
</file>

<file path=ppt/presentation.xml><?xml version="1.0" encoding="utf-8"?>
<p:presentation xmlns:p="http://schemas.openxmlformats.org/presentationml/2006/main">
  <p:sldMasterIdLst>
    <p:sldMasterId xmlns:r="http://schemas.openxmlformats.org/officeDocument/2006/relationships" id="2147483648" r:id="R6a5a769582c14ed8"/>
  </p:sldMasterIdLst>
  <p:notesMasterIdLst>
    <p:notesMasterId xmlns:r="http://schemas.openxmlformats.org/officeDocument/2006/relationships" r:id="Rbd9c6c947e2d429a"/>
  </p:notesMasterIdLst>
  <p:sldIdLst>
    <p:sldId xmlns:r="http://schemas.openxmlformats.org/officeDocument/2006/relationships" id="256" r:id="R6477ea4cf3fb46f9"/>
    <p:sldId xmlns:r="http://schemas.openxmlformats.org/officeDocument/2006/relationships" id="257" r:id="Reb7e8cc3fab44eac"/>
    <p:sldId xmlns:r="http://schemas.openxmlformats.org/officeDocument/2006/relationships" id="258" r:id="R36c378d45f764f1a"/>
    <p:sldId xmlns:r="http://schemas.openxmlformats.org/officeDocument/2006/relationships" id="259" r:id="R6359bf331cb84e0e"/>
    <p:sldId xmlns:r="http://schemas.openxmlformats.org/officeDocument/2006/relationships" id="260" r:id="R2032a03cb688479e"/>
    <p:sldId xmlns:r="http://schemas.openxmlformats.org/officeDocument/2006/relationships" id="261" r:id="R7c0c7495444f44d7"/>
    <p:sldId xmlns:r="http://schemas.openxmlformats.org/officeDocument/2006/relationships" id="262" r:id="R49c17278f3f54ad8"/>
    <p:sldId xmlns:r="http://schemas.openxmlformats.org/officeDocument/2006/relationships" id="263" r:id="R9a52c590670441b4"/>
    <p:sldId xmlns:r="http://schemas.openxmlformats.org/officeDocument/2006/relationships" id="264" r:id="R24859c45b92e405c"/>
    <p:sldId xmlns:r="http://schemas.openxmlformats.org/officeDocument/2006/relationships" id="265" r:id="Rda80076fe3014ff0"/>
    <p:sldId xmlns:r="http://schemas.openxmlformats.org/officeDocument/2006/relationships" id="266" r:id="R05a795a34d1a46c5"/>
    <p:sldId xmlns:r="http://schemas.openxmlformats.org/officeDocument/2006/relationships" id="267" r:id="Rdc4571b3f88a435c"/>
    <p:sldId xmlns:r="http://schemas.openxmlformats.org/officeDocument/2006/relationships" id="268" r:id="R13d53fddd3464fd5"/>
    <p:sldId xmlns:r="http://schemas.openxmlformats.org/officeDocument/2006/relationships" id="269" r:id="R879173a78b994851"/>
    <p:sldId xmlns:r="http://schemas.openxmlformats.org/officeDocument/2006/relationships" id="270" r:id="R8bcd7ef32e75421d"/>
    <p:sldId xmlns:r="http://schemas.openxmlformats.org/officeDocument/2006/relationships" id="271" r:id="Rc7eea8da25c040d0"/>
    <p:sldId xmlns:r="http://schemas.openxmlformats.org/officeDocument/2006/relationships" id="272" r:id="Ree5f9ce843564214"/>
    <p:sldId xmlns:r="http://schemas.openxmlformats.org/officeDocument/2006/relationships" id="273" r:id="Rfb7f25cc331b4078"/>
    <p:sldId xmlns:r="http://schemas.openxmlformats.org/officeDocument/2006/relationships" id="274" r:id="R069ae28d06a74109"/>
    <p:sldId xmlns:r="http://schemas.openxmlformats.org/officeDocument/2006/relationships" id="275" r:id="R70bd851373fb4b3f"/>
    <p:sldId xmlns:r="http://schemas.openxmlformats.org/officeDocument/2006/relationships" id="276" r:id="R599e217cb4884f16"/>
    <p:sldId xmlns:r="http://schemas.openxmlformats.org/officeDocument/2006/relationships" id="277" r:id="R32bbf85a679e4d6e"/>
    <p:sldId xmlns:r="http://schemas.openxmlformats.org/officeDocument/2006/relationships" id="278" r:id="Rfa9a5b49ffa549e4"/>
    <p:sldId xmlns:r="http://schemas.openxmlformats.org/officeDocument/2006/relationships" id="279" r:id="R13fff87284b54968"/>
    <p:sldId xmlns:r="http://schemas.openxmlformats.org/officeDocument/2006/relationships" id="280" r:id="R3154db80afcc4a2b"/>
    <p:sldId xmlns:r="http://schemas.openxmlformats.org/officeDocument/2006/relationships" id="281" r:id="R0665df09cc534d7a"/>
    <p:sldId xmlns:r="http://schemas.openxmlformats.org/officeDocument/2006/relationships" id="282" r:id="R01f72499f99e4d62"/>
    <p:sldId xmlns:r="http://schemas.openxmlformats.org/officeDocument/2006/relationships" id="283" r:id="Rdb9fa0314c3749cd"/>
    <p:sldId xmlns:r="http://schemas.openxmlformats.org/officeDocument/2006/relationships" id="284" r:id="R72344bbaf58d4ec2"/>
    <p:sldId xmlns:r="http://schemas.openxmlformats.org/officeDocument/2006/relationships" id="285" r:id="R7720ef3b27554c26"/>
    <p:sldId xmlns:r="http://schemas.openxmlformats.org/officeDocument/2006/relationships" id="286" r:id="R642205b8a0ab49c5"/>
    <p:sldId xmlns:r="http://schemas.openxmlformats.org/officeDocument/2006/relationships" id="287" r:id="R82a2ce80662d497a"/>
    <p:sldId xmlns:r="http://schemas.openxmlformats.org/officeDocument/2006/relationships" id="288" r:id="R51f029a5be73414a"/>
    <p:sldId xmlns:r="http://schemas.openxmlformats.org/officeDocument/2006/relationships" id="289" r:id="R7ce812dc3bb44a85"/>
    <p:sldId xmlns:r="http://schemas.openxmlformats.org/officeDocument/2006/relationships" id="290" r:id="Rd26354b4754b41b9"/>
    <p:sldId xmlns:r="http://schemas.openxmlformats.org/officeDocument/2006/relationships" id="291" r:id="Rca208e43a4e24f9c"/>
    <p:sldId xmlns:r="http://schemas.openxmlformats.org/officeDocument/2006/relationships" id="292" r:id="R198fe1d3a19b429e"/>
    <p:sldId xmlns:r="http://schemas.openxmlformats.org/officeDocument/2006/relationships" id="293" r:id="R47c3aabdd0c74b30"/>
    <p:sldId xmlns:r="http://schemas.openxmlformats.org/officeDocument/2006/relationships" id="294" r:id="R259571a696d44218"/>
    <p:sldId xmlns:r="http://schemas.openxmlformats.org/officeDocument/2006/relationships" id="295" r:id="R45317901511c4f19"/>
    <p:sldId xmlns:r="http://schemas.openxmlformats.org/officeDocument/2006/relationships" id="296" r:id="R444451afc5a248bb"/>
    <p:sldId xmlns:r="http://schemas.openxmlformats.org/officeDocument/2006/relationships" id="297" r:id="R60a14ea8c5814e1b"/>
    <p:sldId xmlns:r="http://schemas.openxmlformats.org/officeDocument/2006/relationships" id="298" r:id="Re3d2af69983e43e6"/>
    <p:sldId xmlns:r="http://schemas.openxmlformats.org/officeDocument/2006/relationships" id="299" r:id="R0b9c2cf1463d43d0"/>
    <p:sldId xmlns:r="http://schemas.openxmlformats.org/officeDocument/2006/relationships" id="300" r:id="R2ade4b80982f4b94"/>
    <p:sldId xmlns:r="http://schemas.openxmlformats.org/officeDocument/2006/relationships" id="301" r:id="Rb97c9b19107e4132"/>
    <p:sldId xmlns:r="http://schemas.openxmlformats.org/officeDocument/2006/relationships" id="302" r:id="Rfb4ea85a711c4c69"/>
    <p:sldId xmlns:r="http://schemas.openxmlformats.org/officeDocument/2006/relationships" id="303" r:id="R01533dcdaab242d0"/>
    <p:sldId xmlns:r="http://schemas.openxmlformats.org/officeDocument/2006/relationships" id="304" r:id="Re1dd451c9eca463e"/>
    <p:sldId xmlns:r="http://schemas.openxmlformats.org/officeDocument/2006/relationships" id="305" r:id="Rfbb5f0d5092641e0"/>
    <p:sldId xmlns:r="http://schemas.openxmlformats.org/officeDocument/2006/relationships" id="306" r:id="R2a82ff8bce954d2b"/>
    <p:sldId xmlns:r="http://schemas.openxmlformats.org/officeDocument/2006/relationships" id="307" r:id="Rbb8e326102ac44d4"/>
    <p:sldId xmlns:r="http://schemas.openxmlformats.org/officeDocument/2006/relationships" id="308" r:id="Rc3ce3438bfce4fc5"/>
    <p:sldId xmlns:r="http://schemas.openxmlformats.org/officeDocument/2006/relationships" id="309" r:id="Rfabf559fa5bb4678"/>
    <p:sldId xmlns:r="http://schemas.openxmlformats.org/officeDocument/2006/relationships" id="310" r:id="R3eba419e86d94ca9"/>
    <p:sldId xmlns:r="http://schemas.openxmlformats.org/officeDocument/2006/relationships" id="311" r:id="R4066235d524e4b35"/>
    <p:sldId xmlns:r="http://schemas.openxmlformats.org/officeDocument/2006/relationships" id="312" r:id="R02543084f9ed4dcd"/>
    <p:sldId xmlns:r="http://schemas.openxmlformats.org/officeDocument/2006/relationships" id="313" r:id="R407393ab93fd4a8e"/>
    <p:sldId xmlns:r="http://schemas.openxmlformats.org/officeDocument/2006/relationships" id="314" r:id="Rd1bd1585bf604894"/>
    <p:sldId xmlns:r="http://schemas.openxmlformats.org/officeDocument/2006/relationships" id="315" r:id="Ra9ad76b8199348ae"/>
    <p:sldId xmlns:r="http://schemas.openxmlformats.org/officeDocument/2006/relationships" id="316" r:id="R81a2805ee89647f3"/>
    <p:sldId xmlns:r="http://schemas.openxmlformats.org/officeDocument/2006/relationships" id="317" r:id="Rea8d5cd1e5f54245"/>
    <p:sldId xmlns:r="http://schemas.openxmlformats.org/officeDocument/2006/relationships" id="318" r:id="Ra77b4bcdc3ea46b2"/>
    <p:sldId xmlns:r="http://schemas.openxmlformats.org/officeDocument/2006/relationships" id="319" r:id="Re872fd3fe9db4dea"/>
    <p:sldId xmlns:r="http://schemas.openxmlformats.org/officeDocument/2006/relationships" id="320" r:id="R680596845e2d44ce"/>
    <p:sldId xmlns:r="http://schemas.openxmlformats.org/officeDocument/2006/relationships" id="321" r:id="R5e30558af29348e8"/>
    <p:sldId xmlns:r="http://schemas.openxmlformats.org/officeDocument/2006/relationships" id="322" r:id="R91cb8175a5a8407d"/>
    <p:sldId xmlns:r="http://schemas.openxmlformats.org/officeDocument/2006/relationships" id="323" r:id="R4b5018b84ee24503"/>
    <p:sldId xmlns:r="http://schemas.openxmlformats.org/officeDocument/2006/relationships" id="324" r:id="Rc5b914c042354e59"/>
    <p:sldId xmlns:r="http://schemas.openxmlformats.org/officeDocument/2006/relationships" id="325" r:id="Rc9ddd35594064e70"/>
    <p:sldId xmlns:r="http://schemas.openxmlformats.org/officeDocument/2006/relationships" id="326" r:id="Rfcd49e544e7c4575"/>
    <p:sldId xmlns:r="http://schemas.openxmlformats.org/officeDocument/2006/relationships" id="327" r:id="Re8ecc3ef93d6477c"/>
    <p:sldId xmlns:r="http://schemas.openxmlformats.org/officeDocument/2006/relationships" id="328" r:id="Rb304f3ce373d489a"/>
    <p:sldId xmlns:r="http://schemas.openxmlformats.org/officeDocument/2006/relationships" id="329" r:id="Rc6f7e873ff5d4084"/>
    <p:sldId xmlns:r="http://schemas.openxmlformats.org/officeDocument/2006/relationships" id="330" r:id="R45a4217886af4597"/>
    <p:sldId xmlns:r="http://schemas.openxmlformats.org/officeDocument/2006/relationships" id="331" r:id="Rcbbd763576304f55"/>
    <p:sldId xmlns:r="http://schemas.openxmlformats.org/officeDocument/2006/relationships" id="332" r:id="R3c0c3e61425a4adb"/>
    <p:sldId xmlns:r="http://schemas.openxmlformats.org/officeDocument/2006/relationships" id="333" r:id="R6f76a3211f7046d8"/>
    <p:sldId xmlns:r="http://schemas.openxmlformats.org/officeDocument/2006/relationships" id="334" r:id="R5cbb645b183f4b1e"/>
    <p:sldId xmlns:r="http://schemas.openxmlformats.org/officeDocument/2006/relationships" id="335" r:id="R1f02d49e04d04f0d"/>
    <p:sldId xmlns:r="http://schemas.openxmlformats.org/officeDocument/2006/relationships" id="336" r:id="Rad65f20d541b4bd5"/>
    <p:sldId xmlns:r="http://schemas.openxmlformats.org/officeDocument/2006/relationships" id="337" r:id="R1059dad9c6ec463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c525528aed74308" /><Relationship Type="http://schemas.openxmlformats.org/officeDocument/2006/relationships/slideMaster" Target="/ppt/slideMasters/slideMaster1.xml" Id="R6a5a769582c14ed8" /><Relationship Type="http://schemas.openxmlformats.org/officeDocument/2006/relationships/notesMaster" Target="/ppt/notesMasters/notesMaster1.xml" Id="Rbd9c6c947e2d429a" /><Relationship Type="http://schemas.openxmlformats.org/officeDocument/2006/relationships/presProps" Target="/ppt/presProps.xml" Id="R61f67b2e78c44c35" /><Relationship Type="http://schemas.openxmlformats.org/officeDocument/2006/relationships/tableStyles" Target="/ppt/tableStyles.xml" Id="R6c344fed51ff4fe0" /><Relationship Type="http://schemas.openxmlformats.org/officeDocument/2006/relationships/slide" Target="/ppt/slides/slide1.xml" Id="R6477ea4cf3fb46f9" /><Relationship Type="http://schemas.openxmlformats.org/officeDocument/2006/relationships/slide" Target="/ppt/slides/slide2.xml" Id="Reb7e8cc3fab44eac" /><Relationship Type="http://schemas.openxmlformats.org/officeDocument/2006/relationships/slide" Target="/ppt/slides/slide3.xml" Id="R36c378d45f764f1a" /><Relationship Type="http://schemas.openxmlformats.org/officeDocument/2006/relationships/slide" Target="/ppt/slides/slide4.xml" Id="R6359bf331cb84e0e" /><Relationship Type="http://schemas.openxmlformats.org/officeDocument/2006/relationships/slide" Target="/ppt/slides/slide5.xml" Id="R2032a03cb688479e" /><Relationship Type="http://schemas.openxmlformats.org/officeDocument/2006/relationships/slide" Target="/ppt/slides/slide6.xml" Id="R7c0c7495444f44d7" /><Relationship Type="http://schemas.openxmlformats.org/officeDocument/2006/relationships/slide" Target="/ppt/slides/slide7.xml" Id="R49c17278f3f54ad8" /><Relationship Type="http://schemas.openxmlformats.org/officeDocument/2006/relationships/slide" Target="/ppt/slides/slide8.xml" Id="R9a52c590670441b4" /><Relationship Type="http://schemas.openxmlformats.org/officeDocument/2006/relationships/slide" Target="/ppt/slides/slide9.xml" Id="R24859c45b92e405c" /><Relationship Type="http://schemas.openxmlformats.org/officeDocument/2006/relationships/slide" Target="/ppt/slides/slide10.xml" Id="Rda80076fe3014ff0" /><Relationship Type="http://schemas.openxmlformats.org/officeDocument/2006/relationships/slide" Target="/ppt/slides/slide11.xml" Id="R05a795a34d1a46c5" /><Relationship Type="http://schemas.openxmlformats.org/officeDocument/2006/relationships/slide" Target="/ppt/slides/slide12.xml" Id="Rdc4571b3f88a435c" /><Relationship Type="http://schemas.openxmlformats.org/officeDocument/2006/relationships/slide" Target="/ppt/slides/slide13.xml" Id="R13d53fddd3464fd5" /><Relationship Type="http://schemas.openxmlformats.org/officeDocument/2006/relationships/slide" Target="/ppt/slides/slide14.xml" Id="R879173a78b994851" /><Relationship Type="http://schemas.openxmlformats.org/officeDocument/2006/relationships/slide" Target="/ppt/slides/slide15.xml" Id="R8bcd7ef32e75421d" /><Relationship Type="http://schemas.openxmlformats.org/officeDocument/2006/relationships/slide" Target="/ppt/slides/slide16.xml" Id="Rc7eea8da25c040d0" /><Relationship Type="http://schemas.openxmlformats.org/officeDocument/2006/relationships/slide" Target="/ppt/slides/slide17.xml" Id="Ree5f9ce843564214" /><Relationship Type="http://schemas.openxmlformats.org/officeDocument/2006/relationships/slide" Target="/ppt/slides/slide18.xml" Id="Rfb7f25cc331b4078" /><Relationship Type="http://schemas.openxmlformats.org/officeDocument/2006/relationships/slide" Target="/ppt/slides/slide19.xml" Id="R069ae28d06a74109" /><Relationship Type="http://schemas.openxmlformats.org/officeDocument/2006/relationships/slide" Target="/ppt/slides/slide20.xml" Id="R70bd851373fb4b3f" /><Relationship Type="http://schemas.openxmlformats.org/officeDocument/2006/relationships/slide" Target="/ppt/slides/slide21.xml" Id="R599e217cb4884f16" /><Relationship Type="http://schemas.openxmlformats.org/officeDocument/2006/relationships/slide" Target="/ppt/slides/slide22.xml" Id="R32bbf85a679e4d6e" /><Relationship Type="http://schemas.openxmlformats.org/officeDocument/2006/relationships/slide" Target="/ppt/slides/slide23.xml" Id="Rfa9a5b49ffa549e4" /><Relationship Type="http://schemas.openxmlformats.org/officeDocument/2006/relationships/slide" Target="/ppt/slides/slide24.xml" Id="R13fff87284b54968" /><Relationship Type="http://schemas.openxmlformats.org/officeDocument/2006/relationships/slide" Target="/ppt/slides/slide25.xml" Id="R3154db80afcc4a2b" /><Relationship Type="http://schemas.openxmlformats.org/officeDocument/2006/relationships/slide" Target="/ppt/slides/slide26.xml" Id="R0665df09cc534d7a" /><Relationship Type="http://schemas.openxmlformats.org/officeDocument/2006/relationships/slide" Target="/ppt/slides/slide27.xml" Id="R01f72499f99e4d62" /><Relationship Type="http://schemas.openxmlformats.org/officeDocument/2006/relationships/slide" Target="/ppt/slides/slide28.xml" Id="Rdb9fa0314c3749cd" /><Relationship Type="http://schemas.openxmlformats.org/officeDocument/2006/relationships/slide" Target="/ppt/slides/slide29.xml" Id="R72344bbaf58d4ec2" /><Relationship Type="http://schemas.openxmlformats.org/officeDocument/2006/relationships/slide" Target="/ppt/slides/slide30.xml" Id="R7720ef3b27554c26" /><Relationship Type="http://schemas.openxmlformats.org/officeDocument/2006/relationships/slide" Target="/ppt/slides/slide31.xml" Id="R642205b8a0ab49c5" /><Relationship Type="http://schemas.openxmlformats.org/officeDocument/2006/relationships/slide" Target="/ppt/slides/slide32.xml" Id="R82a2ce80662d497a" /><Relationship Type="http://schemas.openxmlformats.org/officeDocument/2006/relationships/slide" Target="/ppt/slides/slide33.xml" Id="R51f029a5be73414a" /><Relationship Type="http://schemas.openxmlformats.org/officeDocument/2006/relationships/slide" Target="/ppt/slides/slide34.xml" Id="R7ce812dc3bb44a85" /><Relationship Type="http://schemas.openxmlformats.org/officeDocument/2006/relationships/slide" Target="/ppt/slides/slide35.xml" Id="Rd26354b4754b41b9" /><Relationship Type="http://schemas.openxmlformats.org/officeDocument/2006/relationships/slide" Target="/ppt/slides/slide36.xml" Id="Rca208e43a4e24f9c" /><Relationship Type="http://schemas.openxmlformats.org/officeDocument/2006/relationships/slide" Target="/ppt/slides/slide37.xml" Id="R198fe1d3a19b429e" /><Relationship Type="http://schemas.openxmlformats.org/officeDocument/2006/relationships/slide" Target="/ppt/slides/slide38.xml" Id="R47c3aabdd0c74b30" /><Relationship Type="http://schemas.openxmlformats.org/officeDocument/2006/relationships/slide" Target="/ppt/slides/slide39.xml" Id="R259571a696d44218" /><Relationship Type="http://schemas.openxmlformats.org/officeDocument/2006/relationships/slide" Target="/ppt/slides/slide40.xml" Id="R45317901511c4f19" /><Relationship Type="http://schemas.openxmlformats.org/officeDocument/2006/relationships/slide" Target="/ppt/slides/slide41.xml" Id="R444451afc5a248bb" /><Relationship Type="http://schemas.openxmlformats.org/officeDocument/2006/relationships/slide" Target="/ppt/slides/slide42.xml" Id="R60a14ea8c5814e1b" /><Relationship Type="http://schemas.openxmlformats.org/officeDocument/2006/relationships/slide" Target="/ppt/slides/slide43.xml" Id="Re3d2af69983e43e6" /><Relationship Type="http://schemas.openxmlformats.org/officeDocument/2006/relationships/slide" Target="/ppt/slides/slide44.xml" Id="R0b9c2cf1463d43d0" /><Relationship Type="http://schemas.openxmlformats.org/officeDocument/2006/relationships/slide" Target="/ppt/slides/slide45.xml" Id="R2ade4b80982f4b94" /><Relationship Type="http://schemas.openxmlformats.org/officeDocument/2006/relationships/slide" Target="/ppt/slides/slide46.xml" Id="Rb97c9b19107e4132" /><Relationship Type="http://schemas.openxmlformats.org/officeDocument/2006/relationships/slide" Target="/ppt/slides/slide47.xml" Id="Rfb4ea85a711c4c69" /><Relationship Type="http://schemas.openxmlformats.org/officeDocument/2006/relationships/slide" Target="/ppt/slides/slide48.xml" Id="R01533dcdaab242d0" /><Relationship Type="http://schemas.openxmlformats.org/officeDocument/2006/relationships/slide" Target="/ppt/slides/slide49.xml" Id="Re1dd451c9eca463e" /><Relationship Type="http://schemas.openxmlformats.org/officeDocument/2006/relationships/slide" Target="/ppt/slides/slide50.xml" Id="Rfbb5f0d5092641e0" /><Relationship Type="http://schemas.openxmlformats.org/officeDocument/2006/relationships/slide" Target="/ppt/slides/slide51.xml" Id="R2a82ff8bce954d2b" /><Relationship Type="http://schemas.openxmlformats.org/officeDocument/2006/relationships/slide" Target="/ppt/slides/slide52.xml" Id="Rbb8e326102ac44d4" /><Relationship Type="http://schemas.openxmlformats.org/officeDocument/2006/relationships/slide" Target="/ppt/slides/slide53.xml" Id="Rc3ce3438bfce4fc5" /><Relationship Type="http://schemas.openxmlformats.org/officeDocument/2006/relationships/slide" Target="/ppt/slides/slide54.xml" Id="Rfabf559fa5bb4678" /><Relationship Type="http://schemas.openxmlformats.org/officeDocument/2006/relationships/slide" Target="/ppt/slides/slide55.xml" Id="R3eba419e86d94ca9" /><Relationship Type="http://schemas.openxmlformats.org/officeDocument/2006/relationships/slide" Target="/ppt/slides/slide56.xml" Id="R4066235d524e4b35" /><Relationship Type="http://schemas.openxmlformats.org/officeDocument/2006/relationships/slide" Target="/ppt/slides/slide57.xml" Id="R02543084f9ed4dcd" /><Relationship Type="http://schemas.openxmlformats.org/officeDocument/2006/relationships/slide" Target="/ppt/slides/slide58.xml" Id="R407393ab93fd4a8e" /><Relationship Type="http://schemas.openxmlformats.org/officeDocument/2006/relationships/slide" Target="/ppt/slides/slide59.xml" Id="Rd1bd1585bf604894" /><Relationship Type="http://schemas.openxmlformats.org/officeDocument/2006/relationships/slide" Target="/ppt/slides/slide60.xml" Id="Ra9ad76b8199348ae" /><Relationship Type="http://schemas.openxmlformats.org/officeDocument/2006/relationships/slide" Target="/ppt/slides/slide61.xml" Id="R81a2805ee89647f3" /><Relationship Type="http://schemas.openxmlformats.org/officeDocument/2006/relationships/slide" Target="/ppt/slides/slide62.xml" Id="Rea8d5cd1e5f54245" /><Relationship Type="http://schemas.openxmlformats.org/officeDocument/2006/relationships/slide" Target="/ppt/slides/slide63.xml" Id="Ra77b4bcdc3ea46b2" /><Relationship Type="http://schemas.openxmlformats.org/officeDocument/2006/relationships/slide" Target="/ppt/slides/slide64.xml" Id="Re872fd3fe9db4dea" /><Relationship Type="http://schemas.openxmlformats.org/officeDocument/2006/relationships/slide" Target="/ppt/slides/slide65.xml" Id="R680596845e2d44ce" /><Relationship Type="http://schemas.openxmlformats.org/officeDocument/2006/relationships/slide" Target="/ppt/slides/slide66.xml" Id="R5e30558af29348e8" /><Relationship Type="http://schemas.openxmlformats.org/officeDocument/2006/relationships/slide" Target="/ppt/slides/slide67.xml" Id="R91cb8175a5a8407d" /><Relationship Type="http://schemas.openxmlformats.org/officeDocument/2006/relationships/slide" Target="/ppt/slides/slide68.xml" Id="R4b5018b84ee24503" /><Relationship Type="http://schemas.openxmlformats.org/officeDocument/2006/relationships/slide" Target="/ppt/slides/slide69.xml" Id="Rc5b914c042354e59" /><Relationship Type="http://schemas.openxmlformats.org/officeDocument/2006/relationships/slide" Target="/ppt/slides/slide70.xml" Id="Rc9ddd35594064e70" /><Relationship Type="http://schemas.openxmlformats.org/officeDocument/2006/relationships/slide" Target="/ppt/slides/slide71.xml" Id="Rfcd49e544e7c4575" /><Relationship Type="http://schemas.openxmlformats.org/officeDocument/2006/relationships/slide" Target="/ppt/slides/slide72.xml" Id="Re8ecc3ef93d6477c" /><Relationship Type="http://schemas.openxmlformats.org/officeDocument/2006/relationships/slide" Target="/ppt/slides/slide73.xml" Id="Rb304f3ce373d489a" /><Relationship Type="http://schemas.openxmlformats.org/officeDocument/2006/relationships/slide" Target="/ppt/slides/slide74.xml" Id="Rc6f7e873ff5d4084" /><Relationship Type="http://schemas.openxmlformats.org/officeDocument/2006/relationships/slide" Target="/ppt/slides/slide75.xml" Id="R45a4217886af4597" /><Relationship Type="http://schemas.openxmlformats.org/officeDocument/2006/relationships/slide" Target="/ppt/slides/slide76.xml" Id="Rcbbd763576304f55" /><Relationship Type="http://schemas.openxmlformats.org/officeDocument/2006/relationships/slide" Target="/ppt/slides/slide77.xml" Id="R3c0c3e61425a4adb" /><Relationship Type="http://schemas.openxmlformats.org/officeDocument/2006/relationships/slide" Target="/ppt/slides/slide78.xml" Id="R6f76a3211f7046d8" /><Relationship Type="http://schemas.openxmlformats.org/officeDocument/2006/relationships/slide" Target="/ppt/slides/slide79.xml" Id="R5cbb645b183f4b1e" /><Relationship Type="http://schemas.openxmlformats.org/officeDocument/2006/relationships/slide" Target="/ppt/slides/slide80.xml" Id="R1f02d49e04d04f0d" /><Relationship Type="http://schemas.openxmlformats.org/officeDocument/2006/relationships/slide" Target="/ppt/slides/slide81.xml" Id="Rad65f20d541b4bd5" /><Relationship Type="http://schemas.openxmlformats.org/officeDocument/2006/relationships/slide" Target="/ppt/slides/slide82.xml" Id="R1059dad9c6ec463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33cb152c11947b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bf637ec1cb24a28" /><Relationship Type="http://schemas.openxmlformats.org/officeDocument/2006/relationships/notesMaster" Target="/ppt/notesMasters/notesMaster1.xml" Id="Ra68e3b2e96db44ff" /></Relationships>
</file>

<file path=ppt/notesSlides/_rels/notesSlide2.xml.rels>&#65279;<?xml version="1.0" encoding="utf-8"?><Relationships xmlns="http://schemas.openxmlformats.org/package/2006/relationships"><Relationship Type="http://schemas.openxmlformats.org/officeDocument/2006/relationships/slide" Target="/ppt/slides/slide2.xml" Id="R918d76e8fa524013" /><Relationship Type="http://schemas.openxmlformats.org/officeDocument/2006/relationships/notesMaster" Target="/ppt/notesMasters/notesMaster1.xml" Id="Rb236ebdd0c1647c2" /></Relationships>
</file>

<file path=ppt/notesSlides/_rels/notesSlide3.xml.rels>&#65279;<?xml version="1.0" encoding="utf-8"?><Relationships xmlns="http://schemas.openxmlformats.org/package/2006/relationships"><Relationship Type="http://schemas.openxmlformats.org/officeDocument/2006/relationships/slide" Target="/ppt/slides/slide3.xml" Id="R4c7396eb66b64d3f" /><Relationship Type="http://schemas.openxmlformats.org/officeDocument/2006/relationships/notesMaster" Target="/ppt/notesMasters/notesMaster1.xml" Id="R16782f293a274281" /></Relationships>
</file>

<file path=ppt/notesSlides/_rels/notesSlide4.xml.rels>&#65279;<?xml version="1.0" encoding="utf-8"?><Relationships xmlns="http://schemas.openxmlformats.org/package/2006/relationships"><Relationship Type="http://schemas.openxmlformats.org/officeDocument/2006/relationships/slide" Target="/ppt/slides/slide4.xml" Id="R1205fc10554f4f10" /><Relationship Type="http://schemas.openxmlformats.org/officeDocument/2006/relationships/notesMaster" Target="/ppt/notesMasters/notesMaster1.xml" Id="R847405ef8bea4c97" /></Relationships>
</file>

<file path=ppt/notesSlides/_rels/notesSlide5.xml.rels>&#65279;<?xml version="1.0" encoding="utf-8"?><Relationships xmlns="http://schemas.openxmlformats.org/package/2006/relationships"><Relationship Type="http://schemas.openxmlformats.org/officeDocument/2006/relationships/slide" Target="/ppt/slides/slide5.xml" Id="Ra1d760f84a624742" /><Relationship Type="http://schemas.openxmlformats.org/officeDocument/2006/relationships/notesMaster" Target="/ppt/notesMasters/notesMaster1.xml" Id="R56286367ebc948bb" /></Relationships>
</file>

<file path=ppt/notesSlides/_rels/notesSlide6.xml.rels>&#65279;<?xml version="1.0" encoding="utf-8"?><Relationships xmlns="http://schemas.openxmlformats.org/package/2006/relationships"><Relationship Type="http://schemas.openxmlformats.org/officeDocument/2006/relationships/slide" Target="/ppt/slides/slide6.xml" Id="R1f159f368c914163" /><Relationship Type="http://schemas.openxmlformats.org/officeDocument/2006/relationships/notesMaster" Target="/ppt/notesMasters/notesMaster1.xml" Id="Rde03c9ffd19840d3" /></Relationships>
</file>

<file path=ppt/notesSlides/_rels/notesSlide7.xml.rels>&#65279;<?xml version="1.0" encoding="utf-8"?><Relationships xmlns="http://schemas.openxmlformats.org/package/2006/relationships"><Relationship Type="http://schemas.openxmlformats.org/officeDocument/2006/relationships/slide" Target="/ppt/slides/slide7.xml" Id="Rab500011ca7d4eba" /><Relationship Type="http://schemas.openxmlformats.org/officeDocument/2006/relationships/notesMaster" Target="/ppt/notesMasters/notesMaster1.xml" Id="R636027bb21264824" /></Relationships>
</file>

<file path=ppt/notesSlides/_rels/notesSlide8.xml.rels>&#65279;<?xml version="1.0" encoding="utf-8"?><Relationships xmlns="http://schemas.openxmlformats.org/package/2006/relationships"><Relationship Type="http://schemas.openxmlformats.org/officeDocument/2006/relationships/slide" Target="/ppt/slides/slide8.xml" Id="R60d70e73777f402c" /><Relationship Type="http://schemas.openxmlformats.org/officeDocument/2006/relationships/notesMaster" Target="/ppt/notesMasters/notesMaster1.xml" Id="R83e45acbc8674120" /></Relationships>
</file>

<file path=ppt/notesSlides/_rels/notesSlide9.xml.rels>&#65279;<?xml version="1.0" encoding="utf-8"?><Relationships xmlns="http://schemas.openxmlformats.org/package/2006/relationships"><Relationship Type="http://schemas.openxmlformats.org/officeDocument/2006/relationships/slide" Target="/ppt/slides/slide9.xml" Id="R36f95f5d53a64a2c" /><Relationship Type="http://schemas.openxmlformats.org/officeDocument/2006/relationships/notesMaster" Target="/ppt/notesMasters/notesMaster1.xml" Id="Rc09295cd2253481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5da3690606c4a19" /><Relationship Type="http://schemas.openxmlformats.org/officeDocument/2006/relationships/notesMaster" Target="/ppt/notesMasters/notesMaster1.xml" Id="R1882d438f3c245d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eb229c707ec4bb9" /><Relationship Type="http://schemas.openxmlformats.org/officeDocument/2006/relationships/notesMaster" Target="/ppt/notesMasters/notesMaster1.xml" Id="R04ac30067939400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1965a5a0ecc4630" /><Relationship Type="http://schemas.openxmlformats.org/officeDocument/2006/relationships/notesMaster" Target="/ppt/notesMasters/notesMaster1.xml" Id="R9b5a39c39de2486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d016f96a69c4269" /><Relationship Type="http://schemas.openxmlformats.org/officeDocument/2006/relationships/notesMaster" Target="/ppt/notesMasters/notesMaster1.xml" Id="Rfc1e7cbd1b644e1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5498d20549c44a5" /><Relationship Type="http://schemas.openxmlformats.org/officeDocument/2006/relationships/notesMaster" Target="/ppt/notesMasters/notesMaster1.xml" Id="Reb5e5975ddda481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fdf0933d7b34aac" /><Relationship Type="http://schemas.openxmlformats.org/officeDocument/2006/relationships/notesMaster" Target="/ppt/notesMasters/notesMaster1.xml" Id="R32bde0614e22472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bb5fb4bfaf042f8" /><Relationship Type="http://schemas.openxmlformats.org/officeDocument/2006/relationships/notesMaster" Target="/ppt/notesMasters/notesMaster1.xml" Id="Rec87e0045407432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fa4dc89ae4d4be4" /><Relationship Type="http://schemas.openxmlformats.org/officeDocument/2006/relationships/notesMaster" Target="/ppt/notesMasters/notesMaster1.xml" Id="Ra5b50d9201da41a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fdbd8fd597d4627" /><Relationship Type="http://schemas.openxmlformats.org/officeDocument/2006/relationships/notesMaster" Target="/ppt/notesMasters/notesMaster1.xml" Id="Rca093f346c584f3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84bae9dfac34e41" /><Relationship Type="http://schemas.openxmlformats.org/officeDocument/2006/relationships/notesMaster" Target="/ppt/notesMasters/notesMaster1.xml" Id="Rf46f5a03376e4db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668ce23a0c44b79" /><Relationship Type="http://schemas.openxmlformats.org/officeDocument/2006/relationships/notesMaster" Target="/ppt/notesMasters/notesMaster1.xml" Id="Re39ffb33e8f042d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6dfecba83e04226" /><Relationship Type="http://schemas.openxmlformats.org/officeDocument/2006/relationships/notesMaster" Target="/ppt/notesMasters/notesMaster1.xml" Id="R72d3c8fda2074a4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b7fe54dc6904a6d" /><Relationship Type="http://schemas.openxmlformats.org/officeDocument/2006/relationships/notesMaster" Target="/ppt/notesMasters/notesMaster1.xml" Id="R7836625ad93541f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7361c713d884609" /><Relationship Type="http://schemas.openxmlformats.org/officeDocument/2006/relationships/notesMaster" Target="/ppt/notesMasters/notesMaster1.xml" Id="Raa60e42e8868474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e005f128a194f44" /><Relationship Type="http://schemas.openxmlformats.org/officeDocument/2006/relationships/notesMaster" Target="/ppt/notesMasters/notesMaster1.xml" Id="Rbd8409b2f3d04dd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9ea3ca5c92b42ce" /><Relationship Type="http://schemas.openxmlformats.org/officeDocument/2006/relationships/notesMaster" Target="/ppt/notesMasters/notesMaster1.xml" Id="Rbf2e5e26db08435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1b476ee5a3f4db6" /><Relationship Type="http://schemas.openxmlformats.org/officeDocument/2006/relationships/notesMaster" Target="/ppt/notesMasters/notesMaster1.xml" Id="R05edfd867163482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3e746fe90b446db" /><Relationship Type="http://schemas.openxmlformats.org/officeDocument/2006/relationships/notesMaster" Target="/ppt/notesMasters/notesMaster1.xml" Id="R6c0ba4ce401e41a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6eb41b77d5e48e9" /><Relationship Type="http://schemas.openxmlformats.org/officeDocument/2006/relationships/notesMaster" Target="/ppt/notesMasters/notesMaster1.xml" Id="Rf4025a629fe34a6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840b84cb7d74afd" /><Relationship Type="http://schemas.openxmlformats.org/officeDocument/2006/relationships/notesMaster" Target="/ppt/notesMasters/notesMaster1.xml" Id="R622581587a4744b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278d7ecebc04246" /><Relationship Type="http://schemas.openxmlformats.org/officeDocument/2006/relationships/notesMaster" Target="/ppt/notesMasters/notesMaster1.xml" Id="R8604640a4629418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c92a2711d9b4a4a" /><Relationship Type="http://schemas.openxmlformats.org/officeDocument/2006/relationships/notesMaster" Target="/ppt/notesMasters/notesMaster1.xml" Id="R9ef5a3a26f3f496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03c7d1a13c94cb4" /><Relationship Type="http://schemas.openxmlformats.org/officeDocument/2006/relationships/notesMaster" Target="/ppt/notesMasters/notesMaster1.xml" Id="R609b78726ad2432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81ed051eadb4521" /><Relationship Type="http://schemas.openxmlformats.org/officeDocument/2006/relationships/notesMaster" Target="/ppt/notesMasters/notesMaster1.xml" Id="Re8ce78a5756542c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8d17ec1b33140cf" /><Relationship Type="http://schemas.openxmlformats.org/officeDocument/2006/relationships/notesMaster" Target="/ppt/notesMasters/notesMaster1.xml" Id="Ref7e73728791403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7d70b705d724516" /><Relationship Type="http://schemas.openxmlformats.org/officeDocument/2006/relationships/notesMaster" Target="/ppt/notesMasters/notesMaster1.xml" Id="R9c43268e390a4f1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57c0a8ff5764c5b" /><Relationship Type="http://schemas.openxmlformats.org/officeDocument/2006/relationships/notesMaster" Target="/ppt/notesMasters/notesMaster1.xml" Id="Rbc99a39d252b4ce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dc40c93f1364fcd" /><Relationship Type="http://schemas.openxmlformats.org/officeDocument/2006/relationships/notesMaster" Target="/ppt/notesMasters/notesMaster1.xml" Id="Rd6c74dcc6db341c0"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c00b463c8af4fb4" /><Relationship Type="http://schemas.openxmlformats.org/officeDocument/2006/relationships/notesMaster" Target="/ppt/notesMasters/notesMaster1.xml" Id="Rd01a3279f107494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d9f2e4e179e43bd" /><Relationship Type="http://schemas.openxmlformats.org/officeDocument/2006/relationships/notesMaster" Target="/ppt/notesMasters/notesMaster1.xml" Id="R36e141454cf6465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9b9ed5e963a44263" /><Relationship Type="http://schemas.openxmlformats.org/officeDocument/2006/relationships/notesMaster" Target="/ppt/notesMasters/notesMaster1.xml" Id="R41a623d76f984abc"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f86d562314a748e9" /><Relationship Type="http://schemas.openxmlformats.org/officeDocument/2006/relationships/notesMaster" Target="/ppt/notesMasters/notesMaster1.xml" Id="R37143f9194324fe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68efee773a34c16" /><Relationship Type="http://schemas.openxmlformats.org/officeDocument/2006/relationships/notesMaster" Target="/ppt/notesMasters/notesMaster1.xml" Id="R84e80a5868ea4e0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73419579311744fd" /><Relationship Type="http://schemas.openxmlformats.org/officeDocument/2006/relationships/notesMaster" Target="/ppt/notesMasters/notesMaster1.xml" Id="Rd7314105340c44c7"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7cab93b3f5b3492c" /><Relationship Type="http://schemas.openxmlformats.org/officeDocument/2006/relationships/notesMaster" Target="/ppt/notesMasters/notesMaster1.xml" Id="R0d2ef6d1568d48fc"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bb2335ac43c4b79" /><Relationship Type="http://schemas.openxmlformats.org/officeDocument/2006/relationships/notesMaster" Target="/ppt/notesMasters/notesMaster1.xml" Id="R323e06277aa94c6f"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71294b926a5d4da0" /><Relationship Type="http://schemas.openxmlformats.org/officeDocument/2006/relationships/notesMaster" Target="/ppt/notesMasters/notesMaster1.xml" Id="R8481eaf330f44101"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aab18fd3d4b64c3b" /><Relationship Type="http://schemas.openxmlformats.org/officeDocument/2006/relationships/notesMaster" Target="/ppt/notesMasters/notesMaster1.xml" Id="R29fb10d5ddf84d79"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a3e8e31207de4d55" /><Relationship Type="http://schemas.openxmlformats.org/officeDocument/2006/relationships/notesMaster" Target="/ppt/notesMasters/notesMaster1.xml" Id="R188efb98a47a4450"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5b3daf9111394feb" /><Relationship Type="http://schemas.openxmlformats.org/officeDocument/2006/relationships/notesMaster" Target="/ppt/notesMasters/notesMaster1.xml" Id="R0fb67f6de911422e"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a8f9b28a5794ffa" /><Relationship Type="http://schemas.openxmlformats.org/officeDocument/2006/relationships/notesMaster" Target="/ppt/notesMasters/notesMaster1.xml" Id="Re0da9ae9d247491f"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30a3405f9854431a" /><Relationship Type="http://schemas.openxmlformats.org/officeDocument/2006/relationships/notesMaster" Target="/ppt/notesMasters/notesMaster1.xml" Id="R579c9f02b5d54d88"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e6a58fa864684c1e" /><Relationship Type="http://schemas.openxmlformats.org/officeDocument/2006/relationships/notesMaster" Target="/ppt/notesMasters/notesMaster1.xml" Id="Rb2c9afd1f5344907"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727037fdc0f042d3" /><Relationship Type="http://schemas.openxmlformats.org/officeDocument/2006/relationships/notesMaster" Target="/ppt/notesMasters/notesMaster1.xml" Id="R19d68cfdbd48435b"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3a7df41fdda04403" /><Relationship Type="http://schemas.openxmlformats.org/officeDocument/2006/relationships/notesMaster" Target="/ppt/notesMasters/notesMaster1.xml" Id="R808fe07d8f4b4178"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3e0c36e8ce424829" /><Relationship Type="http://schemas.openxmlformats.org/officeDocument/2006/relationships/notesMaster" Target="/ppt/notesMasters/notesMaster1.xml" Id="R5da48dd88dda44a7"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f55e20a6603345f7" /><Relationship Type="http://schemas.openxmlformats.org/officeDocument/2006/relationships/notesMaster" Target="/ppt/notesMasters/notesMaster1.xml" Id="Rcbd1a558213540c9"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f3d5d78ee5f7480c" /><Relationship Type="http://schemas.openxmlformats.org/officeDocument/2006/relationships/notesMaster" Target="/ppt/notesMasters/notesMaster1.xml" Id="R4786bd42621942b9"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52d56c61a1e14eef" /><Relationship Type="http://schemas.openxmlformats.org/officeDocument/2006/relationships/notesMaster" Target="/ppt/notesMasters/notesMaster1.xml" Id="Rb4a1f85fe7cf4d1b"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e42d04f64ca422a" /><Relationship Type="http://schemas.openxmlformats.org/officeDocument/2006/relationships/notesMaster" Target="/ppt/notesMasters/notesMaster1.xml" Id="R7388f100e0d04dfa"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372e380a2b25482c" /><Relationship Type="http://schemas.openxmlformats.org/officeDocument/2006/relationships/notesMaster" Target="/ppt/notesMasters/notesMaster1.xml" Id="R7c3b81279994463b"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694729ec2e1846ef" /><Relationship Type="http://schemas.openxmlformats.org/officeDocument/2006/relationships/notesMaster" Target="/ppt/notesMasters/notesMaster1.xml" Id="Rd75fee7f52514817"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e78e98820dc1494e" /><Relationship Type="http://schemas.openxmlformats.org/officeDocument/2006/relationships/notesMaster" Target="/ppt/notesMasters/notesMaster1.xml" Id="R0cf06261919442ff"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5bbb88c1bc134b30" /><Relationship Type="http://schemas.openxmlformats.org/officeDocument/2006/relationships/notesMaster" Target="/ppt/notesMasters/notesMaster1.xml" Id="R830b5a0cac8e4482"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abd405386c324716" /><Relationship Type="http://schemas.openxmlformats.org/officeDocument/2006/relationships/notesMaster" Target="/ppt/notesMasters/notesMaster1.xml" Id="R44a2324987664173"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31c2092d48094ee6" /><Relationship Type="http://schemas.openxmlformats.org/officeDocument/2006/relationships/notesMaster" Target="/ppt/notesMasters/notesMaster1.xml" Id="Re2f70520657e4993"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71ca134742684cba" /><Relationship Type="http://schemas.openxmlformats.org/officeDocument/2006/relationships/notesMaster" Target="/ppt/notesMasters/notesMaster1.xml" Id="Rd097abf46f9446fe"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ef8e49cb7ef04bd5" /><Relationship Type="http://schemas.openxmlformats.org/officeDocument/2006/relationships/notesMaster" Target="/ppt/notesMasters/notesMaster1.xml" Id="R394ebdb15d154aa5"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fbf38d53ef6c40ed" /><Relationship Type="http://schemas.openxmlformats.org/officeDocument/2006/relationships/notesMaster" Target="/ppt/notesMasters/notesMaster1.xml" Id="R8405428cf5b74ac6"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9c51f38d4c4a4371" /><Relationship Type="http://schemas.openxmlformats.org/officeDocument/2006/relationships/notesMaster" Target="/ppt/notesMasters/notesMaster1.xml" Id="Rca272e98f9284462"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6599f53826bb475c" /><Relationship Type="http://schemas.openxmlformats.org/officeDocument/2006/relationships/notesMaster" Target="/ppt/notesMasters/notesMaster1.xml" Id="R813d1ae5601e4852"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d91d7845e0214831" /><Relationship Type="http://schemas.openxmlformats.org/officeDocument/2006/relationships/notesMaster" Target="/ppt/notesMasters/notesMaster1.xml" Id="Rca30bef3e378491f"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09ae72db50ab4a17" /><Relationship Type="http://schemas.openxmlformats.org/officeDocument/2006/relationships/notesMaster" Target="/ppt/notesMasters/notesMaster1.xml" Id="R8c721c4d0d3a4746"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0fcbc8dd80f84bb0" /><Relationship Type="http://schemas.openxmlformats.org/officeDocument/2006/relationships/notesMaster" Target="/ppt/notesMasters/notesMaster1.xml" Id="Rb6b05d8266084dee"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56c98998381a471f" /><Relationship Type="http://schemas.openxmlformats.org/officeDocument/2006/relationships/notesMaster" Target="/ppt/notesMasters/notesMaster1.xml" Id="Rccc398712df441f3"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3b4cbefba5634470" /><Relationship Type="http://schemas.openxmlformats.org/officeDocument/2006/relationships/notesMaster" Target="/ppt/notesMasters/notesMaster1.xml" Id="R2ec55b00e59f4c33"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d09cfb28754346f5" /><Relationship Type="http://schemas.openxmlformats.org/officeDocument/2006/relationships/notesMaster" Target="/ppt/notesMasters/notesMaster1.xml" Id="Rc05e7d7991ff4315"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649f57e3b20846f7" /><Relationship Type="http://schemas.openxmlformats.org/officeDocument/2006/relationships/notesMaster" Target="/ppt/notesMasters/notesMaster1.xml" Id="Rc5ed0ce225254637"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3182865b5cc249a9" /><Relationship Type="http://schemas.openxmlformats.org/officeDocument/2006/relationships/notesMaster" Target="/ppt/notesMasters/notesMaster1.xml" Id="R8c87d94ed8444c76"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0550b87e49bd45c7" /><Relationship Type="http://schemas.openxmlformats.org/officeDocument/2006/relationships/notesMaster" Target="/ppt/notesMasters/notesMaster1.xml" Id="Rd83211c663844a3e"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ecfd34c3e1c04313" /><Relationship Type="http://schemas.openxmlformats.org/officeDocument/2006/relationships/notesMaster" Target="/ppt/notesMasters/notesMaster1.xml" Id="R249d5e6bbbb6401e"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583799c0edff4bc2" /><Relationship Type="http://schemas.openxmlformats.org/officeDocument/2006/relationships/notesMaster" Target="/ppt/notesMasters/notesMaster1.xml" Id="R2e89c9c01a7a4f8c"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83ddebf791b946ef" /><Relationship Type="http://schemas.openxmlformats.org/officeDocument/2006/relationships/notesMaster" Target="/ppt/notesMasters/notesMaster1.xml" Id="R97ba6161c6214ad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“같은 Repository를 보더라도 Agent가 원하는 결과까지 자동으로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제조 검사 Task 질문을 회수하고, 프롬프트 입력창 형태의 “filter 성능 개선해줘”를 읽는다. 현재 제품의 실제 대화창·실행 기록이 아니라 재구성한 교육용 요청임을 밝힌다.</a:t>
            </a:r>
          </a:p>
          <a:p xmlns:a="http://schemas.openxmlformats.org/drawingml/2006/main">
            <a:r>
              <a:t>2. **UNSET DECISIONS (1:30–4:00):** 오른쪽의 바꿀 것·보존할 것·완료 근거와 “무엇을 바꿀까?”, “무엇을 그대로 지킬까?”, “무엇을 보면 끝났다고 할까?” 세 질문을 순서대로 가리킨다. Agent 삽화는 답할 정보가 남아 있는 상태를 상징한다. 답을 채우거나 Agent가 판단 능력이 없다고 설명하지 않는다.</a:t>
            </a:r>
          </a:p>
          <a:p xmlns:a="http://schemas.openxmlformats.org/drawingml/2006/main">
            <a:r>
              <a:t>3. **COST CONCEPT (4:00–5:30):** 탐색·재시도가 길어질 때 토큰 소모와 작업 시간도 커질 수 있다는 개념 표시를 짚는다. 실제 수치·증가 배율·기하급수 법칙·측정 곡선으로 읽지 않는다. 실제 Agent는 필요한 정보를 먼저 되물을 수도 있다.</a:t>
            </a:r>
          </a:p>
          <a:p xmlns:a="http://schemas.openxmlformats.org/drawingml/2006/main">
            <a:r>
              <a:t>4. **NARROW THE CASE (5:30–7:00):** Repository 접근만으로 세 결정을 정할 수 있는지 묻고, 앞서 조사한 crop 사례로 S12에 연결한다. 특정 제품의 실패·속도·토큰 사용 결과로 말하지 않는다.</a:t>
            </a:r>
          </a:p>
          <a:p xmlns:a="http://schemas.openxmlformats.org/drawingml/2006/main">
            <a:r>
              <a:t/>
            </a:r>
          </a:p>
          <a:p xmlns:a="http://schemas.openxmlformats.org/drawingml/2006/main">
            <a:r>
              <a:t>Evidence / Source: BEAT-004, TRIAL-001 callback, CLM-0002, DEC-0038.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“남은 결정을 더 분명히 보기 위해, 앞서 조사한 crop 사례로 좁혀 보겠습니다.”라고 S12의 교육용 요청 예시로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비용 그림을 측정 그래프나 실제 멈춘 Agent 화면으로 대체하지 않는다. 새 렌더·내장 Notes/PNG 정합성은 production/evaluation/PROMPT_TIMELINE_REVISION.md에서 확인한다.</a:t>
            </a:r>
          </a:p>
          <a:p xmlns:a="http://schemas.openxmlformats.org/drawingml/2006/main">
            <a:r>
              <a:t/>
            </a:r>
          </a:p>
          <a:p xmlns:a="http://schemas.openxmlformats.org/drawingml/2006/main">
            <a:r>
              <a:t>Validation Status: ALIGNED — DEC-0038에 따라 요청·빈 결정·생성 삽화·비용 개념의 범위를 정렬했다. 실제 렌더·내장 Notes 대조는 production/evaluation/PROMPT_TIMELINE_REVISION.md에 별도로 기록한다. Windows PowerPoint·발표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crop을 고쳐 달라는 같은 요청에는 어떤 선택이 남아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REQUEST (0:00–0:30):** 프롬프트 입력창의 “crop test 고쳐줘”를 읽고 같은 Agent·같은 요청을 조건으로 고정한다. 이는 교육용으로 재구성한 요청이며 실제 TRIAL-002 Prompt가 아니다.</a:t>
            </a:r>
          </a:p>
          <a:p xmlns:a="http://schemas.openxmlformats.org/drawingml/2006/main">
            <a:r>
              <a:t>2. **POSSIBLE TIMELINES (0:30–1:20):** 오른쪽 세로 질문과 병렬 경로를 위에서 아래로 짚는다. 테스트를 바꿀까, 구현을 바꿀까, 먼저 확인 질문을 할까의 세 해석이다. 서로 다른 실행 결과를 관찰했다거나 Subagent가 동시에 실행됐다는 뜻이 아니다. 동일 요청에도 선택할 여지가 남았다는 교육용 가능성만 보여준다.</a:t>
            </a:r>
          </a:p>
          <a:p xmlns:a="http://schemas.openxmlformats.org/drawingml/2006/main">
            <a:r>
              <a:t>3. **MISSING INFORMATION (1:20–2:00):** 아래 목표의 세부·보존 조건·수정 범위·확인 근거·완료 조건의 미정 정보를 짚는다. 다음 장에서는 이를 요청에 넣었을 때 원하는 경로를 어떻게 명시하는지 본다고 S13으로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새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청중 응답 없이 진행하며 경로를 실제 실행 캡처나 관찰된 선택으로 설명하지 않는다. 경로·렌더 일치는 새 제작 평가에서 확인한다.</a:t>
            </a:r>
          </a:p>
          <a:p xmlns:a="http://schemas.openxmlformats.org/drawingml/2006/main">
            <a:r>
              <a:t/>
            </a:r>
          </a:p>
          <a:p xmlns:a="http://schemas.openxmlformats.org/drawingml/2006/main">
            <a:r>
              <a:t>Validation Status: ALIGNED — DEC-0038의 병렬 가능 경로·미정 정보·2분 운영을 정렬했다. 실제 렌더·내장 Notes 대조는 production/evaluation/PROMPT_TIMELINE_REVISION.md에서 별도로 기록한다. Windows PowerPoint·발표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“어떤 경로를 원한다는 뜻인지, 이 요청에서는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**FILL THE REQUEST (0:00–0:45):** S12의 아래 다섯 미정 정보를 채운 프롬프트를 읽는다. 목표: crop(1, 3)은 열 1·2, 폭 2. 보존: 끝 좌표 제외 명세·테스트 기대값. 범위: crop 구현만 최소 수정. 확인: 집중·전체 Test + CLI smoke + diff. 완료: 결과·검증·미확인 사항 보고. 이는 교육용 작성 예시이며 실제 Trial 원문이 아니다.</a:t>
            </a:r>
          </a:p>
          <a:p xmlns:a="http://schemas.openxmlformats.org/drawingml/2006/main">
            <a:r>
              <a:t>2. **DESIRED PATH (0:45–1:30):** 같은 Agent·같은 세 시간선에서 “구현을 명세에 맞춤” 경로를 강조하고 나머지는 옅게 남긴다. 사람이 원한 경로를 요청으로 고정했다는 뜻이며 Agent가 반드시 그 경로를 실행한다거나 정답이 보장됐다는 뜻은 아니다. 결과와 검사 근거를 계속 확인해야 한다.</a:t>
            </a:r>
          </a:p>
          <a:p xmlns:a="http://schemas.openxmlformats.org/drawingml/2006/main">
            <a:r>
              <a:t>3. **GENERALIZE (1:30–2:00):** 구체 예시는 여기서 끝내고, 다른 요청에도 어떤 질문을 먼저 정해야 하는지 S14의 다섯 질문으로 일반화한다. 다음 Task Specification의 항목을 이 장에서 새로 강의하지 않는다.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“고쳐줘”에 어떤 결과를 원하고 무엇을 그대로 둘지 적으면 원하는 선택이 더 잘 드러난다. 요청을 썼다고 검증이 끝나는 것은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“이번 예시에서 정한 정보를, 다른 요청에서도 개발자가 답할 질문으로 정리해 보겠습니다.”라고 S14의 일반 질문으로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경로 강조를 실제 실행 선택이나 PASS 결과로 설명하지 않는다. 새 파일이 확인되기 전에는 Fallback READY로 취급하지 않는다.</a:t>
            </a:r>
          </a:p>
          <a:p xmlns:a="http://schemas.openxmlformats.org/drawingml/2006/main">
            <a:r>
              <a:t/>
            </a:r>
          </a:p>
          <a:p xmlns:a="http://schemas.openxmlformats.org/drawingml/2006/main">
            <a:r>
              <a:t>Validation Status: ALIGNED — DEC-0038의 새 교육용 구체화 예시와 19개 필드를 작성했다. 실제 렌더·내장 Notes 대조는 production/evaluation/PROMPT_TIMELINE_REVISION.md에서 별도로 기록한다. Windows PowerPoint·발표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“이 요청을 보내기 전에 개발자인 나는 무엇을 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S13에서 구체화한 선택을 다른 요청에도 사용할 개발자의 질문으로 일반화한다. “무엇을 바꿀까?”와 “무엇을 유지할까?”를 짚는다.</a:t>
            </a:r>
          </a:p>
          <a:p xmlns:a="http://schemas.openxmlformats.org/drawingml/2006/main">
            <a:r>
              <a:t>2. (1:00–3:00) 허용 범위, 확인 근거, 완료 판단의 세 질문을 이어 읽는다. 앞 예시의 답을 반복하지 않고 다른 요청에서도 개발자가 판단할 질문으로 읽는다.</a:t>
            </a:r>
          </a:p>
          <a:p xmlns:a="http://schemas.openxmlformats.org/drawingml/2006/main">
            <a:r>
              <a:t>3. (3:00–4:00) 각자 익숙한 요청 하나를 떠올리는 조용한 Reflection으로 마친다. 요청문 작성이나 결과 공유를 시키지 않는다.</a:t>
            </a:r>
          </a:p>
          <a:p xmlns:a="http://schemas.openxmlformats.org/drawingml/2006/main">
            <a:r>
              <a:t/>
            </a:r>
          </a:p>
          <a:p xmlns:a="http://schemas.openxmlformats.org/drawingml/2006/main">
            <a:r>
              <a:t>화면 진행: 이 장은 앞의 구체 예시를 개발자가 판단할 다섯 질문으로 일반화하여 번호 순서로 따라간다. 마지막 질문에서 1분 Reflection을 분리하고, 답이나 작성 과제를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요청을 보내기 전에 바꿀 것, 지킬 것, 끝을 어떻게 볼지 묻는다.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“앞의 질문을 묶고, 필요한 사실과 작업 순서를 함께 명시하는 틀로 정리해 보겠습니다.”라고 S15의 Task Specification으로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정적 슬라이드 `production/ACT_1.pptx` S14 또는 `production/preview/act1/S14.png` 사용. 침묵은 정상 진행으로 본다.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“앞의 질문을 작업 요청에 담으려면 어떤 책임으로 정리할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화면 안내처럼 앞의 질문을 묶고 필요한 맥락과 작업 과정을 명시하는 이 과정의 모델로 Task Specification을 소개한다.</a:t>
            </a:r>
          </a:p>
          <a:p xmlns:a="http://schemas.openxmlformats.org/drawingml/2006/main">
            <a:r>
              <a:t>2. (0:45–3:15) 하나의 패널에서 목표·맥락·제약·과정·검증을 위에서 아래로 짚는다. 앞 장의 보존·허용 범위 질문은 제약으로, 확인 근거·완료 질문은 검증으로 묶어 읽는다. 작업에 필요한 사실은 맥락으로, 지킬 순서와 경계는 과정으로 함께 명시한다. 각 행이 어떤 미정을 줄이는지 한 문장씩 설명한다.</a:t>
            </a:r>
          </a:p>
          <a:p xmlns:a="http://schemas.openxmlformats.org/drawingml/2006/main">
            <a:r>
              <a:t>3. (3:15–4:00) 다섯 책임을 모두 길게 적으라는 뜻이 아니라 작업에 필요한 경계를 검토할 틀이라고 정리하고 S16로 간다.</a:t>
            </a:r>
          </a:p>
          <a:p xmlns:a="http://schemas.openxmlformats.org/drawingml/2006/main">
            <a:r>
              <a:t/>
            </a:r>
          </a:p>
          <a:p xmlns:a="http://schemas.openxmlformats.org/drawingml/2006/main">
            <a:r>
              <a:t>화면 진행: 이 장은 한 작업 요청에 다섯 책임을 묶는 구조를 보여준다. S14의 다섯 질문과 일대일 대응하는 표가 아니라 질문을 재구성하고 맥락·과정을 명시한 틀이다. 상단 안내 → 왼쪽 Task Specification → 오른쪽 행 순서로 읽는다.</a:t>
            </a:r>
          </a:p>
          <a:p xmlns:a="http://schemas.openxmlformats.org/drawingml/2006/main">
            <a:r>
              <a:t/>
            </a:r>
          </a:p>
          <a:p xmlns:a="http://schemas.openxmlformats.org/drawingml/2006/main">
            <a:r>
              <a:t>Evidence / Source: BEAT-005, CLM-0029, OQ-001, OQ-007. TEACHING_MODEL / CONCEPTUAL.</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요청에는 목표, 필요한 상황, 지켜야 할 경계, 작업 흐름, 확인 방법이 들어갈 수 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Slide 16에서 다섯 책임을 짧은 Before / After에 적용한다.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정적 슬라이드 `production/ACT_1.pptx` S15 또는 `production/preview/act1/S15.png` 사용.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“두 요청에서 실제로 달라진 정보는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왼쪽의 짧은 요청을 읽고 같은 crop 작업을 비교한다고 고정한다.</a:t>
            </a:r>
          </a:p>
          <a:p xmlns:a="http://schemas.openxmlformats.org/drawingml/2006/main">
            <a:r>
              <a:t>2. (2:00–5:00) 오른쪽에서 추가된 목표·맥락, 제약, 과정, 검증 정보를 순서대로 짚는다. 양쪽 모두 한국어 요청이며 영어라서 좋아졌다는 인상을 만들지 않는다.</a:t>
            </a:r>
          </a:p>
          <a:p xmlns:a="http://schemas.openxmlformats.org/drawingml/2006/main">
            <a:r>
              <a:t>3. (5:00–6:00) 하단 C++ 연결에서 출력·API/ABI 보존 범위와 Release 검증 조건도 작업 전에 정할 수 있음을 짧게 말한다.</a:t>
            </a:r>
          </a:p>
          <a:p xmlns:a="http://schemas.openxmlformats.org/drawingml/2006/main">
            <a:r>
              <a:t>4. (6:00–7:30 / Case) 검증 행을 구체 완료 조건으로 읽는다: Given 열 index가 0·1·2·3인 4열 합성 이미지, When `crop 1 3`, Then 원본 열 1·2만 포함하고 출력 폭은 2다. `crop 1 3`은 교육용 범위 표기이며 전체 함수 signature를 뜻하지 않는다. S05의 계약을 요청에 명시하는 교육용 재구성이며 실제 TRIAL-002 Prompt 원문은 아니다.</a:t>
            </a:r>
          </a:p>
          <a:p xmlns:a="http://schemas.openxmlformats.org/drawingml/2006/main">
            <a:r>
              <a:t>5. (7:30–9:00 / Case) 두 요청에서 어떤 정보가 추가됐는지 비교한다. 완료 조건이 드러났다는 점을 짚되 실제 약한/강한 Prompt 비교 실험이 아니며 길이 자체의 효과를 입증하지 않는다고 유지한다.</a:t>
            </a:r>
          </a:p>
          <a:p xmlns:a="http://schemas.openxmlformats.org/drawingml/2006/main">
            <a:r>
              <a:t/>
            </a:r>
          </a:p>
          <a:p xmlns:a="http://schemas.openxmlformats.org/drawingml/2006/main">
            <a:r>
              <a:t>화면 진행: 이 장은 실제로 더해진 정보의 비교다. 짧은 요청→추가한 네 행→하단 C++ 적용 순서로 가리킨다. Case에서는 검증 행의 4열 입력·crop 범위·출력 폭을 연결한다. 앞의 다섯 질문을 다시 나열하는 시간을 줄이고 보존 조건과 완료 근거가 드러난 위치를 짚는다.</a:t>
            </a:r>
          </a:p>
          <a:p xmlns:a="http://schemas.openxmlformats.org/drawingml/2006/main">
            <a:r>
              <a:t/>
            </a:r>
          </a:p>
          <a:p xmlns:a="http://schemas.openxmlformats.org/drawingml/2006/main">
            <a:r>
              <a:t>Evidence / Source: BEAT-005, TRIAL-002, CLM-0029, OQ-001, OQ-007. TEACHING_MODEL / CONCEPTUAL.</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긴 문장을 쓰는 것보다 바꿀 결과와 지킬 조건, 확인 방법을 드러내는 것이 도움이 되는 질문 틀이다.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구성 예시였습니다. 이제 과거 TRIAL-002에서 요청한 흐름과 기록된 행동을 살펴보겠습니다.”라고 실제 기록의 관찰 기준으로 이동한다.</a:t>
            </a:r>
          </a:p>
          <a:p xmlns:a="http://schemas.openxmlformats.org/drawingml/2006/main">
            <a:r>
              <a:t/>
            </a:r>
          </a:p>
          <a:p xmlns:a="http://schemas.openxmlformats.org/drawingml/2006/main">
            <a:r>
              <a:t>Time Management: After는 네 줄의 비교 축으로 한정한다. Lecture 6분과 Case 3분을 유지하며 기존 Case의 일반 비교 90초를 구체 완료 조건 해설로 교체한다. 전체 Trial Prompt나 코드 지시를 화면에 복사하지 않는다. 시간이 부족하면 C++ inset을 생략한다. 실제 시간 적합성은 리허설 전까지 UNVERIFIED다.</a:t>
            </a:r>
          </a:p>
          <a:p xmlns:a="http://schemas.openxmlformats.org/drawingml/2006/main">
            <a:r>
              <a:t/>
            </a:r>
          </a:p>
          <a:p xmlns:a="http://schemas.openxmlformats.org/drawingml/2006/main">
            <a:r>
              <a:t>Fallback: 정적 기본 경로 — 정적 비교 슬라이드 `production/ACT_1.pptx` S16 또는 `production/preview/act1/S16.png` 사용. Trial 결과로 대체하지 않는다.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먼저 무엇을 하는지 보자</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먼저 무엇을 하는지 보자</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이 한 번의 관찰에서는 재현, 조사, 계획, 수정, 검증 순서를 확인할 수 있다.</a:t>
            </a:r>
          </a:p>
          <a:p xmlns:a="http://schemas.openxmlformats.org/drawingml/2006/main">
            <a:r>
              <a:t/>
            </a:r>
          </a:p>
          <a:p xmlns:a="http://schemas.openxmlformats.org/drawingml/2006/main">
            <a:r>
              <a:t>Opening Question: “Prompt에 적은 순서와 실제 기록의 행동이 맞을까?”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S16의 교육용 구성 예시와 구분하고, 좌측 입력창이 실제 TRIAL-002 Prompt의 핵심 지시 발췌·번역임을 밝힌다. Goal·Constraints는 당시 요청의 목표와 보존 범위다. 원문 전체나 실제 입력창 Screenshot을 보여 주는 것은 아니다.</a:t>
            </a:r>
          </a:p>
          <a:p xmlns:a="http://schemas.openxmlformats.org/drawingml/2006/main">
            <a:r>
              <a:t>2. (0:30–1:35) 좌측 지시의 번호와 우측 같은 번호를 한 행씩 짚는다. 01 먼저 실패 재현 / 재현, 02 관련 구현·호출 경로 확인 / 조사, 03 수정 전에 짧은 변경 계획을 알리고 승인 대기 없이 계속 / 계획, 04 필요한 코드만 최소 변경 / 수정, 05 집중·전체 Test, 가능한 CLI smoke, diff와 정확한 근거 보고 / 검증. 우측은 화살표 없는 세로 번호 순서다. 아직 성공 결과나 검사 수치를 읽지 않는다.</a:t>
            </a:r>
          </a:p>
          <a:p xmlns:a="http://schemas.openxmlformats.org/drawingml/2006/main">
            <a:r>
              <a:t>3. (1:35–2:00) “02 조사와 03 계획을 거친 뒤 04 수정은 어떻게 했을까?”로 S18에 연결한다. 이 대응은 지시와 관찰 가능한 행동의 비교이며 Agent 내부 사고나 Prompt 단독 효과를 확인하는 것은 아니라고 구분한다.</a:t>
            </a:r>
          </a:p>
          <a:p xmlns:a="http://schemas.openxmlformats.org/drawingml/2006/main">
            <a:r>
              <a:t/>
            </a:r>
          </a:p>
          <a:p xmlns:a="http://schemas.openxmlformats.org/drawingml/2006/main">
            <a:r>
              <a:t>Evidence / Source: BEAT-006, TRIAL-002, INV-MATURITY-011, DEC-0039. OBSERVED_PRODUCT; one historical Codex CLI run only. Actual Prompt and visible actions: `plan/DEMO_MATRIX.md`, TRIAL-002 / Prompt used, Investigation and visible plan checkpoint, Implementation, Verification. 좌측은 핵심 지시의 발췌·번역이며 S16의 교육용 Prompt가 아니다.</a:t>
            </a:r>
          </a:p>
          <a:p xmlns:a="http://schemas.openxmlformats.org/drawingml/2006/main">
            <a:r>
              <a:t/>
            </a:r>
          </a:p>
          <a:p xmlns:a="http://schemas.openxmlformats.org/drawingml/2006/main">
            <a:r>
              <a:t>Claim Boundary: TRIAL-002는 2026-09-28 macOS Codex CLI 0.154.0의 단일 실행 기록이다. 핵심 지시와 기록에서 관찰한 외부 행동을 대응시킨다. 내부 사고, 지시의 단독 인과성, 결정론적 준수, Prompt 우월성, Desktop, 계정, 반복성 또는 다른 모델을 증명하지 않는다. 지면에서 생략한 상태 태그·격리·미커밋 보존 등 전체 제약은 원본 Prompt에 유지한다.</a:t>
            </a:r>
          </a:p>
          <a:p xmlns:a="http://schemas.openxmlformats.org/drawingml/2006/main">
            <a:r>
              <a:t/>
            </a:r>
          </a:p>
          <a:p xmlns:a="http://schemas.openxmlformats.org/drawingml/2006/main">
            <a:r>
              <a:t>Beginner Explanation: 왼쪽 Prompt에서 어떤 일을 요청했는지 읽고 같은 번호의 오른쪽 행동을 확인하면 긴 요청의 목적을 따라갈 수 있다.</a:t>
            </a:r>
          </a:p>
          <a:p xmlns:a="http://schemas.openxmlformats.org/drawingml/2006/main">
            <a:r>
              <a:t/>
            </a:r>
          </a:p>
          <a:p xmlns:a="http://schemas.openxmlformats.org/drawingml/2006/main">
            <a:r>
              <a:t>Advanced Insight: Compare requested instructions with observable recorded events. Matching the two does not expose hidden reasoning or establish Prompt-only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RECORD-BASED WATCH. Lecture 2분 동안 실제 Prompt의 핵심 지시 발췌·번역과 01–05 관찰 기준만 대조한다. S18에서 조사·계획·수정, S19에서 검증 근거를 확인한다. 현재 Desktop surface, 실제 입력창 캡처 또는 새 실행을 보여 주지 않는다.</a:t>
            </a:r>
          </a:p>
          <a:p xmlns:a="http://schemas.openxmlformats.org/drawingml/2006/main">
            <a:r>
              <a:t/>
            </a:r>
          </a:p>
          <a:p xmlns:a="http://schemas.openxmlformats.org/drawingml/2006/main">
            <a:r>
              <a:t>Audience Interaction: 같은 번호의 Prompt 지시와 관찰 기준을 차례로 따라오게 한다. 실습·응답을 요구하지 않는다.</a:t>
            </a:r>
          </a:p>
          <a:p xmlns:a="http://schemas.openxmlformats.org/drawingml/2006/main">
            <a:r>
              <a:t/>
            </a:r>
          </a:p>
          <a:p xmlns:a="http://schemas.openxmlformats.org/drawingml/2006/main">
            <a:r>
              <a:t>Transition: “02 조사와 03 계획을 거친 뒤 04 수정은 어떻게 했을까?”를 묻고 S18의 실제 한 줄 변경으로 이동한다.</a:t>
            </a:r>
          </a:p>
          <a:p xmlns:a="http://schemas.openxmlformats.org/drawingml/2006/main">
            <a:r>
              <a:t/>
            </a:r>
          </a:p>
          <a:p xmlns:a="http://schemas.openxmlformats.org/drawingml/2006/main">
            <a:r>
              <a:t>Time Management: Lecture 2분 안에 번호 대응과 관찰 질문만 설명한다. 전체 Prompt를 낭독하지 않고 결과·검증 수치는 S18–S19로 남긴다.</a:t>
            </a:r>
          </a:p>
          <a:p xmlns:a="http://schemas.openxmlformats.org/drawingml/2006/main">
            <a:r>
              <a:t/>
            </a:r>
          </a:p>
          <a:p xmlns:a="http://schemas.openxmlformats.org/drawingml/2006/main">
            <a:r>
              <a:t>Fallback: 정적 기본 경로 — `production/ACT_1.pptx` S17 또는 `production/preview/act1/S17.png`. 지시 발췌·번역과 관찰 기준을 사용하며 라이브 실행이나 원문 화면 재현으로 대체하지 않는다. 최종 PPT 내장 Notes·렌더 정합성은 production/evaluation/PROMPT_FLOW_REVISION.md를 따른다.</a:t>
            </a:r>
          </a:p>
          <a:p xmlns:a="http://schemas.openxmlformats.org/drawingml/2006/main">
            <a:r>
              <a:t/>
            </a:r>
          </a:p>
          <a:p xmlns:a="http://schemas.openxmlformats.org/drawingml/2006/main">
            <a:r>
              <a:t>Validation Status: REVIEWED — DEC-0039의 실제 Prompt 발췌·번역과 01–05 관찰 기준을 대조했다. 최종 PPT·내장 Notes·PNG 대조 결과는 production/evaluation/PROMPT_FLOW_REVISION.md에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“02 조사·03 계획은 어떤 04 수정으로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S17의 02 조사·03 계획을 회수한다. 실패 테스트 `test_crop_excludes_end_coordinate`와 `cli.main → pipeline.process_image → transform.crop` 호출 경로를 확인한 기록이 있었고, 코드 수정 전에 짧은 계획을 알렸다고 설명한다.</a:t>
            </a:r>
          </a:p>
          <a:p xmlns:a="http://schemas.openxmlformats.org/drawingml/2006/main">
            <a:r>
              <a:t>2. (1:00–2:00) `[x_start, x_end)`가 끝 좌표를 제외하는 명세임을 확인한다. S05의 `crop(image, 1, 3)` 예시를 짧게 회수한다.</a:t>
            </a:r>
          </a:p>
          <a:p xmlns:a="http://schemas.openxmlformats.org/drawingml/2006/main">
            <a:r>
              <a:t>3. (2:00–3:15) 04 수정에 해당하는 왼쪽 `row[x_start : x_end + 1]`과 오른쪽 `row[x_start : x_end]`의 실제 한 줄 diff를 가리킨다. 전체 파일이나 새로운 해결 방식을 추가하지 않는다.</a:t>
            </a:r>
          </a:p>
          <a:p xmlns:a="http://schemas.openxmlformats.org/drawingml/2006/main">
            <a:r>
              <a:t>4. (3:15–4:00) 이 입력의 너비 3이 명세대로 2가 되는 변화로 정리한다. 정적 소스·diff 재구성이며 새 실행이나 Screenshot이 아님을 유지한다. “04 수정까지 확인했다. 이제 05 검증에서 어떤 근거를 남겼을까?”로 S19에 넘긴다.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“04 수정까지 확인했다. 이제 05 검증에서 어떤 근거를 남겼을까?”로 S19의 확인 결과에 연결한다.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정적 PPTX S18 또는 `production/preview/act1/S18.png` 사용. 시각 도식은 기록에서 재구성한 자료이며 원본 화면 캡처가 아니다. 실행 실패 상황은 없다: Live를 하지 않는다. 최종 렌더·경로 대조는 production/evaluation/PROMPT_FLOW_REVISION.md를 따른다.</a:t>
            </a:r>
          </a:p>
          <a:p xmlns:a="http://schemas.openxmlformats.org/drawingml/2006/main">
            <a:r>
              <a:t/>
            </a:r>
          </a:p>
          <a:p xmlns:a="http://schemas.openxmlformats.org/drawingml/2006/main">
            <a:r>
              <a:t>Validation Status: REVIEWED — DEC-0039의 02 조사·03 계획에서 04 최소 수정으로 이어지는 연결과 기존 한 줄 diff를 대조했다. 최종 PPT·내장 Notes·PNG 대조 결과는 production/evaluation/PROMPT_FLOW_REVISION.md에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“생성된 변경을 어떤 확인이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단일 TRIAL-002의 변경 뒤 기록임을 고정한다.</a:t>
            </a:r>
          </a:p>
          <a:p xmlns:a="http://schemas.openxmlformats.org/drawingml/2006/main">
            <a:r>
              <a:t>2. (0:45–2:45) 동작 확인(집중 3/3·전체 11/11), 실행 확인(CLI smoke PASS), 범위 확인(한 파일·한 줄·diff check)을 세 묶음으로 읽는다. 각각 확인한 범위가 다름을 설명한다.</a:t>
            </a:r>
          </a:p>
          <a:p xmlns:a="http://schemas.openxmlformats.org/drawingml/2006/main">
            <a:r>
              <a:t>3. (2:45–3:30) 하단의 성능 benchmark 미실행을 밝힌다. 이 테스트 통과를 성능 개선 근거로 바꾸지 않는다.</a:t>
            </a:r>
          </a:p>
          <a:p xmlns:a="http://schemas.openxmlformats.org/drawingml/2006/main">
            <a:r>
              <a:t>4. (3:30–4:00) 생성된 코드와 완료 판단의 차이로 S20에 넘긴다.</a:t>
            </a:r>
          </a:p>
          <a:p xmlns:a="http://schemas.openxmlformats.org/drawingml/2006/main">
            <a:r>
              <a:t/>
            </a:r>
          </a:p>
          <a:p xmlns:a="http://schemas.openxmlformats.org/drawingml/2006/main">
            <a:r>
              <a:t>Evidence / Source: BEAT-007, INV-VERIFY-001, TRIAL-002, CLM-0029, CLM-0027. OBSERVED_PRODUCT, one Codex CLI run.</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완료라고 말할 때 코드와 함께 어떤 확인이 있었는지 보여 준다.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생성 자체와 완료 판단을 구분하는 Slide 20로 간다.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정적 PPTX S19 또는 `production/preview/act1/S19.png` 사용. 수치는 TRIAL-002 기록에 한정한다; 새로운 pass 수치를 추가하지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“어떤 Check가 어떤 Claim을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왼쪽 “코드가 나왔다”에서 오른쪽 “완료라고 말할 수 있나?”로 시선을 옮긴다.</a:t>
            </a:r>
          </a:p>
          <a:p xmlns:a="http://schemas.openxmlformats.org/drawingml/2006/main">
            <a:r>
              <a:t>2. (0:45–2:15) 검토용 결과 인계의 네 항목을 crop 사례로 설명한다. 변경 이유·범위는 끝 좌표 제외 계약에 맞춘 crop 한 줄 수정, 검증 근거·결과는 S19의 집중·전체 테스트와 CLI·diff 기록 참조, 미확인은 이 수정의 성능을 측정하지 않았다는 점, 사람의 수용 판단은 이 범위와 근거로 변경을 받아들일지 개발자가 결정한다는 점이다. 동작 테스트·샘플 실행·변경 검토는 검증 근거 항목에 묶고 수치를 다시 나열하지 않는다. 이 네 항목은 기존 기록의 강의용 정리이며 실제 PR이나 당시 Agent 답변 원문이 아니다.</a:t>
            </a:r>
          </a:p>
          <a:p xmlns:a="http://schemas.openxmlformats.org/drawingml/2006/main">
            <a:r>
              <a:t>3. (2:15–2:45) 성능 개선을 주장하는 작업에는 해당 입력·환경의 측정도 필요할 수 있다고 설명한다. TRIAL-002에서 benchmark가 실행됐다는 뜻이 아니다.</a:t>
            </a:r>
          </a:p>
          <a:p xmlns:a="http://schemas.openxmlformats.org/drawingml/2006/main">
            <a:r>
              <a:t>4. (2:45–3:00) 주장마다 필요한 근거가 다르다는 S21로 넘긴다.</a:t>
            </a:r>
          </a:p>
          <a:p xmlns:a="http://schemas.openxmlformats.org/drawingml/2006/main">
            <a:r>
              <a:t/>
            </a:r>
          </a:p>
          <a:p xmlns:a="http://schemas.openxmlformats.org/drawingml/2006/main">
            <a:r>
              <a:t>Evidence / Source: BEAT-007, INV-VERIFY-001, TRIAL-002, CLM-0029, CLM-0027. OBSERVED_PRODUCT and separate TEACHING_MODEL.</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코드가 생성됐다는 사실은 완료를 판단하는 한 가지 정보일 뿐이다.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C++ 대응은 S21 Notes의 선택적 참고로 남기며 S21 화면에는 C++ inset이 없다. 주요 C++ 패턴 전이는 S55에서 이어 간다. 이 장에서 중복 설명하지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Slide 21에서 각 Check가 뒷받침하는 범위를 비교한다.</a:t>
            </a:r>
          </a:p>
          <a:p xmlns:a="http://schemas.openxmlformats.org/drawingml/2006/main">
            <a:r>
              <a:t/>
            </a:r>
          </a:p>
          <a:p xmlns:a="http://schemas.openxmlformats.org/drawingml/2006/main">
            <a:r>
              <a:t>Time Management: Lecture 3분을 유지한다. 생성·완료 질문 45초, 결과 인계 예시 90초, 조건부 성능 측정 30초, S21 연결 15초로 배분한다. 기존 검증 근거의 재나열과 반복 설명을 이 예시로 교체한다. 기록 사실과 Teaching Model을 분리하고 S19의 다섯 수치를 다시 읽지 않는다. 실제 시간 적합성은 리허설 전까지 UNVERIFIED다.</a:t>
            </a:r>
          </a:p>
          <a:p xmlns:a="http://schemas.openxmlformats.org/drawingml/2006/main">
            <a:r>
              <a:t/>
            </a:r>
          </a:p>
          <a:p xmlns:a="http://schemas.openxmlformats.org/drawingml/2006/main">
            <a:r>
              <a:t>Fallback: 정적 PPTX S20 또는 `production/preview/act1/S20.png`를 사용한다. 생성·완료의 관계는 교육 모델, TRIAL-002는 하단에 표시된 과거 관찰로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“이 Check로 무엇까지 말할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표가 특정 테스트의 만능 효과를 뜻하지 않는다고 소개한다. 실제 TRIAL-002는 집중·전체 테스트, CLI smoke, diff를 확인했다는 하단 출처를 짚는다.</a:t>
            </a:r>
          </a:p>
          <a:p xmlns:a="http://schemas.openxmlformats.org/drawingml/2006/main">
            <a:r>
              <a:t>2. (0:30–2:30) 확인 방법 → 말할 수 있는 범위의 다섯 행을 설명한다. 성능 측정 행은 교육 모델이며 TRIAL-002에서 benchmark를 실행하지 않았다고 밝힌다.</a:t>
            </a:r>
          </a:p>
          <a:p xmlns:a="http://schemas.openxmlformats.org/drawingml/2006/main">
            <a:r>
              <a:t>3. (2:30–4:00) 같은 crop 사례에서 검사가 계약 위반을 구별하는지 비교한다. “결과가 비어 있지 않다”는 빈 결과를 찾을 수 있지만 끝 좌표를 잘못 포함한 3열 결과도 받아들일 수 있다. 이 조건만으로는 끝 좌표 제외 계약을 검증하기에 부족하다. “원본 열 1·2만 포함하고 출력 폭은 2다”처럼 해당 입력의 기대 결과를 비교해야 이 차이를 구별할 수 있다. 전자의 검사를 항상 무의미하다고 부르지 않으며, 후자의 검사 하나가 모든 입력의 정확성을 보장한다고도 말하지 않는다. 강의용 반례이고 새 실행 결과나 당시 테스트 assertion의 전사본이 아니다.</a:t>
            </a:r>
          </a:p>
          <a:p xmlns:a="http://schemas.openxmlformats.org/drawingml/2006/main">
            <a:r>
              <a:t>4. (4:00–5:00) 익숙한 Check가 뒷받침하는 Claim을 개인적으로 떠올린다. 그 검증 방법을 다음 작업에서도 다시 설명할지 생각하는 Reflection으로 마친다.</a:t>
            </a:r>
          </a:p>
          <a:p xmlns:a="http://schemas.openxmlformats.org/drawingml/2006/main">
            <a:r>
              <a:t/>
            </a:r>
          </a:p>
          <a:p xmlns:a="http://schemas.openxmlformats.org/drawingml/2006/main">
            <a:r>
              <a:t>Evidence / Source: BEAT-007, INV-VERIFY-001, TRIAL-002, CLM-0029, CLM-0027. Actual checks are separate from the TEACHING_MODEL mapping.</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비어 있지 않음과 계약상 기대 열·폭의 비교는 기존 crop 사례를 이용한 교육용 반례이며 새 실행 결과, 당시 assertion 원문 또는 GoogleTest 사용법 교육이 아니다.</a:t>
            </a:r>
          </a:p>
          <a:p xmlns:a="http://schemas.openxmlformats.org/drawingml/2006/main">
            <a:r>
              <a:t/>
            </a:r>
          </a:p>
          <a:p xmlns:a="http://schemas.openxmlformats.org/drawingml/2006/main">
            <a:r>
              <a:t>Beginner Explanation: Focused test는 바뀐 동작을, 전체 Test는 기존 suite의 범위를, smoke는 sample 실행 경로를 확인한다.</a:t>
            </a:r>
          </a:p>
          <a:p xmlns:a="http://schemas.openxmlformats.org/drawingml/2006/main">
            <a:r>
              <a:t/>
            </a:r>
          </a:p>
          <a:p xmlns:a="http://schemas.openxmlformats.org/drawingml/2006/main">
            <a:r>
              <a:t>Advanced Insight: For C++ projects, match Release build, API/ABI checks, regression tests, and measurement to the claim and risk. These are illustrative engineering patterns, not this Demo repository’s tooling.</a:t>
            </a:r>
          </a:p>
          <a:p xmlns:a="http://schemas.openxmlformats.org/drawingml/2006/main">
            <a:r>
              <a:t/>
            </a:r>
          </a:p>
          <a:p xmlns:a="http://schemas.openxmlformats.org/drawingml/2006/main">
            <a:r>
              <a:t>C++ Vision Bridge: NOTES-ONLY 선택적 참고: `build claim → Release build`; `compatibility claim → API / ABI review`; `performance claim → benchmark with named workload`. 화면의 C++ inset은 계약 비교 예시로 대체했으며 이 대응을 추가 강의하지 않는다. 주요 C++ 패턴 전이는 S55에 유지한다. No Windows, shell, IDE, or hardware setup is asserted.</a:t>
            </a:r>
          </a:p>
          <a:p xmlns:a="http://schemas.openxmlformats.org/drawingml/2006/main">
            <a:r>
              <a:t/>
            </a:r>
          </a:p>
          <a:p xmlns:a="http://schemas.openxmlformats.org/drawingml/2006/main">
            <a:r>
              <a:t>Demo Operation: TRIAL-002 evidence callback outside the 8-minute Demo slot. 본문 표와 검증 품질 반례는 일반적인 check-to-claim 교육 모델이다. 하단 출처에는 실제 Trial에서 수행한 확인만 따로 표시한다. Benchmark 미실행 경계를 유지하고 반례에 새 PASS/FAIL, 수치나 실행 결과를 추가하지 않는다.</a:t>
            </a:r>
          </a:p>
          <a:p xmlns:a="http://schemas.openxmlformats.org/drawingml/2006/main">
            <a:r>
              <a:t/>
            </a:r>
          </a:p>
          <a:p xmlns:a="http://schemas.openxmlformats.org/drawingml/2006/main">
            <a:r>
              <a:t>Audience Interaction: 마지막 1분은 각자가 익숙한 Check와 그 Check가 뒷받침하는 Claim을 조용히 생각한다. 결과 발표는 요구하지 않는다.</a:t>
            </a:r>
          </a:p>
          <a:p xmlns:a="http://schemas.openxmlformats.org/drawingml/2006/main">
            <a:r>
              <a:t/>
            </a:r>
          </a:p>
          <a:p xmlns:a="http://schemas.openxmlformats.org/drawingml/2006/main">
            <a:r>
              <a:t>Transition: “방금 정한 테스트 명령과 보존 조건은 다음 작업에도 필요할 수 있습니다. 이 설명을 매번 다시 적어야 할까요?”라고 검증 지침의 재사용에서 S22의 정보 수명 질문으로 연결한다.</a:t>
            </a:r>
          </a:p>
          <a:p xmlns:a="http://schemas.openxmlformats.org/drawingml/2006/main">
            <a:r>
              <a:t/>
            </a:r>
          </a:p>
          <a:p xmlns:a="http://schemas.openxmlformats.org/drawingml/2006/main">
            <a:r>
              <a:t>Time Management: Lecture 4분과 Reflection 1분을 분리한다. 소개 30초, Check 표 2분, 계약 위반을 구별하는 검사 비교 90초로 Lecture를 편성한다. C++ footer 해설 1분과 반복 소개 30초를 이 비교로 교체한다. C++ 대응은 선택적 참고로 남기고 별도 도구 강의 시간을 더하지 않는다. 실제 시간 적합성은 리허설 전까지 UNVERIFIED다.</a:t>
            </a:r>
          </a:p>
          <a:p xmlns:a="http://schemas.openxmlformats.org/drawingml/2006/main">
            <a:r>
              <a:t/>
            </a:r>
          </a:p>
          <a:p xmlns:a="http://schemas.openxmlformats.org/drawingml/2006/main">
            <a:r>
              <a:t>Fallback: 정적 PPTX S21 또는 `production/preview/act1/S21.png`를 사용한다. 표의 일반적인 범위와 하단 Trial 출처를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이번 Task인가, 계속 유지할 Project 정보인가?</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“테스트·보존 조건처럼 반복해서 쓰는 문장은 이번 작업에만 필요할까, 다음 작업에도 필요할까?”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S21에서 검증 방법을 골랐다는 점을 회수하고, 테스트·보존 조건처럼 최근 요청에 반복해서 썼던 문장 하나를 떠올리게 한다. “이번 작업에만?”과 “다음 작업에도?” 중 어디에 해당할지 개인적으로 생각한다. 화면의 두 영역은 비워 두고 문장의 분류를 대신 정하지 않는다.</a:t>
            </a:r>
          </a:p>
          <a:p xmlns:a="http://schemas.openxmlformats.org/drawingml/2006/main">
            <a:r>
              <a:t>2. (1:00–3:00) 자발적인 Q&amp;A를 받는다. 답이나 분류 기준을 미리 공개하지 않는다. 침묵도 정상 진행이다.</a:t>
            </a:r>
          </a:p>
          <a:p xmlns:a="http://schemas.openxmlformats.org/drawingml/2006/main">
            <a:r>
              <a:t>3. (3:00) S23에서 후보 예시를 함께 확인하겠다고 전환한다.</a:t>
            </a:r>
          </a:p>
          <a:p xmlns:a="http://schemas.openxmlformats.org/drawingml/2006/main">
            <a:r>
              <a:t/>
            </a:r>
          </a:p>
          <a:p xmlns:a="http://schemas.openxmlformats.org/drawingml/2006/main">
            <a:r>
              <a:t>Evidence / Source: BEAT-007 → BEAT-008 handoff, CLM-0029, CLM-0027, CLM-0003, CLM-0005. TEACHING_MODEL.</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이번 요청에만 필요한 말과 여러 번 반복할 수 있는 규칙이 다를 수 있음을 생각한다.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Slide 23에서 Reflection/Discussion을 회수하고 “왜 Project 설명을 매번 다시 쓰는가?”라는 ACT 2 질문으로 넘긴다.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정적 질문 슬라이드 `production/ACT_1.pptx` S22 또는 `production/preview/act1/S22.png` 사용. 공유 응답이 없어도 다음으로 진행한다.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반복하는 설명을 두 범주로 나누기</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“이번 Task에만 필요한 정보와 Project가 계속 유지할 정보는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Reflection) S22의 두 질문을 회수하고 화면의 후보가 자신의 작업에서도 같은 수명·범위인지 조용히 생각하게 한다.</a:t>
            </a:r>
          </a:p>
          <a:p xmlns:a="http://schemas.openxmlformats.org/drawingml/2006/main">
            <a:r>
              <a:t>2. (1:00–2:00, Transition) crop 경계 수정·이번 README 수정과, 계속 유지할 의존성 추가 근거·테스트 명령의 후보 예시를 비교한다. 유일한 정답이나 실제 STATE-01 원문이라고 하지 않는다.</a:t>
            </a:r>
          </a:p>
          <a:p xmlns:a="http://schemas.openxmlformats.org/drawingml/2006/main">
            <a:r>
              <a:t>3. (2:00–4:00, Transition) 정보의 수명과 적용 범위 차이를 정리하고 “Project 정보를 왜 매번 Prompt에 다시 적고 있을까?”를 ACT 2의 질문으로 남긴다.</a:t>
            </a:r>
          </a:p>
          <a:p xmlns:a="http://schemas.openxmlformats.org/drawingml/2006/main">
            <a:r>
              <a:t>4. (4:00–6:00, Q&amp;A) 자발적인 질문을 받고 6분에 ACT 2로 이동한다. 질문이 없으면 다음 문제를 다시 읽고 정시에 넘긴다.</a:t>
            </a:r>
          </a:p>
          <a:p xmlns:a="http://schemas.openxmlformats.org/drawingml/2006/main">
            <a:r>
              <a:t/>
            </a:r>
          </a:p>
          <a:p xmlns:a="http://schemas.openxmlformats.org/drawingml/2006/main">
            <a:r>
              <a:t>화면 진행: 이 장의 두 열은 다음 ACT로 넘길 분류 후보다. 이번 목표와 여러 작업에 남길 사실의 수명이 다르다는 질문만 남긴다. 아직 S26 관찰 결과를 근거처럼 회수하지 않는다.</a:t>
            </a:r>
          </a:p>
          <a:p xmlns:a="http://schemas.openxmlformats.org/drawingml/2006/main">
            <a:r>
              <a:t/>
            </a:r>
          </a:p>
          <a:p xmlns:a="http://schemas.openxmlformats.org/drawingml/2006/main">
            <a:r>
              <a:t>Evidence / Source: BEAT-007, BEAT-008, TRANS-003, CLM-0029, CLM-0027, CLM-0003, CLM-0005. TEACHING_MODEL / CONCEPTUAL.</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 한 번에만 필요한 정보와 프로젝트가 계속 참고할 수 있는 정보를 구별해 본다.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“그런데 Project 정보를 왜 매번 Prompt에 다시 적고 있을까?”</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정적 비교 슬라이드 `production/ACT_1.pptx` S23 또는 `production/preview/act1/S23.png` 사용. Q&amp;A가 없어도 마지막 Transition 질문 후 ACT 2로 간다.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다른 Task에 같은 설명이 반복된다</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S24 또는 `production/preview/act2/S24.png`다.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작은 Project Context의 첫 기록</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S26로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S26의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S25 및 `production/preview/act2/S25.png`에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S26 handoff. 명령어 옵션별 설명은 생략한다.</a:t>
            </a:r>
          </a:p>
          <a:p xmlns:a="http://schemas.openxmlformats.org/drawingml/2006/main">
            <a:r>
              <a:t/>
            </a:r>
          </a:p>
          <a:p xmlns:a="http://schemas.openxmlformats.org/drawingml/2006/main">
            <a:r>
              <a:t>Fallback: LOCAL STATIC ARTIFACT — 발표 기본 경로는 `production/ACT_2.pptx`의 S25 또는 `production/preview/act2/S25.png`다.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한 번의 사용에서 확인된 것</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한 번의 사용에서 확인된 것</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In the recorded TRIAL-003 run, the agent inspected `AGENTS.md` and used the documented test command that was absent from the Task Prompt.</a:t>
            </a:r>
          </a:p>
          <a:p xmlns:a="http://schemas.openxmlformats.org/drawingml/2006/main">
            <a:r>
              <a:t/>
            </a:r>
          </a:p>
          <a:p xmlns:a="http://schemas.openxmlformats.org/drawingml/2006/main">
            <a:r>
              <a:t>Opening Question: “Prompt에 없던 test command는 어디서 왔을까?”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요청에는 README-only 범위가 있었지만 전체 테스트 명령은 없었다고 짚는다.</a:t>
            </a:r>
          </a:p>
          <a:p xmlns:a="http://schemas.openxmlformats.org/drawingml/2006/main">
            <a:r>
              <a:t>2. (1:00–3:00) 가운데 AGENTS.md 접근과 기록된 테스트 명령 사용을 오른쪽 11/11 PASS 기록에 연결한다. 화면은 Trial 기록을 요약한 설명 구조다.</a:t>
            </a:r>
          </a:p>
          <a:p xmlns:a="http://schemas.openxmlformats.org/drawingml/2006/main">
            <a:r>
              <a:t>3. (3:00–4:00) Personal/global Skills도 실행됐으므로 AGENTS.md 단독 효과를 분리할 수 없다고 밝힌다. README-only 범위는 요청에도 있었다고 마무리한다.</a:t>
            </a:r>
          </a:p>
          <a:p xmlns:a="http://schemas.openxmlformats.org/drawingml/2006/main">
            <a:r>
              <a:t/>
            </a:r>
          </a:p>
          <a:p xmlns:a="http://schemas.openxmlformats.org/drawingml/2006/main">
            <a:r>
              <a:t>Evidence / Source: TRIAL-003, STATE-01, DEMO-02. OBSERVED_PRODUCT; one recorded CLI run. Personal/global Skills also ran.</a:t>
            </a:r>
          </a:p>
          <a:p xmlns:a="http://schemas.openxmlformats.org/drawingml/2006/main">
            <a:r>
              <a:t/>
            </a:r>
          </a:p>
          <a:p xmlns:a="http://schemas.openxmlformats.org/drawingml/2006/main">
            <a:r>
              <a:t>Claim Boundary: This run does not isolate an independent causal effect of `AGENTS.md`, establish general superiority, or show that repository guidance alone determined file scope.</a:t>
            </a:r>
          </a:p>
          <a:p xmlns:a="http://schemas.openxmlformats.org/drawingml/2006/main">
            <a:r>
              <a:t/>
            </a:r>
          </a:p>
          <a:p xmlns:a="http://schemas.openxmlformats.org/drawingml/2006/main">
            <a:r>
              <a:t>Beginner Explanation: The record shows one example where a Project test command was available outside the current Prompt and was used.</a:t>
            </a:r>
          </a:p>
          <a:p xmlns:a="http://schemas.openxmlformats.org/drawingml/2006/main">
            <a:r>
              <a:t/>
            </a:r>
          </a:p>
          <a:p xmlns:a="http://schemas.openxmlformats.org/drawingml/2006/main">
            <a:r>
              <a:t>Advanced Insight: Keep the observed action, other active instructions, and Task scope separate when interpreting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Present the captured/reconstructed Trial record. Do not represent it as a current Desktop run or a live screenshot. HYBRID activation is UNVERIFIED.</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Use three minutes for the recorded sequence and one minute for the causal boundary. Do not elaborate on unrelated Trial details.</a:t>
            </a:r>
          </a:p>
          <a:p xmlns:a="http://schemas.openxmlformats.org/drawingml/2006/main">
            <a:r>
              <a:t/>
            </a:r>
          </a:p>
          <a:p xmlns:a="http://schemas.openxmlformats.org/drawingml/2006/main">
            <a:r>
              <a:t>Fallback: LOCAL STATIC ARTIFACT — 발표 기본 경로는 `production/ACT_2.pptx`의 S26 또는 `production/preview/act2/S26.png`다.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Task Prompt와 Project Context</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‘이번 작업이 끝나면?’이라는 질문으로 정보의 수명을 비교한다.</a:t>
            </a:r>
          </a:p>
          <a:p xmlns:a="http://schemas.openxmlformats.org/drawingml/2006/main">
            <a:r>
              <a:t>2. (1:00–4:00) 왼쪽 crop 수정과 README-only 범위, 오른쪽 테스트 명령과 근거 기반 의존성 정책을 연결한다. Prompt는 현재 목표를 표현하는 데 계속 필요하다.</a:t>
            </a:r>
          </a:p>
          <a:p xmlns:a="http://schemas.openxmlformats.org/drawingml/2006/main">
            <a:r>
              <a:t>3. (4:00–5:00) 어떤 사실이 다음 Task에도 유효한지 질문한다. C++에서도 공통 제약과 이번 알고리즘 변경 조건의 범위가 다를 수 있다는 짧은 예만 든다.</a:t>
            </a:r>
          </a:p>
          <a:p xmlns:a="http://schemas.openxmlformats.org/drawingml/2006/main">
            <a:r>
              <a:t/>
            </a:r>
          </a:p>
          <a:p xmlns:a="http://schemas.openxmlformats.org/drawingml/2006/main">
            <a:r>
              <a:t>화면 진행: S26에서 본 기록을 회수한 뒤 두 열의 수명을 비교한다. 왼쪽은 다음 작업에서 바뀔 목표, 오른쪽은 여러 작업에서 다시 참고할 사실이다. S23의 분류 질문을 처음부터 반복하지 않는다.</a:t>
            </a:r>
          </a:p>
          <a:p xmlns:a="http://schemas.openxmlformats.org/drawingml/2006/main">
            <a:r>
              <a:t/>
            </a:r>
          </a:p>
          <a:p xmlns:a="http://schemas.openxmlformats.org/drawingml/2006/main">
            <a:r>
              <a:t>Evidence / Source: BEAT-009–010, TRANS-003, CLM-0003, CLM-0005. TEACHING_MODEL / CONCEPTUAL; examples summarize S24–S26.</a:t>
            </a:r>
          </a:p>
          <a:p xmlns:a="http://schemas.openxmlformats.org/drawingml/2006/main">
            <a:r>
              <a:t/>
            </a:r>
          </a:p>
          <a:p xmlns:a="http://schemas.openxmlformats.org/drawingml/2006/main">
            <a:r>
              <a:t>Claim Boundary: This is a teaching model for scope and lifetime, not a formal OpenAI taxonomy or proof that one layer is always better.</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발표 기본 경로는 `production/ACT_2.pptx`의 S27 또는 `production/preview/act2/S27.png`다.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정확한 정보도 계속 늘어난다</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S28 또는 `production/preview/act2/S28.png`다.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정확하지만 이번 Task에는 불필요한 정보</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S29 또는 `production/preview/act2/S29.png`다.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정보의 범위와 제공 시점</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S30 또는 `production/preview/act2/S30.png`다.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Long Context 연구가 말해주는 범위</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S31 또는 `production/preview/act2/S31.png`다.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필요한 상세 정보로 가는 길</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Core Context에서 상세 정보로 가는 길</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S32의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S34.</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S34.</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정보를 지우지 않고 위치를 나누기</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S34 또는 `production/preview/act2/S34.png`다.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서로 다른 두 Task가 무엇을 읽을까?</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Crop Task에서 관찰한 접근</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Task별 접근은 달랐지만 완벽하지는 않다</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S37 또는 `production/preview/act2/S37.png`다.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지식은 정리됐지만 절차는 반복된다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서로 다른 Performance Task, 반복되는 절차</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production/preview/act3/S39.png와 production/preview/full/S39.png다.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Project 사실과 작업 절차는 다르다</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S40 또는 `production/preview/act3/S40.png`다.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Task, Context, Workflow의 역할</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S40의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42에서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S41 또는 `production/preview/act3/S41.png`다.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반복 절차를 Skill로 옮길 수 있을까?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43에서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S42 또는 `production/preview/act3/S42.png`다.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Skill을 어떻게 발견하고 호출할까?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S43 또는 `production/preview/act3/S43.png`다.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절차의 책임이 Prompt에서 Repository로 이동</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S44 또는 `production/preview/act3/S44.png`다.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답을 담지 않는 Workflow</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S45 또는 `production/preview/act3/S45.png`다.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측정으로 후보를 고르다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S47의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S47에서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S46 또는 `production/preview/act3/S46.png`다.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Working Harness Success</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S47 및 `production/preview/act3/S47.png`의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S47 또는 `production/preview/act3/S47.png`다.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이 작업에 Subagent가 필요했을까?</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Subagent를 고려할 조건</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무엇이 다시 찾기 어려운 지식인가?</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Memory는 재발견 비용으로 판단</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Minimum Effective Harness</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53–55에서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Harness는 작업 환경 설계다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55에서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Repository 밖의 환경도 결과에 영향을 준다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S54 또는 `production/preview/act3/S54.png`의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Engineering Pattern은 C++에도 전이된다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production/preview/act3/S55.png와 production/preview/full/S55.png다.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필요한 구조부터 질문하기</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여기까지는 잘 동작했다</a:t>
            </a:r>
          </a:p>
          <a:p xmlns:a="http://schemas.openxmlformats.org/drawingml/2006/main">
            <a:r>
              <a:t/>
            </a:r>
          </a:p>
          <a:p xmlns:a="http://schemas.openxmlformats.org/drawingml/2006/main">
            <a:r>
              <a:t>**Slide ID:**</a:t>
            </a:r>
          </a:p>
          <a:p xmlns:a="http://schemas.openxmlformats.org/drawingml/2006/main">
            <a:r>
              <a:t>S57</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S58으로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S57와 production/preview/act4/S57.png를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개념 사례: Project와 Workflow는 현재 맞다</a:t>
            </a:r>
          </a:p>
          <a:p xmlns:a="http://schemas.openxmlformats.org/drawingml/2006/main">
            <a:r>
              <a:t/>
            </a:r>
          </a:p>
          <a:p xmlns:a="http://schemas.openxmlformats.org/drawingml/2006/main">
            <a:r>
              <a:t>**Slide ID:**</a:t>
            </a:r>
          </a:p>
          <a:p xmlns:a="http://schemas.openxmlformats.org/drawingml/2006/main">
            <a:r>
              <a:t>S58</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S57의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S58와 production/preview/act4/S58.png를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Project는 바뀌고 Workflow는 남았다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S59와 production/preview/act4/S59.png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S60로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S59와 production/preview/act4/S59.png를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Task 해결과 System 문제는 다르다</a:t>
            </a:r>
          </a:p>
          <a:p xmlns:a="http://schemas.openxmlformats.org/drawingml/2006/main">
            <a:r>
              <a:t/>
            </a:r>
          </a:p>
          <a:p xmlns:a="http://schemas.openxmlformats.org/drawingml/2006/main">
            <a:r>
              <a:t>**Slide ID:**</a:t>
            </a:r>
          </a:p>
          <a:p xmlns:a="http://schemas.openxmlformats.org/drawingml/2006/main">
            <a:r>
              <a:t>S60</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S60와 production/preview/act4/S60.png를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원인에 맞는 Layer를 고르기</a:t>
            </a:r>
          </a:p>
          <a:p xmlns:a="http://schemas.openxmlformats.org/drawingml/2006/main">
            <a:r>
              <a:t/>
            </a:r>
          </a:p>
          <a:p xmlns:a="http://schemas.openxmlformats.org/drawingml/2006/main">
            <a:r>
              <a:t>**Slide ID:**</a:t>
            </a:r>
          </a:p>
          <a:p xmlns:a="http://schemas.openxmlformats.org/drawingml/2006/main">
            <a:r>
              <a:t>S61</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S62으로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S61와 production/preview/act4/S61.png를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실패 지점과 원인 Layer 구분하기</a:t>
            </a:r>
          </a:p>
          <a:p xmlns:a="http://schemas.openxmlformats.org/drawingml/2006/main">
            <a:r>
              <a:t/>
            </a:r>
          </a:p>
          <a:p xmlns:a="http://schemas.openxmlformats.org/drawingml/2006/main">
            <a:r>
              <a:t>**Slide ID:**</a:t>
            </a:r>
          </a:p>
          <a:p xmlns:a="http://schemas.openxmlformats.org/drawingml/2006/main">
            <a:r>
              <a:t>S62</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S61의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S63에서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S62와 production/preview/act4/S62.png를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먼저 관찰하고, 그다음 가설을 세운다</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S63와 production/preview/act4/S63.png를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Cause가 지지하는 최소 변경</a:t>
            </a:r>
          </a:p>
          <a:p xmlns:a="http://schemas.openxmlformats.org/drawingml/2006/main">
            <a:r>
              <a:t/>
            </a:r>
          </a:p>
          <a:p xmlns:a="http://schemas.openxmlformats.org/drawingml/2006/main">
            <a:r>
              <a:t>**Slide ID:**</a:t>
            </a:r>
          </a:p>
          <a:p xmlns:a="http://schemas.openxmlformats.org/drawingml/2006/main">
            <a:r>
              <a:t>S64</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S64와 production/preview/act4/S64.png를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Task의 재실행만으로 충분할까?</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대표 작업으로 변경 범위를 확인하기</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Harness도 특정 실패에 맞춰 과적합될 수 있다</a:t>
            </a:r>
          </a:p>
          <a:p xmlns:a="http://schemas.openxmlformats.org/drawingml/2006/main">
            <a:r>
              <a:t/>
            </a:r>
          </a:p>
          <a:p xmlns:a="http://schemas.openxmlformats.org/drawingml/2006/main">
            <a:r>
              <a:t>**Slide ID:**</a:t>
            </a:r>
          </a:p>
          <a:p xmlns:a="http://schemas.openxmlformats.org/drawingml/2006/main">
            <a:r>
              <a:t>S67</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S68으로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Feedback을 System Change와 Evaluation으로 잇기</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S63의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S69로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실제 제작 기록: TRIAL-006</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결과의 타당성과 원인 귀속은 별개다</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S47의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평가와 보고 규칙을 Evidence에 맞추다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후속 기록은 개선됐지만 완전하지 않았다</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S73에서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실제 Meta Loop에서 바뀐 것</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S74의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S74로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Project와 환경이 바뀌면 검증도 다시 본다</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S75의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S75으로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production/preview/act4/S74.png 및 production/preview/full/S74.png.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여섯 시간의 Story를 한 장으로</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S76 실제 Repository 이력→S77 선택 기준→S78 책임을 거쳐 S79에서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S76와 S78에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S79의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S76로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S75와 production/preview/act5/S75.png를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하나의 Repository가 문제에 대응해 진화했다</a:t>
            </a:r>
          </a:p>
          <a:p xmlns:a="http://schemas.openxmlformats.org/drawingml/2006/main">
            <a:r>
              <a:t/>
            </a:r>
          </a:p>
          <a:p xmlns:a="http://schemas.openxmlformats.org/drawingml/2006/main">
            <a:r>
              <a:t>Slide ID: S76</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S34 상세 문서 분리, S47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S34-source.png, S47-source.png (기존 production PNG와 동일). S18은 TRIAL-002 diff 재구성, S34는 STATE-02→03 문구 발췌, S47는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S34로 Routing 우월성·토큰 절감을 주장하지 않고, S47는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S77로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S76와 production/preview/act5/S76.png를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필요성이 입증되지 않은 것은 보류했다</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S78으로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S77와 production/preview/act5/S77.png를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위임이 늘어도 개발자 책임은 남는다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S77의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S79의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S79로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S78와 production/preview/act5/S78.png를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AI-Native Development는 이 교육의 운영 모델</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S80로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S80에서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S80로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S79와 production/preview/act5/S79.png를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어느 Layer에서 마찰이 반복되는가?</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S81의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S81로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S80와 production/preview/act5/S80.png를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다음 작은 행동을 개인적으로 고른다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S80에서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S82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S82으로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S82으로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S81와 production/preview/act5/S81.png를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Q&amp;A와 교육 마무리</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S82와 production/preview/act5/S82.png를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443d40b97ce479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c628c8094fd4dc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61a06f2dc174d1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557c877ed66496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e651aab5e43414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5341c0eba8c413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6A94691-6C71-4FC8-9D23-D4398185F4B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7F6FB6E-4D0C-4813-AFFE-94F2F9EFE04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C7AFDA1-ED76-47A8-B134-61069453EE6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D39605A-AFE4-41DC-A622-B89CF48952A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BFED360-4C7F-44C5-8CEF-BD56243D6C5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3B44F2A-1C82-4B12-BC5F-D894CD8702D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EB29A8-C4F1-43C7-A1D5-D0FF62513FF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77A68FE-4D2D-4F28-A9D0-A0C8115259E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7EAA557-8563-406C-9403-4EAB815217B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6BA5EA9-E9E5-47E5-9309-B3F9F9EEA05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58de664c486423e" /><Relationship Type="http://schemas.openxmlformats.org/officeDocument/2006/relationships/slideLayout" Target="/ppt/slideLayouts/slideLayout1.xml" Id="Rbd9ae573c0004f87" /><Relationship Type="http://schemas.openxmlformats.org/officeDocument/2006/relationships/slideLayout" Target="/ppt/slideLayouts/slideLayout2.xml" Id="Rffa0f8a23c074c02" /><Relationship Type="http://schemas.openxmlformats.org/officeDocument/2006/relationships/slideLayout" Target="/ppt/slideLayouts/slideLayout3.xml" Id="Rbee81263b6b9454f" /><Relationship Type="http://schemas.openxmlformats.org/officeDocument/2006/relationships/slideLayout" Target="/ppt/slideLayouts/slideLayout4.xml" Id="R8b2d8facde31408e" /><Relationship Type="http://schemas.openxmlformats.org/officeDocument/2006/relationships/slideLayout" Target="/ppt/slideLayouts/slideLayout5.xml" Id="R252027564d2f4665" /><Relationship Type="http://schemas.openxmlformats.org/officeDocument/2006/relationships/slideLayout" Target="/ppt/slideLayouts/slideLayout6.xml" Id="R486def9be9374d5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d9ae573c0004f87"/>
    <p:sldLayoutId xmlns:r="http://schemas.openxmlformats.org/officeDocument/2006/relationships" id="2147483650" r:id="Rffa0f8a23c074c02"/>
    <p:sldLayoutId xmlns:r="http://schemas.openxmlformats.org/officeDocument/2006/relationships" id="2147483651" r:id="Rbee81263b6b9454f"/>
    <p:sldLayoutId xmlns:r="http://schemas.openxmlformats.org/officeDocument/2006/relationships" id="2147483652" r:id="R8b2d8facde31408e"/>
    <p:sldLayoutId xmlns:r="http://schemas.openxmlformats.org/officeDocument/2006/relationships" id="2147483653" r:id="R252027564d2f4665"/>
    <p:sldLayoutId xmlns:r="http://schemas.openxmlformats.org/officeDocument/2006/relationships" id="2147483654" r:id="R486def9be9374d5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f0ad529190b4cac" /><Relationship Type="http://schemas.openxmlformats.org/officeDocument/2006/relationships/image" Target="/ppt/media/image.png" Id="R605a5914edc943fd" /><Relationship Type="http://schemas.openxmlformats.org/officeDocument/2006/relationships/notesSlide" Target="/ppt/notesSlides/notesSlide1.xml" Id="Rbd22679def3a48b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eedcac91db74a3d" /><Relationship Type="http://schemas.openxmlformats.org/officeDocument/2006/relationships/notesSlide" Target="/ppt/notesSlides/notesSlide2.xml" Id="Rd195a28ad4624f0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e75821e4ef14c54" /><Relationship Type="http://schemas.openxmlformats.org/officeDocument/2006/relationships/notesSlide" Target="/ppt/notesSlides/notesSlide3.xml" Id="R913085ceef014f9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d815b26d7f942c1" /><Relationship Type="http://schemas.openxmlformats.org/officeDocument/2006/relationships/image" Target="/ppt/media/image2.png" Id="Rdc1b0d06fc064e07" /><Relationship Type="http://schemas.openxmlformats.org/officeDocument/2006/relationships/notesSlide" Target="/ppt/notesSlides/notesSlide4.xml" Id="R115b0637063940e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09adb739bbb481b" /><Relationship Type="http://schemas.openxmlformats.org/officeDocument/2006/relationships/notesSlide" Target="/ppt/notesSlides/notesSlide5.xml" Id="Rbd6f3543ca41450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3624fa61a804260" /><Relationship Type="http://schemas.openxmlformats.org/officeDocument/2006/relationships/notesSlide" Target="/ppt/notesSlides/notesSlide6.xml" Id="Rc2c9d31ff591439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2bc38129daf4f9e" /><Relationship Type="http://schemas.openxmlformats.org/officeDocument/2006/relationships/image" Target="/ppt/media/image3.png" Id="R4638e6e62a5642ee" /><Relationship Type="http://schemas.openxmlformats.org/officeDocument/2006/relationships/notesSlide" Target="/ppt/notesSlides/notesSlide7.xml" Id="R96dd2465802045b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bd2f3bd29dc4399" /><Relationship Type="http://schemas.openxmlformats.org/officeDocument/2006/relationships/notesSlide" Target="/ppt/notesSlides/notesSlide8.xml" Id="R27778015187a496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0b233bc6990417d" /><Relationship Type="http://schemas.openxmlformats.org/officeDocument/2006/relationships/image" Target="/ppt/media/image4.png" Id="R0f63736d1663495a" /><Relationship Type="http://schemas.openxmlformats.org/officeDocument/2006/relationships/image" Target="/ppt/media/image5.png" Id="R23cde7bbc38e4eb1" /><Relationship Type="http://schemas.openxmlformats.org/officeDocument/2006/relationships/image" Target="/ppt/media/image6.png" Id="Rdc758670f2db433a" /><Relationship Type="http://schemas.openxmlformats.org/officeDocument/2006/relationships/notesSlide" Target="/ppt/notesSlides/notesSlide9.xml" Id="Rfbd0c19102f04df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ef54e0f1a684e5a" /><Relationship Type="http://schemas.openxmlformats.org/officeDocument/2006/relationships/notesSlide" Target="/ppt/notesSlides/notesSlide10.xml" Id="Re8fa2a48b25a4d7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e6a2baff477450b" /><Relationship Type="http://schemas.openxmlformats.org/officeDocument/2006/relationships/image" Target="/ppt/media/image7.png" Id="Ra8c70469a6de4b9e" /><Relationship Type="http://schemas.openxmlformats.org/officeDocument/2006/relationships/notesSlide" Target="/ppt/notesSlides/notesSlide11.xml" Id="R871c025aade8408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40f2be51d304a9c" /><Relationship Type="http://schemas.openxmlformats.org/officeDocument/2006/relationships/image" Target="/ppt/media/image8.png" Id="Rd45ac5934e604cd4" /><Relationship Type="http://schemas.openxmlformats.org/officeDocument/2006/relationships/notesSlide" Target="/ppt/notesSlides/notesSlide12.xml" Id="R06ab556609e245d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b9c7c1ffa2a4de5" /><Relationship Type="http://schemas.openxmlformats.org/officeDocument/2006/relationships/image" Target="/ppt/media/image9.png" Id="Rbdae602260264473" /><Relationship Type="http://schemas.openxmlformats.org/officeDocument/2006/relationships/notesSlide" Target="/ppt/notesSlides/notesSlide13.xml" Id="Rd8c5d5f8e808415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878db87c5ad4c3c" /><Relationship Type="http://schemas.openxmlformats.org/officeDocument/2006/relationships/notesSlide" Target="/ppt/notesSlides/notesSlide14.xml" Id="R9cb0cac429964ea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303aa938ecb44d7" /><Relationship Type="http://schemas.openxmlformats.org/officeDocument/2006/relationships/notesSlide" Target="/ppt/notesSlides/notesSlide15.xml" Id="R1e3b6e2b6993416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c17a0e85f3a49ac" /><Relationship Type="http://schemas.openxmlformats.org/officeDocument/2006/relationships/notesSlide" Target="/ppt/notesSlides/notesSlide16.xml" Id="R473183c7547146a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013aa563970427c" /><Relationship Type="http://schemas.openxmlformats.org/officeDocument/2006/relationships/notesSlide" Target="/ppt/notesSlides/notesSlide17.xml" Id="R80855503361a490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139f87cfb00489d" /><Relationship Type="http://schemas.openxmlformats.org/officeDocument/2006/relationships/notesSlide" Target="/ppt/notesSlides/notesSlide18.xml" Id="Ref360ed2eda84cb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29046a7881c4c6c" /><Relationship Type="http://schemas.openxmlformats.org/officeDocument/2006/relationships/notesSlide" Target="/ppt/notesSlides/notesSlide19.xml" Id="R491a093ff107469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dba8093acd14e12" /><Relationship Type="http://schemas.openxmlformats.org/officeDocument/2006/relationships/notesSlide" Target="/ppt/notesSlides/notesSlide20.xml" Id="R0ee50c57b047468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e9a7a2a32950428a" /><Relationship Type="http://schemas.openxmlformats.org/officeDocument/2006/relationships/notesSlide" Target="/ppt/notesSlides/notesSlide21.xml" Id="R11302dadcf044a8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7037feb99d043c0" /><Relationship Type="http://schemas.openxmlformats.org/officeDocument/2006/relationships/notesSlide" Target="/ppt/notesSlides/notesSlide22.xml" Id="R8b8fe3525ddc436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659a9d082d74a96" /><Relationship Type="http://schemas.openxmlformats.org/officeDocument/2006/relationships/notesSlide" Target="/ppt/notesSlides/notesSlide23.xml" Id="R85912786c6ac428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66bc7297bdbe4d2e" /><Relationship Type="http://schemas.openxmlformats.org/officeDocument/2006/relationships/notesSlide" Target="/ppt/notesSlides/notesSlide24.xml" Id="R77094f0708a641b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b38facad1f6448e5" /><Relationship Type="http://schemas.openxmlformats.org/officeDocument/2006/relationships/notesSlide" Target="/ppt/notesSlides/notesSlide25.xml" Id="R17ed6cc8e40d4e3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1f49fd2b5dc2497f" /><Relationship Type="http://schemas.openxmlformats.org/officeDocument/2006/relationships/notesSlide" Target="/ppt/notesSlides/notesSlide26.xml" Id="Rf22041ccf8c340a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c33986200f843b7" /><Relationship Type="http://schemas.openxmlformats.org/officeDocument/2006/relationships/notesSlide" Target="/ppt/notesSlides/notesSlide27.xml" Id="R4acae6e9616d46d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5cb8d08932804c23" /><Relationship Type="http://schemas.openxmlformats.org/officeDocument/2006/relationships/notesSlide" Target="/ppt/notesSlides/notesSlide28.xml" Id="Rcd8d2a2ca678445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1d8cc707e2a34f1c" /><Relationship Type="http://schemas.openxmlformats.org/officeDocument/2006/relationships/notesSlide" Target="/ppt/notesSlides/notesSlide29.xml" Id="Rff6506b6ee594da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94c3f3516c8e4066" /><Relationship Type="http://schemas.openxmlformats.org/officeDocument/2006/relationships/notesSlide" Target="/ppt/notesSlides/notesSlide30.xml" Id="Rfa22be84abb945d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c03beb45518d40ef" /><Relationship Type="http://schemas.openxmlformats.org/officeDocument/2006/relationships/notesSlide" Target="/ppt/notesSlides/notesSlide31.xml" Id="R295d3be7ec104dd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fc03f90ea3994bbf" /><Relationship Type="http://schemas.openxmlformats.org/officeDocument/2006/relationships/notesSlide" Target="/ppt/notesSlides/notesSlide32.xml" Id="R97d8ad5f609e472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33fc6489fe854bc7" /><Relationship Type="http://schemas.openxmlformats.org/officeDocument/2006/relationships/notesSlide" Target="/ppt/notesSlides/notesSlide33.xml" Id="R41de98b9758a4bc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9081460a391742fc" /><Relationship Type="http://schemas.openxmlformats.org/officeDocument/2006/relationships/notesSlide" Target="/ppt/notesSlides/notesSlide34.xml" Id="Ra3cbb9333e5a4ad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ac40593ec36548d7" /><Relationship Type="http://schemas.openxmlformats.org/officeDocument/2006/relationships/notesSlide" Target="/ppt/notesSlides/notesSlide35.xml" Id="R48bc6926a6234ac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ce7bfccf7a334815" /><Relationship Type="http://schemas.openxmlformats.org/officeDocument/2006/relationships/notesSlide" Target="/ppt/notesSlides/notesSlide36.xml" Id="R441611ec2e7443e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88cda9b9e6974af3" /><Relationship Type="http://schemas.openxmlformats.org/officeDocument/2006/relationships/notesSlide" Target="/ppt/notesSlides/notesSlide37.xml" Id="R75726ef6feaf4aee"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8c0bd09e32404531" /><Relationship Type="http://schemas.openxmlformats.org/officeDocument/2006/relationships/notesSlide" Target="/ppt/notesSlides/notesSlide38.xml" Id="Rd7b0d63d305e4d5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0c21a78540654bc3" /><Relationship Type="http://schemas.openxmlformats.org/officeDocument/2006/relationships/image" Target="/ppt/media/image10.png" Id="R5f5ee8dae3744f06" /><Relationship Type="http://schemas.openxmlformats.org/officeDocument/2006/relationships/image" Target="/ppt/media/image11.png" Id="R5996bfb381274c7f" /><Relationship Type="http://schemas.openxmlformats.org/officeDocument/2006/relationships/image" Target="/ppt/media/image12.png" Id="R755d9281da9d4ccd" /><Relationship Type="http://schemas.openxmlformats.org/officeDocument/2006/relationships/image" Target="/ppt/media/image13.png" Id="R18cff9fb65d941a3" /><Relationship Type="http://schemas.openxmlformats.org/officeDocument/2006/relationships/notesSlide" Target="/ppt/notesSlides/notesSlide39.xml" Id="R3e9c111e69d8471a"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a2117aaf1d0a437f" /><Relationship Type="http://schemas.openxmlformats.org/officeDocument/2006/relationships/notesSlide" Target="/ppt/notesSlides/notesSlide40.xml" Id="R014922a273fd4c1f"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28553d8560dc43b2" /><Relationship Type="http://schemas.openxmlformats.org/officeDocument/2006/relationships/notesSlide" Target="/ppt/notesSlides/notesSlide41.xml" Id="Rc09d1507126947e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30fd7070efac47d0" /><Relationship Type="http://schemas.openxmlformats.org/officeDocument/2006/relationships/notesSlide" Target="/ppt/notesSlides/notesSlide42.xml" Id="R5f7c57b38d6147d0"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1abec9c2f0094b3f" /><Relationship Type="http://schemas.openxmlformats.org/officeDocument/2006/relationships/notesSlide" Target="/ppt/notesSlides/notesSlide43.xml" Id="Rea9b8c264c3047d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68b566979e3a4d89" /><Relationship Type="http://schemas.openxmlformats.org/officeDocument/2006/relationships/notesSlide" Target="/ppt/notesSlides/notesSlide44.xml" Id="Re69ecb20ec9942c6"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f94816aaafa949a7" /><Relationship Type="http://schemas.openxmlformats.org/officeDocument/2006/relationships/notesSlide" Target="/ppt/notesSlides/notesSlide45.xml" Id="R10fb370b3e914b9c"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adc0e5136da648fe" /><Relationship Type="http://schemas.openxmlformats.org/officeDocument/2006/relationships/notesSlide" Target="/ppt/notesSlides/notesSlide46.xml" Id="Rba8d06d95a6b482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6c2e752b48ac45ab" /><Relationship Type="http://schemas.openxmlformats.org/officeDocument/2006/relationships/chart" Target="/ppt/slides/charts/chart1.xml" Id="R04e6336a9dbf4391" /><Relationship Type="http://schemas.openxmlformats.org/officeDocument/2006/relationships/notesSlide" Target="/ppt/notesSlides/notesSlide47.xml" Id="R8039b48d09e848db"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c1d5e340ee0c48d8" /><Relationship Type="http://schemas.openxmlformats.org/officeDocument/2006/relationships/notesSlide" Target="/ppt/notesSlides/notesSlide48.xml" Id="Rfac309462be64a69"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2c27d3c023864c8d" /><Relationship Type="http://schemas.openxmlformats.org/officeDocument/2006/relationships/notesSlide" Target="/ppt/notesSlides/notesSlide49.xml" Id="Rfc10f98a3a44466c"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596ae6bb936b4063" /><Relationship Type="http://schemas.openxmlformats.org/officeDocument/2006/relationships/notesSlide" Target="/ppt/notesSlides/notesSlide50.xml" Id="R248649087df544c9"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c75015743a434dae" /><Relationship Type="http://schemas.openxmlformats.org/officeDocument/2006/relationships/notesSlide" Target="/ppt/notesSlides/notesSlide51.xml" Id="R62370e362903439b"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313c57b226674b6a" /><Relationship Type="http://schemas.openxmlformats.org/officeDocument/2006/relationships/notesSlide" Target="/ppt/notesSlides/notesSlide52.xml" Id="R17e313e3cd8b4713"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1ffe7075a47f487b" /><Relationship Type="http://schemas.openxmlformats.org/officeDocument/2006/relationships/notesSlide" Target="/ppt/notesSlides/notesSlide53.xml" Id="R68afe77a7d574de0"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fe5f58e0957842c7" /><Relationship Type="http://schemas.openxmlformats.org/officeDocument/2006/relationships/notesSlide" Target="/ppt/notesSlides/notesSlide54.xml" Id="R646516d59bc84d9f"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8edf7e012e4248c0" /><Relationship Type="http://schemas.openxmlformats.org/officeDocument/2006/relationships/image" Target="/ppt/media/image14.png" Id="R08b10ad93bd345f2" /><Relationship Type="http://schemas.openxmlformats.org/officeDocument/2006/relationships/notesSlide" Target="/ppt/notesSlides/notesSlide55.xml" Id="R26638231f5434d20"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b563ba3d4b5a4597" /><Relationship Type="http://schemas.openxmlformats.org/officeDocument/2006/relationships/notesSlide" Target="/ppt/notesSlides/notesSlide56.xml" Id="R681492a9cd204222"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e45701b90d7d40f2" /><Relationship Type="http://schemas.openxmlformats.org/officeDocument/2006/relationships/notesSlide" Target="/ppt/notesSlides/notesSlide57.xml" Id="R2a51aa856bf14d35"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862bf87a89e74c0f" /><Relationship Type="http://schemas.openxmlformats.org/officeDocument/2006/relationships/notesSlide" Target="/ppt/notesSlides/notesSlide58.xml" Id="Raa47f2f674df406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5ffdfc1610764b76" /><Relationship Type="http://schemas.openxmlformats.org/officeDocument/2006/relationships/notesSlide" Target="/ppt/notesSlides/notesSlide59.xml" Id="Re7e7f24ce0c44185"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8153f7325ff640ca" /><Relationship Type="http://schemas.openxmlformats.org/officeDocument/2006/relationships/notesSlide" Target="/ppt/notesSlides/notesSlide60.xml" Id="R7e8e92aaf7c4474c"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490bf1ed585a4182" /><Relationship Type="http://schemas.openxmlformats.org/officeDocument/2006/relationships/notesSlide" Target="/ppt/notesSlides/notesSlide61.xml" Id="R4ad71be2f35c4cfe"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c5864fe68fe34a55" /><Relationship Type="http://schemas.openxmlformats.org/officeDocument/2006/relationships/notesSlide" Target="/ppt/notesSlides/notesSlide62.xml" Id="Rf04fcf873e6e4dc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34a02ca1b8e141e2" /><Relationship Type="http://schemas.openxmlformats.org/officeDocument/2006/relationships/notesSlide" Target="/ppt/notesSlides/notesSlide63.xml" Id="Rcdf254324ece455c"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5e27833f05744744" /><Relationship Type="http://schemas.openxmlformats.org/officeDocument/2006/relationships/notesSlide" Target="/ppt/notesSlides/notesSlide64.xml" Id="Rb65d70922869458d"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bfd24b3f649c4284" /><Relationship Type="http://schemas.openxmlformats.org/officeDocument/2006/relationships/notesSlide" Target="/ppt/notesSlides/notesSlide65.xml" Id="R602dd60e430b4c55"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71458246519c4d57" /><Relationship Type="http://schemas.openxmlformats.org/officeDocument/2006/relationships/notesSlide" Target="/ppt/notesSlides/notesSlide66.xml" Id="R3665337a04cb461f"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35dbb460ebbd46c3" /><Relationship Type="http://schemas.openxmlformats.org/officeDocument/2006/relationships/notesSlide" Target="/ppt/notesSlides/notesSlide67.xml" Id="R6b59bcbdabce40c3"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fc8c8ab99c9d4e8d" /><Relationship Type="http://schemas.openxmlformats.org/officeDocument/2006/relationships/notesSlide" Target="/ppt/notesSlides/notesSlide68.xml" Id="R29a8ac372d6f4502"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b4d0eb1fc78842a6" /><Relationship Type="http://schemas.openxmlformats.org/officeDocument/2006/relationships/notesSlide" Target="/ppt/notesSlides/notesSlide69.xml" Id="R2952edc701674cce"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c6b4b8b45cb44d4f" /><Relationship Type="http://schemas.openxmlformats.org/officeDocument/2006/relationships/notesSlide" Target="/ppt/notesSlides/notesSlide70.xml" Id="R7eaba111187c4f9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48b29c4390934fdc" /><Relationship Type="http://schemas.openxmlformats.org/officeDocument/2006/relationships/notesSlide" Target="/ppt/notesSlides/notesSlide71.xml" Id="R5dfdf358ac6248b4"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cc7b7d05ba8d47bb" /><Relationship Type="http://schemas.openxmlformats.org/officeDocument/2006/relationships/notesSlide" Target="/ppt/notesSlides/notesSlide72.xml" Id="R39b5984c9b144ad3"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ea7b98bf5fd543b8" /><Relationship Type="http://schemas.openxmlformats.org/officeDocument/2006/relationships/notesSlide" Target="/ppt/notesSlides/notesSlide73.xml" Id="R54b4c0c8eb9a40a7"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89dd0e37634140ac" /><Relationship Type="http://schemas.openxmlformats.org/officeDocument/2006/relationships/image" Target="/ppt/media/image15.png" Id="R84c27e810f894812" /><Relationship Type="http://schemas.openxmlformats.org/officeDocument/2006/relationships/notesSlide" Target="/ppt/notesSlides/notesSlide74.xml" Id="R13b1285164ab4c07"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25a28d1643754e17" /><Relationship Type="http://schemas.openxmlformats.org/officeDocument/2006/relationships/notesSlide" Target="/ppt/notesSlides/notesSlide75.xml" Id="R05bf4136b345472b"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18cc0d91dab04081" /><Relationship Type="http://schemas.openxmlformats.org/officeDocument/2006/relationships/image" Target="/ppt/media/image16.png" Id="Rbdedf17aca924bcb" /><Relationship Type="http://schemas.openxmlformats.org/officeDocument/2006/relationships/image" Target="/ppt/media/image17.png" Id="Re48b605993624cd4" /><Relationship Type="http://schemas.openxmlformats.org/officeDocument/2006/relationships/image" Target="/ppt/media/image18.png" Id="Rba77ae6879604e84" /><Relationship Type="http://schemas.openxmlformats.org/officeDocument/2006/relationships/notesSlide" Target="/ppt/notesSlides/notesSlide76.xml" Id="Rfbb059c65c9c4615"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85aa16237d28439f" /><Relationship Type="http://schemas.openxmlformats.org/officeDocument/2006/relationships/notesSlide" Target="/ppt/notesSlides/notesSlide77.xml" Id="R1d2ef7b937f645f9"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dba5ac73f8584cf9" /><Relationship Type="http://schemas.openxmlformats.org/officeDocument/2006/relationships/notesSlide" Target="/ppt/notesSlides/notesSlide78.xml" Id="Rbed2640bd4244765"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2868b90ad2794aaa" /><Relationship Type="http://schemas.openxmlformats.org/officeDocument/2006/relationships/notesSlide" Target="/ppt/notesSlides/notesSlide79.xml" Id="Rfe40fcb079a249ce"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df7d198f9261447c" /><Relationship Type="http://schemas.openxmlformats.org/officeDocument/2006/relationships/notesSlide" Target="/ppt/notesSlides/notesSlide80.xml" Id="R37be476ab8394509"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8b6c6e61cdb44c7b" /><Relationship Type="http://schemas.openxmlformats.org/officeDocument/2006/relationships/notesSlide" Target="/ppt/notesSlides/notesSlide81.xml" Id="R66dc2970aa7d4056"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11bda3e13f07403d" /><Relationship Type="http://schemas.openxmlformats.org/officeDocument/2006/relationships/notesSlide" Target="/ppt/notesSlides/notesSlide82.xml" Id="Ra482a7e92783414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8E722EC4-739A-4624-A742-41D045E3CC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BC02F47A-CD8E-4731-9DFC-8CE451B547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F5946DF7-86F6-48A3-989A-125830FE7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542F16C8-0A7F-4B2F-A63F-206D65FAE3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4BADBC5F-0880-4D4F-B0F0-97BA2F6166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021C2E9D-2564-41CD-AD0B-B47335A012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91C2B714-FF37-4718-BBDA-BDFACE60D682}"/>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989BFA12-BEBD-4213-B49D-CF464A039397}"/>
              </a:ext>
            </a:extLst>
          </p:cNvPr>
          <p:cNvPicPr>
            <a:picLocks xmlns:a="http://schemas.openxmlformats.org/drawingml/2006/main" noChangeAspect="1"/>
          </p:cNvPicPr>
          <p:nvPr/>
        </p:nvPicPr>
        <p:blipFill>
          <a:blip xmlns:r="http://schemas.openxmlformats.org/officeDocument/2006/relationships" xmlns:a="http://schemas.openxmlformats.org/drawingml/2006/main" r:embed="R605a5914edc943fd"/>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44FC21A3-F2BC-41EA-AFC9-060F9BE2920C}"/>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C6D43EC3-5374-4CC3-95F7-1E13AF4DF77C}"/>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941A3788-5CF8-4799-91E4-5505532C3FD9}"/>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49D8CC2D-526C-4A60-A594-D8FA76CD03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78466015"/>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3CAD17C3-C548-4081-B878-5B8D80D306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449E0C89-0782-4CE0-B457-35B4671207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465605CE-CF87-417D-A41F-849D700483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62F96F2D-3FCE-439B-9431-5433A05C24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C7683340-DF12-49D5-9904-09F6B84E71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15C5559C-E0D6-42E7-9EC6-8CF5F285E7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44DD0672-C021-480A-9724-F0BA056B077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E62F2339-D666-4973-B577-1B4C92F615E2}"/>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A2F0D283-AE8D-4DBB-99BB-3F40AAA8B615}"/>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1A22A08A-0CE3-47C1-B07A-EA36C4930B5F}"/>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58D65A2-84AB-4ED5-BBCB-9F7E989D9C8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A0EF2A00-DCB0-4B40-9CE5-B51ABF088080}"/>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D5E5B8BC-441B-4B88-8DFA-609F72C6178E}"/>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33B6AA5E-6B1E-4E71-B1FF-82BA1DB1738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85CABDA-580D-47D2-85B9-2675F1832D99}"/>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960A578C-AB42-4EFD-9175-796993D347B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F704BE0D-B447-4CCE-B907-6EC12B6BED75}"/>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D2095562-35B9-4661-AA55-F7E0BDAB5F3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611675CA-1D2C-45F2-A3F3-48B1FAEFAFC8}"/>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AD5FA504-328A-44C5-B893-E998641335AB}"/>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AD561CA-5CFB-45C2-8B94-140091F381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E4AB67EB-2F09-471D-BFDA-1689008232BE}"/>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C0726909-EEAA-46DD-A194-3EC2BCDE512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2CD59F0D-B5DC-4795-A2BE-BA16492E840F}"/>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1FE1C466-7737-4447-99B6-57EF5864EFA0}"/>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1E9AB75A-154A-4A27-A6F7-C3B929CA34FF}"/>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92A27495-FECB-4F14-A761-54CDE6C30C83}"/>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87B42DA8-C8C5-4EFD-9760-A4239FE8F600}"/>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88F313EE-EEEC-4CAA-A1D1-3CF1E50FB1A9}"/>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E05310D1-E5FC-486E-BC22-16C3ADAFF14B}"/>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9D2CDDF8-D7E1-438E-811C-FCFF4722A5A5}"/>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3D5AAA52-F1F0-465C-A6B4-A3ADC575F1A7}"/>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92D73B0B-872E-4636-8C7D-56A857EA6E35}"/>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D725458-204B-42B8-9B6F-AACB7EEDA912}"/>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0677A51B-3397-44DB-A06F-4C8EC549383C}"/>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B0B3F17D-9902-41C3-9EA3-9FC4F73613A9}"/>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6FC6477D-2B01-4A91-9EE0-D1108D4E7A32}"/>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FA8687BC-0409-412D-A20B-976C6C8ACB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96733484"/>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E19837DD-B501-404C-914C-2776FAFB86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55F6F906-23A3-46DF-8CC9-C435515879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95369A7F-89BB-4A1A-80AC-EA6D4C906E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79CF18AF-4DC6-4374-B34C-E8BD9C6312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25034124-2E5A-415C-8EAA-F3910B6093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97BF7F56-1B50-4EB3-8971-FEF45AA3F8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DCD5F7A4-DF3D-4A7F-912E-DC8EC8ECEDD7}"/>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475D316C-010B-44B7-8D01-752697DBBE82}"/>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1C0B96AC-A939-4470-93DE-608F87807645}"/>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481B8F26-D2B1-4A3E-9A6C-FA27C534E531}"/>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2E1E471A-CBB9-431D-AF92-08E22EAE0153}"/>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43534E48-3BAE-490D-A529-FB222F3B5882}"/>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2A6F320A-FECA-483D-9695-D4F14E845C93}"/>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68E50799-6549-49C2-8521-440F99D6A811}"/>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830C08A7-32D6-4FF0-A142-ECB81E83FC34}"/>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DD1AFB18-677A-45AE-833F-8F3DD3FCBE75}"/>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91AFA84C-552F-43C4-AD5D-CF2DE1148227}"/>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422C4F38-9B9A-455C-B9BB-6F1E9E47A29F}"/>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723E4BC0-FEDB-4762-9738-54536DEB5913}"/>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026897C5-4862-4CEC-9D4C-553E3E1ED711}"/>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B9846B9C-8DD8-4A66-8CC3-BE1AE8EB3FE5}"/>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AD72FBC5-EF5A-4352-AAC0-FD5564FB51D4}"/>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B6142A22-530C-4A1F-BB49-86FCE1BFFA57}"/>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6669B83B-5DEC-4600-8217-FCA801086F8A}"/>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0BBA3F25-E53D-482A-AE24-504C519AB538}"/>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732C09E6-E261-4EE0-B558-483EDB82A078}"/>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BBA9FADA-6C8A-451A-B2A7-6FF08BE1200F}"/>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A8C6AB53-529B-4CE3-9C1E-021E0B7C4E50}"/>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24884728-AE64-49A3-B7EC-ADB66E1196A2}"/>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500F74DE-A73C-4AE4-8F58-9D94F170671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6D8596A9-234F-4399-A019-8B00B88D15F6}"/>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D4F9D3E0-A89C-42FB-BFBB-4479C80AAD7C}"/>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52B916B-1B4D-4AD2-A8E0-D224760291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76791418"/>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4E1B9CC8-0ABE-44D1-972D-4B97A19265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98483A92-9D72-48D2-A927-EAE80B71D3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52F9522B-7F02-4B3C-9E64-B188961F6A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6019F1A6-EDCA-49B6-9ACB-6832711FD7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A825C8B3-5E27-4D56-BC6B-1D1AE867F5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E1BACA05-D0DD-456B-A943-E91A73E1AB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1011C079-CE8C-471A-913E-781F76A8051F}"/>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049F9C63-893A-443E-B641-0BDDCF6B3A24}"/>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2B0AC0F8-1049-426D-9BF9-9E3D6E2004AC}"/>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D6D75739-D744-4925-B7F4-801AD6BD987D}"/>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971E4013-2524-4E4F-AC1B-A6C297ACA2C1}"/>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880DF6B4-8193-4E2E-9B6B-A5C3BE614A16}"/>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0FC97F8-41A4-405B-99EB-13C991D6B9E2}"/>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E9BBE67D-446F-4591-B869-CF2EF0305E21}"/>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2486A7C3-DA1A-4D8B-B1A6-2612D7AAF0D3}"/>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ECF6A86-6E54-4999-8579-24DEBF4CF885}"/>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8DC10915-6209-4E13-B404-7A6DCC9687BF}"/>
              </a:ext>
            </a:extLst>
          </p:cNvPr>
          <p:cNvPicPr>
            <a:picLocks xmlns:a="http://schemas.openxmlformats.org/drawingml/2006/main" noChangeAspect="1"/>
          </p:cNvPicPr>
          <p:nvPr/>
        </p:nvPicPr>
        <p:blipFill>
          <a:blip xmlns:r="http://schemas.openxmlformats.org/officeDocument/2006/relationships" xmlns:a="http://schemas.openxmlformats.org/drawingml/2006/main" r:embed="Rdc1b0d06fc064e07"/>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5E46B5B6-FE6F-409D-9F87-386E192E028B}"/>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D3E91920-D58B-4413-8154-1DB2EF5CFF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19533588"/>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FA393007-8DAF-4123-964E-ECF241FDD7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7968D05E-6C74-40AA-889A-257919113F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5570CE3F-97FD-4BB3-807F-00125361DE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FE967A8F-FB71-427D-AFF2-5225031502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D4009F8B-1C1C-443D-BEC9-5F60BD2316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6ED3CFD4-C8D6-4DC2-A55C-577E878CCE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9A42E529-756D-406F-86D6-20882C65D65B}"/>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2E45D24A-F7FC-4683-82AC-BE9B583938CC}"/>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FACE485B-2228-4FA7-9C78-B18D5A79612C}"/>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6F567DC1-96A5-41B2-9D49-5FFABBC48A48}"/>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58706598-6C30-4F51-B3D8-9B3DDBF2F5D4}"/>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BDD1B1AD-1AAC-4087-AB4F-8769C1EA0543}"/>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3BEFCFDC-13F1-4539-B055-975983EDF670}"/>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C64B48B9-0A44-49AA-8B02-D04623EC5755}"/>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B21BED6F-0518-493B-A785-DB5D3E92D0B6}"/>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72560011-4BEA-4078-8D88-87697EE63B82}"/>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806D4F5E-9D4F-437B-B380-34E406EECEAC}"/>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2082DA6A-8FAD-46CE-A7A6-38D045547635}"/>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D321630D-999E-40F5-993F-33EB8B02E759}"/>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694A34C9-8A4E-4D82-A448-51B6F9D4EA6B}"/>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D08473FE-DEA0-4A35-9101-1A76CACFDC50}"/>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9C6C9D32-C4C6-4B1C-A4EA-269DAD579587}"/>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F504DA57-6D68-4C67-BA41-2C9883088806}"/>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2D124E14-1A3F-4360-A59B-80F3A25D66B2}"/>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168F2C8C-5983-4219-A456-015104EC9FFA}"/>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1878C024-F75F-4472-BCC6-46E5402FA9DE}"/>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410F92A7-C853-4C1F-8803-15A016261AAA}"/>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F5A45C0E-C182-4FD1-A849-2E94E12CBB5E}"/>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A0F73CB0-9A19-4FA5-A41E-1D39A1C65243}"/>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D7327223-7EED-455A-B6AF-2DDFA64E4326}"/>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21066E28-547E-492A-B802-F5F231E96C61}"/>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592CAB51-7863-4DB0-9A13-A51D65CE2110}"/>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19FE2501-196A-4EEF-A9B1-BC94368D071A}"/>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7CC50198-E5B5-4F51-B30A-9D9703BE28D4}"/>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A70D25F5-4D83-409A-BC32-EAB1FDD386ED}"/>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CD3D6E5E-4603-4FB3-80BE-735948AC935F}"/>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92B2AA0C-E8CF-4D9C-89DD-402EF76B7450}"/>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5660EAF9-A5D6-454A-AA9C-8180BD5DD438}"/>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12CCD95F-281A-4834-9C0A-B78A95067180}"/>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2ABE34A0-AF74-4313-831B-A97DA2054D99}"/>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7AC00A97-C6A4-4659-B746-26AE9491E925}"/>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BA92D192-2E22-4D36-94BD-BA8696461C8F}"/>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C78C4318-6B81-410C-93ED-9202D123588F}"/>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EF77C34B-4E7C-472B-8E93-F6462A09E99F}"/>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086FD724-A939-41C1-9623-0AF1EA241C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56396305"/>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C01D3C2B-9DFF-4166-A661-36FBD99232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190F4F9E-A4C0-404E-9075-0D7863F001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D5D8E9D0-8053-4A04-AECF-82FE288839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C2571266-04DD-427C-B956-B0D129F81B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4DD81804-19A9-43E3-A19D-C132FF8014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80EC1F3A-CDC4-4DB4-9F4B-E5CE56800A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4012DE46-F855-4136-8CF2-02CD02B9264E}"/>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90EB4940-C6CC-4130-8129-FB398411D6E7}"/>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B2116BB2-6A09-441E-8BD2-DE04BD884057}"/>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AFF239DA-91FA-4F1B-A052-496538D9971A}"/>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418991AB-F707-423A-9B96-ADAEFF4F41BD}"/>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ED05A826-B112-4A3A-80F0-65E0D148CB4D}"/>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C044506D-1472-4C32-9CB8-11D9AAB409E7}"/>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C0FA584F-8C6F-4551-9B4C-43776BE6B498}"/>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C9D5B634-C3DD-472E-8090-9D200F89CDF5}"/>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D5D03F88-E1F8-4650-9871-92A0AD530FC4}"/>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422CEE7E-ED4D-4B25-AECA-554F9555D59C}"/>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5639A60C-11A5-4B34-9CD0-87365BD637C3}"/>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916C079A-6F58-4697-BD8D-7396668A043D}"/>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7970E4BA-2BDB-481C-BCC8-C26E47C94C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0216095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CB0C6118-4756-43EB-BC21-BB384CCB74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06BA16DA-4843-4A1E-9C18-2B2E36669B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25FEFAB8-1017-40FE-A219-F42D38597D5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DA211C18-1C65-442C-9437-60D16CE301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FC0106E3-10AE-48D8-AD95-DDA1F0B0CF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1E4BC758-3F4F-4205-80E2-D8A01EBEF9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EA9F727A-749F-4534-8686-FA82C439AEA0}"/>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59F16A75-1EBD-48FF-8236-46E544065A6E}"/>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2A8B837B-8A35-4E84-A287-A5709E5E32E9}"/>
              </a:ext>
            </a:extLst>
          </p:cNvPr>
          <p:cNvPicPr>
            <a:picLocks xmlns:a="http://schemas.openxmlformats.org/drawingml/2006/main" noChangeAspect="1"/>
          </p:cNvPicPr>
          <p:nvPr/>
        </p:nvPicPr>
        <p:blipFill>
          <a:blip xmlns:r="http://schemas.openxmlformats.org/officeDocument/2006/relationships" xmlns:a="http://schemas.openxmlformats.org/drawingml/2006/main" r:embed="R4638e6e62a5642ee"/>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2C9CCEF5-87AA-4046-8F56-840AFF22A4E3}"/>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8407461D-894D-4AC8-A845-D0E1B1BCC0F4}"/>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EFF78AB1-E75B-4A50-822D-901629E3BCA1}"/>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A99AB268-85EC-460B-8CC4-AFA9AE2DC7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462012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8507FCB9-B8E5-4832-932C-8039581EFD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7DEC5B38-54E5-4E7B-8E9F-121CB29DB3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B8F56537-DE7B-4B1F-8929-616D96CB75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66686A7D-0EC0-4C10-8344-395ADDF62B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594C2F00-0865-4804-918F-94D7830DB7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ADB9CA48-4B46-43CC-87F6-AACF645F57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73C34DFE-AEA8-48DC-A10E-03AC43B9F757}"/>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6A75CCD9-6CBA-476E-9630-BFEF059B4654}"/>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D5321EE9-4205-4ABD-A5D9-02396AB173AC}"/>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7BAD7E53-E4BC-4CCB-96EE-E71ACDCAE657}"/>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D27595A3-62BA-4FEA-8DDD-44B4BBEDA6DA}"/>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24A4D9AB-0B87-4A76-A67E-39BAF3AFA61D}"/>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AC4DF46A-1695-47A7-BCC5-0922DAA225C1}"/>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84EAD90F-72E9-47B1-A952-3E252D835E36}"/>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504D5A34-363E-4662-AC97-3433C1F989DE}"/>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EFF4FC0D-DE1D-4EB1-9CA8-3349C1D3DF34}"/>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30F6CA3-84A9-4874-B46D-17B32CAA0A38}"/>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8B331C7-DCC1-466D-BD6A-D3DE4174AC58}"/>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02EF109B-CD75-488B-AD23-1F4923CECEAC}"/>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EA9406CC-1DD6-49CC-BEFB-455BC4FE1331}"/>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20EDFD4E-CF80-4DF7-ABC5-35D5CF077BAE}"/>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91173C7D-A931-4CBA-83EC-2619F5F98997}"/>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8C1A3BB9-D52B-435F-B900-B3E00B536A50}"/>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CCECE34E-2C3B-48ED-BCE0-79D2A380F6FB}"/>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5BFEFD33-EE01-464D-B41F-573434D81F03}"/>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138404AB-0ED2-4DF1-ABE8-1029E38EF558}"/>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01D3346D-E4B3-4502-B7CA-2609E5B2DA6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E830A866-3017-4989-B69A-F340606ADC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83368402"/>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95E65B43-9DF5-4757-9BC3-4F9E238298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374D5DB9-6A20-44ED-AF1D-99F92F8257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F5773013-8B13-43C6-83E0-11FF97D8FB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D2E116ED-B7F2-42AD-A081-10559ADC28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5A443A74-1B01-4BE9-BAE4-B98EBE0BCF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96B6D952-DE36-4995-8E8F-B67C6608EB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EC52D318-5F7C-47D9-83D2-A2DADEB6C4AF}"/>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E272EC34-4485-42F6-8365-52A114313AB8}"/>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3FF8E56C-B759-476D-99C8-C7E2DA57F51C}"/>
              </a:ext>
            </a:extLst>
          </p:cNvPr>
          <p:cNvPicPr>
            <a:picLocks xmlns:a="http://schemas.openxmlformats.org/drawingml/2006/main" noChangeAspect="1"/>
          </p:cNvPicPr>
          <p:nvPr/>
        </p:nvPicPr>
        <p:blipFill>
          <a:blip xmlns:r="http://schemas.openxmlformats.org/officeDocument/2006/relationships" xmlns:a="http://schemas.openxmlformats.org/drawingml/2006/main" r:embed="R0f63736d1663495a"/>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97C70BF3-CACE-429C-BD41-7696B59218CF}"/>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9CEEFF2D-B4F1-4128-9824-FC18EAC822F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4B76549-0B1E-4F3E-AF9D-6C26AFCDA161}"/>
              </a:ext>
            </a:extLst>
          </p:cNvPr>
          <p:cNvPicPr>
            <a:picLocks xmlns:a="http://schemas.openxmlformats.org/drawingml/2006/main" noChangeAspect="1"/>
          </p:cNvPicPr>
          <p:nvPr/>
        </p:nvPicPr>
        <p:blipFill>
          <a:blip xmlns:r="http://schemas.openxmlformats.org/officeDocument/2006/relationships" xmlns:a="http://schemas.openxmlformats.org/drawingml/2006/main" r:embed="R23cde7bbc38e4eb1"/>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1E3EC2EA-6873-4941-92D2-3C12B6F43C8A}"/>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10285548-C1C6-4E05-ACE2-A0DE514A54C2}"/>
              </a:ext>
            </a:extLst>
          </p:cNvPr>
          <p:cNvPicPr>
            <a:picLocks xmlns:a="http://schemas.openxmlformats.org/drawingml/2006/main" noChangeAspect="1"/>
          </p:cNvPicPr>
          <p:nvPr/>
        </p:nvPicPr>
        <p:blipFill>
          <a:blip xmlns:r="http://schemas.openxmlformats.org/officeDocument/2006/relationships" xmlns:a="http://schemas.openxmlformats.org/drawingml/2006/main" r:embed="Rdc758670f2db433a"/>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38FC24AC-2D0A-48DB-99B4-7DD2EBF6C1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0CD2237C-745B-43CB-A70B-D78B603BEED1}"/>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C4F1E5D7-F45C-4C42-8AEA-570749E53AE1}"/>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B31CF99B-0B32-417A-82AF-E61D8DF3952A}"/>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DC35B838-1203-4E19-9FE2-C21B66330BA7}"/>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C722035-2F5B-4552-95FB-8BD1E96AB102}"/>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54A1E1EC-C7C4-41C5-A01F-F30AB8072864}"/>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028EDB87-27C9-43D2-9217-BB0F7138DE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53023123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B52A570A-F84F-4F42-8A28-A8ACE85D6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51F50ADF-9D64-4ED4-88E9-791E4E3959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9ABA959A-9417-43EB-B98B-177A811AE0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0795FD83-80FB-4E29-B01B-B9FBD8A492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DF75B4C2-C876-42DB-863A-69E3485DA6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9504DBF1-3D01-4C63-A9E8-7E03E9C7A9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3AF9EF8D-2C3F-45B3-A856-9D9773040FF1}"/>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2F7F4F17-B6C5-47C3-85E5-921E643A8A9B}"/>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31F4B311-3F16-443C-B6BB-185A78194688}"/>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7FE6DA49-8465-4F46-9044-F437329F7C5D}"/>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54471EF8-1A4E-430D-A17B-C08378038674}"/>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D9EDB458-63CB-4069-B110-DD5D487604F9}"/>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D9836CD4-CBD0-44C8-9338-8A9A5CB930D3}"/>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2DFB60B-F1C0-401C-B8C3-4741B55159E1}"/>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14CEDF89-6A6F-4E1A-86A8-031C571FF8AB}"/>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014BEE81-F0AE-44A4-83E4-30CC0CABB3BC}"/>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0810C1D8-550B-48A5-BD93-ACAB92AC4588}"/>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5CBA2C92-DDEA-44BD-9274-7EBD1243D7EE}"/>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F4AE131-4B0E-4789-AB67-4B857DF816D1}"/>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3635F2EE-3EBE-4007-8632-381134CAD915}"/>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6C832F76-2DCB-4696-BE9E-CF2BF8A5EB50}"/>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A85A2544-E2CD-4FFB-B921-180D038E92CF}"/>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E7C35E42-B040-4967-B299-1FC1E9F63ED7}"/>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31A74C4E-B041-4BED-B334-21FDB429A2AA}"/>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E04F20F3-AD69-4307-9B4C-36BC5EB5355B}"/>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E7947A2A-E5C9-4B9C-9CD2-9A47E93848FA}"/>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9C545999-5CED-4613-A645-5968068FADF5}"/>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0DE01FCB-69F1-4180-B596-4527159574E4}"/>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281A6325-E69C-44A9-BD36-785E1907818A}"/>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FE5E6584-EA08-4362-B39B-30C96E869171}"/>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0043D430-74B1-4143-8A65-5931EEB4A062}"/>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9C4F01A0-352F-4222-AEFD-DDFB1DFD8BC0}"/>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88EF729A-DAF2-4918-AAB8-45FD6D201F84}"/>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C9AD6B8E-247E-4836-B9F2-582E9368F110}"/>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61958B2D-F65B-456A-8245-25716C661C31}"/>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90EF9493-677F-4A3D-93CB-51459DF0642A}"/>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E2D75934-22C2-4429-84FB-9C9CCFA24637}"/>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4320CE9B-5CD8-4120-995C-31C9E1150522}"/>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03925575-EB8E-4337-ABB7-A30B2D396C71}"/>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33CA0F41-244E-4DF5-BBDA-182F4D8D6EE3}"/>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387AE382-F695-44B6-976C-79A5250C0F29}"/>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8F6D9117-1942-45D4-8BBA-058F59028F86}"/>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25573FAB-C02E-4C7A-A9B8-3E4DF4C5E462}"/>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DCCC8571-73C2-4479-B0A4-232D927FA5EA}"/>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E3120259-32C5-4DB1-AE5B-186A0D078FAD}"/>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EAAFB72C-DC81-4EFC-8CC1-8D91C9E8C4AE}"/>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E75697A2-0859-4713-8DB9-44BB0FBEB454}"/>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BDBA2351-B960-4F9C-B92F-360D9DC34275}"/>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EFABAD13-2260-41EF-B2C0-30D4F60F7B7F}"/>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5D9AABE7-FD9E-4A97-8E9D-647D1968A185}"/>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730FDAB3-A2B0-4B75-9E64-BB69B3D281F2}"/>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4AEC9E2F-11EF-40D6-BCB2-91BB6C358141}"/>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B831CB4D-2CA8-4C1D-8E93-5BAEC872D737}"/>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031E9DFE-42D5-422C-8F65-10ABA9724EAA}"/>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05BC3102-B3AC-4B49-8047-0394585627CD}"/>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EF1CE67B-3553-427F-8A79-62E51156F8B5}"/>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112D689D-3F2D-4DEA-9679-42AEED06BFD0}"/>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EB1D21CD-4882-440E-A1FE-5B42FAFC1076}"/>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CFB609A4-F541-46F8-B209-2523DC30A46A}"/>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FBF71864-648D-485A-9001-3C0106028A88}"/>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76EB2655-F252-40DD-957C-B207F8B0B4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450767158"/>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1 · 모호한 작업 요청">
            <a:extLst xmlns:a="http://schemas.openxmlformats.org/drawingml/2006/main">
              <a:ext uri="{FF2B5EF4-FFF2-40B4-BE49-F238E27FC236}">
                <a16:creationId xmlns:a16="http://schemas.microsoft.com/office/drawing/2014/main" id="{11C7D061-2863-469C-86E6-C59FF7284F4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모호한 작업 요청</a:t>
            </a:r>
          </a:p>
        </p:txBody>
      </p:sp>
      <p:sp>
        <p:nvSpPr>
          <p:cNvPr id="2" name="S11">
            <a:extLst xmlns:a="http://schemas.openxmlformats.org/drawingml/2006/main">
              <a:ext uri="{FF2B5EF4-FFF2-40B4-BE49-F238E27FC236}">
                <a16:creationId xmlns:a16="http://schemas.microsoft.com/office/drawing/2014/main" id="{6A310DA6-4775-44ED-BD48-BCBCB1A2D7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35C41C92-34A8-42FA-948F-C5959C5E57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9D3C41AC-AC05-4A56-B262-41BF36BD04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D12828F2-974B-4C02-A4B9-23798F4713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47C292B1-DDB0-4B61-A7BA-FD8ADEAB51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BD663D8E-4CCD-493A-A3EE-EE5C7AFFC14C}"/>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3CCEC300-07D9-4DB3-89E9-13E43A1E2E84}"/>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69496788-07FE-4CE9-B5F1-36A5AC8D5025}"/>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6BC51B2A-AB1E-4119-B4DA-B170073A3FDA}"/>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8EC1F2CB-CEA0-4125-83DB-78B7D8D09038}"/>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FBB72DAC-32FE-49C7-81A6-D3C8C26FECA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96C4916-46B0-4782-8DD8-DFAC95B7486D}"/>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640BF1F-6528-4BF6-94D0-A1051FC217F8}"/>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8981E10-21CC-46A6-989A-69E7C0099C9F}"/>
              </a:ext>
            </a:extLst>
          </p:cNvPr>
          <p:cNvPicPr>
            <a:picLocks xmlns:a="http://schemas.openxmlformats.org/drawingml/2006/main" noChangeAspect="1"/>
          </p:cNvPicPr>
          <p:nvPr/>
        </p:nvPicPr>
        <p:blipFill>
          <a:blip xmlns:r="http://schemas.openxmlformats.org/officeDocument/2006/relationships" xmlns:a="http://schemas.openxmlformats.org/drawingml/2006/main" r:embed="Ra8c70469a6de4b9e"/>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46C4CF3D-A286-428B-B6FF-C6AA7721412C}"/>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A5A62139-1A1E-4F73-902D-A54656D994C7}"/>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03C9A685-3CEB-4C87-A37B-ED76795F1690}"/>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688FE205-5FC4-48D1-B6C6-70BDD6E719A4}"/>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92645717-C5F2-4EC2-8887-64208BF79B2E}"/>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DC4DC0C7-B907-4296-80D2-2B0CEA279048}"/>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32CCA0BC-5478-493F-916D-4FA05D4237DD}"/>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AF1A7C50-5E8A-4AEC-8703-5C1F03E3A5E0}"/>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7232FEF6-1561-4BC5-9487-F2031B9FB93A}"/>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C6F7CB6F-A93C-4235-A9BD-0F88AED5A0F2}"/>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1546B7FF-91CE-4599-9A54-7C4BDDCB00B6}"/>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F43670C5-6520-4FD2-9244-DC30548EBE1D}"/>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068130F4-D73C-4777-8990-11B9BDCEC16B}"/>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DF1FD812-178A-492F-99D1-55D928928F8E}"/>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89208283-9F01-4857-8A4E-31AE4BEEC25B}"/>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sp>
        <p:nvSpPr>
          <p:cNvPr id="31" name="Qualitative resource growth, no measured scale">
            <a:extLst xmlns:a="http://schemas.openxmlformats.org/drawingml/2006/main">
              <a:ext uri="{FF2B5EF4-FFF2-40B4-BE49-F238E27FC236}">
                <a16:creationId xmlns:a16="http://schemas.microsoft.com/office/drawing/2014/main" id="{7E5935F3-B7A2-406A-8D7E-AF6EF4C19B6D}"/>
              </a:ext>
            </a:extLst>
          </p:cNvPr>
          <p:cNvSpPr>
            <a:spLocks xmlns:a="http://schemas.openxmlformats.org/drawingml/2006/main" noGrp="1"/>
          </p:cNvSpPr>
          <p:nvPr/>
        </p:nvSpPr>
        <p:spPr>
          <a:xfrm xmlns:a="http://schemas.openxmlformats.org/drawingml/2006/main">
            <a:off x="1809750" y="5038725"/>
            <a:ext cx="1543050" cy="552450"/>
          </a:xfrm>
          <a:custGeom xmlns:a="http://schemas.openxmlformats.org/drawingml/2006/main">
            <a:pathLst>
              <a:path w="1543050" h="552450">
                <a:moveTo>
                  <a:pt x="0" y="533400"/>
                </a:moveTo>
                <a:cubicBezTo>
                  <a:pt x="762000" y="533400"/>
                  <a:pt x="1323975" y="523875"/>
                  <a:pt x="1524000" y="28575"/>
                </a:cubicBezTo>
              </a:path>
            </a:pathLst>
          </a:custGeom>
          <a:noFill xmlns:a="http://schemas.openxmlformats.org/drawingml/2006/main"/>
          <a:ln xmlns:a="http://schemas.openxmlformats.org/drawingml/2006/main" w="28575">
            <a:solidFill>
              <a:srgbClr val="805400"/>
            </a:solidFill>
            <a:prstDash val="solid"/>
          </a:ln>
        </p:spPr>
      </p:sp>
      <p:sp>
        <p:nvSpPr>
          <p:cNvPr id="32" name="↑">
            <a:extLst xmlns:a="http://schemas.openxmlformats.org/drawingml/2006/main">
              <a:ext uri="{FF2B5EF4-FFF2-40B4-BE49-F238E27FC236}">
                <a16:creationId xmlns:a16="http://schemas.microsoft.com/office/drawing/2014/main" id="{DCCA4C65-9CD0-402E-8977-A13082D41686}"/>
              </a:ext>
            </a:extLst>
          </p:cNvPr>
          <p:cNvSpPr>
            <a:spLocks xmlns:a="http://schemas.openxmlformats.org/drawingml/2006/main" noGrp="1"/>
          </p:cNvSpPr>
          <p:nvPr/>
        </p:nvSpPr>
        <p:spPr>
          <a:xfrm xmlns:a="http://schemas.openxmlformats.org/drawingml/2006/main">
            <a:off x="3257550" y="4962525"/>
            <a:ext cx="266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a:t>
            </a:r>
          </a:p>
        </p:txBody>
      </p:sp>
      <p:sp>
        <p:nvSpPr>
          <p:cNvPr id="33" name="작업 시간">
            <a:extLst xmlns:a="http://schemas.openxmlformats.org/drawingml/2006/main">
              <a:ext uri="{FF2B5EF4-FFF2-40B4-BE49-F238E27FC236}">
                <a16:creationId xmlns:a16="http://schemas.microsoft.com/office/drawing/2014/main" id="{A6EC992E-2B73-4502-8B27-A61A51837794}"/>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sp>
        <p:nvSpPr>
          <p:cNvPr id="34" name="Qualitative resource growth, no measured scale">
            <a:extLst xmlns:a="http://schemas.openxmlformats.org/drawingml/2006/main">
              <a:ext uri="{FF2B5EF4-FFF2-40B4-BE49-F238E27FC236}">
                <a16:creationId xmlns:a16="http://schemas.microsoft.com/office/drawing/2014/main" id="{030D9D57-E7EA-4A65-B3CB-23F52FB7DD90}"/>
              </a:ext>
            </a:extLst>
          </p:cNvPr>
          <p:cNvSpPr>
            <a:spLocks xmlns:a="http://schemas.openxmlformats.org/drawingml/2006/main" noGrp="1"/>
          </p:cNvSpPr>
          <p:nvPr/>
        </p:nvSpPr>
        <p:spPr>
          <a:xfrm xmlns:a="http://schemas.openxmlformats.org/drawingml/2006/main">
            <a:off x="5086350" y="5038725"/>
            <a:ext cx="1543050" cy="552450"/>
          </a:xfrm>
          <a:custGeom xmlns:a="http://schemas.openxmlformats.org/drawingml/2006/main">
            <a:pathLst>
              <a:path w="1543050" h="552450">
                <a:moveTo>
                  <a:pt x="0" y="533400"/>
                </a:moveTo>
                <a:cubicBezTo>
                  <a:pt x="762000" y="533400"/>
                  <a:pt x="1323975" y="523875"/>
                  <a:pt x="1524000" y="28575"/>
                </a:cubicBezTo>
              </a:path>
            </a:pathLst>
          </a:custGeom>
          <a:noFill xmlns:a="http://schemas.openxmlformats.org/drawingml/2006/main"/>
          <a:ln xmlns:a="http://schemas.openxmlformats.org/drawingml/2006/main" w="28575">
            <a:solidFill>
              <a:srgbClr val="805400"/>
            </a:solidFill>
            <a:prstDash val="solid"/>
          </a:ln>
        </p:spPr>
      </p:sp>
      <p:sp>
        <p:nvSpPr>
          <p:cNvPr id="35" name="↑">
            <a:extLst xmlns:a="http://schemas.openxmlformats.org/drawingml/2006/main">
              <a:ext uri="{FF2B5EF4-FFF2-40B4-BE49-F238E27FC236}">
                <a16:creationId xmlns:a16="http://schemas.microsoft.com/office/drawing/2014/main" id="{D1A751FE-7128-4236-BEB7-32D66CBD756C}"/>
              </a:ext>
            </a:extLst>
          </p:cNvPr>
          <p:cNvSpPr>
            <a:spLocks xmlns:a="http://schemas.openxmlformats.org/drawingml/2006/main" noGrp="1"/>
          </p:cNvSpPr>
          <p:nvPr/>
        </p:nvSpPr>
        <p:spPr>
          <a:xfrm xmlns:a="http://schemas.openxmlformats.org/drawingml/2006/main">
            <a:off x="6534150" y="4962525"/>
            <a:ext cx="266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a:t>
            </a:r>
          </a:p>
        </p:txBody>
      </p:sp>
      <p:sp>
        <p:nvSpPr>
          <p:cNvPr id="36" name="Legacy module connection">
            <a:extLst xmlns:a="http://schemas.openxmlformats.org/drawingml/2006/main">
              <a:ext uri="{FF2B5EF4-FFF2-40B4-BE49-F238E27FC236}">
                <a16:creationId xmlns:a16="http://schemas.microsoft.com/office/drawing/2014/main" id="{25F26B4F-91DD-4949-8407-7B94C7C640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6268745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1 · 같은 Agent, 같은 요청, 가능한 해석">
            <a:extLst xmlns:a="http://schemas.openxmlformats.org/drawingml/2006/main">
              <a:ext uri="{FF2B5EF4-FFF2-40B4-BE49-F238E27FC236}">
                <a16:creationId xmlns:a16="http://schemas.microsoft.com/office/drawing/2014/main" id="{84A9AB83-20F2-4593-A86D-8F02895DFF1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C73F4EAB-A49F-43C6-8181-07686BD953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674D8808-FE4D-49E6-A925-B6587475AC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22FBE2AA-1DBF-4277-9660-CDCA3C6CCF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3D83F165-3BCF-4765-BB85-DE24590FF1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BD1C41DF-A629-48BA-B709-ED7488B88E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
            <a:extLst xmlns:a="http://schemas.openxmlformats.org/drawingml/2006/main">
              <a:ext uri="{FF2B5EF4-FFF2-40B4-BE49-F238E27FC236}">
                <a16:creationId xmlns:a16="http://schemas.microsoft.com/office/drawing/2014/main" id="{F548C1F7-D68D-4DC6-BCB1-C17DA4371E5E}"/>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71967A6F-1329-4BCA-9C2E-9CA3CCC09285}"/>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696F2924-4FEA-4604-A343-71E536E112D6}"/>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AB77EBC2-7547-42E3-99F8-FF4334D7544C}"/>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1" name="+">
            <a:extLst xmlns:a="http://schemas.openxmlformats.org/drawingml/2006/main">
              <a:ext uri="{FF2B5EF4-FFF2-40B4-BE49-F238E27FC236}">
                <a16:creationId xmlns:a16="http://schemas.microsoft.com/office/drawing/2014/main" id="{7C0B5E66-4506-4122-B82A-C54BF89DF457}"/>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79CF46B7-55E5-4F95-8483-1D613F697117}"/>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ABE2C66-2CA5-4B01-B6EA-9F8DEE557974}"/>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4" name="">
            <a:extLst xmlns:a="http://schemas.openxmlformats.org/drawingml/2006/main">
              <a:ext uri="{FF2B5EF4-FFF2-40B4-BE49-F238E27FC236}">
                <a16:creationId xmlns:a16="http://schemas.microsoft.com/office/drawing/2014/main" id="{77D0F0C3-B474-4174-9A08-570F29298B0A}"/>
              </a:ext>
            </a:extLst>
          </p:cNvPr>
          <p:cNvPicPr>
            <a:picLocks xmlns:a="http://schemas.openxmlformats.org/drawingml/2006/main" noChangeAspect="1"/>
          </p:cNvPicPr>
          <p:nvPr/>
        </p:nvPicPr>
        <p:blipFill>
          <a:blip xmlns:r="http://schemas.openxmlformats.org/officeDocument/2006/relationships" xmlns:a="http://schemas.openxmlformats.org/drawingml/2006/main" r:embed="Rd45ac5934e604cd4"/>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5" name="같은 AI Agent · 같은 요청">
            <a:extLst xmlns:a="http://schemas.openxmlformats.org/drawingml/2006/main">
              <a:ext uri="{FF2B5EF4-FFF2-40B4-BE49-F238E27FC236}">
                <a16:creationId xmlns:a16="http://schemas.microsoft.com/office/drawing/2014/main" id="{78ED5E06-23C4-4063-B23E-2F9E5AEDAD1D}"/>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6" name="">
            <a:extLst xmlns:a="http://schemas.openxmlformats.org/drawingml/2006/main">
              <a:ext uri="{FF2B5EF4-FFF2-40B4-BE49-F238E27FC236}">
                <a16:creationId xmlns:a16="http://schemas.microsoft.com/office/drawing/2014/main" id="{4966B9D2-A268-4418-B46A-68B767370778}"/>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어느 경로를 원하는가?">
            <a:extLst xmlns:a="http://schemas.openxmlformats.org/drawingml/2006/main">
              <a:ext uri="{FF2B5EF4-FFF2-40B4-BE49-F238E27FC236}">
                <a16:creationId xmlns:a16="http://schemas.microsoft.com/office/drawing/2014/main" id="{D0A9E1A0-30DE-401D-A27F-788E0A7D33BF}"/>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8" name="">
            <a:extLst xmlns:a="http://schemas.openxmlformats.org/drawingml/2006/main">
              <a:ext uri="{FF2B5EF4-FFF2-40B4-BE49-F238E27FC236}">
                <a16:creationId xmlns:a16="http://schemas.microsoft.com/office/drawing/2014/main" id="{9270D2FF-0CF1-448C-B64E-F5A07BC13660}"/>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9" name="Possible interpretation A">
            <a:extLst xmlns:a="http://schemas.openxmlformats.org/drawingml/2006/main">
              <a:ext uri="{FF2B5EF4-FFF2-40B4-BE49-F238E27FC236}">
                <a16:creationId xmlns:a16="http://schemas.microsoft.com/office/drawing/2014/main" id="{180CA88E-2960-4CC2-9119-929EA26E1683}"/>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0" name="">
            <a:extLst xmlns:a="http://schemas.openxmlformats.org/drawingml/2006/main">
              <a:ext uri="{FF2B5EF4-FFF2-40B4-BE49-F238E27FC236}">
                <a16:creationId xmlns:a16="http://schemas.microsoft.com/office/drawing/2014/main" id="{AB2B883E-F44D-4FB0-892F-BF4F32B3B73D}"/>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1" name="A">
            <a:extLst xmlns:a="http://schemas.openxmlformats.org/drawingml/2006/main">
              <a:ext uri="{FF2B5EF4-FFF2-40B4-BE49-F238E27FC236}">
                <a16:creationId xmlns:a16="http://schemas.microsoft.com/office/drawing/2014/main" id="{BDF14338-655E-4A94-836C-DB67D772AC44}"/>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2" name="테스트를 바꿀까?">
            <a:extLst xmlns:a="http://schemas.openxmlformats.org/drawingml/2006/main">
              <a:ext uri="{FF2B5EF4-FFF2-40B4-BE49-F238E27FC236}">
                <a16:creationId xmlns:a16="http://schemas.microsoft.com/office/drawing/2014/main" id="{E8539736-009D-413B-BBFB-F6BB7EFEAC5A}"/>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3" name="기대값을 수정하는 해석">
            <a:extLst xmlns:a="http://schemas.openxmlformats.org/drawingml/2006/main">
              <a:ext uri="{FF2B5EF4-FFF2-40B4-BE49-F238E27FC236}">
                <a16:creationId xmlns:a16="http://schemas.microsoft.com/office/drawing/2014/main" id="{A65D4257-FBDA-42C0-B3FF-7CF1CD5C2B1B}"/>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4" name="Possible interpretation B">
            <a:extLst xmlns:a="http://schemas.openxmlformats.org/drawingml/2006/main">
              <a:ext uri="{FF2B5EF4-FFF2-40B4-BE49-F238E27FC236}">
                <a16:creationId xmlns:a16="http://schemas.microsoft.com/office/drawing/2014/main" id="{375837F9-173A-48D2-B121-FE775F68BBF1}"/>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5" name="">
            <a:extLst xmlns:a="http://schemas.openxmlformats.org/drawingml/2006/main">
              <a:ext uri="{FF2B5EF4-FFF2-40B4-BE49-F238E27FC236}">
                <a16:creationId xmlns:a16="http://schemas.microsoft.com/office/drawing/2014/main" id="{4F9CB2E5-3244-4168-A4BB-83A8ADB57C4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6" name="B">
            <a:extLst xmlns:a="http://schemas.openxmlformats.org/drawingml/2006/main">
              <a:ext uri="{FF2B5EF4-FFF2-40B4-BE49-F238E27FC236}">
                <a16:creationId xmlns:a16="http://schemas.microsoft.com/office/drawing/2014/main" id="{493FDF85-3E3E-4E3F-AC32-ED7AD19A435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7" name="구현을 바꿀까?">
            <a:extLst xmlns:a="http://schemas.openxmlformats.org/drawingml/2006/main">
              <a:ext uri="{FF2B5EF4-FFF2-40B4-BE49-F238E27FC236}">
                <a16:creationId xmlns:a16="http://schemas.microsoft.com/office/drawing/2014/main" id="{6995CF31-DCFC-4C49-9B2B-84B98BABFCD8}"/>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8" name="동작을 명세에 맞추는 해석">
            <a:extLst xmlns:a="http://schemas.openxmlformats.org/drawingml/2006/main">
              <a:ext uri="{FF2B5EF4-FFF2-40B4-BE49-F238E27FC236}">
                <a16:creationId xmlns:a16="http://schemas.microsoft.com/office/drawing/2014/main" id="{21B9719D-A403-4549-A972-5D29C17C774A}"/>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29" name="Possible interpretation C">
            <a:extLst xmlns:a="http://schemas.openxmlformats.org/drawingml/2006/main">
              <a:ext uri="{FF2B5EF4-FFF2-40B4-BE49-F238E27FC236}">
                <a16:creationId xmlns:a16="http://schemas.microsoft.com/office/drawing/2014/main" id="{A12766CE-5260-4994-AFDB-127B490FFD3A}"/>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0" name="">
            <a:extLst xmlns:a="http://schemas.openxmlformats.org/drawingml/2006/main">
              <a:ext uri="{FF2B5EF4-FFF2-40B4-BE49-F238E27FC236}">
                <a16:creationId xmlns:a16="http://schemas.microsoft.com/office/drawing/2014/main" id="{C3BEAF07-5C19-44F9-99A0-EDC0798C048A}"/>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1" name="C">
            <a:extLst xmlns:a="http://schemas.openxmlformats.org/drawingml/2006/main">
              <a:ext uri="{FF2B5EF4-FFF2-40B4-BE49-F238E27FC236}">
                <a16:creationId xmlns:a16="http://schemas.microsoft.com/office/drawing/2014/main" id="{5E765F67-F53E-41C6-97F8-F6DAFA8B14C0}"/>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2" name="먼저 물어볼까?">
            <a:extLst xmlns:a="http://schemas.openxmlformats.org/drawingml/2006/main">
              <a:ext uri="{FF2B5EF4-FFF2-40B4-BE49-F238E27FC236}">
                <a16:creationId xmlns:a16="http://schemas.microsoft.com/office/drawing/2014/main" id="{6F5314F1-19E2-4B66-9F86-21C1FF787276}"/>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3" name="의도를 확인한 뒤 진행">
            <a:extLst xmlns:a="http://schemas.openxmlformats.org/drawingml/2006/main">
              <a:ext uri="{FF2B5EF4-FFF2-40B4-BE49-F238E27FC236}">
                <a16:creationId xmlns:a16="http://schemas.microsoft.com/office/drawing/2014/main" id="{1996D09E-337E-482C-927B-C9BA7F2DAF33}"/>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4" name="아직 정해지지 않은 정보">
            <a:extLst xmlns:a="http://schemas.openxmlformats.org/drawingml/2006/main">
              <a:ext uri="{FF2B5EF4-FFF2-40B4-BE49-F238E27FC236}">
                <a16:creationId xmlns:a16="http://schemas.microsoft.com/office/drawing/2014/main" id="{85253686-F88F-4178-9B1A-5BD852C0DACA}"/>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5" name="목표의 세부 ?">
            <a:extLst xmlns:a="http://schemas.openxmlformats.org/drawingml/2006/main">
              <a:ext uri="{FF2B5EF4-FFF2-40B4-BE49-F238E27FC236}">
                <a16:creationId xmlns:a16="http://schemas.microsoft.com/office/drawing/2014/main" id="{C4AE1B09-B0F1-4B6B-95C2-4A794295F0F3}"/>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6" name="보존 조건 ?">
            <a:extLst xmlns:a="http://schemas.openxmlformats.org/drawingml/2006/main">
              <a:ext uri="{FF2B5EF4-FFF2-40B4-BE49-F238E27FC236}">
                <a16:creationId xmlns:a16="http://schemas.microsoft.com/office/drawing/2014/main" id="{2F681BFF-340F-47B9-9AB3-1F3FFF9F6B0F}"/>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7" name="수정 범위 ?">
            <a:extLst xmlns:a="http://schemas.openxmlformats.org/drawingml/2006/main">
              <a:ext uri="{FF2B5EF4-FFF2-40B4-BE49-F238E27FC236}">
                <a16:creationId xmlns:a16="http://schemas.microsoft.com/office/drawing/2014/main" id="{A959983B-A9A0-49E7-ACBF-0BB140000355}"/>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8" name="확인 근거 ?">
            <a:extLst xmlns:a="http://schemas.openxmlformats.org/drawingml/2006/main">
              <a:ext uri="{FF2B5EF4-FFF2-40B4-BE49-F238E27FC236}">
                <a16:creationId xmlns:a16="http://schemas.microsoft.com/office/drawing/2014/main" id="{90333A78-4D7C-4686-9480-69A4418F1747}"/>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39" name="완료 조건 ?">
            <a:extLst xmlns:a="http://schemas.openxmlformats.org/drawingml/2006/main">
              <a:ext uri="{FF2B5EF4-FFF2-40B4-BE49-F238E27FC236}">
                <a16:creationId xmlns:a16="http://schemas.microsoft.com/office/drawing/2014/main" id="{45EEA714-AFD9-448A-9686-6F27BABBBE81}"/>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0" name="Legacy module connection">
            <a:extLst xmlns:a="http://schemas.openxmlformats.org/drawingml/2006/main">
              <a:ext uri="{FF2B5EF4-FFF2-40B4-BE49-F238E27FC236}">
                <a16:creationId xmlns:a16="http://schemas.microsoft.com/office/drawing/2014/main" id="{D236D95D-AD28-46A9-A7EE-172F671F6F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83544243"/>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4A3D99FA-AD1F-42EE-8BBB-6347C88308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4DCF0671-F73C-4313-9D7E-90684C4006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4CB45046-429F-4687-828D-75D1A2EF97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BCB74E97-765A-4D1C-994A-F94182946D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86AD0A7D-ED6B-4157-9BD9-A6C65AE920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6B444CD8-4E0B-49E3-9E9E-EBAB7C4CD4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C6D72D21-1F67-448C-8275-4646BAE22742}"/>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E708DC87-043C-49C1-860A-15A1DE5EA346}"/>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71981854-ED81-49C9-A47E-7F6BF03EB04C}"/>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F95B0B5F-179F-4901-AFB8-6613550745E9}"/>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00FB121E-E651-4038-9FC7-7648D3AF4E76}"/>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986D03D2-18A9-43BE-A462-31BAA2FED864}"/>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16A3D537-61F6-49EB-ABA9-367B3E71B295}"/>
              </a:ext>
            </a:extLst>
          </p:cNvPr>
          <p:cNvSpPr>
            <a:spLocks xmlns:a="http://schemas.openxmlformats.org/drawingml/2006/main" noGrp="1"/>
          </p:cNvSpPr>
          <p:nvPr/>
        </p:nvSpPr>
        <p:spPr>
          <a:xfrm xmlns:a="http://schemas.openxmlformats.org/drawingml/2006/main">
            <a:off x="800100" y="3257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Test 기대값">
            <a:extLst xmlns:a="http://schemas.openxmlformats.org/drawingml/2006/main">
              <a:ext uri="{FF2B5EF4-FFF2-40B4-BE49-F238E27FC236}">
                <a16:creationId xmlns:a16="http://schemas.microsoft.com/office/drawing/2014/main" id="{D43BFF63-9635-4431-B647-529E9D9795C3}"/>
              </a:ext>
            </a:extLst>
          </p:cNvPr>
          <p:cNvSpPr>
            <a:spLocks xmlns:a="http://schemas.openxmlformats.org/drawingml/2006/main" noGrp="1"/>
          </p:cNvSpPr>
          <p:nvPr/>
        </p:nvSpPr>
        <p:spPr>
          <a:xfrm xmlns:a="http://schemas.openxmlformats.org/drawingml/2006/main">
            <a:off x="1504950" y="3257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명세·Test 기대값</a:t>
            </a:r>
          </a:p>
        </p:txBody>
      </p:sp>
      <p:sp>
        <p:nvSpPr>
          <p:cNvPr id="15" name="범위">
            <a:extLst xmlns:a="http://schemas.openxmlformats.org/drawingml/2006/main">
              <a:ext uri="{FF2B5EF4-FFF2-40B4-BE49-F238E27FC236}">
                <a16:creationId xmlns:a16="http://schemas.microsoft.com/office/drawing/2014/main" id="{73130405-C699-45E4-94C8-7E76EFC73A07}"/>
              </a:ext>
            </a:extLst>
          </p:cNvPr>
          <p:cNvSpPr>
            <a:spLocks xmlns:a="http://schemas.openxmlformats.org/drawingml/2006/main" noGrp="1"/>
          </p:cNvSpPr>
          <p:nvPr/>
        </p:nvSpPr>
        <p:spPr>
          <a:xfrm xmlns:a="http://schemas.openxmlformats.org/drawingml/2006/main">
            <a:off x="800100" y="3638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EFEF26EA-08CA-463A-8F76-86A70F1313F0}"/>
              </a:ext>
            </a:extLst>
          </p:cNvPr>
          <p:cNvSpPr>
            <a:spLocks xmlns:a="http://schemas.openxmlformats.org/drawingml/2006/main" noGrp="1"/>
          </p:cNvSpPr>
          <p:nvPr/>
        </p:nvSpPr>
        <p:spPr>
          <a:xfrm xmlns:a="http://schemas.openxmlformats.org/drawingml/2006/main">
            <a:off x="1504950" y="3638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0964E335-E1AC-464C-BEB0-FBF601A594B2}"/>
              </a:ext>
            </a:extLst>
          </p:cNvPr>
          <p:cNvSpPr>
            <a:spLocks xmlns:a="http://schemas.openxmlformats.org/drawingml/2006/main" noGrp="1"/>
          </p:cNvSpPr>
          <p:nvPr/>
        </p:nvSpPr>
        <p:spPr>
          <a:xfrm xmlns:a="http://schemas.openxmlformats.org/drawingml/2006/main">
            <a:off x="800100" y="4019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집중·전체 Test + CLI smoke + diff">
            <a:extLst xmlns:a="http://schemas.openxmlformats.org/drawingml/2006/main">
              <a:ext uri="{FF2B5EF4-FFF2-40B4-BE49-F238E27FC236}">
                <a16:creationId xmlns:a16="http://schemas.microsoft.com/office/drawing/2014/main" id="{FF9667FA-834B-4841-83B2-20A8A0CECD37}"/>
              </a:ext>
            </a:extLst>
          </p:cNvPr>
          <p:cNvSpPr>
            <a:spLocks xmlns:a="http://schemas.openxmlformats.org/drawingml/2006/main" noGrp="1"/>
          </p:cNvSpPr>
          <p:nvPr/>
        </p:nvSpPr>
        <p:spPr>
          <a:xfrm xmlns:a="http://schemas.openxmlformats.org/drawingml/2006/main">
            <a:off x="1504950" y="4019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집중·전체 Test + CLI smoke + diff</a:t>
            </a:r>
          </a:p>
        </p:txBody>
      </p:sp>
      <p:sp>
        <p:nvSpPr>
          <p:cNvPr id="19" name="완료">
            <a:extLst xmlns:a="http://schemas.openxmlformats.org/drawingml/2006/main">
              <a:ext uri="{FF2B5EF4-FFF2-40B4-BE49-F238E27FC236}">
                <a16:creationId xmlns:a16="http://schemas.microsoft.com/office/drawing/2014/main" id="{B5A159FC-3355-41EA-ACF4-FD72BF296A80}"/>
              </a:ext>
            </a:extLst>
          </p:cNvPr>
          <p:cNvSpPr>
            <a:spLocks xmlns:a="http://schemas.openxmlformats.org/drawingml/2006/main" noGrp="1"/>
          </p:cNvSpPr>
          <p:nvPr/>
        </p:nvSpPr>
        <p:spPr>
          <a:xfrm xmlns:a="http://schemas.openxmlformats.org/drawingml/2006/main">
            <a:off x="800100" y="4400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EDE810A4-66DD-495F-95A1-C5FFA3A4745A}"/>
              </a:ext>
            </a:extLst>
          </p:cNvPr>
          <p:cNvSpPr>
            <a:spLocks xmlns:a="http://schemas.openxmlformats.org/drawingml/2006/main" noGrp="1"/>
          </p:cNvSpPr>
          <p:nvPr/>
        </p:nvSpPr>
        <p:spPr>
          <a:xfrm xmlns:a="http://schemas.openxmlformats.org/drawingml/2006/main">
            <a:off x="1504950" y="4400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3A40684D-690E-4E9D-93F3-A3AD291C8FE2}"/>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DDDAD1E6-954F-40F5-BC68-7E503C0C70C9}"/>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42ACD4D-B1B4-4F31-A19D-FAC12ED5630A}"/>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F6694EF0-7BDF-4FB5-A7F2-610F7F0A9E75}"/>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562551E6-6FC5-4076-8EB6-800FC12729B1}"/>
              </a:ext>
            </a:extLst>
          </p:cNvPr>
          <p:cNvPicPr>
            <a:picLocks xmlns:a="http://schemas.openxmlformats.org/drawingml/2006/main" noChangeAspect="1"/>
          </p:cNvPicPr>
          <p:nvPr/>
        </p:nvPicPr>
        <p:blipFill>
          <a:blip xmlns:r="http://schemas.openxmlformats.org/officeDocument/2006/relationships" xmlns:a="http://schemas.openxmlformats.org/drawingml/2006/main" r:embed="Rbdae602260264473"/>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7E446E42-D76A-4A2F-ADFF-F0E1CEDEE93B}"/>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0FA00B19-D49C-4BC3-A090-A45F45CFD3EB}"/>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87AE2898-A757-434B-A2F3-0379F6656CA0}"/>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5505EE25-243E-4EF6-B732-ABC58F0D3E18}"/>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BC52767B-C64A-4D83-B510-B911A5FE377C}"/>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D9A8704B-4A08-4C89-91DC-40FCF69FA585}"/>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D2646477-0512-42CE-A9DE-0B51B0116B2F}"/>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11E20A88-F6CC-4F1B-965E-54D90E1BFFDA}"/>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F40F8BAA-265F-4BC5-975F-E66A61CDEEB7}"/>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62A3B40F-9EE4-4889-A20F-085974ED9503}"/>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0F9A29CA-5102-4B71-8897-382526B67BFF}"/>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08BC6ACB-F46B-4DB1-96CC-0B9DF1B735FF}"/>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8C18A3CE-8CFF-4335-A719-E1EDD95E1419}"/>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1E868028-25AE-41B3-B838-F80ECF3E409D}"/>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17DCF0CF-BB41-4468-8363-A2C30E96048D}"/>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31F05126-600B-46FE-9EDC-818AEC489EDD}"/>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0B927650-614C-4579-9E97-29D78BBA187B}"/>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AE13D77C-9B03-4A66-9E75-25021292B90D}"/>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추측할 선택을 줄이고, 원하는 경로를 명시한다.">
            <a:extLst xmlns:a="http://schemas.openxmlformats.org/drawingml/2006/main">
              <a:ext uri="{FF2B5EF4-FFF2-40B4-BE49-F238E27FC236}">
                <a16:creationId xmlns:a16="http://schemas.microsoft.com/office/drawing/2014/main" id="{47B668CC-DBEF-4542-8462-CD5F8D62275B}"/>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추측할 선택을 줄이고, 원하는 경로를 명시한다.</a:t>
            </a:r>
          </a:p>
        </p:txBody>
      </p:sp>
      <p:sp>
        <p:nvSpPr>
          <p:cNvPr id="45" name="Legacy module connection">
            <a:extLst xmlns:a="http://schemas.openxmlformats.org/drawingml/2006/main">
              <a:ext uri="{FF2B5EF4-FFF2-40B4-BE49-F238E27FC236}">
                <a16:creationId xmlns:a16="http://schemas.microsoft.com/office/drawing/2014/main" id="{ADE7D79D-E60C-44E2-BEAF-2A03D2E1F4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19484773"/>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B823DB31-8F58-4D80-9B34-AC856F546C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E65D2E0D-7790-4ADA-B54C-FDBB4DE69E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590B0869-B6D2-401A-86C6-BF8B6261D9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FA886B00-5D83-4C0D-B6C7-B0CFC9ADB3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DBBDBCB7-D1C8-4EC7-9DFD-843189562D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961E04EB-CEC4-4615-8BC5-8BA5EB91B3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crop test 고쳐줘”에 답하기 전에">
            <a:extLst xmlns:a="http://schemas.openxmlformats.org/drawingml/2006/main">
              <a:ext uri="{FF2B5EF4-FFF2-40B4-BE49-F238E27FC236}">
                <a16:creationId xmlns:a16="http://schemas.microsoft.com/office/drawing/2014/main" id="{3CFF0E36-2D5F-4426-9EE6-308F7EA2FAF5}"/>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“crop test 고쳐줘”에 답하기 전에</a:t>
            </a:r>
          </a:p>
        </p:txBody>
      </p:sp>
      <p:sp>
        <p:nvSpPr>
          <p:cNvPr id="8" name="01">
            <a:extLst xmlns:a="http://schemas.openxmlformats.org/drawingml/2006/main">
              <a:ext uri="{FF2B5EF4-FFF2-40B4-BE49-F238E27FC236}">
                <a16:creationId xmlns:a16="http://schemas.microsoft.com/office/drawing/2014/main" id="{9E6A1220-2955-45DB-BFA5-7701CA1A38EF}"/>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23EEE8B8-F45E-49F6-B17B-23CC90394E87}"/>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3635951E-8F96-496B-9859-91DE98A0785E}"/>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868CB4A5-DE69-4636-A77E-5636C1D5D6B7}"/>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51E4D08F-16BA-4538-A1D3-3D3C48483FB1}"/>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D3530CCF-6499-498B-9FD0-D55892455F43}"/>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70072A6-A962-49FC-8493-A83E0B60BDEE}"/>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765AE118-C8E2-4BA6-9D4C-44DB66F46F9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4B00A876-67E0-4CA7-9850-C023DB97A9D1}"/>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A74A9FCF-CCDC-4BC2-948B-4C20D64A1510}"/>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D3E97815-5920-4F7D-9F8F-0E807A4B60EA}"/>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B217DD71-EDEC-4EAE-91A9-3BCA19A2979F}"/>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1277A72A-2D2A-4A34-B34D-6F7F3C2B8FB5}"/>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1D31E646-2881-42DC-8B43-2BEAD7663273}"/>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48D95267-53A0-48DD-B8F6-84275C1EFFE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08EF0B81-EA30-4EFD-A37C-A1950A3E10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832164427"/>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7EE04AE-A585-4278-AF1F-6C0A6A18D1B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75DC9D29-33EE-4A23-B6AA-0F3F4EA8A8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E7A2CAC9-41DB-4C30-B78D-60E04F8D27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1C2801A9-6121-417C-B2CC-82D6BC017C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EAF0015A-5D6E-4206-AFCA-F386FB4AA3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다섯 항목은 서로 분리된 기능이 아니라 하나의 작업 요청에 담는 책임입니다.">
            <a:extLst xmlns:a="http://schemas.openxmlformats.org/drawingml/2006/main">
              <a:ext uri="{FF2B5EF4-FFF2-40B4-BE49-F238E27FC236}">
                <a16:creationId xmlns:a16="http://schemas.microsoft.com/office/drawing/2014/main" id="{24E11BB8-0E2B-4C2D-8A61-B095DFC883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다섯 항목은 서로 분리된 기능이 아니라 하나의 작업 요청에 담는 책임입니다.</a:t>
            </a:r>
          </a:p>
        </p:txBody>
      </p:sp>
      <p:sp>
        <p:nvSpPr>
          <p:cNvPr id="7" name="앞의 질문을 묶고, 필요한 맥락과 작업 과정을 명시한다">
            <a:extLst xmlns:a="http://schemas.openxmlformats.org/drawingml/2006/main">
              <a:ext uri="{FF2B5EF4-FFF2-40B4-BE49-F238E27FC236}">
                <a16:creationId xmlns:a16="http://schemas.microsoft.com/office/drawing/2014/main" id="{B9B75328-7F4C-45CF-AF74-1D76F570E96E}"/>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묶고, 필요한 맥락과 작업 과정을 명시한다</a:t>
            </a:r>
          </a:p>
        </p:txBody>
      </p:sp>
      <p:sp>
        <p:nvSpPr>
          <p:cNvPr id="8" name="">
            <a:extLst xmlns:a="http://schemas.openxmlformats.org/drawingml/2006/main">
              <a:ext uri="{FF2B5EF4-FFF2-40B4-BE49-F238E27FC236}">
                <a16:creationId xmlns:a16="http://schemas.microsoft.com/office/drawing/2014/main" id="{00EA928D-FFD9-481A-915E-3421407F3DF0}"/>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B884CCD6-FED9-4D23-8328-561C0FA1EBF0}"/>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BDAC0AFD-39F3-4E83-945F-2F60CD5B9542}"/>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056E79E6-8E21-48DE-8F86-E9BE38C069C6}"/>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어떤 결과를 바꿀까?">
            <a:extLst xmlns:a="http://schemas.openxmlformats.org/drawingml/2006/main">
              <a:ext uri="{FF2B5EF4-FFF2-40B4-BE49-F238E27FC236}">
                <a16:creationId xmlns:a16="http://schemas.microsoft.com/office/drawing/2014/main" id="{D60E24F7-FEBD-48E6-A9BC-EE4E37C6B8A2}"/>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결과를 바꿀까?</a:t>
            </a:r>
          </a:p>
        </p:txBody>
      </p:sp>
      <p:sp>
        <p:nvSpPr>
          <p:cNvPr id="13" name="">
            <a:extLst xmlns:a="http://schemas.openxmlformats.org/drawingml/2006/main">
              <a:ext uri="{FF2B5EF4-FFF2-40B4-BE49-F238E27FC236}">
                <a16:creationId xmlns:a16="http://schemas.microsoft.com/office/drawing/2014/main" id="{1943DF25-560F-44C7-AB42-B54CCAF7E6FE}"/>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571CFDE3-56D2-49B9-87EE-1366D33B9C7E}"/>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이 작업에 필요한 사실은?">
            <a:extLst xmlns:a="http://schemas.openxmlformats.org/drawingml/2006/main">
              <a:ext uri="{FF2B5EF4-FFF2-40B4-BE49-F238E27FC236}">
                <a16:creationId xmlns:a16="http://schemas.microsoft.com/office/drawing/2014/main" id="{1667E5A3-611E-4FC5-BC7C-822779A894B4}"/>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 작업에 필요한 사실은?</a:t>
            </a:r>
          </a:p>
        </p:txBody>
      </p:sp>
      <p:sp>
        <p:nvSpPr>
          <p:cNvPr id="16" name="">
            <a:extLst xmlns:a="http://schemas.openxmlformats.org/drawingml/2006/main">
              <a:ext uri="{FF2B5EF4-FFF2-40B4-BE49-F238E27FC236}">
                <a16:creationId xmlns:a16="http://schemas.microsoft.com/office/drawing/2014/main" id="{AC309A68-9D82-4378-9B20-C29FD483EB1F}"/>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730108C5-38DF-4A8A-8E13-83E689C332BB}"/>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무엇을 보존할까?">
            <a:extLst xmlns:a="http://schemas.openxmlformats.org/drawingml/2006/main">
              <a:ext uri="{FF2B5EF4-FFF2-40B4-BE49-F238E27FC236}">
                <a16:creationId xmlns:a16="http://schemas.microsoft.com/office/drawing/2014/main" id="{96EEDB77-6F06-4B9A-A961-1C2E0562C13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보존할까?</a:t>
            </a:r>
          </a:p>
        </p:txBody>
      </p:sp>
      <p:sp>
        <p:nvSpPr>
          <p:cNvPr id="19" name="">
            <a:extLst xmlns:a="http://schemas.openxmlformats.org/drawingml/2006/main">
              <a:ext uri="{FF2B5EF4-FFF2-40B4-BE49-F238E27FC236}">
                <a16:creationId xmlns:a16="http://schemas.microsoft.com/office/drawing/2014/main" id="{5C92C9EB-EBA6-4163-9067-4B26CFC81EF2}"/>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530A4BB-EF68-4FBA-9FD5-1C7063B4DB4E}"/>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어떤 순서·경계를 지킬까?">
            <a:extLst xmlns:a="http://schemas.openxmlformats.org/drawingml/2006/main">
              <a:ext uri="{FF2B5EF4-FFF2-40B4-BE49-F238E27FC236}">
                <a16:creationId xmlns:a16="http://schemas.microsoft.com/office/drawing/2014/main" id="{94EDBFE4-7174-4463-9882-C034C28CC12E}"/>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순서·경계를 지킬까?</a:t>
            </a:r>
          </a:p>
        </p:txBody>
      </p:sp>
      <p:sp>
        <p:nvSpPr>
          <p:cNvPr id="22" name="">
            <a:extLst xmlns:a="http://schemas.openxmlformats.org/drawingml/2006/main">
              <a:ext uri="{FF2B5EF4-FFF2-40B4-BE49-F238E27FC236}">
                <a16:creationId xmlns:a16="http://schemas.microsoft.com/office/drawing/2014/main" id="{734972BB-76B9-413C-A006-1FE6A2AD9AA2}"/>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832EEE19-C3B8-4900-B92D-CF0759A52DF9}"/>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무엇으로 완료를 확인할까?">
            <a:extLst xmlns:a="http://schemas.openxmlformats.org/drawingml/2006/main">
              <a:ext uri="{FF2B5EF4-FFF2-40B4-BE49-F238E27FC236}">
                <a16:creationId xmlns:a16="http://schemas.microsoft.com/office/drawing/2014/main" id="{B408591D-6F43-4D6A-A9ED-57CB768345AE}"/>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무엇으로 완료를 확인할까?</a:t>
            </a:r>
          </a:p>
        </p:txBody>
      </p:sp>
      <p:sp>
        <p:nvSpPr>
          <p:cNvPr id="25" name="Legacy module connection">
            <a:extLst xmlns:a="http://schemas.openxmlformats.org/drawingml/2006/main">
              <a:ext uri="{FF2B5EF4-FFF2-40B4-BE49-F238E27FC236}">
                <a16:creationId xmlns:a16="http://schemas.microsoft.com/office/drawing/2014/main" id="{3ACE4541-EFDD-4C16-AEBB-0461FEDC3F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51708251"/>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1 · 같은 요청을 구체화하기">
            <a:extLst xmlns:a="http://schemas.openxmlformats.org/drawingml/2006/main">
              <a:ext uri="{FF2B5EF4-FFF2-40B4-BE49-F238E27FC236}">
                <a16:creationId xmlns:a16="http://schemas.microsoft.com/office/drawing/2014/main" id="{F15684CF-6D81-42B9-87F9-4596B52B7E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요청을 구체화하기</a:t>
            </a:r>
          </a:p>
        </p:txBody>
      </p:sp>
      <p:sp>
        <p:nvSpPr>
          <p:cNvPr id="2" name="S16">
            <a:extLst xmlns:a="http://schemas.openxmlformats.org/drawingml/2006/main">
              <a:ext uri="{FF2B5EF4-FFF2-40B4-BE49-F238E27FC236}">
                <a16:creationId xmlns:a16="http://schemas.microsoft.com/office/drawing/2014/main" id="{34BAF0C7-B88C-470A-9FC8-F9187A25C3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1917F9EE-C859-47FC-BED0-8836A223BB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FA7F994E-5C3F-4824-827A-E0B837817A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70EB9768-3876-4EC8-9157-049BF5E571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892F144A-0E16-40F0-B030-96A5C4F875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3F8BD51B-AD29-42C8-8DA2-6CC4149B14BA}"/>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63CC5F0B-D77D-4B6D-9C14-49FBEA9C5344}"/>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07CFAE98-D002-46F1-9B4D-3C77F3B0A3A9}"/>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추가한 정보">
            <a:extLst xmlns:a="http://schemas.openxmlformats.org/drawingml/2006/main">
              <a:ext uri="{FF2B5EF4-FFF2-40B4-BE49-F238E27FC236}">
                <a16:creationId xmlns:a16="http://schemas.microsoft.com/office/drawing/2014/main" id="{3C363D60-986D-4FF9-9596-2A2CACB8A070}"/>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추가한 정보</a:t>
            </a:r>
          </a:p>
        </p:txBody>
      </p:sp>
      <p:sp>
        <p:nvSpPr>
          <p:cNvPr id="11" name="">
            <a:extLst xmlns:a="http://schemas.openxmlformats.org/drawingml/2006/main">
              <a:ext uri="{FF2B5EF4-FFF2-40B4-BE49-F238E27FC236}">
                <a16:creationId xmlns:a16="http://schemas.microsoft.com/office/drawing/2014/main" id="{CCD399C6-2ED9-4B24-8378-BA8458C1CB5A}"/>
              </a:ext>
            </a:extLst>
          </p:cNvPr>
          <p:cNvSpPr>
            <a:spLocks xmlns:a="http://schemas.openxmlformats.org/drawingml/2006/main" noGrp="1"/>
          </p:cNvSpPr>
          <p:nvPr/>
        </p:nvSpPr>
        <p:spPr>
          <a:xfrm xmlns:a="http://schemas.openxmlformats.org/drawingml/2006/main">
            <a:off x="4438650" y="24574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맥락">
            <a:extLst xmlns:a="http://schemas.openxmlformats.org/drawingml/2006/main">
              <a:ext uri="{FF2B5EF4-FFF2-40B4-BE49-F238E27FC236}">
                <a16:creationId xmlns:a16="http://schemas.microsoft.com/office/drawing/2014/main" id="{C0881727-004A-4271-B04E-FBD84561A8FE}"/>
              </a:ext>
            </a:extLst>
          </p:cNvPr>
          <p:cNvSpPr>
            <a:spLocks xmlns:a="http://schemas.openxmlformats.org/drawingml/2006/main" noGrp="1"/>
          </p:cNvSpPr>
          <p:nvPr/>
        </p:nvSpPr>
        <p:spPr>
          <a:xfrm xmlns:a="http://schemas.openxmlformats.org/drawingml/2006/main">
            <a:off x="4438650" y="252412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목표·맥락</a:t>
            </a:r>
          </a:p>
        </p:txBody>
      </p:sp>
      <p:sp>
        <p:nvSpPr>
          <p:cNvPr id="13" name="crop 경계 실패를 조사·수정한다.">
            <a:extLst xmlns:a="http://schemas.openxmlformats.org/drawingml/2006/main">
              <a:ext uri="{FF2B5EF4-FFF2-40B4-BE49-F238E27FC236}">
                <a16:creationId xmlns:a16="http://schemas.microsoft.com/office/drawing/2014/main" id="{8C4F8EB3-070F-44AC-8FEA-9A351AA09C8A}"/>
              </a:ext>
            </a:extLst>
          </p:cNvPr>
          <p:cNvSpPr>
            <a:spLocks xmlns:a="http://schemas.openxmlformats.org/drawingml/2006/main" noGrp="1"/>
          </p:cNvSpPr>
          <p:nvPr/>
        </p:nvSpPr>
        <p:spPr>
          <a:xfrm xmlns:a="http://schemas.openxmlformats.org/drawingml/2006/main">
            <a:off x="5962650" y="252412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경계 실패를 조사·수정한다.</a:t>
            </a:r>
          </a:p>
        </p:txBody>
      </p:sp>
      <p:sp>
        <p:nvSpPr>
          <p:cNvPr id="14" name="">
            <a:extLst xmlns:a="http://schemas.openxmlformats.org/drawingml/2006/main">
              <a:ext uri="{FF2B5EF4-FFF2-40B4-BE49-F238E27FC236}">
                <a16:creationId xmlns:a16="http://schemas.microsoft.com/office/drawing/2014/main" id="{FF646B06-7C27-421F-B812-BC91BFE06582}"/>
              </a:ext>
            </a:extLst>
          </p:cNvPr>
          <p:cNvSpPr>
            <a:spLocks xmlns:a="http://schemas.openxmlformats.org/drawingml/2006/main" noGrp="1"/>
          </p:cNvSpPr>
          <p:nvPr/>
        </p:nvSpPr>
        <p:spPr>
          <a:xfrm xmlns:a="http://schemas.openxmlformats.org/drawingml/2006/main">
            <a:off x="4438650" y="30194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제약">
            <a:extLst xmlns:a="http://schemas.openxmlformats.org/drawingml/2006/main">
              <a:ext uri="{FF2B5EF4-FFF2-40B4-BE49-F238E27FC236}">
                <a16:creationId xmlns:a16="http://schemas.microsoft.com/office/drawing/2014/main" id="{CC9E7C5D-9306-46C1-98FD-D783FC12D30E}"/>
              </a:ext>
            </a:extLst>
          </p:cNvPr>
          <p:cNvSpPr>
            <a:spLocks xmlns:a="http://schemas.openxmlformats.org/drawingml/2006/main" noGrp="1"/>
          </p:cNvSpPr>
          <p:nvPr/>
        </p:nvSpPr>
        <p:spPr>
          <a:xfrm xmlns:a="http://schemas.openxmlformats.org/drawingml/2006/main">
            <a:off x="4438650" y="308610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제약</a:t>
            </a:r>
          </a:p>
        </p:txBody>
      </p:sp>
      <p:sp>
        <p:nvSpPr>
          <p:cNvPr id="16" name="끝 좌표 제외, 무관한 API·의존성 유지">
            <a:extLst xmlns:a="http://schemas.openxmlformats.org/drawingml/2006/main">
              <a:ext uri="{FF2B5EF4-FFF2-40B4-BE49-F238E27FC236}">
                <a16:creationId xmlns:a16="http://schemas.microsoft.com/office/drawing/2014/main" id="{1B3889D5-94D4-47C1-96D0-EB06E8325D93}"/>
              </a:ext>
            </a:extLst>
          </p:cNvPr>
          <p:cNvSpPr>
            <a:spLocks xmlns:a="http://schemas.openxmlformats.org/drawingml/2006/main" noGrp="1"/>
          </p:cNvSpPr>
          <p:nvPr/>
        </p:nvSpPr>
        <p:spPr>
          <a:xfrm xmlns:a="http://schemas.openxmlformats.org/drawingml/2006/main">
            <a:off x="5962650" y="30861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 무관한 API·의존성 유지</a:t>
            </a:r>
          </a:p>
        </p:txBody>
      </p:sp>
      <p:sp>
        <p:nvSpPr>
          <p:cNvPr id="17" name="">
            <a:extLst xmlns:a="http://schemas.openxmlformats.org/drawingml/2006/main">
              <a:ext uri="{FF2B5EF4-FFF2-40B4-BE49-F238E27FC236}">
                <a16:creationId xmlns:a16="http://schemas.microsoft.com/office/drawing/2014/main" id="{9D1903F9-F4C7-4582-834E-C175E7AC0646}"/>
              </a:ext>
            </a:extLst>
          </p:cNvPr>
          <p:cNvSpPr>
            <a:spLocks xmlns:a="http://schemas.openxmlformats.org/drawingml/2006/main" noGrp="1"/>
          </p:cNvSpPr>
          <p:nvPr/>
        </p:nvSpPr>
        <p:spPr>
          <a:xfrm xmlns:a="http://schemas.openxmlformats.org/drawingml/2006/main">
            <a:off x="4438650" y="35814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과정">
            <a:extLst xmlns:a="http://schemas.openxmlformats.org/drawingml/2006/main">
              <a:ext uri="{FF2B5EF4-FFF2-40B4-BE49-F238E27FC236}">
                <a16:creationId xmlns:a16="http://schemas.microsoft.com/office/drawing/2014/main" id="{D2DDDE52-E467-4F42-A7B5-592F4B4DE1DF}"/>
              </a:ext>
            </a:extLst>
          </p:cNvPr>
          <p:cNvSpPr>
            <a:spLocks xmlns:a="http://schemas.openxmlformats.org/drawingml/2006/main" noGrp="1"/>
          </p:cNvSpPr>
          <p:nvPr/>
        </p:nvSpPr>
        <p:spPr>
          <a:xfrm xmlns:a="http://schemas.openxmlformats.org/drawingml/2006/main">
            <a:off x="4438650" y="364807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과정</a:t>
            </a:r>
          </a:p>
        </p:txBody>
      </p:sp>
      <p:sp>
        <p:nvSpPr>
          <p:cNvPr id="19" name="재현 → 조사 → 계획 → 최소 수정">
            <a:extLst xmlns:a="http://schemas.openxmlformats.org/drawingml/2006/main">
              <a:ext uri="{FF2B5EF4-FFF2-40B4-BE49-F238E27FC236}">
                <a16:creationId xmlns:a16="http://schemas.microsoft.com/office/drawing/2014/main" id="{EA6A64C2-ABDD-41FF-BBD5-46E751F47720}"/>
              </a:ext>
            </a:extLst>
          </p:cNvPr>
          <p:cNvSpPr>
            <a:spLocks xmlns:a="http://schemas.openxmlformats.org/drawingml/2006/main" noGrp="1"/>
          </p:cNvSpPr>
          <p:nvPr/>
        </p:nvSpPr>
        <p:spPr>
          <a:xfrm xmlns:a="http://schemas.openxmlformats.org/drawingml/2006/main">
            <a:off x="5962650" y="36480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재현 → 조사 → 계획 → 최소 수정</a:t>
            </a:r>
          </a:p>
        </p:txBody>
      </p:sp>
      <p:sp>
        <p:nvSpPr>
          <p:cNvPr id="20" name="">
            <a:extLst xmlns:a="http://schemas.openxmlformats.org/drawingml/2006/main">
              <a:ext uri="{FF2B5EF4-FFF2-40B4-BE49-F238E27FC236}">
                <a16:creationId xmlns:a16="http://schemas.microsoft.com/office/drawing/2014/main" id="{17530714-4358-4317-9339-6259F5004EA7}"/>
              </a:ext>
            </a:extLst>
          </p:cNvPr>
          <p:cNvSpPr>
            <a:spLocks xmlns:a="http://schemas.openxmlformats.org/drawingml/2006/main" noGrp="1"/>
          </p:cNvSpPr>
          <p:nvPr/>
        </p:nvSpPr>
        <p:spPr>
          <a:xfrm xmlns:a="http://schemas.openxmlformats.org/drawingml/2006/main">
            <a:off x="4438650" y="41433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검증">
            <a:extLst xmlns:a="http://schemas.openxmlformats.org/drawingml/2006/main">
              <a:ext uri="{FF2B5EF4-FFF2-40B4-BE49-F238E27FC236}">
                <a16:creationId xmlns:a16="http://schemas.microsoft.com/office/drawing/2014/main" id="{49BDB5DD-7EBC-4E89-9356-6BD7FE17CED7}"/>
              </a:ext>
            </a:extLst>
          </p:cNvPr>
          <p:cNvSpPr>
            <a:spLocks xmlns:a="http://schemas.openxmlformats.org/drawingml/2006/main" noGrp="1"/>
          </p:cNvSpPr>
          <p:nvPr/>
        </p:nvSpPr>
        <p:spPr>
          <a:xfrm xmlns:a="http://schemas.openxmlformats.org/drawingml/2006/main">
            <a:off x="4438650" y="421005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검증</a:t>
            </a:r>
          </a:p>
        </p:txBody>
      </p:sp>
      <p:sp>
        <p:nvSpPr>
          <p:cNvPr id="22" name="집중·전체 Test + CLI smoke + diff">
            <a:extLst xmlns:a="http://schemas.openxmlformats.org/drawingml/2006/main">
              <a:ext uri="{FF2B5EF4-FFF2-40B4-BE49-F238E27FC236}">
                <a16:creationId xmlns:a16="http://schemas.microsoft.com/office/drawing/2014/main" id="{F247D9E2-173C-451E-A6D9-34DA128954AC}"/>
              </a:ext>
            </a:extLst>
          </p:cNvPr>
          <p:cNvSpPr>
            <a:spLocks xmlns:a="http://schemas.openxmlformats.org/drawingml/2006/main" noGrp="1"/>
          </p:cNvSpPr>
          <p:nvPr/>
        </p:nvSpPr>
        <p:spPr>
          <a:xfrm xmlns:a="http://schemas.openxmlformats.org/drawingml/2006/main">
            <a:off x="5962650" y="42100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집중·전체 Test + CLI smoke + diff</a:t>
            </a:r>
          </a:p>
        </p:txBody>
      </p:sp>
      <p:sp>
        <p:nvSpPr>
          <p:cNvPr id="23" name="">
            <a:extLst xmlns:a="http://schemas.openxmlformats.org/drawingml/2006/main">
              <a:ext uri="{FF2B5EF4-FFF2-40B4-BE49-F238E27FC236}">
                <a16:creationId xmlns:a16="http://schemas.microsoft.com/office/drawing/2014/main" id="{CDAC6615-3EF1-4855-BDAB-A4C359FCC5DE}"/>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완료 조건 예 · 4열 입력의 crop 1 3 → 원본 열 1·2, 폭 2">
            <a:extLst xmlns:a="http://schemas.openxmlformats.org/drawingml/2006/main">
              <a:ext uri="{FF2B5EF4-FFF2-40B4-BE49-F238E27FC236}">
                <a16:creationId xmlns:a16="http://schemas.microsoft.com/office/drawing/2014/main" id="{224056A4-EC0B-419F-9BC2-17E784F600FB}"/>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5" name="C++에도: 출력·API/ABI 보존 범위와 Release 검증 조건을 먼저 정한다.">
            <a:extLst xmlns:a="http://schemas.openxmlformats.org/drawingml/2006/main">
              <a:ext uri="{FF2B5EF4-FFF2-40B4-BE49-F238E27FC236}">
                <a16:creationId xmlns:a16="http://schemas.microsoft.com/office/drawing/2014/main" id="{2711E9D3-8F76-489A-9B16-CB8BBFF3421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6" name="Legacy module connection">
            <a:extLst xmlns:a="http://schemas.openxmlformats.org/drawingml/2006/main">
              <a:ext uri="{FF2B5EF4-FFF2-40B4-BE49-F238E27FC236}">
                <a16:creationId xmlns:a16="http://schemas.microsoft.com/office/drawing/2014/main" id="{9FCA3C88-A892-4120-9793-533A0A9663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715697526"/>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1 · TRIAL-002 관찰 시작">
            <a:extLst xmlns:a="http://schemas.openxmlformats.org/drawingml/2006/main">
              <a:ext uri="{FF2B5EF4-FFF2-40B4-BE49-F238E27FC236}">
                <a16:creationId xmlns:a16="http://schemas.microsoft.com/office/drawing/2014/main" id="{1AEA8E62-9DE0-475D-8C60-247F9940A9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TRIAL-002 관찰 시작</a:t>
            </a:r>
          </a:p>
        </p:txBody>
      </p:sp>
      <p:sp>
        <p:nvSpPr>
          <p:cNvPr id="2" name="S17">
            <a:extLst xmlns:a="http://schemas.openxmlformats.org/drawingml/2006/main">
              <a:ext uri="{FF2B5EF4-FFF2-40B4-BE49-F238E27FC236}">
                <a16:creationId xmlns:a16="http://schemas.microsoft.com/office/drawing/2014/main" id="{381F047A-7A4A-4345-954C-D6666B7EA1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먼저 무엇을 하는지 보자">
            <a:extLst xmlns:a="http://schemas.openxmlformats.org/drawingml/2006/main">
              <a:ext uri="{FF2B5EF4-FFF2-40B4-BE49-F238E27FC236}">
                <a16:creationId xmlns:a16="http://schemas.microsoft.com/office/drawing/2014/main" id="{38636975-A9FB-465A-8AB3-C36DC82F30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무엇을 하는지 보자</a:t>
            </a:r>
          </a:p>
        </p:txBody>
      </p:sp>
      <p:sp>
        <p:nvSpPr>
          <p:cNvPr id="4" name="">
            <a:extLst xmlns:a="http://schemas.openxmlformats.org/drawingml/2006/main">
              <a:ext uri="{FF2B5EF4-FFF2-40B4-BE49-F238E27FC236}">
                <a16:creationId xmlns:a16="http://schemas.microsoft.com/office/drawing/2014/main" id="{ED124C15-1DCD-43A7-AF05-03F1115B06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찰 기준 · 2026-09-28 · Codex CLI 0.154.0 · macOS">
            <a:extLst xmlns:a="http://schemas.openxmlformats.org/drawingml/2006/main">
              <a:ext uri="{FF2B5EF4-FFF2-40B4-BE49-F238E27FC236}">
                <a16:creationId xmlns:a16="http://schemas.microsoft.com/office/drawing/2014/main" id="{8881531D-5485-48FE-B8CF-FDFF815529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관찰 기준 · 2026-09-28 · Codex CLI 0.154.0 · macOS</a:t>
            </a:r>
          </a:p>
        </p:txBody>
      </p:sp>
      <p:sp>
        <p:nvSpPr>
          <p:cNvPr id="6" name="단일 과거 CLI 기록을 살펴봅니다. 현재 Desktop 실행이나 반복성을 입증하지 않습니다.">
            <a:extLst xmlns:a="http://schemas.openxmlformats.org/drawingml/2006/main">
              <a:ext uri="{FF2B5EF4-FFF2-40B4-BE49-F238E27FC236}">
                <a16:creationId xmlns:a16="http://schemas.microsoft.com/office/drawing/2014/main" id="{45124A7B-59C4-4D87-A5A7-95DAC017B0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단일 과거 CLI 기록을 살펴봅니다. 현재 Desktop 실행이나 반복성을 입증하지 않습니다.</a:t>
            </a:r>
          </a:p>
        </p:txBody>
      </p:sp>
      <p:sp>
        <p:nvSpPr>
          <p:cNvPr id="7" name="">
            <a:extLst xmlns:a="http://schemas.openxmlformats.org/drawingml/2006/main">
              <a:ext uri="{FF2B5EF4-FFF2-40B4-BE49-F238E27FC236}">
                <a16:creationId xmlns:a16="http://schemas.microsoft.com/office/drawing/2014/main" id="{8D6DB3D0-3406-414C-9B41-A7E768BE5424}"/>
              </a:ext>
            </a:extLst>
          </p:cNvPr>
          <p:cNvSpPr>
            <a:spLocks xmlns:a="http://schemas.openxmlformats.org/drawingml/2006/main" noGrp="1"/>
          </p:cNvSpPr>
          <p:nvPr/>
        </p:nvSpPr>
        <p:spPr>
          <a:xfrm xmlns:a="http://schemas.openxmlformats.org/drawingml/2006/main">
            <a:off x="609600" y="1752600"/>
            <a:ext cx="6496050" cy="3943350"/>
          </a:xfrm>
          <a:prstGeom xmlns:a="http://schemas.openxmlformats.org/drawingml/2006/main" prst="roundRect">
            <a:avLst>
              <a:gd name="adj" fmla="val 2899"/>
            </a:avLst>
          </a:prstGeom>
          <a:solidFill xmlns:a="http://schemas.openxmlformats.org/drawingml/2006/main">
            <a:srgbClr val="FFFFFF"/>
          </a:solidFill>
          <a:ln xmlns:a="http://schemas.openxmlformats.org/drawingml/2006/main" w="14288">
            <a:solidFill>
              <a:srgbClr val="C7D0DA"/>
            </a:solidFill>
            <a:prstDash val="solid"/>
          </a:ln>
        </p:spPr>
      </p:sp>
      <p:sp>
        <p:nvSpPr>
          <p:cNvPr id="8" name="입력한 Prompt · 핵심 지시 발췌·번역">
            <a:extLst xmlns:a="http://schemas.openxmlformats.org/drawingml/2006/main">
              <a:ext uri="{FF2B5EF4-FFF2-40B4-BE49-F238E27FC236}">
                <a16:creationId xmlns:a16="http://schemas.microsoft.com/office/drawing/2014/main" id="{491A95C3-AC56-413B-9BE4-03AF3A7D0526}"/>
              </a:ext>
            </a:extLst>
          </p:cNvPr>
          <p:cNvSpPr>
            <a:spLocks xmlns:a="http://schemas.openxmlformats.org/drawingml/2006/main" noGrp="1"/>
          </p:cNvSpPr>
          <p:nvPr/>
        </p:nvSpPr>
        <p:spPr>
          <a:xfrm xmlns:a="http://schemas.openxmlformats.org/drawingml/2006/main">
            <a:off x="800100" y="1857375"/>
            <a:ext cx="6115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입력한 Prompt · 핵심 지시 발췌·번역</a:t>
            </a:r>
          </a:p>
        </p:txBody>
      </p:sp>
      <p:sp>
        <p:nvSpPr>
          <p:cNvPr id="9" name="">
            <a:extLst xmlns:a="http://schemas.openxmlformats.org/drawingml/2006/main">
              <a:ext uri="{FF2B5EF4-FFF2-40B4-BE49-F238E27FC236}">
                <a16:creationId xmlns:a16="http://schemas.microsoft.com/office/drawing/2014/main" id="{C9528F1A-A844-4EDF-ADCC-FA5D6709A12D}"/>
              </a:ext>
            </a:extLst>
          </p:cNvPr>
          <p:cNvSpPr>
            <a:spLocks xmlns:a="http://schemas.openxmlformats.org/drawingml/2006/main" noGrp="1"/>
          </p:cNvSpPr>
          <p:nvPr/>
        </p:nvSpPr>
        <p:spPr>
          <a:xfrm xmlns:a="http://schemas.openxmlformats.org/drawingml/2006/main">
            <a:off x="800100" y="2238375"/>
            <a:ext cx="61150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목표  crop 경계 실패를 조사하고 고친다.">
            <a:extLst xmlns:a="http://schemas.openxmlformats.org/drawingml/2006/main">
              <a:ext uri="{FF2B5EF4-FFF2-40B4-BE49-F238E27FC236}">
                <a16:creationId xmlns:a16="http://schemas.microsoft.com/office/drawing/2014/main" id="{83B2DAEC-5B58-4740-B388-9655ED81C32A}"/>
              </a:ext>
            </a:extLst>
          </p:cNvPr>
          <p:cNvSpPr>
            <a:spLocks xmlns:a="http://schemas.openxmlformats.org/drawingml/2006/main" noGrp="1"/>
          </p:cNvSpPr>
          <p:nvPr/>
        </p:nvSpPr>
        <p:spPr>
          <a:xfrm xmlns:a="http://schemas.openxmlformats.org/drawingml/2006/main">
            <a:off x="800100" y="2333625"/>
            <a:ext cx="6115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  crop 경계 실패를 조사하고 고친다.</a:t>
            </a:r>
          </a:p>
        </p:txBody>
      </p:sp>
      <p:sp>
        <p:nvSpPr>
          <p:cNvPr id="11" name="제약  [x_start, x_end) 보존 · 최소 변경">
            <a:extLst xmlns:a="http://schemas.openxmlformats.org/drawingml/2006/main">
              <a:ext uri="{FF2B5EF4-FFF2-40B4-BE49-F238E27FC236}">
                <a16:creationId xmlns:a16="http://schemas.microsoft.com/office/drawing/2014/main" id="{DA3B1DA6-66C2-49E3-A491-FA4E5A5830A4}"/>
              </a:ext>
            </a:extLst>
          </p:cNvPr>
          <p:cNvSpPr>
            <a:spLocks xmlns:a="http://schemas.openxmlformats.org/drawingml/2006/main" noGrp="1"/>
          </p:cNvSpPr>
          <p:nvPr/>
        </p:nvSpPr>
        <p:spPr>
          <a:xfrm xmlns:a="http://schemas.openxmlformats.org/drawingml/2006/main">
            <a:off x="800100" y="2628900"/>
            <a:ext cx="6115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제약  [x_start, x_end) 보존 · 최소 변경</a:t>
            </a:r>
          </a:p>
        </p:txBody>
      </p:sp>
      <p:sp>
        <p:nvSpPr>
          <p:cNvPr id="12" name="         무관한 API 변경·의존성 추가 없음">
            <a:extLst xmlns:a="http://schemas.openxmlformats.org/drawingml/2006/main">
              <a:ext uri="{FF2B5EF4-FFF2-40B4-BE49-F238E27FC236}">
                <a16:creationId xmlns:a16="http://schemas.microsoft.com/office/drawing/2014/main" id="{BE1A1470-5121-4E19-A083-F786FE4BCDCF}"/>
              </a:ext>
            </a:extLst>
          </p:cNvPr>
          <p:cNvSpPr>
            <a:spLocks xmlns:a="http://schemas.openxmlformats.org/drawingml/2006/main" noGrp="1"/>
          </p:cNvSpPr>
          <p:nvPr/>
        </p:nvSpPr>
        <p:spPr>
          <a:xfrm xmlns:a="http://schemas.openxmlformats.org/drawingml/2006/main">
            <a:off x="800100" y="2895600"/>
            <a:ext cx="6115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         무관한 API 변경·의존성 추가 없음</a:t>
            </a:r>
          </a:p>
        </p:txBody>
      </p:sp>
      <p:sp>
        <p:nvSpPr>
          <p:cNvPr id="13" name="AI Agent 관찰 순서">
            <a:extLst xmlns:a="http://schemas.openxmlformats.org/drawingml/2006/main">
              <a:ext uri="{FF2B5EF4-FFF2-40B4-BE49-F238E27FC236}">
                <a16:creationId xmlns:a16="http://schemas.microsoft.com/office/drawing/2014/main" id="{6DAA67EC-5CEF-4CE8-AF53-C3FF27B01FA9}"/>
              </a:ext>
            </a:extLst>
          </p:cNvPr>
          <p:cNvSpPr>
            <a:spLocks xmlns:a="http://schemas.openxmlformats.org/drawingml/2006/main" noGrp="1"/>
          </p:cNvSpPr>
          <p:nvPr/>
        </p:nvSpPr>
        <p:spPr>
          <a:xfrm xmlns:a="http://schemas.openxmlformats.org/drawingml/2006/main">
            <a:off x="7562850" y="1847850"/>
            <a:ext cx="4019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AI Agent 관찰 순서</a:t>
            </a:r>
          </a:p>
        </p:txBody>
      </p:sp>
      <p:sp>
        <p:nvSpPr>
          <p:cNvPr id="14" name="Prompt의 같은 번호와 대조">
            <a:extLst xmlns:a="http://schemas.openxmlformats.org/drawingml/2006/main">
              <a:ext uri="{FF2B5EF4-FFF2-40B4-BE49-F238E27FC236}">
                <a16:creationId xmlns:a16="http://schemas.microsoft.com/office/drawing/2014/main" id="{23E789FA-590B-4267-AEA6-1D545AB0E596}"/>
              </a:ext>
            </a:extLst>
          </p:cNvPr>
          <p:cNvSpPr>
            <a:spLocks xmlns:a="http://schemas.openxmlformats.org/drawingml/2006/main" noGrp="1"/>
          </p:cNvSpPr>
          <p:nvPr/>
        </p:nvSpPr>
        <p:spPr>
          <a:xfrm xmlns:a="http://schemas.openxmlformats.org/drawingml/2006/main">
            <a:off x="7562850" y="2324100"/>
            <a:ext cx="4019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0B6172"/>
                </a:solidFill>
                <a:latin typeface="Malgun Gothic"/>
                <a:ea typeface="Malgun Gothic"/>
                <a:cs typeface="Malgun Gothic"/>
              </a:defRPr>
            </a:defPPr>
            <a:lvl1pPr algn="l">
              <a:defRPr sz="1875" b="0">
                <a:solidFill>
                  <a:srgbClr val="0B6172"/>
                </a:solidFill>
                <a:latin typeface="Malgun Gothic"/>
                <a:ea typeface="Malgun Gothic"/>
                <a:cs typeface="Malgun Gothic"/>
              </a:defRPr>
            </a:lvl1pPr>
            <a:lvl2pPr algn="l">
              <a:defRPr sz="1875" b="0">
                <a:solidFill>
                  <a:srgbClr val="0B6172"/>
                </a:solidFill>
                <a:latin typeface="Malgun Gothic"/>
                <a:ea typeface="Malgun Gothic"/>
                <a:cs typeface="Malgun Gothic"/>
              </a:defRPr>
            </a:lvl2pPr>
            <a:lvl3pPr algn="l">
              <a:defRPr sz="1875" b="0">
                <a:solidFill>
                  <a:srgbClr val="0B6172"/>
                </a:solidFill>
                <a:latin typeface="Malgun Gothic"/>
                <a:ea typeface="Malgun Gothic"/>
                <a:cs typeface="Malgun Gothic"/>
              </a:defRPr>
            </a:lvl3pPr>
            <a:lvl4pPr algn="l">
              <a:defRPr sz="1875" b="0">
                <a:solidFill>
                  <a:srgbClr val="0B6172"/>
                </a:solidFill>
                <a:latin typeface="Malgun Gothic"/>
                <a:ea typeface="Malgun Gothic"/>
                <a:cs typeface="Malgun Gothic"/>
              </a:defRPr>
            </a:lvl4pPr>
            <a:lvl5pPr algn="l">
              <a:defRPr sz="1875" b="0">
                <a:solidFill>
                  <a:srgbClr val="0B6172"/>
                </a:solidFill>
                <a:latin typeface="Malgun Gothic"/>
                <a:ea typeface="Malgun Gothic"/>
                <a:cs typeface="Malgun Gothic"/>
              </a:defRPr>
            </a:lvl5pPr>
            <a:lvl6pPr algn="l">
              <a:defRPr sz="1875" b="0">
                <a:solidFill>
                  <a:srgbClr val="0B6172"/>
                </a:solidFill>
                <a:latin typeface="Malgun Gothic"/>
                <a:ea typeface="Malgun Gothic"/>
                <a:cs typeface="Malgun Gothic"/>
              </a:defRPr>
            </a:lvl6pPr>
            <a:lvl7pPr algn="l">
              <a:defRPr sz="1875" b="0">
                <a:solidFill>
                  <a:srgbClr val="0B6172"/>
                </a:solidFill>
                <a:latin typeface="Malgun Gothic"/>
                <a:ea typeface="Malgun Gothic"/>
                <a:cs typeface="Malgun Gothic"/>
              </a:defRPr>
            </a:lvl7pPr>
            <a:lvl8pPr algn="l">
              <a:defRPr sz="1875" b="0">
                <a:solidFill>
                  <a:srgbClr val="0B6172"/>
                </a:solidFill>
                <a:latin typeface="Malgun Gothic"/>
                <a:ea typeface="Malgun Gothic"/>
                <a:cs typeface="Malgun Gothic"/>
              </a:defRPr>
            </a:lvl8pPr>
            <a:lvl9pPr algn="l">
              <a:defRPr sz="1875" b="0">
                <a:solidFill>
                  <a:srgbClr val="0B6172"/>
                </a:solidFill>
                <a:latin typeface="Malgun Gothic"/>
                <a:ea typeface="Malgun Gothic"/>
                <a:cs typeface="Malgun Gothic"/>
              </a:defRPr>
            </a:lvl9pPr>
          </a:lstStyle>
          <a:p xmlns:a="http://schemas.openxmlformats.org/drawingml/2006/main">
            <a:pPr algn="l">
              <a:defRPr sz="1875" b="0">
                <a:solidFill>
                  <a:srgbClr val="0B6172"/>
                </a:solidFill>
                <a:latin typeface="Malgun Gothic"/>
                <a:ea typeface="Malgun Gothic"/>
                <a:cs typeface="Malgun Gothic"/>
              </a:defRPr>
            </a:pPr>
            <a:r>
              <a:rPr sz="1875" b="0">
                <a:solidFill>
                  <a:srgbClr val="0B6172"/>
                </a:solidFill>
                <a:latin typeface="Malgun Gothic"/>
                <a:ea typeface="Malgun Gothic"/>
                <a:cs typeface="Malgun Gothic"/>
              </a:rPr>
              <a:t>Prompt의 같은 번호와 대조</a:t>
            </a:r>
          </a:p>
        </p:txBody>
      </p:sp>
      <p:sp>
        <p:nvSpPr>
          <p:cNvPr id="15" name="01">
            <a:extLst xmlns:a="http://schemas.openxmlformats.org/drawingml/2006/main">
              <a:ext uri="{FF2B5EF4-FFF2-40B4-BE49-F238E27FC236}">
                <a16:creationId xmlns:a16="http://schemas.microsoft.com/office/drawing/2014/main" id="{A8B3913A-56E8-49FB-AB39-B74CC0F8B650}"/>
              </a:ext>
            </a:extLst>
          </p:cNvPr>
          <p:cNvSpPr>
            <a:spLocks xmlns:a="http://schemas.openxmlformats.org/drawingml/2006/main" noGrp="1"/>
          </p:cNvSpPr>
          <p:nvPr/>
        </p:nvSpPr>
        <p:spPr>
          <a:xfrm xmlns:a="http://schemas.openxmlformats.org/drawingml/2006/main">
            <a:off x="800100" y="319087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a:t>
            </a:r>
          </a:p>
        </p:txBody>
      </p:sp>
      <p:sp>
        <p:nvSpPr>
          <p:cNvPr id="16" name="먼저 현재 실패를 재현한다.">
            <a:extLst xmlns:a="http://schemas.openxmlformats.org/drawingml/2006/main">
              <a:ext uri="{FF2B5EF4-FFF2-40B4-BE49-F238E27FC236}">
                <a16:creationId xmlns:a16="http://schemas.microsoft.com/office/drawing/2014/main" id="{99EB1CA4-958C-4644-8134-BC113538C331}"/>
              </a:ext>
            </a:extLst>
          </p:cNvPr>
          <p:cNvSpPr>
            <a:spLocks xmlns:a="http://schemas.openxmlformats.org/drawingml/2006/main" noGrp="1"/>
          </p:cNvSpPr>
          <p:nvPr/>
        </p:nvSpPr>
        <p:spPr>
          <a:xfrm xmlns:a="http://schemas.openxmlformats.org/drawingml/2006/main">
            <a:off x="1295400" y="3190875"/>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먼저 현재 실패를 재현한다.</a:t>
            </a:r>
          </a:p>
        </p:txBody>
      </p:sp>
      <p:sp>
        <p:nvSpPr>
          <p:cNvPr id="17" name="01">
            <a:extLst xmlns:a="http://schemas.openxmlformats.org/drawingml/2006/main">
              <a:ext uri="{FF2B5EF4-FFF2-40B4-BE49-F238E27FC236}">
                <a16:creationId xmlns:a16="http://schemas.microsoft.com/office/drawing/2014/main" id="{3547E680-F793-404D-980E-33C14E390E7B}"/>
              </a:ext>
            </a:extLst>
          </p:cNvPr>
          <p:cNvSpPr>
            <a:spLocks xmlns:a="http://schemas.openxmlformats.org/drawingml/2006/main" noGrp="1"/>
          </p:cNvSpPr>
          <p:nvPr/>
        </p:nvSpPr>
        <p:spPr>
          <a:xfrm xmlns:a="http://schemas.openxmlformats.org/drawingml/2006/main">
            <a:off x="7562850" y="317182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01</a:t>
            </a:r>
          </a:p>
        </p:txBody>
      </p:sp>
      <p:sp>
        <p:nvSpPr>
          <p:cNvPr id="18" name="재현">
            <a:extLst xmlns:a="http://schemas.openxmlformats.org/drawingml/2006/main">
              <a:ext uri="{FF2B5EF4-FFF2-40B4-BE49-F238E27FC236}">
                <a16:creationId xmlns:a16="http://schemas.microsoft.com/office/drawing/2014/main" id="{391033AC-11BC-403C-8ED7-F0A2C6FF2E6A}"/>
              </a:ext>
            </a:extLst>
          </p:cNvPr>
          <p:cNvSpPr>
            <a:spLocks xmlns:a="http://schemas.openxmlformats.org/drawingml/2006/main" noGrp="1"/>
          </p:cNvSpPr>
          <p:nvPr/>
        </p:nvSpPr>
        <p:spPr>
          <a:xfrm xmlns:a="http://schemas.openxmlformats.org/drawingml/2006/main">
            <a:off x="8143875" y="316230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재현</a:t>
            </a:r>
          </a:p>
        </p:txBody>
      </p:sp>
      <p:sp>
        <p:nvSpPr>
          <p:cNvPr id="19" name="02">
            <a:extLst xmlns:a="http://schemas.openxmlformats.org/drawingml/2006/main">
              <a:ext uri="{FF2B5EF4-FFF2-40B4-BE49-F238E27FC236}">
                <a16:creationId xmlns:a16="http://schemas.microsoft.com/office/drawing/2014/main" id="{CFB3D438-F303-4E8A-AD88-9CD79A059172}"/>
              </a:ext>
            </a:extLst>
          </p:cNvPr>
          <p:cNvSpPr>
            <a:spLocks xmlns:a="http://schemas.openxmlformats.org/drawingml/2006/main" noGrp="1"/>
          </p:cNvSpPr>
          <p:nvPr/>
        </p:nvSpPr>
        <p:spPr>
          <a:xfrm xmlns:a="http://schemas.openxmlformats.org/drawingml/2006/main">
            <a:off x="800100" y="3676650"/>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a:t>
            </a:r>
          </a:p>
        </p:txBody>
      </p:sp>
      <p:sp>
        <p:nvSpPr>
          <p:cNvPr id="20" name="관련 구현과 호출 경로를 조사한다.">
            <a:extLst xmlns:a="http://schemas.openxmlformats.org/drawingml/2006/main">
              <a:ext uri="{FF2B5EF4-FFF2-40B4-BE49-F238E27FC236}">
                <a16:creationId xmlns:a16="http://schemas.microsoft.com/office/drawing/2014/main" id="{95E0EB43-2F38-4A7A-BEC5-8E32ECDABB1E}"/>
              </a:ext>
            </a:extLst>
          </p:cNvPr>
          <p:cNvSpPr>
            <a:spLocks xmlns:a="http://schemas.openxmlformats.org/drawingml/2006/main" noGrp="1"/>
          </p:cNvSpPr>
          <p:nvPr/>
        </p:nvSpPr>
        <p:spPr>
          <a:xfrm xmlns:a="http://schemas.openxmlformats.org/drawingml/2006/main">
            <a:off x="1295400" y="367665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관련 구현과 호출 경로를 조사한다.</a:t>
            </a:r>
          </a:p>
        </p:txBody>
      </p:sp>
      <p:sp>
        <p:nvSpPr>
          <p:cNvPr id="21" name="02">
            <a:extLst xmlns:a="http://schemas.openxmlformats.org/drawingml/2006/main">
              <a:ext uri="{FF2B5EF4-FFF2-40B4-BE49-F238E27FC236}">
                <a16:creationId xmlns:a16="http://schemas.microsoft.com/office/drawing/2014/main" id="{63CA2D88-9377-432A-8BF3-A9E74ABDA458}"/>
              </a:ext>
            </a:extLst>
          </p:cNvPr>
          <p:cNvSpPr>
            <a:spLocks xmlns:a="http://schemas.openxmlformats.org/drawingml/2006/main" noGrp="1"/>
          </p:cNvSpPr>
          <p:nvPr/>
        </p:nvSpPr>
        <p:spPr>
          <a:xfrm xmlns:a="http://schemas.openxmlformats.org/drawingml/2006/main">
            <a:off x="7562850" y="3657600"/>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02</a:t>
            </a:r>
          </a:p>
        </p:txBody>
      </p:sp>
      <p:sp>
        <p:nvSpPr>
          <p:cNvPr id="22" name="조사">
            <a:extLst xmlns:a="http://schemas.openxmlformats.org/drawingml/2006/main">
              <a:ext uri="{FF2B5EF4-FFF2-40B4-BE49-F238E27FC236}">
                <a16:creationId xmlns:a16="http://schemas.microsoft.com/office/drawing/2014/main" id="{95D61CD2-1909-4C79-9016-D86B8BF080A0}"/>
              </a:ext>
            </a:extLst>
          </p:cNvPr>
          <p:cNvSpPr>
            <a:spLocks xmlns:a="http://schemas.openxmlformats.org/drawingml/2006/main" noGrp="1"/>
          </p:cNvSpPr>
          <p:nvPr/>
        </p:nvSpPr>
        <p:spPr>
          <a:xfrm xmlns:a="http://schemas.openxmlformats.org/drawingml/2006/main">
            <a:off x="8143875" y="3648075"/>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조사</a:t>
            </a:r>
          </a:p>
        </p:txBody>
      </p:sp>
      <p:sp>
        <p:nvSpPr>
          <p:cNvPr id="23" name="03">
            <a:extLst xmlns:a="http://schemas.openxmlformats.org/drawingml/2006/main">
              <a:ext uri="{FF2B5EF4-FFF2-40B4-BE49-F238E27FC236}">
                <a16:creationId xmlns:a16="http://schemas.microsoft.com/office/drawing/2014/main" id="{5D12052D-FD49-47E5-9363-D515AA9A30DE}"/>
              </a:ext>
            </a:extLst>
          </p:cNvPr>
          <p:cNvSpPr>
            <a:spLocks xmlns:a="http://schemas.openxmlformats.org/drawingml/2006/main" noGrp="1"/>
          </p:cNvSpPr>
          <p:nvPr/>
        </p:nvSpPr>
        <p:spPr>
          <a:xfrm xmlns:a="http://schemas.openxmlformats.org/drawingml/2006/main">
            <a:off x="800100" y="416242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a:t>
            </a:r>
          </a:p>
        </p:txBody>
      </p:sp>
      <p:sp>
        <p:nvSpPr>
          <p:cNvPr id="24" name="수정 전, 짧은 변경 계획을 알린다.">
            <a:extLst xmlns:a="http://schemas.openxmlformats.org/drawingml/2006/main">
              <a:ext uri="{FF2B5EF4-FFF2-40B4-BE49-F238E27FC236}">
                <a16:creationId xmlns:a16="http://schemas.microsoft.com/office/drawing/2014/main" id="{9FCB96BB-1B85-4004-A6A6-255FFE25449B}"/>
              </a:ext>
            </a:extLst>
          </p:cNvPr>
          <p:cNvSpPr>
            <a:spLocks xmlns:a="http://schemas.openxmlformats.org/drawingml/2006/main" noGrp="1"/>
          </p:cNvSpPr>
          <p:nvPr/>
        </p:nvSpPr>
        <p:spPr>
          <a:xfrm xmlns:a="http://schemas.openxmlformats.org/drawingml/2006/main">
            <a:off x="1295400" y="4162425"/>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수정 전, 짧은 변경 계획을 알린다.</a:t>
            </a:r>
          </a:p>
        </p:txBody>
      </p:sp>
      <p:sp>
        <p:nvSpPr>
          <p:cNvPr id="25" name="03">
            <a:extLst xmlns:a="http://schemas.openxmlformats.org/drawingml/2006/main">
              <a:ext uri="{FF2B5EF4-FFF2-40B4-BE49-F238E27FC236}">
                <a16:creationId xmlns:a16="http://schemas.microsoft.com/office/drawing/2014/main" id="{19324402-0D71-45C6-BBD7-7C75B90E5A03}"/>
              </a:ext>
            </a:extLst>
          </p:cNvPr>
          <p:cNvSpPr>
            <a:spLocks xmlns:a="http://schemas.openxmlformats.org/drawingml/2006/main" noGrp="1"/>
          </p:cNvSpPr>
          <p:nvPr/>
        </p:nvSpPr>
        <p:spPr>
          <a:xfrm xmlns:a="http://schemas.openxmlformats.org/drawingml/2006/main">
            <a:off x="7562850" y="414337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03</a:t>
            </a:r>
          </a:p>
        </p:txBody>
      </p:sp>
      <p:sp>
        <p:nvSpPr>
          <p:cNvPr id="26" name="계획">
            <a:extLst xmlns:a="http://schemas.openxmlformats.org/drawingml/2006/main">
              <a:ext uri="{FF2B5EF4-FFF2-40B4-BE49-F238E27FC236}">
                <a16:creationId xmlns:a16="http://schemas.microsoft.com/office/drawing/2014/main" id="{13CEE3E7-E076-4197-A60C-472EE61FF207}"/>
              </a:ext>
            </a:extLst>
          </p:cNvPr>
          <p:cNvSpPr>
            <a:spLocks xmlns:a="http://schemas.openxmlformats.org/drawingml/2006/main" noGrp="1"/>
          </p:cNvSpPr>
          <p:nvPr/>
        </p:nvSpPr>
        <p:spPr>
          <a:xfrm xmlns:a="http://schemas.openxmlformats.org/drawingml/2006/main">
            <a:off x="8143875" y="413385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계획</a:t>
            </a:r>
          </a:p>
        </p:txBody>
      </p:sp>
      <p:sp>
        <p:nvSpPr>
          <p:cNvPr id="27" name="04">
            <a:extLst xmlns:a="http://schemas.openxmlformats.org/drawingml/2006/main">
              <a:ext uri="{FF2B5EF4-FFF2-40B4-BE49-F238E27FC236}">
                <a16:creationId xmlns:a16="http://schemas.microsoft.com/office/drawing/2014/main" id="{4C6C68DF-847E-4D09-9EA2-7B41A3CAD68C}"/>
              </a:ext>
            </a:extLst>
          </p:cNvPr>
          <p:cNvSpPr>
            <a:spLocks xmlns:a="http://schemas.openxmlformats.org/drawingml/2006/main" noGrp="1"/>
          </p:cNvSpPr>
          <p:nvPr/>
        </p:nvSpPr>
        <p:spPr>
          <a:xfrm xmlns:a="http://schemas.openxmlformats.org/drawingml/2006/main">
            <a:off x="800100" y="4648200"/>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04</a:t>
            </a:r>
          </a:p>
        </p:txBody>
      </p:sp>
      <p:sp>
        <p:nvSpPr>
          <p:cNvPr id="28" name="필요한 코드만 최소한으로 수정한다.">
            <a:extLst xmlns:a="http://schemas.openxmlformats.org/drawingml/2006/main">
              <a:ext uri="{FF2B5EF4-FFF2-40B4-BE49-F238E27FC236}">
                <a16:creationId xmlns:a16="http://schemas.microsoft.com/office/drawing/2014/main" id="{EBD90627-CC8F-4A7C-AA93-4DC5426627C5}"/>
              </a:ext>
            </a:extLst>
          </p:cNvPr>
          <p:cNvSpPr>
            <a:spLocks xmlns:a="http://schemas.openxmlformats.org/drawingml/2006/main" noGrp="1"/>
          </p:cNvSpPr>
          <p:nvPr/>
        </p:nvSpPr>
        <p:spPr>
          <a:xfrm xmlns:a="http://schemas.openxmlformats.org/drawingml/2006/main">
            <a:off x="1295400" y="464820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필요한 코드만 최소한으로 수정한다.</a:t>
            </a:r>
          </a:p>
        </p:txBody>
      </p:sp>
      <p:sp>
        <p:nvSpPr>
          <p:cNvPr id="29" name="04">
            <a:extLst xmlns:a="http://schemas.openxmlformats.org/drawingml/2006/main">
              <a:ext uri="{FF2B5EF4-FFF2-40B4-BE49-F238E27FC236}">
                <a16:creationId xmlns:a16="http://schemas.microsoft.com/office/drawing/2014/main" id="{50EC2901-B385-4139-BDA9-48821C61357D}"/>
              </a:ext>
            </a:extLst>
          </p:cNvPr>
          <p:cNvSpPr>
            <a:spLocks xmlns:a="http://schemas.openxmlformats.org/drawingml/2006/main" noGrp="1"/>
          </p:cNvSpPr>
          <p:nvPr/>
        </p:nvSpPr>
        <p:spPr>
          <a:xfrm xmlns:a="http://schemas.openxmlformats.org/drawingml/2006/main">
            <a:off x="7562850" y="4629150"/>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04</a:t>
            </a:r>
          </a:p>
        </p:txBody>
      </p:sp>
      <p:sp>
        <p:nvSpPr>
          <p:cNvPr id="30" name="수정">
            <a:extLst xmlns:a="http://schemas.openxmlformats.org/drawingml/2006/main">
              <a:ext uri="{FF2B5EF4-FFF2-40B4-BE49-F238E27FC236}">
                <a16:creationId xmlns:a16="http://schemas.microsoft.com/office/drawing/2014/main" id="{0B9FF8E4-6530-46FA-9EC1-FE9D09CE82A9}"/>
              </a:ext>
            </a:extLst>
          </p:cNvPr>
          <p:cNvSpPr>
            <a:spLocks xmlns:a="http://schemas.openxmlformats.org/drawingml/2006/main" noGrp="1"/>
          </p:cNvSpPr>
          <p:nvPr/>
        </p:nvSpPr>
        <p:spPr>
          <a:xfrm xmlns:a="http://schemas.openxmlformats.org/drawingml/2006/main">
            <a:off x="8143875" y="4619625"/>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수정</a:t>
            </a:r>
          </a:p>
        </p:txBody>
      </p:sp>
      <p:sp>
        <p:nvSpPr>
          <p:cNvPr id="31" name="05">
            <a:extLst xmlns:a="http://schemas.openxmlformats.org/drawingml/2006/main">
              <a:ext uri="{FF2B5EF4-FFF2-40B4-BE49-F238E27FC236}">
                <a16:creationId xmlns:a16="http://schemas.microsoft.com/office/drawing/2014/main" id="{2F580952-A33C-4B91-A9FA-201E6F283EC9}"/>
              </a:ext>
            </a:extLst>
          </p:cNvPr>
          <p:cNvSpPr>
            <a:spLocks xmlns:a="http://schemas.openxmlformats.org/drawingml/2006/main" noGrp="1"/>
          </p:cNvSpPr>
          <p:nvPr/>
        </p:nvSpPr>
        <p:spPr>
          <a:xfrm xmlns:a="http://schemas.openxmlformats.org/drawingml/2006/main">
            <a:off x="800100" y="513397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05</a:t>
            </a:r>
          </a:p>
        </p:txBody>
      </p:sp>
      <p:sp>
        <p:nvSpPr>
          <p:cNvPr id="32" name="집중·전체 Test, 가능하면 CLI smoke.&#10;diff 확인 · 변경 파일과 검증 근거 보고.">
            <a:extLst xmlns:a="http://schemas.openxmlformats.org/drawingml/2006/main">
              <a:ext uri="{FF2B5EF4-FFF2-40B4-BE49-F238E27FC236}">
                <a16:creationId xmlns:a16="http://schemas.microsoft.com/office/drawing/2014/main" id="{DCFA20F9-F035-48B7-9089-541CCD9DE5EA}"/>
              </a:ext>
            </a:extLst>
          </p:cNvPr>
          <p:cNvSpPr>
            <a:spLocks xmlns:a="http://schemas.openxmlformats.org/drawingml/2006/main" noGrp="1"/>
          </p:cNvSpPr>
          <p:nvPr/>
        </p:nvSpPr>
        <p:spPr>
          <a:xfrm xmlns:a="http://schemas.openxmlformats.org/drawingml/2006/main">
            <a:off x="1295400" y="5133975"/>
            <a:ext cx="5619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집중·전체 Test, 가능하면 CLI smoke.</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diff 확인 · 변경 파일과 검증 근거 보고.</a:t>
            </a:r>
          </a:p>
        </p:txBody>
      </p:sp>
      <p:sp>
        <p:nvSpPr>
          <p:cNvPr id="33" name="05">
            <a:extLst xmlns:a="http://schemas.openxmlformats.org/drawingml/2006/main">
              <a:ext uri="{FF2B5EF4-FFF2-40B4-BE49-F238E27FC236}">
                <a16:creationId xmlns:a16="http://schemas.microsoft.com/office/drawing/2014/main" id="{B44A95D8-7A30-4CEA-98EC-2BFDED9ACA17}"/>
              </a:ext>
            </a:extLst>
          </p:cNvPr>
          <p:cNvSpPr>
            <a:spLocks xmlns:a="http://schemas.openxmlformats.org/drawingml/2006/main" noGrp="1"/>
          </p:cNvSpPr>
          <p:nvPr/>
        </p:nvSpPr>
        <p:spPr>
          <a:xfrm xmlns:a="http://schemas.openxmlformats.org/drawingml/2006/main">
            <a:off x="7562850" y="511492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05</a:t>
            </a:r>
          </a:p>
        </p:txBody>
      </p:sp>
      <p:sp>
        <p:nvSpPr>
          <p:cNvPr id="34" name="검증·보고">
            <a:extLst xmlns:a="http://schemas.openxmlformats.org/drawingml/2006/main">
              <a:ext uri="{FF2B5EF4-FFF2-40B4-BE49-F238E27FC236}">
                <a16:creationId xmlns:a16="http://schemas.microsoft.com/office/drawing/2014/main" id="{8035AB46-2F70-4BC1-B20C-7EB5084685E4}"/>
              </a:ext>
            </a:extLst>
          </p:cNvPr>
          <p:cNvSpPr>
            <a:spLocks xmlns:a="http://schemas.openxmlformats.org/drawingml/2006/main" noGrp="1"/>
          </p:cNvSpPr>
          <p:nvPr/>
        </p:nvSpPr>
        <p:spPr>
          <a:xfrm xmlns:a="http://schemas.openxmlformats.org/drawingml/2006/main">
            <a:off x="8143875" y="510540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검증·보고</a:t>
            </a:r>
          </a:p>
        </p:txBody>
      </p:sp>
      <p:sp>
        <p:nvSpPr>
          <p:cNvPr id="35" name="Legacy module connection">
            <a:extLst xmlns:a="http://schemas.openxmlformats.org/drawingml/2006/main">
              <a:ext uri="{FF2B5EF4-FFF2-40B4-BE49-F238E27FC236}">
                <a16:creationId xmlns:a16="http://schemas.microsoft.com/office/drawing/2014/main" id="{E10BD3C5-EB93-4EB9-97E5-5E34DB3150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97287890"/>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04 수정 · 앞서 확인한 명세를 지킨다">
            <a:extLst xmlns:a="http://schemas.openxmlformats.org/drawingml/2006/main">
              <a:ext uri="{FF2B5EF4-FFF2-40B4-BE49-F238E27FC236}">
                <a16:creationId xmlns:a16="http://schemas.microsoft.com/office/drawing/2014/main" id="{7DF343E0-5F39-43A7-B5EC-4C54251664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04 수정 · 앞서 확인한 명세를 지킨다</a:t>
            </a:r>
          </a:p>
        </p:txBody>
      </p:sp>
      <p:sp>
        <p:nvSpPr>
          <p:cNvPr id="2" name="S18">
            <a:extLst xmlns:a="http://schemas.openxmlformats.org/drawingml/2006/main">
              <a:ext uri="{FF2B5EF4-FFF2-40B4-BE49-F238E27FC236}">
                <a16:creationId xmlns:a16="http://schemas.microsoft.com/office/drawing/2014/main" id="{C9093890-C096-4FD1-A858-9762D38249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D623153B-78B0-49DC-9FB4-A00183E10C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D3B2F675-C21F-43C7-B1D5-7B8A249E73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A5400FFD-DA94-459D-B121-BCFD9F2096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C7401649-E500-4722-B26A-CAE1802817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02 조사 · 03 계획에서 확인한 수정 범위">
            <a:extLst xmlns:a="http://schemas.openxmlformats.org/drawingml/2006/main">
              <a:ext uri="{FF2B5EF4-FFF2-40B4-BE49-F238E27FC236}">
                <a16:creationId xmlns:a16="http://schemas.microsoft.com/office/drawing/2014/main" id="{218716E6-B97E-4E8B-9FA9-9A942714E233}"/>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조사 · 03 계획에서 확인한 수정 범위</a:t>
            </a:r>
          </a:p>
        </p:txBody>
      </p:sp>
      <p:sp>
        <p:nvSpPr>
          <p:cNvPr id="8" name="끝 좌표를 제외하는 명세: [x_start, x_end)">
            <a:extLst xmlns:a="http://schemas.openxmlformats.org/drawingml/2006/main">
              <a:ext uri="{FF2B5EF4-FFF2-40B4-BE49-F238E27FC236}">
                <a16:creationId xmlns:a16="http://schemas.microsoft.com/office/drawing/2014/main" id="{F24A6A74-9CF8-475F-9828-74615C31BCC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DA421B36-7798-4801-A9AB-C7B9C78287F4}"/>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804CC5-2D11-4835-97BF-6DCD504A1FBF}"/>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8E4CE439-E653-4342-9723-98FFA4370F69}"/>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261C2E12-1ED1-4DC2-A1EA-D9481DE0455A}"/>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0A27B3D-1196-41B8-AC11-F56684A173FE}"/>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42428A15-3299-4D67-BEEC-D541C39C62B5}"/>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CD63AF6F-6E53-407F-B4BB-C2FE62CF7F02}"/>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DBA4C7FA-52D0-402B-80B1-3C99EBCC54E4}"/>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1BBD5407-4E79-4A6B-8C65-497F3EAD9C10}"/>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05 검증·보고에서 변경 근거를 확인한다.">
            <a:extLst xmlns:a="http://schemas.openxmlformats.org/drawingml/2006/main">
              <a:ext uri="{FF2B5EF4-FFF2-40B4-BE49-F238E27FC236}">
                <a16:creationId xmlns:a16="http://schemas.microsoft.com/office/drawing/2014/main" id="{F9871EB1-BEC8-4981-A06B-39CC90C010F0}"/>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05 검증·보고에서 변경 근거를 확인한다.</a:t>
            </a:r>
          </a:p>
        </p:txBody>
      </p:sp>
      <p:sp>
        <p:nvSpPr>
          <p:cNvPr id="19" name="Legacy module connection">
            <a:extLst xmlns:a="http://schemas.openxmlformats.org/drawingml/2006/main">
              <a:ext uri="{FF2B5EF4-FFF2-40B4-BE49-F238E27FC236}">
                <a16:creationId xmlns:a16="http://schemas.microsoft.com/office/drawing/2014/main" id="{15EDB067-3D1F-4CF3-9458-4F3A7ADFEE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64069844"/>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1 · 수정 뒤 확인한 것">
            <a:extLst xmlns:a="http://schemas.openxmlformats.org/drawingml/2006/main">
              <a:ext uri="{FF2B5EF4-FFF2-40B4-BE49-F238E27FC236}">
                <a16:creationId xmlns:a16="http://schemas.microsoft.com/office/drawing/2014/main" id="{BB6215D9-0CFF-4846-883F-156017CB09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수정 뒤 확인한 것</a:t>
            </a:r>
          </a:p>
        </p:txBody>
      </p:sp>
      <p:sp>
        <p:nvSpPr>
          <p:cNvPr id="2" name="S19">
            <a:extLst xmlns:a="http://schemas.openxmlformats.org/drawingml/2006/main">
              <a:ext uri="{FF2B5EF4-FFF2-40B4-BE49-F238E27FC236}">
                <a16:creationId xmlns:a16="http://schemas.microsoft.com/office/drawing/2014/main" id="{FF1AAF65-282C-49CF-937C-7AB94CE288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0B2C191B-873E-4558-A986-41839164E6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1CD2602B-E69C-4C2E-9508-F696EF77AE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0BDB8EA1-257F-405C-BD92-42A6D38EDC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A7F8A9A6-1B73-48BB-AA24-2D9CF829AB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동작 확인">
            <a:extLst xmlns:a="http://schemas.openxmlformats.org/drawingml/2006/main">
              <a:ext uri="{FF2B5EF4-FFF2-40B4-BE49-F238E27FC236}">
                <a16:creationId xmlns:a16="http://schemas.microsoft.com/office/drawing/2014/main" id="{D5F96836-5630-437D-A0F9-0B26BE725CD9}"/>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동작 확인</a:t>
            </a:r>
          </a:p>
        </p:txBody>
      </p:sp>
      <p:sp>
        <p:nvSpPr>
          <p:cNvPr id="8" name="">
            <a:extLst xmlns:a="http://schemas.openxmlformats.org/drawingml/2006/main">
              <a:ext uri="{FF2B5EF4-FFF2-40B4-BE49-F238E27FC236}">
                <a16:creationId xmlns:a16="http://schemas.microsoft.com/office/drawing/2014/main" id="{E791FFA8-51CB-4804-8415-6564E3477B66}"/>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3 / 3">
            <a:extLst xmlns:a="http://schemas.openxmlformats.org/drawingml/2006/main">
              <a:ext uri="{FF2B5EF4-FFF2-40B4-BE49-F238E27FC236}">
                <a16:creationId xmlns:a16="http://schemas.microsoft.com/office/drawing/2014/main" id="{29E28F00-5466-4E7C-BF3A-42F5FF61F4D3}"/>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0" name="crop 집중 테스트">
            <a:extLst xmlns:a="http://schemas.openxmlformats.org/drawingml/2006/main">
              <a:ext uri="{FF2B5EF4-FFF2-40B4-BE49-F238E27FC236}">
                <a16:creationId xmlns:a16="http://schemas.microsoft.com/office/drawing/2014/main" id="{BAF202B4-52B4-45D7-B2AD-3C9EC7FE83EF}"/>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집중 테스트</a:t>
            </a:r>
          </a:p>
        </p:txBody>
      </p:sp>
      <p:sp>
        <p:nvSpPr>
          <p:cNvPr id="11" name="전체 suite 11 / 11 통과">
            <a:extLst xmlns:a="http://schemas.openxmlformats.org/drawingml/2006/main">
              <a:ext uri="{FF2B5EF4-FFF2-40B4-BE49-F238E27FC236}">
                <a16:creationId xmlns:a16="http://schemas.microsoft.com/office/drawing/2014/main" id="{3CABF343-63B3-42AA-9078-64BA77130CF7}"/>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suite 11 / 11 통과</a:t>
            </a:r>
          </a:p>
        </p:txBody>
      </p:sp>
      <p:sp>
        <p:nvSpPr>
          <p:cNvPr id="12" name="실행 확인">
            <a:extLst xmlns:a="http://schemas.openxmlformats.org/drawingml/2006/main">
              <a:ext uri="{FF2B5EF4-FFF2-40B4-BE49-F238E27FC236}">
                <a16:creationId xmlns:a16="http://schemas.microsoft.com/office/drawing/2014/main" id="{9DF9EB25-8E65-41D6-874E-818CEA49E3B5}"/>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실행 확인</a:t>
            </a:r>
          </a:p>
        </p:txBody>
      </p:sp>
      <p:sp>
        <p:nvSpPr>
          <p:cNvPr id="13" name="">
            <a:extLst xmlns:a="http://schemas.openxmlformats.org/drawingml/2006/main">
              <a:ext uri="{FF2B5EF4-FFF2-40B4-BE49-F238E27FC236}">
                <a16:creationId xmlns:a16="http://schemas.microsoft.com/office/drawing/2014/main" id="{9B857B54-5218-4BA7-AC45-FF74011D8BE1}"/>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PASS">
            <a:extLst xmlns:a="http://schemas.openxmlformats.org/drawingml/2006/main">
              <a:ext uri="{FF2B5EF4-FFF2-40B4-BE49-F238E27FC236}">
                <a16:creationId xmlns:a16="http://schemas.microsoft.com/office/drawing/2014/main" id="{184CB2E8-E78B-485B-A821-B922311C132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5" name="CLI smoke">
            <a:extLst xmlns:a="http://schemas.openxmlformats.org/drawingml/2006/main">
              <a:ext uri="{FF2B5EF4-FFF2-40B4-BE49-F238E27FC236}">
                <a16:creationId xmlns:a16="http://schemas.microsoft.com/office/drawing/2014/main" id="{94F9FA5B-21F1-4356-8C47-5A760AF76763}"/>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smoke</a:t>
            </a:r>
          </a:p>
        </p:txBody>
      </p:sp>
      <p:sp>
        <p:nvSpPr>
          <p:cNvPr id="16" name="기록된 샘플의 실행 경로">
            <a:extLst xmlns:a="http://schemas.openxmlformats.org/drawingml/2006/main">
              <a:ext uri="{FF2B5EF4-FFF2-40B4-BE49-F238E27FC236}">
                <a16:creationId xmlns:a16="http://schemas.microsoft.com/office/drawing/2014/main" id="{5B3E868D-8621-44F9-86F7-D13969541363}"/>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7" name="범위 확인">
            <a:extLst xmlns:a="http://schemas.openxmlformats.org/drawingml/2006/main">
              <a:ext uri="{FF2B5EF4-FFF2-40B4-BE49-F238E27FC236}">
                <a16:creationId xmlns:a16="http://schemas.microsoft.com/office/drawing/2014/main" id="{35D197FB-972F-44C8-B899-2E039EA82FB5}"/>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범위 확인</a:t>
            </a:r>
          </a:p>
        </p:txBody>
      </p:sp>
      <p:sp>
        <p:nvSpPr>
          <p:cNvPr id="18" name="">
            <a:extLst xmlns:a="http://schemas.openxmlformats.org/drawingml/2006/main">
              <a:ext uri="{FF2B5EF4-FFF2-40B4-BE49-F238E27FC236}">
                <a16:creationId xmlns:a16="http://schemas.microsoft.com/office/drawing/2014/main" id="{C98A7728-7A25-4E8F-8C3C-10882F98E64F}"/>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1줄">
            <a:extLst xmlns:a="http://schemas.openxmlformats.org/drawingml/2006/main">
              <a:ext uri="{FF2B5EF4-FFF2-40B4-BE49-F238E27FC236}">
                <a16:creationId xmlns:a16="http://schemas.microsoft.com/office/drawing/2014/main" id="{A90FE817-CFC4-4C07-9924-DF29C5542F49}"/>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0" name="한 파일의 crop 구현">
            <a:extLst xmlns:a="http://schemas.openxmlformats.org/drawingml/2006/main">
              <a:ext uri="{FF2B5EF4-FFF2-40B4-BE49-F238E27FC236}">
                <a16:creationId xmlns:a16="http://schemas.microsoft.com/office/drawing/2014/main" id="{1FF88332-3049-416F-BE5C-3F31226C012D}"/>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1" name="git diff --check 통과">
            <a:extLst xmlns:a="http://schemas.openxmlformats.org/drawingml/2006/main">
              <a:ext uri="{FF2B5EF4-FFF2-40B4-BE49-F238E27FC236}">
                <a16:creationId xmlns:a16="http://schemas.microsoft.com/office/drawing/2014/main" id="{6BFD4BE9-B410-435C-A0C4-2F6916523E3E}"/>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2" name="Legacy module connection">
            <a:extLst xmlns:a="http://schemas.openxmlformats.org/drawingml/2006/main">
              <a:ext uri="{FF2B5EF4-FFF2-40B4-BE49-F238E27FC236}">
                <a16:creationId xmlns:a16="http://schemas.microsoft.com/office/drawing/2014/main" id="{0DEE3E7A-940A-4F4E-9F76-F5E9F354AC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30095297"/>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생성 뒤에 남는 판단">
            <a:extLst xmlns:a="http://schemas.openxmlformats.org/drawingml/2006/main">
              <a:ext uri="{FF2B5EF4-FFF2-40B4-BE49-F238E27FC236}">
                <a16:creationId xmlns:a16="http://schemas.microsoft.com/office/drawing/2014/main" id="{F4D312BE-38DE-4289-8142-511BBFF669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생성 뒤에 남는 판단</a:t>
            </a:r>
          </a:p>
        </p:txBody>
      </p:sp>
      <p:sp>
        <p:nvSpPr>
          <p:cNvPr id="2" name="S20">
            <a:extLst xmlns:a="http://schemas.openxmlformats.org/drawingml/2006/main">
              <a:ext uri="{FF2B5EF4-FFF2-40B4-BE49-F238E27FC236}">
                <a16:creationId xmlns:a16="http://schemas.microsoft.com/office/drawing/2014/main" id="{6EE23342-C6BF-47E1-A613-5C1B7686CE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21DB8F46-9F1C-45DB-AD20-1748377ADE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6B73D421-6170-473E-86FA-308F7F48DF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FE4730F6-79BE-4E61-84EA-CC613CE854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603905A6-A105-4A01-8AD5-B364C4EA41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코드가 나왔다">
            <a:extLst xmlns:a="http://schemas.openxmlformats.org/drawingml/2006/main">
              <a:ext uri="{FF2B5EF4-FFF2-40B4-BE49-F238E27FC236}">
                <a16:creationId xmlns:a16="http://schemas.microsoft.com/office/drawing/2014/main" id="{683586A4-1588-4C79-B8B4-1EECB4FC6505}"/>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코드가 나왔다</a:t>
            </a:r>
          </a:p>
        </p:txBody>
      </p:sp>
      <p:sp>
        <p:nvSpPr>
          <p:cNvPr id="8" name="">
            <a:extLst xmlns:a="http://schemas.openxmlformats.org/drawingml/2006/main">
              <a:ext uri="{FF2B5EF4-FFF2-40B4-BE49-F238E27FC236}">
                <a16:creationId xmlns:a16="http://schemas.microsoft.com/office/drawing/2014/main" id="{A35B8FCB-5018-4162-8F8F-806D33E724D8}"/>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완료라고 말할 수 있나?">
            <a:extLst xmlns:a="http://schemas.openxmlformats.org/drawingml/2006/main">
              <a:ext uri="{FF2B5EF4-FFF2-40B4-BE49-F238E27FC236}">
                <a16:creationId xmlns:a16="http://schemas.microsoft.com/office/drawing/2014/main" id="{B9B300FB-DEBC-4912-BA12-017D3C7454C1}"/>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완료라고 말할 수 있나?</a:t>
            </a:r>
          </a:p>
        </p:txBody>
      </p:sp>
      <p:sp>
        <p:nvSpPr>
          <p:cNvPr id="10" name="">
            <a:extLst xmlns:a="http://schemas.openxmlformats.org/drawingml/2006/main">
              <a:ext uri="{FF2B5EF4-FFF2-40B4-BE49-F238E27FC236}">
                <a16:creationId xmlns:a16="http://schemas.microsoft.com/office/drawing/2014/main" id="{28FD61B3-1C0B-4D1A-BEA5-72571D5B47F4}"/>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변경 이유·범위">
            <a:extLst xmlns:a="http://schemas.openxmlformats.org/drawingml/2006/main">
              <a:ext uri="{FF2B5EF4-FFF2-40B4-BE49-F238E27FC236}">
                <a16:creationId xmlns:a16="http://schemas.microsoft.com/office/drawing/2014/main" id="{BFB81583-A688-4DBC-BD5C-31AD109F66F6}"/>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 이유·범위</a:t>
            </a:r>
          </a:p>
        </p:txBody>
      </p:sp>
      <p:sp>
        <p:nvSpPr>
          <p:cNvPr id="12" name="끝 좌표 계약에 맞춰 crop 구현 1줄 수정">
            <a:extLst xmlns:a="http://schemas.openxmlformats.org/drawingml/2006/main">
              <a:ext uri="{FF2B5EF4-FFF2-40B4-BE49-F238E27FC236}">
                <a16:creationId xmlns:a16="http://schemas.microsoft.com/office/drawing/2014/main" id="{33306F9B-CE79-43AB-BE2E-240D852FBFDC}"/>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계약에 맞춰 crop 구현 1줄 수정</a:t>
            </a:r>
          </a:p>
        </p:txBody>
      </p:sp>
      <p:sp>
        <p:nvSpPr>
          <p:cNvPr id="13" name="">
            <a:extLst xmlns:a="http://schemas.openxmlformats.org/drawingml/2006/main">
              <a:ext uri="{FF2B5EF4-FFF2-40B4-BE49-F238E27FC236}">
                <a16:creationId xmlns:a16="http://schemas.microsoft.com/office/drawing/2014/main" id="{71F8E4F2-4B7F-4710-B8A8-3AE8F800BC6B}"/>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검증 근거·결과">
            <a:extLst xmlns:a="http://schemas.openxmlformats.org/drawingml/2006/main">
              <a:ext uri="{FF2B5EF4-FFF2-40B4-BE49-F238E27FC236}">
                <a16:creationId xmlns:a16="http://schemas.microsoft.com/office/drawing/2014/main" id="{2C745644-57EE-437E-B472-56293C24FA65}"/>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근거·결과</a:t>
            </a:r>
          </a:p>
        </p:txBody>
      </p:sp>
      <p:sp>
        <p:nvSpPr>
          <p:cNvPr id="15" name="집중 3/3 · 전체 11/11 · CLI smoke · diff">
            <a:extLst xmlns:a="http://schemas.openxmlformats.org/drawingml/2006/main">
              <a:ext uri="{FF2B5EF4-FFF2-40B4-BE49-F238E27FC236}">
                <a16:creationId xmlns:a16="http://schemas.microsoft.com/office/drawing/2014/main" id="{0ECAB475-AE31-4595-B33A-7A6B4C8FF371}"/>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집중 3/3 · 전체 11/11 · CLI smoke · diff</a:t>
            </a:r>
          </a:p>
        </p:txBody>
      </p:sp>
      <p:sp>
        <p:nvSpPr>
          <p:cNvPr id="16" name="">
            <a:extLst xmlns:a="http://schemas.openxmlformats.org/drawingml/2006/main">
              <a:ext uri="{FF2B5EF4-FFF2-40B4-BE49-F238E27FC236}">
                <a16:creationId xmlns:a16="http://schemas.microsoft.com/office/drawing/2014/main" id="{E4C68ED5-7C54-4321-B296-8EA817546A1D}"/>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미확인 사항">
            <a:extLst xmlns:a="http://schemas.openxmlformats.org/drawingml/2006/main">
              <a:ext uri="{FF2B5EF4-FFF2-40B4-BE49-F238E27FC236}">
                <a16:creationId xmlns:a16="http://schemas.microsoft.com/office/drawing/2014/main" id="{84EF6D3F-EDF5-4AC8-8E5A-AAFC284F3FC7}"/>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미확인 사항</a:t>
            </a:r>
          </a:p>
        </p:txBody>
      </p:sp>
      <p:sp>
        <p:nvSpPr>
          <p:cNvPr id="18" name="성능 미측정 · 현재 Desktop 동작 미검증">
            <a:extLst xmlns:a="http://schemas.openxmlformats.org/drawingml/2006/main">
              <a:ext uri="{FF2B5EF4-FFF2-40B4-BE49-F238E27FC236}">
                <a16:creationId xmlns:a16="http://schemas.microsoft.com/office/drawing/2014/main" id="{DFCD1F23-4E59-432D-AF74-789ECE1C74C0}"/>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88B4FE3D-3927-48DF-A590-D54121E78D94}"/>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사람의 수용 판단">
            <a:extLst xmlns:a="http://schemas.openxmlformats.org/drawingml/2006/main">
              <a:ext uri="{FF2B5EF4-FFF2-40B4-BE49-F238E27FC236}">
                <a16:creationId xmlns:a16="http://schemas.microsoft.com/office/drawing/2014/main" id="{1343F28B-CEAE-416F-AC88-7903A94CFB07}"/>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사람의 수용 판단</a:t>
            </a:r>
          </a:p>
        </p:txBody>
      </p:sp>
      <p:sp>
        <p:nvSpPr>
          <p:cNvPr id="21" name="근거와 남은 위험을 보고 완료 여부 결정">
            <a:extLst xmlns:a="http://schemas.openxmlformats.org/drawingml/2006/main">
              <a:ext uri="{FF2B5EF4-FFF2-40B4-BE49-F238E27FC236}">
                <a16:creationId xmlns:a16="http://schemas.microsoft.com/office/drawing/2014/main" id="{EFF74BE8-DD17-4CF6-82F5-7AE1BF59EBBC}"/>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완료 여부 결정</a:t>
            </a:r>
          </a:p>
        </p:txBody>
      </p:sp>
      <p:sp>
        <p:nvSpPr>
          <p:cNvPr id="22" name="“더 빨라졌다”고 말하려면 → 해당 조건의 성능 측정도 필요">
            <a:extLst xmlns:a="http://schemas.openxmlformats.org/drawingml/2006/main">
              <a:ext uri="{FF2B5EF4-FFF2-40B4-BE49-F238E27FC236}">
                <a16:creationId xmlns:a16="http://schemas.microsoft.com/office/drawing/2014/main" id="{CA390431-9BDE-4C00-982C-AC5CD87B4800}"/>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“더 빨라졌다”고 말하려면 → 해당 조건의 성능 측정도 필요</a:t>
            </a:r>
          </a:p>
        </p:txBody>
      </p:sp>
      <p:sp>
        <p:nvSpPr>
          <p:cNvPr id="23" name="Legacy module connection">
            <a:extLst xmlns:a="http://schemas.openxmlformats.org/drawingml/2006/main">
              <a:ext uri="{FF2B5EF4-FFF2-40B4-BE49-F238E27FC236}">
                <a16:creationId xmlns:a16="http://schemas.microsoft.com/office/drawing/2014/main" id="{E2369680-A83F-43D7-911C-2FE2287FF0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514327503"/>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근거에 맞춰 말하기">
            <a:extLst xmlns:a="http://schemas.openxmlformats.org/drawingml/2006/main">
              <a:ext uri="{FF2B5EF4-FFF2-40B4-BE49-F238E27FC236}">
                <a16:creationId xmlns:a16="http://schemas.microsoft.com/office/drawing/2014/main" id="{AA075D36-833D-400A-8942-04E62D14B4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근거에 맞춰 말하기</a:t>
            </a:r>
          </a:p>
        </p:txBody>
      </p:sp>
      <p:sp>
        <p:nvSpPr>
          <p:cNvPr id="2" name="S21">
            <a:extLst xmlns:a="http://schemas.openxmlformats.org/drawingml/2006/main">
              <a:ext uri="{FF2B5EF4-FFF2-40B4-BE49-F238E27FC236}">
                <a16:creationId xmlns:a16="http://schemas.microsoft.com/office/drawing/2014/main" id="{9EE4A779-E0D5-4C15-BBBE-E32F2F611F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32565B2F-4D33-4579-BA23-22500176A9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C197C4B6-518E-4B53-AC15-6DCD041D49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실제 확인: 집중·전체 테스트 / CLI smoke / diff · 검사 비교는 교육용 재">
            <a:extLst xmlns:a="http://schemas.openxmlformats.org/drawingml/2006/main">
              <a:ext uri="{FF2B5EF4-FFF2-40B4-BE49-F238E27FC236}">
                <a16:creationId xmlns:a16="http://schemas.microsoft.com/office/drawing/2014/main" id="{A066BB7F-4AEB-427F-9C25-67581E7283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실제 확인: 집중·전체 테스트 / CLI smoke / diff · 검사 비교는 교육용 재구성</a:t>
            </a:r>
          </a:p>
        </p:txBody>
      </p:sp>
      <p:sp>
        <p:nvSpPr>
          <p:cNvPr id="6" name="Benchmark는 이 Trial에서 미실행. 검사 비교는 새 테스트 실행이나 PASS 결과가 아닙니다.">
            <a:extLst xmlns:a="http://schemas.openxmlformats.org/drawingml/2006/main">
              <a:ext uri="{FF2B5EF4-FFF2-40B4-BE49-F238E27FC236}">
                <a16:creationId xmlns:a16="http://schemas.microsoft.com/office/drawing/2014/main" id="{ABC70165-74AC-4F9F-8420-4C897CFF12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Benchmark는 이 Trial에서 미실행. 검사 비교는 새 테스트 실행이나 PASS 결과가 아닙니다.</a:t>
            </a:r>
          </a:p>
        </p:txBody>
      </p:sp>
      <p:sp>
        <p:nvSpPr>
          <p:cNvPr id="7" name="확인 방법">
            <a:extLst xmlns:a="http://schemas.openxmlformats.org/drawingml/2006/main">
              <a:ext uri="{FF2B5EF4-FFF2-40B4-BE49-F238E27FC236}">
                <a16:creationId xmlns:a16="http://schemas.microsoft.com/office/drawing/2014/main" id="{79E1B832-8E4B-44FB-B510-98D9292F3936}"/>
              </a:ext>
            </a:extLst>
          </p:cNvPr>
          <p:cNvSpPr>
            <a:spLocks xmlns:a="http://schemas.openxmlformats.org/drawingml/2006/main" noGrp="1"/>
          </p:cNvSpPr>
          <p:nvPr/>
        </p:nvSpPr>
        <p:spPr>
          <a:xfrm xmlns:a="http://schemas.openxmlformats.org/drawingml/2006/main">
            <a:off x="609600" y="1876425"/>
            <a:ext cx="3619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확인 방법</a:t>
            </a:r>
          </a:p>
        </p:txBody>
      </p:sp>
      <p:sp>
        <p:nvSpPr>
          <p:cNvPr id="8" name="말할 수 있는 범위">
            <a:extLst xmlns:a="http://schemas.openxmlformats.org/drawingml/2006/main">
              <a:ext uri="{FF2B5EF4-FFF2-40B4-BE49-F238E27FC236}">
                <a16:creationId xmlns:a16="http://schemas.microsoft.com/office/drawing/2014/main" id="{B393DDBF-E5F2-4946-BB0F-83631DB5D6C7}"/>
              </a:ext>
            </a:extLst>
          </p:cNvPr>
          <p:cNvSpPr>
            <a:spLocks xmlns:a="http://schemas.openxmlformats.org/drawingml/2006/main" noGrp="1"/>
          </p:cNvSpPr>
          <p:nvPr/>
        </p:nvSpPr>
        <p:spPr>
          <a:xfrm xmlns:a="http://schemas.openxmlformats.org/drawingml/2006/main">
            <a:off x="4381500" y="1876425"/>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B962C211-2E4F-4486-BD63-FB54448445C5}"/>
              </a:ext>
            </a:extLst>
          </p:cNvPr>
          <p:cNvSpPr>
            <a:spLocks xmlns:a="http://schemas.openxmlformats.org/drawingml/2006/main" noGrp="1"/>
          </p:cNvSpPr>
          <p:nvPr/>
        </p:nvSpPr>
        <p:spPr>
          <a:xfrm xmlns:a="http://schemas.openxmlformats.org/drawingml/2006/main">
            <a:off x="609600" y="2305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집중 테스트">
            <a:extLst xmlns:a="http://schemas.openxmlformats.org/drawingml/2006/main">
              <a:ext uri="{FF2B5EF4-FFF2-40B4-BE49-F238E27FC236}">
                <a16:creationId xmlns:a16="http://schemas.microsoft.com/office/drawing/2014/main" id="{DBCEB611-CDD4-4695-BBC1-51316D538541}"/>
              </a:ext>
            </a:extLst>
          </p:cNvPr>
          <p:cNvSpPr>
            <a:spLocks xmlns:a="http://schemas.openxmlformats.org/drawingml/2006/main" noGrp="1"/>
          </p:cNvSpPr>
          <p:nvPr/>
        </p:nvSpPr>
        <p:spPr>
          <a:xfrm xmlns:a="http://schemas.openxmlformats.org/drawingml/2006/main">
            <a:off x="609600" y="23431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집중 테스트</a:t>
            </a:r>
          </a:p>
        </p:txBody>
      </p:sp>
      <p:sp>
        <p:nvSpPr>
          <p:cNvPr id="11" name="바뀐 동작의 해당 테스트 조건">
            <a:extLst xmlns:a="http://schemas.openxmlformats.org/drawingml/2006/main">
              <a:ext uri="{FF2B5EF4-FFF2-40B4-BE49-F238E27FC236}">
                <a16:creationId xmlns:a16="http://schemas.microsoft.com/office/drawing/2014/main" id="{DA417157-8950-4AA1-BBC8-D320A0C2AF34}"/>
              </a:ext>
            </a:extLst>
          </p:cNvPr>
          <p:cNvSpPr>
            <a:spLocks xmlns:a="http://schemas.openxmlformats.org/drawingml/2006/main" noGrp="1"/>
          </p:cNvSpPr>
          <p:nvPr/>
        </p:nvSpPr>
        <p:spPr>
          <a:xfrm xmlns:a="http://schemas.openxmlformats.org/drawingml/2006/main">
            <a:off x="4381500" y="23431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바뀐 동작의 해당 테스트 조건</a:t>
            </a:r>
          </a:p>
        </p:txBody>
      </p:sp>
      <p:sp>
        <p:nvSpPr>
          <p:cNvPr id="12" name="">
            <a:extLst xmlns:a="http://schemas.openxmlformats.org/drawingml/2006/main">
              <a:ext uri="{FF2B5EF4-FFF2-40B4-BE49-F238E27FC236}">
                <a16:creationId xmlns:a16="http://schemas.microsoft.com/office/drawing/2014/main" id="{B0D05C4F-C95D-4CEE-A52F-B6C6C64714E8}"/>
              </a:ext>
            </a:extLst>
          </p:cNvPr>
          <p:cNvSpPr>
            <a:spLocks xmlns:a="http://schemas.openxmlformats.org/drawingml/2006/main" noGrp="1"/>
          </p:cNvSpPr>
          <p:nvPr/>
        </p:nvSpPr>
        <p:spPr>
          <a:xfrm xmlns:a="http://schemas.openxmlformats.org/drawingml/2006/main">
            <a:off x="609600" y="2743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FA19C39B-980E-4377-A4E3-03E957C9E500}"/>
              </a:ext>
            </a:extLst>
          </p:cNvPr>
          <p:cNvSpPr>
            <a:spLocks xmlns:a="http://schemas.openxmlformats.org/drawingml/2006/main" noGrp="1"/>
          </p:cNvSpPr>
          <p:nvPr/>
        </p:nvSpPr>
        <p:spPr>
          <a:xfrm xmlns:a="http://schemas.openxmlformats.org/drawingml/2006/main">
            <a:off x="609600" y="278130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전체 테스트</a:t>
            </a:r>
          </a:p>
        </p:txBody>
      </p:sp>
      <p:sp>
        <p:nvSpPr>
          <p:cNvPr id="14" name="현재 suite에 담긴 회귀 범위">
            <a:extLst xmlns:a="http://schemas.openxmlformats.org/drawingml/2006/main">
              <a:ext uri="{FF2B5EF4-FFF2-40B4-BE49-F238E27FC236}">
                <a16:creationId xmlns:a16="http://schemas.microsoft.com/office/drawing/2014/main" id="{3D1E2EC4-DD5C-47E0-AA6A-BD8C2B62B2CA}"/>
              </a:ext>
            </a:extLst>
          </p:cNvPr>
          <p:cNvSpPr>
            <a:spLocks xmlns:a="http://schemas.openxmlformats.org/drawingml/2006/main" noGrp="1"/>
          </p:cNvSpPr>
          <p:nvPr/>
        </p:nvSpPr>
        <p:spPr>
          <a:xfrm xmlns:a="http://schemas.openxmlformats.org/drawingml/2006/main">
            <a:off x="4381500" y="278130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suite에 담긴 회귀 범위</a:t>
            </a:r>
          </a:p>
        </p:txBody>
      </p:sp>
      <p:sp>
        <p:nvSpPr>
          <p:cNvPr id="15" name="">
            <a:extLst xmlns:a="http://schemas.openxmlformats.org/drawingml/2006/main">
              <a:ext uri="{FF2B5EF4-FFF2-40B4-BE49-F238E27FC236}">
                <a16:creationId xmlns:a16="http://schemas.microsoft.com/office/drawing/2014/main" id="{B39772F4-60D2-4A23-87F1-5067227C8F26}"/>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smoke">
            <a:extLst xmlns:a="http://schemas.openxmlformats.org/drawingml/2006/main">
              <a:ext uri="{FF2B5EF4-FFF2-40B4-BE49-F238E27FC236}">
                <a16:creationId xmlns:a16="http://schemas.microsoft.com/office/drawing/2014/main" id="{AE8FCD3C-2FD2-469D-9288-A6CD0029E2B2}"/>
              </a:ext>
            </a:extLst>
          </p:cNvPr>
          <p:cNvSpPr>
            <a:spLocks xmlns:a="http://schemas.openxmlformats.org/drawingml/2006/main" noGrp="1"/>
          </p:cNvSpPr>
          <p:nvPr/>
        </p:nvSpPr>
        <p:spPr>
          <a:xfrm xmlns:a="http://schemas.openxmlformats.org/drawingml/2006/main">
            <a:off x="609600" y="32194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CLI smoke</a:t>
            </a:r>
          </a:p>
        </p:txBody>
      </p:sp>
      <p:sp>
        <p:nvSpPr>
          <p:cNvPr id="17" name="샘플 입력의 통합 실행 경로">
            <a:extLst xmlns:a="http://schemas.openxmlformats.org/drawingml/2006/main">
              <a:ext uri="{FF2B5EF4-FFF2-40B4-BE49-F238E27FC236}">
                <a16:creationId xmlns:a16="http://schemas.microsoft.com/office/drawing/2014/main" id="{A18FC7BB-4862-40E0-8546-E5593761D0F0}"/>
              </a:ext>
            </a:extLst>
          </p:cNvPr>
          <p:cNvSpPr>
            <a:spLocks xmlns:a="http://schemas.openxmlformats.org/drawingml/2006/main" noGrp="1"/>
          </p:cNvSpPr>
          <p:nvPr/>
        </p:nvSpPr>
        <p:spPr>
          <a:xfrm xmlns:a="http://schemas.openxmlformats.org/drawingml/2006/main">
            <a:off x="4381500" y="32194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입력의 통합 실행 경로</a:t>
            </a:r>
          </a:p>
        </p:txBody>
      </p:sp>
      <p:sp>
        <p:nvSpPr>
          <p:cNvPr id="18" name="">
            <a:extLst xmlns:a="http://schemas.openxmlformats.org/drawingml/2006/main">
              <a:ext uri="{FF2B5EF4-FFF2-40B4-BE49-F238E27FC236}">
                <a16:creationId xmlns:a16="http://schemas.microsoft.com/office/drawing/2014/main" id="{9046CEEF-BCA0-4746-BD27-D4ED8A0EFBDF}"/>
              </a:ext>
            </a:extLst>
          </p:cNvPr>
          <p:cNvSpPr>
            <a:spLocks xmlns:a="http://schemas.openxmlformats.org/drawingml/2006/main" noGrp="1"/>
          </p:cNvSpPr>
          <p:nvPr/>
        </p:nvSpPr>
        <p:spPr>
          <a:xfrm xmlns:a="http://schemas.openxmlformats.org/drawingml/2006/main">
            <a:off x="609600" y="3619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diff 검토">
            <a:extLst xmlns:a="http://schemas.openxmlformats.org/drawingml/2006/main">
              <a:ext uri="{FF2B5EF4-FFF2-40B4-BE49-F238E27FC236}">
                <a16:creationId xmlns:a16="http://schemas.microsoft.com/office/drawing/2014/main" id="{7F6DC26D-6357-4A2B-8D8D-EB873B2A9760}"/>
              </a:ext>
            </a:extLst>
          </p:cNvPr>
          <p:cNvSpPr>
            <a:spLocks xmlns:a="http://schemas.openxmlformats.org/drawingml/2006/main" noGrp="1"/>
          </p:cNvSpPr>
          <p:nvPr/>
        </p:nvSpPr>
        <p:spPr>
          <a:xfrm xmlns:a="http://schemas.openxmlformats.org/drawingml/2006/main">
            <a:off x="609600" y="365760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diff 검토</a:t>
            </a:r>
          </a:p>
        </p:txBody>
      </p:sp>
      <p:sp>
        <p:nvSpPr>
          <p:cNvPr id="20" name="변경 범위와 의도하지 않은 수정">
            <a:extLst xmlns:a="http://schemas.openxmlformats.org/drawingml/2006/main">
              <a:ext uri="{FF2B5EF4-FFF2-40B4-BE49-F238E27FC236}">
                <a16:creationId xmlns:a16="http://schemas.microsoft.com/office/drawing/2014/main" id="{5F9C0AD2-0952-4675-AEC4-5BA31D3B0FF8}"/>
              </a:ext>
            </a:extLst>
          </p:cNvPr>
          <p:cNvSpPr>
            <a:spLocks xmlns:a="http://schemas.openxmlformats.org/drawingml/2006/main" noGrp="1"/>
          </p:cNvSpPr>
          <p:nvPr/>
        </p:nvSpPr>
        <p:spPr>
          <a:xfrm xmlns:a="http://schemas.openxmlformats.org/drawingml/2006/main">
            <a:off x="4381500" y="365760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범위와 의도하지 않은 수정</a:t>
            </a:r>
          </a:p>
        </p:txBody>
      </p:sp>
      <p:sp>
        <p:nvSpPr>
          <p:cNvPr id="21" name="">
            <a:extLst xmlns:a="http://schemas.openxmlformats.org/drawingml/2006/main">
              <a:ext uri="{FF2B5EF4-FFF2-40B4-BE49-F238E27FC236}">
                <a16:creationId xmlns:a16="http://schemas.microsoft.com/office/drawing/2014/main" id="{C4703149-DE58-4AAD-B88B-8715D084C0AF}"/>
              </a:ext>
            </a:extLst>
          </p:cNvPr>
          <p:cNvSpPr>
            <a:spLocks xmlns:a="http://schemas.openxmlformats.org/drawingml/2006/main" noGrp="1"/>
          </p:cNvSpPr>
          <p:nvPr/>
        </p:nvSpPr>
        <p:spPr>
          <a:xfrm xmlns:a="http://schemas.openxmlformats.org/drawingml/2006/main">
            <a:off x="609600" y="4057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4AA82955-65A0-430E-AB1E-615F8BDBECD1}"/>
              </a:ext>
            </a:extLst>
          </p:cNvPr>
          <p:cNvSpPr>
            <a:spLocks xmlns:a="http://schemas.openxmlformats.org/drawingml/2006/main" noGrp="1"/>
          </p:cNvSpPr>
          <p:nvPr/>
        </p:nvSpPr>
        <p:spPr>
          <a:xfrm xmlns:a="http://schemas.openxmlformats.org/drawingml/2006/main">
            <a:off x="609600" y="40957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성능 측정</a:t>
            </a:r>
          </a:p>
        </p:txBody>
      </p:sp>
      <p:sp>
        <p:nvSpPr>
          <p:cNvPr id="23" name="측정한 입력·환경에서의 성능">
            <a:extLst xmlns:a="http://schemas.openxmlformats.org/drawingml/2006/main">
              <a:ext uri="{FF2B5EF4-FFF2-40B4-BE49-F238E27FC236}">
                <a16:creationId xmlns:a16="http://schemas.microsoft.com/office/drawing/2014/main" id="{CAEA0C04-BCA0-4160-889C-C17DF2EBED8D}"/>
              </a:ext>
            </a:extLst>
          </p:cNvPr>
          <p:cNvSpPr>
            <a:spLocks xmlns:a="http://schemas.openxmlformats.org/drawingml/2006/main" noGrp="1"/>
          </p:cNvSpPr>
          <p:nvPr/>
        </p:nvSpPr>
        <p:spPr>
          <a:xfrm xmlns:a="http://schemas.openxmlformats.org/drawingml/2006/main">
            <a:off x="4381500" y="40957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측정한 입력·환경에서의 성능</a:t>
            </a:r>
          </a:p>
        </p:txBody>
      </p:sp>
      <p:sp>
        <p:nvSpPr>
          <p:cNvPr id="24" name="4열 입력 · crop 1 3의 끝 좌표 계약을 확인한다면">
            <a:extLst xmlns:a="http://schemas.openxmlformats.org/drawingml/2006/main">
              <a:ext uri="{FF2B5EF4-FFF2-40B4-BE49-F238E27FC236}">
                <a16:creationId xmlns:a16="http://schemas.microsoft.com/office/drawing/2014/main" id="{07E54284-F405-4B77-ADBE-AE879FDF5E3C}"/>
              </a:ext>
            </a:extLst>
          </p:cNvPr>
          <p:cNvSpPr>
            <a:spLocks xmlns:a="http://schemas.openxmlformats.org/drawingml/2006/main" noGrp="1"/>
          </p:cNvSpPr>
          <p:nvPr/>
        </p:nvSpPr>
        <p:spPr>
          <a:xfrm xmlns:a="http://schemas.openxmlformats.org/drawingml/2006/main">
            <a:off x="609600" y="4629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4열 입력 · crop 1 3의 끝 좌표 계약을 확인한다면</a:t>
            </a:r>
          </a:p>
        </p:txBody>
      </p:sp>
      <p:sp>
        <p:nvSpPr>
          <p:cNvPr id="25" name="비어 있지 않음">
            <a:extLst xmlns:a="http://schemas.openxmlformats.org/drawingml/2006/main">
              <a:ext uri="{FF2B5EF4-FFF2-40B4-BE49-F238E27FC236}">
                <a16:creationId xmlns:a16="http://schemas.microsoft.com/office/drawing/2014/main" id="{D3EA6E15-3132-4DC4-84F5-FC4D13B18AB9}"/>
              </a:ext>
            </a:extLst>
          </p:cNvPr>
          <p:cNvSpPr>
            <a:spLocks xmlns:a="http://schemas.openxmlformats.org/drawingml/2006/main" noGrp="1"/>
          </p:cNvSpPr>
          <p:nvPr/>
        </p:nvSpPr>
        <p:spPr>
          <a:xfrm xmlns:a="http://schemas.openxmlformats.org/drawingml/2006/main">
            <a:off x="609600" y="50101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비어 있지 않음</a:t>
            </a:r>
          </a:p>
        </p:txBody>
      </p:sp>
      <p:sp>
        <p:nvSpPr>
          <p:cNvPr id="26" name="잘못된 3열 결과도 만족할 수 있음">
            <a:extLst xmlns:a="http://schemas.openxmlformats.org/drawingml/2006/main">
              <a:ext uri="{FF2B5EF4-FFF2-40B4-BE49-F238E27FC236}">
                <a16:creationId xmlns:a16="http://schemas.microsoft.com/office/drawing/2014/main" id="{297C01DA-7DAF-4B92-B366-12D0D306E76F}"/>
              </a:ext>
            </a:extLst>
          </p:cNvPr>
          <p:cNvSpPr>
            <a:spLocks xmlns:a="http://schemas.openxmlformats.org/drawingml/2006/main" noGrp="1"/>
          </p:cNvSpPr>
          <p:nvPr/>
        </p:nvSpPr>
        <p:spPr>
          <a:xfrm xmlns:a="http://schemas.openxmlformats.org/drawingml/2006/main">
            <a:off x="609600" y="53530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잘못된 3열 결과도 만족할 수 있음</a:t>
            </a:r>
          </a:p>
        </p:txBody>
      </p:sp>
      <p:sp>
        <p:nvSpPr>
          <p:cNvPr id="27" name="원본 열 1·2, 폭 2">
            <a:extLst xmlns:a="http://schemas.openxmlformats.org/drawingml/2006/main">
              <a:ext uri="{FF2B5EF4-FFF2-40B4-BE49-F238E27FC236}">
                <a16:creationId xmlns:a16="http://schemas.microsoft.com/office/drawing/2014/main" id="{E8832B39-9EB4-4317-8F98-317CDAECE1C6}"/>
              </a:ext>
            </a:extLst>
          </p:cNvPr>
          <p:cNvSpPr>
            <a:spLocks xmlns:a="http://schemas.openxmlformats.org/drawingml/2006/main" noGrp="1"/>
          </p:cNvSpPr>
          <p:nvPr/>
        </p:nvSpPr>
        <p:spPr>
          <a:xfrm xmlns:a="http://schemas.openxmlformats.org/drawingml/2006/main">
            <a:off x="6705600" y="501015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원본 열 1·2, 폭 2</a:t>
            </a:r>
          </a:p>
        </p:txBody>
      </p:sp>
      <p:sp>
        <p:nvSpPr>
          <p:cNvPr id="28" name="끝 좌표 제외 계약을 직접 확인">
            <a:extLst xmlns:a="http://schemas.openxmlformats.org/drawingml/2006/main">
              <a:ext uri="{FF2B5EF4-FFF2-40B4-BE49-F238E27FC236}">
                <a16:creationId xmlns:a16="http://schemas.microsoft.com/office/drawing/2014/main" id="{3441698D-2F5A-4E22-BD63-55112403DD0A}"/>
              </a:ext>
            </a:extLst>
          </p:cNvPr>
          <p:cNvSpPr>
            <a:spLocks xmlns:a="http://schemas.openxmlformats.org/drawingml/2006/main" noGrp="1"/>
          </p:cNvSpPr>
          <p:nvPr/>
        </p:nvSpPr>
        <p:spPr>
          <a:xfrm xmlns:a="http://schemas.openxmlformats.org/drawingml/2006/main">
            <a:off x="6705600" y="5353050"/>
            <a:ext cx="4876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끝 좌표 제외 계약을 직접 확인</a:t>
            </a:r>
          </a:p>
        </p:txBody>
      </p:sp>
      <p:sp>
        <p:nvSpPr>
          <p:cNvPr id="29" name="Legacy module connection">
            <a:extLst xmlns:a="http://schemas.openxmlformats.org/drawingml/2006/main">
              <a:ext uri="{FF2B5EF4-FFF2-40B4-BE49-F238E27FC236}">
                <a16:creationId xmlns:a16="http://schemas.microsoft.com/office/drawing/2014/main" id="{DB5CE177-BD83-499E-A821-B4E913C209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41143355"/>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3087853D-ECA8-400D-8C25-B4DA82E14B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22">
            <a:extLst xmlns:a="http://schemas.openxmlformats.org/drawingml/2006/main">
              <a:ext uri="{FF2B5EF4-FFF2-40B4-BE49-F238E27FC236}">
                <a16:creationId xmlns:a16="http://schemas.microsoft.com/office/drawing/2014/main" id="{965D9BAD-5A51-45CB-BAFA-DF5BAB1AAB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이번 Task인가,&#10;계속 유지할 Project 정보인가?">
            <a:extLst xmlns:a="http://schemas.openxmlformats.org/drawingml/2006/main">
              <a:ext uri="{FF2B5EF4-FFF2-40B4-BE49-F238E27FC236}">
                <a16:creationId xmlns:a16="http://schemas.microsoft.com/office/drawing/2014/main" id="{A492950B-2620-42D7-B1DC-5967BBC14CF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597935DF-FA23-4030-A36C-3C0C097D24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41EA559E-B38E-4349-BD31-F5D637C668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7F0037D2-A425-4AA4-8733-361D248CB4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보존 조건처럼, 반복해서 쓴 문장을 떠올려 보세요.">
            <a:extLst xmlns:a="http://schemas.openxmlformats.org/drawingml/2006/main">
              <a:ext uri="{FF2B5EF4-FFF2-40B4-BE49-F238E27FC236}">
                <a16:creationId xmlns:a16="http://schemas.microsoft.com/office/drawing/2014/main" id="{B2759F59-4473-407C-AD04-A8C98E0FFFFC}"/>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테스트·보존 조건처럼, 반복해서 쓴 문장을 떠올려 보세요.</a:t>
            </a:r>
          </a:p>
        </p:txBody>
      </p:sp>
      <p:sp>
        <p:nvSpPr>
          <p:cNvPr id="8" name="이번 작업에만?">
            <a:extLst xmlns:a="http://schemas.openxmlformats.org/drawingml/2006/main">
              <a:ext uri="{FF2B5EF4-FFF2-40B4-BE49-F238E27FC236}">
                <a16:creationId xmlns:a16="http://schemas.microsoft.com/office/drawing/2014/main" id="{6EE58E45-4549-484E-9CBD-6CC3A24C1C41}"/>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E58817C2-DA25-4ADA-83A7-F119E686282B}"/>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B6175746-A215-4B82-9046-F3250C2EB3E3}"/>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103CD2AB-C26E-4A72-AD25-E23F166DC8EC}"/>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2A8FD74D-5BFE-4C76-A7B7-62D2877CF6D5}"/>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89AA678C-D241-47DD-BB2F-16279BB084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52259499"/>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1 · 정보의 수명과 범위">
            <a:extLst xmlns:a="http://schemas.openxmlformats.org/drawingml/2006/main">
              <a:ext uri="{FF2B5EF4-FFF2-40B4-BE49-F238E27FC236}">
                <a16:creationId xmlns:a16="http://schemas.microsoft.com/office/drawing/2014/main" id="{128119EC-A1E4-4F39-983E-656A316B99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23">
            <a:extLst xmlns:a="http://schemas.openxmlformats.org/drawingml/2006/main">
              <a:ext uri="{FF2B5EF4-FFF2-40B4-BE49-F238E27FC236}">
                <a16:creationId xmlns:a16="http://schemas.microsoft.com/office/drawing/2014/main" id="{8273A0B7-0180-423A-9DC9-9A53786A36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반복하는 설명을 두 범주로 나누기">
            <a:extLst xmlns:a="http://schemas.openxmlformats.org/drawingml/2006/main">
              <a:ext uri="{FF2B5EF4-FFF2-40B4-BE49-F238E27FC236}">
                <a16:creationId xmlns:a16="http://schemas.microsoft.com/office/drawing/2014/main" id="{56DBD23E-BF53-47FD-A979-2906528F98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A43D25D7-4316-40A0-A0AD-233B47E2B2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9634071A-5114-4E1E-BC09-A0B297A7611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6193E576-FE72-44DC-ADF7-DC5170B099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이번 Task">
            <a:extLst xmlns:a="http://schemas.openxmlformats.org/drawingml/2006/main">
              <a:ext uri="{FF2B5EF4-FFF2-40B4-BE49-F238E27FC236}">
                <a16:creationId xmlns:a16="http://schemas.microsoft.com/office/drawing/2014/main" id="{339D0511-1DF9-4525-9254-E7DC63D26A93}"/>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8" name="계속 유지할 Project 정보">
            <a:extLst xmlns:a="http://schemas.openxmlformats.org/drawingml/2006/main">
              <a:ext uri="{FF2B5EF4-FFF2-40B4-BE49-F238E27FC236}">
                <a16:creationId xmlns:a16="http://schemas.microsoft.com/office/drawing/2014/main" id="{4580892F-79FD-488C-B445-BC3F68DA2146}"/>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9" name="">
            <a:extLst xmlns:a="http://schemas.openxmlformats.org/drawingml/2006/main">
              <a:ext uri="{FF2B5EF4-FFF2-40B4-BE49-F238E27FC236}">
                <a16:creationId xmlns:a16="http://schemas.microsoft.com/office/drawing/2014/main" id="{8F08A0AD-D6CD-441B-B309-041DD9B3E637}"/>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crop 경계 수정&#10;이번에는 README만 수정">
            <a:extLst xmlns:a="http://schemas.openxmlformats.org/drawingml/2006/main">
              <a:ext uri="{FF2B5EF4-FFF2-40B4-BE49-F238E27FC236}">
                <a16:creationId xmlns:a16="http://schemas.microsoft.com/office/drawing/2014/main" id="{F3D503F9-B6F5-4627-A8D1-D65C813EAAED}"/>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1" name="이번 목표에 적용할 후보">
            <a:extLst xmlns:a="http://schemas.openxmlformats.org/drawingml/2006/main">
              <a:ext uri="{FF2B5EF4-FFF2-40B4-BE49-F238E27FC236}">
                <a16:creationId xmlns:a16="http://schemas.microsoft.com/office/drawing/2014/main" id="{32953BB1-FC6C-4AED-8958-3E59CE9AA095}"/>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2" name="">
            <a:extLst xmlns:a="http://schemas.openxmlformats.org/drawingml/2006/main">
              <a:ext uri="{FF2B5EF4-FFF2-40B4-BE49-F238E27FC236}">
                <a16:creationId xmlns:a16="http://schemas.microsoft.com/office/drawing/2014/main" id="{E0D1B4D3-8387-491E-A88E-2F63539C8A61}"/>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의존성 추가에는 작업상 근거 필요&#10;프로젝트 테스트 명령">
            <a:extLst xmlns:a="http://schemas.openxmlformats.org/drawingml/2006/main">
              <a:ext uri="{FF2B5EF4-FFF2-40B4-BE49-F238E27FC236}">
                <a16:creationId xmlns:a16="http://schemas.microsoft.com/office/drawing/2014/main" id="{32B44696-7DA8-4071-8613-B862000B9AA7}"/>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테스트 명령</a:t>
            </a:r>
          </a:p>
        </p:txBody>
      </p:sp>
      <p:sp>
        <p:nvSpPr>
          <p:cNvPr id="14" name="여러 작업에서 참고할 후보">
            <a:extLst xmlns:a="http://schemas.openxmlformats.org/drawingml/2006/main">
              <a:ext uri="{FF2B5EF4-FFF2-40B4-BE49-F238E27FC236}">
                <a16:creationId xmlns:a16="http://schemas.microsoft.com/office/drawing/2014/main" id="{28C5A851-BC5C-4916-88D0-DD75D098EDF5}"/>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5" name="정보마다 필요한 기간과 적용 범위가 다르다.">
            <a:extLst xmlns:a="http://schemas.openxmlformats.org/drawingml/2006/main">
              <a:ext uri="{FF2B5EF4-FFF2-40B4-BE49-F238E27FC236}">
                <a16:creationId xmlns:a16="http://schemas.microsoft.com/office/drawing/2014/main" id="{F5F968BA-E0BC-49C9-92A4-CAEA707ABAEF}"/>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정보마다 필요한 기간과 적용 범위가 다르다.</a:t>
            </a:r>
          </a:p>
        </p:txBody>
      </p:sp>
      <p:sp>
        <p:nvSpPr>
          <p:cNvPr id="16" name="Legacy module connection">
            <a:extLst xmlns:a="http://schemas.openxmlformats.org/drawingml/2006/main">
              <a:ext uri="{FF2B5EF4-FFF2-40B4-BE49-F238E27FC236}">
                <a16:creationId xmlns:a16="http://schemas.microsoft.com/office/drawing/2014/main" id="{A8A202AD-0E72-49D9-8BE9-A69D91160E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08256048"/>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E437C697-D460-4BB3-A638-1571D5F1EC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24">
            <a:extLst xmlns:a="http://schemas.openxmlformats.org/drawingml/2006/main">
              <a:ext uri="{FF2B5EF4-FFF2-40B4-BE49-F238E27FC236}">
                <a16:creationId xmlns:a16="http://schemas.microsoft.com/office/drawing/2014/main" id="{C187D67E-6C41-4CA9-A054-201085B77D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다른 Task에 같은 설명이 반복된다">
            <a:extLst xmlns:a="http://schemas.openxmlformats.org/drawingml/2006/main">
              <a:ext uri="{FF2B5EF4-FFF2-40B4-BE49-F238E27FC236}">
                <a16:creationId xmlns:a16="http://schemas.microsoft.com/office/drawing/2014/main" id="{A39C4384-0722-4E32-BF34-393F6F30E4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4639BE8B-9D51-44C8-8E1F-D9003C453E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9A5F64A3-8614-40A6-BB9C-2E669293EA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63E0FC53-832B-420E-BAFE-4BE652432B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89DB3BDE-3718-4303-A6FC-60632EC5336A}"/>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6818EC3D-4DEE-43DE-9744-27C186115B80}"/>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1D352F59-56C4-4001-9548-0CD28AC06FB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444E88A8-8670-4A3D-BD8C-C47D4922520B}"/>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CF5EC3C-01D3-46EA-9148-81BA4B6C0C2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9C5D797B-8D0D-4899-A591-4DD2004EF891}"/>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AC085FEF-6F97-443A-AA85-F0C9223A6D56}"/>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8BD6538C-24B3-4A5F-B125-1FD394EF6D61}"/>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30500670-2541-4323-B17A-6E1EA8976A9F}"/>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7E08532C-F984-4D3E-B800-A897296F3B73}"/>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8F001FC3-AEF3-4917-838F-BEB7A844D307}"/>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D23BF228-2BF4-4BD5-8FC0-CDF374E46E18}"/>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B67EA5E5-53D6-4B15-8C31-ACACA6129F7F}"/>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C73C9A8C-1C8B-4438-8D06-FBC073077604}"/>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6BBFF08E-64C9-40C8-83BD-1B6B6A9FCE2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8DE22A4F-6981-4DA1-9ADB-CD872E4F04DA}"/>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5849681A-8AF9-459D-A348-A358192700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32845403"/>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FF8EC91D-4B95-4750-9442-8795A812B8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25">
            <a:extLst xmlns:a="http://schemas.openxmlformats.org/drawingml/2006/main">
              <a:ext uri="{FF2B5EF4-FFF2-40B4-BE49-F238E27FC236}">
                <a16:creationId xmlns:a16="http://schemas.microsoft.com/office/drawing/2014/main" id="{7C2D7C3B-FA6E-4FBA-B2FB-BFB1ED7843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작은 Project Context의 첫 기록">
            <a:extLst xmlns:a="http://schemas.openxmlformats.org/drawingml/2006/main">
              <a:ext uri="{FF2B5EF4-FFF2-40B4-BE49-F238E27FC236}">
                <a16:creationId xmlns:a16="http://schemas.microsoft.com/office/drawing/2014/main" id="{12F7D0EB-6B5C-4359-A943-9DA9D39F709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D61A580D-2286-47C3-B6DB-C569FD7C79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F4E45F0E-7074-412C-9963-A11F50CDBC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D7116EE4-31F7-43AC-A1EE-7E6E1AA1B4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C4F73BE8-3A02-43FB-9C93-DF107DC9418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517C0574-96D3-45F2-834F-CFF116A71EE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C65D72D8-4C49-4FA4-8A8F-522C70977C53}"/>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5D059E20-3A0A-49E2-B74C-3FD4708453EE}"/>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843D2875-4073-4F41-B1C0-297BA35D8806}"/>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31636E36-4999-4155-9C87-313305A453B9}"/>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AD56F66F-7368-46A4-9CD4-F1CBC2AABAEE}"/>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88C28748-CC5F-4ED9-AE15-004323685A50}"/>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03EDABC0-BB20-4177-AFF7-BFBB7602A3BD}"/>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7F223047-8852-4FB3-9B91-494769175277}"/>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9DAD46AE-B10E-4050-8C66-C256054CF060}"/>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665E925A-6FEC-4848-9DA7-098632F68E28}"/>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369748AB-483D-4538-B4BA-0AB789FE9748}"/>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838306DB-76C4-447C-BA49-67761E7301C1}"/>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958D012D-BC08-49C3-9CE1-096C0A357D9F}"/>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F722D4E-5210-4F29-B0C1-CDF99D52D2B8}"/>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A24A780-9FDB-4657-9944-970DCA5FEFDC}"/>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6F9D06DA-8DBB-4CF9-BC3F-45BBF79DF601}"/>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41C70587-7ECD-43AE-9048-865C78903ED0}"/>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D0BE3DE-6CAB-4935-A275-948E7A58B0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42434489"/>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지침을 활용한 관찰">
            <a:extLst xmlns:a="http://schemas.openxmlformats.org/drawingml/2006/main">
              <a:ext uri="{FF2B5EF4-FFF2-40B4-BE49-F238E27FC236}">
                <a16:creationId xmlns:a16="http://schemas.microsoft.com/office/drawing/2014/main" id="{DE33439E-58C9-475D-8C00-5CD63C205A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지침을 활용한 관찰</a:t>
            </a:r>
          </a:p>
        </p:txBody>
      </p:sp>
      <p:sp>
        <p:nvSpPr>
          <p:cNvPr id="2" name="S26">
            <a:extLst xmlns:a="http://schemas.openxmlformats.org/drawingml/2006/main">
              <a:ext uri="{FF2B5EF4-FFF2-40B4-BE49-F238E27FC236}">
                <a16:creationId xmlns:a16="http://schemas.microsoft.com/office/drawing/2014/main" id="{55ACCD7F-65C7-46CF-BF65-2C2B9CBA0C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한 번의 사용에서 확인된 것">
            <a:extLst xmlns:a="http://schemas.openxmlformats.org/drawingml/2006/main">
              <a:ext uri="{FF2B5EF4-FFF2-40B4-BE49-F238E27FC236}">
                <a16:creationId xmlns:a16="http://schemas.microsoft.com/office/drawing/2014/main" id="{B83EECD9-D82A-49BF-83A2-72FF48E7B7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번의 사용에서 확인된 것</a:t>
            </a:r>
          </a:p>
        </p:txBody>
      </p:sp>
      <p:sp>
        <p:nvSpPr>
          <p:cNvPr id="4" name="">
            <a:extLst xmlns:a="http://schemas.openxmlformats.org/drawingml/2006/main">
              <a:ext uri="{FF2B5EF4-FFF2-40B4-BE49-F238E27FC236}">
                <a16:creationId xmlns:a16="http://schemas.microsoft.com/office/drawing/2014/main" id="{E53FB8E8-E738-4E20-A660-21A78ECFE6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Codex CLI 기록을 재구성 · 전체 테스트 11/11 PASS">
            <a:extLst xmlns:a="http://schemas.openxmlformats.org/drawingml/2006/main">
              <a:ext uri="{FF2B5EF4-FFF2-40B4-BE49-F238E27FC236}">
                <a16:creationId xmlns:a16="http://schemas.microsoft.com/office/drawing/2014/main" id="{90DAE423-3455-4B19-B7DB-E1AE25A568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Codex CLI 기록을 재구성 · 전체 테스트 11/11 PASS</a:t>
            </a:r>
          </a:p>
        </p:txBody>
      </p:sp>
      <p:sp>
        <p:nvSpPr>
          <p:cNvPr id="6" name="Personal/global Skills도 실행됨 · AGENTS.md만의 독립적인 효과로 해석하지 않음">
            <a:extLst xmlns:a="http://schemas.openxmlformats.org/drawingml/2006/main">
              <a:ext uri="{FF2B5EF4-FFF2-40B4-BE49-F238E27FC236}">
                <a16:creationId xmlns:a16="http://schemas.microsoft.com/office/drawing/2014/main" id="{3F8A1601-7646-41A6-9349-EB2A0D2097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Personal/global Skills도 실행됨 · AGENTS.md만의 독립적인 효과로 해석하지 않음</a:t>
            </a:r>
          </a:p>
        </p:txBody>
      </p:sp>
      <p:sp>
        <p:nvSpPr>
          <p:cNvPr id="7" name="요청">
            <a:extLst xmlns:a="http://schemas.openxmlformats.org/drawingml/2006/main">
              <a:ext uri="{FF2B5EF4-FFF2-40B4-BE49-F238E27FC236}">
                <a16:creationId xmlns:a16="http://schemas.microsoft.com/office/drawing/2014/main" id="{F060C929-2DA3-4071-BD3E-881C19AAB493}"/>
              </a:ext>
            </a:extLst>
          </p:cNvPr>
          <p:cNvSpPr>
            <a:spLocks xmlns:a="http://schemas.openxmlformats.org/drawingml/2006/main" noGrp="1"/>
          </p:cNvSpPr>
          <p:nvPr/>
        </p:nvSpPr>
        <p:spPr>
          <a:xfrm xmlns:a="http://schemas.openxmlformats.org/drawingml/2006/main">
            <a:off x="6096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요청</a:t>
            </a:r>
          </a:p>
        </p:txBody>
      </p:sp>
      <p:sp>
        <p:nvSpPr>
          <p:cNvPr id="8" name="">
            <a:extLst xmlns:a="http://schemas.openxmlformats.org/drawingml/2006/main">
              <a:ext uri="{FF2B5EF4-FFF2-40B4-BE49-F238E27FC236}">
                <a16:creationId xmlns:a16="http://schemas.microsoft.com/office/drawing/2014/main" id="{5349C995-B555-4BDA-852B-3939E3CF50FC}"/>
              </a:ext>
            </a:extLst>
          </p:cNvPr>
          <p:cNvSpPr>
            <a:spLocks xmlns:a="http://schemas.openxmlformats.org/drawingml/2006/main" noGrp="1"/>
          </p:cNvSpPr>
          <p:nvPr/>
        </p:nvSpPr>
        <p:spPr>
          <a:xfrm xmlns:a="http://schemas.openxmlformats.org/drawingml/2006/main">
            <a:off x="6096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읽은 파일">
            <a:extLst xmlns:a="http://schemas.openxmlformats.org/drawingml/2006/main">
              <a:ext uri="{FF2B5EF4-FFF2-40B4-BE49-F238E27FC236}">
                <a16:creationId xmlns:a16="http://schemas.microsoft.com/office/drawing/2014/main" id="{28250932-9E7B-4424-801A-C494E002931F}"/>
              </a:ext>
            </a:extLst>
          </p:cNvPr>
          <p:cNvSpPr>
            <a:spLocks xmlns:a="http://schemas.openxmlformats.org/drawingml/2006/main" noGrp="1"/>
          </p:cNvSpPr>
          <p:nvPr/>
        </p:nvSpPr>
        <p:spPr>
          <a:xfrm xmlns:a="http://schemas.openxmlformats.org/drawingml/2006/main">
            <a:off x="443865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읽은 파일</a:t>
            </a:r>
          </a:p>
        </p:txBody>
      </p:sp>
      <p:sp>
        <p:nvSpPr>
          <p:cNvPr id="10" name="">
            <a:extLst xmlns:a="http://schemas.openxmlformats.org/drawingml/2006/main">
              <a:ext uri="{FF2B5EF4-FFF2-40B4-BE49-F238E27FC236}">
                <a16:creationId xmlns:a16="http://schemas.microsoft.com/office/drawing/2014/main" id="{6D656CEB-85FC-45E6-A695-559AE99560B3}"/>
              </a:ext>
            </a:extLst>
          </p:cNvPr>
          <p:cNvSpPr>
            <a:spLocks xmlns:a="http://schemas.openxmlformats.org/drawingml/2006/main" noGrp="1"/>
          </p:cNvSpPr>
          <p:nvPr/>
        </p:nvSpPr>
        <p:spPr>
          <a:xfrm xmlns:a="http://schemas.openxmlformats.org/drawingml/2006/main">
            <a:off x="443865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기록">
            <a:extLst xmlns:a="http://schemas.openxmlformats.org/drawingml/2006/main">
              <a:ext uri="{FF2B5EF4-FFF2-40B4-BE49-F238E27FC236}">
                <a16:creationId xmlns:a16="http://schemas.microsoft.com/office/drawing/2014/main" id="{28055A7B-B411-476D-966D-81FD5247B5F3}"/>
              </a:ext>
            </a:extLst>
          </p:cNvPr>
          <p:cNvSpPr>
            <a:spLocks xmlns:a="http://schemas.openxmlformats.org/drawingml/2006/main" noGrp="1"/>
          </p:cNvSpPr>
          <p:nvPr/>
        </p:nvSpPr>
        <p:spPr>
          <a:xfrm xmlns:a="http://schemas.openxmlformats.org/drawingml/2006/main">
            <a:off x="82677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2" name="">
            <a:extLst xmlns:a="http://schemas.openxmlformats.org/drawingml/2006/main">
              <a:ext uri="{FF2B5EF4-FFF2-40B4-BE49-F238E27FC236}">
                <a16:creationId xmlns:a16="http://schemas.microsoft.com/office/drawing/2014/main" id="{DF7A182C-4D24-49B9-B11C-EBAF063D6E3E}"/>
              </a:ext>
            </a:extLst>
          </p:cNvPr>
          <p:cNvSpPr>
            <a:spLocks xmlns:a="http://schemas.openxmlformats.org/drawingml/2006/main" noGrp="1"/>
          </p:cNvSpPr>
          <p:nvPr/>
        </p:nvSpPr>
        <p:spPr>
          <a:xfrm xmlns:a="http://schemas.openxmlformats.org/drawingml/2006/main">
            <a:off x="82677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README만 수정&#10;테스트 명령은 없음">
            <a:extLst xmlns:a="http://schemas.openxmlformats.org/drawingml/2006/main">
              <a:ext uri="{FF2B5EF4-FFF2-40B4-BE49-F238E27FC236}">
                <a16:creationId xmlns:a16="http://schemas.microsoft.com/office/drawing/2014/main" id="{B453FFE4-7B04-444A-98E1-FBDFB8B3698B}"/>
              </a:ext>
            </a:extLst>
          </p:cNvPr>
          <p:cNvSpPr>
            <a:spLocks xmlns:a="http://schemas.openxmlformats.org/drawingml/2006/main" noGrp="1"/>
          </p:cNvSpPr>
          <p:nvPr/>
        </p:nvSpPr>
        <p:spPr>
          <a:xfrm xmlns:a="http://schemas.openxmlformats.org/drawingml/2006/main">
            <a:off x="609600" y="2876550"/>
            <a:ext cx="331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README만 수정</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 명령은 없음</a:t>
            </a:r>
          </a:p>
        </p:txBody>
      </p:sp>
      <p:sp>
        <p:nvSpPr>
          <p:cNvPr id="14" name="AGENTS.md">
            <a:extLst xmlns:a="http://schemas.openxmlformats.org/drawingml/2006/main">
              <a:ext uri="{FF2B5EF4-FFF2-40B4-BE49-F238E27FC236}">
                <a16:creationId xmlns:a16="http://schemas.microsoft.com/office/drawing/2014/main" id="{3ADE0080-B975-42A3-89EE-ACAA02BBB32B}"/>
              </a:ext>
            </a:extLst>
          </p:cNvPr>
          <p:cNvSpPr>
            <a:spLocks xmlns:a="http://schemas.openxmlformats.org/drawingml/2006/main" noGrp="1"/>
          </p:cNvSpPr>
          <p:nvPr/>
        </p:nvSpPr>
        <p:spPr>
          <a:xfrm xmlns:a="http://schemas.openxmlformats.org/drawingml/2006/main">
            <a:off x="4438650" y="2876550"/>
            <a:ext cx="331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15" name="기록된 테스트&#10;명령을 사용">
            <a:extLst xmlns:a="http://schemas.openxmlformats.org/drawingml/2006/main">
              <a:ext uri="{FF2B5EF4-FFF2-40B4-BE49-F238E27FC236}">
                <a16:creationId xmlns:a16="http://schemas.microsoft.com/office/drawing/2014/main" id="{CADAC587-B036-4C8B-9622-A342A097C29C}"/>
              </a:ext>
            </a:extLst>
          </p:cNvPr>
          <p:cNvSpPr>
            <a:spLocks xmlns:a="http://schemas.openxmlformats.org/drawingml/2006/main" noGrp="1"/>
          </p:cNvSpPr>
          <p:nvPr/>
        </p:nvSpPr>
        <p:spPr>
          <a:xfrm xmlns:a="http://schemas.openxmlformats.org/drawingml/2006/main">
            <a:off x="4438650" y="3533775"/>
            <a:ext cx="3314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기록된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사용</a:t>
            </a:r>
          </a:p>
        </p:txBody>
      </p:sp>
      <p:sp>
        <p:nvSpPr>
          <p:cNvPr id="16" name="전체 테스트">
            <a:extLst xmlns:a="http://schemas.openxmlformats.org/drawingml/2006/main">
              <a:ext uri="{FF2B5EF4-FFF2-40B4-BE49-F238E27FC236}">
                <a16:creationId xmlns:a16="http://schemas.microsoft.com/office/drawing/2014/main" id="{7D0A25AB-89A1-4CEC-8B97-DA4C5291A262}"/>
              </a:ext>
            </a:extLst>
          </p:cNvPr>
          <p:cNvSpPr>
            <a:spLocks xmlns:a="http://schemas.openxmlformats.org/drawingml/2006/main" noGrp="1"/>
          </p:cNvSpPr>
          <p:nvPr/>
        </p:nvSpPr>
        <p:spPr>
          <a:xfrm xmlns:a="http://schemas.openxmlformats.org/drawingml/2006/main">
            <a:off x="8267700" y="2876550"/>
            <a:ext cx="3314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전체 테스트</a:t>
            </a:r>
          </a:p>
        </p:txBody>
      </p:sp>
      <p:sp>
        <p:nvSpPr>
          <p:cNvPr id="17" name="11 / 11">
            <a:extLst xmlns:a="http://schemas.openxmlformats.org/drawingml/2006/main">
              <a:ext uri="{FF2B5EF4-FFF2-40B4-BE49-F238E27FC236}">
                <a16:creationId xmlns:a16="http://schemas.microsoft.com/office/drawing/2014/main" id="{D953AD2A-3E3F-4C2E-A442-8CDD1348FCB0}"/>
              </a:ext>
            </a:extLst>
          </p:cNvPr>
          <p:cNvSpPr>
            <a:spLocks xmlns:a="http://schemas.openxmlformats.org/drawingml/2006/main" noGrp="1"/>
          </p:cNvSpPr>
          <p:nvPr/>
        </p:nvSpPr>
        <p:spPr>
          <a:xfrm xmlns:a="http://schemas.openxmlformats.org/drawingml/2006/main">
            <a:off x="8267700" y="3476625"/>
            <a:ext cx="331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18" name="PASS">
            <a:extLst xmlns:a="http://schemas.openxmlformats.org/drawingml/2006/main">
              <a:ext uri="{FF2B5EF4-FFF2-40B4-BE49-F238E27FC236}">
                <a16:creationId xmlns:a16="http://schemas.microsoft.com/office/drawing/2014/main" id="{45CC656F-82C8-4922-9A63-3941410A2BB9}"/>
              </a:ext>
            </a:extLst>
          </p:cNvPr>
          <p:cNvSpPr>
            <a:spLocks xmlns:a="http://schemas.openxmlformats.org/drawingml/2006/main" noGrp="1"/>
          </p:cNvSpPr>
          <p:nvPr/>
        </p:nvSpPr>
        <p:spPr>
          <a:xfrm xmlns:a="http://schemas.openxmlformats.org/drawingml/2006/main">
            <a:off x="8267700" y="4105275"/>
            <a:ext cx="3314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6B4D"/>
                </a:solidFill>
                <a:latin typeface="Malgun Gothic"/>
                <a:ea typeface="Malgun Gothic"/>
                <a:cs typeface="Malgun Gothic"/>
              </a:defRPr>
            </a:defPPr>
            <a:lvl1pPr algn="l">
              <a:defRPr sz="2100" b="1">
                <a:solidFill>
                  <a:srgbClr val="176B4D"/>
                </a:solidFill>
                <a:latin typeface="Malgun Gothic"/>
                <a:ea typeface="Malgun Gothic"/>
                <a:cs typeface="Malgun Gothic"/>
              </a:defRPr>
            </a:lvl1pPr>
            <a:lvl2pPr algn="l">
              <a:defRPr sz="2100" b="1">
                <a:solidFill>
                  <a:srgbClr val="176B4D"/>
                </a:solidFill>
                <a:latin typeface="Malgun Gothic"/>
                <a:ea typeface="Malgun Gothic"/>
                <a:cs typeface="Malgun Gothic"/>
              </a:defRPr>
            </a:lvl2pPr>
            <a:lvl3pPr algn="l">
              <a:defRPr sz="2100" b="1">
                <a:solidFill>
                  <a:srgbClr val="176B4D"/>
                </a:solidFill>
                <a:latin typeface="Malgun Gothic"/>
                <a:ea typeface="Malgun Gothic"/>
                <a:cs typeface="Malgun Gothic"/>
              </a:defRPr>
            </a:lvl3pPr>
            <a:lvl4pPr algn="l">
              <a:defRPr sz="2100" b="1">
                <a:solidFill>
                  <a:srgbClr val="176B4D"/>
                </a:solidFill>
                <a:latin typeface="Malgun Gothic"/>
                <a:ea typeface="Malgun Gothic"/>
                <a:cs typeface="Malgun Gothic"/>
              </a:defRPr>
            </a:lvl4pPr>
            <a:lvl5pPr algn="l">
              <a:defRPr sz="2100" b="1">
                <a:solidFill>
                  <a:srgbClr val="176B4D"/>
                </a:solidFill>
                <a:latin typeface="Malgun Gothic"/>
                <a:ea typeface="Malgun Gothic"/>
                <a:cs typeface="Malgun Gothic"/>
              </a:defRPr>
            </a:lvl5pPr>
            <a:lvl6pPr algn="l">
              <a:defRPr sz="2100" b="1">
                <a:solidFill>
                  <a:srgbClr val="176B4D"/>
                </a:solidFill>
                <a:latin typeface="Malgun Gothic"/>
                <a:ea typeface="Malgun Gothic"/>
                <a:cs typeface="Malgun Gothic"/>
              </a:defRPr>
            </a:lvl6pPr>
            <a:lvl7pPr algn="l">
              <a:defRPr sz="2100" b="1">
                <a:solidFill>
                  <a:srgbClr val="176B4D"/>
                </a:solidFill>
                <a:latin typeface="Malgun Gothic"/>
                <a:ea typeface="Malgun Gothic"/>
                <a:cs typeface="Malgun Gothic"/>
              </a:defRPr>
            </a:lvl7pPr>
            <a:lvl8pPr algn="l">
              <a:defRPr sz="2100" b="1">
                <a:solidFill>
                  <a:srgbClr val="176B4D"/>
                </a:solidFill>
                <a:latin typeface="Malgun Gothic"/>
                <a:ea typeface="Malgun Gothic"/>
                <a:cs typeface="Malgun Gothic"/>
              </a:defRPr>
            </a:lvl8pPr>
            <a:lvl9pPr algn="l">
              <a:defRPr sz="2100" b="1">
                <a:solidFill>
                  <a:srgbClr val="176B4D"/>
                </a:solidFill>
                <a:latin typeface="Malgun Gothic"/>
                <a:ea typeface="Malgun Gothic"/>
                <a:cs typeface="Malgun Gothic"/>
              </a:defRPr>
            </a:lvl9pPr>
          </a:lstStyle>
          <a:p xmlns:a="http://schemas.openxmlformats.org/drawingml/2006/main">
            <a:pPr algn="l">
              <a:defRPr sz="2100" b="1">
                <a:solidFill>
                  <a:srgbClr val="176B4D"/>
                </a:solidFill>
                <a:latin typeface="Malgun Gothic"/>
                <a:ea typeface="Malgun Gothic"/>
                <a:cs typeface="Malgun Gothic"/>
              </a:defRPr>
            </a:pPr>
            <a:r>
              <a:rPr sz="2100" b="1">
                <a:solidFill>
                  <a:srgbClr val="176B4D"/>
                </a:solidFill>
                <a:latin typeface="Malgun Gothic"/>
                <a:ea typeface="Malgun Gothic"/>
                <a:cs typeface="Malgun Gothic"/>
              </a:rPr>
              <a:t>PASS</a:t>
            </a:r>
          </a:p>
        </p:txBody>
      </p:sp>
      <p:sp>
        <p:nvSpPr>
          <p:cNvPr id="19" name="">
            <a:extLst xmlns:a="http://schemas.openxmlformats.org/drawingml/2006/main">
              <a:ext uri="{FF2B5EF4-FFF2-40B4-BE49-F238E27FC236}">
                <a16:creationId xmlns:a16="http://schemas.microsoft.com/office/drawing/2014/main" id="{2F4A4D89-C982-4465-98D6-740F88F0015F}"/>
              </a:ext>
            </a:extLst>
          </p:cNvPr>
          <p:cNvSpPr>
            <a:spLocks xmlns:a="http://schemas.openxmlformats.org/drawingml/2006/main" noGrp="1"/>
          </p:cNvSpPr>
          <p:nvPr/>
        </p:nvSpPr>
        <p:spPr>
          <a:xfrm xmlns:a="http://schemas.openxmlformats.org/drawingml/2006/main">
            <a:off x="396240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887415B-1A71-49CE-B1DE-6DCCD6A8A90D}"/>
              </a:ext>
            </a:extLst>
          </p:cNvPr>
          <p:cNvSpPr>
            <a:spLocks xmlns:a="http://schemas.openxmlformats.org/drawingml/2006/main" noGrp="1"/>
          </p:cNvSpPr>
          <p:nvPr/>
        </p:nvSpPr>
        <p:spPr>
          <a:xfrm xmlns:a="http://schemas.openxmlformats.org/drawingml/2006/main">
            <a:off x="779145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D34B661-4E87-4FEE-BFF4-62CFD7160024}"/>
              </a:ext>
            </a:extLst>
          </p:cNvPr>
          <p:cNvSpPr>
            <a:spLocks xmlns:a="http://schemas.openxmlformats.org/drawingml/2006/main" noGrp="1"/>
          </p:cNvSpPr>
          <p:nvPr/>
        </p:nvSpPr>
        <p:spPr>
          <a:xfrm xmlns:a="http://schemas.openxmlformats.org/drawingml/2006/main">
            <a:off x="609600" y="4772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README-only 범위는 작업 요청에도 명시돼 있었다">
            <a:extLst xmlns:a="http://schemas.openxmlformats.org/drawingml/2006/main">
              <a:ext uri="{FF2B5EF4-FFF2-40B4-BE49-F238E27FC236}">
                <a16:creationId xmlns:a16="http://schemas.microsoft.com/office/drawing/2014/main" id="{E4FE9105-FE84-43BD-9655-EA84D582713D}"/>
              </a:ext>
            </a:extLst>
          </p:cNvPr>
          <p:cNvSpPr>
            <a:spLocks xmlns:a="http://schemas.openxmlformats.org/drawingml/2006/main" noGrp="1"/>
          </p:cNvSpPr>
          <p:nvPr/>
        </p:nvSpPr>
        <p:spPr>
          <a:xfrm xmlns:a="http://schemas.openxmlformats.org/drawingml/2006/main">
            <a:off x="609600" y="5048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README-only 범위는 작업 요청에도 명시돼 있었다</a:t>
            </a:r>
          </a:p>
        </p:txBody>
      </p:sp>
      <p:sp>
        <p:nvSpPr>
          <p:cNvPr id="23" name="Legacy module connection">
            <a:extLst xmlns:a="http://schemas.openxmlformats.org/drawingml/2006/main">
              <a:ext uri="{FF2B5EF4-FFF2-40B4-BE49-F238E27FC236}">
                <a16:creationId xmlns:a16="http://schemas.microsoft.com/office/drawing/2014/main" id="{AE8FEBC2-F9DB-438D-B298-677660E772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35191449"/>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정보의 범위와 수명">
            <a:extLst xmlns:a="http://schemas.openxmlformats.org/drawingml/2006/main">
              <a:ext uri="{FF2B5EF4-FFF2-40B4-BE49-F238E27FC236}">
                <a16:creationId xmlns:a16="http://schemas.microsoft.com/office/drawing/2014/main" id="{6B3DBF35-721F-41ED-B5EA-1D71AE4941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27">
            <a:extLst xmlns:a="http://schemas.openxmlformats.org/drawingml/2006/main">
              <a:ext uri="{FF2B5EF4-FFF2-40B4-BE49-F238E27FC236}">
                <a16:creationId xmlns:a16="http://schemas.microsoft.com/office/drawing/2014/main" id="{EEF2DBA0-21A9-4D92-A173-AA10601223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Task Prompt와 Project Context">
            <a:extLst xmlns:a="http://schemas.openxmlformats.org/drawingml/2006/main">
              <a:ext uri="{FF2B5EF4-FFF2-40B4-BE49-F238E27FC236}">
                <a16:creationId xmlns:a16="http://schemas.microsoft.com/office/drawing/2014/main" id="{8DCC3606-0326-4D4A-B4A0-58760A40A9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975DAB7A-51DB-4B58-AD24-684F9F029B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현재 목표와 지속되는 프로젝트 사실">
            <a:extLst xmlns:a="http://schemas.openxmlformats.org/drawingml/2006/main">
              <a:ext uri="{FF2B5EF4-FFF2-40B4-BE49-F238E27FC236}">
                <a16:creationId xmlns:a16="http://schemas.microsoft.com/office/drawing/2014/main" id="{23A86771-C14E-4E13-A29A-E3D6D49651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현재 목표와 지속되는 프로젝트 사실</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43B99C2B-CEF2-476D-9453-AD03D5EC58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9A1017E-24E9-45DC-9F83-3B11925DFDE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F8581FDE-5B3D-49D0-8669-BD1328D91F3C}"/>
              </a:ext>
            </a:extLst>
          </p:cNvPr>
          <p:cNvSpPr>
            <a:spLocks xmlns:a="http://schemas.openxmlformats.org/drawingml/2006/main" noGrp="1"/>
          </p:cNvSpPr>
          <p:nvPr/>
        </p:nvSpPr>
        <p:spPr>
          <a:xfrm xmlns:a="http://schemas.openxmlformats.org/drawingml/2006/main">
            <a:off x="609600" y="267652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083CC515-CA5A-436B-9401-138202E8824F}"/>
              </a:ext>
            </a:extLst>
          </p:cNvPr>
          <p:cNvSpPr>
            <a:spLocks xmlns:a="http://schemas.openxmlformats.org/drawingml/2006/main" noGrp="1"/>
          </p:cNvSpPr>
          <p:nvPr/>
        </p:nvSpPr>
        <p:spPr>
          <a:xfrm xmlns:a="http://schemas.openxmlformats.org/drawingml/2006/main">
            <a:off x="6705600" y="267652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
            <a:extLst xmlns:a="http://schemas.openxmlformats.org/drawingml/2006/main">
              <a:ext uri="{FF2B5EF4-FFF2-40B4-BE49-F238E27FC236}">
                <a16:creationId xmlns:a16="http://schemas.microsoft.com/office/drawing/2014/main" id="{A74215EE-5D9A-4DE2-9792-5C656666B628}"/>
              </a:ext>
            </a:extLst>
          </p:cNvPr>
          <p:cNvSpPr>
            <a:spLocks xmlns:a="http://schemas.openxmlformats.org/drawingml/2006/main" noGrp="1"/>
          </p:cNvSpPr>
          <p:nvPr/>
        </p:nvSpPr>
        <p:spPr>
          <a:xfrm xmlns:a="http://schemas.openxmlformats.org/drawingml/2006/main">
            <a:off x="609600" y="3286125"/>
            <a:ext cx="4914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44F02538-EAF5-4F3E-9C46-B03D8DB1CA24}"/>
              </a:ext>
            </a:extLst>
          </p:cNvPr>
          <p:cNvSpPr>
            <a:spLocks xmlns:a="http://schemas.openxmlformats.org/drawingml/2006/main" noGrp="1"/>
          </p:cNvSpPr>
          <p:nvPr/>
        </p:nvSpPr>
        <p:spPr>
          <a:xfrm xmlns:a="http://schemas.openxmlformats.org/drawingml/2006/main">
            <a:off x="6705600" y="32861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금 원하는 결과">
            <a:extLst xmlns:a="http://schemas.openxmlformats.org/drawingml/2006/main">
              <a:ext uri="{FF2B5EF4-FFF2-40B4-BE49-F238E27FC236}">
                <a16:creationId xmlns:a16="http://schemas.microsoft.com/office/drawing/2014/main" id="{986991EA-F344-407F-BCBD-942F0C01268D}"/>
              </a:ext>
            </a:extLst>
          </p:cNvPr>
          <p:cNvSpPr>
            <a:spLocks xmlns:a="http://schemas.openxmlformats.org/drawingml/2006/main" noGrp="1"/>
          </p:cNvSpPr>
          <p:nvPr/>
        </p:nvSpPr>
        <p:spPr>
          <a:xfrm xmlns:a="http://schemas.openxmlformats.org/drawingml/2006/main">
            <a:off x="609600" y="3457575"/>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3" name="계속 참이어야 할 사실">
            <a:extLst xmlns:a="http://schemas.openxmlformats.org/drawingml/2006/main">
              <a:ext uri="{FF2B5EF4-FFF2-40B4-BE49-F238E27FC236}">
                <a16:creationId xmlns:a16="http://schemas.microsoft.com/office/drawing/2014/main" id="{B7FDDB3D-5E60-4F53-A71C-AFF164334C10}"/>
              </a:ext>
            </a:extLst>
          </p:cNvPr>
          <p:cNvSpPr>
            <a:spLocks xmlns:a="http://schemas.openxmlformats.org/drawingml/2006/main" noGrp="1"/>
          </p:cNvSpPr>
          <p:nvPr/>
        </p:nvSpPr>
        <p:spPr>
          <a:xfrm xmlns:a="http://schemas.openxmlformats.org/drawingml/2006/main">
            <a:off x="6705600" y="3457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4" name="crop 경계 버그 수정&#10;이번에는 README만 변경">
            <a:extLst xmlns:a="http://schemas.openxmlformats.org/drawingml/2006/main">
              <a:ext uri="{FF2B5EF4-FFF2-40B4-BE49-F238E27FC236}">
                <a16:creationId xmlns:a16="http://schemas.microsoft.com/office/drawing/2014/main" id="{E0609670-B25C-4F38-80C6-D8F7D9E1AEFC}"/>
              </a:ext>
            </a:extLst>
          </p:cNvPr>
          <p:cNvSpPr>
            <a:spLocks xmlns:a="http://schemas.openxmlformats.org/drawingml/2006/main" noGrp="1"/>
          </p:cNvSpPr>
          <p:nvPr/>
        </p:nvSpPr>
        <p:spPr>
          <a:xfrm xmlns:a="http://schemas.openxmlformats.org/drawingml/2006/main">
            <a:off x="609600" y="3971925"/>
            <a:ext cx="49149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 경계 버그 수정</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이번에는 README만 변경</a:t>
            </a:r>
          </a:p>
        </p:txBody>
      </p:sp>
      <p:sp>
        <p:nvSpPr>
          <p:cNvPr id="15" name="프로젝트의 테스트 명령&#10;의존성 추가에는 작업상 근거 필요">
            <a:extLst xmlns:a="http://schemas.openxmlformats.org/drawingml/2006/main">
              <a:ext uri="{FF2B5EF4-FFF2-40B4-BE49-F238E27FC236}">
                <a16:creationId xmlns:a16="http://schemas.microsoft.com/office/drawing/2014/main" id="{CBDC9D3A-7223-4597-845C-41A5B8264E07}"/>
              </a:ext>
            </a:extLst>
          </p:cNvPr>
          <p:cNvSpPr>
            <a:spLocks xmlns:a="http://schemas.openxmlformats.org/drawingml/2006/main" noGrp="1"/>
          </p:cNvSpPr>
          <p:nvPr/>
        </p:nvSpPr>
        <p:spPr>
          <a:xfrm xmlns:a="http://schemas.openxmlformats.org/drawingml/2006/main">
            <a:off x="6705600" y="3971925"/>
            <a:ext cx="4876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프로젝트의 테스트 명령</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p:txBody>
      </p:sp>
      <p:sp>
        <p:nvSpPr>
          <p:cNvPr id="16" name="">
            <a:extLst xmlns:a="http://schemas.openxmlformats.org/drawingml/2006/main">
              <a:ext uri="{FF2B5EF4-FFF2-40B4-BE49-F238E27FC236}">
                <a16:creationId xmlns:a16="http://schemas.microsoft.com/office/drawing/2014/main" id="{25ECC493-CCFF-452D-A2FB-C47A0FC7957C}"/>
              </a:ext>
            </a:extLst>
          </p:cNvPr>
          <p:cNvSpPr>
            <a:spLocks xmlns:a="http://schemas.openxmlformats.org/drawingml/2006/main" noGrp="1"/>
          </p:cNvSpPr>
          <p:nvPr/>
        </p:nvSpPr>
        <p:spPr>
          <a:xfrm xmlns:a="http://schemas.openxmlformats.org/drawingml/2006/main">
            <a:off x="609600" y="5143500"/>
            <a:ext cx="4914900" cy="4667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51AEA40-0216-451A-BF04-812343F44D2B}"/>
              </a:ext>
            </a:extLst>
          </p:cNvPr>
          <p:cNvSpPr>
            <a:spLocks xmlns:a="http://schemas.openxmlformats.org/drawingml/2006/main" noGrp="1"/>
          </p:cNvSpPr>
          <p:nvPr/>
        </p:nvSpPr>
        <p:spPr>
          <a:xfrm xmlns:a="http://schemas.openxmlformats.org/drawingml/2006/main">
            <a:off x="6705600" y="5143500"/>
            <a:ext cx="4876800" cy="4667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다음 작업에서는 목표가 달라짐">
            <a:extLst xmlns:a="http://schemas.openxmlformats.org/drawingml/2006/main">
              <a:ext uri="{FF2B5EF4-FFF2-40B4-BE49-F238E27FC236}">
                <a16:creationId xmlns:a16="http://schemas.microsoft.com/office/drawing/2014/main" id="{DA5801D3-7A29-45B4-A13C-576ED9A4960D}"/>
              </a:ext>
            </a:extLst>
          </p:cNvPr>
          <p:cNvSpPr>
            <a:spLocks xmlns:a="http://schemas.openxmlformats.org/drawingml/2006/main" noGrp="1"/>
          </p:cNvSpPr>
          <p:nvPr/>
        </p:nvSpPr>
        <p:spPr>
          <a:xfrm xmlns:a="http://schemas.openxmlformats.org/drawingml/2006/main">
            <a:off x="762000" y="5210175"/>
            <a:ext cx="4610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19" name="여러 작업에서 다시 참고">
            <a:extLst xmlns:a="http://schemas.openxmlformats.org/drawingml/2006/main">
              <a:ext uri="{FF2B5EF4-FFF2-40B4-BE49-F238E27FC236}">
                <a16:creationId xmlns:a16="http://schemas.microsoft.com/office/drawing/2014/main" id="{91B102AC-CAFF-47EC-869E-92CE72E9D2A9}"/>
              </a:ext>
            </a:extLst>
          </p:cNvPr>
          <p:cNvSpPr>
            <a:spLocks xmlns:a="http://schemas.openxmlformats.org/drawingml/2006/main" noGrp="1"/>
          </p:cNvSpPr>
          <p:nvPr/>
        </p:nvSpPr>
        <p:spPr>
          <a:xfrm xmlns:a="http://schemas.openxmlformats.org/drawingml/2006/main">
            <a:off x="6858000" y="5210175"/>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0" name="Legacy module connection">
            <a:extLst xmlns:a="http://schemas.openxmlformats.org/drawingml/2006/main">
              <a:ext uri="{FF2B5EF4-FFF2-40B4-BE49-F238E27FC236}">
                <a16:creationId xmlns:a16="http://schemas.microsoft.com/office/drawing/2014/main" id="{12417819-9F88-4320-815D-4813213826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16784156"/>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Context가 쌓이는 과정">
            <a:extLst xmlns:a="http://schemas.openxmlformats.org/drawingml/2006/main">
              <a:ext uri="{FF2B5EF4-FFF2-40B4-BE49-F238E27FC236}">
                <a16:creationId xmlns:a16="http://schemas.microsoft.com/office/drawing/2014/main" id="{74106E2D-3FB1-40FC-AB37-AB987C1D9F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28">
            <a:extLst xmlns:a="http://schemas.openxmlformats.org/drawingml/2006/main">
              <a:ext uri="{FF2B5EF4-FFF2-40B4-BE49-F238E27FC236}">
                <a16:creationId xmlns:a16="http://schemas.microsoft.com/office/drawing/2014/main" id="{1DB9EB8F-AC23-4B56-B163-396643D28E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정확한 정보도 계속 늘어난다">
            <a:extLst xmlns:a="http://schemas.openxmlformats.org/drawingml/2006/main">
              <a:ext uri="{FF2B5EF4-FFF2-40B4-BE49-F238E27FC236}">
                <a16:creationId xmlns:a16="http://schemas.microsoft.com/office/drawing/2014/main" id="{1FBA7746-33B8-43FC-95EA-70AF18E3CD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867E84C8-6AE5-4C27-B170-111C4F6B4F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32ACAC80-013F-43DF-805D-A5341E2136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8FB6B50F-71AF-451F-8BE1-36828796EC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DCCB42A1-4030-4794-A330-E1E46EBCFC2F}"/>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A195C44A-41FE-447E-AB3F-F42BDD5F8481}"/>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09B24E19-EBE4-4BF1-B660-90CBBB1CE55A}"/>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239EDD22-999F-4267-8F13-96003F1DD6EB}"/>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7461FA3B-1704-4B47-830B-1655FDC6F3A8}"/>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5F1A1ED7-C0E8-48A2-92A8-C83C6270DC18}"/>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EC1B12D4-E87A-4A15-90A8-9BDFF772F5EC}"/>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3CA3BC1B-9C53-4B6E-A5B8-749C35247D05}"/>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B9D7AFEF-9711-495C-A017-992FD6940369}"/>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0C955363-6C73-4449-BDE6-72D11F6684F3}"/>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A96F10DA-969F-4C47-886D-BBC1A079E5E8}"/>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7C9E615F-5907-4B82-9FED-9DA051F0C4EC}"/>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E67D7CEF-2EEE-4916-AEE2-98C8AA63ADF5}"/>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347FE16C-9E6F-48F4-8674-D4B96B404A3E}"/>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8CFD9A23-E16C-470F-803A-DB6EAFBB7DC2}"/>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9CB25941-CE59-494B-8885-F3690FCC5079}"/>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0C96858E-DE03-4591-AC4A-1B7058BD1084}"/>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F7D8D8AA-2D25-4328-8F8C-97E8089BF67D}"/>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1AA43325-225E-4126-8333-29C2C6F508A5}"/>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
        <p:nvSpPr>
          <p:cNvPr id="26" name="Legacy module connection">
            <a:extLst xmlns:a="http://schemas.openxmlformats.org/drawingml/2006/main">
              <a:ext uri="{FF2B5EF4-FFF2-40B4-BE49-F238E27FC236}">
                <a16:creationId xmlns:a16="http://schemas.microsoft.com/office/drawing/2014/main" id="{14F1E94F-2162-4DCD-A519-F5744E132D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705512"/>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관련성을 확인하기">
            <a:extLst xmlns:a="http://schemas.openxmlformats.org/drawingml/2006/main">
              <a:ext uri="{FF2B5EF4-FFF2-40B4-BE49-F238E27FC236}">
                <a16:creationId xmlns:a16="http://schemas.microsoft.com/office/drawing/2014/main" id="{07194924-7C8D-4930-98CB-17A6782CFB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29">
            <a:extLst xmlns:a="http://schemas.openxmlformats.org/drawingml/2006/main">
              <a:ext uri="{FF2B5EF4-FFF2-40B4-BE49-F238E27FC236}">
                <a16:creationId xmlns:a16="http://schemas.microsoft.com/office/drawing/2014/main" id="{26EA5AC7-A80E-43CE-895B-8F20AEC83B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정확하지만 이번 Task에는 불필요한 정보">
            <a:extLst xmlns:a="http://schemas.openxmlformats.org/drawingml/2006/main">
              <a:ext uri="{FF2B5EF4-FFF2-40B4-BE49-F238E27FC236}">
                <a16:creationId xmlns:a16="http://schemas.microsoft.com/office/drawing/2014/main" id="{2DE40168-4B44-4B45-B1C9-83D3EFF1C8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90CEA67E-AF60-4F53-8F7B-3FDE89BE44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0E802A09-624E-4298-968B-244C6ECF8A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68BE7A92-7B48-4B16-BE9E-ED148AF274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C9FD52A6-8A8A-473B-9E79-0365814959C0}"/>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074BB543-EBF9-4134-B498-891EA152863B}"/>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D0B3AC04-3CB2-49A5-BF94-4AC9B5B32161}"/>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023C31CB-6591-40F2-8598-CB804E63CDB7}"/>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5B508C84-8401-435E-828E-107223FAF681}"/>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AEF7C829-AD9A-4D4D-BB4E-D39A2ABF2A3F}"/>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39471F83-A783-4A3E-ACE6-467EAFC87456}"/>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2923D0F2-A8A6-4872-A37A-380C5B922472}"/>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FCC77B44-2BED-4642-9D71-E81E6DB80255}"/>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
        <p:nvSpPr>
          <p:cNvPr id="16" name="Legacy module connection">
            <a:extLst xmlns:a="http://schemas.openxmlformats.org/drawingml/2006/main">
              <a:ext uri="{FF2B5EF4-FFF2-40B4-BE49-F238E27FC236}">
                <a16:creationId xmlns:a16="http://schemas.microsoft.com/office/drawing/2014/main" id="{FB83043B-E796-4B35-B105-64B46681FD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64019027"/>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BB95A36C-9C08-49EA-A2EA-45B4659614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0">
            <a:extLst xmlns:a="http://schemas.openxmlformats.org/drawingml/2006/main">
              <a:ext uri="{FF2B5EF4-FFF2-40B4-BE49-F238E27FC236}">
                <a16:creationId xmlns:a16="http://schemas.microsoft.com/office/drawing/2014/main" id="{7AC71708-615D-48C7-8F6E-B6B7A1014A4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정보의 범위와 제공 시점">
            <a:extLst xmlns:a="http://schemas.openxmlformats.org/drawingml/2006/main">
              <a:ext uri="{FF2B5EF4-FFF2-40B4-BE49-F238E27FC236}">
                <a16:creationId xmlns:a16="http://schemas.microsoft.com/office/drawing/2014/main" id="{6C1016B4-65F6-4138-8D30-A40B64EC31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5F7AE866-8BD6-4845-AB11-747AECCC6C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8AB74A82-7602-41DA-91EA-7CA09B775D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4E92FF28-C03D-4369-AA3A-22DA5299F6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1D0D9140-3FA5-4116-9C8B-FA5E182EA2BA}"/>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765F3669-FF8F-4723-A0DA-7367EAE0C52C}"/>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A2860E10-86DD-4D4B-854E-BABDA1102CE9}"/>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921500AF-4071-492E-837B-B9D4B03F52C4}"/>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E7824E79-A19D-4824-960A-37F274B074AA}"/>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E8DA34C1-7617-4F25-81EB-BA3173638E3D}"/>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4E540B87-CC5E-4347-A546-0A19B894B2D2}"/>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8592BCD4-0FFE-46CB-AE77-D5003BA5CB45}"/>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97699352-FB18-4A72-A8B0-C4A93A0CC7C6}"/>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8E5C4706-2CEA-4B95-BF02-2D589DC5530E}"/>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26DCEF8F-C62E-41CA-BA50-BF4B6345EC86}"/>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09B8DCEF-48CD-4013-ADB1-34901322D1C3}"/>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D7ED9CBC-AA27-49C9-8722-B7B2CF1AFB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65329786"/>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7FE5CC0F-2178-4129-96C8-90C4AF568E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1">
            <a:extLst xmlns:a="http://schemas.openxmlformats.org/drawingml/2006/main">
              <a:ext uri="{FF2B5EF4-FFF2-40B4-BE49-F238E27FC236}">
                <a16:creationId xmlns:a16="http://schemas.microsoft.com/office/drawing/2014/main" id="{FD9D39FF-1C44-4C42-AC06-D2B41E5193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Long Context 연구가 말해주는 범위">
            <a:extLst xmlns:a="http://schemas.openxmlformats.org/drawingml/2006/main">
              <a:ext uri="{FF2B5EF4-FFF2-40B4-BE49-F238E27FC236}">
                <a16:creationId xmlns:a16="http://schemas.microsoft.com/office/drawing/2014/main" id="{273E8E5B-3AFF-4057-90C2-BD85EB5B4B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3CAFACD1-2E51-489E-B645-EF5D9A2357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FC078B6F-88C5-4503-B117-14FC7F7ABF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6B95E728-AE49-4EC1-8870-EF389AAE73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A5AB77D6-4819-4C03-AD23-652996BE0E1B}"/>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8EC53704-5200-4E5F-9944-93DCECD95700}"/>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2305E5A9-2D30-4D07-B581-5258DE01A8EE}"/>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8739346A-48A9-435E-A81C-0F92311EBDE2}"/>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4EEEC8E4-7A91-43E0-B61F-1C88F5FC2E31}"/>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1D578077-036E-4579-A448-A9630131AC8A}"/>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0898D638-4A31-4352-B568-DD2C21A56791}"/>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73A29941-537C-4DD7-8754-FC647224996F}"/>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99B0A18B-CD07-43E5-B630-40F711D2E222}"/>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6942972A-E990-41DC-97E3-7074D3D913D7}"/>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EE8F57-54D2-43ED-ACF4-4D8B6CF476D3}"/>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9FFE24E1-4A4E-4D4F-B01F-392360B9001D}"/>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A9AC523B-91CE-4EAD-875E-EE2B7D0E28E5}"/>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8D57A44-C370-45D1-99AE-5BA2384325EA}"/>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A485A8C5-43F2-4638-A718-850B4727B9A0}"/>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36C301AC-B8A4-4497-9E42-E4266088FC20}"/>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35EF0523-17BF-4723-9895-0090658E42A1}"/>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6DCA7C2C-9275-4821-825E-DDDE69BB63E4}"/>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0C3A340-9824-4CCC-B438-7EF8E28D5DDF}"/>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563C188C-3DC7-4FBA-A1BA-459C9F60FF8A}"/>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51A97AAE-506A-4878-8D2B-8262897C7E05}"/>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90A4022C-5285-434E-A570-5F3F45D8DF88}"/>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5443D5C5-D5C6-499B-A428-5305D4275DCD}"/>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761F006A-DAC3-4BD9-ABB6-6102B689FFB4}"/>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D9BB7AFA-FF2B-45F5-8FAC-AEA8A22388BA}"/>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863589AA-FBC9-4304-8C30-CF4117935EF1}"/>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71CB683A-DF0B-4275-8FEA-1299E97C787A}"/>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3A6533F2-4FC9-4B3C-8ACD-B54E8C873A31}"/>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F0BFD3BD-50C6-4ABD-93C7-5170DE64244D}"/>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71A4B2FA-BCCE-45C7-8238-892EF9D4D214}"/>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CCBA8D2D-3E3F-4B02-AAB1-8E4DDD5EBC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95726339"/>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B92542E8-58F9-450D-8297-2EC97726D0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32">
            <a:extLst xmlns:a="http://schemas.openxmlformats.org/drawingml/2006/main">
              <a:ext uri="{FF2B5EF4-FFF2-40B4-BE49-F238E27FC236}">
                <a16:creationId xmlns:a16="http://schemas.microsoft.com/office/drawing/2014/main" id="{C601942C-7010-472D-A040-44C0236CC9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필요한 상세 정보로 가는 길">
            <a:extLst xmlns:a="http://schemas.openxmlformats.org/drawingml/2006/main">
              <a:ext uri="{FF2B5EF4-FFF2-40B4-BE49-F238E27FC236}">
                <a16:creationId xmlns:a16="http://schemas.microsoft.com/office/drawing/2014/main" id="{615C889E-FB20-434D-B7BF-CF2A272082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8452D7A8-BBB6-40C6-BD1F-99ADEF1DD9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36F7A234-69B2-4E04-910E-6E2EFA23EE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4DB36811-9A24-4436-BB4C-B3E72F7313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34E086CB-5248-4C91-A471-4B861BF8EE24}"/>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437C0EA2-2AA4-4A29-9C45-50F6716B1AC8}"/>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AB01C38D-F97B-4F1D-864A-DA099A614A8A}"/>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06A43C5C-6FB8-4BD7-A110-E20B620C9FA4}"/>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253BE7C7-E78E-4222-A026-96A1663B418B}"/>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4DB932A-9E7A-44DA-BEEA-287B22582664}"/>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5EED2A66-A698-40E0-9DBE-346B0A3A719E}"/>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04E55DDA-0C11-4FD3-A56B-5B1AE499198B}"/>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B95BB1C2-ABD4-4F95-8C1B-C58E1922FB20}"/>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13CFC48-138C-4E3E-992E-26E9DE91D7B2}"/>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82EE6E4A-C0C7-44EC-ADA5-01B1ADA43BBC}"/>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31B435B5-E9CF-43B6-81BD-CCE7E98E1A53}"/>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CD8A7AF7-649B-4925-9311-0D12BAC66B53}"/>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809F0A90-EC1B-4AD8-BFF0-AF3F2CCD76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48387348"/>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0010679F-BCB4-411D-8B21-478DB6E239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33">
            <a:extLst xmlns:a="http://schemas.openxmlformats.org/drawingml/2006/main">
              <a:ext uri="{FF2B5EF4-FFF2-40B4-BE49-F238E27FC236}">
                <a16:creationId xmlns:a16="http://schemas.microsoft.com/office/drawing/2014/main" id="{D7186F3B-BF15-408E-A22A-B15D1034FA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Core Context에서 상세 정보로 가는 길">
            <a:extLst xmlns:a="http://schemas.openxmlformats.org/drawingml/2006/main">
              <a:ext uri="{FF2B5EF4-FFF2-40B4-BE49-F238E27FC236}">
                <a16:creationId xmlns:a16="http://schemas.microsoft.com/office/drawing/2014/main" id="{DFDBF65F-E9C3-426F-A51A-C1546BC0CB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3C005F33-2823-4FB2-8D54-05E34B0C85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EB8ED595-7620-464C-BEC6-67508FF859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1550BF4B-0275-40D0-87C9-37CFF3E48F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1B8939FD-5A51-4565-BB6F-0B338D559237}"/>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94F98906-444B-4D55-902A-0737608D6977}"/>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9A3A3562-4F66-4741-9555-0A1A504F9557}"/>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DB717A6B-25EB-4C8C-A9A5-13A6960C3EB9}"/>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55F1D236-AA3A-42D2-9D5D-0BB2BC7B89D4}"/>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1FD6FA17-5455-453F-960A-982BC293C0BF}"/>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39C03A91-E2C0-4118-94F5-E869F21CFF6E}"/>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620FF7FE-1536-4A58-9A51-11D5E95AF49A}"/>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B97C1805-9274-45BA-A03F-C88B3DC24E68}"/>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6746FEAE-A71F-4E0D-89B4-CD56F8EC1139}"/>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F6E0D2DF-82FD-4D89-A75C-988F23AB4879}"/>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CC3D0A4F-5DA4-43E3-9336-4CBA1B251E01}"/>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C907992E-10AA-494C-9C16-73E2672EF682}"/>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2EE0A670-FACE-4455-888E-94697C559205}"/>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3377B7D7-D8B2-4452-A467-F94DB45BFF83}"/>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F8A615CD-9416-4200-8767-C69065161F1C}"/>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82C24823-2CC4-4BBD-A8EE-8B4927213D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06437092"/>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8BAB3C55-05C7-4CAB-B258-EAD863D936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34">
            <a:extLst xmlns:a="http://schemas.openxmlformats.org/drawingml/2006/main">
              <a:ext uri="{FF2B5EF4-FFF2-40B4-BE49-F238E27FC236}">
                <a16:creationId xmlns:a16="http://schemas.microsoft.com/office/drawing/2014/main" id="{C0FFF7B6-9DA6-45FC-9C90-B20FEFCED12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정보를 지우지 않고 위치를 나누기">
            <a:extLst xmlns:a="http://schemas.openxmlformats.org/drawingml/2006/main">
              <a:ext uri="{FF2B5EF4-FFF2-40B4-BE49-F238E27FC236}">
                <a16:creationId xmlns:a16="http://schemas.microsoft.com/office/drawing/2014/main" id="{F548EB53-8B93-4F2C-993F-E6A8775521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9BCBBB1-8A16-4F02-A607-FE1AE42930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E4D01D66-924B-423F-8638-4CF7B0DC7C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11D1C27A-12C5-43F9-9180-95D91CE462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9F81A73F-23A7-4704-B40D-EFA91A6D8314}"/>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9ABF1E27-72CD-4D2E-8481-508A6449F6ED}"/>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993F6BF3-D7BF-483D-9BD2-81A3CD9D6C42}"/>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3701C737-01F8-41A1-84B8-E2B91C910F82}"/>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E99A4B12-B5BD-447C-A00B-499BD099F96B}"/>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7CE4CF59-53A0-44A9-BCB7-A85CF36CA893}"/>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DB04A93F-DEE9-4204-B90C-04C0E07AA7CD}"/>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88DD388D-E32D-4D7A-A3F1-F984E2148D5A}"/>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48DA5ADC-655B-413B-A232-9694B9240E61}"/>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18598F00-6E7F-4CC1-956A-79ECDE23CDA9}"/>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672D345A-3230-4591-A49B-5F47D5968FAD}"/>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3CC8D6DC-0FC0-453C-A135-7BD46D8AF227}"/>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B36DC2AC-1509-4CCF-8A1E-3D2BDADDA160}"/>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61B8D02D-5995-49BD-982B-BE25DA1F10C1}"/>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E05FF343-EDA0-4203-A64D-6113E382C8B5}"/>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B7048F87-B735-4E3F-B8DD-6A27FC3AB9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63408889"/>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AEBAEB54-25CA-4313-B585-72FC260A2D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35">
            <a:extLst xmlns:a="http://schemas.openxmlformats.org/drawingml/2006/main">
              <a:ext uri="{FF2B5EF4-FFF2-40B4-BE49-F238E27FC236}">
                <a16:creationId xmlns:a16="http://schemas.microsoft.com/office/drawing/2014/main" id="{B5FD1E02-4200-44D3-B3A1-F7B10DC0D5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서로 다른 두 Task가 무엇을 읽을까?">
            <a:extLst xmlns:a="http://schemas.openxmlformats.org/drawingml/2006/main">
              <a:ext uri="{FF2B5EF4-FFF2-40B4-BE49-F238E27FC236}">
                <a16:creationId xmlns:a16="http://schemas.microsoft.com/office/drawing/2014/main" id="{65A673F7-5554-4D60-A927-446DC517B0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671EDEFA-560D-4526-A541-C5714B1383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0AD13851-C4DA-4521-B157-0C3CC3B9DA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DAF44B08-D44C-4781-B1AF-0B70033F7B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965992FE-6D8F-4246-A845-B738F35C5C08}"/>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2CD27B13-2F04-4D37-87D3-47E665597DF6}"/>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95418EA1-9DF6-465F-9FCC-AE12432AB27F}"/>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03E2AC5B-E3C8-4015-BAC8-7D9AB3863136}"/>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6030D318-6DE4-44BB-9598-DE6FBC5F919F}"/>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0B90FFE3-C2A9-42C0-84EE-189C71C90132}"/>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4D810565-DF03-42D7-B740-4A37F278CD8B}"/>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E087F6C5-673D-4C25-9002-9AC15AD393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53218072"/>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D6E62731-907F-4E9A-8F29-82C14F3440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36">
            <a:extLst xmlns:a="http://schemas.openxmlformats.org/drawingml/2006/main">
              <a:ext uri="{FF2B5EF4-FFF2-40B4-BE49-F238E27FC236}">
                <a16:creationId xmlns:a16="http://schemas.microsoft.com/office/drawing/2014/main" id="{A9EE831F-2EB1-4384-BF24-C275DC51CB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Crop Task에서 관찰한 접근">
            <a:extLst xmlns:a="http://schemas.openxmlformats.org/drawingml/2006/main">
              <a:ext uri="{FF2B5EF4-FFF2-40B4-BE49-F238E27FC236}">
                <a16:creationId xmlns:a16="http://schemas.microsoft.com/office/drawing/2014/main" id="{FF1255E3-E6B4-4303-A7FD-BFEE1E9816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E9B4088B-37F7-4996-8E0D-D51736B2FE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D50716DE-7549-4F67-8CFF-EF138D2030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5A38FD62-C870-4F41-BE15-3AE379E3F3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4F9BD06E-9D86-4D84-B554-A24B31AC2860}"/>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E236D11A-F033-452A-8C76-1F8870D94439}"/>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2CCA184D-AAF0-4A56-B97D-EE97ED48D299}"/>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AEE7EF73-45C5-4702-9277-92ACB3641589}"/>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CD3288E1-0EF8-4775-8008-B72EF35AEB05}"/>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1C7CCC43-94E2-4D96-84E0-9C84EFB6B122}"/>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5AF07EAA-4EED-4372-9E49-13A504723099}"/>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0E94A10C-6036-4F95-BEBD-C061157AA467}"/>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C28BFD3E-5DD5-4D7B-BCD4-16C9B9259AB5}"/>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535DE539-86FC-4271-97B9-41A8BD0AB88A}"/>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BB3BF4FE-8B58-455A-B87D-9AA8487ABA7E}"/>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B0AF2F8C-8A57-4849-9D67-9AAB2D2EAA76}"/>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734A5E35-A730-4820-97CE-401045AC24AA}"/>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3859245D-3A96-4C02-BD15-DE4BF4161548}"/>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0F67B1A1-AF8D-4C46-8807-069615971247}"/>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8A085170-480B-4C8A-82AF-C6739A03A335}"/>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80824119-57F0-4F55-9F2C-09DE62220642}"/>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0531F1DE-ADDB-4F14-A2D3-BE85E191EC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66659512"/>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7CC5148A-7D0F-4A94-9194-AEC828B282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37">
            <a:extLst xmlns:a="http://schemas.openxmlformats.org/drawingml/2006/main">
              <a:ext uri="{FF2B5EF4-FFF2-40B4-BE49-F238E27FC236}">
                <a16:creationId xmlns:a16="http://schemas.microsoft.com/office/drawing/2014/main" id="{B08461E7-1286-4C36-AA8E-D81A0A2D03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Task별 접근은 달랐지만 완벽하지는 않다">
            <a:extLst xmlns:a="http://schemas.openxmlformats.org/drawingml/2006/main">
              <a:ext uri="{FF2B5EF4-FFF2-40B4-BE49-F238E27FC236}">
                <a16:creationId xmlns:a16="http://schemas.microsoft.com/office/drawing/2014/main" id="{F2329CA9-4140-40C0-84CC-B79BB26144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B554311E-EFAE-4B9D-8C9C-5A004987C6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7A97FACB-2E71-4C61-A25F-12B214FEF6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61A26D7D-E8C5-4739-8276-D977F4CC84A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2A538567-1D53-424A-ABED-2E7875DBDF01}"/>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1B4643A2-AF8F-4BA4-A8B3-DF2FE8097925}"/>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A5B5FBEB-18C8-4863-B767-465C36E8CD73}"/>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5E684579-B757-4681-B4DE-F3887015C745}"/>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917F1404-E239-4EB3-AE88-6DDE5B307833}"/>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6AA10659-E52A-4CA2-A6AC-95660B9B2C85}"/>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F2A0D40A-9B0E-477D-9FFE-32A552739893}"/>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0015BC86-237B-4815-974E-FC2C9EAFC2EB}"/>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855B53ED-48E9-4D0E-8BF0-8E6EE28938CF}"/>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6E483A08-F462-4DA7-9B9D-D05664EC406C}"/>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3A129966-E6F1-4E95-819F-F14F2194EAA9}"/>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470B9B1F-A761-4323-A51C-314BA3F17712}"/>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AE659BE4-3FB2-4135-AB98-3D1287128F29}"/>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DDDBF63E-7CF6-48F2-B27A-68B722624BFD}"/>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55EDE69D-57E9-42E3-8788-1011FA3F9CDC}"/>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225A8E5E-0359-412E-96CB-251C14A5371C}"/>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EDACF166-5036-4D7A-8AAC-0EDE64E5F498}"/>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BFB2AC2A-5932-41FB-B0BC-E4840C0C95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69774241"/>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3CDCEF97-B2CC-404B-83ED-BF168004A6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38">
            <a:extLst xmlns:a="http://schemas.openxmlformats.org/drawingml/2006/main">
              <a:ext uri="{FF2B5EF4-FFF2-40B4-BE49-F238E27FC236}">
                <a16:creationId xmlns:a16="http://schemas.microsoft.com/office/drawing/2014/main" id="{CE5381D9-0EFE-42AE-9FEF-EA2AE1B304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지식은 정리됐지만 절차는 반복된다">
            <a:extLst xmlns:a="http://schemas.openxmlformats.org/drawingml/2006/main">
              <a:ext uri="{FF2B5EF4-FFF2-40B4-BE49-F238E27FC236}">
                <a16:creationId xmlns:a16="http://schemas.microsoft.com/office/drawing/2014/main" id="{942323D7-906B-4E47-9B57-F7CC2D9659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6CD2F184-AA90-480A-B19A-4EDD4E9CDE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C040B5AA-79C6-4CDB-A62D-2611FA24ED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B5E0E2CC-6223-47FF-A84A-29474D7EEF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44EE539F-C7E3-42CA-A6F3-8D4F13E0E794}"/>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EBE59271-87E4-46FE-9CF8-8E342BE0FC49}"/>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32968313-E7B0-46F6-A273-7F5E231E9474}"/>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93FB64F3-9917-4214-BDA2-677A88BBA908}"/>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F27F77F6-C0B9-4759-A6AB-6A9723D1D7FE}"/>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F9C6BF95-FEC7-4DE2-8475-91AEC91AF6C1}"/>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424D1600-699F-49C6-8D70-B386C40CAE61}"/>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FF4786CD-8C7C-4C05-AB4B-7948A6AB13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29542769"/>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56864D58-C98E-4D73-931C-197534DDE1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39">
            <a:extLst xmlns:a="http://schemas.openxmlformats.org/drawingml/2006/main">
              <a:ext uri="{FF2B5EF4-FFF2-40B4-BE49-F238E27FC236}">
                <a16:creationId xmlns:a16="http://schemas.microsoft.com/office/drawing/2014/main" id="{9E517A2D-9E45-44B8-A9BF-59C4F00D8D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서로 다른 Performance Task,&#10;반복되는 절차">
            <a:extLst xmlns:a="http://schemas.openxmlformats.org/drawingml/2006/main">
              <a:ext uri="{FF2B5EF4-FFF2-40B4-BE49-F238E27FC236}">
                <a16:creationId xmlns:a16="http://schemas.microsoft.com/office/drawing/2014/main" id="{6E6C5B46-2F6E-4301-BFAB-68A87F11C05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A17E9E52-891B-477C-94F6-513D26BE22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735152FF-3400-4B94-858A-773D373A57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F1AA4FA9-2BF8-40C7-8CE5-B4167ED6A4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6FD40AE0-9CDA-4334-AF21-A483D996A1A9}"/>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0922EE1D-F335-49F9-BCD6-AC1B700C5E8D}"/>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D618AADD-ED6A-445A-8CF9-3FBA8E7D2341}"/>
              </a:ext>
            </a:extLst>
          </p:cNvPr>
          <p:cNvPicPr>
            <a:picLocks xmlns:a="http://schemas.openxmlformats.org/drawingml/2006/main" noChangeAspect="1"/>
          </p:cNvPicPr>
          <p:nvPr/>
        </p:nvPicPr>
        <p:blipFill>
          <a:blip xmlns:r="http://schemas.openxmlformats.org/officeDocument/2006/relationships" xmlns:a="http://schemas.openxmlformats.org/drawingml/2006/main" r:embed="R5f5ee8dae3744f06"/>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679E0021-C322-4F83-B35C-CE8D7934F43F}"/>
              </a:ext>
            </a:extLst>
          </p:cNvPr>
          <p:cNvPicPr>
            <a:picLocks xmlns:a="http://schemas.openxmlformats.org/drawingml/2006/main" noChangeAspect="1"/>
          </p:cNvPicPr>
          <p:nvPr/>
        </p:nvPicPr>
        <p:blipFill>
          <a:blip xmlns:r="http://schemas.openxmlformats.org/officeDocument/2006/relationships" xmlns:a="http://schemas.openxmlformats.org/drawingml/2006/main" r:embed="R5996bfb381274c7f"/>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DBF26BC-143A-4576-871A-8865DCAE9431}"/>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E2927D32-1E27-4E06-9A14-1E23F0A274F0}"/>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37BF2E45-E91A-480E-B50E-5C3166132F75}"/>
              </a:ext>
            </a:extLst>
          </p:cNvPr>
          <p:cNvPicPr>
            <a:picLocks xmlns:a="http://schemas.openxmlformats.org/drawingml/2006/main" noChangeAspect="1"/>
          </p:cNvPicPr>
          <p:nvPr/>
        </p:nvPicPr>
        <p:blipFill>
          <a:blip xmlns:r="http://schemas.openxmlformats.org/officeDocument/2006/relationships" xmlns:a="http://schemas.openxmlformats.org/drawingml/2006/main" r:embed="R755d9281da9d4ccd"/>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A2C81AD4-FCA5-4F74-AEE8-1A7FE068912D}"/>
              </a:ext>
            </a:extLst>
          </p:cNvPr>
          <p:cNvPicPr>
            <a:picLocks xmlns:a="http://schemas.openxmlformats.org/drawingml/2006/main" noChangeAspect="1"/>
          </p:cNvPicPr>
          <p:nvPr/>
        </p:nvPicPr>
        <p:blipFill>
          <a:blip xmlns:r="http://schemas.openxmlformats.org/officeDocument/2006/relationships" xmlns:a="http://schemas.openxmlformats.org/drawingml/2006/main" r:embed="R18cff9fb65d941a3"/>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4AFCA8C2-03C6-45A6-A55B-F1CC05BAF6E8}"/>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67BB81A3-F34B-487B-AF53-9F9FD9ABED5C}"/>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0AA828D3-E219-49EC-8BC7-2C89308D360A}"/>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C7C84BFC-FFD9-4561-9F07-B0A2CBEB4438}"/>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E33517D5-4F17-45C9-A5EB-26A978CFEE08}"/>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C2A63C08-D26E-434D-A829-A6BD6680CDE4}"/>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05C461A2-7758-4284-AAED-664F2BAF0B7B}"/>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B0468BC4-A142-41F2-8552-1EDE324EAF8C}"/>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41107253-2D3D-480D-87EF-2FEB2D1223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2044303565"/>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D1BE7EC9-37DB-49A9-B096-B680E1EB26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0">
            <a:extLst xmlns:a="http://schemas.openxmlformats.org/drawingml/2006/main">
              <a:ext uri="{FF2B5EF4-FFF2-40B4-BE49-F238E27FC236}">
                <a16:creationId xmlns:a16="http://schemas.microsoft.com/office/drawing/2014/main" id="{69EFD069-B56E-4AE9-AF49-A6CDCAF97A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Project 사실과 작업 절차는 다르다">
            <a:extLst xmlns:a="http://schemas.openxmlformats.org/drawingml/2006/main">
              <a:ext uri="{FF2B5EF4-FFF2-40B4-BE49-F238E27FC236}">
                <a16:creationId xmlns:a16="http://schemas.microsoft.com/office/drawing/2014/main" id="{207401D6-96CC-4FAB-B367-ECBB6DF2C3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D7194ED9-BE5B-439C-9689-F557999192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788F11AB-5A32-4B46-98EC-965D4AF9E4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178AB6CE-31F3-40B4-A6AF-4FF35DCCE0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BF0F9BDC-83E4-4297-81D3-C1659DC2F085}"/>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E02A788D-7BEB-4648-8097-DB2FDF2F2AC9}"/>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4E23A8F4-396C-45AA-8AF2-17D7120CD857}"/>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C2507AB-EF90-49D6-A57A-E7D8F5B642F3}"/>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46C5B7E6-87B3-4824-9D82-177EED9BE984}"/>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1CA3AB17-E780-4E3C-BF79-CE50607E7970}"/>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5F5E9522-5FE0-4342-B84A-D6530B093784}"/>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8F48CF49-6403-4AA0-BB21-AFBE3BB742CE}"/>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DD8BE69D-6C8B-4D2C-940E-A5C0D98F71BC}"/>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429EF76B-D322-4841-B3C4-D1D6534DB6E2}"/>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36E24E35-9BC6-489E-A1FF-A45EDC9D67BB}"/>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0B275C29-4083-4AAC-A405-DF7BB5785CEF}"/>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3951FAAB-0D38-4954-B2E8-D4F2E11918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2559360"/>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4E0E772A-8623-47BF-AEA8-C7D5DD42B1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1">
            <a:extLst xmlns:a="http://schemas.openxmlformats.org/drawingml/2006/main">
              <a:ext uri="{FF2B5EF4-FFF2-40B4-BE49-F238E27FC236}">
                <a16:creationId xmlns:a16="http://schemas.microsoft.com/office/drawing/2014/main" id="{0B8281CF-90C2-4B6E-9F64-87D47BA9CE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Context, Workflow의 역할">
            <a:extLst xmlns:a="http://schemas.openxmlformats.org/drawingml/2006/main">
              <a:ext uri="{FF2B5EF4-FFF2-40B4-BE49-F238E27FC236}">
                <a16:creationId xmlns:a16="http://schemas.microsoft.com/office/drawing/2014/main" id="{DC0B863D-F07D-4F3A-98C1-57926ECB93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6A3023F2-8B0F-4664-8368-E0F134F157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8BCCFE34-EDEB-4D2A-BD74-8A133E497C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CE96D8AE-C60E-44B1-8AF2-15FA7182B8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057EE828-2A2B-4387-8206-34D453D860E4}"/>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E48B9634-218C-406F-884C-7CF1691EBD60}"/>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B586F618-7F72-4916-B685-842F55787B3C}"/>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500C3BAE-AD23-4914-A555-E2CADB49BDB8}"/>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D5090A17-E909-4AED-B1A8-57B252540812}"/>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C2531770-9C26-49B5-8D01-8E75704EC086}"/>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0B8E3451-481A-46EA-B155-279D45411570}"/>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68DD2BEB-F1BB-4358-BD4A-41147B313862}"/>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B4251E41-027C-4355-8EEC-1BCF44CB54E9}"/>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CF2DE42A-BE63-4491-8AA5-8FF2BA08FA76}"/>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60197662-7B63-46EF-98AA-FB37542E36CF}"/>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68E23597-3292-410B-A484-BC0DB1120375}"/>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1B124F2B-E37A-464A-907E-6FE6CD4A24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39036623"/>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461D9A14-B468-45B4-BAE7-DD9E8CC74D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42">
            <a:extLst xmlns:a="http://schemas.openxmlformats.org/drawingml/2006/main">
              <a:ext uri="{FF2B5EF4-FFF2-40B4-BE49-F238E27FC236}">
                <a16:creationId xmlns:a16="http://schemas.microsoft.com/office/drawing/2014/main" id="{BABC69B2-8084-4EF5-9A9D-05ECA2C36F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반복 절차를 Skill로 옮길 수 있을까?">
            <a:extLst xmlns:a="http://schemas.openxmlformats.org/drawingml/2006/main">
              <a:ext uri="{FF2B5EF4-FFF2-40B4-BE49-F238E27FC236}">
                <a16:creationId xmlns:a16="http://schemas.microsoft.com/office/drawing/2014/main" id="{95A3FA88-8A09-4866-8CD6-19207DA0E0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0A2C4372-7D2B-409E-BBA0-9C2B1C79B6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08E7B860-A235-4F2E-B138-CFB5FDAB6F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7F406D92-4C44-4273-BFF6-F57D859911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88617FAB-57CE-4B06-BB01-90212D745A34}"/>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2C91535E-2823-4C7E-90DD-AB7FBA4F001E}"/>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150B564C-0927-45BE-89D3-6F46C9C394CC}"/>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DC7943D5-E9D7-4545-B3FC-BA78E49E27A1}"/>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248194AC-FD5B-423C-8744-3F8D6576EC16}"/>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14CF8EBD-72A3-4C16-94C3-925EC7CDD340}"/>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8A18F9ED-13D1-4680-A925-444AD125AFBB}"/>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CF3581E1-BF91-45BF-8406-940054EAB554}"/>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09E48C21-2D55-480F-9FF7-C6EFD1605883}"/>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6B28C529-A8E4-441F-918E-1F50A61CC3F2}"/>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A0C9C72A-CAA0-44CA-BF97-4D0CE13BCDF0}"/>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A410F6F3-1D61-48B7-8734-69954909B3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09917940"/>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B24129F0-6C81-467C-9E20-448485350A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43">
            <a:extLst xmlns:a="http://schemas.openxmlformats.org/drawingml/2006/main">
              <a:ext uri="{FF2B5EF4-FFF2-40B4-BE49-F238E27FC236}">
                <a16:creationId xmlns:a16="http://schemas.microsoft.com/office/drawing/2014/main" id="{3A81CA23-FD2A-4198-9B90-92183D3929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Skill을 어떻게 발견하고 호출할까?">
            <a:extLst xmlns:a="http://schemas.openxmlformats.org/drawingml/2006/main">
              <a:ext uri="{FF2B5EF4-FFF2-40B4-BE49-F238E27FC236}">
                <a16:creationId xmlns:a16="http://schemas.microsoft.com/office/drawing/2014/main" id="{37BE233D-2FB5-442D-B882-FF712983EC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EEB8602F-5B3D-4362-9693-7DAFA67E3E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758CFC8A-DF6B-4CE6-863A-70533C795A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645BB083-E024-4132-964A-D9FAD872EE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7C790BD5-E4BA-46CB-8160-BCB3AD8C56AD}"/>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3388DC53-D822-409D-B84A-A0E16889D0D5}"/>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95171A28-7CEF-4F76-BD1D-51FDD77E9B6E}"/>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645BFE52-0662-4582-8A77-599CA4A7124D}"/>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1CAD3BDD-4354-467E-B7D6-0B2A37D043F7}"/>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9610933F-663D-4A8B-BD7D-6B1AB162FFC0}"/>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792DBFF3-05D4-4CF0-B898-EE7AF69CBC13}"/>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4E9F9EAB-3F56-4F61-AD24-891F404E9B41}"/>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6EBD22F9-294A-407C-B64C-47F3C4EF2713}"/>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C7975525-1C0C-42D2-8C57-47DBC51595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94919318"/>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887B3FCC-E578-4149-BF82-97F2221A9A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44">
            <a:extLst xmlns:a="http://schemas.openxmlformats.org/drawingml/2006/main">
              <a:ext uri="{FF2B5EF4-FFF2-40B4-BE49-F238E27FC236}">
                <a16:creationId xmlns:a16="http://schemas.microsoft.com/office/drawing/2014/main" id="{6911BE1A-AD1C-45BE-B087-594C546A3F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절차의 책임이 Prompt에서&#10;Repository로 이동">
            <a:extLst xmlns:a="http://schemas.openxmlformats.org/drawingml/2006/main">
              <a:ext uri="{FF2B5EF4-FFF2-40B4-BE49-F238E27FC236}">
                <a16:creationId xmlns:a16="http://schemas.microsoft.com/office/drawing/2014/main" id="{F2B6ECCE-1BF6-40CA-8CC5-0FD74B70CED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70EC0397-C5FF-4306-8461-5FFECB599F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588F4C94-FA47-4855-8FA9-377F45DF39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DDD6D50E-33C1-419D-AEDF-64BBB59055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874982C5-D97E-40ED-9FBC-B0CFA5043D5C}"/>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83EB7786-2B57-4D13-A2AA-7F24E899DDA2}"/>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E50423AF-2D99-4D6B-9F2D-6ED85374A89E}"/>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CCB7185-828B-4EB5-816D-741A76382934}"/>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2418D23B-CF80-45ED-A214-211B4A21725C}"/>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40447666-31EE-4D51-994A-1D5F9C15445C}"/>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3FB7EF97-B770-438A-9024-3EEB501E2818}"/>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4F8DF092-3CB0-40B8-A62E-638A142A9799}"/>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26AB90BD-84A0-43D1-A9D8-275556E304F6}"/>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8708BEE4-3EF0-4C1B-9ACE-F261C83A42D4}"/>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D52EBDA1-8FCE-445F-9ED6-203DFEDEB231}"/>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FD3DB9B6-10F3-4B4B-8BC2-5195B7194D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96393375"/>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2FFCB121-9610-4736-BB39-D91B651FC9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45">
            <a:extLst xmlns:a="http://schemas.openxmlformats.org/drawingml/2006/main">
              <a:ext uri="{FF2B5EF4-FFF2-40B4-BE49-F238E27FC236}">
                <a16:creationId xmlns:a16="http://schemas.microsoft.com/office/drawing/2014/main" id="{56E941A2-EF2C-416C-87C7-F889CE8F7E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답을 담지 않는 Workflow">
            <a:extLst xmlns:a="http://schemas.openxmlformats.org/drawingml/2006/main">
              <a:ext uri="{FF2B5EF4-FFF2-40B4-BE49-F238E27FC236}">
                <a16:creationId xmlns:a16="http://schemas.microsoft.com/office/drawing/2014/main" id="{DC962527-70E8-496C-9F15-60E324A9BE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78829037-089D-4AD5-869A-C0300F298C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255265F1-6DF6-4A7C-809C-0D1DE72B55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169646F3-7EFA-4D42-882C-D6A9E78E33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D7D94ECC-A2E9-4105-9682-5915E33CF3DB}"/>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D44CB4CE-E51A-42A2-A29F-6E9D300C2AD7}"/>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1E66D89A-B666-4C2E-80B0-5DF080D6E214}"/>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EF33167D-371C-45B4-BA3E-BD67AA47AEC7}"/>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87FD28BC-A779-4BF2-BF8A-40532BBF5378}"/>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4971D92E-49DE-42E6-8AA8-E7EFB3D5B412}"/>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8CCBBDC2-EA19-488A-AB76-57C4A9EF1BA3}"/>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2604DB7A-79F9-4628-B3B6-7E8112225158}"/>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2292B833-30CD-4B86-B1CE-99922AAFFBDB}"/>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D6795FEE-6BC3-4052-A0F1-D68EF0DD18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745830310"/>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C069532D-A465-4886-8EB6-4792EAF0DD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46">
            <a:extLst xmlns:a="http://schemas.openxmlformats.org/drawingml/2006/main">
              <a:ext uri="{FF2B5EF4-FFF2-40B4-BE49-F238E27FC236}">
                <a16:creationId xmlns:a16="http://schemas.microsoft.com/office/drawing/2014/main" id="{1FA5E0ED-92B0-4B7A-82F5-D7C96CCE59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측정으로 후보를 고르다">
            <a:extLst xmlns:a="http://schemas.openxmlformats.org/drawingml/2006/main">
              <a:ext uri="{FF2B5EF4-FFF2-40B4-BE49-F238E27FC236}">
                <a16:creationId xmlns:a16="http://schemas.microsoft.com/office/drawing/2014/main" id="{0A295BCD-9711-43A7-A751-5C72B4B9E5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9DDD2BB5-D281-430B-B91B-078171D198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D2B62F23-7D0E-4503-AD50-2CECC6DBA5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E8840442-CF72-4A08-80B9-95A7ABB433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13AE9821-2FF8-4E9F-96F4-5E7E5E90FD52}"/>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C90735F2-5C27-4F53-8F3F-E9F7EBFBAAF7}"/>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D87D0531-83C6-411D-B25A-ADD6B3626965}"/>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9B72AA88-76D7-4E8B-A941-19D835F23D3E}"/>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15A33AAB-24CC-47BA-8C7C-53AEBBC4E0CC}"/>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2AAE0F1F-9B1B-413F-8690-81C0AF90C245}"/>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8F693DCF-5F25-4DFF-9ED1-6BE268368BA5}"/>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9AB478F1-B3EB-4F88-B706-F77B2C78B73C}"/>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EDB527B6-704D-48D6-8FC0-9E949EE1AC91}"/>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AF9015F7-5073-4469-AB0C-918CACA8F11B}"/>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FAA2F5C4-F50B-4331-A011-92A2FE4E34F3}"/>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719500B7-B01B-4815-9DF2-4C3685C959E7}"/>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4AF2A416-402A-44CD-9D4C-73CC60DF57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555315343"/>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C749FE58-235D-49CE-ACD2-10976EEA36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47">
            <a:extLst xmlns:a="http://schemas.openxmlformats.org/drawingml/2006/main">
              <a:ext uri="{FF2B5EF4-FFF2-40B4-BE49-F238E27FC236}">
                <a16:creationId xmlns:a16="http://schemas.microsoft.com/office/drawing/2014/main" id="{A125EF75-DBCA-496D-B33E-2B7D5C7051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Working Harness Success">
            <a:extLst xmlns:a="http://schemas.openxmlformats.org/drawingml/2006/main">
              <a:ext uri="{FF2B5EF4-FFF2-40B4-BE49-F238E27FC236}">
                <a16:creationId xmlns:a16="http://schemas.microsoft.com/office/drawing/2014/main" id="{1F352E4B-B5BE-4FB3-8389-C38F508C5B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9D2CE9A6-7FBC-4C63-A661-718546D5FB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E7427897-29A5-4266-A5F1-2121BB88B3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43C5BB5B-4D66-46CC-BA89-2F1A403104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BC8BDD3B-1566-4B3D-A63C-5B585310F5A5}"/>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C1EFAC13-B8FF-4B40-ABB2-0711C15A66F7}"/>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BECF4A82-C881-4CB5-AFAD-ECA5A478EDF8}"/>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4CBA9CAD-10C1-4E01-898E-805EE52834CD}"/>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04e6336a9dbf4391"/>
          </a:graphicData>
        </a:graphic>
      </p:graphicFrame>
      <p:sp>
        <p:nvSpPr>
          <p:cNvPr id="11" name="">
            <a:extLst xmlns:a="http://schemas.openxmlformats.org/drawingml/2006/main">
              <a:ext uri="{FF2B5EF4-FFF2-40B4-BE49-F238E27FC236}">
                <a16:creationId xmlns:a16="http://schemas.microsoft.com/office/drawing/2014/main" id="{A414B446-318C-49C9-92C6-C3673B9CC636}"/>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B3C1D9DA-7001-471E-B51F-2E419C6AB627}"/>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B0915A42-B2CD-40F9-9708-0B5020ACEFDB}"/>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140A73F2-AD1B-4E21-A64C-AC5B5C389A74}"/>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A9EFE199-60AC-403F-8458-53B2BEEE5875}"/>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30628D76-C0CB-4FC2-9D0C-425DD727D7DF}"/>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DC3BD434-F92D-4794-8046-1C5CF8AC9478}"/>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EA78AEB2-70EA-47EF-9FED-4FC40DC8271E}"/>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559701AA-73D8-4210-B0E7-78056947EDB5}"/>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6DA0BFE1-CD8E-4515-AD87-66430F3BCF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605792213"/>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79035DFC-0D86-41AF-BD4E-684E3C093F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48">
            <a:extLst xmlns:a="http://schemas.openxmlformats.org/drawingml/2006/main">
              <a:ext uri="{FF2B5EF4-FFF2-40B4-BE49-F238E27FC236}">
                <a16:creationId xmlns:a16="http://schemas.microsoft.com/office/drawing/2014/main" id="{2A853AFC-5156-44D7-8997-7FCC0E87B1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이 작업에 Subagent가 필요했을까?">
            <a:extLst xmlns:a="http://schemas.openxmlformats.org/drawingml/2006/main">
              <a:ext uri="{FF2B5EF4-FFF2-40B4-BE49-F238E27FC236}">
                <a16:creationId xmlns:a16="http://schemas.microsoft.com/office/drawing/2014/main" id="{99322B8E-9595-4E8F-B2FF-2556352331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3573F7B7-3FDD-4467-8663-6A39C3BDB0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2A5741F9-48DC-4C33-8C67-D043F80E9A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F9107E18-4423-488D-8544-AA620B2A6D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13CD6553-D4B1-4E2C-A9A9-6ED6F0962E0E}"/>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15BA21D2-4692-4154-BFC1-506D2A4B4CFA}"/>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391215F2-6A2E-47BF-95B0-85A2751774EC}"/>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E39905DA-4868-4320-BD03-5F18D4F65316}"/>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79D16E7-425D-42EA-B701-88822B179731}"/>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5250BABF-E4C3-48AE-8874-BC76A693BF2F}"/>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A957DA23-A6DE-45BF-90FF-4BDDA397976D}"/>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2E7D1618-EF6C-4929-AFD4-A5B91D519B51}"/>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A8E39C4-3EFD-4989-9472-BC4F7260DB4B}"/>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BC3741AB-F1BA-42D2-894F-53EAD5FD1CCA}"/>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CDB6641F-AB5D-4A55-933F-990A12D68C26}"/>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DFD79313-1E35-45F0-81A9-37F492F2F9B6}"/>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7DC62ED6-0EE1-4B13-8DC1-DCE70CEB0905}"/>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7974CDDD-F6A6-4C10-9E44-2A61D8459A43}"/>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35967E50-1280-4683-BD2C-15125C4C3A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4119714"/>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A7880F0F-FB80-4D07-88F6-D880151396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49">
            <a:extLst xmlns:a="http://schemas.openxmlformats.org/drawingml/2006/main">
              <a:ext uri="{FF2B5EF4-FFF2-40B4-BE49-F238E27FC236}">
                <a16:creationId xmlns:a16="http://schemas.microsoft.com/office/drawing/2014/main" id="{A4780762-AF06-47C9-9429-B22291D33F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Subagent를 고려할 조건">
            <a:extLst xmlns:a="http://schemas.openxmlformats.org/drawingml/2006/main">
              <a:ext uri="{FF2B5EF4-FFF2-40B4-BE49-F238E27FC236}">
                <a16:creationId xmlns:a16="http://schemas.microsoft.com/office/drawing/2014/main" id="{30160083-71C5-48F6-A1C0-247B004C85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8A910D5F-C8A3-4763-9031-C1C0EA5414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FD66D49F-86B2-4806-A10B-FCDB75C2EB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74AC8302-290A-4F4E-91BD-F15AD6074C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2B09FF64-A4E4-49F6-9EFB-835B257DBA2E}"/>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1D38C340-A8C9-4733-81D9-F76417F7586E}"/>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631767D0-E194-4CF6-A62C-498A402BE657}"/>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2FB1CE00-C112-40E1-9DBD-4A9824980D06}"/>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F17E1F2D-A396-4BDD-AB83-30DF9F64BF9A}"/>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E3B9B29E-91E0-4B10-B9F1-252B5931ACEB}"/>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A73E55E2-5A7C-4E50-81C3-EE6A56E9D9AB}"/>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81B005C2-086A-47E6-A624-EEEE78D4100D}"/>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3FC414D3-CEE3-4AC5-9D1E-A4B606B41ED8}"/>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AB8F773E-3C0C-46EB-91C0-7DF2012B396B}"/>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19AEC239-982E-4682-8353-700D19A01628}"/>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1D7C3472-78C6-4AD1-BC3B-E37B76EC9EAA}"/>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F4C1BDF7-A0E4-447C-A5C9-5F5634C37BDE}"/>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94E1965F-736A-4383-BBCD-19A6B1566270}"/>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64081917-382C-4466-AE8D-E8A8D30F43E4}"/>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8EEB8849-00BC-4653-B231-ACF1EFA122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50782662"/>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77ABA493-BDF7-478A-8658-DF33CB06A84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0">
            <a:extLst xmlns:a="http://schemas.openxmlformats.org/drawingml/2006/main">
              <a:ext uri="{FF2B5EF4-FFF2-40B4-BE49-F238E27FC236}">
                <a16:creationId xmlns:a16="http://schemas.microsoft.com/office/drawing/2014/main" id="{970E73FB-C2BD-4C76-92B6-59EB80C9A2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무엇이 다시 찾기 어려운 지식인가?">
            <a:extLst xmlns:a="http://schemas.openxmlformats.org/drawingml/2006/main">
              <a:ext uri="{FF2B5EF4-FFF2-40B4-BE49-F238E27FC236}">
                <a16:creationId xmlns:a16="http://schemas.microsoft.com/office/drawing/2014/main" id="{92731670-5A2B-42CC-A2DA-8B1B29858A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18CC8E7D-1895-4DC7-AE14-6870F9CF2C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767790B9-F2B0-4D16-B1A3-0B43C1F18F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D639A61B-A437-43F3-B389-2559E36183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F2391C43-CC7E-4AFE-BCF5-D3DF416ECA90}"/>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91010816-0587-461C-959D-3B5D1D37E15D}"/>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7B104733-9F53-4553-818C-63DEA8FCB29A}"/>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8B6809B7-C6A8-4E2C-8448-62B900894759}"/>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A8CEA890-E5A3-4AA2-83FF-13EEBDAFAADA}"/>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46AB7662-0C7B-4C13-B3CD-DF97812B0B43}"/>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6BBD72EC-5E77-4920-864F-4CE43D3C8CD4}"/>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01B8F3AF-4285-409A-97F5-0F0E024EBA8C}"/>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5335E08A-5201-4F6E-9D85-459559D3E7B3}"/>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26B895FB-FB5E-43D5-BC67-4DA499C40953}"/>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9E857179-4887-43FD-8D71-ABD7D85AE08D}"/>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A10C3F83-CE32-4676-96AF-7F377F687671}"/>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94A43D92-02B6-48A7-B011-D8A1E47A2FE8}"/>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460A67FB-4E0A-4BA6-8EAD-6ECA4464B7FF}"/>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6EDE27B6-719F-4F5A-89ED-5E4AD7BCF55E}"/>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2EE28C22-A492-4CCD-B4C7-0E6A5E4C6697}"/>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20D309B2-7E70-4B4A-BB2F-21FBBD8D9D1A}"/>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C5CA501D-F9FD-4B42-A7BF-F74695A3C20C}"/>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07B90579-0821-4A34-A97F-57F17607B2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2046173"/>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EE1D5B6E-9E1F-40FC-B3AD-6261CD5F79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1">
            <a:extLst xmlns:a="http://schemas.openxmlformats.org/drawingml/2006/main">
              <a:ext uri="{FF2B5EF4-FFF2-40B4-BE49-F238E27FC236}">
                <a16:creationId xmlns:a16="http://schemas.microsoft.com/office/drawing/2014/main" id="{2D26E396-E3E0-4A8F-ABA8-093E723797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Memory는 재발견 비용으로 판단">
            <a:extLst xmlns:a="http://schemas.openxmlformats.org/drawingml/2006/main">
              <a:ext uri="{FF2B5EF4-FFF2-40B4-BE49-F238E27FC236}">
                <a16:creationId xmlns:a16="http://schemas.microsoft.com/office/drawing/2014/main" id="{F060F192-69E1-4189-890F-CF864E3B9B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9E4E78FE-D249-4E1F-B58E-2CF6C0D83E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550FF9C4-651C-4824-A444-A213EDEC5E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61279551-866C-44BE-BE96-B70C77922B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DA652EE1-4B09-4039-A081-A1BF6C7D5CB9}"/>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95A5E700-6547-4105-9667-72CB1B1719EC}"/>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3E12AF61-3828-4B5F-BD89-5AC7DB2801A8}"/>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895E5D7B-BEBD-45C1-9A7E-2C02CC6BD54A}"/>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633E852B-B060-4ACF-8A89-4D966DB770B6}"/>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924AB390-2774-4A4B-A059-0AA9075C192D}"/>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890AEF46-8B10-4ADE-98AF-DB1A9F32B363}"/>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36942EF4-C58F-4CC6-B528-EAC350D27C43}"/>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4C7A7763-CF64-4F8A-A324-29AE1C0204A1}"/>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851108E2-4D3D-4388-B73F-E0F37F8B0487}"/>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0FD0B162-F7A3-4077-8D78-B27D69E47F5A}"/>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60F9B71F-C977-499D-A999-C01A27A0637B}"/>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ECDAF65F-D1B7-4993-AF6A-A8DA910CBCEA}"/>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181156D5-D0AA-4FEB-812B-BFD8A65A87C4}"/>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15A1D0F7-3AA4-43AD-806E-C32295DCAD4D}"/>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1CBD27B1-A3DF-4506-B7D5-A22C153550CC}"/>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5FCE9BB6-531B-4899-8DED-62C7797CE8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00549958"/>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C3D908BE-A052-42E5-8C79-7DF2CD9C51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52">
            <a:extLst xmlns:a="http://schemas.openxmlformats.org/drawingml/2006/main">
              <a:ext uri="{FF2B5EF4-FFF2-40B4-BE49-F238E27FC236}">
                <a16:creationId xmlns:a16="http://schemas.microsoft.com/office/drawing/2014/main" id="{22B79A96-A1F3-4112-9102-314624A5BB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Minimum Effective Harness">
            <a:extLst xmlns:a="http://schemas.openxmlformats.org/drawingml/2006/main">
              <a:ext uri="{FF2B5EF4-FFF2-40B4-BE49-F238E27FC236}">
                <a16:creationId xmlns:a16="http://schemas.microsoft.com/office/drawing/2014/main" id="{E07639A1-51F9-4515-8B50-3A586C8026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049AAA1D-90EC-44E3-8245-F6800051AF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59500F06-0024-4271-A8D8-96302E0D07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C8D1632D-514A-4288-A5D1-2D268F48D8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FD08A56E-848A-47B1-8116-AFB6B833F7AA}"/>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16B4A43E-0DD0-49AA-9105-8B8DDEAA0535}"/>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593C26DC-90F9-42A0-AA6F-BE01D7084ED6}"/>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B0EFCFD9-6EFC-4A57-A093-95F1DD9F40E0}"/>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8C306F91-AE33-40A8-8E4D-1BBBA89F845D}"/>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4FF537E6-1C18-4EA3-B7FD-56C6FAECF8FB}"/>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8AD4D2AD-7AF2-480E-A355-47A4D1F0EB6B}"/>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5920EDC4-BA3F-4CE4-8EFA-CD0DEF25CC1A}"/>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51055915-6120-4787-A443-43A19415F56A}"/>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2A595C4E-A8EA-45E6-93FC-106357E05FE6}"/>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CAB71B9E-102A-4CE3-BCFA-64FC009E5A32}"/>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3AE7E253-97DC-47CA-85AF-FD38F0CE115F}"/>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AD1B9C7A-1A7A-42FC-A299-A69DD02A4F83}"/>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555FAE8B-F6CE-4D57-B466-94249EC27BB0}"/>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7A8D10A3-D39B-4E43-971E-42B7A0254E11}"/>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37760408-0159-4D4D-9B93-6E0FC13BFFAB}"/>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9F0CF1A2-8A34-40A8-8238-1BDC0B952366}"/>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53B2CA45-0861-4315-B145-E01F9EFE94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63702893"/>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66F200EA-626D-441A-B561-1246FE3AF95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53">
            <a:extLst xmlns:a="http://schemas.openxmlformats.org/drawingml/2006/main">
              <a:ext uri="{FF2B5EF4-FFF2-40B4-BE49-F238E27FC236}">
                <a16:creationId xmlns:a16="http://schemas.microsoft.com/office/drawing/2014/main" id="{E9E492B2-5D54-4142-909B-AD629170A1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Harness는 작업 환경 설계다">
            <a:extLst xmlns:a="http://schemas.openxmlformats.org/drawingml/2006/main">
              <a:ext uri="{FF2B5EF4-FFF2-40B4-BE49-F238E27FC236}">
                <a16:creationId xmlns:a16="http://schemas.microsoft.com/office/drawing/2014/main" id="{5C921D6B-495E-4263-98D4-3FDB1EF2B5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29BC933A-ADDC-4B49-AE23-17169169E5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84A90CF8-B63C-4062-A141-B82BAB91D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0DBAF0A7-4B34-4917-BE41-D275CA0520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41373FCA-5291-47DD-A047-724FE800B795}"/>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6E9CAE67-DBB3-4366-BCC0-5BAB2DA19C04}"/>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275512F5-CCCF-44F0-ADD9-6FCA2CBAA26F}"/>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7DF56C83-F79A-4D8C-AFFA-5308868EC892}"/>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8828A835-E9CD-4E17-98D7-CCB569C93389}"/>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96B13AB6-02C9-4774-BA36-CF2BF9D92DFA}"/>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F712081-0ABB-4300-A7D0-A4E92C5C9281}"/>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488378A-26B7-40EF-AA4D-FB65CF4865A4}"/>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44DCAF83-3C18-49CB-8F9C-CE5F5C059AEB}"/>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B931F66F-DF51-4C69-B332-C7D11215E0EE}"/>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B1A9B6BE-72AE-4515-88DE-87FB9993DB45}"/>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604442E1-CA36-4913-A993-A31DDEF2FF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38390958"/>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DAC90416-806C-4FEE-8A39-39A09895EF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54">
            <a:extLst xmlns:a="http://schemas.openxmlformats.org/drawingml/2006/main">
              <a:ext uri="{FF2B5EF4-FFF2-40B4-BE49-F238E27FC236}">
                <a16:creationId xmlns:a16="http://schemas.microsoft.com/office/drawing/2014/main" id="{12342A48-8D35-4626-88EC-840F2602A1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Repository 밖의 환경도 결과에 영향을 준다">
            <a:extLst xmlns:a="http://schemas.openxmlformats.org/drawingml/2006/main">
              <a:ext uri="{FF2B5EF4-FFF2-40B4-BE49-F238E27FC236}">
                <a16:creationId xmlns:a16="http://schemas.microsoft.com/office/drawing/2014/main" id="{B1B8B328-68D3-4A36-B979-0AFE2530E2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2C057DC2-D1E4-4552-8D75-55C37BFAA1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CBD1AD0-9CC7-47F0-AED5-EA6F86E7460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607581FD-3FDE-47EE-8712-66AC7E8376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93B598E1-3237-4C4B-94E5-3E55E43847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9A537BEC-9F53-4EDB-A872-2F5CA4852147}"/>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72B3527A-F43C-43F7-B141-D9AD1D6BE8F7}"/>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F4E4DB9F-D1C8-4FE4-8A25-3FD4FCA5450D}"/>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D80F3AD5-096D-47F4-8C4C-AF01614F243C}"/>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03224A6A-4642-4A3E-98AA-CA5A87E59B5D}"/>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E8A42663-0883-4C25-8D63-344FCE5AF2B7}"/>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624A256F-2F0E-45B8-AB55-D09BB8F9877B}"/>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F3CDDA67-2D60-4753-9D06-F423A81995AB}"/>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EB535D8B-7C37-4726-9497-92E8A3CC83D8}"/>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67D5120C-EA2D-483C-8510-F3840EBB4672}"/>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CEC43365-DD7F-4172-9BE9-D67F3E3F2330}"/>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AC831DAC-CBC1-436B-8E5B-C670EC30CCD4}"/>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5063AF6A-9D35-47AB-A865-FC60C05EB92E}"/>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D780144F-0E23-47A6-A317-1F043FA968B8}"/>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91A21786-9CC5-4E27-9719-C157F8ED2705}"/>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DE64A594-79FC-485E-9731-D12B3B4CA2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921200371"/>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378A88E8-B9E3-4575-8AAB-6AB8C734B3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55">
            <a:extLst xmlns:a="http://schemas.openxmlformats.org/drawingml/2006/main">
              <a:ext uri="{FF2B5EF4-FFF2-40B4-BE49-F238E27FC236}">
                <a16:creationId xmlns:a16="http://schemas.microsoft.com/office/drawing/2014/main" id="{9794B621-75E3-455B-8F6B-1460BA9C45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Engineering Pattern은 C++에도 전이된다">
            <a:extLst xmlns:a="http://schemas.openxmlformats.org/drawingml/2006/main">
              <a:ext uri="{FF2B5EF4-FFF2-40B4-BE49-F238E27FC236}">
                <a16:creationId xmlns:a16="http://schemas.microsoft.com/office/drawing/2014/main" id="{2FA744C1-267F-4177-AEE4-2AD6D9C5B65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97690AE7-DF61-4A64-8231-A6185BB29E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D5AB4821-1DC5-4CAC-B85A-F48F4F07F2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408BA02A-1876-4526-896B-0985B47025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9C41472A-A670-46B3-8B54-D9EF9E1FE363}"/>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5102D784-833E-4E34-96C4-49E9B196D741}"/>
              </a:ext>
            </a:extLst>
          </p:cNvPr>
          <p:cNvPicPr>
            <a:picLocks xmlns:a="http://schemas.openxmlformats.org/drawingml/2006/main" noChangeAspect="1"/>
          </p:cNvPicPr>
          <p:nvPr/>
        </p:nvPicPr>
        <p:blipFill>
          <a:blip xmlns:r="http://schemas.openxmlformats.org/officeDocument/2006/relationships" xmlns:a="http://schemas.openxmlformats.org/drawingml/2006/main" r:embed="R08b10ad93bd345f2"/>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E2911C05-4B50-4E56-B3E8-E6D91B7CED70}"/>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984288A1-0DA2-4B14-918C-0C84956616D2}"/>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9492423D-94B1-4734-AAE7-5214D943817A}"/>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95389EAD-C51B-4D39-869A-B968CBB762DB}"/>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9E30FBFE-A465-441D-9B16-8A937295775A}"/>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AC8B9145-3BCF-41E9-967B-8FE84102A994}"/>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476C0A1E-A6A9-45F3-8F14-F4220815922D}"/>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4F107F21-7523-4DE5-A0AF-99410570C3E9}"/>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D16062C2-4278-49F5-B63A-ED0F7D8525FF}"/>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4755AC2F-7A82-4FC4-B7A7-C3D3A4F6EAED}"/>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A7B74913-B4DF-4031-9E8A-84A0956A6A40}"/>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BF1C43D5-214A-4D64-B64D-9F19B6E8D472}"/>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55C703A1-FC84-4E4B-AED7-EAC0008486E4}"/>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2DB98F6D-0454-45F2-B9CC-4E3EDF4D8E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69083272"/>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DE9830E2-8F60-4322-99DC-EED397CE7A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56">
            <a:extLst xmlns:a="http://schemas.openxmlformats.org/drawingml/2006/main">
              <a:ext uri="{FF2B5EF4-FFF2-40B4-BE49-F238E27FC236}">
                <a16:creationId xmlns:a16="http://schemas.microsoft.com/office/drawing/2014/main" id="{9483DE1A-BC73-46DF-983D-351CA96D51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필요한 구조부터 질문하기">
            <a:extLst xmlns:a="http://schemas.openxmlformats.org/drawingml/2006/main">
              <a:ext uri="{FF2B5EF4-FFF2-40B4-BE49-F238E27FC236}">
                <a16:creationId xmlns:a16="http://schemas.microsoft.com/office/drawing/2014/main" id="{7F694C05-3F7F-4087-B3E7-9A947192CB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C1DC5C12-20F3-4FCF-8B2F-0C49B6844C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C47E8E7C-F308-4BF9-AC76-94D939F316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B9CEF923-80CD-4A51-A5C6-A83DEE593E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4D566079-7929-49DE-BBC6-96CB624D6A1B}"/>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AC7CCF33-2B32-4DBA-A798-BE07E86B005A}"/>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E5844A8B-2762-4329-A67B-2C1CA1D67CC5}"/>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5312B975-C320-413C-AF02-D4C8720F5863}"/>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358AFA1F-D2E1-44AF-8F70-A2C4760F243E}"/>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06EFCBAF-4D9E-4B7D-AB9D-E68AA0D88C81}"/>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36411751-5EEF-4175-91EB-FBA4D78FCA10}"/>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9857F1C1-4165-43DE-B648-88F82E542C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50506270"/>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4B5304E7-E8EA-48DD-812E-72F78D6D12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57">
            <a:extLst xmlns:a="http://schemas.openxmlformats.org/drawingml/2006/main">
              <a:ext uri="{FF2B5EF4-FFF2-40B4-BE49-F238E27FC236}">
                <a16:creationId xmlns:a16="http://schemas.microsoft.com/office/drawing/2014/main" id="{29EE6626-B424-4802-B3FD-BE90ADC39D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여기까지는 잘 동작했다">
            <a:extLst xmlns:a="http://schemas.openxmlformats.org/drawingml/2006/main">
              <a:ext uri="{FF2B5EF4-FFF2-40B4-BE49-F238E27FC236}">
                <a16:creationId xmlns:a16="http://schemas.microsoft.com/office/drawing/2014/main" id="{34C8363F-A2F9-4D28-AB31-B9A491FDAE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E634BE76-0E28-4612-872E-484DD128B8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AD40A23B-2342-44A9-9815-CEADA65189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0C2A3B73-6D36-4316-8E4D-87DD7A8FB06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9D200350-543B-4F88-AAAB-68B67B971DA0}"/>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BADE6AB1-D679-4436-92A9-991E89074A10}"/>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94AF2053-3D91-4B98-AD22-550B87824552}"/>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CCDAE448-88CB-494C-A1CB-E8A9D3487EF0}"/>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1522D8C4-36CE-4101-966D-E44BF08B0F0D}"/>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0C62E9C3-5D7F-4C2E-960F-219CFEF8D569}"/>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562EB656-8DB0-498C-A53E-DD3040925BF9}"/>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6CDCEC49-20BD-4988-93A9-49EEB94F58B5}"/>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BF962086-FDD0-4B40-9D1E-4A74DAF4A4DD}"/>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0CB00873-EF53-4009-A3AB-2EC0F7BF8019}"/>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5165D8A1-2801-40B5-A833-AD541E359370}"/>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58FD856F-78A9-4659-8925-F5D3E5D869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19251936"/>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01AA3A24-0AAA-4BBA-8F93-FAEC26FD94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8">
            <a:extLst xmlns:a="http://schemas.openxmlformats.org/drawingml/2006/main">
              <a:ext uri="{FF2B5EF4-FFF2-40B4-BE49-F238E27FC236}">
                <a16:creationId xmlns:a16="http://schemas.microsoft.com/office/drawing/2014/main" id="{6886E248-7B20-47AC-994B-1C12DE9E7B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개념 사례: Project와 Workflow는 현재 맞다">
            <a:extLst xmlns:a="http://schemas.openxmlformats.org/drawingml/2006/main">
              <a:ext uri="{FF2B5EF4-FFF2-40B4-BE49-F238E27FC236}">
                <a16:creationId xmlns:a16="http://schemas.microsoft.com/office/drawing/2014/main" id="{FB4B4F8D-E6A8-4F44-9DE4-750200724D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CF7E6146-3F6F-480F-BD82-BEA1A9911B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2098B06B-D742-4A81-B6D3-F55B7CE796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917AF74D-3C01-4888-A589-7E42E3D580D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409C8B6D-8990-4C47-BFA5-34E09A2B5602}"/>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7E990BEC-7B70-4CF1-8449-CEB4F6A18D5B}"/>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D513A5A5-D4CF-43C2-B039-C5F5E0C7B250}"/>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F9878166-D0FA-4F61-B9B5-7E4BAAF15371}"/>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DB33CACD-DD29-45D9-B51E-24789FC145E1}"/>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8157727B-3389-48DD-ACD4-87D4014CFBA1}"/>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4C6FE1E9-2C8D-4CBD-8A01-51AA0F9D99EC}"/>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64E81DB3-541B-4A73-982C-5B87CCB699A4}"/>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1457E873-CC16-4FA3-A918-3094DB0C1099}"/>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A36A7546-303F-4714-A2E9-33FAC5F420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1510011"/>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DF1CD23D-FA83-4ECF-893F-94AED226DDB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9">
            <a:extLst xmlns:a="http://schemas.openxmlformats.org/drawingml/2006/main">
              <a:ext uri="{FF2B5EF4-FFF2-40B4-BE49-F238E27FC236}">
                <a16:creationId xmlns:a16="http://schemas.microsoft.com/office/drawing/2014/main" id="{F14AD50E-16CD-4E0B-8B98-07D4130984D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Project는 바뀌고 Workflow는 남았다">
            <a:extLst xmlns:a="http://schemas.openxmlformats.org/drawingml/2006/main">
              <a:ext uri="{FF2B5EF4-FFF2-40B4-BE49-F238E27FC236}">
                <a16:creationId xmlns:a16="http://schemas.microsoft.com/office/drawing/2014/main" id="{602AF146-B8FD-41D5-B58E-2B2B0489F1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3956640D-643D-409A-86ED-93013C3D4FC1}"/>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B101CD98-588C-4B90-B96F-B3D904DDA56C}"/>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1771E0C8-6163-4561-A17D-EE177AD6A236}"/>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1F7B9537-E9BA-42AE-A0B6-F232338910CB}"/>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C43D90CC-0DAB-420B-9A23-DC1574F55600}"/>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55B4EBC2-99DB-444A-8A95-4170A7130337}"/>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14DC9F58-5749-4909-8E57-B452EE62A713}"/>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0ACB7CF9-0C25-4546-9ACE-E4AA77ED5220}"/>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9C3AC58E-37B1-44F8-9115-877B39B491EC}"/>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554A55D8-9DE5-45A6-99CE-97BCA34FB669}"/>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14BC6091-EFB4-480B-B74E-0B30F83963B5}"/>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A87390D6-5AAD-433A-9C7D-CA1C85B45A08}"/>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9DFB9D43-AF3E-41D3-9AE4-8C34F7B4C29C}"/>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57CAB885-DF07-487B-9B05-F1D6FE9D6AB4}"/>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86B1FC45-6925-4234-96D6-8E4D5576741B}"/>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924F7E4F-FE08-46F3-962F-414FD47B731D}"/>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55B2F75C-5D29-4702-8622-4D3B8570A44C}"/>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DF176367-90E0-43B2-B017-77EE12677210}"/>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8ACF3570-9CCF-461B-AEA1-DE62496EE2A9}"/>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F6590E9-8757-47A5-A4FF-78E8B54A798F}"/>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A06EC1B0-46EF-4EB9-AD1C-9BDBB6DA2F4B}"/>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29DDB18E-15D5-4725-AF21-BFF44544A12F}"/>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28CC9DEC-834A-4288-8ABB-3E87AC071D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AAFBEC25-1AB2-4DB9-89E9-1645D6B9B4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B07F1E78-9FCC-4CEF-A393-43DF43C162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DAEB82B0-28C3-4C75-B1A8-BB32231349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17685399"/>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B249BD55-B2E5-46AF-9285-F34BA7DBA5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0">
            <a:extLst xmlns:a="http://schemas.openxmlformats.org/drawingml/2006/main">
              <a:ext uri="{FF2B5EF4-FFF2-40B4-BE49-F238E27FC236}">
                <a16:creationId xmlns:a16="http://schemas.microsoft.com/office/drawing/2014/main" id="{882F3E10-B3BF-4AB9-B65C-0D6645554D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Task 해결과 System 문제는 다르다">
            <a:extLst xmlns:a="http://schemas.openxmlformats.org/drawingml/2006/main">
              <a:ext uri="{FF2B5EF4-FFF2-40B4-BE49-F238E27FC236}">
                <a16:creationId xmlns:a16="http://schemas.microsoft.com/office/drawing/2014/main" id="{33A0040C-2BF4-4063-8536-92A5B19724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1EA990F4-ACF5-46DE-A89A-1FB5EBAD02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15462D60-63A0-45FF-A2E6-7C9D316CDE9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03087F42-56A6-403D-AFA2-5FB0901BA6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545D9DFB-2BDF-4910-A6E1-3212B1D729BD}"/>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A6147655-5005-4EA8-948A-83CCCF199F25}"/>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981EE9B2-79C9-4B68-B1CB-EAF0F25A94CE}"/>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E5BFCD07-ACF7-4A2C-97AE-159DFEE6313D}"/>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367BBEE3-C0F0-4CDE-9B06-78C3AAB15E39}"/>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83BFF2F3-B7E5-4023-8ADE-2490FAA05897}"/>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AA7FE0DB-0A1F-46A5-9807-F2B7E2E3F538}"/>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F35DDE8B-4BD5-4FC5-8005-AA5968DB1618}"/>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849801A5-3EF8-447B-9421-0E4AB2DA13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376012073"/>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DA76B335-EE4B-4898-B681-47282539E6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1">
            <a:extLst xmlns:a="http://schemas.openxmlformats.org/drawingml/2006/main">
              <a:ext uri="{FF2B5EF4-FFF2-40B4-BE49-F238E27FC236}">
                <a16:creationId xmlns:a16="http://schemas.microsoft.com/office/drawing/2014/main" id="{AA052656-3766-481E-A59A-32E056182A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원인에 맞는 Layer를 고르기">
            <a:extLst xmlns:a="http://schemas.openxmlformats.org/drawingml/2006/main">
              <a:ext uri="{FF2B5EF4-FFF2-40B4-BE49-F238E27FC236}">
                <a16:creationId xmlns:a16="http://schemas.microsoft.com/office/drawing/2014/main" id="{4200CBCD-3FAF-4218-AA90-2EAD33C16A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1A5B7579-0AB1-4283-9D70-0EDCEAD4C9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1AD5BD96-FD28-457F-9A7E-025E808DAF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0C99605C-DC57-4996-882C-00BC83569F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46AFA695-5121-4DE1-AAD2-873728A755AD}"/>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E2A92D26-EA7E-4230-9AE3-1C5DB868D805}"/>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D5D40A88-6D26-40E3-B354-97C1562339DE}"/>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3414EF81-12F9-479C-AB59-95DAECB6703D}"/>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F00C7855-51A7-4C66-8560-C4918989D7CB}"/>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251AF7DF-F8FF-4DEC-B5BA-82A1DDF88F31}"/>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7C5E51DA-EAC6-4BFC-8574-B425F7C6BF5F}"/>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DB0EDD19-7AFB-4BE5-AB69-B7486CDB03A9}"/>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F3DE3F64-D7B6-49A8-9142-1E908179F316}"/>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756B39CD-0564-4967-9879-83377EDAB638}"/>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6A9122DF-EACA-42FF-97D2-5C8203F04E9D}"/>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F3981E08-842B-46F1-9BA5-F55EA2FD34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60410487"/>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8E22959D-53D2-4A03-AE2E-30C5DC5187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62">
            <a:extLst xmlns:a="http://schemas.openxmlformats.org/drawingml/2006/main">
              <a:ext uri="{FF2B5EF4-FFF2-40B4-BE49-F238E27FC236}">
                <a16:creationId xmlns:a16="http://schemas.microsoft.com/office/drawing/2014/main" id="{BB62FF90-4EF6-4FDF-A310-F095073605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패 지점과 원인 Layer 구분하기">
            <a:extLst xmlns:a="http://schemas.openxmlformats.org/drawingml/2006/main">
              <a:ext uri="{FF2B5EF4-FFF2-40B4-BE49-F238E27FC236}">
                <a16:creationId xmlns:a16="http://schemas.microsoft.com/office/drawing/2014/main" id="{820D4806-2C92-4129-BA03-994508C97D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E0B3B4B2-17FE-42AD-A4AF-611590621E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38291243-E390-4934-A67B-BC7EBCCECB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7A10547E-4AF1-425F-8C02-BEAEF585B0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1E5E181B-D3C6-4B53-BD15-9A23C0D4F311}"/>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21F8569E-D5BB-458D-8D06-4DEC5A6E148E}"/>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ACA3D225-3183-4550-893B-CA14A7D4D2F2}"/>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528988A2-274F-42A9-B12F-0A51B3FB2BFE}"/>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7B5CA148-C802-4872-A3CA-EA980B2CF932}"/>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99315A0E-C7D4-450A-8445-F4468413A7E1}"/>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E0B900AB-EFA5-4048-BB62-884D032FE087}"/>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4B7B8F48-77DA-4744-88D1-05AACAAD7DD8}"/>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3E2BB977-73A0-47CE-A2BE-1DA46351C86A}"/>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15460462-4261-478D-92DE-F244F74DE704}"/>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8E21CAAB-4295-40D2-8A17-98464899F7E9}"/>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54E5BF0F-DF89-4879-8924-F91BB8CD6366}"/>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3990F95D-A1C7-467E-BD4D-AF09DDE09C41}"/>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0030FD51-74FB-4816-9AFA-2985AFC02BC5}"/>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A98363A3-97D2-4A90-8F90-8B61ABB54D52}"/>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00AB2AAD-7680-408B-8E79-5B86A750CA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84866825"/>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442315F1-545F-41DF-A59C-FA239ADB2C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63">
            <a:extLst xmlns:a="http://schemas.openxmlformats.org/drawingml/2006/main">
              <a:ext uri="{FF2B5EF4-FFF2-40B4-BE49-F238E27FC236}">
                <a16:creationId xmlns:a16="http://schemas.microsoft.com/office/drawing/2014/main" id="{30C0F34A-AB4B-45E7-8A0B-97A30733F8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먼저 관찰하고, 그다음 가설을 세운다">
            <a:extLst xmlns:a="http://schemas.openxmlformats.org/drawingml/2006/main">
              <a:ext uri="{FF2B5EF4-FFF2-40B4-BE49-F238E27FC236}">
                <a16:creationId xmlns:a16="http://schemas.microsoft.com/office/drawing/2014/main" id="{AA50D481-8005-440D-A335-134F12A01A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9FBBEF03-24A5-4930-AAD0-19EFB67E68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5CFCD116-8574-49F9-9146-169DBD341F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E74AE739-1B25-47D3-8C8A-3C77787FAF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82E34B6F-6D24-4FD3-A683-CAC460B64A09}"/>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B33A1AA7-9D9B-445E-A91B-31AF61132F81}"/>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B5709EAF-07FF-4422-9E3B-EB0A3E1DA2D1}"/>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A701AEC4-6C23-4893-A134-BCD6385D2049}"/>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C7650052-F9E6-43F5-BFD3-4EA780CA86CC}"/>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D78A9457-BE13-479A-A277-3254F87CA229}"/>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469678D6-A703-4FDF-BA85-DA19FC9AF339}"/>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CEC1619B-0352-441F-86F9-C2EF4665D4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91026810"/>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5417F4C8-C064-4031-A373-5616FD2EF8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64">
            <a:extLst xmlns:a="http://schemas.openxmlformats.org/drawingml/2006/main">
              <a:ext uri="{FF2B5EF4-FFF2-40B4-BE49-F238E27FC236}">
                <a16:creationId xmlns:a16="http://schemas.microsoft.com/office/drawing/2014/main" id="{6589D779-1844-4008-92CD-4E20E10868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Cause가 지지하는 최소 변경">
            <a:extLst xmlns:a="http://schemas.openxmlformats.org/drawingml/2006/main">
              <a:ext uri="{FF2B5EF4-FFF2-40B4-BE49-F238E27FC236}">
                <a16:creationId xmlns:a16="http://schemas.microsoft.com/office/drawing/2014/main" id="{31897DFD-A4B9-4C59-8AE4-25FB46D9C5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76D918A7-D281-4199-8C50-0E86FD2461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D20965E8-4E0A-4B5D-918E-4C317E66EE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6D15C463-D2EE-49CA-A995-60551B03C7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E940132D-3F93-43B0-B8E0-7E0B8A9384DF}"/>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EBB99F8C-B31E-4E03-A474-C918329C017F}"/>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58A59067-546C-4377-8F5E-55AE7D3F7079}"/>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A16D7D5C-1E07-418A-824B-1F0E6DC19404}"/>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945BF60A-4925-4F6C-9CDF-EC3009F20F48}"/>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63703E39-BA30-41B3-A4E8-3932616B3640}"/>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811DE73F-DFBE-4FF0-815C-CFAB00B38615}"/>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C2CD20A6-9C2A-43F1-86E0-2AED9966B5C3}"/>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85AA9086-44A0-4123-8E98-22534A2243F9}"/>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18828C52-B732-4E78-A2B9-B298301407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63184203"/>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18A8382D-A515-4589-BDCA-D34014F34D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65">
            <a:extLst xmlns:a="http://schemas.openxmlformats.org/drawingml/2006/main">
              <a:ext uri="{FF2B5EF4-FFF2-40B4-BE49-F238E27FC236}">
                <a16:creationId xmlns:a16="http://schemas.microsoft.com/office/drawing/2014/main" id="{13E14845-E2A8-4DE1-AEC5-2BDEF54C07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Task의 재실행만으로 충분할까?">
            <a:extLst xmlns:a="http://schemas.openxmlformats.org/drawingml/2006/main">
              <a:ext uri="{FF2B5EF4-FFF2-40B4-BE49-F238E27FC236}">
                <a16:creationId xmlns:a16="http://schemas.microsoft.com/office/drawing/2014/main" id="{505BD22E-BB50-4681-9756-47E0FCC5E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C80A95F1-BB4F-4643-8FEB-48990DF2FD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633D8C6F-BC24-4066-AA9B-D02FF1F997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4396B187-12D9-43E8-854C-3C3B3EC9FF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85C1A65A-B036-477E-8F19-A553E9F0586A}"/>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76BE0C5E-FC65-4F39-A275-5C33A8BD4032}"/>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AE5036A5-6C5D-4D3E-8366-E511FC072AF7}"/>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8007D842-8ECA-45B1-8367-88D3A2E59614}"/>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A710153C-22F8-4DBD-B420-BF6F1CF829FC}"/>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C4C84F3B-5FB9-420D-9988-A255F63F0878}"/>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7E9BB9DC-7B7A-41AC-A99D-566D611011F1}"/>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00A0F429-7C74-4A47-A4F5-200F4BA2D7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03141852"/>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18CFD3C0-0A2C-49BA-9EAB-73021C57C4E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66">
            <a:extLst xmlns:a="http://schemas.openxmlformats.org/drawingml/2006/main">
              <a:ext uri="{FF2B5EF4-FFF2-40B4-BE49-F238E27FC236}">
                <a16:creationId xmlns:a16="http://schemas.microsoft.com/office/drawing/2014/main" id="{28966E55-EC1B-4A90-9A80-F38BA2FEDD3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대표 작업으로 변경 범위를 확인하기">
            <a:extLst xmlns:a="http://schemas.openxmlformats.org/drawingml/2006/main">
              <a:ext uri="{FF2B5EF4-FFF2-40B4-BE49-F238E27FC236}">
                <a16:creationId xmlns:a16="http://schemas.microsoft.com/office/drawing/2014/main" id="{C698BC6C-40F1-4A31-9D94-4E712F513A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871B3EC3-6912-4CE2-B48F-0D98B12BCD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7B1DEA86-C109-454B-8B20-680F297030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B4B0793D-8201-48DF-B56D-2EF31EF167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1EDF4539-C92E-456A-8B4C-EAA0AE44699C}"/>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9C0A86AE-DBA2-4060-A4DD-CEF84C030FBD}"/>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C51CFE87-1720-4C46-B7E2-614384984710}"/>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0E9CC753-AB84-4044-94D7-8F0FE3D154C1}"/>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F4A78913-3F3A-4C4D-B40F-AB70EE42F049}"/>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8509AC31-7DD3-4B15-814C-4E87457014C4}"/>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74FB7647-6BA2-4EC2-8BB7-B55F8F5F97F8}"/>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56C45304-E0EA-4EF3-B4ED-DC8B02D9CC07}"/>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0837157E-4083-4CB5-BCF8-83DB7A28CD18}"/>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FD7C337B-2DA9-4276-8EE6-2C8E580B3DD6}"/>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C648E3CC-7AC2-4559-BCB9-8FCDB0266AE6}"/>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2CC91274-FEF5-4AF3-964B-7595C267B7D6}"/>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0AA3EC1C-F600-4309-B059-11FE34475750}"/>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B603F3E6-2077-4B5E-902F-1BC15394B4C4}"/>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101C0E62-33A3-4CCB-A5D7-4378B2A68B57}"/>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63804986-4FAF-4354-B4E9-72B32A26D14A}"/>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A5BBB137-4EF9-4B4B-9A29-05B2564C0B59}"/>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7CE88D27-7A85-4400-B5DA-C1809A0F6881}"/>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8768939F-020A-41DD-BE33-B68E4B7AB1FD}"/>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BB33B035-0AD4-42FB-8DCA-4645EF9563E6}"/>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F5B7BC46-EAD1-4694-9E6E-F24A4F8E2BAC}"/>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762308E4-B2BA-4AC5-8B27-673A3248FAEC}"/>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7DF6DD2F-6F93-405E-902F-BD27DD163E89}"/>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7A766B58-3F5C-4511-945F-BA5ADD39852A}"/>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80992765-2F9D-424A-8B4B-3E1EB5C453C7}"/>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535B3AB3-21F4-43E5-8DF5-88B39CB4D63A}"/>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C362C957-09DA-4831-8858-1232E0735A48}"/>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08DD2BF8-DF49-47D5-9569-36560BD0D7A3}"/>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D273E115-415E-4373-89BD-70994B2DFF3D}"/>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25AAEBA6-1B50-4C1B-9136-D3BFC54FA124}"/>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DC11FBF9-96E2-44C7-B891-098E0F41B8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36561718"/>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ABD4671E-7003-4897-9021-8CF2B87AFB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67">
            <a:extLst xmlns:a="http://schemas.openxmlformats.org/drawingml/2006/main">
              <a:ext uri="{FF2B5EF4-FFF2-40B4-BE49-F238E27FC236}">
                <a16:creationId xmlns:a16="http://schemas.microsoft.com/office/drawing/2014/main" id="{124D3547-0C93-482B-BCBE-3E286A3E5F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Harness도 특정 실패에 맞춰&#10;과적합될 수 있다">
            <a:extLst xmlns:a="http://schemas.openxmlformats.org/drawingml/2006/main">
              <a:ext uri="{FF2B5EF4-FFF2-40B4-BE49-F238E27FC236}">
                <a16:creationId xmlns:a16="http://schemas.microsoft.com/office/drawing/2014/main" id="{86D17AE1-6F67-44F3-96A4-7619E45242F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95A30B20-E9C2-4BB6-81FE-96D4349CD9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46B464B5-AD26-4AB1-9E54-1BCEA30032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D3C2DF73-F971-47A1-B659-98A37657C3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6AAC8E3C-5E2C-4EB5-8A17-DFD4732C5B5B}"/>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9B4DD4D6-6213-4BCD-9BDA-B3E8338519C9}"/>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9A23BAAC-B7EA-414A-9F39-B5F421405F69}"/>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6208B7C7-CF12-4ACE-8FB9-A7D05678F9E2}"/>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F33342C9-13F6-4E52-8462-C3707875D29F}"/>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90E028FF-E57D-440B-A3F7-A2A2567CECE7}"/>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6E269C28-2073-47B9-8C2A-AE5C6F865FFE}"/>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9522064E-5CBD-4EC9-8688-58988DC29DC4}"/>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6EF07784-E1F8-47BA-B7B0-4AD4F3049581}"/>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77EE0A93-A3F9-49FE-8F63-A9DF824A2D3B}"/>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607CAC7D-4BAF-42F2-A10D-11A469BBE107}"/>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450044A3-74A8-4732-BECF-522CC64953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76566372"/>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A9645BDD-3E9F-43D8-8B65-08CB520EB7E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68">
            <a:extLst xmlns:a="http://schemas.openxmlformats.org/drawingml/2006/main">
              <a:ext uri="{FF2B5EF4-FFF2-40B4-BE49-F238E27FC236}">
                <a16:creationId xmlns:a16="http://schemas.microsoft.com/office/drawing/2014/main" id="{5BAB75D2-27AA-472F-8945-DCEF94B4EEC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Feedback을 System Change와&#10;Evaluation으로 잇기">
            <a:extLst xmlns:a="http://schemas.openxmlformats.org/drawingml/2006/main">
              <a:ext uri="{FF2B5EF4-FFF2-40B4-BE49-F238E27FC236}">
                <a16:creationId xmlns:a16="http://schemas.microsoft.com/office/drawing/2014/main" id="{1B8E9A09-33B7-454E-923E-B583EA4AFE6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2F861377-BEBE-4818-8F19-7BEF2719A7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25E6E24C-DF81-4519-8AB7-0EC41C6C08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D532E6F4-B130-4AB9-BFC9-A74E0DE5A1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6553DCE7-57DA-4F1F-9163-F1ADC60DE5A6}"/>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0F82A3C2-945A-4122-AB18-46BEB4158023}"/>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88C936AD-1519-4A26-81C8-3262721483AC}"/>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8F1D15CD-3080-43CB-906D-A9D666C87284}"/>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EA198945-56B5-46C1-BDD1-3BD83BAA8D17}"/>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7A1618C8-599B-47BE-8C82-FF2B71F4B821}"/>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96F24CDE-3402-4C6E-BC41-036779C5AA1C}"/>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A4442FBC-4121-4D05-96C0-023A21D8B62A}"/>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95F8B2EA-F974-478F-8AA7-B18FECA17677}"/>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DB588BB5-7B53-400E-9BCA-8A7B4EB7D29D}"/>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3A463BBA-F307-4A31-80EA-8A3F5D426896}"/>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4F33ABBD-B51F-43E3-9B49-19BC3578C3A7}"/>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3EEB6DD0-366D-4748-8482-92520A9DA76F}"/>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DEC0DAF2-84C7-435C-A540-7FA1447548BF}"/>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108BF6F5-1654-4096-A76C-37EE6C8150D3}"/>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3F9EC2AC-F8BB-49B2-B787-21214D3D6FB2}"/>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57D11C34-897E-4DB9-A67D-DD7F8D3FB22F}"/>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6A1D065F-0FC9-4523-A09D-8CC39C401287}"/>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0E09666E-C95C-4CE8-8171-25FC9BA74DF6}"/>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38AF4E91-9C0A-4BC4-ACF4-44EF8915861A}"/>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C06ED9B5-893F-4DCD-9455-B2AE613B164D}"/>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DC219AE7-3238-411A-BEFA-111F0C3A668C}"/>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DE192C0A-EBF8-4474-9DFE-C54C920DEAB2}"/>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85A82058-D14A-4E93-94CA-A9367FD855CE}"/>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CE800A64-B7DF-44F1-A299-981619164AB4}"/>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33936ECD-11D1-4CC7-86B5-F9DD5FA1F6F2}"/>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6E02DC10-DEA1-44A2-99E5-305FAE2ECF6E}"/>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6EA8F83E-0EB0-4E7E-9D06-C01BFD17B9D7}"/>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436EDD74-324D-41A8-B38C-24DA72F2A057}"/>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C4641549-8D58-438E-9F2F-4CA29CECA423}"/>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65429542-D220-4267-8447-1D393B43B07D}"/>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94FB751D-1E5A-4E92-92DB-CB194D54FB05}"/>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977FAD97-957F-4E94-A669-FEBA6B3793BF}"/>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13D3338E-8976-4D6E-B8E9-306260A26D09}"/>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62377973-710B-4143-A9AB-E67FC5D0F20E}"/>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CB276F3E-5DAA-4DE9-BDCF-EAE5287B2F73}"/>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B82DA8AF-D2F1-4C75-8351-B0EFE1DACB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56172301"/>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7BC009ED-5135-4513-95B6-87A0F78DB2B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69">
            <a:extLst xmlns:a="http://schemas.openxmlformats.org/drawingml/2006/main">
              <a:ext uri="{FF2B5EF4-FFF2-40B4-BE49-F238E27FC236}">
                <a16:creationId xmlns:a16="http://schemas.microsoft.com/office/drawing/2014/main" id="{10B52115-CB5C-494C-B921-F0B0712EB57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실제 제작 기록: TRIAL-006">
            <a:extLst xmlns:a="http://schemas.openxmlformats.org/drawingml/2006/main">
              <a:ext uri="{FF2B5EF4-FFF2-40B4-BE49-F238E27FC236}">
                <a16:creationId xmlns:a16="http://schemas.microsoft.com/office/drawing/2014/main" id="{C72A6FF4-FCD2-415A-B393-84DA374808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F4E978CF-2EEC-4006-A0E1-0AAC65170B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C7739ED-7B04-4072-B51F-24E490D3532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1062C171-70EE-4DB6-80B8-E93A96D03C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AAC8C203-FEEA-4B20-A1EF-26695C6381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85235682-F614-4F8C-9C31-F457ECB06982}"/>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5BB9627B-00C8-405A-8283-D442A2A3BD01}"/>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045AE7AD-1FA2-4496-86D6-A324E49C8780}"/>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3240DA7E-B325-4423-ABB6-6FB62DBB88E9}"/>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9640D8B8-0DFE-48AA-808C-7FA44EAA20F3}"/>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B18F1562-9777-427C-8190-20D69C03D49F}"/>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BC346F7D-1F5B-4F23-8599-3C432DA8C05D}"/>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76E80548-44FA-4ED5-B473-51505BAEC246}"/>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193D0C9C-AEC0-43B9-90AF-9081DD066F2E}"/>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D0D81D8F-DA0C-4A14-8B1D-9AA584C4F17B}"/>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15B8D684-82CF-4AFD-91C0-9B1CF55AC598}"/>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93C462AD-AA6F-4F51-9816-99DBAD5D8D62}"/>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A3A76C8F-56D5-42B1-B287-39FA4568303D}"/>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253CE5F5-F81F-49A1-8094-B0BAA368890A}"/>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776F043A-40AB-4C99-A6ED-BD70D980CCA6}"/>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199F6AD5-085F-4415-918A-FDB54D3C8651}"/>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5080285C-BFA1-4EE9-8E00-E488AB32E3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30358990"/>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49BD9B78-25AE-44FC-9B67-A764703CA56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0">
            <a:extLst xmlns:a="http://schemas.openxmlformats.org/drawingml/2006/main">
              <a:ext uri="{FF2B5EF4-FFF2-40B4-BE49-F238E27FC236}">
                <a16:creationId xmlns:a16="http://schemas.microsoft.com/office/drawing/2014/main" id="{AFC187D1-9DFF-4A1D-A592-C5FA02F913A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결과의 타당성과 원인 귀속은 별개다">
            <a:extLst xmlns:a="http://schemas.openxmlformats.org/drawingml/2006/main">
              <a:ext uri="{FF2B5EF4-FFF2-40B4-BE49-F238E27FC236}">
                <a16:creationId xmlns:a16="http://schemas.microsoft.com/office/drawing/2014/main" id="{DC4B9D88-53DA-4530-B32C-66633B5063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D661B97E-57FF-4FA2-9807-21B8CCD638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4EF711D-A3FD-410A-B18E-07ADDBD1EF0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407A2AA8-8B53-4724-AE2C-9B12C35E4F9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3071A017-77E9-4C96-9AA2-A2A9AD498E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426FC817-7311-4D5B-A304-65689EED9D95}"/>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AC8AC6EB-B1E1-4DA1-AAC7-119AC307E328}"/>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D36937C0-FD7E-4677-8682-8EF9DABF226B}"/>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B14FBCBD-5C50-4769-8A6F-7B9BF5DD2142}"/>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59F67E33-FC4B-4020-816C-46411E589DD9}"/>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D3F27743-23C3-4D41-8F69-D37F63F8B1AE}"/>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1C260026-899F-4560-BF3E-4480A4660F84}"/>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386A4D83-D89E-4318-86B4-51FF674E21E4}"/>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0507004C-80DE-4802-A981-9562620F43BF}"/>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4E2C3495-8965-472E-B236-CECC4FE90955}"/>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60E4F003-950C-422E-BD5A-D307ADE7C15E}"/>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FBD54E11-C580-438A-B1EC-9488225F36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67928152"/>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AE764A07-177F-4B38-9B96-6CCF9D04DBA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1">
            <a:extLst xmlns:a="http://schemas.openxmlformats.org/drawingml/2006/main">
              <a:ext uri="{FF2B5EF4-FFF2-40B4-BE49-F238E27FC236}">
                <a16:creationId xmlns:a16="http://schemas.microsoft.com/office/drawing/2014/main" id="{CCC001E5-05C4-43FA-BA17-04176072543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평가와 보고 규칙을 Evidence에 맞추다">
            <a:extLst xmlns:a="http://schemas.openxmlformats.org/drawingml/2006/main">
              <a:ext uri="{FF2B5EF4-FFF2-40B4-BE49-F238E27FC236}">
                <a16:creationId xmlns:a16="http://schemas.microsoft.com/office/drawing/2014/main" id="{DA4AF557-AAB8-4D32-A196-AF288C8028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F93B5A86-B0D2-441F-AB2D-C902D4DEA4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5B7AA1D-852C-4B62-B8A1-CDA49A3A2CB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C623DDB3-B79C-4464-A11E-3C93A074B2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A0824B3D-5B1D-4B87-848F-E640687CCF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E0C2D6C5-A341-4D9C-8895-5B40A3866B7C}"/>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7C511104-99B6-48CB-BB89-D1408A22D440}"/>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C48E458A-1C4E-41E9-B6A2-6837A2869BEA}"/>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1AD653D2-466B-4934-896A-04CCF3309DCE}"/>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0B0F96C4-E1A9-4505-A01F-8DC81D17A7FD}"/>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86A0289A-DB89-4203-A80E-B199867CDB9A}"/>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F010816-287D-4D70-B7F2-2C70F19D678D}"/>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CF7C72F2-505C-4DD5-9872-4C2FE344F056}"/>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CF02169E-B815-4106-AE88-2594D058EDB8}"/>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7460E132-330F-450B-BB31-373B00A0F821}"/>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CDABFC2-353A-489F-9E9E-B851F764D4F5}"/>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5BFA23E1-645E-42BC-BAD4-E723D211295F}"/>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AFD966DE-F5A8-4FEE-8C61-38D65EC0AF55}"/>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0425A384-73CA-4B51-86FC-ACED50CB7766}"/>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45953EB2-839F-41B6-8163-B86F107314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24706909"/>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5F8393FD-2B2D-486B-B337-374ADA1BBD5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72">
            <a:extLst xmlns:a="http://schemas.openxmlformats.org/drawingml/2006/main">
              <a:ext uri="{FF2B5EF4-FFF2-40B4-BE49-F238E27FC236}">
                <a16:creationId xmlns:a16="http://schemas.microsoft.com/office/drawing/2014/main" id="{3323F13A-00C3-4B08-9468-6B86C36E608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후속 기록은 개선됐지만 완전하지 않았다">
            <a:extLst xmlns:a="http://schemas.openxmlformats.org/drawingml/2006/main">
              <a:ext uri="{FF2B5EF4-FFF2-40B4-BE49-F238E27FC236}">
                <a16:creationId xmlns:a16="http://schemas.microsoft.com/office/drawing/2014/main" id="{92065B1B-58EE-45F7-9CBB-99D539AE36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AABC1AC2-533A-4A46-ACB7-F0EF5A4064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3FD4B60-AF52-4711-8268-6E41603624E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F3E88D18-417B-4521-991E-85DA8CC92D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BE491CFB-335A-4E8B-B2E3-571615D47D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DD9B9231-D548-40E7-99E8-9AF56558018A}"/>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4DE8E497-21F6-4995-8386-53C074EBE902}"/>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74FC5CB9-3558-4B2A-B31E-DE550D65CA82}"/>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FB34144F-B255-45EA-B590-8BBA50864083}"/>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BF3EBD29-4E2E-462C-819A-4434B6F41974}"/>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AFD4BAF7-0008-4B82-976D-85ABEB3DF34D}"/>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60275D7D-9C2A-45CC-85DC-71E09AF52B99}"/>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F7E2451B-50F1-4DEB-9A35-8E037021D5B8}"/>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52145C77-660E-4EA6-8698-B66159A948B0}"/>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BF79A1B9-C879-423F-A887-8E3C7EA1CA94}"/>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C09E1670-A44D-4DE4-9B3F-1152550C700B}"/>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362C704F-0D88-4102-96D7-C7F120A442C1}"/>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8FA8537B-E27C-4287-A108-289B80B4F4DF}"/>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52E4C8D8-746B-4B7A-AB47-C26C5BF543F5}"/>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D297C0F3-6E58-4ABB-A9FE-D6655E79D8F2}"/>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F1A3A656-B682-4499-8C60-E352810393D2}"/>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CEA60671-3F7A-4B3D-A6C5-78B8AB16FC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9666730"/>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862F0EFA-F3DB-4FDA-8079-EB188EBEE35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73">
            <a:extLst xmlns:a="http://schemas.openxmlformats.org/drawingml/2006/main">
              <a:ext uri="{FF2B5EF4-FFF2-40B4-BE49-F238E27FC236}">
                <a16:creationId xmlns:a16="http://schemas.microsoft.com/office/drawing/2014/main" id="{B92CABC4-CCF1-410D-9797-8ACA02EFAF1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제 Meta Loop에서 바뀐 것">
            <a:extLst xmlns:a="http://schemas.openxmlformats.org/drawingml/2006/main">
              <a:ext uri="{FF2B5EF4-FFF2-40B4-BE49-F238E27FC236}">
                <a16:creationId xmlns:a16="http://schemas.microsoft.com/office/drawing/2014/main" id="{ED8A448B-4AC8-44D4-9DA3-575F42F176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4B3E39BB-3B80-4F0A-BF4D-52F9F13C6F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7FE45F4-42E0-4EC0-9D51-444D23BD278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C94BE3E9-E092-4863-B79D-F8904E3DA1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0BDDE7B2-0F45-433D-8ABE-516DF344B2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A65BC6AE-5E4B-45DA-82AD-3718229D0340}"/>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7088F6CC-4982-4F1E-9F48-FA6743C2F835}"/>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AB8002C4-C0E3-4A61-B4E2-EF4C292A126E}"/>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ED22B026-278D-4446-9C21-46C4B8A5CCFB}"/>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7BA4AD58-E822-4C10-82AB-0872EA8E5FD3}"/>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29AD67C1-7789-4078-A01A-FF5ACFAE503C}"/>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592EFC52-5393-4FA9-A64F-0A986A21AAFF}"/>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3488BA9D-B3EF-4C3D-9B63-EFC6DFD11241}"/>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CFC2B851-441F-4324-ACD9-EB00FB8D5079}"/>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1DEFD1C1-D872-4F13-AC79-497547B800CC}"/>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D82EEF3F-8742-4D3D-B600-66F120C57BC1}"/>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F96E68A7-5696-4C0C-9974-D122FB9070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90809049"/>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6943DAD9-74B3-4FBC-BC5E-7C384BEBC8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74">
            <a:extLst xmlns:a="http://schemas.openxmlformats.org/drawingml/2006/main">
              <a:ext uri="{FF2B5EF4-FFF2-40B4-BE49-F238E27FC236}">
                <a16:creationId xmlns:a16="http://schemas.microsoft.com/office/drawing/2014/main" id="{1956E1CE-EF45-4092-8C24-ED8A99F24D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Project와 환경이 바뀌면&#10;검증도 다시 본다">
            <a:extLst xmlns:a="http://schemas.openxmlformats.org/drawingml/2006/main">
              <a:ext uri="{FF2B5EF4-FFF2-40B4-BE49-F238E27FC236}">
                <a16:creationId xmlns:a16="http://schemas.microsoft.com/office/drawing/2014/main" id="{843ECCAC-3CEF-4077-B614-9F2FDB57107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FA611853-838E-4F4B-A235-FC247BBB6B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3F83D1FF-DF3B-4544-B196-A5DDADCE1F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9DF4BB04-6920-43A6-9DB4-14DFDF701A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8CB2A85D-9C7E-4522-96A3-136A23D1E25C}"/>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4A18655A-9EA7-47B0-A35E-09E10FCA3497}"/>
              </a:ext>
            </a:extLst>
          </p:cNvPr>
          <p:cNvPicPr>
            <a:picLocks xmlns:a="http://schemas.openxmlformats.org/drawingml/2006/main" noChangeAspect="1"/>
          </p:cNvPicPr>
          <p:nvPr/>
        </p:nvPicPr>
        <p:blipFill>
          <a:blip xmlns:r="http://schemas.openxmlformats.org/officeDocument/2006/relationships" xmlns:a="http://schemas.openxmlformats.org/drawingml/2006/main" r:embed="R84c27e810f894812"/>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E0768841-C4D5-46D6-953B-6D8945ECF815}"/>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87BF6A7B-31E2-4651-9655-B9FBBDD4BE98}"/>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1C3589AA-03B2-4AD5-A717-63D1892733F6}"/>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9D915906-A478-44AB-B764-C23741B0A01F}"/>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539D4B3B-094D-4B88-B6BF-01B8F63DE811}"/>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B45C0B9B-6E1E-4787-855F-2413562BC999}"/>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7A6AA9B7-D029-46EF-8676-B5DF9E43DAFB}"/>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1B4368BA-E5BF-4A68-89AA-1E3BA71AFC03}"/>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173E55E5-69FF-462C-B411-C30EFCC0F59E}"/>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ED854602-F70F-4F20-A268-C95A06E86284}"/>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FB188914-D243-402B-A242-D256B1ED3718}"/>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F6E57FB4-A6D9-475E-A0A2-712BB2E6472B}"/>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B362E87F-E4AD-4BCB-AC33-B40FFC98FDD3}"/>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BFF7C3E0-CDE7-4018-8FEC-BD86DF0EAD24}"/>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3B94EF5B-7662-42AE-BB55-AE9221B582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99149832"/>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5A77D3F7-30D5-4FA5-BA79-C33EE007321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75">
            <a:extLst xmlns:a="http://schemas.openxmlformats.org/drawingml/2006/main">
              <a:ext uri="{FF2B5EF4-FFF2-40B4-BE49-F238E27FC236}">
                <a16:creationId xmlns:a16="http://schemas.microsoft.com/office/drawing/2014/main" id="{221873B1-F716-4197-B597-61586BDF842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여섯 시간의 Story를 한 장으로">
            <a:extLst xmlns:a="http://schemas.openxmlformats.org/drawingml/2006/main">
              <a:ext uri="{FF2B5EF4-FFF2-40B4-BE49-F238E27FC236}">
                <a16:creationId xmlns:a16="http://schemas.microsoft.com/office/drawing/2014/main" id="{EE7D39B3-EA09-4F6D-84F4-4C1884D32B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3C351745-60CF-40D4-B95A-F8834D945B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4B165ECA-FAB9-464B-B68D-F957A22383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BF48972F-432E-4102-BD60-1D89AF4CA7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32A117D0-3C00-44E2-8526-009E9297C03C}"/>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511303AC-4658-4975-9F38-D08226E69863}"/>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D200A90F-262A-4BE4-BBD4-2030FB3DB938}"/>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09BDB96D-B898-4FB9-B931-8C9D5DDB08B4}"/>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ED0C77D1-5541-4F6F-94BF-46D7E3B8A19C}"/>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42A1CE10-804D-41C9-93EE-063F8152D172}"/>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BF5079EF-9090-4B0C-9757-8CB324D6BE55}"/>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34C621B4-35C3-47B5-A5DF-AC0A3BE2636C}"/>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4D4FB000-35F6-4355-A40D-B00697E83616}"/>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D37E407D-DEB6-49B6-B74F-F5D9FBEA7042}"/>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DB460A14-A80C-428B-815C-6AC6F16D517F}"/>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9BB4A484-6CDD-4918-9A98-73334C10A17B}"/>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75C0C4AA-CA67-4D8D-A1D6-9D0B685D84A5}"/>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668128BE-025F-4C3F-8487-B112FE19E349}"/>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E8415DC4-B9C6-4C65-8873-6A0939A7991E}"/>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8CC21DB9-1F0A-4C6F-8CBA-B2B7CE528DF6}"/>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1ECD523C-24A4-4905-8EF5-CD29585D85E8}"/>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2227C81C-5EF2-479D-9B5B-D64AA79C61FA}"/>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A1F85000-86F5-4662-B837-A330E35C9C75}"/>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730E1DED-7A34-4B3F-A9E0-EB49E1782725}"/>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50C04ACE-D23C-4F06-B088-E41F4EA6FE5E}"/>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39EAC498-2375-48FE-847F-0FE4B77DA42A}"/>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85973102-287E-491F-9607-B9AF39E8EBB4}"/>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9A8773B9-FCE2-4DA2-AEEE-AF38D3BB0B44}"/>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E9CB01E0-B0EB-482A-B34D-C7FD75B998AA}"/>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53839418-119E-4835-86F4-61EDEAC821EB}"/>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3601C364-C788-4EDA-B223-2D2B319CB4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097658616"/>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5441D359-0785-43D4-8D2E-A8EA348E43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76">
            <a:extLst xmlns:a="http://schemas.openxmlformats.org/drawingml/2006/main">
              <a:ext uri="{FF2B5EF4-FFF2-40B4-BE49-F238E27FC236}">
                <a16:creationId xmlns:a16="http://schemas.microsoft.com/office/drawing/2014/main" id="{F642D8CE-0689-42FD-B4BA-AC600A1FEC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하나의 Repository가 문제에 대응해 진화했다">
            <a:extLst xmlns:a="http://schemas.openxmlformats.org/drawingml/2006/main">
              <a:ext uri="{FF2B5EF4-FFF2-40B4-BE49-F238E27FC236}">
                <a16:creationId xmlns:a16="http://schemas.microsoft.com/office/drawing/2014/main" id="{A1F90A29-8587-43FE-90A2-A4D2C5F85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4D817A60-E3E4-432C-A772-67F5676726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34 / S47 발표자료 발췌">
            <a:extLst xmlns:a="http://schemas.openxmlformats.org/drawingml/2006/main">
              <a:ext uri="{FF2B5EF4-FFF2-40B4-BE49-F238E27FC236}">
                <a16:creationId xmlns:a16="http://schemas.microsoft.com/office/drawing/2014/main" id="{F74DDD67-013C-4C61-BE73-CB655D8F45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S34 / S47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605B4816-D649-4FF2-93D8-DF46C9183B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B83EAC35-E14E-42BB-9BC8-66158D5750E7}"/>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3BC7BE4B-686A-48E4-A88C-6FC08D57CC63}"/>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528BDCB3-8619-461E-B65C-EFC6E89688B9}"/>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C6E7B536-F9AB-4CA1-A585-BC459394EC0A}"/>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ABE3C9CE-87AD-4388-A77A-35582259AE5A}"/>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4D224FE-FA09-492B-A5CE-53DCD946A844}"/>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429E3515-0A27-46C0-9D78-35E56AE766CD}"/>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F732552F-72A4-4734-BA7B-8B2237D2D2F3}"/>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B0F3EE6E-6189-400D-8EB4-7DEAFC822726}"/>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55E5DF1F-B90B-4AD0-9DB9-F4A1E7BEAA5E}"/>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67CCA1A-B4A4-4BE8-B534-41F05FB23E52}"/>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36FBA99E-1752-4C0D-A4BF-41A0037EE2FD}"/>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C79EDC24-2B1D-4223-8C7F-7299D7D9C2EF}"/>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9EB4D1ED-5239-4703-9D25-76619FE7C33E}"/>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A463AF2E-75D6-4F4C-9B05-5CC509B967E3}"/>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26106B36-75B1-4EEE-A6A7-74EEA73D7DC4}"/>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9D52875E-DCFA-4F38-94FE-01D609F95780}"/>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30D009CF-9D3C-42CF-9CFC-CF58118B4F8A}"/>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881E4B39-E8CE-4313-AA10-20CC3FDEBAD8}"/>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48AF15A6-DB92-4160-8BF6-E525C28CBF9B}"/>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18DF3BDA-9B4E-4D35-BA2E-7D8A3A27687A}"/>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079F7ECC-1E0E-46AB-AA4B-8D5E08F937EA}"/>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CF49B8B3-65EF-4C4F-B08D-D540B1DD3BF2}"/>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9C7EEB7C-B8EC-44FB-89D8-D1A182E1DFA1}"/>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44A64509-243C-4961-A129-796EE56C93CE}"/>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8857FB16-98FB-459A-B905-119778106D75}"/>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A0112E6F-CB06-4BB7-9979-BE28C40124A9}"/>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CA64FE7D-2085-4BFD-B0C2-DE61496080BC}"/>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60BF639C-BF05-4F93-B0F1-807346D10233}"/>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0DAA2B9-3F70-49F3-A72B-2ABFA21ADCEC}"/>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62DCC18D-9C2A-4F83-8F93-34F24DBC49A1}"/>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845B3A9E-6C7E-4830-84E9-0ABF3B3B145B}"/>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46FFB940-6CE7-46A9-97CD-EEFD06A008FA}"/>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16DE608E-2690-4917-AA92-EABC917DA948}"/>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49E31ED8-2222-4113-BF39-DA4149633ECC}"/>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8B30CA72-7A56-4CD7-B48B-7E48F3CC08B1}"/>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4C4A1D0B-3CFE-463F-9BD4-85BDDAFC7BA9}"/>
              </a:ext>
            </a:extLst>
          </p:cNvPr>
          <p:cNvPicPr>
            <a:picLocks xmlns:a="http://schemas.openxmlformats.org/drawingml/2006/main" noChangeAspect="1"/>
          </p:cNvPicPr>
          <p:nvPr/>
        </p:nvPicPr>
        <p:blipFill>
          <a:blip xmlns:r="http://schemas.openxmlformats.org/officeDocument/2006/relationships" xmlns:a="http://schemas.openxmlformats.org/drawingml/2006/main" r:embed="Rbdedf17aca924bcb"/>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7BF9D5C0-3770-4FB7-B34C-72FD4184C507}"/>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1781E3CE-82A2-4452-96D9-F30795CED40B}"/>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D3218CEF-A334-4221-9936-CC23417C1454}"/>
              </a:ext>
            </a:extLst>
          </p:cNvPr>
          <p:cNvPicPr>
            <a:picLocks xmlns:a="http://schemas.openxmlformats.org/drawingml/2006/main" noChangeAspect="1"/>
          </p:cNvPicPr>
          <p:nvPr/>
        </p:nvPicPr>
        <p:blipFill>
          <a:blip xmlns:r="http://schemas.openxmlformats.org/officeDocument/2006/relationships" xmlns:a="http://schemas.openxmlformats.org/drawingml/2006/main" r:embed="Re48b605993624cd4"/>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5013F71F-9993-4A87-A0E3-E08AF2182EB6}"/>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34 · STATE-02 → STATE-03">
            <a:extLst xmlns:a="http://schemas.openxmlformats.org/drawingml/2006/main">
              <a:ext uri="{FF2B5EF4-FFF2-40B4-BE49-F238E27FC236}">
                <a16:creationId xmlns:a16="http://schemas.microsoft.com/office/drawing/2014/main" id="{21EF8116-19F6-4B12-A0B0-DA25DDCF4508}"/>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S34 · STATE-02 → STATE-03</a:t>
            </a:r>
          </a:p>
        </p:txBody>
      </p:sp>
      <p:pic>
        <p:nvPicPr>
          <p:cNvPr id="49" name="">
            <a:extLst xmlns:a="http://schemas.openxmlformats.org/drawingml/2006/main">
              <a:ext uri="{FF2B5EF4-FFF2-40B4-BE49-F238E27FC236}">
                <a16:creationId xmlns:a16="http://schemas.microsoft.com/office/drawing/2014/main" id="{41AECDE9-35FC-4A7A-93E1-DE081948BF0C}"/>
              </a:ext>
            </a:extLst>
          </p:cNvPr>
          <p:cNvPicPr>
            <a:picLocks xmlns:a="http://schemas.openxmlformats.org/drawingml/2006/main" noChangeAspect="1"/>
          </p:cNvPicPr>
          <p:nvPr/>
        </p:nvPicPr>
        <p:blipFill>
          <a:blip xmlns:r="http://schemas.openxmlformats.org/officeDocument/2006/relationships" xmlns:a="http://schemas.openxmlformats.org/drawingml/2006/main" r:embed="Rba77ae6879604e84"/>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D9F655B0-B3D0-4AB2-941F-9BC2E1D6F7FB}"/>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47 · STATE-04 → STATE-04-PERF">
            <a:extLst xmlns:a="http://schemas.openxmlformats.org/drawingml/2006/main">
              <a:ext uri="{FF2B5EF4-FFF2-40B4-BE49-F238E27FC236}">
                <a16:creationId xmlns:a16="http://schemas.microsoft.com/office/drawing/2014/main" id="{0913A59B-E413-41B4-86EB-0FFCFCDF6A2C}"/>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S47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B4144671-1945-435E-BBE7-D56146BB9FAA}"/>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E5412B69-8C01-4EF7-932D-95D1CFABC4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52474138"/>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CFF89961-6A57-4FCF-B74C-14073A7A78C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77">
            <a:extLst xmlns:a="http://schemas.openxmlformats.org/drawingml/2006/main">
              <a:ext uri="{FF2B5EF4-FFF2-40B4-BE49-F238E27FC236}">
                <a16:creationId xmlns:a16="http://schemas.microsoft.com/office/drawing/2014/main" id="{FFE7F85B-C6F4-4585-A6A4-2F7CC49E450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필요성이 입증되지 않은 것은 보류했다">
            <a:extLst xmlns:a="http://schemas.openxmlformats.org/drawingml/2006/main">
              <a:ext uri="{FF2B5EF4-FFF2-40B4-BE49-F238E27FC236}">
                <a16:creationId xmlns:a16="http://schemas.microsoft.com/office/drawing/2014/main" id="{210B59DB-69BA-4F48-9E41-8AB353BC2D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EEAD4E18-F859-415A-AE00-8308C85DF5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1A396FA7-1C18-4187-B1AA-73D44A8E6A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C4649D9C-AF35-4B81-B1BC-8EF2B8D0E9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B1DC5C08-DECA-4DBD-BB99-1C8004FBE42E}"/>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434AA062-35EA-403C-BD31-E29F1E41D6CE}"/>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EE4DDFDE-FB8A-409B-9D9C-F69AC288F8CC}"/>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345CFB8B-BFA0-4D21-9440-595B9D445084}"/>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73D3C5A5-4019-4B87-A554-E564472AE166}"/>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3FECCE13-42BB-4C2B-8662-0D9A78C87081}"/>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8594CE1A-FE39-420E-8C21-B6A2667EA13F}"/>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D76D5701-1BF9-433A-B449-6E5D24E7EB19}"/>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2C358503-60CA-405C-8476-CE93BB8190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305051978"/>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AC8522CD-8D9E-4680-9F10-27D4163E219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78">
            <a:extLst xmlns:a="http://schemas.openxmlformats.org/drawingml/2006/main">
              <a:ext uri="{FF2B5EF4-FFF2-40B4-BE49-F238E27FC236}">
                <a16:creationId xmlns:a16="http://schemas.microsoft.com/office/drawing/2014/main" id="{B0AB79A9-6587-4FC3-8409-F9B5D57DDBC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위임이 늘어도 개발자 책임은 남는다">
            <a:extLst xmlns:a="http://schemas.openxmlformats.org/drawingml/2006/main">
              <a:ext uri="{FF2B5EF4-FFF2-40B4-BE49-F238E27FC236}">
                <a16:creationId xmlns:a16="http://schemas.microsoft.com/office/drawing/2014/main" id="{E3407E34-96FE-402B-841D-AD4485DE7D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851F6C5E-2250-4C79-AB9F-1A10A5F149D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6A6D750B-7051-4FAB-BB5A-2F71BDEC7B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24C9D00B-409E-460E-8422-DCD824B615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AAF7C0EA-2B7E-456A-A1D3-327BA1CBB644}"/>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B78F7909-79B9-4BC9-88AC-D331C3CD475E}"/>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D3056535-B348-4D8D-9003-28A27F2CDCAA}"/>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00CC11FF-F96A-4FF2-9B5F-5211E223778F}"/>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618CD8B5-B2F8-4AD6-B8EA-188364427908}"/>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16A3684C-3E12-405B-B87A-32ED006195E7}"/>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2EABBDEB-8348-4DF6-8C46-521905010204}"/>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3A1DFADC-262D-40EC-B8C8-9A71FE1C6EED}"/>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A42E1CF2-D088-48BE-B985-28B139C0E744}"/>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810AE90F-B93A-42AB-B20B-F58932437CE6}"/>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6B21E6CE-8392-46E4-A930-823B68AF746B}"/>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75D2F983-EAEC-40CE-814F-C29B9614CCEC}"/>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DD485D4F-4F0F-480F-9F6E-5B1D53B3AE43}"/>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83745020-08A9-459B-8642-66176C1B6F93}"/>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EC5BD2D8-654D-4C7B-8429-F4A2CB5CC835}"/>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B42C0B05-DE85-4DE2-8149-14D49175A2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816103888"/>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AB88A88C-DDB3-429E-A859-1B7BEB7B86B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79">
            <a:extLst xmlns:a="http://schemas.openxmlformats.org/drawingml/2006/main">
              <a:ext uri="{FF2B5EF4-FFF2-40B4-BE49-F238E27FC236}">
                <a16:creationId xmlns:a16="http://schemas.microsoft.com/office/drawing/2014/main" id="{E53E27B9-8BE3-4158-A94A-F917732F047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AI-Native Development는&#10;이 교육의 운영 모델">
            <a:extLst xmlns:a="http://schemas.openxmlformats.org/drawingml/2006/main">
              <a:ext uri="{FF2B5EF4-FFF2-40B4-BE49-F238E27FC236}">
                <a16:creationId xmlns:a16="http://schemas.microsoft.com/office/drawing/2014/main" id="{82ACD241-0687-4E7B-8441-2CBC980935E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30AD5D4B-BC0F-4109-97B2-ABB4AC727A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33D17A4D-BC2F-4430-AADA-E67650A499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67D8DD59-4883-4BC0-9BE1-823EDEFC7D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D4D959ED-C315-4CC9-A0BC-E2F1A9C1EBF9}"/>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BF1DBB30-D4FB-4864-9667-D7DF78A32D22}"/>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25F55116-6630-4E9F-AF95-E1B5CA1F23A6}"/>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4D9DCBA8-523A-4994-8F68-D5FD0220C6C6}"/>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222E2F25-DE28-4463-A114-FFD6FF208AAF}"/>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5432A4CA-9FC2-448A-B731-EEFCD288FECF}"/>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199FEBB1-EA3D-425D-A035-3AF646D1065B}"/>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B3424B3A-CDB2-4FCD-8CD4-8FDBBA8E6AE0}"/>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3C91A2BE-4E34-4C2D-B50C-4DEF97CC2FE5}"/>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4137D37E-7C64-448D-AD93-E7D0F06388D7}"/>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90A5FA89-8A0D-4BE8-9201-FC929BACC7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4673846"/>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FE77FFCB-507D-4E9C-87AF-3EF21EA1032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0">
            <a:extLst xmlns:a="http://schemas.openxmlformats.org/drawingml/2006/main">
              <a:ext uri="{FF2B5EF4-FFF2-40B4-BE49-F238E27FC236}">
                <a16:creationId xmlns:a16="http://schemas.microsoft.com/office/drawing/2014/main" id="{62CAC0E9-4665-4418-B4A5-DBDC2584D0D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어느 Layer에서 마찰이 반복되는가?">
            <a:extLst xmlns:a="http://schemas.openxmlformats.org/drawingml/2006/main">
              <a:ext uri="{FF2B5EF4-FFF2-40B4-BE49-F238E27FC236}">
                <a16:creationId xmlns:a16="http://schemas.microsoft.com/office/drawing/2014/main" id="{842BC71D-C1F4-40E2-BB37-573DDD1EDD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76FEBEC4-F838-49BB-B00B-AA7ABCE156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8A827AE9-838C-4526-A538-5738A6CBF6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C0792133-1321-4D96-B36B-EDB99C5DB8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D79E6980-0589-4CAC-808C-51E39AB14DF0}"/>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DA47713E-0E2A-418B-99F7-789313274F05}"/>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2FAB740-5019-44E1-8A6C-2D34D4190497}"/>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36C467A-12A5-4182-A7B3-C705364457CA}"/>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9D074032-316E-4ADB-8531-2872F2C30377}"/>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BC138D5A-7F4F-4126-9C69-C5602794DF48}"/>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B0CC9BFA-1C67-40F5-9DFD-77AF3A9D74EE}"/>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610A6BEA-CB2D-4E81-B1F2-6A1AA9B0F6E3}"/>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883A9C55-146F-4156-80E8-A9C00888C8C2}"/>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E60B5E0B-0814-4C91-81F1-C86C0629DED5}"/>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C991F83B-58A0-4231-8876-396E271C8AED}"/>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E61943B9-2B68-4450-8A7F-D114BA7A207E}"/>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F62EBC8-F895-4CAF-8056-E134344E62A2}"/>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42995702-D751-4FFB-8943-29448D6FCAF1}"/>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65C1B511-E0A9-44E2-A3EF-0985C64BA2E3}"/>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F986DC8C-97C6-4964-95C6-6A7DBD85BA0A}"/>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DB5164D3-2938-477F-ADFB-FBBD6E658B0E}"/>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6D080697-32A7-4327-A641-7FA68DBE82EC}"/>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57951DC5-92C2-4EA1-A66E-6C3EDBA17F02}"/>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A1A11CF2-8D4A-4888-958E-0775B9F78AD9}"/>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F2734C5A-ED9F-452A-AB25-A9489342E288}"/>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82B7555A-769F-491D-A406-00275E7634B0}"/>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9D13F1EF-B2FE-41EA-8910-E82EB2F0260C}"/>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F25A89D8-6328-436B-8D8D-FD9CD1D8FFFA}"/>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CEFB6A19-F715-46FD-89E8-2D65D382D694}"/>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324C2E4C-3A1F-4943-B9D9-551A3760FE11}"/>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D6C98F2B-31D1-4B1A-879B-111E08312D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59371186"/>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C088849E-B2DD-4480-BCD4-F003FB5885A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1">
            <a:extLst xmlns:a="http://schemas.openxmlformats.org/drawingml/2006/main">
              <a:ext uri="{FF2B5EF4-FFF2-40B4-BE49-F238E27FC236}">
                <a16:creationId xmlns:a16="http://schemas.microsoft.com/office/drawing/2014/main" id="{26F1F127-3325-45AA-82ED-19BE4D19602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다음 작은 행동을 개인적으로 고른다">
            <a:extLst xmlns:a="http://schemas.openxmlformats.org/drawingml/2006/main">
              <a:ext uri="{FF2B5EF4-FFF2-40B4-BE49-F238E27FC236}">
                <a16:creationId xmlns:a16="http://schemas.microsoft.com/office/drawing/2014/main" id="{4F780960-BFDA-40A8-A8A1-43A75D6DAA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BDED7C94-B8B3-4D60-B464-EDC4526E068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696AA190-FDD3-432B-8B45-71C507A160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BC27107A-FF0A-4FEF-892E-8516D18447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7F324E1B-334F-40D2-8C26-B94905F8A0C8}"/>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6FCA8F9D-C648-45BD-89E5-23136FDDE410}"/>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E25FF7EA-3F02-49AB-BC33-6794B3D500B8}"/>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B82D53F4-8903-45FE-A802-D283A924BAA2}"/>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E0E79A57-192C-4471-AA65-67942782347C}"/>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A2A27949-FDA5-415E-BF9B-2FCE94F6C6CC}"/>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AA038CC8-25A9-4701-8F98-5BDEF9A2A34C}"/>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3AC819CE-C883-455D-97E4-D630AFF3110A}"/>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965B3591-875D-499E-B7F9-B0E5E83A06EB}"/>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3DB3BC5D-7E4D-4582-90F7-D172038AD321}"/>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BDE7563D-0078-4651-899F-302526C516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508634247"/>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4B34E0F3-EB93-4BDA-8BF5-0FA3540185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82">
            <a:extLst xmlns:a="http://schemas.openxmlformats.org/drawingml/2006/main">
              <a:ext uri="{FF2B5EF4-FFF2-40B4-BE49-F238E27FC236}">
                <a16:creationId xmlns:a16="http://schemas.microsoft.com/office/drawing/2014/main" id="{28A27445-3463-4D1B-BDB5-5C06E70776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Q&amp;A와 교육 마무리">
            <a:extLst xmlns:a="http://schemas.openxmlformats.org/drawingml/2006/main">
              <a:ext uri="{FF2B5EF4-FFF2-40B4-BE49-F238E27FC236}">
                <a16:creationId xmlns:a16="http://schemas.microsoft.com/office/drawing/2014/main" id="{E672101F-9A30-46FC-A77C-DB79D87939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314E74BC-4F6F-400F-9BF5-F7AB9131F8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06D4389A-F66F-4865-A241-9EDDFD3EDB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B0B73899-E31E-4924-942C-7F3F1B49BD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142559BD-1C15-451E-8BD6-89378862A797}"/>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6013B1B8-3614-44D4-B133-E7601D9E2A45}"/>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F107169F-A298-44B0-9506-64B3A9A56D85}"/>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B130F666-DB2C-4493-9F43-3CBC15199F49}"/>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8109BB64-1D92-433E-A5D7-16B9D4FBDF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157380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2026-10-21T12:54:41.4680000Z</dcterms:created>
  <dcterms:modified xsi:type="dcterms:W3CDTF">2026-10-21T12:54:41.4680000Z</dcterms:modified>
</coreProperties>
</file>