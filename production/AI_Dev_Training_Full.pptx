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58b9013bfe2404c" /><Relationship Type="http://schemas.openxmlformats.org/officeDocument/2006/relationships/extended-properties" Target="/docProps/app.xml" Id="Rb4821bec3eb84ba4" /><Relationship Type="http://schemas.openxmlformats.org/officeDocument/2006/relationships/officeDocument" Target="/ppt/presentation.xml" Id="Rbaa1ee17e1374ed3" /></Relationships>
</file>

<file path=ppt/presentation.xml><?xml version="1.0" encoding="utf-8"?>
<p:presentation xmlns:p="http://schemas.openxmlformats.org/presentationml/2006/main">
  <p:sldMasterIdLst>
    <p:sldMasterId xmlns:r="http://schemas.openxmlformats.org/officeDocument/2006/relationships" id="2147483648" r:id="R54eac4438fe147f6"/>
  </p:sldMasterIdLst>
  <p:notesMasterIdLst>
    <p:notesMasterId xmlns:r="http://schemas.openxmlformats.org/officeDocument/2006/relationships" r:id="R0035420a14d441a9"/>
  </p:notesMasterIdLst>
  <p:sldIdLst>
    <p:sldId xmlns:r="http://schemas.openxmlformats.org/officeDocument/2006/relationships" id="256" r:id="Re617150edf8e422a"/>
    <p:sldId xmlns:r="http://schemas.openxmlformats.org/officeDocument/2006/relationships" id="257" r:id="R75ade2b037a845d6"/>
    <p:sldId xmlns:r="http://schemas.openxmlformats.org/officeDocument/2006/relationships" id="258" r:id="Rf314d90adae14d67"/>
    <p:sldId xmlns:r="http://schemas.openxmlformats.org/officeDocument/2006/relationships" id="259" r:id="R2c0890d31f514bc9"/>
    <p:sldId xmlns:r="http://schemas.openxmlformats.org/officeDocument/2006/relationships" id="260" r:id="Rc3e0890b67344a59"/>
    <p:sldId xmlns:r="http://schemas.openxmlformats.org/officeDocument/2006/relationships" id="261" r:id="R74f03d6aa6794fe7"/>
    <p:sldId xmlns:r="http://schemas.openxmlformats.org/officeDocument/2006/relationships" id="262" r:id="R8a80c23856544cbe"/>
    <p:sldId xmlns:r="http://schemas.openxmlformats.org/officeDocument/2006/relationships" id="263" r:id="R17ed10b0080f4235"/>
    <p:sldId xmlns:r="http://schemas.openxmlformats.org/officeDocument/2006/relationships" id="264" r:id="R548bff0d72534005"/>
    <p:sldId xmlns:r="http://schemas.openxmlformats.org/officeDocument/2006/relationships" id="265" r:id="R190eb2c488f34960"/>
    <p:sldId xmlns:r="http://schemas.openxmlformats.org/officeDocument/2006/relationships" id="266" r:id="R19d9be4d9b434247"/>
    <p:sldId xmlns:r="http://schemas.openxmlformats.org/officeDocument/2006/relationships" id="267" r:id="Rb0bb2eac16a2457b"/>
    <p:sldId xmlns:r="http://schemas.openxmlformats.org/officeDocument/2006/relationships" id="268" r:id="R2bbda179053c47f0"/>
    <p:sldId xmlns:r="http://schemas.openxmlformats.org/officeDocument/2006/relationships" id="269" r:id="Rdf9f1254e05b4855"/>
    <p:sldId xmlns:r="http://schemas.openxmlformats.org/officeDocument/2006/relationships" id="270" r:id="R7f9f0cec432e45d3"/>
    <p:sldId xmlns:r="http://schemas.openxmlformats.org/officeDocument/2006/relationships" id="271" r:id="Recee03c19f994198"/>
    <p:sldId xmlns:r="http://schemas.openxmlformats.org/officeDocument/2006/relationships" id="272" r:id="R0d1432e6d903460d"/>
    <p:sldId xmlns:r="http://schemas.openxmlformats.org/officeDocument/2006/relationships" id="273" r:id="R45bc5d5a18bf42c0"/>
    <p:sldId xmlns:r="http://schemas.openxmlformats.org/officeDocument/2006/relationships" id="274" r:id="R26a79711aa6340ae"/>
    <p:sldId xmlns:r="http://schemas.openxmlformats.org/officeDocument/2006/relationships" id="275" r:id="Rb36dd0db928648ff"/>
    <p:sldId xmlns:r="http://schemas.openxmlformats.org/officeDocument/2006/relationships" id="276" r:id="Rbf74e865ad7146d2"/>
    <p:sldId xmlns:r="http://schemas.openxmlformats.org/officeDocument/2006/relationships" id="277" r:id="R0bffc91bf7724265"/>
    <p:sldId xmlns:r="http://schemas.openxmlformats.org/officeDocument/2006/relationships" id="278" r:id="R2e106d6418154a05"/>
    <p:sldId xmlns:r="http://schemas.openxmlformats.org/officeDocument/2006/relationships" id="279" r:id="R160776d782564996"/>
    <p:sldId xmlns:r="http://schemas.openxmlformats.org/officeDocument/2006/relationships" id="280" r:id="Rfcc14db1566641d0"/>
    <p:sldId xmlns:r="http://schemas.openxmlformats.org/officeDocument/2006/relationships" id="281" r:id="Rdbb99db9fec14ab5"/>
    <p:sldId xmlns:r="http://schemas.openxmlformats.org/officeDocument/2006/relationships" id="282" r:id="Rda570844cf0149c1"/>
    <p:sldId xmlns:r="http://schemas.openxmlformats.org/officeDocument/2006/relationships" id="283" r:id="Rb899fcb482594c02"/>
    <p:sldId xmlns:r="http://schemas.openxmlformats.org/officeDocument/2006/relationships" id="284" r:id="R8b2f743b6d194921"/>
    <p:sldId xmlns:r="http://schemas.openxmlformats.org/officeDocument/2006/relationships" id="285" r:id="R3afb8a19c5f24f53"/>
    <p:sldId xmlns:r="http://schemas.openxmlformats.org/officeDocument/2006/relationships" id="286" r:id="R61065665739145fa"/>
    <p:sldId xmlns:r="http://schemas.openxmlformats.org/officeDocument/2006/relationships" id="287" r:id="R2210ad4eec7c4024"/>
    <p:sldId xmlns:r="http://schemas.openxmlformats.org/officeDocument/2006/relationships" id="288" r:id="Rb9fd1da483374c29"/>
    <p:sldId xmlns:r="http://schemas.openxmlformats.org/officeDocument/2006/relationships" id="289" r:id="R8506502ca1bb4515"/>
    <p:sldId xmlns:r="http://schemas.openxmlformats.org/officeDocument/2006/relationships" id="290" r:id="R346dfa92a6d14f33"/>
    <p:sldId xmlns:r="http://schemas.openxmlformats.org/officeDocument/2006/relationships" id="291" r:id="R5e1989bf3a2f4bc2"/>
    <p:sldId xmlns:r="http://schemas.openxmlformats.org/officeDocument/2006/relationships" id="292" r:id="Re1d600e555b04cf9"/>
    <p:sldId xmlns:r="http://schemas.openxmlformats.org/officeDocument/2006/relationships" id="293" r:id="Rb772136f57d7449c"/>
    <p:sldId xmlns:r="http://schemas.openxmlformats.org/officeDocument/2006/relationships" id="294" r:id="Re40c5c6a7254433d"/>
    <p:sldId xmlns:r="http://schemas.openxmlformats.org/officeDocument/2006/relationships" id="295" r:id="Rb7f1890ca92e4657"/>
    <p:sldId xmlns:r="http://schemas.openxmlformats.org/officeDocument/2006/relationships" id="296" r:id="R66ee2c2083af44b1"/>
    <p:sldId xmlns:r="http://schemas.openxmlformats.org/officeDocument/2006/relationships" id="297" r:id="R0b68e8a6ee2141a8"/>
    <p:sldId xmlns:r="http://schemas.openxmlformats.org/officeDocument/2006/relationships" id="298" r:id="Rfeabc5ad46ca4fac"/>
    <p:sldId xmlns:r="http://schemas.openxmlformats.org/officeDocument/2006/relationships" id="299" r:id="Rd7bd9a0542a64b35"/>
    <p:sldId xmlns:r="http://schemas.openxmlformats.org/officeDocument/2006/relationships" id="300" r:id="R4dcd40af23e740de"/>
    <p:sldId xmlns:r="http://schemas.openxmlformats.org/officeDocument/2006/relationships" id="301" r:id="R81f92fce507c430b"/>
    <p:sldId xmlns:r="http://schemas.openxmlformats.org/officeDocument/2006/relationships" id="302" r:id="R95a13ec6bf2b4b6e"/>
    <p:sldId xmlns:r="http://schemas.openxmlformats.org/officeDocument/2006/relationships" id="303" r:id="R949237efee084290"/>
    <p:sldId xmlns:r="http://schemas.openxmlformats.org/officeDocument/2006/relationships" id="304" r:id="R98a674dd6a484b11"/>
    <p:sldId xmlns:r="http://schemas.openxmlformats.org/officeDocument/2006/relationships" id="305" r:id="R5a3ee5934b3348f6"/>
    <p:sldId xmlns:r="http://schemas.openxmlformats.org/officeDocument/2006/relationships" id="306" r:id="Re3e76b2a19df4628"/>
    <p:sldId xmlns:r="http://schemas.openxmlformats.org/officeDocument/2006/relationships" id="307" r:id="R4743a2567e774ba8"/>
    <p:sldId xmlns:r="http://schemas.openxmlformats.org/officeDocument/2006/relationships" id="308" r:id="Rbfc97f074881442a"/>
    <p:sldId xmlns:r="http://schemas.openxmlformats.org/officeDocument/2006/relationships" id="309" r:id="R48d3e30fb1e7408b"/>
    <p:sldId xmlns:r="http://schemas.openxmlformats.org/officeDocument/2006/relationships" id="310" r:id="Rd67a5f64781c4585"/>
    <p:sldId xmlns:r="http://schemas.openxmlformats.org/officeDocument/2006/relationships" id="311" r:id="R476431a618ca497e"/>
    <p:sldId xmlns:r="http://schemas.openxmlformats.org/officeDocument/2006/relationships" id="312" r:id="R895eb9d579af4181"/>
    <p:sldId xmlns:r="http://schemas.openxmlformats.org/officeDocument/2006/relationships" id="313" r:id="R9f0c650bb2234a6c"/>
    <p:sldId xmlns:r="http://schemas.openxmlformats.org/officeDocument/2006/relationships" id="314" r:id="R5f839e6af77e423c"/>
    <p:sldId xmlns:r="http://schemas.openxmlformats.org/officeDocument/2006/relationships" id="315" r:id="Rbca352bc62f140e1"/>
    <p:sldId xmlns:r="http://schemas.openxmlformats.org/officeDocument/2006/relationships" id="316" r:id="R5d3d8561b6fc41f1"/>
    <p:sldId xmlns:r="http://schemas.openxmlformats.org/officeDocument/2006/relationships" id="317" r:id="R37bc0e83e48e4191"/>
    <p:sldId xmlns:r="http://schemas.openxmlformats.org/officeDocument/2006/relationships" id="318" r:id="R98ea1511ef9b48f6"/>
    <p:sldId xmlns:r="http://schemas.openxmlformats.org/officeDocument/2006/relationships" id="319" r:id="Rb0116efbdc634f79"/>
    <p:sldId xmlns:r="http://schemas.openxmlformats.org/officeDocument/2006/relationships" id="320" r:id="R62fb6e1f8acd4dde"/>
    <p:sldId xmlns:r="http://schemas.openxmlformats.org/officeDocument/2006/relationships" id="321" r:id="R106c284b905e4da8"/>
    <p:sldId xmlns:r="http://schemas.openxmlformats.org/officeDocument/2006/relationships" id="322" r:id="R1ea89edbedc84c17"/>
    <p:sldId xmlns:r="http://schemas.openxmlformats.org/officeDocument/2006/relationships" id="323" r:id="Re3aaab9abee6457f"/>
    <p:sldId xmlns:r="http://schemas.openxmlformats.org/officeDocument/2006/relationships" id="324" r:id="R93a3a2e4535e4c97"/>
    <p:sldId xmlns:r="http://schemas.openxmlformats.org/officeDocument/2006/relationships" id="325" r:id="Ra6304641340e453a"/>
    <p:sldId xmlns:r="http://schemas.openxmlformats.org/officeDocument/2006/relationships" id="326" r:id="R96ea783453ca48c0"/>
    <p:sldId xmlns:r="http://schemas.openxmlformats.org/officeDocument/2006/relationships" id="327" r:id="R11db19aaf48c44c7"/>
    <p:sldId xmlns:r="http://schemas.openxmlformats.org/officeDocument/2006/relationships" id="328" r:id="R0bf4be8cd1e04e84"/>
    <p:sldId xmlns:r="http://schemas.openxmlformats.org/officeDocument/2006/relationships" id="329" r:id="R73c72d23579c4b8f"/>
    <p:sldId xmlns:r="http://schemas.openxmlformats.org/officeDocument/2006/relationships" id="330" r:id="Rc0588852b37d444b"/>
    <p:sldId xmlns:r="http://schemas.openxmlformats.org/officeDocument/2006/relationships" id="331" r:id="Rc437dbc578c8449b"/>
    <p:sldId xmlns:r="http://schemas.openxmlformats.org/officeDocument/2006/relationships" id="332" r:id="R46c16730f6bf45c7"/>
    <p:sldId xmlns:r="http://schemas.openxmlformats.org/officeDocument/2006/relationships" id="333" r:id="R2ace460cf3b646cc"/>
    <p:sldId xmlns:r="http://schemas.openxmlformats.org/officeDocument/2006/relationships" id="334" r:id="R7304f55f0f3e4d4b"/>
    <p:sldId xmlns:r="http://schemas.openxmlformats.org/officeDocument/2006/relationships" id="335" r:id="R90efcdbd692b4ddb"/>
    <p:sldId xmlns:r="http://schemas.openxmlformats.org/officeDocument/2006/relationships" id="336" r:id="R10228fcef4d5421c"/>
    <p:sldId xmlns:r="http://schemas.openxmlformats.org/officeDocument/2006/relationships" id="337" r:id="R478680f91cf040a7"/>
    <p:sldId xmlns:r="http://schemas.openxmlformats.org/officeDocument/2006/relationships" id="338" r:id="R1b472a94dea14d1b"/>
    <p:sldId xmlns:r="http://schemas.openxmlformats.org/officeDocument/2006/relationships" id="339" r:id="R1ec1dedb936443f1"/>
    <p:sldId xmlns:r="http://schemas.openxmlformats.org/officeDocument/2006/relationships" id="340" r:id="Re8e78a3eb9f64a32"/>
    <p:sldId xmlns:r="http://schemas.openxmlformats.org/officeDocument/2006/relationships" id="341" r:id="R81962ee06ed84756"/>
    <p:sldId xmlns:r="http://schemas.openxmlformats.org/officeDocument/2006/relationships" id="342" r:id="Rac5957acccd044af"/>
    <p:sldId xmlns:r="http://schemas.openxmlformats.org/officeDocument/2006/relationships" id="343" r:id="Rca23be8c018947d1"/>
    <p:sldId xmlns:r="http://schemas.openxmlformats.org/officeDocument/2006/relationships" id="344" r:id="Rcb0a73efa4ba404a"/>
    <p:sldId xmlns:r="http://schemas.openxmlformats.org/officeDocument/2006/relationships" id="345" r:id="R1c8214a01cfe4d9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9c437407a9d48ce" /><Relationship Type="http://schemas.openxmlformats.org/officeDocument/2006/relationships/slideMaster" Target="/ppt/slideMasters/slideMaster1.xml" Id="R54eac4438fe147f6" /><Relationship Type="http://schemas.openxmlformats.org/officeDocument/2006/relationships/notesMaster" Target="/ppt/notesMasters/notesMaster1.xml" Id="R0035420a14d441a9" /><Relationship Type="http://schemas.openxmlformats.org/officeDocument/2006/relationships/presProps" Target="/ppt/presProps.xml" Id="Rd97b6ac5e2e84771" /><Relationship Type="http://schemas.openxmlformats.org/officeDocument/2006/relationships/tableStyles" Target="/ppt/tableStyles.xml" Id="R6242b8c03c474e38" /><Relationship Type="http://schemas.openxmlformats.org/officeDocument/2006/relationships/slide" Target="/ppt/slides/slide1.xml" Id="Re617150edf8e422a" /><Relationship Type="http://schemas.openxmlformats.org/officeDocument/2006/relationships/slide" Target="/ppt/slides/slide2.xml" Id="R75ade2b037a845d6" /><Relationship Type="http://schemas.openxmlformats.org/officeDocument/2006/relationships/slide" Target="/ppt/slides/slide3.xml" Id="Rf314d90adae14d67" /><Relationship Type="http://schemas.openxmlformats.org/officeDocument/2006/relationships/slide" Target="/ppt/slides/slide4.xml" Id="R2c0890d31f514bc9" /><Relationship Type="http://schemas.openxmlformats.org/officeDocument/2006/relationships/slide" Target="/ppt/slides/slide5.xml" Id="Rc3e0890b67344a59" /><Relationship Type="http://schemas.openxmlformats.org/officeDocument/2006/relationships/slide" Target="/ppt/slides/slide6.xml" Id="R74f03d6aa6794fe7" /><Relationship Type="http://schemas.openxmlformats.org/officeDocument/2006/relationships/slide" Target="/ppt/slides/slide7.xml" Id="R8a80c23856544cbe" /><Relationship Type="http://schemas.openxmlformats.org/officeDocument/2006/relationships/slide" Target="/ppt/slides/slide8.xml" Id="R17ed10b0080f4235" /><Relationship Type="http://schemas.openxmlformats.org/officeDocument/2006/relationships/slide" Target="/ppt/slides/slide9.xml" Id="R548bff0d72534005" /><Relationship Type="http://schemas.openxmlformats.org/officeDocument/2006/relationships/slide" Target="/ppt/slides/slide10.xml" Id="R190eb2c488f34960" /><Relationship Type="http://schemas.openxmlformats.org/officeDocument/2006/relationships/slide" Target="/ppt/slides/slide11.xml" Id="R19d9be4d9b434247" /><Relationship Type="http://schemas.openxmlformats.org/officeDocument/2006/relationships/slide" Target="/ppt/slides/slide12.xml" Id="Rb0bb2eac16a2457b" /><Relationship Type="http://schemas.openxmlformats.org/officeDocument/2006/relationships/slide" Target="/ppt/slides/slide13.xml" Id="R2bbda179053c47f0" /><Relationship Type="http://schemas.openxmlformats.org/officeDocument/2006/relationships/slide" Target="/ppt/slides/slide14.xml" Id="Rdf9f1254e05b4855" /><Relationship Type="http://schemas.openxmlformats.org/officeDocument/2006/relationships/slide" Target="/ppt/slides/slide15.xml" Id="R7f9f0cec432e45d3" /><Relationship Type="http://schemas.openxmlformats.org/officeDocument/2006/relationships/slide" Target="/ppt/slides/slide16.xml" Id="Recee03c19f994198" /><Relationship Type="http://schemas.openxmlformats.org/officeDocument/2006/relationships/slide" Target="/ppt/slides/slide17.xml" Id="R0d1432e6d903460d" /><Relationship Type="http://schemas.openxmlformats.org/officeDocument/2006/relationships/slide" Target="/ppt/slides/slide18.xml" Id="R45bc5d5a18bf42c0" /><Relationship Type="http://schemas.openxmlformats.org/officeDocument/2006/relationships/slide" Target="/ppt/slides/slide19.xml" Id="R26a79711aa6340ae" /><Relationship Type="http://schemas.openxmlformats.org/officeDocument/2006/relationships/slide" Target="/ppt/slides/slide20.xml" Id="Rb36dd0db928648ff" /><Relationship Type="http://schemas.openxmlformats.org/officeDocument/2006/relationships/slide" Target="/ppt/slides/slide21.xml" Id="Rbf74e865ad7146d2" /><Relationship Type="http://schemas.openxmlformats.org/officeDocument/2006/relationships/slide" Target="/ppt/slides/slide22.xml" Id="R0bffc91bf7724265" /><Relationship Type="http://schemas.openxmlformats.org/officeDocument/2006/relationships/slide" Target="/ppt/slides/slide23.xml" Id="R2e106d6418154a05" /><Relationship Type="http://schemas.openxmlformats.org/officeDocument/2006/relationships/slide" Target="/ppt/slides/slide24.xml" Id="R160776d782564996" /><Relationship Type="http://schemas.openxmlformats.org/officeDocument/2006/relationships/slide" Target="/ppt/slides/slide25.xml" Id="Rfcc14db1566641d0" /><Relationship Type="http://schemas.openxmlformats.org/officeDocument/2006/relationships/slide" Target="/ppt/slides/slide26.xml" Id="Rdbb99db9fec14ab5" /><Relationship Type="http://schemas.openxmlformats.org/officeDocument/2006/relationships/slide" Target="/ppt/slides/slide27.xml" Id="Rda570844cf0149c1" /><Relationship Type="http://schemas.openxmlformats.org/officeDocument/2006/relationships/slide" Target="/ppt/slides/slide28.xml" Id="Rb899fcb482594c02" /><Relationship Type="http://schemas.openxmlformats.org/officeDocument/2006/relationships/slide" Target="/ppt/slides/slide29.xml" Id="R8b2f743b6d194921" /><Relationship Type="http://schemas.openxmlformats.org/officeDocument/2006/relationships/slide" Target="/ppt/slides/slide30.xml" Id="R3afb8a19c5f24f53" /><Relationship Type="http://schemas.openxmlformats.org/officeDocument/2006/relationships/slide" Target="/ppt/slides/slide31.xml" Id="R61065665739145fa" /><Relationship Type="http://schemas.openxmlformats.org/officeDocument/2006/relationships/slide" Target="/ppt/slides/slide32.xml" Id="R2210ad4eec7c4024" /><Relationship Type="http://schemas.openxmlformats.org/officeDocument/2006/relationships/slide" Target="/ppt/slides/slide33.xml" Id="Rb9fd1da483374c29" /><Relationship Type="http://schemas.openxmlformats.org/officeDocument/2006/relationships/slide" Target="/ppt/slides/slide34.xml" Id="R8506502ca1bb4515" /><Relationship Type="http://schemas.openxmlformats.org/officeDocument/2006/relationships/slide" Target="/ppt/slides/slide35.xml" Id="R346dfa92a6d14f33" /><Relationship Type="http://schemas.openxmlformats.org/officeDocument/2006/relationships/slide" Target="/ppt/slides/slide36.xml" Id="R5e1989bf3a2f4bc2" /><Relationship Type="http://schemas.openxmlformats.org/officeDocument/2006/relationships/slide" Target="/ppt/slides/slide37.xml" Id="Re1d600e555b04cf9" /><Relationship Type="http://schemas.openxmlformats.org/officeDocument/2006/relationships/slide" Target="/ppt/slides/slide38.xml" Id="Rb772136f57d7449c" /><Relationship Type="http://schemas.openxmlformats.org/officeDocument/2006/relationships/slide" Target="/ppt/slides/slide39.xml" Id="Re40c5c6a7254433d" /><Relationship Type="http://schemas.openxmlformats.org/officeDocument/2006/relationships/slide" Target="/ppt/slides/slide40.xml" Id="Rb7f1890ca92e4657" /><Relationship Type="http://schemas.openxmlformats.org/officeDocument/2006/relationships/slide" Target="/ppt/slides/slide41.xml" Id="R66ee2c2083af44b1" /><Relationship Type="http://schemas.openxmlformats.org/officeDocument/2006/relationships/slide" Target="/ppt/slides/slide42.xml" Id="R0b68e8a6ee2141a8" /><Relationship Type="http://schemas.openxmlformats.org/officeDocument/2006/relationships/slide" Target="/ppt/slides/slide43.xml" Id="Rfeabc5ad46ca4fac" /><Relationship Type="http://schemas.openxmlformats.org/officeDocument/2006/relationships/slide" Target="/ppt/slides/slide44.xml" Id="Rd7bd9a0542a64b35" /><Relationship Type="http://schemas.openxmlformats.org/officeDocument/2006/relationships/slide" Target="/ppt/slides/slide45.xml" Id="R4dcd40af23e740de" /><Relationship Type="http://schemas.openxmlformats.org/officeDocument/2006/relationships/slide" Target="/ppt/slides/slide46.xml" Id="R81f92fce507c430b" /><Relationship Type="http://schemas.openxmlformats.org/officeDocument/2006/relationships/slide" Target="/ppt/slides/slide47.xml" Id="R95a13ec6bf2b4b6e" /><Relationship Type="http://schemas.openxmlformats.org/officeDocument/2006/relationships/slide" Target="/ppt/slides/slide48.xml" Id="R949237efee084290" /><Relationship Type="http://schemas.openxmlformats.org/officeDocument/2006/relationships/slide" Target="/ppt/slides/slide49.xml" Id="R98a674dd6a484b11" /><Relationship Type="http://schemas.openxmlformats.org/officeDocument/2006/relationships/slide" Target="/ppt/slides/slide50.xml" Id="R5a3ee5934b3348f6" /><Relationship Type="http://schemas.openxmlformats.org/officeDocument/2006/relationships/slide" Target="/ppt/slides/slide51.xml" Id="Re3e76b2a19df4628" /><Relationship Type="http://schemas.openxmlformats.org/officeDocument/2006/relationships/slide" Target="/ppt/slides/slide52.xml" Id="R4743a2567e774ba8" /><Relationship Type="http://schemas.openxmlformats.org/officeDocument/2006/relationships/slide" Target="/ppt/slides/slide53.xml" Id="Rbfc97f074881442a" /><Relationship Type="http://schemas.openxmlformats.org/officeDocument/2006/relationships/slide" Target="/ppt/slides/slide54.xml" Id="R48d3e30fb1e7408b" /><Relationship Type="http://schemas.openxmlformats.org/officeDocument/2006/relationships/slide" Target="/ppt/slides/slide55.xml" Id="Rd67a5f64781c4585" /><Relationship Type="http://schemas.openxmlformats.org/officeDocument/2006/relationships/slide" Target="/ppt/slides/slide56.xml" Id="R476431a618ca497e" /><Relationship Type="http://schemas.openxmlformats.org/officeDocument/2006/relationships/slide" Target="/ppt/slides/slide57.xml" Id="R895eb9d579af4181" /><Relationship Type="http://schemas.openxmlformats.org/officeDocument/2006/relationships/slide" Target="/ppt/slides/slide58.xml" Id="R9f0c650bb2234a6c" /><Relationship Type="http://schemas.openxmlformats.org/officeDocument/2006/relationships/slide" Target="/ppt/slides/slide59.xml" Id="R5f839e6af77e423c" /><Relationship Type="http://schemas.openxmlformats.org/officeDocument/2006/relationships/slide" Target="/ppt/slides/slide60.xml" Id="Rbca352bc62f140e1" /><Relationship Type="http://schemas.openxmlformats.org/officeDocument/2006/relationships/slide" Target="/ppt/slides/slide61.xml" Id="R5d3d8561b6fc41f1" /><Relationship Type="http://schemas.openxmlformats.org/officeDocument/2006/relationships/slide" Target="/ppt/slides/slide62.xml" Id="R37bc0e83e48e4191" /><Relationship Type="http://schemas.openxmlformats.org/officeDocument/2006/relationships/slide" Target="/ppt/slides/slide63.xml" Id="R98ea1511ef9b48f6" /><Relationship Type="http://schemas.openxmlformats.org/officeDocument/2006/relationships/slide" Target="/ppt/slides/slide64.xml" Id="Rb0116efbdc634f79" /><Relationship Type="http://schemas.openxmlformats.org/officeDocument/2006/relationships/slide" Target="/ppt/slides/slide65.xml" Id="R62fb6e1f8acd4dde" /><Relationship Type="http://schemas.openxmlformats.org/officeDocument/2006/relationships/slide" Target="/ppt/slides/slide66.xml" Id="R106c284b905e4da8" /><Relationship Type="http://schemas.openxmlformats.org/officeDocument/2006/relationships/slide" Target="/ppt/slides/slide67.xml" Id="R1ea89edbedc84c17" /><Relationship Type="http://schemas.openxmlformats.org/officeDocument/2006/relationships/slide" Target="/ppt/slides/slide68.xml" Id="Re3aaab9abee6457f" /><Relationship Type="http://schemas.openxmlformats.org/officeDocument/2006/relationships/slide" Target="/ppt/slides/slide69.xml" Id="R93a3a2e4535e4c97" /><Relationship Type="http://schemas.openxmlformats.org/officeDocument/2006/relationships/slide" Target="/ppt/slides/slide70.xml" Id="Ra6304641340e453a" /><Relationship Type="http://schemas.openxmlformats.org/officeDocument/2006/relationships/slide" Target="/ppt/slides/slide71.xml" Id="R96ea783453ca48c0" /><Relationship Type="http://schemas.openxmlformats.org/officeDocument/2006/relationships/slide" Target="/ppt/slides/slide72.xml" Id="R11db19aaf48c44c7" /><Relationship Type="http://schemas.openxmlformats.org/officeDocument/2006/relationships/slide" Target="/ppt/slides/slide73.xml" Id="R0bf4be8cd1e04e84" /><Relationship Type="http://schemas.openxmlformats.org/officeDocument/2006/relationships/slide" Target="/ppt/slides/slide74.xml" Id="R73c72d23579c4b8f" /><Relationship Type="http://schemas.openxmlformats.org/officeDocument/2006/relationships/slide" Target="/ppt/slides/slide75.xml" Id="Rc0588852b37d444b" /><Relationship Type="http://schemas.openxmlformats.org/officeDocument/2006/relationships/slide" Target="/ppt/slides/slide76.xml" Id="Rc437dbc578c8449b" /><Relationship Type="http://schemas.openxmlformats.org/officeDocument/2006/relationships/slide" Target="/ppt/slides/slide77.xml" Id="R46c16730f6bf45c7" /><Relationship Type="http://schemas.openxmlformats.org/officeDocument/2006/relationships/slide" Target="/ppt/slides/slide78.xml" Id="R2ace460cf3b646cc" /><Relationship Type="http://schemas.openxmlformats.org/officeDocument/2006/relationships/slide" Target="/ppt/slides/slide79.xml" Id="R7304f55f0f3e4d4b" /><Relationship Type="http://schemas.openxmlformats.org/officeDocument/2006/relationships/slide" Target="/ppt/slides/slide80.xml" Id="R90efcdbd692b4ddb" /><Relationship Type="http://schemas.openxmlformats.org/officeDocument/2006/relationships/slide" Target="/ppt/slides/slide81.xml" Id="R10228fcef4d5421c" /><Relationship Type="http://schemas.openxmlformats.org/officeDocument/2006/relationships/slide" Target="/ppt/slides/slide82.xml" Id="R478680f91cf040a7" /><Relationship Type="http://schemas.openxmlformats.org/officeDocument/2006/relationships/slide" Target="/ppt/slides/slide83.xml" Id="R1b472a94dea14d1b" /><Relationship Type="http://schemas.openxmlformats.org/officeDocument/2006/relationships/slide" Target="/ppt/slides/slide84.xml" Id="R1ec1dedb936443f1" /><Relationship Type="http://schemas.openxmlformats.org/officeDocument/2006/relationships/slide" Target="/ppt/slides/slide85.xml" Id="Re8e78a3eb9f64a32" /><Relationship Type="http://schemas.openxmlformats.org/officeDocument/2006/relationships/slide" Target="/ppt/slides/slide86.xml" Id="R81962ee06ed84756" /><Relationship Type="http://schemas.openxmlformats.org/officeDocument/2006/relationships/slide" Target="/ppt/slides/slide87.xml" Id="Rac5957acccd044af" /><Relationship Type="http://schemas.openxmlformats.org/officeDocument/2006/relationships/slide" Target="/ppt/slides/slide88.xml" Id="Rca23be8c018947d1" /><Relationship Type="http://schemas.openxmlformats.org/officeDocument/2006/relationships/slide" Target="/ppt/slides/slide89.xml" Id="Rcb0a73efa4ba404a" /><Relationship Type="http://schemas.openxmlformats.org/officeDocument/2006/relationships/slide" Target="/ppt/slides/slide90.xml" Id="R1c8214a01cfe4d9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6bb031efcc4459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02a120851b42a8" /><Relationship Type="http://schemas.openxmlformats.org/officeDocument/2006/relationships/notesMaster" Target="/ppt/notesMasters/notesMaster1.xml" Id="R44012b1e96fe43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c711d635aea944bf" /><Relationship Type="http://schemas.openxmlformats.org/officeDocument/2006/relationships/notesMaster" Target="/ppt/notesMasters/notesMaster1.xml" Id="R373ae6b2ccf44108" /></Relationships>
</file>

<file path=ppt/notesSlides/_rels/notesSlide3.xml.rels>&#65279;<?xml version="1.0" encoding="utf-8"?><Relationships xmlns="http://schemas.openxmlformats.org/package/2006/relationships"><Relationship Type="http://schemas.openxmlformats.org/officeDocument/2006/relationships/slide" Target="/ppt/slides/slide3.xml" Id="R2c23e7a99d954d56" /><Relationship Type="http://schemas.openxmlformats.org/officeDocument/2006/relationships/notesMaster" Target="/ppt/notesMasters/notesMaster1.xml" Id="R8acf15aec556473a"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f7f66fb3a646d8" /><Relationship Type="http://schemas.openxmlformats.org/officeDocument/2006/relationships/notesMaster" Target="/ppt/notesMasters/notesMaster1.xml" Id="R6ac0808c01d24482" /></Relationships>
</file>

<file path=ppt/notesSlides/_rels/notesSlide5.xml.rels>&#65279;<?xml version="1.0" encoding="utf-8"?><Relationships xmlns="http://schemas.openxmlformats.org/package/2006/relationships"><Relationship Type="http://schemas.openxmlformats.org/officeDocument/2006/relationships/slide" Target="/ppt/slides/slide5.xml" Id="R635b332a5bec4829" /><Relationship Type="http://schemas.openxmlformats.org/officeDocument/2006/relationships/notesMaster" Target="/ppt/notesMasters/notesMaster1.xml" Id="Rd8570eb059fb4584"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8238a09f14490b" /><Relationship Type="http://schemas.openxmlformats.org/officeDocument/2006/relationships/notesMaster" Target="/ppt/notesMasters/notesMaster1.xml" Id="R8886865e7e9d4b5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92289c137994af5" /><Relationship Type="http://schemas.openxmlformats.org/officeDocument/2006/relationships/notesMaster" Target="/ppt/notesMasters/notesMaster1.xml" Id="R34bf61e311ea48f6" /></Relationships>
</file>

<file path=ppt/notesSlides/_rels/notesSlide8.xml.rels>&#65279;<?xml version="1.0" encoding="utf-8"?><Relationships xmlns="http://schemas.openxmlformats.org/package/2006/relationships"><Relationship Type="http://schemas.openxmlformats.org/officeDocument/2006/relationships/slide" Target="/ppt/slides/slide8.xml" Id="Rb727498393cf4d07" /><Relationship Type="http://schemas.openxmlformats.org/officeDocument/2006/relationships/notesMaster" Target="/ppt/notesMasters/notesMaster1.xml" Id="R3b4ef4927ac04e4b" /></Relationships>
</file>

<file path=ppt/notesSlides/_rels/notesSlide9.xml.rels>&#65279;<?xml version="1.0" encoding="utf-8"?><Relationships xmlns="http://schemas.openxmlformats.org/package/2006/relationships"><Relationship Type="http://schemas.openxmlformats.org/officeDocument/2006/relationships/slide" Target="/ppt/slides/slide9.xml" Id="Rab03f058df7b4b09" /><Relationship Type="http://schemas.openxmlformats.org/officeDocument/2006/relationships/notesMaster" Target="/ppt/notesMasters/notesMaster1.xml" Id="Raa0f19c3f0a543d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bf907daa89644a1" /><Relationship Type="http://schemas.openxmlformats.org/officeDocument/2006/relationships/notesMaster" Target="/ppt/notesMasters/notesMaster1.xml" Id="Rf2c33d4aaafe4a2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1f65b55a8e346f9" /><Relationship Type="http://schemas.openxmlformats.org/officeDocument/2006/relationships/notesMaster" Target="/ppt/notesMasters/notesMaster1.xml" Id="R403323564e6e48c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8207a1ddab24dd9" /><Relationship Type="http://schemas.openxmlformats.org/officeDocument/2006/relationships/notesMaster" Target="/ppt/notesMasters/notesMaster1.xml" Id="R98ef44b5a80b40d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317d791e5a7459b" /><Relationship Type="http://schemas.openxmlformats.org/officeDocument/2006/relationships/notesMaster" Target="/ppt/notesMasters/notesMaster1.xml" Id="Rafab5f54bd984aa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1a259f98db24bf1" /><Relationship Type="http://schemas.openxmlformats.org/officeDocument/2006/relationships/notesMaster" Target="/ppt/notesMasters/notesMaster1.xml" Id="R41239182fd6e453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7b8e48c9e064ac8" /><Relationship Type="http://schemas.openxmlformats.org/officeDocument/2006/relationships/notesMaster" Target="/ppt/notesMasters/notesMaster1.xml" Id="R62809c3dfcf6478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e4383f2caa6402b" /><Relationship Type="http://schemas.openxmlformats.org/officeDocument/2006/relationships/notesMaster" Target="/ppt/notesMasters/notesMaster1.xml" Id="R27da7a68286c4e8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dd36d15a3114fde" /><Relationship Type="http://schemas.openxmlformats.org/officeDocument/2006/relationships/notesMaster" Target="/ppt/notesMasters/notesMaster1.xml" Id="R7b27bb7e0c42488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ed7a3e5886a4746" /><Relationship Type="http://schemas.openxmlformats.org/officeDocument/2006/relationships/notesMaster" Target="/ppt/notesMasters/notesMaster1.xml" Id="Rfe92c443536d451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f5e41b68ea9403a" /><Relationship Type="http://schemas.openxmlformats.org/officeDocument/2006/relationships/notesMaster" Target="/ppt/notesMasters/notesMaster1.xml" Id="Rb4859c082a9444f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82b75f0dee64c5a" /><Relationship Type="http://schemas.openxmlformats.org/officeDocument/2006/relationships/notesMaster" Target="/ppt/notesMasters/notesMaster1.xml" Id="Re8c4b88bfc5144f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a21ee3f47fe4c97" /><Relationship Type="http://schemas.openxmlformats.org/officeDocument/2006/relationships/notesMaster" Target="/ppt/notesMasters/notesMaster1.xml" Id="R66472dc67c7347a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6a719fab52c42b4" /><Relationship Type="http://schemas.openxmlformats.org/officeDocument/2006/relationships/notesMaster" Target="/ppt/notesMasters/notesMaster1.xml" Id="R401d8ab747854c2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e1def6bbf3943ca" /><Relationship Type="http://schemas.openxmlformats.org/officeDocument/2006/relationships/notesMaster" Target="/ppt/notesMasters/notesMaster1.xml" Id="R7ebbe6658b1a4ed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ac0438974bd46bb" /><Relationship Type="http://schemas.openxmlformats.org/officeDocument/2006/relationships/notesMaster" Target="/ppt/notesMasters/notesMaster1.xml" Id="R06abb40fe2ed4f8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28b69fcb59746e7" /><Relationship Type="http://schemas.openxmlformats.org/officeDocument/2006/relationships/notesMaster" Target="/ppt/notesMasters/notesMaster1.xml" Id="Rb9cdcaa4b3cc447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aab0f897f704424" /><Relationship Type="http://schemas.openxmlformats.org/officeDocument/2006/relationships/notesMaster" Target="/ppt/notesMasters/notesMaster1.xml" Id="R6ae1af13c99f4aa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f8d4d3f325245d2" /><Relationship Type="http://schemas.openxmlformats.org/officeDocument/2006/relationships/notesMaster" Target="/ppt/notesMasters/notesMaster1.xml" Id="Ref2c93641b0f4c4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6f7ade2fbb0491b" /><Relationship Type="http://schemas.openxmlformats.org/officeDocument/2006/relationships/notesMaster" Target="/ppt/notesMasters/notesMaster1.xml" Id="R23fd02c124c3457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7d39941c659461d" /><Relationship Type="http://schemas.openxmlformats.org/officeDocument/2006/relationships/notesMaster" Target="/ppt/notesMasters/notesMaster1.xml" Id="R88f3f8eaaaab44f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f74eeb14b304554" /><Relationship Type="http://schemas.openxmlformats.org/officeDocument/2006/relationships/notesMaster" Target="/ppt/notesMasters/notesMaster1.xml" Id="Rfa8413c6b501494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1527c1f23b44d04" /><Relationship Type="http://schemas.openxmlformats.org/officeDocument/2006/relationships/notesMaster" Target="/ppt/notesMasters/notesMaster1.xml" Id="R0081767142504a4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970f0a0c38443fc" /><Relationship Type="http://schemas.openxmlformats.org/officeDocument/2006/relationships/notesMaster" Target="/ppt/notesMasters/notesMaster1.xml" Id="Ree83b37954a44cc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c9d871e736b4361" /><Relationship Type="http://schemas.openxmlformats.org/officeDocument/2006/relationships/notesMaster" Target="/ppt/notesMasters/notesMaster1.xml" Id="R397fa1b45b31470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7405384f60442df" /><Relationship Type="http://schemas.openxmlformats.org/officeDocument/2006/relationships/notesMaster" Target="/ppt/notesMasters/notesMaster1.xml" Id="R3400e6fdf39a447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2616c24151f4ac4" /><Relationship Type="http://schemas.openxmlformats.org/officeDocument/2006/relationships/notesMaster" Target="/ppt/notesMasters/notesMaster1.xml" Id="R2c2cdb7094fb420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3204d7280ed45f4" /><Relationship Type="http://schemas.openxmlformats.org/officeDocument/2006/relationships/notesMaster" Target="/ppt/notesMasters/notesMaster1.xml" Id="R90892d8334e6499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f97475244c947e5" /><Relationship Type="http://schemas.openxmlformats.org/officeDocument/2006/relationships/notesMaster" Target="/ppt/notesMasters/notesMaster1.xml" Id="Rcdb93044689849a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21be3ddd6da49d9" /><Relationship Type="http://schemas.openxmlformats.org/officeDocument/2006/relationships/notesMaster" Target="/ppt/notesMasters/notesMaster1.xml" Id="R973bfbc6cbba4cb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022d68a826443e2" /><Relationship Type="http://schemas.openxmlformats.org/officeDocument/2006/relationships/notesMaster" Target="/ppt/notesMasters/notesMaster1.xml" Id="Re3afb3723767450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7041771866b4713" /><Relationship Type="http://schemas.openxmlformats.org/officeDocument/2006/relationships/notesMaster" Target="/ppt/notesMasters/notesMaster1.xml" Id="R835e715edcb24b6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578ff8942b74709" /><Relationship Type="http://schemas.openxmlformats.org/officeDocument/2006/relationships/notesMaster" Target="/ppt/notesMasters/notesMaster1.xml" Id="R94647e13870849c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390c4f037df4c62" /><Relationship Type="http://schemas.openxmlformats.org/officeDocument/2006/relationships/notesMaster" Target="/ppt/notesMasters/notesMaster1.xml" Id="R2a5d58905a1b4c8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3e63da4d9fa40d5" /><Relationship Type="http://schemas.openxmlformats.org/officeDocument/2006/relationships/notesMaster" Target="/ppt/notesMasters/notesMaster1.xml" Id="R47514e6230474d7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02b7d4f43ba4c09" /><Relationship Type="http://schemas.openxmlformats.org/officeDocument/2006/relationships/notesMaster" Target="/ppt/notesMasters/notesMaster1.xml" Id="R29fba2fb077544d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8c0182b63544f96" /><Relationship Type="http://schemas.openxmlformats.org/officeDocument/2006/relationships/notesMaster" Target="/ppt/notesMasters/notesMaster1.xml" Id="R7472cd77c23e48f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2fb744ce2a0469f" /><Relationship Type="http://schemas.openxmlformats.org/officeDocument/2006/relationships/notesMaster" Target="/ppt/notesMasters/notesMaster1.xml" Id="R6dc32b4be4ff4ae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f71c096980648da" /><Relationship Type="http://schemas.openxmlformats.org/officeDocument/2006/relationships/notesMaster" Target="/ppt/notesMasters/notesMaster1.xml" Id="R16c6e9e7eaba40d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fc1aebeb9a64504" /><Relationship Type="http://schemas.openxmlformats.org/officeDocument/2006/relationships/notesMaster" Target="/ppt/notesMasters/notesMaster1.xml" Id="R33829d015be64fb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8e402ebda1d4be6" /><Relationship Type="http://schemas.openxmlformats.org/officeDocument/2006/relationships/notesMaster" Target="/ppt/notesMasters/notesMaster1.xml" Id="Rf97feb5395a0415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67bef9e97264405" /><Relationship Type="http://schemas.openxmlformats.org/officeDocument/2006/relationships/notesMaster" Target="/ppt/notesMasters/notesMaster1.xml" Id="Raf3b6dcb0677414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5ce35ece6294ea7" /><Relationship Type="http://schemas.openxmlformats.org/officeDocument/2006/relationships/notesMaster" Target="/ppt/notesMasters/notesMaster1.xml" Id="R3f14261494e544a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43128ea2accf472b" /><Relationship Type="http://schemas.openxmlformats.org/officeDocument/2006/relationships/notesMaster" Target="/ppt/notesMasters/notesMaster1.xml" Id="Ra8b88fc783d14ee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8ab8134e41d4276" /><Relationship Type="http://schemas.openxmlformats.org/officeDocument/2006/relationships/notesMaster" Target="/ppt/notesMasters/notesMaster1.xml" Id="Rc34e768e14c8453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ebd4e5cf0be40d7" /><Relationship Type="http://schemas.openxmlformats.org/officeDocument/2006/relationships/notesMaster" Target="/ppt/notesMasters/notesMaster1.xml" Id="R3ea1d290478a4b16"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dd044f5b6c144cf7" /><Relationship Type="http://schemas.openxmlformats.org/officeDocument/2006/relationships/notesMaster" Target="/ppt/notesMasters/notesMaster1.xml" Id="Rf3c19f3a4431439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0b4df94e9fe4950" /><Relationship Type="http://schemas.openxmlformats.org/officeDocument/2006/relationships/notesMaster" Target="/ppt/notesMasters/notesMaster1.xml" Id="Rcf6413cd11ad4d9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1b59356a7ec43a0" /><Relationship Type="http://schemas.openxmlformats.org/officeDocument/2006/relationships/notesMaster" Target="/ppt/notesMasters/notesMaster1.xml" Id="R28050043f1f1434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3576aa381d24b96" /><Relationship Type="http://schemas.openxmlformats.org/officeDocument/2006/relationships/notesMaster" Target="/ppt/notesMasters/notesMaster1.xml" Id="Rdcfc74c3b356463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92581644d7e451d" /><Relationship Type="http://schemas.openxmlformats.org/officeDocument/2006/relationships/notesMaster" Target="/ppt/notesMasters/notesMaster1.xml" Id="Rdd025624d800436a"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4b2956f686d4d07" /><Relationship Type="http://schemas.openxmlformats.org/officeDocument/2006/relationships/notesMaster" Target="/ppt/notesMasters/notesMaster1.xml" Id="Re9ce01abf89e438b"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a98dfc070d6414f" /><Relationship Type="http://schemas.openxmlformats.org/officeDocument/2006/relationships/notesMaster" Target="/ppt/notesMasters/notesMaster1.xml" Id="Rb5f27b495a8741e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ca6a2d8aacc74b41" /><Relationship Type="http://schemas.openxmlformats.org/officeDocument/2006/relationships/notesMaster" Target="/ppt/notesMasters/notesMaster1.xml" Id="Rad29dc306b05438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0915d8c0a7b4206" /><Relationship Type="http://schemas.openxmlformats.org/officeDocument/2006/relationships/notesMaster" Target="/ppt/notesMasters/notesMaster1.xml" Id="R5234f9cc12fa4a93"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b3a5710be514e4d" /><Relationship Type="http://schemas.openxmlformats.org/officeDocument/2006/relationships/notesMaster" Target="/ppt/notesMasters/notesMaster1.xml" Id="Rc28eeae59bf64ffb"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d48324347bf4491" /><Relationship Type="http://schemas.openxmlformats.org/officeDocument/2006/relationships/notesMaster" Target="/ppt/notesMasters/notesMaster1.xml" Id="R11b3fa57779047e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6afb1e84e334e84" /><Relationship Type="http://schemas.openxmlformats.org/officeDocument/2006/relationships/notesMaster" Target="/ppt/notesMasters/notesMaster1.xml" Id="R779f8d88320d4dae"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6eaf933fd9b44b3" /><Relationship Type="http://schemas.openxmlformats.org/officeDocument/2006/relationships/notesMaster" Target="/ppt/notesMasters/notesMaster1.xml" Id="R555675fb7a0b4743"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d4bc692fa9cc49cc" /><Relationship Type="http://schemas.openxmlformats.org/officeDocument/2006/relationships/notesMaster" Target="/ppt/notesMasters/notesMaster1.xml" Id="Re932e0264c8e48ae"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bee8e0facffb4794" /><Relationship Type="http://schemas.openxmlformats.org/officeDocument/2006/relationships/notesMaster" Target="/ppt/notesMasters/notesMaster1.xml" Id="R992bb9b1e34d417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cc0642908b1419e" /><Relationship Type="http://schemas.openxmlformats.org/officeDocument/2006/relationships/notesMaster" Target="/ppt/notesMasters/notesMaster1.xml" Id="Rea4b071146094917"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a5e4d7bb25d64917" /><Relationship Type="http://schemas.openxmlformats.org/officeDocument/2006/relationships/notesMaster" Target="/ppt/notesMasters/notesMaster1.xml" Id="R12048a02dd504d55"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8218b3a3cc814c2d" /><Relationship Type="http://schemas.openxmlformats.org/officeDocument/2006/relationships/notesMaster" Target="/ppt/notesMasters/notesMaster1.xml" Id="Rda2c914e13b54d11"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c9cdbe49572409f" /><Relationship Type="http://schemas.openxmlformats.org/officeDocument/2006/relationships/notesMaster" Target="/ppt/notesMasters/notesMaster1.xml" Id="R7276b6c884ef4f57"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e8351da178094f23" /><Relationship Type="http://schemas.openxmlformats.org/officeDocument/2006/relationships/notesMaster" Target="/ppt/notesMasters/notesMaster1.xml" Id="R9695799737664e8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4e07c509b0048bb" /><Relationship Type="http://schemas.openxmlformats.org/officeDocument/2006/relationships/notesMaster" Target="/ppt/notesMasters/notesMaster1.xml" Id="Raf621766a57c4b6f"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0c0b4a86f2d340e6" /><Relationship Type="http://schemas.openxmlformats.org/officeDocument/2006/relationships/notesMaster" Target="/ppt/notesMasters/notesMaster1.xml" Id="R797f39b16f88448a"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3110abd37e68492a" /><Relationship Type="http://schemas.openxmlformats.org/officeDocument/2006/relationships/notesMaster" Target="/ppt/notesMasters/notesMaster1.xml" Id="Rae1b7cad37c5401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db54efb77eb4105" /><Relationship Type="http://schemas.openxmlformats.org/officeDocument/2006/relationships/notesMaster" Target="/ppt/notesMasters/notesMaster1.xml" Id="R7666cfa3b16b47b4"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ee29bae652748d3" /><Relationship Type="http://schemas.openxmlformats.org/officeDocument/2006/relationships/notesMaster" Target="/ppt/notesMasters/notesMaster1.xml" Id="Rc5fed96d5ed745ba"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d69f3ac9f5904ac7" /><Relationship Type="http://schemas.openxmlformats.org/officeDocument/2006/relationships/notesMaster" Target="/ppt/notesMasters/notesMaster1.xml" Id="Rcd99efa1693f41d6"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762a608a079d4acb" /><Relationship Type="http://schemas.openxmlformats.org/officeDocument/2006/relationships/notesMaster" Target="/ppt/notesMasters/notesMaster1.xml" Id="R64244bc5686d468b"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2a454c66a8aa4898" /><Relationship Type="http://schemas.openxmlformats.org/officeDocument/2006/relationships/notesMaster" Target="/ppt/notesMasters/notesMaster1.xml" Id="R2ddd4eb23ef94586"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74c1b50488214ce6" /><Relationship Type="http://schemas.openxmlformats.org/officeDocument/2006/relationships/notesMaster" Target="/ppt/notesMasters/notesMaster1.xml" Id="Rdc932508375d4623"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8fdc7aa775204938" /><Relationship Type="http://schemas.openxmlformats.org/officeDocument/2006/relationships/notesMaster" Target="/ppt/notesMasters/notesMaster1.xml" Id="R4adc531481644386"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e7054afce11f4b4f" /><Relationship Type="http://schemas.openxmlformats.org/officeDocument/2006/relationships/notesMaster" Target="/ppt/notesMasters/notesMaster1.xml" Id="R07e812f894674202"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1bd12a77f6a1468e" /><Relationship Type="http://schemas.openxmlformats.org/officeDocument/2006/relationships/notesMaster" Target="/ppt/notesMasters/notesMaster1.xml" Id="R682de2a4f08843f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6f09ee3fde274dbf" /><Relationship Type="http://schemas.openxmlformats.org/officeDocument/2006/relationships/notesMaster" Target="/ppt/notesMasters/notesMaster1.xml" Id="R7d048f7c03bc46a4"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02e83d8505e44de3" /><Relationship Type="http://schemas.openxmlformats.org/officeDocument/2006/relationships/notesMaster" Target="/ppt/notesMasters/notesMaster1.xml" Id="R4fd4adf01ca44fba"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f68c0da2eaa443cf" /><Relationship Type="http://schemas.openxmlformats.org/officeDocument/2006/relationships/notesMaster" Target="/ppt/notesMasters/notesMaster1.xml" Id="R161ff5fb23ff4e3b"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6197446615684b53" /><Relationship Type="http://schemas.openxmlformats.org/officeDocument/2006/relationships/notesMaster" Target="/ppt/notesMasters/notesMaster1.xml" Id="R8327302f5fcb4de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AGENTS.md에는 무엇을 남길까?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AGENTS.md에는 여러 작업에 공통인 목적·제약·진입 안내와 상세 문서 위치를 남긴다. 처리 순서·이미지 명세·관련 테스트 같은 세부사항은 관련 작업에서 연결된 문서로 확인하는 정보 배치 모델이다.</a:t>
            </a:r>
          </a:p>
          <a:p xmlns:a="http://schemas.openxmlformats.org/drawingml/2006/main">
            <a:r>
              <a:t/>
            </a:r>
          </a:p>
          <a:p xmlns:a="http://schemas.openxmlformats.org/drawingml/2006/main">
            <a:r>
              <a:t>Opening Question: “앞 장의 AGENTS.md가 상세 문서 위치를 안내했습니다. 그 출발점에는 무엇을 남기고, 무엇을 상세 문서로 나눠둘까요?”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S40의 crop 요청→AGENTS.md 안내→상세 명세 경로를 회수한다. 이번 장은 경로를 다시 따라가는 장이 아니라 출발점과 상세 문서에 놓을 정보의 범위를 정하는 장이라고 설명한다.</a:t>
            </a:r>
          </a:p>
          <a:p xmlns:a="http://schemas.openxmlformats.org/drawingml/2006/main">
            <a:r>
              <a:t>2. (0:30–1:30) 왼쪽 AGENTS.md를 짚는다. 목적은 로컬 흑백 이미지 처리 CLI, 공통 제약은 요청 밖의 기존 동작 보존, 안내는 빌드·검증 시작점과 관련 상세 문서 위치다. ‘항상 남길’은 공통 안내에 유지할 정보의 범위를 뜻하며 제품이 매 turn 강제로 읽는다는 뜻이 아니다. 화면은 전체 지침 원문이 아닌 요약이다.</a:t>
            </a:r>
          </a:p>
          <a:p xmlns:a="http://schemas.openxmlformats.org/drawingml/2006/main">
            <a:r>
              <a:t>3. (1:30–3:00) 오른쪽 상세 문서 묶음을 위에서부터 짚는다. 구조를 확인할 때 처리 순서·모듈 역할, 이미지 동작을 확인할 때 crop·resize 명세, 검증 범위를 정할 때 관련 테스트 위치를 본다. 모두 모든 작업에서 읽어야 하는 목록으로 설명하지 않는다. 왼쪽의 위치 안내와 오른쪽의 자세한 규칙은 역할이 다르다.</a:t>
            </a:r>
          </a:p>
          <a:p xmlns:a="http://schemas.openxmlformats.org/drawingml/2006/main">
            <a:r>
              <a:t>4. (3:00–4:00) C++에서도 빌드·검증 진입점과 공통 제약은 기본 안내에, 알고리즘 명세·하드웨어 조건은 필요한 상세로 둘 수 있다는 패턴을 짧게 연결한다. 구체적 CMake/IDE/shell 명령이나 실제 C++ 실행 결과는 추가하지 않는다. 다음 장에서 Demo Repository의 실제 문서 분리 전후를 본다고 넘긴다.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S42 이후에 구분한다.</a:t>
            </a:r>
          </a:p>
          <a:p xmlns:a="http://schemas.openxmlformats.org/drawingml/2006/main">
            <a:r>
              <a:t/>
            </a:r>
          </a:p>
          <a:p xmlns:a="http://schemas.openxmlformats.org/drawingml/2006/main">
            <a:r>
              <a:t>Claim Boundary: 공통 안내와 작업별 상세를 나눈 교육용 배치 기준이다. 매 turn 자동 재읽기, 필요한 문서만 자동 로딩, 같은 탐색 순서, 항상 올바른 선택·지침 준수·AGENTS.md 단독 인과성을 보장하지 않는다. Routing 품질·토큰 절약·성능 향상은 별도 검증 문제다. 전체 테스트 지침도 모든 작업에서 무조건 같은 검사를 실행해야 한다는 보편 규칙으로 확대하지 않는다. 현재 Codex Desktop/계정 동작이나 회사 정책으로 일반화하지 않는다.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S42, 문서 접근의 관찰과 한계는 S43–45에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ALIGNED — DEC-0054의 AGENTS.md 기본 안내/작업별 상세 도식과 S40→S41→S42 연결을 반영했다. 최종 렌더·Notes parity는 production/evaluation/S41_CORE_DETAIL_REVISION.md를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기존 핵심 사실·제약은 유지하면서 AGENTS.md의 기본 안내와 주제별 상세 문서로 위치를 나눴다. 단순 문자 복사가 아니라 재서술·상세화와 문서 위치 안내 추가를 포함한 재구성이다.</a:t>
            </a:r>
          </a:p>
          <a:p xmlns:a="http://schemas.openxmlformats.org/drawingml/2006/main">
            <a:r>
              <a:t/>
            </a:r>
          </a:p>
          <a:p xmlns:a="http://schemas.openxmlformats.org/drawingml/2006/main">
            <a:r>
              <a:t>Opening Question: “앞에서 기본 안내와 상세를 나눠봤습니다. 실제로 한 AGENTS.md에 모인 정보를 나누면 어떤 모습이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S41의 정보 배치 기준을 실제 기록에 적용한 전후라고 소개한다. 화면의 ‘분리 전/후’는 같은 Demo의 STATE-02와 STATE-03이며 파일 전체나 실행 화면이 아닌 요약·재구성 도식이다. 상태 번호를 외우게 하지 않는다.</a:t>
            </a:r>
          </a:p>
          <a:p xmlns:a="http://schemas.openxmlformats.org/drawingml/2006/main">
            <a:r>
              <a:t>2. (1:00–3:00 / Demo, CAPTURED record) 왼쪽 한 AGENTS.md 안의 기본 안내와 A구조/CLI 요약·B이미지 명세·C테스트 구성을 가리킨다. 첫 화살표는 기본 안내가 오른쪽 AGENTS.md에 남고 문서 위치 안내가 추가됐음을 뜻한다. A/B/C 세 화살표는 같은 주제가 architecture.md/image-contracts.md/testing.md로 재배치된 대응이다. 핵심 사실·제약의 보존이며 문장은 재작성되고 상세 설명도 보강됐다. 실제 파일 브라우징이나 Agent 실행은 하지 않는다.</a:t>
            </a:r>
          </a:p>
          <a:p xmlns:a="http://schemas.openxmlformats.org/drawingml/2006/main">
            <a:r>
              <a:t>3. (3:00–4:00 / Case) ‘짧게 만들려고 필요한 정보를 버린 것인가?’를 비교 질문으로 둔다. 기본 제약이 남고 상세의 위치를 나눈 관계를 회수한다. C++에서도 공통 제약을 입구에 남기고 알고리즘·모듈 상세의 위치를 나눌 수 있는지 같은 기준으로 비교한다. 이1분과 다음 Lecture1분에 승인된 C++ Bridge2분을 통합한다.</a:t>
            </a:r>
          </a:p>
          <a:p xmlns:a="http://schemas.openxmlformats.org/drawingml/2006/main">
            <a:r>
              <a:t>4. (4:00–5:00 / Lecture) C++의 알고리즘 명세·하드웨어 조건 같은 상세도 관련 문서에서 확인할 범위로 짧게 연결한다. 구체적 CMake/IDE/장치 명령이나 실제 C++ 결과는 추가하지 않는다. 문서 구조만으로 실제 선택·읽기 성공을 결론내지 않고 다음 두 Task의 접근 기록을 관찰하겠다고 넘긴다.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S43–45에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S42 또는 production/preview/full/S42.png, production/preview/act2/S42.png를 사용한다. 최종 패키지·PNG·Notes 일치는 production/evaluation/S42_DOCUMENT_SPLIT_REVISION.md와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ALIGNED — DEC-0055의 전후 문서 구조/핵심 정보 보존 도식과 S41→S42→S43 연결을 반영했다. 최종 렌더·Notes parity는 production/evaluation/S42_DOCUMENT_SPLIT_REVISION.md를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01843aa2b943e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44c551692df4dd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eb841d3a90e40d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4692455e9fa4ff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4b19df59d494e5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16d391eebce47c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CFFBAC7-5706-45EF-85A5-27B9011355B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E67EAA2-150D-4B8D-A75D-33EEF5FEDFA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32C8107-821A-4E25-AD85-196E1F1B77C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696826A-44F4-458E-81A9-44A5F30E10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368B391-A57F-4A48-842C-6CD41B45A8D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A5C3E9A-0B88-4582-97CE-811528FBB4D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BF80E2B-DCFF-4643-A483-B27595C7B04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78C5BE6-FB69-441C-BD76-27E04269B43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67FE1C-1EBE-42A9-80A4-E1079E6BAE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A08D5DE-77D6-42DB-9DB8-C8F08538284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1fd184976c24552" /><Relationship Type="http://schemas.openxmlformats.org/officeDocument/2006/relationships/slideLayout" Target="/ppt/slideLayouts/slideLayout1.xml" Id="Re4541d19066a4c49" /><Relationship Type="http://schemas.openxmlformats.org/officeDocument/2006/relationships/slideLayout" Target="/ppt/slideLayouts/slideLayout2.xml" Id="R4b1e62ede47f454a" /><Relationship Type="http://schemas.openxmlformats.org/officeDocument/2006/relationships/slideLayout" Target="/ppt/slideLayouts/slideLayout3.xml" Id="Rf5396ea16e694533" /><Relationship Type="http://schemas.openxmlformats.org/officeDocument/2006/relationships/slideLayout" Target="/ppt/slideLayouts/slideLayout4.xml" Id="R480d43c2452a4f76" /><Relationship Type="http://schemas.openxmlformats.org/officeDocument/2006/relationships/slideLayout" Target="/ppt/slideLayouts/slideLayout5.xml" Id="Rf8a6b33e80564fed" /><Relationship Type="http://schemas.openxmlformats.org/officeDocument/2006/relationships/slideLayout" Target="/ppt/slideLayouts/slideLayout6.xml" Id="Rd5190d603d524e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4541d19066a4c49"/>
    <p:sldLayoutId xmlns:r="http://schemas.openxmlformats.org/officeDocument/2006/relationships" id="2147483650" r:id="R4b1e62ede47f454a"/>
    <p:sldLayoutId xmlns:r="http://schemas.openxmlformats.org/officeDocument/2006/relationships" id="2147483651" r:id="Rf5396ea16e694533"/>
    <p:sldLayoutId xmlns:r="http://schemas.openxmlformats.org/officeDocument/2006/relationships" id="2147483652" r:id="R480d43c2452a4f76"/>
    <p:sldLayoutId xmlns:r="http://schemas.openxmlformats.org/officeDocument/2006/relationships" id="2147483653" r:id="Rf8a6b33e80564fed"/>
    <p:sldLayoutId xmlns:r="http://schemas.openxmlformats.org/officeDocument/2006/relationships" id="2147483654" r:id="Rd5190d603d524e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c079219c61e446d" /><Relationship Type="http://schemas.openxmlformats.org/officeDocument/2006/relationships/image" Target="/ppt/media/image.png" Id="R1729be5c8a784801" /><Relationship Type="http://schemas.openxmlformats.org/officeDocument/2006/relationships/notesSlide" Target="/ppt/notesSlides/notesSlide1.xml" Id="Ra62f8f7db60e4e8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afedd45ecef4a43" /><Relationship Type="http://schemas.openxmlformats.org/officeDocument/2006/relationships/notesSlide" Target="/ppt/notesSlides/notesSlide2.xml" Id="R2e58402673f549b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4cd4be996594a07" /><Relationship Type="http://schemas.openxmlformats.org/officeDocument/2006/relationships/notesSlide" Target="/ppt/notesSlides/notesSlide3.xml" Id="R5e241e7a64324a3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561a0bb17b44442" /><Relationship Type="http://schemas.openxmlformats.org/officeDocument/2006/relationships/image" Target="/ppt/media/image2.png" Id="R6d20a6fca34b4614" /><Relationship Type="http://schemas.openxmlformats.org/officeDocument/2006/relationships/notesSlide" Target="/ppt/notesSlides/notesSlide4.xml" Id="R6eedeb14b4fa4da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0a0dcc7620241ee" /><Relationship Type="http://schemas.openxmlformats.org/officeDocument/2006/relationships/notesSlide" Target="/ppt/notesSlides/notesSlide5.xml" Id="R59c07150500a4b5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5d11643541a4336" /><Relationship Type="http://schemas.openxmlformats.org/officeDocument/2006/relationships/notesSlide" Target="/ppt/notesSlides/notesSlide6.xml" Id="R783255228eff4f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93c6f702d574bb1" /><Relationship Type="http://schemas.openxmlformats.org/officeDocument/2006/relationships/image" Target="/ppt/media/image3.png" Id="Rd6ff4199d8d24c04" /><Relationship Type="http://schemas.openxmlformats.org/officeDocument/2006/relationships/notesSlide" Target="/ppt/notesSlides/notesSlide7.xml" Id="R18eb053110eb441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e53895f33a94c90" /><Relationship Type="http://schemas.openxmlformats.org/officeDocument/2006/relationships/notesSlide" Target="/ppt/notesSlides/notesSlide8.xml" Id="R99dc03ca1cd24e1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9c45f1fae4b46b5" /><Relationship Type="http://schemas.openxmlformats.org/officeDocument/2006/relationships/image" Target="/ppt/media/image4.png" Id="R2ae701be38234028" /><Relationship Type="http://schemas.openxmlformats.org/officeDocument/2006/relationships/image" Target="/ppt/media/image5.png" Id="R9d0d2314d8344001" /><Relationship Type="http://schemas.openxmlformats.org/officeDocument/2006/relationships/image" Target="/ppt/media/image6.png" Id="Rc3f064e0f0784037" /><Relationship Type="http://schemas.openxmlformats.org/officeDocument/2006/relationships/notesSlide" Target="/ppt/notesSlides/notesSlide9.xml" Id="Rc30e81dbe0854aa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e8da5d73e3e4c6c" /><Relationship Type="http://schemas.openxmlformats.org/officeDocument/2006/relationships/notesSlide" Target="/ppt/notesSlides/notesSlide10.xml" Id="R2a241347735a48d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6facbb747a84d9b" /><Relationship Type="http://schemas.openxmlformats.org/officeDocument/2006/relationships/image" Target="/ppt/media/image7.png" Id="R25c4a667ca424a65" /><Relationship Type="http://schemas.openxmlformats.org/officeDocument/2006/relationships/image" Target="/ppt/media/image8.png" Id="Rf7cb7109e7e54547" /><Relationship Type="http://schemas.openxmlformats.org/officeDocument/2006/relationships/image" Target="/ppt/media/image9.png" Id="R49cc06445add47c5" /><Relationship Type="http://schemas.openxmlformats.org/officeDocument/2006/relationships/notesSlide" Target="/ppt/notesSlides/notesSlide11.xml" Id="R032043570d514ec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2fc5bbca1044689" /><Relationship Type="http://schemas.openxmlformats.org/officeDocument/2006/relationships/image" Target="/ppt/media/image10.png" Id="R5fbe8d991a684e6d" /><Relationship Type="http://schemas.openxmlformats.org/officeDocument/2006/relationships/notesSlide" Target="/ppt/notesSlides/notesSlide12.xml" Id="R2f1fbb12986b488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4abf61beb024b36" /><Relationship Type="http://schemas.openxmlformats.org/officeDocument/2006/relationships/image" Target="/ppt/media/image11.png" Id="R71f5bbfc76364243" /><Relationship Type="http://schemas.openxmlformats.org/officeDocument/2006/relationships/notesSlide" Target="/ppt/notesSlides/notesSlide13.xml" Id="Re9727417d8d943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4aeb7b04faf4373" /><Relationship Type="http://schemas.openxmlformats.org/officeDocument/2006/relationships/notesSlide" Target="/ppt/notesSlides/notesSlide14.xml" Id="R66107fb07c8841b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3f3158675b64e91" /><Relationship Type="http://schemas.openxmlformats.org/officeDocument/2006/relationships/notesSlide" Target="/ppt/notesSlides/notesSlide15.xml" Id="R388060af9dfb45b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bbc61b4ddbd4fb2" /><Relationship Type="http://schemas.openxmlformats.org/officeDocument/2006/relationships/notesSlide" Target="/ppt/notesSlides/notesSlide16.xml" Id="R74c222af2c58449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81136c5f31c4e07" /><Relationship Type="http://schemas.openxmlformats.org/officeDocument/2006/relationships/notesSlide" Target="/ppt/notesSlides/notesSlide17.xml" Id="Rab63cff11fb64d0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4281bda14f84b8f" /><Relationship Type="http://schemas.openxmlformats.org/officeDocument/2006/relationships/notesSlide" Target="/ppt/notesSlides/notesSlide18.xml" Id="Re460daea91044f3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3ba638231594958" /><Relationship Type="http://schemas.openxmlformats.org/officeDocument/2006/relationships/notesSlide" Target="/ppt/notesSlides/notesSlide19.xml" Id="R27201e19339f416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c65c07abbdb40a1" /><Relationship Type="http://schemas.openxmlformats.org/officeDocument/2006/relationships/notesSlide" Target="/ppt/notesSlides/notesSlide20.xml" Id="R9e2cd207e0334c6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7efe003dd084b27" /><Relationship Type="http://schemas.openxmlformats.org/officeDocument/2006/relationships/notesSlide" Target="/ppt/notesSlides/notesSlide21.xml" Id="R34792b039ee14d5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cd6b2c538be473a" /><Relationship Type="http://schemas.openxmlformats.org/officeDocument/2006/relationships/notesSlide" Target="/ppt/notesSlides/notesSlide22.xml" Id="R947d5e1da7ef4ba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a8215e8aa444907" /><Relationship Type="http://schemas.openxmlformats.org/officeDocument/2006/relationships/notesSlide" Target="/ppt/notesSlides/notesSlide23.xml" Id="R983e3c306690419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8cc383b325c4593" /><Relationship Type="http://schemas.openxmlformats.org/officeDocument/2006/relationships/notesSlide" Target="/ppt/notesSlides/notesSlide24.xml" Id="R86a59d820e79437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f1d856ce2794a45" /><Relationship Type="http://schemas.openxmlformats.org/officeDocument/2006/relationships/notesSlide" Target="/ppt/notesSlides/notesSlide25.xml" Id="R42eca53a4ee34a9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a5ce07689594807" /><Relationship Type="http://schemas.openxmlformats.org/officeDocument/2006/relationships/notesSlide" Target="/ppt/notesSlides/notesSlide26.xml" Id="R15fe2f31ee1947b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19375002ab3479d" /><Relationship Type="http://schemas.openxmlformats.org/officeDocument/2006/relationships/notesSlide" Target="/ppt/notesSlides/notesSlide27.xml" Id="R077497b85c52405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61f402aecfb40bc" /><Relationship Type="http://schemas.openxmlformats.org/officeDocument/2006/relationships/notesSlide" Target="/ppt/notesSlides/notesSlide28.xml" Id="Rb754740e48a14ab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89ad8150d8148bb" /><Relationship Type="http://schemas.openxmlformats.org/officeDocument/2006/relationships/notesSlide" Target="/ppt/notesSlides/notesSlide29.xml" Id="Rfeba51e7ba6d437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014ea58ab074c0f" /><Relationship Type="http://schemas.openxmlformats.org/officeDocument/2006/relationships/notesSlide" Target="/ppt/notesSlides/notesSlide30.xml" Id="R4177c5c0110d4f1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4040e0bec8a34686" /><Relationship Type="http://schemas.openxmlformats.org/officeDocument/2006/relationships/notesSlide" Target="/ppt/notesSlides/notesSlide31.xml" Id="R0315325d3eb2451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611ec1e36294c37" /><Relationship Type="http://schemas.openxmlformats.org/officeDocument/2006/relationships/notesSlide" Target="/ppt/notesSlides/notesSlide32.xml" Id="Rd901ef57754b412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224c5b8d099f4932" /><Relationship Type="http://schemas.openxmlformats.org/officeDocument/2006/relationships/notesSlide" Target="/ppt/notesSlides/notesSlide33.xml" Id="R549020dd66a14b2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644315c1f23d410a" /><Relationship Type="http://schemas.openxmlformats.org/officeDocument/2006/relationships/notesSlide" Target="/ppt/notesSlides/notesSlide34.xml" Id="Rbf88318576fa49b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ac2634c5f1a94221" /><Relationship Type="http://schemas.openxmlformats.org/officeDocument/2006/relationships/image" Target="/ppt/media/image12.png" Id="R5692e2b053104fdd" /><Relationship Type="http://schemas.openxmlformats.org/officeDocument/2006/relationships/image" Target="/ppt/media/image13.png" Id="Rb5391993a9534d72" /><Relationship Type="http://schemas.openxmlformats.org/officeDocument/2006/relationships/notesSlide" Target="/ppt/notesSlides/notesSlide35.xml" Id="R86d2902b5c47412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c26349cd7f9409f" /><Relationship Type="http://schemas.openxmlformats.org/officeDocument/2006/relationships/image" Target="/ppt/media/image14.png" Id="R12a51942fd704d31" /><Relationship Type="http://schemas.openxmlformats.org/officeDocument/2006/relationships/notesSlide" Target="/ppt/notesSlides/notesSlide36.xml" Id="R3994c66526ac4f1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b1cda16bfc241b9" /><Relationship Type="http://schemas.openxmlformats.org/officeDocument/2006/relationships/notesSlide" Target="/ppt/notesSlides/notesSlide37.xml" Id="Rf5c8f81f85cb45b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a44657d76bc4456" /><Relationship Type="http://schemas.openxmlformats.org/officeDocument/2006/relationships/notesSlide" Target="/ppt/notesSlides/notesSlide38.xml" Id="R629e83328c3f4d94"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3cc1ec9a8a64aeb" /><Relationship Type="http://schemas.openxmlformats.org/officeDocument/2006/relationships/notesSlide" Target="/ppt/notesSlides/notesSlide39.xml" Id="R15d80e8f6b634b8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658d6ebd3f3846f7" /><Relationship Type="http://schemas.openxmlformats.org/officeDocument/2006/relationships/notesSlide" Target="/ppt/notesSlides/notesSlide40.xml" Id="Re7eac1a094a6432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a18f638573047bf" /><Relationship Type="http://schemas.openxmlformats.org/officeDocument/2006/relationships/notesSlide" Target="/ppt/notesSlides/notesSlide41.xml" Id="R288b72fae0f64f0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4b299ecc1e0f4dc0" /><Relationship Type="http://schemas.openxmlformats.org/officeDocument/2006/relationships/notesSlide" Target="/ppt/notesSlides/notesSlide42.xml" Id="Rb8cb50f3bd924bb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3bc687f4dd84926" /><Relationship Type="http://schemas.openxmlformats.org/officeDocument/2006/relationships/notesSlide" Target="/ppt/notesSlides/notesSlide43.xml" Id="R4eb5ec793e334cea"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d1ea8e8576ea41c9" /><Relationship Type="http://schemas.openxmlformats.org/officeDocument/2006/relationships/notesSlide" Target="/ppt/notesSlides/notesSlide44.xml" Id="R1b7be89a907a47f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50887b7832a48a2" /><Relationship Type="http://schemas.openxmlformats.org/officeDocument/2006/relationships/notesSlide" Target="/ppt/notesSlides/notesSlide45.xml" Id="R0ced087f5b1547c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5014639b74e24079" /><Relationship Type="http://schemas.openxmlformats.org/officeDocument/2006/relationships/notesSlide" Target="/ppt/notesSlides/notesSlide46.xml" Id="R81e2671aa670436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4b3669df9a4a4207" /><Relationship Type="http://schemas.openxmlformats.org/officeDocument/2006/relationships/image" Target="/ppt/media/image15.png" Id="R0909560fc0e74b86" /><Relationship Type="http://schemas.openxmlformats.org/officeDocument/2006/relationships/image" Target="/ppt/media/image16.png" Id="R68fc687c325c4cd5" /><Relationship Type="http://schemas.openxmlformats.org/officeDocument/2006/relationships/image" Target="/ppt/media/image17.png" Id="Rb8bd3235b7e345ff" /><Relationship Type="http://schemas.openxmlformats.org/officeDocument/2006/relationships/image" Target="/ppt/media/image18.png" Id="R942397b4f6c24659" /><Relationship Type="http://schemas.openxmlformats.org/officeDocument/2006/relationships/notesSlide" Target="/ppt/notesSlides/notesSlide47.xml" Id="Rd26bc3c1aefd4fa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8e33f5ca32c94fc3" /><Relationship Type="http://schemas.openxmlformats.org/officeDocument/2006/relationships/notesSlide" Target="/ppt/notesSlides/notesSlide48.xml" Id="R97957079d1ee4d7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ddfbd6c479545a2" /><Relationship Type="http://schemas.openxmlformats.org/officeDocument/2006/relationships/notesSlide" Target="/ppt/notesSlides/notesSlide49.xml" Id="R7001f26f39a5454a"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d7dd1cecc9534f0b" /><Relationship Type="http://schemas.openxmlformats.org/officeDocument/2006/relationships/notesSlide" Target="/ppt/notesSlides/notesSlide50.xml" Id="Rc16068c066f044a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c6f8289cfa8d4776" /><Relationship Type="http://schemas.openxmlformats.org/officeDocument/2006/relationships/notesSlide" Target="/ppt/notesSlides/notesSlide51.xml" Id="Rc8baf30e8da2471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658672aadaaa465c" /><Relationship Type="http://schemas.openxmlformats.org/officeDocument/2006/relationships/notesSlide" Target="/ppt/notesSlides/notesSlide52.xml" Id="R2795bbfb961540d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f8d03e4ac6f84b6f" /><Relationship Type="http://schemas.openxmlformats.org/officeDocument/2006/relationships/notesSlide" Target="/ppt/notesSlides/notesSlide53.xml" Id="R1596b42d4242403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eea69c77f6c24b19" /><Relationship Type="http://schemas.openxmlformats.org/officeDocument/2006/relationships/notesSlide" Target="/ppt/notesSlides/notesSlide54.xml" Id="R21197d67d8da465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28741aa8ed44085" /><Relationship Type="http://schemas.openxmlformats.org/officeDocument/2006/relationships/chart" Target="/ppt/slides/charts/chart1.xml" Id="Rea1f5273aa5b4071" /><Relationship Type="http://schemas.openxmlformats.org/officeDocument/2006/relationships/notesSlide" Target="/ppt/notesSlides/notesSlide55.xml" Id="Rca2f7e79a4fa4178"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f9602989d51e47be" /><Relationship Type="http://schemas.openxmlformats.org/officeDocument/2006/relationships/notesSlide" Target="/ppt/notesSlides/notesSlide56.xml" Id="Ra0dc58d21bcc468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33cd4e56782f42d2" /><Relationship Type="http://schemas.openxmlformats.org/officeDocument/2006/relationships/notesSlide" Target="/ppt/notesSlides/notesSlide57.xml" Id="R0bb0142d0eda488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12e1212a3c6046c8" /><Relationship Type="http://schemas.openxmlformats.org/officeDocument/2006/relationships/notesSlide" Target="/ppt/notesSlides/notesSlide58.xml" Id="R9d980786c4424ee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4e6b58f0f0fb4d7f" /><Relationship Type="http://schemas.openxmlformats.org/officeDocument/2006/relationships/notesSlide" Target="/ppt/notesSlides/notesSlide59.xml" Id="Rcd4eb578183a431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53abf3e8a67342c0" /><Relationship Type="http://schemas.openxmlformats.org/officeDocument/2006/relationships/notesSlide" Target="/ppt/notesSlides/notesSlide60.xml" Id="R625c15c050b74cc0"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0330178217684392" /><Relationship Type="http://schemas.openxmlformats.org/officeDocument/2006/relationships/notesSlide" Target="/ppt/notesSlides/notesSlide61.xml" Id="R018b413d8b824fe6"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7893b8241c1c4413" /><Relationship Type="http://schemas.openxmlformats.org/officeDocument/2006/relationships/notesSlide" Target="/ppt/notesSlides/notesSlide62.xml" Id="Rc2028fc9059d4d2b"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b58847447ccd48c8" /><Relationship Type="http://schemas.openxmlformats.org/officeDocument/2006/relationships/image" Target="/ppt/media/image19.png" Id="R634a6a589b4943be" /><Relationship Type="http://schemas.openxmlformats.org/officeDocument/2006/relationships/notesSlide" Target="/ppt/notesSlides/notesSlide63.xml" Id="Re6b08d8b2fcc491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ebfc6ab210e74c4d" /><Relationship Type="http://schemas.openxmlformats.org/officeDocument/2006/relationships/notesSlide" Target="/ppt/notesSlides/notesSlide64.xml" Id="R0b70ce66c0bd485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1a1b5fc7c2574cfc" /><Relationship Type="http://schemas.openxmlformats.org/officeDocument/2006/relationships/notesSlide" Target="/ppt/notesSlides/notesSlide65.xml" Id="R42c1a77a047d40e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e065390914174b7d" /><Relationship Type="http://schemas.openxmlformats.org/officeDocument/2006/relationships/notesSlide" Target="/ppt/notesSlides/notesSlide66.xml" Id="R31b34250b3654b45"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4b3ff50f9deb492b" /><Relationship Type="http://schemas.openxmlformats.org/officeDocument/2006/relationships/notesSlide" Target="/ppt/notesSlides/notesSlide67.xml" Id="R8683aaf5e6a64558"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d4261adbd72743ee" /><Relationship Type="http://schemas.openxmlformats.org/officeDocument/2006/relationships/notesSlide" Target="/ppt/notesSlides/notesSlide68.xml" Id="R1569207fba3b419d"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47f562f6347b465e" /><Relationship Type="http://schemas.openxmlformats.org/officeDocument/2006/relationships/notesSlide" Target="/ppt/notesSlides/notesSlide69.xml" Id="Rf28e57f5f80b4310"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835fb92af44a4f04" /><Relationship Type="http://schemas.openxmlformats.org/officeDocument/2006/relationships/notesSlide" Target="/ppt/notesSlides/notesSlide70.xml" Id="Ra75fed5f4778408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52e8e9b615524b1e" /><Relationship Type="http://schemas.openxmlformats.org/officeDocument/2006/relationships/notesSlide" Target="/ppt/notesSlides/notesSlide71.xml" Id="Re1a65286905042fd"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414dd842deb347b7" /><Relationship Type="http://schemas.openxmlformats.org/officeDocument/2006/relationships/notesSlide" Target="/ppt/notesSlides/notesSlide72.xml" Id="R8ae7fd305c8e4958"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748720026a13402b" /><Relationship Type="http://schemas.openxmlformats.org/officeDocument/2006/relationships/notesSlide" Target="/ppt/notesSlides/notesSlide73.xml" Id="Rb0d360d3c19849a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e1ff1782c8da4290" /><Relationship Type="http://schemas.openxmlformats.org/officeDocument/2006/relationships/notesSlide" Target="/ppt/notesSlides/notesSlide74.xml" Id="R752e06663ddb4c86"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acf4896e8a9c436f" /><Relationship Type="http://schemas.openxmlformats.org/officeDocument/2006/relationships/notesSlide" Target="/ppt/notesSlides/notesSlide75.xml" Id="R4d207d17610947ee"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771281f389ec47e1" /><Relationship Type="http://schemas.openxmlformats.org/officeDocument/2006/relationships/notesSlide" Target="/ppt/notesSlides/notesSlide76.xml" Id="R002f5cc467a748b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c014bfaa11f64049" /><Relationship Type="http://schemas.openxmlformats.org/officeDocument/2006/relationships/notesSlide" Target="/ppt/notesSlides/notesSlide77.xml" Id="R1a96a08815d34f51"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f74f854e62794699" /><Relationship Type="http://schemas.openxmlformats.org/officeDocument/2006/relationships/notesSlide" Target="/ppt/notesSlides/notesSlide78.xml" Id="R4032b5c97e2f403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978db469df5c4a45" /><Relationship Type="http://schemas.openxmlformats.org/officeDocument/2006/relationships/notesSlide" Target="/ppt/notesSlides/notesSlide79.xml" Id="R2113c6c02dc44585"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802f95799cc54111" /><Relationship Type="http://schemas.openxmlformats.org/officeDocument/2006/relationships/notesSlide" Target="/ppt/notesSlides/notesSlide80.xml" Id="Rc236f6b31562411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6e78ea1e9b9142cf" /><Relationship Type="http://schemas.openxmlformats.org/officeDocument/2006/relationships/notesSlide" Target="/ppt/notesSlides/notesSlide81.xml" Id="R6e2d1be220cd401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6a5550359a3a4664" /><Relationship Type="http://schemas.openxmlformats.org/officeDocument/2006/relationships/image" Target="/ppt/media/image20.png" Id="Rbb66f0c36729493d" /><Relationship Type="http://schemas.openxmlformats.org/officeDocument/2006/relationships/notesSlide" Target="/ppt/notesSlides/notesSlide82.xml" Id="Re1b212dde174450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358b7cecfc394b32" /><Relationship Type="http://schemas.openxmlformats.org/officeDocument/2006/relationships/notesSlide" Target="/ppt/notesSlides/notesSlide83.xml" Id="Rf07dbe02f894437a"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f70ec789637b4840" /><Relationship Type="http://schemas.openxmlformats.org/officeDocument/2006/relationships/image" Target="/ppt/media/image21.png" Id="Ra176992f632e4c72" /><Relationship Type="http://schemas.openxmlformats.org/officeDocument/2006/relationships/image" Target="/ppt/media/image22.png" Id="R083d9be7f3154af5" /><Relationship Type="http://schemas.openxmlformats.org/officeDocument/2006/relationships/image" Target="/ppt/media/image23.png" Id="Raa3a2fe436a846ab" /><Relationship Type="http://schemas.openxmlformats.org/officeDocument/2006/relationships/notesSlide" Target="/ppt/notesSlides/notesSlide84.xml" Id="R70ddf924e38e4097"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f51ebffe7f774ced" /><Relationship Type="http://schemas.openxmlformats.org/officeDocument/2006/relationships/notesSlide" Target="/ppt/notesSlides/notesSlide85.xml" Id="Rd0569bd50ac54d1d"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439d27ee52ff4157" /><Relationship Type="http://schemas.openxmlformats.org/officeDocument/2006/relationships/notesSlide" Target="/ppt/notesSlides/notesSlide86.xml" Id="R8b718c67532446c5"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e933a76084634098" /><Relationship Type="http://schemas.openxmlformats.org/officeDocument/2006/relationships/notesSlide" Target="/ppt/notesSlides/notesSlide87.xml" Id="R25964f8af5c0432f"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93407fd7d71e4ce6" /><Relationship Type="http://schemas.openxmlformats.org/officeDocument/2006/relationships/notesSlide" Target="/ppt/notesSlides/notesSlide88.xml" Id="Rf019e04bfb8041cb"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925f96ae98044e8d" /><Relationship Type="http://schemas.openxmlformats.org/officeDocument/2006/relationships/notesSlide" Target="/ppt/notesSlides/notesSlide89.xml" Id="R7b5a2197419b4e13"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9be88d2f15644d11" /><Relationship Type="http://schemas.openxmlformats.org/officeDocument/2006/relationships/notesSlide" Target="/ppt/notesSlides/notesSlide90.xml" Id="R7be823900c4b49f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0E8968EA-C1F2-4570-95A0-59A17033F7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31A86489-736E-4C90-8AAE-2FE2B0C8F5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68607DFB-4DD3-4716-8A21-23C88A0E49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FD480A1F-89E1-4F5B-A757-7907EE792D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D2C905CB-1B6B-4222-8674-F535C7D278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467211B2-B4B9-4D86-9934-C688815730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127989A1-F3CC-4600-B1B5-4B2031559C89}"/>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1989DA5F-A86C-42CD-9458-903E1FFFC9AF}"/>
              </a:ext>
            </a:extLst>
          </p:cNvPr>
          <p:cNvPicPr>
            <a:picLocks xmlns:a="http://schemas.openxmlformats.org/drawingml/2006/main" noChangeAspect="1"/>
          </p:cNvPicPr>
          <p:nvPr/>
        </p:nvPicPr>
        <p:blipFill>
          <a:blip xmlns:r="http://schemas.openxmlformats.org/officeDocument/2006/relationships" xmlns:a="http://schemas.openxmlformats.org/drawingml/2006/main" r:embed="R1729be5c8a784801"/>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A3518E11-0BE8-48C6-8BF7-CC282D77E4B1}"/>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938A040E-C24D-40DA-B9A9-D5AC990ED26B}"/>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5685AA95-61FB-4AEB-8CB4-6DE3ADDACCF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52AC0883-A0F7-4D4F-B4E4-689F8007CE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0522375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73A0C0BA-BB81-4AF8-803C-498F10E915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D09F9D91-F9CE-43C4-A01C-E9D2FCC616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F6F5CCCF-E0E5-4FF7-84E4-B1C02532E6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0FFEF37C-4F04-41A3-BC48-ECC586B0F4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3E86885A-8A7A-4B04-8CD1-67620E4007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518143AF-1D26-4CF1-86B4-445FD3C9EF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07DAC27F-1B9E-4802-BE0B-E8CFE735D00A}"/>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4C603D83-1823-47D9-867B-FCB28DEEF44A}"/>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02D61B28-8263-47D2-A13C-BAFEA9CCB791}"/>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CB6C35C6-BED8-4390-9567-745AC3E6D0D5}"/>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63A3026-5EEF-4135-872A-8601401181E8}"/>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98728A2D-7D2F-4895-A41F-40D0A1030F73}"/>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044C150-7110-4E10-8FBF-16D08F4C0C1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BD315DE8-7125-4A02-AC9E-FE03D2C38D29}"/>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1EB06C25-9365-4F94-A85F-0D0F48E29C02}"/>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91514A4C-2D48-4CB5-87CF-5F4BD64BD8F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FD99B91B-F2E8-4B66-A125-CB131FCB6B2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C89B8BC1-4C4C-4F28-8932-DE959B6E7992}"/>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23142A59-1717-4402-942A-B30A7B6FD38E}"/>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D629639A-F219-4A51-B4F0-CE603499039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A6F1960-5021-44CB-8818-8B2267C60290}"/>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B7542F08-5A94-4685-88D7-BCA9FB445D0B}"/>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1C05036D-48C8-4F35-B6EA-4A6584990F1F}"/>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682B65DE-7454-4991-99DE-4EEF913534F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11E7CBC-7FF5-42CC-B43D-770B5ADB4E3F}"/>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7CA6E490-1B77-455A-BEBC-DD7D1FF36388}"/>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887E2415-F059-4288-8CB1-4D5938604B8B}"/>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FB446EC8-57F0-4D79-A6FD-FF507322FBB0}"/>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E06A2494-CC88-49DC-B165-DEBB383C519D}"/>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9F695382-E582-4A02-A77C-FA89286D4324}"/>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9C22D91F-5C2B-49C2-98A6-F3193F21B4D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14CE03CE-ECE6-42C5-B078-8A4F6A634139}"/>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9235A39F-3DEC-46E5-9240-D8F0009D1F0B}"/>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92CE23A2-F7F7-4DCA-A2F8-3330E9FED906}"/>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12184565-5130-4DCE-9995-E726021EAE28}"/>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2364EE9-728E-47F7-A697-A59EE05CEFF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771B6089-468F-4DE0-82DC-0B5FC8414494}"/>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8F6EECEE-0730-4149-8F67-1C3A05DCC1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6759815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EF4E53AB-9D87-4157-9E3A-74DE4B7105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B4278D5F-03F4-4199-913B-25C88B13DB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83747071-E510-4F0E-9C62-B3A58A780F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AA0751DE-55B7-4EF5-ACC2-3193639AD4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8108868E-80DB-4C97-9FD9-2CC5142448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FA77626F-2E8C-416E-A012-74FC0FEC7C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CA17CA86-3739-4A3B-ABF5-D7BF3776510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FD5BC3D7-C009-4D78-A8F4-D1504B07219D}"/>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A8652E16-C617-4A7D-A54A-E1EB03074947}"/>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7FDD1429-EDCE-45B0-A338-D3B898BA77A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FE8DE16B-F02B-4342-82A0-ECF6090DCFB4}"/>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FB701FB2-E124-48B9-8A5A-9D7BA770E7F8}"/>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61AF969C-9EC0-40E6-87BD-D98F887E11AE}"/>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4D244714-BF01-4420-B6DE-0C52F2A9DA08}"/>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9EA73BA8-407A-4F7B-837B-F09C0734BC1C}"/>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DC415DBE-66E1-4A97-A52A-A5143F052035}"/>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7CE8BE17-FAD9-4C4C-9687-C13257FDA6A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7EE246FB-2440-4B39-8DEE-55406DF8AC24}"/>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C206594F-FFED-4915-B176-554977342E3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18B850B4-60BD-4202-B674-2BDF96FDD06E}"/>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75482DC0-44EE-454E-B29F-84344090E12E}"/>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21C3BBF3-7F75-4DE1-8D67-591923A9C3BA}"/>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B2B60BCE-B782-4965-8BF6-132C38AFD2C1}"/>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29AFF8AA-0C89-4EA7-B23A-1019651C2596}"/>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E6172E65-CE6A-4BE7-BA8D-9C6EF00FE48A}"/>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32219D89-A123-42B5-ABEA-AB420BC9DCC0}"/>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4DDA84F9-901A-41A3-A92A-170CF6773A97}"/>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3D7B2DC6-309B-45BF-B2A8-F4C6C7DC3131}"/>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E8D83614-9620-400A-B7ED-10C02F31CEEB}"/>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DCA25FC1-1842-4ADF-8C0A-DBD3633C6635}"/>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E38A14A8-9292-4C6D-A0CF-D50F0054B461}"/>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C6EFED4F-5249-47BB-897B-BED860836BA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4B7633F6-CF24-4B5D-8B24-06A2D084C4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45913902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8990ED88-89A0-4C64-A465-19F75D9E4B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F8015151-B3A1-4E57-B639-2E25C2AD5D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88775674-B35F-4ABD-AA8A-8B163C008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AF43A0D1-2F7C-4AB0-A88D-87AA0DAC6A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D6E4D3EE-F77C-44E2-9F9E-BD09C67683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343E0D37-8CC2-406B-B7A9-07E3C1996E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4F72C18D-B57B-4D75-BBB0-2E6F956BE3A1}"/>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5FC03E75-2B49-4309-9C92-B3AC4B6AFF45}"/>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BBA41ECD-4A04-4BB0-B314-89B8BC599564}"/>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15F63F16-5FD8-4C81-8511-2F2C0E49C29F}"/>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302C27A1-4594-4AEB-B0E3-A9774D7FBE3B}"/>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298A0480-059D-4D2E-9386-7BFCCE5869AE}"/>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9D46771C-E53D-4315-BCFF-D832DC52EE2B}"/>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CC8EA004-E260-4E22-8DB6-B16FB70B7589}"/>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1A7D0F50-4CAF-4A92-AFE4-5970FA90E675}"/>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AA3FFE0-2F42-46F2-BA4B-9641D920A956}"/>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E418BA85-6306-4BD3-822C-672B03DEC891}"/>
              </a:ext>
            </a:extLst>
          </p:cNvPr>
          <p:cNvPicPr>
            <a:picLocks xmlns:a="http://schemas.openxmlformats.org/drawingml/2006/main" noChangeAspect="1"/>
          </p:cNvPicPr>
          <p:nvPr/>
        </p:nvPicPr>
        <p:blipFill>
          <a:blip xmlns:r="http://schemas.openxmlformats.org/officeDocument/2006/relationships" xmlns:a="http://schemas.openxmlformats.org/drawingml/2006/main" r:embed="R6d20a6fca34b4614"/>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2AE36CCC-7ABF-48D1-83E7-22C164D22614}"/>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8DFED9DC-6E61-4AFF-A673-7BFE12CDC4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2619201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F1AA5C9A-6755-4C8B-B829-264C7B9BDB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A60632F4-7B2B-448A-A198-DBB1A258D2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31E8746E-EC00-423B-9B94-6C40611D90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D899D773-0550-44ED-A619-6E9D2D3390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1D2C3796-04E6-41F5-8C36-8758B91616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FEE28EFC-CC6F-49FA-A509-7C9998823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A6A0783A-B75D-41C5-AEA9-8BF7DEA10D18}"/>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2500E769-CFF5-4A87-9F01-296E7E6209C6}"/>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88C03C3F-E153-4E3C-9023-A97289B106F5}"/>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CD8A3474-B95C-43D4-B911-876912A768A0}"/>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954736FE-EED9-4EA4-BDCF-D43AA16E0D9E}"/>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826307EB-A812-49E2-8487-B868FEFDDD9C}"/>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66DA6430-4F83-4667-9829-CC158DF8CED3}"/>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7EA74101-C706-4089-88EC-AB4D958912B5}"/>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C020FC0D-C1EF-45B9-A82F-3655A117387F}"/>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8FD94A40-BB97-4360-AD62-F44D8BB44EC9}"/>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2F9C3AB9-3E02-4C7D-9000-A0B88EED4F42}"/>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1857DD65-14DD-4E60-B511-85BFEC64078F}"/>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27430E31-879C-4596-8A93-E6562FA8615B}"/>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8883D8D7-8BF1-48CA-A65B-556AD81859DB}"/>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04646E87-D26D-42A0-B3F7-7C1EFFE9D18D}"/>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15E25127-D53A-4D85-AFE0-33A204551575}"/>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6767F89B-3266-4B30-99E8-0A1BFFDDE8B2}"/>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9E7E5E34-4EFB-4705-B64E-936DA05248CA}"/>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821C4FAC-E566-48EB-91B8-08B52B0C40B2}"/>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BE2EA7C6-D87D-43E7-A067-192912594190}"/>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F4115FE1-29D5-4FA8-B221-E84FE50421F3}"/>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7B38EB94-57D8-4EA7-8EA4-FEC90168DE31}"/>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1A279637-B5E2-4696-9E04-7F07B9E21C37}"/>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D7E65AA7-FF7E-4F97-92EA-13BDA7F0133A}"/>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106140F9-CCF7-452B-B364-C340D60D02A4}"/>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94E6617B-22DC-4E9B-B2DB-1EEA5D16863E}"/>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CC6F53B7-4981-43B2-8677-F8B4B9CF598B}"/>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33A6FBD1-F9DB-4456-85AE-81BDC41717CB}"/>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8BBBCB4F-94AD-4A5E-8198-959D284F1E65}"/>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D70566B9-509E-4A66-B2A1-BCD060AB64FF}"/>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FD7E9DAA-928E-4299-8179-C6DF76C2A689}"/>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43826BAF-8589-4D1F-8143-D8401E44D18E}"/>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E29AAF3B-D664-4A2E-8C49-585C9A93CB3F}"/>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87705B9B-7531-4EC1-8A06-B61F5528E9D0}"/>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E5FAF295-33CE-4C94-A7DF-608ED354D87A}"/>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4EB62735-8948-4E7E-90A6-6236E98BFBD6}"/>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C9FF413C-4A64-4572-98B9-62A66367799A}"/>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BA2EE828-7573-4DA3-A90F-8A120E766B12}"/>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12CD3959-2266-4A8B-BE73-FBE5CFF03C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6624415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52A3FD2D-6297-4F12-94C3-6F173DC2D9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88169D0A-7B71-4399-B715-A213F048FF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7A4DE749-F60F-481E-B86B-A7F36C88C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A43D979D-8363-468F-9383-E4F3F3F974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6ADA56C6-2B01-4317-842F-806C40587D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4B389F4A-5E61-4389-AABE-7AF8D921E9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6B849A69-31B5-4F54-83A3-50DDD0E973FA}"/>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E92843B2-BE84-414B-BE55-A6E26D74DEE8}"/>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AF24AD96-60A8-498B-B4F9-A6DF4D7B6126}"/>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C3231106-668F-4DA1-9220-05BFB4EC679A}"/>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91B82B17-99DF-498C-97A0-39BB3F4B1116}"/>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D7B5E873-3661-4DFF-83A8-AD780A5762BD}"/>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1609AA5E-3E27-4568-9D9C-EE0B945E46DE}"/>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DEFC6826-5036-4AFE-AFFF-5CE2A1EA3FD2}"/>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A399B334-DFC0-4C00-97B4-6C2B9E9B1C1D}"/>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C807F025-A03E-47F2-A137-FD7E9A09AD2B}"/>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419B04D4-5BF2-4383-B2A2-6A0E51A217D3}"/>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E8389205-33C9-4BDF-9E51-616318BC15B1}"/>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6D5E1F86-3491-44F7-9C58-148410AD478A}"/>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CFA41F5E-C085-45AB-A72F-9775869AE6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3486089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7215B8AB-1093-4159-9361-29CFBD1F1E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8BC543B1-E6D3-48A6-88DD-EC9C28A611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7F6027FB-73B9-4555-AB29-536F46CDC40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65609582-C755-4810-B9F2-198C06CAE0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B16DDACD-5317-40C1-A895-799D045A1F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A1F26A58-DD02-408E-9290-2B2F8C7D35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94E8FB56-DCE7-4E5F-8A63-C81C3B80F2D0}"/>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4F123476-B90C-45AB-8607-00C95B200C1F}"/>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C59A9EC7-6072-48F1-9F91-111DC286C28C}"/>
              </a:ext>
            </a:extLst>
          </p:cNvPr>
          <p:cNvPicPr>
            <a:picLocks xmlns:a="http://schemas.openxmlformats.org/drawingml/2006/main" noChangeAspect="1"/>
          </p:cNvPicPr>
          <p:nvPr/>
        </p:nvPicPr>
        <p:blipFill>
          <a:blip xmlns:r="http://schemas.openxmlformats.org/officeDocument/2006/relationships" xmlns:a="http://schemas.openxmlformats.org/drawingml/2006/main" r:embed="Rd6ff4199d8d24c04"/>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4CC1B524-169C-423A-B3E0-0ECD0A39D522}"/>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760303F8-7AEE-43DA-988D-204CC8222067}"/>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987F3D3C-BD51-40E8-BA52-AB4C1EC8E12B}"/>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C61C9171-E194-4D88-BF37-373B077F57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9454766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0689819E-1586-4EC8-975A-0D6B3DA9B8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0603D137-DBED-4DDD-BCF1-F4AD96A719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DCF9A622-4254-4F7C-BDBA-005D1318BE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0E5DB1C6-BDC6-4111-BF6B-9FD0917385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F53A4878-04BB-478F-8F27-8E55050BB0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FDABC587-7B1D-431D-8B48-67A9EA4D04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114897EC-1D62-44AA-80F3-96EE4BD43D09}"/>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FF8E8F25-CD6D-484B-9CB9-AD8C424B3EF6}"/>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FC27846E-A507-45EF-BC5D-65972F5B0F2A}"/>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48E033CD-EF86-4E68-B45B-FCB8DE852CFF}"/>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18025CC0-A14E-4B43-84BD-9199C21E1932}"/>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40D07D4E-16DC-4374-849E-642741206735}"/>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A6CF67E5-0AA1-447C-BFC9-C6AE6670762A}"/>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6CF1DA2-888E-479C-8D18-C05717FE9E5B}"/>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E813A626-4CAF-47EE-91C5-D422A0A73A3F}"/>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6DB7DC4B-AFA3-4B15-9D1A-A35624DBB735}"/>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CB112912-302F-4864-B4ED-ED05F3C5359A}"/>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14F203B3-D42B-4CD5-8698-3F51EA6C9861}"/>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107FD677-3E16-4519-8253-D5860A0E12F6}"/>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F24FC261-5FC3-4D1B-8A81-B8B415938CD1}"/>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BC59F7FF-4E33-48D1-902D-978804D7871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4D8A8112-35AD-4673-A1BF-B71B064909BF}"/>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5853D36C-585D-4DF5-994E-4B9E3A65FA86}"/>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39A6109D-969D-441F-98DD-E848FF65968A}"/>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97A35782-87D9-4BC1-BB9E-96DE5CD66300}"/>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53942938-136B-4E14-AB77-94595F676731}"/>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9BBE22A5-FF7E-4D49-8021-7D1ED1F2A9B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79609C34-432D-43CE-89F9-692C5D6568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561194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6AA18400-474E-4C5D-8B45-B861D83F9C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FD05708A-A80C-4399-8430-6BACB776CE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A66D14EA-6879-4C0C-9439-F8DE2D17B7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004ACC25-FDB9-41D0-8629-3BAED4E16F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73515278-F0A0-42FA-BC75-5B75D31C28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F3E1CF85-FB03-433D-B683-64FF00C70D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9B872254-BB88-4BD7-BAF3-201E3AC0052E}"/>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A662A58-287E-41A2-99BD-FEF560D7F173}"/>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D9F91DE9-AEBD-4941-97A0-B8895C787D43}"/>
              </a:ext>
            </a:extLst>
          </p:cNvPr>
          <p:cNvPicPr>
            <a:picLocks xmlns:a="http://schemas.openxmlformats.org/drawingml/2006/main" noChangeAspect="1"/>
          </p:cNvPicPr>
          <p:nvPr/>
        </p:nvPicPr>
        <p:blipFill>
          <a:blip xmlns:r="http://schemas.openxmlformats.org/officeDocument/2006/relationships" xmlns:a="http://schemas.openxmlformats.org/drawingml/2006/main" r:embed="R2ae701be38234028"/>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A9B3C016-762E-43B7-9F7C-73A127A7B6EA}"/>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79EB30D-2D85-444B-9ADF-A6DA6AF1CFE6}"/>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0A5DA6FB-2A2A-4C7A-8A01-6CFD9DCE5D9F}"/>
              </a:ext>
            </a:extLst>
          </p:cNvPr>
          <p:cNvPicPr>
            <a:picLocks xmlns:a="http://schemas.openxmlformats.org/drawingml/2006/main" noChangeAspect="1"/>
          </p:cNvPicPr>
          <p:nvPr/>
        </p:nvPicPr>
        <p:blipFill>
          <a:blip xmlns:r="http://schemas.openxmlformats.org/officeDocument/2006/relationships" xmlns:a="http://schemas.openxmlformats.org/drawingml/2006/main" r:embed="R9d0d2314d8344001"/>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A3A4134B-A475-49A5-A174-46C96DE586B6}"/>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96EE771-7B6E-479C-B341-B94A8EAABA37}"/>
              </a:ext>
            </a:extLst>
          </p:cNvPr>
          <p:cNvPicPr>
            <a:picLocks xmlns:a="http://schemas.openxmlformats.org/drawingml/2006/main" noChangeAspect="1"/>
          </p:cNvPicPr>
          <p:nvPr/>
        </p:nvPicPr>
        <p:blipFill>
          <a:blip xmlns:r="http://schemas.openxmlformats.org/officeDocument/2006/relationships" xmlns:a="http://schemas.openxmlformats.org/drawingml/2006/main" r:embed="Rc3f064e0f0784037"/>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FFEAED42-CB4D-4AB0-853C-858B12E1DC22}"/>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1B198C29-4F52-4A77-9227-05556586EF7B}"/>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05C8C4FE-EF32-49CD-A738-CE653E7900B8}"/>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5D972818-B399-4CC3-92B9-1D9057D6503B}"/>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7DBC47F5-02CD-41F2-9C74-0D6A7E6D6E8F}"/>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B48120F3-BD9A-438D-9CA7-B6BA6F3C6AA2}"/>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CAF559F0-7069-48CF-BBF6-5BAA6B657DA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8304244-C28B-4DD7-A47B-F11C62D4C7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8864339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AA69E8FE-E1ED-45DC-952E-3E70B30727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EECA0409-2808-4D9E-BE12-4C5E5B0222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C017C3DF-EFE3-4E37-8992-E26BFF8744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10A214B5-0BC5-4604-8AE4-CFC6CA6849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84B57B65-0DBB-4844-82D6-69AB6D75B5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24674D77-DE3E-43BF-B825-7F10E85006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2C6113F5-DCDE-4351-9954-8C654AC6EED3}"/>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DCFE6BB8-234C-4E78-AA3F-CC027B77FAF3}"/>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95FAE274-411D-4DBF-8DBE-8BC2ADD35EA2}"/>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8F8DDCC9-3A67-464C-B371-35C7D57A8571}"/>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8BF3E19A-9B0E-449C-9FA5-1B6E934A58BC}"/>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A9AE2DB-FF6E-4A9D-9FCA-BCBFD89EB5FD}"/>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27A162EA-822D-4C9E-A8DF-EC4642F2FC98}"/>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27474C0-72D1-4D42-93AA-325B52F5101E}"/>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30A34A53-85CB-4DAE-9212-5D9ADBB5B351}"/>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64C64DAF-48AD-480C-9CBC-908F38D1233B}"/>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DE712E79-B6F7-4796-AC44-E8E5A60A991D}"/>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BDBA5CFD-9A5C-4A1E-87A5-AF7F58DBCDD2}"/>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F89B6DD-1538-4308-91B7-AAEA75EE6CA8}"/>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95A0C1D-256B-499F-8534-25DA9F80B961}"/>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949AE56C-A359-4877-9BA9-2751E4163E7F}"/>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C7BC0A14-B3B8-4884-8CD7-898727E2CB8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DDA67522-2D98-42BB-A706-4430732A0883}"/>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9327DFA-BD00-4E88-9EC6-B690B1E17E7B}"/>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4D2CD340-3728-486F-91B1-1A628D7C36F8}"/>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A518AF01-7839-4AFD-A8A9-98DEA9329F21}"/>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15C9650E-C95C-436D-A90C-CF40F03CE74B}"/>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DB2C22AB-E586-47B2-898C-C953C74DEF14}"/>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3982AB5-DC8A-43F2-B4F8-C93BE6B65B8E}"/>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8C270349-F887-4076-91F3-7A9D21EEF3D7}"/>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1B78EBAF-E26B-4749-9BE9-D5E1E5745358}"/>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C195485F-252F-495C-B6A1-E1E5D9CC6BC9}"/>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4BEB5444-0BA3-4646-8CD2-C1C59E205059}"/>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643B20E6-A0C7-473B-B7A3-8981C95BBA62}"/>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7A08CAB0-EFD7-4723-B020-7E2B1A70E7AA}"/>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8D7E8C1A-F699-444F-970D-59365267A066}"/>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BBDFE772-7B18-4FA1-8DDE-297FFB603048}"/>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9EF123F-DF0D-4D8E-93EB-E0DABEEA1CF9}"/>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49A73AD7-3BEF-4B12-92F0-C8A408478D07}"/>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D163AD3D-48B5-49D7-955C-D8E6A2559273}"/>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86E203CD-17C8-4548-99BF-F8489AEA6B16}"/>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37C4207-C7D8-4901-B4F0-639F2F21320C}"/>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D6565E3B-5C6D-4468-992A-7B2BB63FFE06}"/>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5F03B0F9-EC13-4DCE-85F0-ECEA45C0FBF7}"/>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8D0BA80B-3F9A-4369-BD00-7A746A28D349}"/>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21475FC7-74D6-4AB0-9E51-9071AB46AF42}"/>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306F9D68-0167-4ECB-A811-65CBD5272E50}"/>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25F130AA-F800-4CD6-9946-1D4D679581F9}"/>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4E2BB41E-E0A2-4392-AF6E-AE5B9067FCEA}"/>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87D04C20-2CCD-4615-8C40-844FD79E1EB0}"/>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264F18F-0978-4309-8ABF-6752754AA83A}"/>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30C37781-6FE9-40C6-AA18-E2D0319A3AC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C31D6B6C-7F97-4887-B1A8-6495899E2213}"/>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DBD46DAD-DBAA-4AA4-9C05-2334E3E0FD0A}"/>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5C9A541C-BF0D-4D9D-82E3-82E47C3984E7}"/>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3C09A185-32C5-4CA2-826E-C08B8540CDA9}"/>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9FD59EA1-843D-497D-9E26-5B78CA55D05E}"/>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F5A6B78-C012-43A6-A6BD-91F7E54105CB}"/>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3CB3BF85-AF33-4B6C-A7B1-F14E80E648E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9C60BBD3-4F6D-4951-B805-C6DF21E6D299}"/>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B50151B9-91BE-4780-A6E7-CE9EB28F2A3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34795158"/>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55BA0335-44F2-434C-A098-F9E7E3C2E7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A783EFC7-28FA-49E5-AAA5-2C1F64C659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B1A556BE-F27F-4EE1-9EA0-48184E686A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13874390-2A42-4120-B861-9F7A2EC195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C10603E2-8477-4396-8164-400CE6431D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A545E4FA-E7D2-4A79-8FEF-CFFDBA030C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A3866384-6222-4757-8193-475FF65E2AAB}"/>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67A12414-6D68-41D8-970A-8B49604EE482}"/>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A1DF9C8A-558C-4374-ABB1-F28E641822E4}"/>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FB71FBA-2FC0-465B-9C71-75840DBAC668}"/>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CAEA6B5E-C9BA-470F-8039-A14B4511CA2C}"/>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87EE988C-0652-4DB7-9CB4-1F1246FD84DD}"/>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B189098-700F-4758-A4F2-CD9E6B57969E}"/>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24B0E96-9A06-4B4D-A8F3-A03B341AE5C2}"/>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9885B22-BADB-4590-866A-16D38112032C}"/>
              </a:ext>
            </a:extLst>
          </p:cNvPr>
          <p:cNvPicPr>
            <a:picLocks xmlns:a="http://schemas.openxmlformats.org/drawingml/2006/main" noChangeAspect="1"/>
          </p:cNvPicPr>
          <p:nvPr/>
        </p:nvPicPr>
        <p:blipFill>
          <a:blip xmlns:r="http://schemas.openxmlformats.org/officeDocument/2006/relationships" xmlns:a="http://schemas.openxmlformats.org/drawingml/2006/main" r:embed="R25c4a667ca424a6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4C84E216-B4CD-45C8-ACCA-8FE9033E8E96}"/>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32428410-8CEB-4AE7-BA56-7BD421C0229B}"/>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6A668E91-7018-447B-A51C-FE31886AC32C}"/>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D36B372F-48EA-4E00-9D9F-1B49D98E45D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27CC0BA1-56BF-4358-9AE5-329A8E4C1C2C}"/>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DE2C83DC-423F-47B1-8A39-246714D25C2E}"/>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4FDA84E3-08E6-40A0-8A18-B8B6596E4F0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034775B7-4F58-43F3-A9D3-F70FAD7991AC}"/>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6B530620-A8AE-47FE-8448-0EC1495B265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605E6739-70DE-4A3A-B4CF-7EE2C040A8E5}"/>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736DFD10-FC52-436C-B371-FB9EBDE90D0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7871264E-5A11-4E7F-B08C-5E9662526C20}"/>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ABB1B2DC-5E5D-46D1-AA51-B5E80A808C7F}"/>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DF55D58E-76D0-4DC6-92C1-F45F55EE7D6D}"/>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F0DBC97D-199A-418E-9DD9-BD02E08EF924}"/>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44A36F2F-5BF1-422A-9A00-43FF67EA92C6}"/>
              </a:ext>
            </a:extLst>
          </p:cNvPr>
          <p:cNvPicPr>
            <a:picLocks xmlns:a="http://schemas.openxmlformats.org/drawingml/2006/main" noChangeAspect="1"/>
          </p:cNvPicPr>
          <p:nvPr/>
        </p:nvPicPr>
        <p:blipFill>
          <a:blip xmlns:r="http://schemas.openxmlformats.org/officeDocument/2006/relationships" xmlns:a="http://schemas.openxmlformats.org/drawingml/2006/main" r:embed="Rf7cb7109e7e54547"/>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C78C4B9A-90D5-444F-A229-933B3378C2F0}"/>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713D3014-5236-490E-8E7C-90061BD174BE}"/>
              </a:ext>
            </a:extLst>
          </p:cNvPr>
          <p:cNvPicPr>
            <a:picLocks xmlns:a="http://schemas.openxmlformats.org/drawingml/2006/main" noChangeAspect="1"/>
          </p:cNvPicPr>
          <p:nvPr/>
        </p:nvPicPr>
        <p:blipFill>
          <a:blip xmlns:r="http://schemas.openxmlformats.org/officeDocument/2006/relationships" xmlns:a="http://schemas.openxmlformats.org/drawingml/2006/main" r:embed="R49cc06445add47c5"/>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3E575D33-F0EB-4552-B421-A799AD399D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70826801"/>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8ED7B35C-0425-4C4A-B9C2-60CF966EDF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6C4BC81A-20D5-4BA4-A356-83078D9DE0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7FFBF0A5-B8FC-4EB9-B65D-F7E27DD0F5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955EFBAD-8338-418D-8C11-45B835465D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54E0AE69-282A-4001-A531-740571C0D6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3C7FDD1F-D982-4075-AB43-A11CEDB155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A330D7C1-CDD0-432C-B48D-A24A6A8961FC}"/>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136CED92-6EE7-48FC-97B5-A49C404D2FF6}"/>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03741E72-2160-41B5-8542-D9047B2A971C}"/>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378834E7-AA36-4759-86A7-F9203985D345}"/>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5589581F-3B3D-4BEA-8986-0E63E80EDFAC}"/>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4677061-DADD-47EE-AE4D-317707A4CE41}"/>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3FDD4812-CEEA-4356-906A-DB88D5F95BC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52D711A-E898-4CF0-9810-81CD28365F10}"/>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92AB306-C880-46BA-8B3A-06E69740DA2D}"/>
              </a:ext>
            </a:extLst>
          </p:cNvPr>
          <p:cNvPicPr>
            <a:picLocks xmlns:a="http://schemas.openxmlformats.org/drawingml/2006/main" noChangeAspect="1"/>
          </p:cNvPicPr>
          <p:nvPr/>
        </p:nvPicPr>
        <p:blipFill>
          <a:blip xmlns:r="http://schemas.openxmlformats.org/officeDocument/2006/relationships" xmlns:a="http://schemas.openxmlformats.org/drawingml/2006/main" r:embed="R5fbe8d991a684e6d"/>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308C435A-EF08-409D-B16B-D915D10853CD}"/>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D947FAF2-E32B-4C2A-BE67-4D350E58B7A9}"/>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4958D43A-EA7E-44F3-9BE4-5210996F36D6}"/>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75A2F00F-8991-4514-8C89-2C73175331FB}"/>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1E492488-6B10-40BD-A0A5-39AC4C00476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8285605E-B627-4AF9-B4EA-1BA92CC25197}"/>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E60EEC9B-13F9-47DD-B13D-5FE8DFFD817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437EF893-0FD2-4B7E-AEAD-9311810FED29}"/>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CB08B410-BC62-4DE4-9E02-8CAA5110E139}"/>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39C63B65-95BA-47D2-92E0-94711B13C93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AAC2A9E4-711F-4767-A172-30AA5BEF3664}"/>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966D39E-918D-4004-9699-859981BAF49D}"/>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970574ED-4AF7-440B-B51C-4DAB5433D226}"/>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F7DE5378-C78B-441B-A247-B9B3EDB796A3}"/>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BA367DB6-3448-4E45-9869-F187ECB72C6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E7EEE6ED-56FA-4AFF-AFA5-7FB45FCC7A4A}"/>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6333FD5-C688-436A-B76D-EC4A681F6ED6}"/>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016B5718-9D6D-4FFB-A5DD-267A4EC7C394}"/>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1E814212-EBD1-4303-9A08-E087F4DF0D1D}"/>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28B8540B-788E-4C21-88E6-985CEFA42879}"/>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FA67779D-C699-492F-9B8D-071897ECBC73}"/>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5D68CBFA-B92E-4499-BB8A-7B780236352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319C6AE5-DCC5-4B8D-A273-4F832BCD5B4C}"/>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F3EDD41B-7BCE-4FF0-807B-D69A04E01AB9}"/>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D3538942-440D-4EA8-A84F-904E7D148B41}"/>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6A096DC7-ADDF-4E63-81CA-DD0BFF57A3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94200560"/>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F419EF90-70E9-4618-A6ED-EB3D3595BD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239ACA3B-2871-47B4-A1E5-D9293E513F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0D8C370B-B4CE-49E1-BFCA-0F41D3F2C1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245A1A9D-8431-4A8A-89D1-60712E3290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172A534F-5821-4C6B-8CB7-BCAEF3BCA5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735054E7-84F3-4D3A-8B4C-A4D1778F25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5FDDE8D3-745F-4F56-84A0-5D9498AC27F7}"/>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5F84DFC-C530-480A-99D2-6E0D7C8C21D2}"/>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0BD0848F-171D-4048-942D-5DF50AB80F64}"/>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0AA20FDF-FEE6-4C8F-B69A-F152B2A287FC}"/>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68E8D079-3A33-4F3E-9C88-55CA98C91B17}"/>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FE95B03D-CFC3-45E3-BB19-F5B26CE1B24D}"/>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629C8EDF-1E47-47D9-86CD-1EC483455A5A}"/>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5E360239-0FC2-4716-8A3A-E1BE6A0FC2D0}"/>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B2929BB2-7B59-4A59-A703-4F87773EC43A}"/>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26898816-7856-4BCF-99E3-2E89FB8D8391}"/>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25B7DB2-68EA-46EB-BD3C-A31F697F74B9}"/>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5E41E9AB-FF5A-46FC-BFEA-A791D060F19E}"/>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021682FF-98AF-4043-B107-64667F00AB12}"/>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D519DC1B-892F-4513-B2E6-663CC1BE4571}"/>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523006B0-8B75-457A-8EC7-9DA53A0E13D8}"/>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0CABB515-9697-4825-8D53-778870EBD8F0}"/>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A3DC7C5-8F4C-427B-8854-05A8CF47807D}"/>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3F8D3101-B1D9-48F4-886B-122A6C966275}"/>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408267A1-A8C7-41F3-A7C0-B492CAC952D6}"/>
              </a:ext>
            </a:extLst>
          </p:cNvPr>
          <p:cNvPicPr>
            <a:picLocks xmlns:a="http://schemas.openxmlformats.org/drawingml/2006/main" noChangeAspect="1"/>
          </p:cNvPicPr>
          <p:nvPr/>
        </p:nvPicPr>
        <p:blipFill>
          <a:blip xmlns:r="http://schemas.openxmlformats.org/officeDocument/2006/relationships" xmlns:a="http://schemas.openxmlformats.org/drawingml/2006/main" r:embed="R71f5bbfc76364243"/>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32F2F41C-3703-4463-BEA8-A673CC8D5C0F}"/>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FB76C1D-EC7A-429A-9CE2-81640DCEE803}"/>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06D21362-FFAF-4AA7-B0C8-CB4A59ADAE39}"/>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E24D3C17-7A21-4F25-87F1-33A607F7AC57}"/>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459E9BAA-5DE8-4B02-A567-53AF388EB6B9}"/>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7E32357E-3D38-4206-9742-F959CEA9CF18}"/>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22434363-D0C2-4BB2-AA90-D93F893DE319}"/>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E000C4C4-6CEC-4BA9-A7D1-C5421FBF5E1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38FC4461-F851-4A08-9A2D-A9430D733D1B}"/>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1232D515-A114-40FE-A98F-020F642031EC}"/>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9EE1A89E-4864-47CA-B6B2-C70AEDE75BBE}"/>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990AE522-BCF4-4E10-BFD1-D1FE82719D4E}"/>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5BC911B2-2B6A-42CB-AF6D-6A3807BCA8C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E5BACD07-CFF7-48D0-B2F8-AAA16686F02F}"/>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A6EA4033-F1B2-41B6-8CD9-0A92805956A8}"/>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973A6357-A662-498B-BB6B-A4A4882DC87B}"/>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37F161F8-B186-4C32-AC87-57126BA0B4BA}"/>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125408A2-423D-4035-A0DE-4E42C4B446CC}"/>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70234C8B-2F87-448A-9F0B-E21067C1A1E6}"/>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B60404AF-C69E-4BF1-A0F9-5007AF9FF9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7386296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EFAFE9D0-85AA-43C7-A912-22EBEF3354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7D023A13-FFA1-4AFC-A67A-E0C17CAFCB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A04309F1-D61F-4B7E-BE52-A9F32337DE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2A663F16-ACBB-4D23-931A-9C0BE747AF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4826F64A-8476-4A48-9B8D-3977423BC4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0CFB35B2-A654-4BBC-86BE-F8DE02565E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6F752810-E5F2-42AF-BC65-30FE3B32B11A}"/>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F7956BD-AF71-48F3-9738-A1C1026DE6BC}"/>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9B06582C-505E-479E-93C0-1C5C2561B666}"/>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AD04B4D4-6226-44C3-9545-48E57F7A84AE}"/>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7ABAA665-9004-4FF0-AE98-1ECC8FBD5760}"/>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DF87DF5A-F445-4B45-9670-EFC6B0C4F11A}"/>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A0E93CBD-8927-4C29-892F-3E4F5DFC51B9}"/>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67004ED2-562E-4CF4-A1C4-F341628A2A29}"/>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267FD274-2128-44DC-B1CF-C1AA8501C637}"/>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D5060AD-A4AA-4550-BA31-3CBE2DB81D57}"/>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5A9ABC41-0F94-4C73-922D-7EF6B722CFBB}"/>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F581F136-846F-464A-95D6-2873AAF300A9}"/>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E2AC8B4C-17F2-4628-9D10-713F04C5DC9C}"/>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DBFBE245-6016-4A09-BC09-1DF47FE7BD83}"/>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66705524-7073-4272-895C-A93496D9166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DB968167-DF3A-47B9-ACFD-3650F2B36574}"/>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DD8C7CC1-20E9-4AB5-8FB1-8E00833144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205980425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BA4FD25A-296E-4584-8570-B62BD9A498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A61FC75E-47AB-4BE3-B288-560C75E6A7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42EFE620-1735-44A8-A567-2B25A1FF1A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65A96CF-37AB-474D-A6A7-E7AEB3A0D2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4A82DA04-B1A7-4460-8A6B-3856A1A34B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3AC5C1CC-9634-4233-90B8-95067B7351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38BF422A-4599-4453-86FC-167A08F7D520}"/>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178FBBAF-40AE-45A6-9FFD-D5BE22A84B2C}"/>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1FEC147-4D5D-4426-85E6-6524EDCB3ABF}"/>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97726563-0AEF-46DD-8C35-8FF2172BF8E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75A9C1F2-8C57-4AE7-82F2-EA693A3D7E2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9727D453-38DE-4268-9756-189A9FB2D4E1}"/>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D95B830-C85D-4D2A-8EEF-4A147C50D1FF}"/>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F6CB7986-11D6-40EF-AF98-CFF89B2BF546}"/>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C5028F1D-10B9-4AD2-AE8B-D783846EE569}"/>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ACD79B2E-6AD0-42CE-9C81-F505D151CB52}"/>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7ED82F87-7610-4CC8-9C60-78E47913FD31}"/>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36EE37B3-BFE7-417A-97BE-FA7430FA8709}"/>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CFDC2D3A-DADE-4560-98E8-BC04909D5E73}"/>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B8508B4-47EF-42A4-8D45-5BAC19336CB8}"/>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1025DF9-E7B9-4A90-A8CF-D46CEE17186F}"/>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11E53A18-AD60-4559-8B3F-ED9240474302}"/>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9023B9B0-8404-4D2A-A276-0828D196C039}"/>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AEE334B1-15F5-4CFB-8427-7764A2240509}"/>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6A03B48E-CC2D-4FDE-91FD-9980AFB91E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57391651"/>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ECBE4A83-9E9B-4656-8DF8-6C429EE0F4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1674E98D-0508-4A9E-AC2E-D2C1C2A96C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33EA4DB2-D819-4B6D-9ED3-407608BBAD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0D015F7F-6525-4488-83EF-78BE8F311C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A81D9C5E-3E5C-4893-9DAA-BA84EBB50C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79C7A90F-0E98-4737-A7B3-A8F2B36D27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87FF647A-D1E9-4DAE-B5D2-CBA379692608}"/>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4836A5E4-7556-4125-A7C3-13A8C96DA31A}"/>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956EE9A9-7896-48E5-B809-2E86A219423D}"/>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CF95A646-9A15-4C5D-A0E6-85827B7AF093}"/>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ED5AF3C6-45CA-4A71-BE7A-05FBB44DBD70}"/>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8CD81A55-9BA0-4359-8A78-4A8ECB4301EC}"/>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C920A692-8A86-4EBC-ACC8-FD4562253DC5}"/>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274AE635-E157-4835-9722-A37ED5D806F5}"/>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A8E159A9-581C-4EBE-AB61-3F03D3EE7964}"/>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0C05FE57-7F7A-4AC8-9DB4-95FC9D9D5EF6}"/>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A46941D2-0C13-4A73-A427-652D3F3B3F19}"/>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664392AE-4F1B-4F12-B980-7539162912DD}"/>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61B67E8B-7674-4FC3-A5CF-CF70978632A2}"/>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D84AC194-8AF1-4640-A7FC-3339C2F8CFB3}"/>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838EE439-B974-444C-A482-299296AB9C0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BEFD95EA-D698-4464-9D8B-D238B162BE13}"/>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979C01C8-4F48-454B-A9F5-AE4E454362C0}"/>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A1232178-C74F-4F59-98A3-61C56896D8AC}"/>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7C05D480-BBD0-4A75-AC38-4193A6B15261}"/>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31985F27-13C1-4453-8053-803F7CD18FD9}"/>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06C65C13-6AE3-493D-9434-3D4E84A2AA63}"/>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F5375C9C-52AF-4827-8E5E-0EB196EFBAE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4D54C474-8890-41B7-8290-C426367C83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66673368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0CED544E-885B-4F26-B50A-DA6CEFAF36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328DE149-4D97-4A22-81F5-1BC8F12DDA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ABFDF683-5039-4267-88C3-27A96408F6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45B8B3F6-A99E-406D-8798-EB4B1A6EF7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62A3E482-45BC-4ED3-A145-DD67CAF955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B7487E6D-F0E3-48F8-A54C-5105AE836A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B70E1DB3-C009-4197-A5D9-E21D10113C8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B05CDFE2-E156-42AC-B1C8-BBC80A73E655}"/>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C036367A-11ED-41DA-85DF-424E310A1402}"/>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CD33CA67-7596-4805-91A5-BBE843D10A2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7FC4F108-603C-41FB-BFE8-DB4C97A331D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9CEF5B3-7E35-4270-AC97-674F65F687E0}"/>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316F2D02-6D04-4FA5-8B09-8527B29838ED}"/>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67EFE0BA-2FE3-43A5-9A9F-60BDEEEACFC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6B842C7-3646-45FC-8E81-40308C175C96}"/>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2A9F6559-54AF-4C7A-B365-5A05967B29B3}"/>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FAF9AED2-6874-420C-82EB-3B9F4C1E1CC4}"/>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4CA0243B-2542-466B-9B5E-4248E6ECBBFC}"/>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6B3A8E60-11AC-45CA-A6AD-795E016B4465}"/>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7B38BCB-6522-4636-A287-23645D6BC478}"/>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BE0AE0CC-3A98-4AE2-9DA3-147C861A5596}"/>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C0DB6868-A29D-4393-9FEE-E63EF7AFBCE6}"/>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23000DE2-F14F-439B-98AD-141675CB3305}"/>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E469B49C-146D-4375-8D34-098A00FF4A6C}"/>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F525CC3E-52DA-4B83-851B-252E1AA9196E}"/>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5C6953CC-12FA-4215-9D73-0164FF105938}"/>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00D9CBE-C88D-4C17-B3C6-C22213D8CA28}"/>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647005E4-9085-460F-AFE4-67667D7FF6E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9421989D-833E-4ACC-81D0-61E125C94519}"/>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C1112E2-9940-407C-9DC0-9E261F0D9A09}"/>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AD1C302-705C-40C9-B279-4A0B1628F001}"/>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0CF244CB-690D-429B-B163-244AF8738813}"/>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FF7133AC-2781-4C66-A87A-F4E0C2BFD502}"/>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E6B4DAA2-784F-4B4C-9AD4-880B76B661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1122266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8020E4C8-C5D5-4F58-8E7C-942445FAFD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4EF3A475-808F-435B-B9D1-03A2C7FAC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6B6204EF-A82D-43AD-AE8B-93D04AB945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62779F52-3722-432F-BA11-8273806D48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1C2C3D33-C4A6-490F-99DC-15FA03C362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B018BC52-1A61-4F30-A4FA-1980635846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C1F4779D-55DB-4565-A74B-5D2C0D855D3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D033B4C0-9634-4480-AFAF-25382E50154A}"/>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8434C676-D95F-4A90-A6D3-9AD82B639BF3}"/>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E8431BA-8237-44DD-B130-B7D8A5BBE22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050E835A-5797-4EAE-81EE-52C60ACF229B}"/>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25128315-A537-4A21-9FA0-975E1095B6C4}"/>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6FBA1059-A74E-4617-AD2E-4FF76DD6E4AE}"/>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C7C4FC77-F424-497A-9CCA-B141D24F7C33}"/>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078D98D4-83C2-480B-96E7-62A650AFBAC0}"/>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C5E7E5FE-56FB-4224-A98F-7A97E8DF2934}"/>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5EDB1CE8-F332-409F-9473-4AD6C915DA78}"/>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D178052B-AD2A-45E9-8AF0-66A47D6B6382}"/>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CC8F2054-20B3-4F19-95C3-CDE9A233E6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4220042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21633DB9-8D6B-468E-9B73-9B41DCA9B0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B24E34D9-CE85-43B1-945A-6ABBCA29BE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22E6896C-BC53-4923-A4D8-1D4A1BB3D8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E16F6227-AC09-4B7B-94E4-EA3592BDBB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D4048C2E-B4AE-42D0-96A5-9E8F8D3D2A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FA64B224-31ED-4CD8-985D-98448DC57C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C57B0FB4-CD41-4BC7-9360-CD635440CD1B}"/>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9D31EB53-0217-42E1-BD62-2B85431A6466}"/>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D75B469B-8002-42C7-911E-9E01BEDE5790}"/>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FDAFB84-CCD9-4A16-8731-3019512EF557}"/>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6917BB8B-6C4F-44F1-9EB1-4D43EB5E2B2C}"/>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BDEDCF4A-D4C3-4E48-8A6B-5D0A685D9E3B}"/>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B390D204-6D73-43AD-B5F3-CA34C3180915}"/>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77914DE2-CFD9-4911-AD8B-4F043275BA82}"/>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A98115E4-169E-4083-94B5-9E15582A7FC9}"/>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BAF360A5-90FA-4804-8786-22C92A538F80}"/>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BF9E72AE-FA2F-4251-8AF5-575C73F189FF}"/>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5AF2B673-4733-4BA3-99C6-43D25C37814E}"/>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70F17348-B23C-45AA-B721-CB55850CE81C}"/>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69CC9867-4BB2-47E0-8C7A-323FB73A066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B0E6F061-4E5B-4705-8B5C-F731A620258C}"/>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95043F07-F249-46C4-B9B4-1AEBDEC98CCE}"/>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271AC621-1C4C-476B-B7EA-20476AC8A3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802799"/>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CB328946-CED3-4ECF-8053-1784899E85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540191CF-26BB-44DC-B55D-BD255DCED1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AAD409B0-87D9-4BF4-B8FB-8D105B6AC9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2198C180-E815-43E6-AA47-2E559EAE2C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30B443A0-8AAC-4E72-AD96-3B7254CC0D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BADB1FD0-6E4F-48E0-8235-92BBB5A290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EBC775EF-A1A2-4214-9163-673A9053D2A0}"/>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25AF3D3A-D6E2-49C5-A6DE-475337793CE7}"/>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030648CC-ABC7-4EA6-BDD3-B01351F0054A}"/>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DB8D56BF-2725-42B1-B476-1B30648A759B}"/>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4FE4B33F-DACB-4A9B-9C05-396BBE26E811}"/>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A01DDD1D-B203-4B3E-B5E4-9608443AEC74}"/>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EA9A952-89A2-4D42-ABDA-F4D183E37BD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F34F9081-CFED-4DAD-A1B7-9180B30CDECD}"/>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D5C6A35B-594F-4203-9670-C226A7A3919C}"/>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17F85968-7DE5-4FCC-A7F3-7303983B12C6}"/>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E63BC12E-9E48-4A20-ADF5-8BC61F82E18B}"/>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7E9C4F35-291B-42E8-A24F-64DEF2E488B9}"/>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A980BDF5-6B35-462E-A867-0C73E06717BE}"/>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DB56C9E9-A7D4-48B9-BC9E-46003E3C18C4}"/>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E56921C8-6529-477A-92A9-4C75846AB5C5}"/>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1F6D5D5E-F8A6-48F4-8CA0-CC646DFBD84B}"/>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A4D92A5F-5ED0-43B9-ADFC-C0CE277DAA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901590560"/>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3D7FA35-78D0-455E-A95D-9AF8B59DBB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607771DC-56CC-48B8-B98F-4B008166FF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67111D9A-BFDC-4004-B8D8-781EAFB161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935301A-149C-40DA-8988-72AE2B332B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7FD5F605-812D-477D-B86F-2C0162DE7E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7734C077-0D73-4BC5-A15C-7975457617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1CBCA947-2D74-452E-BFC2-39E5FA5320F0}"/>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47D5D65A-7225-40B1-94C5-2676CC6BC420}"/>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BDF00A50-14C0-49A4-8510-AA64D997E826}"/>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1367E44F-CA48-42A9-A25C-7FF952C86852}"/>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74B6C79C-1125-4FD9-BFE6-5E03B7EDD929}"/>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BA2F63FE-E56E-47CE-8F71-CB0493A992FC}"/>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41A6F6D0-6C96-4233-A842-2CB67355FA90}"/>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0FCB29D3-A681-4926-942D-D73ACDAB8B0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628E4010-91A4-43CC-B97D-6DA6AE299F18}"/>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003C9D6F-96F4-4DC3-9FC0-F0E768A33C65}"/>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22673CFA-5C89-4E08-8068-359ACED7E097}"/>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CDEF80FC-D001-47F8-A42C-8E9C18C540AF}"/>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F3BD8FAA-5592-4963-9032-537FF93077C4}"/>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600B3066-E212-48B3-B0AC-2382B2BFD269}"/>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27B04E24-49F3-463C-94F2-44688B0C596B}"/>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E61D830F-19CC-4D9F-80A3-E62135250573}"/>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11DD9D35-5884-44C1-9DE3-562B5175C29E}"/>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49EEF74E-F18C-4F94-AD23-A5BD216E63AB}"/>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0202F539-7789-4B80-B158-905A9C5B6260}"/>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89437A82-1558-4AF0-9061-C762E342FBA2}"/>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3BD0D718-C853-4B94-AF3F-FF141B546F2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598F1249-DE37-4DDB-8EE9-68D26535490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FCC50EF-6391-49B7-9119-8890AD93A664}"/>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C589F229-226F-4EB9-B266-D40C8FF4E890}"/>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DD4A1675-E65C-45B6-A2DD-A9E6370209AB}"/>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62ABAE5C-0F64-480D-A491-B2E7BEB700B5}"/>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EEF95B63-A1DC-4775-B248-68D5C41CAB3D}"/>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B08CA08C-32A9-419E-A984-DCD64162052E}"/>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27C5210A-7824-4032-8E69-876C02D1CA3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F613E536-7FB0-40AB-B8DD-C50C2A2429D8}"/>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B01FFD15-CACF-476C-8F79-27DE6BBE9034}"/>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F916E8ED-3469-4276-B3BE-0BC17ADE99CE}"/>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49DB4023-BC98-4C73-806F-C17E6C1C1ED0}"/>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EF5272AC-F359-44DC-8CE5-32A2C77EC74E}"/>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C4F4E548-4C0A-4A36-BC1D-7A0EF17854FA}"/>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F16C0AD3-D8F0-47EF-A6BD-E611917A6717}"/>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33E75005-E908-4955-A8F9-94C0332CBD69}"/>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AEE3D242-BA86-4596-98D6-E16839A8306A}"/>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1A70D202-EC18-49E2-B669-956C3EC0A96F}"/>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0AB8FD1D-D2CE-422F-AF2C-DA1609B77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4718698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977B8EA2-EB64-4D9A-8CD1-A64B0F5AE2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2D602639-D130-47BC-B40B-684BC0815B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709887AB-EC67-4B6C-B719-D3F2AC10BB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8DFA4C0A-97FA-486C-B038-79C472704B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940AA467-B98F-427F-B960-96B7F84F8B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B6EDD5A0-C110-4A1C-AC12-9072B7A06F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D21517CD-8D5D-4152-BDF3-8E7A708C3D4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6516074-C681-4363-BD00-867346232EF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EC0BB47-B923-40FA-8B08-1B6EE3A1EE5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2705567-5A4B-4D44-A275-77EB9A5255A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DF242F8-0A7A-43DF-9BDE-CC9520CDFD5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BD45C3F-29E6-40EC-A378-8996C6B235A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C4E028A1-7F94-4DD0-A8B6-1A191F4BB60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9366ABE-AFA2-43A4-A3BD-5AA6008231B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9DC027A-9786-4A80-B255-64EB66AC679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45EC4FB6-6EE1-4230-8490-85E3FFCF46B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88EA736F-D0E4-421D-B6D6-958EDC84912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6B103D0A-78D7-438A-B320-4836273E1BE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ACA600E9-6521-46AA-B5A2-894D759774C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932D705A-ABAE-4FEC-97D1-45B65F021B7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78921ADD-A66E-4331-A2AB-83FE10F882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1232341"/>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E5351450-E492-48CC-99F8-50C9BD7CA6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2E843E90-DAC2-4B99-AADF-7D1255959F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EAB108A7-D370-4C01-ACBC-2BC08C3D0C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9FE3B0C8-3BEE-4EBE-8CB7-A24E0579F5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1D7DF912-8E77-4701-936D-C2F4B27384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A99B5554-FCC2-49CF-8103-7F193C19B2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8D5B152C-3366-426B-8986-A38DEF74417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BE759C6-5B3F-4A27-91C9-2E51775059A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1BEE3877-92A8-44A1-8E4B-E0ADAAC83A8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9905C4C3-A300-455C-AC3D-0D381C6EBE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F911A66-7934-4365-83F9-654AB4AA99C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FD37E80-34AF-4127-B839-04863EC1B44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82BF462A-9DCA-45BB-958C-F20CC5616FF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805C12F0-4031-48CB-877A-A4C0D000C8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D133AD0C-537A-479D-8981-4A8EF3D0F94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BE6227C3-B447-4089-98E3-FF45BA27B4C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7C66A4F2-F48B-4276-BDA5-F8E9036B503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CAC1105-D6C6-4563-ADBA-27824F23192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9D2F8B23-9EF2-4668-ADD9-26763AB88CD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C59D33A7-8339-4A87-B04A-05A3A15E437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5F950EF5-793D-42E7-935F-014E3C1714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0043452"/>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3471B1CB-E2DC-4657-91FC-E6589DD7EB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81C5AD42-4957-4BD8-B401-BB64196E22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16FB597C-84CE-4365-BC48-C60B28D872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F7C914B1-8E74-45C1-8773-8D718513B7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FB1003E0-3E38-43E2-BE7F-70BFDD689F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0813063A-A392-44B2-A751-4CAE84848C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B7653255-3AF2-4688-8B8B-7BB30B8BDC0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4B7A69C-D926-45A6-88E2-7A650A0AB0C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4325420C-CC03-4BB1-AE9A-95190C8DFB7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6ECD06ED-F51C-41D0-8D04-094FDF95328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362FC12-51FA-4A31-B9BF-AD4DE69938B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8A34501-77A4-481D-A2D3-C90403AC7D0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B04C2AE3-C0A6-4AA4-A271-99D6FDAE736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AF9D9DCF-5C02-48DD-8F0D-714A1E0D441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822A5906-BFFF-48DF-B252-05E5D062792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6C3672AE-1A66-4AEF-9881-FDD9C4F4ED9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AF9C9A48-AB6C-473F-9844-B4103188C26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5C7BD63A-6FBE-4797-BD2D-FF70C2BBC03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0CC9EC50-623B-4121-9BD6-68DF9E21AD7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6AF85D72-24BB-49E3-A74A-49FA9562F89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31EF376F-0A11-47D7-9A58-3EAF26CB67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5265403"/>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DEFDA8F0-5CAC-490A-8EE9-4BBEBA1BBB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9277262A-672A-4613-9ED1-16ACD3BDAF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2F3C6D37-037C-4E45-98A9-11F85238ED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95008600-0784-4F61-8304-1489206609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35FFEA33-FE3B-4FC4-BFEC-42E9ECAEF9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F1220A82-9200-4593-8A28-575231771E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90E9C622-B066-489C-8082-E8A00EFF03A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8432E5C-CF05-4F4D-A315-DCCF0C65FD8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1BC4CFA5-8410-45FC-9B3C-13446CCFA6B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30B9CF50-1E21-4A85-869F-DA29973A11B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8203B8E-4291-40CA-A68B-A8A484AC412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00BFE1A-E543-4765-A8A8-2C1A0BD7F4C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ABE114BB-4692-4113-AE8A-346F6080D94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70A03D37-47B0-4933-8458-C75DA5BDE9A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EEDE3D7-660F-453E-A6BA-FA8036FAA32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5066BA6-C989-49A8-9E5C-4ADCA6A5CBE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4887C0B5-7C4F-49DA-8E5A-D7DC400B264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C8442FCB-C9AB-4BD5-861A-90F230CD4E0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4F268AA8-1C45-48E3-8A92-F6022F9603B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83809368-FCE2-444B-B947-84D083EB78A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59E75B3D-497E-4223-9D02-17F4B16635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1368106"/>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C11940B5-558E-410F-AF1B-21BCEA960E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331E9A46-210F-4CC4-81B5-0A18A5E84B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37BE92FE-2B4C-43E8-B639-EAEA8B2A23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3757BDC9-27AE-4E57-8051-561FA3C91E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64DDB143-BF50-46B7-BEBA-AD02B1AA2C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70183DFE-CDBE-4641-9A6A-8365F7090C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07BE8D90-9234-42EF-8F56-2642E7DFA98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CE80697-6021-4BCE-AD2C-B0828DC3ECA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8BE4771A-BA9C-4F1A-96CF-9C0BC205343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E3A1EEB1-427A-45B0-AD6E-C293083FE61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B26EB28-4A8B-4F86-B304-298339EAE4C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0739A3D-F80F-4F49-8775-0F9C2DE2698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17031DA5-D8F3-46F9-9A4E-80146193870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FFD9B106-42D6-4AF7-A6A1-B1F23DB15E6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A1A6E923-7EBB-4D8B-919C-792C57570F4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B1C427F1-BA04-4FD9-9D0C-3981CD1DB5D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1D16DFD1-4D83-43D9-AFEA-CC82B89D008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4BED11C0-B3F5-4D88-BC9F-B61C615D0FA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58F0778-BE8B-41AF-AB43-FFF54C5E834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0E9EB150-02AA-4300-8579-2C4639E6B59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96D64085-AF53-40EC-B824-E90612061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72506"/>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DD138305-D5B3-4BB2-BAAC-059C9FD05E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BCC3FF3E-7F22-4A65-8D25-ADDE3EC75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CF28A7D6-AEAC-4DB8-AB09-9ED9A2C24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12537EE-FE10-4117-96FB-3C9CAFD07C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7AC9701C-387D-456C-9B3D-E7AC1C2460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7AB3B935-62D2-48E5-B8B1-EB90B104D1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485F0094-3135-4CAE-ADC5-F2D6F8A9D4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D10B0F8-F7A4-4A34-B991-F0FD0F1ADA4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97CFDA83-7179-416A-832E-81C5439784F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514B07EB-A43B-48D6-9E7B-0388C41A1F7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96DB832-47DD-4A8D-8D60-35C59D229BF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03FC001-F00B-48B5-96EC-BAA116A3350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87EC68C0-F7B2-4E27-A922-42C62F52FA4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4CA6892A-EE5A-46F6-846A-1AD32B67453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C530830D-5AC2-488C-900C-95BE6A46D76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3F1C9461-CA07-4ACA-9447-1C92A602CFC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18B27C6-5DD3-4980-8D55-AF3BAF52EF1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1507A8B0-877D-427E-B9D5-7A5AF9D0E3C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90EAEDD4-3FFB-4B62-B5A3-423A53A4509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B2FA88A1-C18D-46B3-8D2A-75A0EE87DBB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ED8A39D7-0C12-447D-A8A7-DAD4ABD2A2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6371242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85FA53C7-6892-44DA-9E9A-C05DBC20A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8A4D0025-C536-4DD4-B40B-CB839AEE0D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E5208BBB-3D60-4874-808D-3C8A2D0032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B186D09B-6CC7-4044-9839-D75199F641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39F98AB0-A6EE-4289-B919-FC9C6127F2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E8C7E728-9C63-4BE1-9493-6E0A096263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87DDD56F-BEE2-4397-8F80-D230C33B89B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735A47C-42AB-4FCA-A703-8C55D82BB06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F2A447-0E22-4BBA-A251-47999EE05EF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E5CAEE92-2543-4B40-88F1-0E37AF3B42F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08D4A1F-9DD8-4700-B7FE-3343420211E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6CB639A-14AF-499B-B6A4-56ADF8D4A8B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B4EB0475-D424-43D2-9C1E-D894A864F5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B6C9DCB3-CD76-4D4D-9428-B711AE7568A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E3AAB441-48EC-428B-AF93-3B5E597F501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DB293990-B8DD-4188-9710-149BE6FF518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6A6B1A6D-466D-40E1-98A5-35E918ADA3E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DAEBAD3-63B7-4D81-96C9-1BB2026363C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95BECE9B-1D72-4FC6-A9AA-B442A00CED5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1FECB909-02F8-4653-B0F6-5A21BB24F07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18992A47-788B-4298-B982-4284D31FB2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08986176"/>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796F52CF-4A29-47A7-99FF-E3072A3FD1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B95D9B6D-B1A5-43BA-9731-C5889085FE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754EEE6D-4688-4412-B411-7C09BDA48E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D71C55C-9AA6-48DC-9F4F-660E4FAD33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8CE3B21D-A244-48AB-96C8-FD8C80FC3C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750D6039-6287-4EC2-A3F8-9BB58B28D1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4423BE7C-244A-4AAE-A51C-C8758F86C4E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C05E314-D3D0-4097-9E68-1D897DB56F1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909C91B-569D-4573-9A9A-B49AE81A4FC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44AA7AB-B249-4616-90C9-34B3B624F25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9776229-5AD0-4430-9383-8D9CD1C3D3D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B57FACC-CA4D-4992-8D62-CE4579F3731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DFD976FC-1DCF-4A91-B2A3-518F1CF686E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933278F9-D99A-436B-8FBE-7F04DC1766B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415545FB-C733-4D18-882E-9996C7432AB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92E882CD-6C0C-44C8-80A6-6ED9509E50B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6AA03CFA-06BD-4BD5-83BC-76EFE9D3CBE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3572B50C-F841-4C0D-B7E3-CDA5082A9C7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23398A20-3F00-4BF2-99F7-F7781953044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363270C5-B212-48CF-95F5-BD6C4B29ED0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BEA385E6-1CB0-4720-9E50-91F3F38E8E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37628061"/>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6A580FB0-D378-451B-B784-68231D34A9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4CB52D08-8669-42D8-B197-A30564C590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61D9BAFF-E3CA-454A-9B69-306F389C4B2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818ADC13-A609-49DE-AC20-37D2CF3009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CE51EC41-6865-4467-8A89-ADF81E40F1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D311CFED-4646-42A0-AF07-B5EE8831CA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42AC44E1-0880-40AC-B093-EF7FD9055A8B}"/>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38572704-F682-45E3-979C-25EEE1763622}"/>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42092047-5C50-4590-8191-E5E6ED639FFB}"/>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E84D8E0-CE56-48A1-88EF-9B5FE3E6EA2E}"/>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9C2A0726-F309-4CC5-A94F-C97AC4186710}"/>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3CAD8090-2395-436B-AAF8-94B7A7B316CD}"/>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ED9608FD-95DF-471D-B08C-5EDC026709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90231838"/>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68C8A3C1-6FA3-42EA-802F-CC86EE1390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D5A8FC78-569A-47AF-9F2F-130D2DC8C1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C1BB7C8A-B369-40BA-949F-E3C7967CE1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A0852A24-0B84-4B32-AD6F-F6952422B5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C37073FB-B97B-4CC3-9F59-E7F6D1D346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8ED7FA67-D4D6-42C2-89A1-8B27F592CE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5561BC47-FF98-479F-8F02-E41347F991F4}"/>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DBEB92D2-D151-495D-95E8-BE569680B5A7}"/>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E94B1863-1A07-4B8E-AF87-3171155E844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546222EA-1499-4765-B57D-CD79B95C0C9D}"/>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9227BD87-21C6-4851-A39B-C58A621F8467}"/>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A45C7FE0-149D-4139-A4D9-276BDBDCF8C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86E5B1DD-2E7B-49D3-BFE1-2855DC9F9B97}"/>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8EE33470-9933-4ACC-BA6F-BAB10269B038}"/>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2220461B-5F88-4C23-A633-D89A26D05EB2}"/>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DC601C79-CFA9-43B4-B2F3-CF26F769A69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889269E0-D031-4541-B508-601500DC21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18663863"/>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E278145D-D3B7-48E7-8DA5-9C62933D44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5D0BABA5-2A07-4E5D-A15F-CCE3663976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572A5977-9274-430A-B43C-4230A9D0E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0F7FCD22-7269-4FF0-9796-25517FFDD1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01BEF264-5BC2-42CF-8568-B114D5E27B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84F21DED-03A2-4CB0-BF6A-7C589BDED6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B74EB202-2E0D-44DA-9501-91F47E90F8F5}"/>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7959C3E2-F523-45D7-B1D8-C89686577F7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A17A13F3-82A6-491F-AB9D-51AB84A1D276}"/>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A38693B-8DC3-4991-9CFC-6FD0BB304EAE}"/>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84BC7C1-39B7-4B60-9433-4E704189FEF3}"/>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B92EB020-78B5-4740-A2FF-B4E5324F6D73}"/>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23559DC6-1A7B-47C8-9797-FB3B36FB0260}"/>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0181305F-F845-43C0-9DEE-8C810292FE64}"/>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8DC464D-8F37-4C97-AB8C-CE216FD872F8}"/>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ED52781-DA1E-43AB-88E8-02929E59716A}"/>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1C6C78ED-9CBF-49E9-941B-F65B2E6B8230}"/>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BAF2720B-66E1-4347-B738-953B807E7C29}"/>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B020184D-263E-42F4-B5CE-F2EFA2715E68}"/>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4F2AC026-735B-419C-B4DB-3094EE2A6D5D}"/>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42623A7-3BED-4A49-A53F-348ED4CF0D0B}"/>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EEDAA628-BD3F-4416-9BC4-779BE4705410}"/>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45B34D19-F111-42F8-A0DF-71BD85B41D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85297350"/>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2D8ED2F9-B774-45CC-91BC-9CD7E27B68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A702A1D3-3F79-4469-AA71-484D863E06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D19A10D7-862C-4AC9-BC90-80764E7461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452AA44-63FA-4305-8489-7DC81C3A7C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2E42A0D5-5242-4EB0-ADDD-E0FEA97CCA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F0C0C997-76BA-4077-8A1C-0BB7732432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B69F5919-BB00-465E-A84B-DFBC569F61EA}"/>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C97B18A-802B-48C6-9446-90A803BD116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3B2C3E6-F8FB-4D61-A8CD-46C276F0F7C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9848B033-52F2-43DB-9FC5-A3CD89FF8A9F}"/>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FC411093-B404-44CB-89A8-AEDFC1713D12}"/>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A4437D2D-9546-49B5-B4C3-6A5D13AF0EFF}"/>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520D7E28-FBDC-4533-AB97-FBDF42145BDF}"/>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E76FB2BF-B9B4-4017-B707-42D179F6D3D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0A4FF573-4C8C-4706-941B-6459C721D0E6}"/>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6A5A3B91-A81A-4DAA-813A-35FDF63A8A59}"/>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7F768B09-7A69-4B4D-B15E-59CCB5CE024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C9EECA36-3A37-40C4-8569-A8E27975DF7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3314F484-0C56-4C83-A3FD-F965C8E7CD5F}"/>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FF6F87A2-F952-4A8F-8B1F-19085CC53C9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EC813C56-A932-4BBE-B678-87CCF2873B17}"/>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56C0D730-2CA0-4019-9C82-CA9CC5BEE057}"/>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B685FCD0-4B0C-49E8-834F-E4F5D4FA61DF}"/>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CB1529E6-9588-475C-8708-EFEAC6ECB017}"/>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C54982E-834C-4F62-9F3F-615B39EF6E50}"/>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3A1BE87A-996E-489A-97A8-B242C0C185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99977011"/>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4383C39A-95CB-4D6E-9D88-889D2F0D26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1AACBDA4-E851-4ACC-A957-7239A88FB1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00D1B8C1-AB4E-4B30-8D41-58D60020C9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49CEBBF3-B546-4439-88DA-06DE8DCAA6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3413F66F-202E-4FDC-A905-59D1728DC2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34CB45AD-F64F-4542-B9C0-DEB42F4D27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B4313420-0EEE-4AB6-8E6E-B3CC2027EA34}"/>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F119BF4D-E76E-4B22-BCED-DD43AAA4876A}"/>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1071A6D4-8731-4A3E-9FE3-A72EDBCC39F1}"/>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71B24861-2057-44E5-83B5-8CBF872C72A0}"/>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A4B0E2CB-5515-4F57-B136-6152161E9827}"/>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4119AADF-2C78-4C18-A3A4-BD52CB22044B}"/>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E4C04C65-B83D-494E-BEE8-ABE476EAA01A}"/>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0537555F-0E47-45CC-8CDB-2ED38485BCFD}"/>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CFF4A1A6-92C3-46D2-9ECD-ADD44B7C1C1A}"/>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C5B8FE08-5AC7-490A-8BC2-5857EC910A38}"/>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34924AA2-8921-4F6C-9EF2-579A95E55EAE}"/>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3451727F-BA55-4E98-B287-0B491594DF5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32AAFAC4-5F41-453E-99FD-F39B9EB57407}"/>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9427A398-7E18-4F40-95F6-8A763903B662}"/>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4F05AA97-FE12-4F7C-B160-D8A74F5AC1E7}"/>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1169AA3C-06B9-4163-8053-2AB8AE563F6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743190F5-C901-4BF0-9648-F18DA28D3FF5}"/>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846C288B-CE6D-43F0-96C3-C327FA57DD9C}"/>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4E3D632-1171-41DD-A71D-3E74D86CF0C5}"/>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EA5CE387-E6D4-4973-B250-31C6925CF5E8}"/>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5ED5CDA1-EB60-4BC1-AF04-D89C4FD277F1}"/>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5C9B76D6-3FA6-4AD1-B4D1-A32D46CF0C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37302577"/>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25FEBBBE-D289-4B5F-A332-77A7029FE7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6C142752-F0D1-411A-91B5-779C8F6545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F906655A-DB0F-42D1-979F-07C41396BA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9BBCDB0A-54CC-424E-88AA-E9470402AF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98E76650-643E-402D-A2F0-578CE328B7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888539FB-FDB0-4497-9CE4-0B9E51172B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E538795B-D7FD-43FC-95C5-A06A23075A3B}"/>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A14C9BB6-B8BB-40A7-B7B3-0061FBF6FFD7}"/>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21EA10AE-9094-48EC-9284-1D2CF554B7C3}"/>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622AF3BE-93D1-413D-8EC5-FBA4A950FBA0}"/>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72607CE3-3503-48BF-9856-77541B2457F7}"/>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3DB39838-D534-4F4D-80D8-8FC1A544FC33}"/>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368179FA-CA20-4C0F-93E5-61F7EB88792B}"/>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7D3E2FB3-3859-4F80-87F0-2E80D3E0032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F236D92-83E0-4B4D-BA42-AE0BA2136BE5}"/>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7C2D67E0-8747-4D37-B717-876DEA1219A9}"/>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A8AA30B8-B5D5-4B81-9D4B-298ED1CC0479}"/>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5BE42C4-29DA-4829-A45B-E458F24C1CCB}"/>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951078FF-C7EF-4928-9041-41ABC29E0A82}"/>
              </a:ext>
            </a:extLst>
          </p:cNvPr>
          <p:cNvPicPr>
            <a:picLocks xmlns:a="http://schemas.openxmlformats.org/drawingml/2006/main" noChangeAspect="1"/>
          </p:cNvPicPr>
          <p:nvPr/>
        </p:nvPicPr>
        <p:blipFill>
          <a:blip xmlns:r="http://schemas.openxmlformats.org/officeDocument/2006/relationships" xmlns:a="http://schemas.openxmlformats.org/drawingml/2006/main" r:embed="R5692e2b053104fdd"/>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048E52B-EAD9-4F64-B1C5-B9CB9D4627E5}"/>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89D31E12-521A-464E-8616-46AEC753ECF9}"/>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94CE37C9-4DE0-4F6E-A437-E52F33C3DA02}"/>
              </a:ext>
            </a:extLst>
          </p:cNvPr>
          <p:cNvPicPr>
            <a:picLocks xmlns:a="http://schemas.openxmlformats.org/drawingml/2006/main" noChangeAspect="1"/>
          </p:cNvPicPr>
          <p:nvPr/>
        </p:nvPicPr>
        <p:blipFill>
          <a:blip xmlns:r="http://schemas.openxmlformats.org/officeDocument/2006/relationships" xmlns:a="http://schemas.openxmlformats.org/drawingml/2006/main" r:embed="Rb5391993a9534d72"/>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93D87D05-F56A-4204-85F5-034FFB1570D7}"/>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31E18E58-DBE7-40C9-80AE-4C85AC658F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3271B3B-CBD7-41A2-8BA7-808398B3030F}"/>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C3D17341-A712-4F51-9799-1454060F914B}"/>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E572C1D-C537-4915-A8B8-852D61EBA5E6}"/>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C0F1F1D2-6660-4D95-9104-A51096B05D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11896909"/>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9DBC6E04-6BB1-4F3E-8F12-C42576DB50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F2743FB6-D9A4-4972-8CEE-9213B4B16B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FDB79B8B-7787-48E7-8F8E-BA70BE952C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256EAD10-61DF-4309-8E24-D3902F02A1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A8132BD7-9333-440C-975A-AC27F92D81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83A45E2E-8723-4C26-95E9-9060073680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C199C65F-47A8-4A90-8295-9331CEA8C9B1}"/>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1732E89D-8AD7-48B3-91AC-D34E0272F8CF}"/>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563C8C1-7B82-48A7-BFFD-58DF85143034}"/>
              </a:ext>
            </a:extLst>
          </p:cNvPr>
          <p:cNvPicPr>
            <a:picLocks xmlns:a="http://schemas.openxmlformats.org/drawingml/2006/main" noChangeAspect="1"/>
          </p:cNvPicPr>
          <p:nvPr/>
        </p:nvPicPr>
        <p:blipFill>
          <a:blip xmlns:r="http://schemas.openxmlformats.org/officeDocument/2006/relationships" xmlns:a="http://schemas.openxmlformats.org/drawingml/2006/main" r:embed="R12a51942fd704d31"/>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269F1045-DA8C-43B9-A52B-33F52AF63C8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AA4BBDD2-2F16-490A-A747-762BC3211A3B}"/>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58081A45-3A9F-48E7-AFF0-347114EB5CB4}"/>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E6A822E7-7FBA-4E8E-B3B1-DDD58FC160B7}"/>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35F68F09-004A-4852-A446-6295841FD88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AE590FAA-7E01-4F59-89AC-C645607CC2DF}"/>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4C74318-610E-4877-B967-0EE5E88721C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7102268D-2FBF-47AA-9C45-134CD9B6685F}"/>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CAF095E3-7F7B-4704-8571-E3D5A7E0B7A3}"/>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F923F034-5DAD-4F47-A688-C1FEC3070D22}"/>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2F9BFA80-714C-44A3-99FE-E6F8CEC97220}"/>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9DF33741-CE0D-4A18-8973-F041DB964929}"/>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274CA322-C0B9-4D7A-AC5B-50AA80941781}"/>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88DB4527-B6F7-4CB0-A5DF-DA58F538736A}"/>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DD412CDD-EEAE-4E9F-AF7C-10D310057922}"/>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310A5520-23DE-4E9D-8568-C32B2918A996}"/>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26E19A01-BF79-4939-8F29-D478828EF811}"/>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EEDED797-8F7D-4326-87E4-AE68283943C7}"/>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B593E1FE-DBE8-41F1-9C90-93F514239C88}"/>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FD392CBE-A7D8-4CC0-94EA-D86C732AC2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69095600"/>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928712E8-CE94-4B0E-9344-263DEF5815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E50F3166-2658-46A4-9BA7-98F6E74FB5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5BE8E8EA-BD97-4C12-B39B-90B14299D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68BC116-FBCE-4F23-8979-2DF4E50EEC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2B17C79E-5943-49CC-8E20-294D13ADF3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42EB76E0-D941-4927-80BA-7D47427E10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7A52A0B6-A014-4484-B6BA-4C2EABFF168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D4912C2F-0A60-4B19-A41E-8DB674C8A891}"/>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9B019C41-DF93-4141-837A-E0C753C55F27}"/>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47CDA917-ED5E-4BFF-B347-647826DF2CDF}"/>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7DCEB6FB-B528-48C2-A6BD-D38C17B18113}"/>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DA1B9C91-5AF4-4CDD-8385-43035580951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B1D8797A-998A-4486-93CF-760FD782EE29}"/>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89986C3-96FD-4555-AAC8-321A99BF8EF8}"/>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BC5C8CA4-2B71-461D-8AB7-4EF2E2D97E6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8598AAD0-270F-410D-9C51-154A9741C2CE}"/>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A7FCA92B-5A4B-4A66-BD16-93572C72596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E9F90163-1554-4B61-894E-352EEECF0B90}"/>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E756548E-BDE7-4335-BD8A-A321DB81AB9B}"/>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39A88B02-1240-41B1-AF52-B2EED3E964D6}"/>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C3A49781-5C09-45F5-A966-39710A39D51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3C94600-5F97-45A5-B410-68144D15B153}"/>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F0A68F66-7239-4A2C-A9FD-454D969777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93588332"/>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A397BDF1-1518-4104-AA3C-9C81BA0142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4FC76663-EB76-4BCA-9397-C66C6DE3C0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6E861268-5C8D-45FE-8337-493016017C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A09539A-2690-4DB8-A9D7-C944A70A31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9C87633A-FE1C-4CC0-8CD4-3D1E555A6C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00BBB12D-C794-48AB-AE2C-219AA69027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61C24FAD-C0B5-4877-8EE0-9534A7BA97D1}"/>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E9A01462-30BF-4278-B887-DE39E6D3927D}"/>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E9FF7D7C-1F70-478D-9B94-22681814C7FE}"/>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BE2F6EFD-9B39-484E-B3A4-D997CF256277}"/>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16579DDE-C4CC-49A0-B7D7-BE23D9204DB2}"/>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A2DA34D2-F992-4CB9-BB11-70B02109D8E8}"/>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E4BA2099-494C-4374-90B9-0AB6E10216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6AACADB-871C-4383-B80E-2769B63D3967}"/>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B03CBAC2-B7D8-4D17-821A-2C4A7DBD14E8}"/>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90ABE16A-4D85-4DB6-B257-E28B32193C3F}"/>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F12EAF85-6AA3-44DA-8654-B325BD84DC13}"/>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0DA35F35-B2CC-463C-A7F7-2F6D60D0AD49}"/>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A28973E1-6721-4B34-BBA3-3240B07D8F0D}"/>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C552B58E-2DDA-4644-B506-78EB20F20537}"/>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59F8C6E6-05D5-4D05-A6D1-4C4AA9E89D05}"/>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6FDCDF0A-BBE8-4A9D-B721-17435F099FDF}"/>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BB022064-0667-460D-A701-88DD587EC6C9}"/>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7AD0D44A-F9AF-4ADF-9FB6-D0AC410B6ECA}"/>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FE6D1AAD-6926-40B2-9DAC-612E53C8AB4A}"/>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4445D7A4-2A8C-41B9-986E-8A0F16A9E31E}"/>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0381F762-4F75-46D4-BE19-B3914102BF3A}"/>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2B978D20-71D8-4086-BB37-8C83F386E06A}"/>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08F4E298-492B-4B83-B168-B0B470B70A10}"/>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5AC0AB3B-A6F3-4E80-991A-84750124E41B}"/>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C56C18EF-D153-498F-930C-DA26F3EB8E03}"/>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441A2365-FC52-4456-B921-1551848E103C}"/>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39CEF4F1-B89E-4810-8E83-789B77ED8D69}"/>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45484846-6B6E-47C8-8A2B-4FE3E66E268F}"/>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0EBED159-C8E3-4379-8048-0B481CBC7B26}"/>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5D95027D-E3D6-4E6F-A816-F1B59D57A243}"/>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7E1BB3E0-DAA8-4275-8805-E5199E55A0EA}"/>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1BBACDB7-DCB1-4A2F-98AE-FEDBE379BD2B}"/>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B36C410C-51A8-411E-9A69-3E77628B79B2}"/>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999A6C38-8B87-4F3A-8B3D-F08DB867FE4F}"/>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0B80D210-7E1E-43D2-AC80-5EA0A222C351}"/>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1C5D058A-5617-4B00-AE11-C8DC90B13106}"/>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A935F812-1D57-4E7D-AA39-184A563E8DFE}"/>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6611A097-EFA5-413A-9E51-FA25E02DDC20}"/>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B76E7A8B-3812-4526-BF4C-4D6647828C0D}"/>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22207002-08B2-4886-AF9F-1243FC1AD926}"/>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522CF755-6427-49CC-891F-5C74C9C9A9AD}"/>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5C3367C5-9D4B-4054-B4A7-807B4CC446BF}"/>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515A6A5E-59E7-4463-A2DE-12F29361C222}"/>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1BE702F3-BEDD-463B-BE76-B55E71BDF6A1}"/>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4FECA4B0-B38C-4DE5-832C-D2066CA1410F}"/>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AD030773-997D-45EA-AED3-740349D52AA7}"/>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689381AA-6990-4F96-A606-DA2099C89AF7}"/>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B786EBFB-CB26-4075-BC05-0768A758D0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8002194"/>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A44179C6-653E-44EE-A7D8-8B4B56DBF0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3483FC5A-A6AC-4668-AC8B-96C5D5242B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3B33958B-F43F-4609-AB8A-B4C58447E3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C1D50AC7-2133-40ED-AED4-B3CF5EA3B8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6B601775-4F9B-413F-ACD5-A93F027DF8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7C26DE41-4F8C-4959-A87B-DADCEEF011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640C9A4E-AB05-470C-A041-FBC00FD5D507}"/>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2A320E95-211F-40F2-9BA5-0554BBB46728}"/>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F458E11D-35AC-444D-9072-16EA0B9ADF21}"/>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EA761D19-4E44-4C5B-823F-F0D4D25B36E5}"/>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B77DC048-06BC-4DFB-BAE8-ACA78914FF89}"/>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60C59B24-5742-43BA-BC21-C1D9DDC7CEEA}"/>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08194C7C-68C6-4F4B-B30A-C620FA0AE1F0}"/>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F2F3210A-A3B5-4EBD-BF5A-C92FCD3F01F3}"/>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0490BE8F-A745-44FE-9430-FD67F9A35654}"/>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9AD362B0-E4CE-4296-A819-8FC755C46323}"/>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1B80E6F7-8A1D-4161-AAF0-FBEB117F71FA}"/>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12D6E015-6DC6-41DA-9F67-48854D646FBC}"/>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C73BD332-40F8-4EAE-8668-FC8E778997FA}"/>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50E509FB-0F8A-4354-BDF3-49810B2A40ED}"/>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0937E2B5-920F-4742-9647-851FD06C7043}"/>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14390C1-1DD8-44E3-929B-56657F703F48}"/>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CFAC0F51-AC4F-4D87-AB47-0CCF919F27FC}"/>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3B91E43F-F612-47B8-A58D-934D27DC5465}"/>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1167AE6-229F-4534-BB79-32D2D5B75FB6}"/>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5A5412A5-31CB-4EA4-AF4B-38FEC858898B}"/>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8605B3F4-C1E0-48ED-A976-3B4B34E62385}"/>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A08DCAFC-E115-4A64-ADB6-6DEECEFC9E4E}"/>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623A5FC3-8CE6-4F79-9F45-51751AE74B9D}"/>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1CD15F9B-6D39-4B4A-8DB4-F99AEA3D1213}"/>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0D254D96-C371-408E-9861-5167317783BA}"/>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3EF40EFB-F0BE-4A84-B9CD-C3B2F8C4762A}"/>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252E430D-9899-423B-B2BB-32DE6307679F}"/>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6AE40BB9-123F-4531-8C5C-7EBC894D6AA7}"/>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1A0709F9-3AFC-417C-B9C4-FCC00C0C3E31}"/>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624A2FBC-10E3-487D-877A-C0646F981F1D}"/>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7B512DBD-4BF4-4F62-A033-80A90BEE95FD}"/>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680405AB-746D-4E48-8DCA-7B5D25BCDF9A}"/>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6278FFA4-379D-46C6-AAB6-A8BACA162A0D}"/>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A86DC15-6084-4880-98B0-AB8450525B5F}"/>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22277C3F-5515-4E4E-9E14-6E22E9D77F2F}"/>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01F81E37-725C-4151-88E0-4AF62842EA97}"/>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58746E46-DD4D-4F95-A55F-EC47D6AEDB77}"/>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8E189074-3CEC-4301-9647-8DE52A73B022}"/>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7F7CA5B8-5838-4C98-8F25-00F53039BE37}"/>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4107DA7C-868E-4DDB-AEE6-95CA10B096DB}"/>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065BCB0B-D08B-48B7-B710-78DBDEED511D}"/>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EFA94569-1814-4B1B-9999-92DAAB829ADF}"/>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C7096AC4-30E6-4A3A-A189-1F909B6CA6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31294085"/>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6802A489-4232-4A6D-B0C5-B793AD67DB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5A9A37AA-9205-41C1-A943-D6765476FC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6ADA3C0D-5BCD-48DD-8CDB-57818DB06E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5C29D157-413B-47E4-A2CC-94FDCD864D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F79A3FAA-3F63-4717-AFEB-1E44ACA575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D29CED15-06ED-4E4D-91A6-453108ADC9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CA147394-D4B4-436D-AE67-4BB461BC5BA8}"/>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44EE9135-DF06-48B5-A69C-AB3C8ECC6D47}"/>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6352FA9E-5ED5-4605-9EFF-D1A12F5E7434}"/>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DB977B5F-8D85-4A00-9D63-607169AEFFF2}"/>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11D2FF4C-DC81-4D07-A5DC-3C744560A5B1}"/>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11F1F6F6-064D-4A2B-9C67-BCCA477224F9}"/>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1C48224E-B376-4C28-BFB1-47C01C0308EF}"/>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075A4135-37C2-42CF-8634-91C09B567C46}"/>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D14771-9112-49BA-A69E-0C940F64BB4B}"/>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00FC44A2-6999-4366-A54A-35FF0EA1D434}"/>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49B34752-E95F-48E2-8090-783735910FB3}"/>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48752E0F-B75A-404C-AC08-C992C1489842}"/>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01CBA489-E544-46B6-B621-724685BCAC30}"/>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47498DAA-EE57-49D6-876C-EAC8E4F53FF4}"/>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7140183-89B6-433F-9626-74B0C95A91A3}"/>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0A62BB49-085C-4F6F-B819-3F99D29D76A0}"/>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8EADCADE-A14C-4BBA-A759-08F57D930BB9}"/>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BD3DD4E3-A01F-437A-A12F-EA18205C49A7}"/>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6082AA78-68C8-437F-B7C2-4D1BEDFB2CAF}"/>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BE55E0AD-2258-4686-8A5D-BAF1A6AF929E}"/>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685F5B91-A028-4028-85B1-C6748041DC94}"/>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DFF3F61D-C11E-439F-BE52-D878DEE782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42425600"/>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기본 안내와 작업별 상세">
            <a:extLst xmlns:a="http://schemas.openxmlformats.org/drawingml/2006/main">
              <a:ext uri="{FF2B5EF4-FFF2-40B4-BE49-F238E27FC236}">
                <a16:creationId xmlns:a16="http://schemas.microsoft.com/office/drawing/2014/main" id="{F7BA5E9D-A6FB-4CE0-9A4F-8A0688F93C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작업별 상세</a:t>
            </a:r>
          </a:p>
        </p:txBody>
      </p:sp>
      <p:sp>
        <p:nvSpPr>
          <p:cNvPr id="2" name="S41">
            <a:extLst xmlns:a="http://schemas.openxmlformats.org/drawingml/2006/main">
              <a:ext uri="{FF2B5EF4-FFF2-40B4-BE49-F238E27FC236}">
                <a16:creationId xmlns:a16="http://schemas.microsoft.com/office/drawing/2014/main" id="{D51FAF2E-0F44-4AA2-9E4C-61C9FE3382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에는 무엇을 남길까?">
            <a:extLst xmlns:a="http://schemas.openxmlformats.org/drawingml/2006/main">
              <a:ext uri="{FF2B5EF4-FFF2-40B4-BE49-F238E27FC236}">
                <a16:creationId xmlns:a16="http://schemas.microsoft.com/office/drawing/2014/main" id="{492B1341-043B-46BC-8BA4-B77E32A793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EF6A6826-C011-4B61-AB9B-98297E4F37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배치 모델 · 보존된 문서의 요약 · 실제 자동 로딩 결과가 아님">
            <a:extLst xmlns:a="http://schemas.openxmlformats.org/drawingml/2006/main">
              <a:ext uri="{FF2B5EF4-FFF2-40B4-BE49-F238E27FC236}">
                <a16:creationId xmlns:a16="http://schemas.microsoft.com/office/drawing/2014/main" id="{360EF732-9CF4-4DCE-ADDC-270B15388F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배치 모델 · 보존된 문서의 요약 · 실제 자동 로딩 결과가 아님</a:t>
            </a:r>
          </a:p>
        </p:txBody>
      </p:sp>
      <p:sp>
        <p:nvSpPr>
          <p:cNvPr id="6" name="상세 정보 접근·성능 향상·토큰 절약을 이 그림으로 검증하지 않음">
            <a:extLst xmlns:a="http://schemas.openxmlformats.org/drawingml/2006/main">
              <a:ext uri="{FF2B5EF4-FFF2-40B4-BE49-F238E27FC236}">
                <a16:creationId xmlns:a16="http://schemas.microsoft.com/office/drawing/2014/main" id="{65858C12-5D9F-4924-ABC2-A850963E08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상세 정보 접근·성능 향상·토큰 절약을 이 그림으로 검증하지 않음</a:t>
            </a:r>
          </a:p>
        </p:txBody>
      </p:sp>
      <p:sp>
        <p:nvSpPr>
          <p:cNvPr id="7" name="여러 작업에 공통인가, 특정 작업의 상세인가?">
            <a:extLst xmlns:a="http://schemas.openxmlformats.org/drawingml/2006/main">
              <a:ext uri="{FF2B5EF4-FFF2-40B4-BE49-F238E27FC236}">
                <a16:creationId xmlns:a16="http://schemas.microsoft.com/office/drawing/2014/main" id="{607B3543-AB40-465E-9AC9-502E9892DE0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여러 작업에 공통인가, 특정 작업의 상세인가?</a:t>
            </a:r>
          </a:p>
        </p:txBody>
      </p:sp>
      <p:sp>
        <p:nvSpPr>
          <p:cNvPr id="8" name="항상 남길 기본 안내">
            <a:extLst xmlns:a="http://schemas.openxmlformats.org/drawingml/2006/main">
              <a:ext uri="{FF2B5EF4-FFF2-40B4-BE49-F238E27FC236}">
                <a16:creationId xmlns:a16="http://schemas.microsoft.com/office/drawing/2014/main" id="{49DE469A-0ED5-4A63-8CFD-BFB104F0B2C5}"/>
              </a:ext>
            </a:extLst>
          </p:cNvPr>
          <p:cNvSpPr>
            <a:spLocks xmlns:a="http://schemas.openxmlformats.org/drawingml/2006/main" noGrp="1"/>
          </p:cNvSpPr>
          <p:nvPr/>
        </p:nvSpPr>
        <p:spPr>
          <a:xfrm xmlns:a="http://schemas.openxmlformats.org/drawingml/2006/main">
            <a:off x="609600" y="23812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항상 남길 기본 안내</a:t>
            </a:r>
          </a:p>
        </p:txBody>
      </p:sp>
      <p:sp>
        <p:nvSpPr>
          <p:cNvPr id="9" name="관련 작업에서 확인할 상세">
            <a:extLst xmlns:a="http://schemas.openxmlformats.org/drawingml/2006/main">
              <a:ext uri="{FF2B5EF4-FFF2-40B4-BE49-F238E27FC236}">
                <a16:creationId xmlns:a16="http://schemas.microsoft.com/office/drawing/2014/main" id="{C5288422-E522-441B-81EC-3A7A105B0DC5}"/>
              </a:ext>
            </a:extLst>
          </p:cNvPr>
          <p:cNvSpPr>
            <a:spLocks xmlns:a="http://schemas.openxmlformats.org/drawingml/2006/main" noGrp="1"/>
          </p:cNvSpPr>
          <p:nvPr/>
        </p:nvSpPr>
        <p:spPr>
          <a:xfrm xmlns:a="http://schemas.openxmlformats.org/drawingml/2006/main">
            <a:off x="6419850" y="2381250"/>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작업에서 확인할 상세</a:t>
            </a:r>
          </a:p>
        </p:txBody>
      </p:sp>
      <p:sp>
        <p:nvSpPr>
          <p:cNvPr id="10" name="">
            <a:extLst xmlns:a="http://schemas.openxmlformats.org/drawingml/2006/main">
              <a:ext uri="{FF2B5EF4-FFF2-40B4-BE49-F238E27FC236}">
                <a16:creationId xmlns:a16="http://schemas.microsoft.com/office/drawing/2014/main" id="{6D7257B9-29A3-47C0-8E6E-C9C2272AC1D7}"/>
              </a:ext>
            </a:extLst>
          </p:cNvPr>
          <p:cNvSpPr>
            <a:spLocks xmlns:a="http://schemas.openxmlformats.org/drawingml/2006/main" noGrp="1"/>
          </p:cNvSpPr>
          <p:nvPr/>
        </p:nvSpPr>
        <p:spPr>
          <a:xfrm xmlns:a="http://schemas.openxmlformats.org/drawingml/2006/main">
            <a:off x="609600" y="2819400"/>
            <a:ext cx="4857750" cy="21907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1" name="AGENTS.md">
            <a:extLst xmlns:a="http://schemas.openxmlformats.org/drawingml/2006/main">
              <a:ext uri="{FF2B5EF4-FFF2-40B4-BE49-F238E27FC236}">
                <a16:creationId xmlns:a16="http://schemas.microsoft.com/office/drawing/2014/main" id="{31A822FD-33D0-4B6B-A5F1-60B65D79B566}"/>
              </a:ext>
            </a:extLst>
          </p:cNvPr>
          <p:cNvSpPr>
            <a:spLocks xmlns:a="http://schemas.openxmlformats.org/drawingml/2006/main" noGrp="1"/>
          </p:cNvSpPr>
          <p:nvPr/>
        </p:nvSpPr>
        <p:spPr>
          <a:xfrm xmlns:a="http://schemas.openxmlformats.org/drawingml/2006/main">
            <a:off x="838200" y="2924175"/>
            <a:ext cx="4400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Consolas"/>
                <a:ea typeface="Consolas"/>
                <a:cs typeface="Consolas"/>
              </a:defRPr>
            </a:defPPr>
            <a:lvl1pPr algn="l">
              <a:defRPr sz="2250" b="1">
                <a:solidFill>
                  <a:srgbClr val="0B6172"/>
                </a:solidFill>
                <a:latin typeface="Consolas"/>
                <a:ea typeface="Consolas"/>
                <a:cs typeface="Consolas"/>
              </a:defRPr>
            </a:lvl1pPr>
            <a:lvl2pPr algn="l">
              <a:defRPr sz="2250" b="1">
                <a:solidFill>
                  <a:srgbClr val="0B6172"/>
                </a:solidFill>
                <a:latin typeface="Consolas"/>
                <a:ea typeface="Consolas"/>
                <a:cs typeface="Consolas"/>
              </a:defRPr>
            </a:lvl2pPr>
            <a:lvl3pPr algn="l">
              <a:defRPr sz="2250" b="1">
                <a:solidFill>
                  <a:srgbClr val="0B6172"/>
                </a:solidFill>
                <a:latin typeface="Consolas"/>
                <a:ea typeface="Consolas"/>
                <a:cs typeface="Consolas"/>
              </a:defRPr>
            </a:lvl3pPr>
            <a:lvl4pPr algn="l">
              <a:defRPr sz="2250" b="1">
                <a:solidFill>
                  <a:srgbClr val="0B6172"/>
                </a:solidFill>
                <a:latin typeface="Consolas"/>
                <a:ea typeface="Consolas"/>
                <a:cs typeface="Consolas"/>
              </a:defRPr>
            </a:lvl4pPr>
            <a:lvl5pPr algn="l">
              <a:defRPr sz="2250" b="1">
                <a:solidFill>
                  <a:srgbClr val="0B6172"/>
                </a:solidFill>
                <a:latin typeface="Consolas"/>
                <a:ea typeface="Consolas"/>
                <a:cs typeface="Consolas"/>
              </a:defRPr>
            </a:lvl5pPr>
            <a:lvl6pPr algn="l">
              <a:defRPr sz="2250" b="1">
                <a:solidFill>
                  <a:srgbClr val="0B6172"/>
                </a:solidFill>
                <a:latin typeface="Consolas"/>
                <a:ea typeface="Consolas"/>
                <a:cs typeface="Consolas"/>
              </a:defRPr>
            </a:lvl6pPr>
            <a:lvl7pPr algn="l">
              <a:defRPr sz="2250" b="1">
                <a:solidFill>
                  <a:srgbClr val="0B6172"/>
                </a:solidFill>
                <a:latin typeface="Consolas"/>
                <a:ea typeface="Consolas"/>
                <a:cs typeface="Consolas"/>
              </a:defRPr>
            </a:lvl7pPr>
            <a:lvl8pPr algn="l">
              <a:defRPr sz="2250" b="1">
                <a:solidFill>
                  <a:srgbClr val="0B6172"/>
                </a:solidFill>
                <a:latin typeface="Consolas"/>
                <a:ea typeface="Consolas"/>
                <a:cs typeface="Consolas"/>
              </a:defRPr>
            </a:lvl8pPr>
            <a:lvl9pPr algn="l">
              <a:defRPr sz="2250" b="1">
                <a:solidFill>
                  <a:srgbClr val="0B6172"/>
                </a:solidFill>
                <a:latin typeface="Consolas"/>
                <a:ea typeface="Consolas"/>
                <a:cs typeface="Consolas"/>
              </a:defRPr>
            </a:lvl9pPr>
          </a:lstStyle>
          <a:p xmlns:a="http://schemas.openxmlformats.org/drawingml/2006/main">
            <a:pPr algn="l">
              <a:defRPr sz="2250" b="1">
                <a:solidFill>
                  <a:srgbClr val="0B6172"/>
                </a:solidFill>
                <a:latin typeface="Consolas"/>
                <a:ea typeface="Consolas"/>
                <a:cs typeface="Consolas"/>
              </a:defRPr>
            </a:pPr>
            <a:r>
              <a:rPr sz="2250" b="1">
                <a:solidFill>
                  <a:srgbClr val="0B6172"/>
                </a:solidFill>
                <a:latin typeface="Consolas"/>
                <a:ea typeface="Consolas"/>
                <a:cs typeface="Consolas"/>
              </a:rPr>
              <a:t>AGENTS.md</a:t>
            </a:r>
          </a:p>
        </p:txBody>
      </p:sp>
      <p:sp>
        <p:nvSpPr>
          <p:cNvPr id="12" name="목적">
            <a:extLst xmlns:a="http://schemas.openxmlformats.org/drawingml/2006/main">
              <a:ext uri="{FF2B5EF4-FFF2-40B4-BE49-F238E27FC236}">
                <a16:creationId xmlns:a16="http://schemas.microsoft.com/office/drawing/2014/main" id="{6EA81345-9AEF-4C24-A022-C899DA6B8C35}"/>
              </a:ext>
            </a:extLst>
          </p:cNvPr>
          <p:cNvSpPr>
            <a:spLocks xmlns:a="http://schemas.openxmlformats.org/drawingml/2006/main" noGrp="1"/>
          </p:cNvSpPr>
          <p:nvPr/>
        </p:nvSpPr>
        <p:spPr>
          <a:xfrm xmlns:a="http://schemas.openxmlformats.org/drawingml/2006/main">
            <a:off x="838200" y="34480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목적</a:t>
            </a:r>
          </a:p>
        </p:txBody>
      </p:sp>
      <p:sp>
        <p:nvSpPr>
          <p:cNvPr id="13" name="로컬 흑백 이미지 처리 CLI">
            <a:extLst xmlns:a="http://schemas.openxmlformats.org/drawingml/2006/main">
              <a:ext uri="{FF2B5EF4-FFF2-40B4-BE49-F238E27FC236}">
                <a16:creationId xmlns:a16="http://schemas.microsoft.com/office/drawing/2014/main" id="{746A38CB-D2DA-4F4D-8CEE-CECD53D2B277}"/>
              </a:ext>
            </a:extLst>
          </p:cNvPr>
          <p:cNvSpPr>
            <a:spLocks xmlns:a="http://schemas.openxmlformats.org/drawingml/2006/main" noGrp="1"/>
          </p:cNvSpPr>
          <p:nvPr/>
        </p:nvSpPr>
        <p:spPr>
          <a:xfrm xmlns:a="http://schemas.openxmlformats.org/drawingml/2006/main">
            <a:off x="1619250" y="34480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로컬 흑백 이미지 처리 CLI</a:t>
            </a:r>
          </a:p>
        </p:txBody>
      </p:sp>
      <p:sp>
        <p:nvSpPr>
          <p:cNvPr id="14" name="제약">
            <a:extLst xmlns:a="http://schemas.openxmlformats.org/drawingml/2006/main">
              <a:ext uri="{FF2B5EF4-FFF2-40B4-BE49-F238E27FC236}">
                <a16:creationId xmlns:a16="http://schemas.microsoft.com/office/drawing/2014/main" id="{D77E2F34-4397-48E9-8036-D6305DF8EA79}"/>
              </a:ext>
            </a:extLst>
          </p:cNvPr>
          <p:cNvSpPr>
            <a:spLocks xmlns:a="http://schemas.openxmlformats.org/drawingml/2006/main" noGrp="1"/>
          </p:cNvSpPr>
          <p:nvPr/>
        </p:nvSpPr>
        <p:spPr>
          <a:xfrm xmlns:a="http://schemas.openxmlformats.org/drawingml/2006/main">
            <a:off x="838200" y="38671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제약</a:t>
            </a:r>
          </a:p>
        </p:txBody>
      </p:sp>
      <p:sp>
        <p:nvSpPr>
          <p:cNvPr id="15" name="요청 밖의 기존 동작 보존">
            <a:extLst xmlns:a="http://schemas.openxmlformats.org/drawingml/2006/main">
              <a:ext uri="{FF2B5EF4-FFF2-40B4-BE49-F238E27FC236}">
                <a16:creationId xmlns:a16="http://schemas.microsoft.com/office/drawing/2014/main" id="{1D0874E1-5F31-4D33-A0D6-A32720F640BC}"/>
              </a:ext>
            </a:extLst>
          </p:cNvPr>
          <p:cNvSpPr>
            <a:spLocks xmlns:a="http://schemas.openxmlformats.org/drawingml/2006/main" noGrp="1"/>
          </p:cNvSpPr>
          <p:nvPr/>
        </p:nvSpPr>
        <p:spPr>
          <a:xfrm xmlns:a="http://schemas.openxmlformats.org/drawingml/2006/main">
            <a:off x="1619250" y="38671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요청 밖의 기존 동작 보존</a:t>
            </a:r>
          </a:p>
        </p:txBody>
      </p:sp>
      <p:sp>
        <p:nvSpPr>
          <p:cNvPr id="16" name="안내">
            <a:extLst xmlns:a="http://schemas.openxmlformats.org/drawingml/2006/main">
              <a:ext uri="{FF2B5EF4-FFF2-40B4-BE49-F238E27FC236}">
                <a16:creationId xmlns:a16="http://schemas.microsoft.com/office/drawing/2014/main" id="{C853FDF8-CA47-4EDD-B194-1EFB10A117F9}"/>
              </a:ext>
            </a:extLst>
          </p:cNvPr>
          <p:cNvSpPr>
            <a:spLocks xmlns:a="http://schemas.openxmlformats.org/drawingml/2006/main" noGrp="1"/>
          </p:cNvSpPr>
          <p:nvPr/>
        </p:nvSpPr>
        <p:spPr>
          <a:xfrm xmlns:a="http://schemas.openxmlformats.org/drawingml/2006/main">
            <a:off x="838200" y="42862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안내</a:t>
            </a:r>
          </a:p>
        </p:txBody>
      </p:sp>
      <p:sp>
        <p:nvSpPr>
          <p:cNvPr id="17" name="빌드·검증 시작점&#10;관련 상세 문서 위치">
            <a:extLst xmlns:a="http://schemas.openxmlformats.org/drawingml/2006/main">
              <a:ext uri="{FF2B5EF4-FFF2-40B4-BE49-F238E27FC236}">
                <a16:creationId xmlns:a16="http://schemas.microsoft.com/office/drawing/2014/main" id="{B158FCAD-D5EB-41CA-B675-F3AABE2F2304}"/>
              </a:ext>
            </a:extLst>
          </p:cNvPr>
          <p:cNvSpPr>
            <a:spLocks xmlns:a="http://schemas.openxmlformats.org/drawingml/2006/main" noGrp="1"/>
          </p:cNvSpPr>
          <p:nvPr/>
        </p:nvSpPr>
        <p:spPr>
          <a:xfrm xmlns:a="http://schemas.openxmlformats.org/drawingml/2006/main">
            <a:off x="1619250" y="42862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빌드·검증 시작점</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관련 상세 문서 위치</a:t>
            </a:r>
          </a:p>
        </p:txBody>
      </p:sp>
      <p:sp>
        <p:nvSpPr>
          <p:cNvPr id="18" name="">
            <a:extLst xmlns:a="http://schemas.openxmlformats.org/drawingml/2006/main">
              <a:ext uri="{FF2B5EF4-FFF2-40B4-BE49-F238E27FC236}">
                <a16:creationId xmlns:a16="http://schemas.microsoft.com/office/drawing/2014/main" id="{25A7EAB0-DFEF-4A37-83A1-1E48D29956FB}"/>
              </a:ext>
            </a:extLst>
          </p:cNvPr>
          <p:cNvSpPr>
            <a:spLocks xmlns:a="http://schemas.openxmlformats.org/drawingml/2006/main" noGrp="1"/>
          </p:cNvSpPr>
          <p:nvPr/>
        </p:nvSpPr>
        <p:spPr>
          <a:xfrm xmlns:a="http://schemas.openxmlformats.org/drawingml/2006/main">
            <a:off x="6419850" y="2819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9" name="docs/architecture.md">
            <a:extLst xmlns:a="http://schemas.openxmlformats.org/drawingml/2006/main">
              <a:ext uri="{FF2B5EF4-FFF2-40B4-BE49-F238E27FC236}">
                <a16:creationId xmlns:a16="http://schemas.microsoft.com/office/drawing/2014/main" id="{52D1C3E1-AA80-4E7F-BB0A-4BB6F398F504}"/>
              </a:ext>
            </a:extLst>
          </p:cNvPr>
          <p:cNvSpPr>
            <a:spLocks xmlns:a="http://schemas.openxmlformats.org/drawingml/2006/main" noGrp="1"/>
          </p:cNvSpPr>
          <p:nvPr/>
        </p:nvSpPr>
        <p:spPr>
          <a:xfrm xmlns:a="http://schemas.openxmlformats.org/drawingml/2006/main">
            <a:off x="6648450" y="2876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0" name="구조 확인: 처리 순서 · 모듈 역할">
            <a:extLst xmlns:a="http://schemas.openxmlformats.org/drawingml/2006/main">
              <a:ext uri="{FF2B5EF4-FFF2-40B4-BE49-F238E27FC236}">
                <a16:creationId xmlns:a16="http://schemas.microsoft.com/office/drawing/2014/main" id="{B4B77159-37B5-430D-A630-34FE27D19EA9}"/>
              </a:ext>
            </a:extLst>
          </p:cNvPr>
          <p:cNvSpPr>
            <a:spLocks xmlns:a="http://schemas.openxmlformats.org/drawingml/2006/main" noGrp="1"/>
          </p:cNvSpPr>
          <p:nvPr/>
        </p:nvSpPr>
        <p:spPr>
          <a:xfrm xmlns:a="http://schemas.openxmlformats.org/drawingml/2006/main">
            <a:off x="6648450" y="3181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구조 확인: 처리 순서 · 모듈 역할</a:t>
            </a:r>
          </a:p>
        </p:txBody>
      </p:sp>
      <p:sp>
        <p:nvSpPr>
          <p:cNvPr id="21" name="">
            <a:extLst xmlns:a="http://schemas.openxmlformats.org/drawingml/2006/main">
              <a:ext uri="{FF2B5EF4-FFF2-40B4-BE49-F238E27FC236}">
                <a16:creationId xmlns:a16="http://schemas.microsoft.com/office/drawing/2014/main" id="{4BA81F45-BC82-4A94-8E1F-1849B2A87F1A}"/>
              </a:ext>
            </a:extLst>
          </p:cNvPr>
          <p:cNvSpPr>
            <a:spLocks xmlns:a="http://schemas.openxmlformats.org/drawingml/2006/main" noGrp="1"/>
          </p:cNvSpPr>
          <p:nvPr/>
        </p:nvSpPr>
        <p:spPr>
          <a:xfrm xmlns:a="http://schemas.openxmlformats.org/drawingml/2006/main">
            <a:off x="6419850" y="3581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image-contracts.md">
            <a:extLst xmlns:a="http://schemas.openxmlformats.org/drawingml/2006/main">
              <a:ext uri="{FF2B5EF4-FFF2-40B4-BE49-F238E27FC236}">
                <a16:creationId xmlns:a16="http://schemas.microsoft.com/office/drawing/2014/main" id="{F700DDF6-691D-41CF-A41A-921881388AE8}"/>
              </a:ext>
            </a:extLst>
          </p:cNvPr>
          <p:cNvSpPr>
            <a:spLocks xmlns:a="http://schemas.openxmlformats.org/drawingml/2006/main" noGrp="1"/>
          </p:cNvSpPr>
          <p:nvPr/>
        </p:nvSpPr>
        <p:spPr>
          <a:xfrm xmlns:a="http://schemas.openxmlformats.org/drawingml/2006/main">
            <a:off x="6648450" y="3638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23" name="이미지 동작 확인: crop·resize 명세">
            <a:extLst xmlns:a="http://schemas.openxmlformats.org/drawingml/2006/main">
              <a:ext uri="{FF2B5EF4-FFF2-40B4-BE49-F238E27FC236}">
                <a16:creationId xmlns:a16="http://schemas.microsoft.com/office/drawing/2014/main" id="{DEF21E14-E3B4-4FB9-8675-70E9875E1C99}"/>
              </a:ext>
            </a:extLst>
          </p:cNvPr>
          <p:cNvSpPr>
            <a:spLocks xmlns:a="http://schemas.openxmlformats.org/drawingml/2006/main" noGrp="1"/>
          </p:cNvSpPr>
          <p:nvPr/>
        </p:nvSpPr>
        <p:spPr>
          <a:xfrm xmlns:a="http://schemas.openxmlformats.org/drawingml/2006/main">
            <a:off x="6648450" y="3943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확인: crop·resize 명세</a:t>
            </a:r>
          </a:p>
        </p:txBody>
      </p:sp>
      <p:sp>
        <p:nvSpPr>
          <p:cNvPr id="24" name="">
            <a:extLst xmlns:a="http://schemas.openxmlformats.org/drawingml/2006/main">
              <a:ext uri="{FF2B5EF4-FFF2-40B4-BE49-F238E27FC236}">
                <a16:creationId xmlns:a16="http://schemas.microsoft.com/office/drawing/2014/main" id="{A2D0CCCC-7021-49D6-BAFE-E7EDA57EA577}"/>
              </a:ext>
            </a:extLst>
          </p:cNvPr>
          <p:cNvSpPr>
            <a:spLocks xmlns:a="http://schemas.openxmlformats.org/drawingml/2006/main" noGrp="1"/>
          </p:cNvSpPr>
          <p:nvPr/>
        </p:nvSpPr>
        <p:spPr>
          <a:xfrm xmlns:a="http://schemas.openxmlformats.org/drawingml/2006/main">
            <a:off x="6419850" y="4343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5" name="docs/testing.md">
            <a:extLst xmlns:a="http://schemas.openxmlformats.org/drawingml/2006/main">
              <a:ext uri="{FF2B5EF4-FFF2-40B4-BE49-F238E27FC236}">
                <a16:creationId xmlns:a16="http://schemas.microsoft.com/office/drawing/2014/main" id="{C031BF62-A09F-49FA-BB12-FB5DE2C28E5E}"/>
              </a:ext>
            </a:extLst>
          </p:cNvPr>
          <p:cNvSpPr>
            <a:spLocks xmlns:a="http://schemas.openxmlformats.org/drawingml/2006/main" noGrp="1"/>
          </p:cNvSpPr>
          <p:nvPr/>
        </p:nvSpPr>
        <p:spPr>
          <a:xfrm xmlns:a="http://schemas.openxmlformats.org/drawingml/2006/main">
            <a:off x="6648450" y="4400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26" name="검증 범위 확인: 관련 테스트 위치">
            <a:extLst xmlns:a="http://schemas.openxmlformats.org/drawingml/2006/main">
              <a:ext uri="{FF2B5EF4-FFF2-40B4-BE49-F238E27FC236}">
                <a16:creationId xmlns:a16="http://schemas.microsoft.com/office/drawing/2014/main" id="{6A16AEEC-6725-4DEA-9D6A-A25C4780E433}"/>
              </a:ext>
            </a:extLst>
          </p:cNvPr>
          <p:cNvSpPr>
            <a:spLocks xmlns:a="http://schemas.openxmlformats.org/drawingml/2006/main" noGrp="1"/>
          </p:cNvSpPr>
          <p:nvPr/>
        </p:nvSpPr>
        <p:spPr>
          <a:xfrm xmlns:a="http://schemas.openxmlformats.org/drawingml/2006/main">
            <a:off x="6648450" y="4705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범위 확인: 관련 테스트 위치</a:t>
            </a:r>
          </a:p>
        </p:txBody>
      </p:sp>
      <p:sp>
        <p:nvSpPr>
          <p:cNvPr id="27" name="공통 안내는 AGENTS.md에, 작업별 세부사항은 연결된 문서에">
            <a:extLst xmlns:a="http://schemas.openxmlformats.org/drawingml/2006/main">
              <a:ext uri="{FF2B5EF4-FFF2-40B4-BE49-F238E27FC236}">
                <a16:creationId xmlns:a16="http://schemas.microsoft.com/office/drawing/2014/main" id="{002CFE5E-88CB-4B47-8446-9098375A8824}"/>
              </a:ext>
            </a:extLst>
          </p:cNvPr>
          <p:cNvSpPr>
            <a:spLocks xmlns:a="http://schemas.openxmlformats.org/drawingml/2006/main" noGrp="1"/>
          </p:cNvSpPr>
          <p:nvPr/>
        </p:nvSpPr>
        <p:spPr>
          <a:xfrm xmlns:a="http://schemas.openxmlformats.org/drawingml/2006/main">
            <a:off x="609600" y="50958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공통 안내는 AGENTS.md에, 작업별 세부사항은 연결된 문서에</a:t>
            </a:r>
          </a:p>
        </p:txBody>
      </p:sp>
      <p:sp>
        <p:nvSpPr>
          <p:cNvPr id="28" name="C++: 빌드·검증 진입점 / 공통 제약 → 알고리즘 명세 / 하드웨어 조건">
            <a:extLst xmlns:a="http://schemas.openxmlformats.org/drawingml/2006/main">
              <a:ext uri="{FF2B5EF4-FFF2-40B4-BE49-F238E27FC236}">
                <a16:creationId xmlns:a16="http://schemas.microsoft.com/office/drawing/2014/main" id="{31DA3DD7-3900-4C62-90D8-4F6B3A03E620}"/>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빌드·검증 진입점 / 공통 제약 → 알고리즘 명세 / 하드웨어 조건</a:t>
            </a:r>
          </a:p>
        </p:txBody>
      </p:sp>
      <p:sp>
        <p:nvSpPr>
          <p:cNvPr id="29" name="Legacy module connection">
            <a:extLst xmlns:a="http://schemas.openxmlformats.org/drawingml/2006/main">
              <a:ext uri="{FF2B5EF4-FFF2-40B4-BE49-F238E27FC236}">
                <a16:creationId xmlns:a16="http://schemas.microsoft.com/office/drawing/2014/main" id="{23180CDD-9799-4EE6-B02E-A077D8F38C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21598874"/>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A6FAFDC4-1CCF-49FE-9798-4CBB4F3DEA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2">
            <a:extLst xmlns:a="http://schemas.openxmlformats.org/drawingml/2006/main">
              <a:ext uri="{FF2B5EF4-FFF2-40B4-BE49-F238E27FC236}">
                <a16:creationId xmlns:a16="http://schemas.microsoft.com/office/drawing/2014/main" id="{7B0F2FCF-91E2-4D2C-AB46-E157F221F6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E6F362BE-D7E4-494D-96F6-C037EE67F7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3C954EE8-65F6-45CB-8C5F-3AFD0503EC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5C27D49A-374D-4E59-AB0E-84B3AA9587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DF270ADB-70B2-4C4C-BAAB-E114BBD53F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한 파일에 모인 정보를 어떻게 나눴을까?">
            <a:extLst xmlns:a="http://schemas.openxmlformats.org/drawingml/2006/main">
              <a:ext uri="{FF2B5EF4-FFF2-40B4-BE49-F238E27FC236}">
                <a16:creationId xmlns:a16="http://schemas.microsoft.com/office/drawing/2014/main" id="{ADC5A010-6A5A-4A8E-BFF6-5FC66C167361}"/>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한 파일에 모인 정보를 어떻게 나눴을까?</a:t>
            </a:r>
          </a:p>
        </p:txBody>
      </p:sp>
      <p:sp>
        <p:nvSpPr>
          <p:cNvPr id="8" name="분리 전 · 한 문서에 함께">
            <a:extLst xmlns:a="http://schemas.openxmlformats.org/drawingml/2006/main">
              <a:ext uri="{FF2B5EF4-FFF2-40B4-BE49-F238E27FC236}">
                <a16:creationId xmlns:a16="http://schemas.microsoft.com/office/drawing/2014/main" id="{7F5E5CFE-244F-40E7-B2A3-8AB5857CDE46}"/>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FE09B126-7D89-44D1-9B4C-67FC92D270E0}"/>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F5F165F6-D91C-4D3F-BF5E-F662D81E1597}"/>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96019C43-E089-4616-B5E8-0125A6999B46}"/>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E457D7EB-D193-46A3-9EF2-E4CAE6E81545}"/>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9A72AD4D-39A1-4BBD-8DCB-8F9373294847}"/>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FAF3E53D-A893-4DB6-A218-61127FDC450C}"/>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E2317A46-2E63-4D49-9C11-C9D3BFE30D98}"/>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18EF1276-91E1-4DFC-B499-3AB87656389C}"/>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10300B65-8B6F-4522-82EC-8338883BA082}"/>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CBDF430-D150-452C-8DE4-EB4BDED3776A}"/>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844EA429-7ADD-4F35-91D1-5AE58013A231}"/>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ADB37BB5-3535-449E-936A-12C89A1E68DB}"/>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F0B34785-8D5D-4730-B707-323E546B420A}"/>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FC18117-C255-402F-A54A-2CE490EE287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D2C95A9B-BC4F-42CD-B724-BBC750DCFE14}"/>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FE4915D1-E117-4C42-B933-387B55FBEF12}"/>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2F9415F2-1BC8-4760-BBA6-42AABD43F346}"/>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ECDD73B8-D4AF-43B4-B114-D8A54E565E27}"/>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4B2E0DDC-C13D-40B1-88F7-C8422F34F2E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4DF8E8B7-1EB4-40F6-AFE7-682A8A1B82E2}"/>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F681C7-F627-43BA-AFA7-DF239116495D}"/>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6152273E-C554-4374-8980-55485BCDF39F}"/>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C2BD6D76-1E0E-41D0-B322-EAD8FCA676AE}"/>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E4096DA1-C4F6-4483-897F-27D9A9FB2D86}"/>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D066E284-090B-457C-AF8D-EC400017B2D7}"/>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9D5076ED-E036-4E59-9448-F81E552B3AC5}"/>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833BD5EF-D22B-4B38-A866-105FF2BBEB6F}"/>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5C28B32-E707-4B8E-A50C-577BDBA4E5CA}"/>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6F0BCBE2-649E-48F8-86FD-666BC907D6AE}"/>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B5BEDDBC-B194-442C-93EE-BFE58779850A}"/>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BEE23C9E-A180-422E-9D56-43A33EDD240F}"/>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도 기본 제약은 입구에, 알고리즘·모듈·하드웨어 상세는 관련 문서에">
            <a:extLst xmlns:a="http://schemas.openxmlformats.org/drawingml/2006/main">
              <a:ext uri="{FF2B5EF4-FFF2-40B4-BE49-F238E27FC236}">
                <a16:creationId xmlns:a16="http://schemas.microsoft.com/office/drawing/2014/main" id="{0824E29D-64B7-49DF-89A3-FC9B2C5DBD2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C++도 기본 제약은 입구에, 알고리즘·모듈·하드웨어 상세는 관련 문서에</a:t>
            </a:r>
          </a:p>
        </p:txBody>
      </p:sp>
      <p:sp>
        <p:nvSpPr>
          <p:cNvPr id="41" name="Legacy module connection">
            <a:extLst xmlns:a="http://schemas.openxmlformats.org/drawingml/2006/main">
              <a:ext uri="{FF2B5EF4-FFF2-40B4-BE49-F238E27FC236}">
                <a16:creationId xmlns:a16="http://schemas.microsoft.com/office/drawing/2014/main" id="{FEC1551A-4DB8-43E2-BDD6-43620D1454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7656080"/>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F0DF930A-A43F-49C6-9A55-26DDA2732A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DBDB628F-6095-47A0-A5A3-2038093E22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DD32D664-13FE-4E60-B343-CF30023BB8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2451619B-7462-4D2E-AED1-BB6CF4F8B4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0B1204BC-B3B0-4538-A7BD-0D1504F5F5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81506484-8409-4273-922B-FD888A0940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B81BA9D1-2005-4421-8BC9-61C0E1845A35}"/>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5389BB80-679D-40BD-8ECD-99AB6AC57BEF}"/>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29BD3CDA-00DB-4BE0-A8CF-6386E1E74F27}"/>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A0BA02C9-804C-4D30-8091-A0084A00587E}"/>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78E26ECF-494F-46D3-90C7-BE47E806C5BA}"/>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393721F8-D6BC-43C7-9FD6-AB5DC6554BF0}"/>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BD406D52-E8E4-4371-A193-C94D20EBEA10}"/>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EFB532C9-FD50-4579-8828-FD7503FCB7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2957390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5323264E-0447-435B-8B8E-BC16FAB6F5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6FC7303C-893B-4A75-A3B1-C79C7A6C1A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B38F29EE-9317-48A4-9FCB-04BD96A609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738C9135-6CBA-4559-99C0-C882BAD1D6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89A143D8-0F68-4512-BA85-C235DE16FE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C58A4B37-9944-42DB-8C60-6DFD48F119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5BEB89EF-124C-4BB8-BC50-10378D115C9C}"/>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746E6937-32F4-426A-AF68-D38702E511A2}"/>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923FBD25-1185-4780-A2D7-DAFB8F9B8500}"/>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7C4207AD-770B-4FB3-A20B-0C9C244A732A}"/>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B0D38A95-5A60-424E-8DC8-1723185E18B6}"/>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3616528D-CE06-461A-9AD4-C16D78A17819}"/>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2D8B65F2-3B79-4792-9FDC-8AA52C6EA9F6}"/>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EEF22403-0B0C-4D06-9C42-4EF94B157AC9}"/>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AC9A472F-B9BA-484D-91AF-08D459BB324C}"/>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D9B4CFE3-4704-4237-AF45-48965CA79D8C}"/>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FAD81EA7-E76D-4381-9F8A-F7C8A8C5962E}"/>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451FF4E3-FF4E-4DD0-827B-BF90D3E8DFF9}"/>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7FB5B2FA-3A52-4F07-A90B-F0C4827579D1}"/>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C8622473-131F-4565-AF98-122A62A2F8B3}"/>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1611DC4B-D3D3-42A8-B33C-31BFD3D4A7B3}"/>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47C62321-9F58-41CC-ACFD-6F0B7D45D3C6}"/>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E0222683-26C3-43D5-9A05-1BE8B510995B}"/>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4FEF2A5C-0B6B-48B0-87A1-FE6A0BD879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95665907"/>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FA19CAF7-00FB-4828-A520-0A10FBDFF5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2287A1FC-63B6-47CC-AC7F-DFA07C1D5E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93C70AAD-5339-4575-B985-0EC2B8F226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6E5CFC2E-AD8B-4AB7-9186-E6DE7A914B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1744F9D9-2E72-4E73-A060-457F464A9E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32ACF274-CB62-4487-A07D-AEE5BF7684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1D2D4317-8538-41AB-A228-A0BD9CB6045D}"/>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7C6D973F-0BD0-4C06-A03B-F4E3F8D6F7D4}"/>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516E91A5-AEC2-420C-A031-6419A998D4BA}"/>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7B4253FB-33C8-4288-9030-37EFE06F2DD0}"/>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4C39EFDA-0D29-4B29-B3E3-71CD68EB1153}"/>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9CE61DA8-7859-4B19-B74D-17E23B64D58C}"/>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3284DA59-8D39-4D3C-969C-2741B7E0F332}"/>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8070DFEC-E1EC-4573-9F4D-11105A5387D3}"/>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D51172A7-5888-4043-9BD2-CD1E42BB58DC}"/>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C8ECDC19-B94F-404F-AFF6-D98949F3D453}"/>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01880B1B-4DAF-4727-A2C6-331C01DC6B0E}"/>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9BFEFEF8-DDF7-4400-A02A-1456605AF3C8}"/>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D1411FCF-65E1-421A-8355-36F500313245}"/>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1F929131-25AB-4D92-A9B8-625FCCDF7E1F}"/>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608EFFBF-02C9-49F5-94E2-EC7C3B5485B3}"/>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868017C0-1C7D-4787-9A38-F813EF97B9DE}"/>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8F2B1160-C813-44BA-AF70-308A836BDA24}"/>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4C90BF7A-58D7-4B02-B57A-E764CC82B4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4860412"/>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87393CD3-FB2F-4F05-ABFA-53D3581FA0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C56DFD19-2F16-4FCF-A58C-151CEE11E5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2A30F7D7-BFD8-47FE-97F7-5BAA8F4BDB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63C301C0-6A5D-4F74-8B73-38F85613F6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1833E5FD-C83C-4F17-9FD7-7ED28F6E8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86DEB485-8D16-433E-A5B3-D3F535BAE2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632C5E65-6110-4631-B42D-D1045CF21ABF}"/>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F52118DC-F448-4755-8ADF-272EE7E42F0E}"/>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C0609F9B-54BA-4A67-8174-BFEB366ECD45}"/>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DE5E287-0D3C-48B0-80A9-6EF36F90CB5C}"/>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4C544B26-C658-43BD-A121-A442DD0E4480}"/>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0E377606-2C88-41C8-9045-F8FD4C4ED82C}"/>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7D7DD898-DE58-4FE8-8287-D1837DAA5392}"/>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0E92AD50-591A-41E8-B119-5927A15D7C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46236746"/>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B59A3960-E9F5-4519-98DC-C63519CA0F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77A75677-0C78-4F9F-92D8-D0911FC639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5BF5AFC8-0123-444B-B6DE-205508A71A8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CEC522E2-DD1D-4B55-9216-34DAEFE83A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E76D14A4-E102-454F-9E68-1A29CBA9D8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9F81967E-59F8-4241-88E6-7663E595FB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A0806EB3-1E19-4997-9592-E3B3CF52F1BC}"/>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4805711F-C906-46CF-B3FF-1CCA887B41E7}"/>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B3DD0036-E640-4533-8C5E-E60445C07CC8}"/>
              </a:ext>
            </a:extLst>
          </p:cNvPr>
          <p:cNvPicPr>
            <a:picLocks xmlns:a="http://schemas.openxmlformats.org/drawingml/2006/main" noChangeAspect="1"/>
          </p:cNvPicPr>
          <p:nvPr/>
        </p:nvPicPr>
        <p:blipFill>
          <a:blip xmlns:r="http://schemas.openxmlformats.org/officeDocument/2006/relationships" xmlns:a="http://schemas.openxmlformats.org/drawingml/2006/main" r:embed="R0909560fc0e74b86"/>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00AF2DBB-0E0D-47D6-B083-77D53803BDD4}"/>
              </a:ext>
            </a:extLst>
          </p:cNvPr>
          <p:cNvPicPr>
            <a:picLocks xmlns:a="http://schemas.openxmlformats.org/drawingml/2006/main" noChangeAspect="1"/>
          </p:cNvPicPr>
          <p:nvPr/>
        </p:nvPicPr>
        <p:blipFill>
          <a:blip xmlns:r="http://schemas.openxmlformats.org/officeDocument/2006/relationships" xmlns:a="http://schemas.openxmlformats.org/drawingml/2006/main" r:embed="R68fc687c325c4cd5"/>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21B0D0A-8B9D-4582-A639-AD3D61729B01}"/>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3181570D-19C3-43D6-90B6-295671AD5EAD}"/>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C6D6D024-E8E4-4387-8307-29FFF83E5890}"/>
              </a:ext>
            </a:extLst>
          </p:cNvPr>
          <p:cNvPicPr>
            <a:picLocks xmlns:a="http://schemas.openxmlformats.org/drawingml/2006/main" noChangeAspect="1"/>
          </p:cNvPicPr>
          <p:nvPr/>
        </p:nvPicPr>
        <p:blipFill>
          <a:blip xmlns:r="http://schemas.openxmlformats.org/officeDocument/2006/relationships" xmlns:a="http://schemas.openxmlformats.org/drawingml/2006/main" r:embed="Rb8bd3235b7e345ff"/>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C9FEC3AA-5132-439E-8973-B71BBBD75003}"/>
              </a:ext>
            </a:extLst>
          </p:cNvPr>
          <p:cNvPicPr>
            <a:picLocks xmlns:a="http://schemas.openxmlformats.org/drawingml/2006/main" noChangeAspect="1"/>
          </p:cNvPicPr>
          <p:nvPr/>
        </p:nvPicPr>
        <p:blipFill>
          <a:blip xmlns:r="http://schemas.openxmlformats.org/officeDocument/2006/relationships" xmlns:a="http://schemas.openxmlformats.org/drawingml/2006/main" r:embed="R942397b4f6c24659"/>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D8AF26BF-FB88-456E-BD92-60A0B8F60F04}"/>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B039847E-C2A0-44F7-82EF-9C8419E6D2D5}"/>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E8CCDCFB-9152-48A4-B4AF-D8AEF825F549}"/>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AC150DFE-0FAF-4DE8-A83F-0B5813B22296}"/>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EAAEC09A-E6F8-48FB-831E-CC0566641DD0}"/>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75EEDB23-B81F-45D9-8E4C-106F5F20CC50}"/>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C28CEF04-EB65-4A07-B594-D98EDAD3AA30}"/>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0730C998-8C27-4A0C-AFD5-E6847371D846}"/>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11F84F19-91D9-4DFD-80E8-BF13096E93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66098447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1D00B4FA-CE0F-4B06-B214-DBE76A6209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F3F71E83-CB0F-4C46-AD2D-A5D39E7406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7A3D4092-7CCF-44B5-8B2F-875704483B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6C6ECC5F-9BD0-42B5-BEE8-C2DA6A3963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7940041A-AC57-4917-9202-130120FC96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1E02EA96-254D-43A4-B60F-EAA280BFDF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53B082B8-6F0B-4069-A5C8-E9A5955EEA7B}"/>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81C6A418-2057-4DC8-A35F-C76E5F55961C}"/>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08BFEA0D-1271-42F5-9E01-06BE3905D66D}"/>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B962D540-1E6A-448D-97CE-9C32F3479CB8}"/>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5F62EAA4-AB5D-4D48-ABD1-C8ED5971684F}"/>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50EFFA63-8A7C-4582-A3CA-B717AC833DF4}"/>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36460488-2A54-416E-8922-0B8657432DD8}"/>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32D58403-A079-4E24-AFFF-BDA1763D902E}"/>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DB220163-6AD3-4CC5-A694-197266691666}"/>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E55157C0-2BB6-45EE-8B5A-8D8D39185116}"/>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B75F7BAD-ADB5-49ED-A259-7BB022E41B59}"/>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1837B30B-B7FC-4933-9D9E-4963BE4342C6}"/>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63F65F04-5975-4107-B5A5-0AC6708571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03021975"/>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150A6242-4459-4A32-9700-35C1377DA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4324F7BE-0ADB-445B-8AFF-BB7E64A4DF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853B7E54-1FA1-461B-B351-609F989B16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2A66483F-6BF3-419A-8FDC-E934CF64FD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90C5F059-E3CD-456E-BAF2-DDE475C4FA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4394B8E9-F2A4-4F86-B9CE-9A8E6B24CE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6CEFC9C9-1458-428B-A707-B77262836623}"/>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ECD24842-7EA2-4BF7-8B44-4A17BA4AD47E}"/>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9490C4F4-847F-42EB-8187-C3C28056A5FC}"/>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95A690A5-408D-44DC-B2FD-DA0098779209}"/>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4811CEB2-20C1-4994-99B7-5751D95CBE82}"/>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A501017D-70B5-4D1A-8D04-DF3273017EC8}"/>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96575E8A-0D4F-48C6-A107-34D54D429CD7}"/>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3AF9568E-9326-4A36-B0C2-CC4FD61EDD88}"/>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2EAF548A-08C4-4B77-A692-E17E1CF1EEC3}"/>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096C3F20-27C2-4555-9A76-54F07979FC7B}"/>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F60DE13F-6BC0-488A-A699-09B661293224}"/>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FF3CDF10-67A1-45A3-82B3-46A035E707CF}"/>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890D7248-BF3C-4AF8-A5E3-7AC568E96C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3625443"/>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4358A664-D0AA-43E3-8C03-5AE103FB49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E3153A9D-F826-4178-B1AD-F36D3D727B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B1C1BF15-204B-4CDC-8517-2F4C8FE884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C5CF0CD8-478E-4983-8E13-02EAAC7B0D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C659F741-375B-4B03-92E1-90445CC4F8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1CBA525A-DBF2-400F-9AE8-D4D5949617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C268B6A6-8E64-446F-A639-8135439D300B}"/>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ADCFEC1F-F9F2-484A-A3D6-85545947132A}"/>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DE679CA0-BFE8-4250-BA13-5F66321ECAE3}"/>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14A5CA5-F7C9-42F1-93D1-37B48DE84194}"/>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9A402DD4-186E-4996-AE9D-C58AA9409848}"/>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BB48A9E3-A378-47C5-B048-C290CC620D08}"/>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D187329D-D61A-4D8D-9B21-A2F57BEBD351}"/>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8FAA977C-1433-496E-820F-3444053572C5}"/>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C26A80D4-4234-420D-90FC-351B7965D3C0}"/>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D486A7B9-DB65-4E09-81F9-C676268A7AC1}"/>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7B5E3086-2B12-4A0B-AD08-CCDB00094EF0}"/>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DD2282CF-D535-4689-B122-017E5CBFFC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46357394"/>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7C1B7F09-8351-4146-8F5F-9B5E8392C1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DF99EE12-8C52-4E05-A075-632C6DF8FA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85A33229-C6E1-454C-AB1C-8E70AF95C1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DA1F38B1-12A7-470F-B285-580F035561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28B4061C-17D6-448D-85EC-C172757726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F1B2A74B-57E9-49C0-9790-5FCAB0FC74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44EA030D-A300-47A1-B171-67D267A2E0AB}"/>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4595A48C-9274-4C11-90C7-383F7720C58A}"/>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9016E385-CF21-4376-B1F7-4D14EAEFB915}"/>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D192AB20-FDCC-4476-B33D-10958C233E0D}"/>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757E5672-22B0-4EED-85C5-C547A2ADA51A}"/>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510E48D9-6ADF-4491-9486-201B3B9F2FD5}"/>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6020F504-44A5-4282-BC13-C790C5693CB7}"/>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F65789C8-64DB-40FD-A899-43074B510B68}"/>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E92FA78A-7E85-4644-9417-AC58637CB39D}"/>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0C2B8FFA-5AE5-455C-8D13-B5C154E48E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7718469"/>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1D80E9DD-F7FE-4F1A-A8A0-A0A95CEB3D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8A7FDC3B-D2B3-4DDA-A964-2614A7A48A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F1FC8019-2001-412D-B8FA-35A0C95F21E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196FD083-7F49-4AA2-871C-5A8F9C472F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BA2164E6-FE89-4009-ACBD-E4C006D6E8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EFAE8DAF-90A6-48B4-8522-7331722402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C366AB11-A6F8-48AD-B3E0-5406024DD6F3}"/>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F985F91D-1AB8-4A7A-B497-CD9AE96FB865}"/>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41E8151A-CF67-4C9F-92FA-99D321225B27}"/>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135CB26-615F-46C7-88CF-83544F577E8D}"/>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FD85EC79-8F1A-4DB2-9096-CBA0F184C264}"/>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E60395EB-918E-4FF0-8B23-82FD27A3D5AC}"/>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4607505C-6A72-424C-9CD9-D712BC4EF549}"/>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BFB08BFE-6FEB-4588-AB5D-8C6EA0164680}"/>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EA3949ED-B87E-415D-B64B-FAC893F82CB5}"/>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E2F7D082-3D8C-44FB-8130-9A010B0DDC32}"/>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B231F713-9CE1-494E-A40B-35B749A0394F}"/>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D4E4EF0A-A8B1-4868-8C2D-E3EB512068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3960127"/>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E106482C-E107-4C97-83BC-F912F38210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B1AFFDA7-5897-41E1-A185-F08B895ED6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FA2E03DA-F1A6-42C2-B0DB-42BC81E0D4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4547EA2D-390B-4422-A517-7F5E2C49D1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982418CB-1655-4824-AA36-8C59DD7967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2269689A-AABF-4366-9961-2C035866E7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1ECA8F71-7385-471C-9635-28233F542CA0}"/>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B62F99E1-61CF-4A71-88EA-5EB1CC7936EE}"/>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EAB14AFD-2F60-44BD-AA34-4CF4486BAE94}"/>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16B30F7E-E2BA-468A-B4F3-0D7033B22044}"/>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313F3BE7-A1B9-401B-A276-B4B846C71E37}"/>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6A575556-E4D6-48A6-88D1-F29FBD5E6241}"/>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ACDACCFD-8669-464B-8F81-E37ED81B414D}"/>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D054A5AB-22D7-4FA8-9E6C-6FD8D6C6772B}"/>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2A4B7815-D03E-4CA3-BBBD-06BAA37C07DB}"/>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EC966705-2613-4133-86B6-3191A1A52D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009668095"/>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A1EC755E-AAFD-4052-8AE0-593BFFED06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1F701F0B-7072-4FAB-AE5B-E767E1A3FB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68325E8C-185A-46AB-BAF7-1AA210D7F8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A250A089-1793-4AD9-A248-664D127399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50141A2C-8688-47A9-871C-0A5A2876C1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61AE78D4-5B3F-4A18-8E3E-533059E603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A562CC6A-79EA-4F54-B344-0D5DE5714928}"/>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F4E977B2-2DE7-4879-A9F0-22361549BA41}"/>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DD2010F8-6877-4DA9-A948-1E66A12E6370}"/>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B8FCCE17-F9D2-4143-8BF8-89919C78547B}"/>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53DD4BD0-90B6-4616-B5A1-D55DB09D75AD}"/>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8BC8DD41-2A31-4478-958F-3579AE65EBBE}"/>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8E5BFBCD-DBAF-4FB5-86FA-3F6E0EB41CAD}"/>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8071EF16-57B5-4806-B170-5A200B337681}"/>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1DC954CD-AC53-4EF7-8C0A-D4B7B7164868}"/>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F8983539-8F28-40B0-8E06-C5C602690537}"/>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541C3BDF-4C28-46BB-BF5D-9B642B9D3365}"/>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C95569C5-E266-4872-BEEA-3B01F9A043C3}"/>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43985CA2-BA79-4FD1-B5FB-2B2B4FB74F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71675200"/>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98AD1B1C-FFF4-4604-959D-EC1EAA62D3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ECE67A7D-F541-47DD-9BC7-12BDB1DE84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02F490ED-C2F7-4E73-9DF1-E405DCA20B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F802C0CA-FC58-489C-982E-8EEB681E6F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92BD649B-1141-4B9C-892E-E4C80E2D63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8612EAC8-FA3F-4D51-88A8-54FCF9A6BA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4568A771-AE64-409D-A50C-C0FC6040AE1A}"/>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35E72325-5126-4745-82BB-870202393CD6}"/>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606097AF-A8BC-4493-AEBC-0E7D07934C5C}"/>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C800C6B0-B384-4D3D-816E-A2F4E759A3BC}"/>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ea1f5273aa5b4071"/>
          </a:graphicData>
        </a:graphic>
      </p:graphicFrame>
      <p:sp>
        <p:nvSpPr>
          <p:cNvPr id="11" name="">
            <a:extLst xmlns:a="http://schemas.openxmlformats.org/drawingml/2006/main">
              <a:ext uri="{FF2B5EF4-FFF2-40B4-BE49-F238E27FC236}">
                <a16:creationId xmlns:a16="http://schemas.microsoft.com/office/drawing/2014/main" id="{81935364-9830-4BBB-8913-ED4287010EFF}"/>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C2B73A87-FE86-4C57-A821-BD0C2795FBB7}"/>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8E120F98-3B10-4304-8108-2F161E148904}"/>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5F1D2A43-FEB2-421A-8D0E-4177A359DAFE}"/>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75476597-213A-414A-8DE3-040350681600}"/>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665A107D-75DF-426A-AE1C-E76057304805}"/>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56C2A85E-E351-4425-90F0-437D1A00ED2A}"/>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24874F59-D346-4C7F-AF99-EC4E452E37A9}"/>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248C8075-0FB9-4574-B989-C513D3A2785D}"/>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D15B3A7E-F080-4739-96C5-23AE496B25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839464507"/>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EFC8E5E4-A0BC-416B-A76C-B314AA624E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BE4F9C4F-D1D5-457A-9908-66CD578F49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875B9155-16C0-4F71-8B28-1EABFA4788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9608B833-895D-45A9-8DEB-F359EC30E9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910AC07D-B2E3-4952-88DE-6A6828B7F6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0D6A9E6C-B73D-446F-BBE7-B07DC59076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D43F9A06-64F8-4B8D-BF40-EBE02E822EBB}"/>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0BCBAA84-2683-4BBB-AD8C-DC7EFB1CE466}"/>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A503D4C4-92F6-4EDA-B40E-B0B653C9946E}"/>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CB452ED9-D7B7-4D71-AE54-D154FE5DD4DA}"/>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060C85C-CA2D-4C78-9808-57BCE43D20E2}"/>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3F8196B1-391E-4CEE-B9BA-4EFB2BB47DCE}"/>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6EC4888A-2B88-4FA1-B4B3-E923FD2F1383}"/>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F47CE244-134E-4D4E-AFF2-69D626AD4A39}"/>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599340A-3D24-4AF4-8E62-A3645D8AB27B}"/>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164E1E97-8B38-4BCA-B7B0-8C6405B27E65}"/>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6C66D1C6-2B2C-4DA5-84BA-A6F951EBDE41}"/>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D3E59CD8-D533-4D0B-A0C4-19BEC98021FE}"/>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4FD328FC-1E87-4700-9F46-5CC542093992}"/>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6CAFB4F9-6A4C-48B7-99F7-680D5D4C293B}"/>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23ACCE01-E1A1-4D43-88CD-4ACE808F11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69742997"/>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4A053EA8-F416-417B-92BE-E03D570D27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4F5D94CD-3D76-44F5-B701-CA46104597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64802CC1-2CCF-4F98-8402-805A48B3E6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C5B47111-79A0-4486-B79D-C749DA23C8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9B1DACE5-4813-42EB-9E03-CFECDDB647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D84A5F30-8A98-437C-A2C5-1598A45B78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C279C24A-4B28-425C-8D88-60A8F778C378}"/>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92997458-E713-4647-907A-AD037C0B42AE}"/>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65C987E0-8CCA-4E5C-B5E7-621F87D6C271}"/>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912F0103-312F-4F60-9DF2-6CC5556490DB}"/>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5B2874E9-7E7C-4163-9223-AFF8FE8C9EF2}"/>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D3D9ED05-B4C1-4ECD-B324-914243A7C4CE}"/>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CD1822F2-3F0D-4FA0-A1B1-4E98092B944B}"/>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8E4C6C65-E2AB-43B8-A360-ACD4A3E0AAA7}"/>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B5B2F252-BDCB-40AF-B3DD-F5710D766800}"/>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B14B6ED5-4B21-4507-AC99-2093C76CEE5D}"/>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81EDBB62-3269-4EA0-9CFD-956752A2A401}"/>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70A44BCD-94B9-400D-B814-F6DACF794DE8}"/>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FE9DDA70-00AF-4B5F-9D72-05FBF9BB5366}"/>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A2BBE0DA-908F-42DC-87B0-1645913207B4}"/>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580ACD66-2351-4DA5-A36C-13A0421BF0C4}"/>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5859B1AD-B3A3-4579-AEC8-1AB2231264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4324275"/>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07325780-84B5-4DCF-AB90-4A2105D64A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768BDB1D-1CC2-48E1-91FB-EF938E9812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D1BFF01F-4FEC-4C67-AC93-8816E905B9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CEE3952E-0A49-48A3-AF09-139423CF0C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03B3804B-CF6F-4BDA-9DD3-3B8A4027CE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ED1997E5-B8E9-4A4D-B9F4-426B26C4DF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38099544-7CB1-4CC7-958B-CB50239B04E7}"/>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D2C51340-AB32-481D-ABD3-B40BCEB20803}"/>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CE70A825-3588-4758-BFEC-ED93688618FF}"/>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AB12003A-234A-4BA5-9805-AA113063D1D5}"/>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6DEE3C89-6859-4FEE-8F29-1F25C1D58A53}"/>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7D065E0C-4448-4C26-8ED8-D8D6993B2C74}"/>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336144F2-7814-4C44-BD4B-44F4E286FDBB}"/>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657A77BD-1CA5-4246-B550-1024202C88E8}"/>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0AE82C8C-3A65-4B8D-B075-16B7ECE9E6C9}"/>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284DB43F-7591-4CCF-9BD9-E5E5ED83C6C6}"/>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D291274B-9A49-4CE3-B47D-3D7DAC0E9CD4}"/>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0D7F8FF9-A710-4D58-96AE-6CFF79FA28B7}"/>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C4A59F76-2D0B-4152-808C-2CA671D3D14B}"/>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A5806D55-9BE1-44CC-905D-62DF918217DB}"/>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9C213540-9059-41F8-AFEA-481B42462EA5}"/>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BF9A9763-68A0-4452-97EC-7BCE1F0E39BA}"/>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6DD5F631-24D2-4DE3-8292-1F11CDB488FB}"/>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B3271C1B-ABF0-4050-9EF0-EB34F2C51031}"/>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9D555426-5632-4FC8-865C-2FAA90E10B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01560916"/>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47A0AD3D-1059-4FD2-ABAC-F91D085656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B3D9B34D-41B1-4301-8FE3-7980D74656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D9486995-A68C-417F-AA13-CB451AEBA8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8D52A6DA-8D2B-48EF-841F-B8179437C0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773C31B5-01E0-40B7-B9C7-BF023AC20C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1FBA4089-E900-4772-AB28-A7A6DFF7BE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E68D9E16-70CD-4DA6-A93E-CFFFD1EEB0FF}"/>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4307EE30-1B2C-4A2B-BA43-FF5BA000F150}"/>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4AA77CF9-FE37-4065-B53C-23244EF4C0D3}"/>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AB7B2AD1-C1E4-4EF2-B11D-F5BAD93642DC}"/>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9FD3F43C-4014-4C33-8E90-CEDA22E2076F}"/>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1A908E6A-9E5F-4904-BA44-A4EBEB01ACB6}"/>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8EF928EE-3594-45A2-B03C-10CAAB14EC8B}"/>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DFBAA7C3-8765-4751-9908-A97D9F381DE8}"/>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F04E0A44-754E-417E-AC6C-1CABCBDE2811}"/>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4C02F18A-A95D-47B5-9DE9-285EDC1206F2}"/>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98960877-3F31-476B-A300-B8E88D4A2DFC}"/>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BD330420-562C-4F59-97EA-2B8D279FCE5C}"/>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E3D5E495-4790-4543-9EBE-3B69FEBFBA33}"/>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7CFD69C9-6314-4400-A036-58CDCB395A7E}"/>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4B82306D-F8EB-4A06-B0DA-1FD929BEF9E1}"/>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39A73C86-F25B-447D-8125-FA75A7059CEA}"/>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936D4C37-B018-4B75-A2FB-C296CAC835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1513492"/>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A44DEA18-2585-494F-9305-5FCAF3980F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3987EC43-2CF6-43DE-AC9E-5C4D6A01EB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EEE1799B-AC5A-4E1D-88AB-851BAB9FCB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6D973FC4-DE54-4A06-AF29-DFC94CE317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730B4AD9-BB76-4747-87A7-2585D3C6B0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0A69F369-B2D1-45DB-BC0A-FFADC1E6F3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A6AB84DC-F142-4796-BE80-CBA2C93481C3}"/>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6E0A1DB6-8BF0-4F8F-B9D9-75D1B855400B}"/>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1D472470-8B8E-4141-81E6-7AFE78BE4A7B}"/>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38B451E6-170C-4268-8FC0-110D9E41BC09}"/>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A2F9B270-C908-4CBD-ABCB-7BA5EDD77AA1}"/>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6633C737-42EA-4727-AF91-CAD473E3C0BE}"/>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20584315-FE06-4AFF-AFCA-7F7EE9AFCC90}"/>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3487ABBB-8112-4C58-AD6D-83669E543A5D}"/>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187CA44A-1281-4FB6-BC01-30960B699E67}"/>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C4BE005C-F3C6-4173-AF0F-971797AE8426}"/>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4B1BD6F7-E5F4-4B70-818D-21093B0C4025}"/>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4A9C3BCF-94E9-4DF0-824D-B42C97D19FD1}"/>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7B3BB626-82CB-4B75-B5BC-C2893CF5E5E9}"/>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4912E871-9E32-4E80-8AF9-AF6911E69432}"/>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2383E54F-95DA-4CA2-BD30-4877E4A4A331}"/>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E6E25515-A761-4E5F-B8D5-944CE52656B6}"/>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ECE5F74A-F803-4CDF-A408-D864B4840EC9}"/>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6AD8C897-67EC-4F32-9F2E-CA18DB757E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631748"/>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2B504189-8CCF-44F8-A38E-CB42828E1C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9743FD73-1EC2-4DC8-9A3C-0E67C8720C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70BEE4B5-436E-4986-9F7F-371B3C3593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9773CB47-C836-4341-8C38-3965DEA538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ADF49EBA-D1CA-4D89-A078-079277E7B3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361A5F84-C17E-4FF2-BCD8-725F456E4D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4FA9AE9B-B4AE-44DD-BB69-DCBCCB2063D6}"/>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95AA7B2B-E6AB-4983-96D6-53A5FE85F08E}"/>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72A21B28-FC5F-4578-9FB6-293AAFAC8267}"/>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B6F0CC1C-659C-4342-882C-D937EF77B565}"/>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C35566B8-AFEC-4E44-8A9B-2D55619FCEEA}"/>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5F737369-47E2-4B55-A220-962545728AAA}"/>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B9D2240-ABEF-469B-A8D0-E00B4299905B}"/>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24D11E2-A297-4524-8D81-8AD075FDE4CA}"/>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1F8E0668-D103-47BA-A086-5377EE09000B}"/>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7F950220-BC4C-4AD0-97DD-BB953BF2C0E8}"/>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C9291904-47D7-4849-90C4-FFCCCA9B9388}"/>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B5004B51-7626-41BD-B832-D7888A616B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783505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EEA3100D-0E23-4A72-8543-B01A38B0BB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E9FBB6B3-DE1E-4728-A5CC-1673F17AA4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F0907AD9-951E-47D2-AFD3-4477F587D0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B228D09E-19D2-43CA-8A05-0385007E26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7409234-3411-4B9D-B7FB-7490113CD95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B9AEC9DC-6356-4DAF-B8E1-12372C4D0D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CAADFAAC-BE4E-479B-AE80-45898ED447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7A60FBC5-C1A6-4991-BC43-17CDB489DFFA}"/>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2A640923-6EE0-4612-9A75-5092B3DC5F93}"/>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35B1793F-3506-46FA-A6DE-AE00577C661E}"/>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D908B61F-B06E-4AC0-8CDF-11B339EDE45F}"/>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C4D35F2B-05E9-4938-B1EA-F7A951522B2D}"/>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5E891902-E88D-407E-8E7A-F76768FFE8B2}"/>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6DD18E52-960D-4608-B14E-BE294B32CE2D}"/>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1FC592EE-A1B7-4931-BBB7-CFAA391B8CCC}"/>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D266F7FC-FC87-4AA6-9E4A-9891536AD94F}"/>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74997B35-E1F9-4E0E-B482-61AF4830031E}"/>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F37D8D7A-BF4C-4688-969C-DD4611147774}"/>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506C99BD-E727-4F8E-B480-39AD58FDA364}"/>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DA76F203-DB45-46A0-8C23-1DF6805CFCE6}"/>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F6343209-E204-4115-9BA9-31B4ADA8EF62}"/>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BF8EC2FD-30B8-49FB-8F1A-E8BB4838B199}"/>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EF80E9B1-8055-455C-B08D-33BFADBEF1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00111570"/>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B076A8AF-9ACE-49D8-A235-CFA12E5F82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8987A49D-05D5-48B9-BD61-021A3CC527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EA5FCE73-2E9F-43B4-8BFB-99A4469FC2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15CD2657-D278-4D0F-B1AC-B44A90954D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A5DEEB5D-19F8-456D-B1B5-35A8E3C949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8A0C3A79-86F9-4DA5-85A0-A6068EDC8C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959C56AB-3FDA-4564-B61E-20C673878A87}"/>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54E011F4-0ACB-4849-9184-7AE18DA88060}"/>
              </a:ext>
            </a:extLst>
          </p:cNvPr>
          <p:cNvPicPr>
            <a:picLocks xmlns:a="http://schemas.openxmlformats.org/drawingml/2006/main" noChangeAspect="1"/>
          </p:cNvPicPr>
          <p:nvPr/>
        </p:nvPicPr>
        <p:blipFill>
          <a:blip xmlns:r="http://schemas.openxmlformats.org/officeDocument/2006/relationships" xmlns:a="http://schemas.openxmlformats.org/drawingml/2006/main" r:embed="R634a6a589b4943be"/>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E1C8D4B6-FB81-4577-9D80-E7508FFDA012}"/>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95D747D6-7524-4D9A-8AF3-5572487C4C01}"/>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8D6A0A28-06D9-48E8-BA92-25A4A2026608}"/>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7DAE4D6D-A3E1-4447-97AC-04E34BD91731}"/>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ECE77633-2615-4B69-81AB-D46D54427FB3}"/>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F255CE38-AFEB-49BC-8A30-F1F98D719F6E}"/>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BD60FC10-12D2-413A-82FE-6BED4B3349C8}"/>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AE8F0BE5-5480-44B9-88E8-F1F1578071F7}"/>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F5112DC2-CBB8-4EFB-8E6C-2E77E0636E2F}"/>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546ABF9A-00B2-41C6-99AA-7DE548EC7C5A}"/>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F031EBE3-0C15-45CD-8BC3-21056B53CE47}"/>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F72DB898-E82A-4609-9C80-5E46E65E051C}"/>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0B6370A0-9438-4BD2-9FE4-D5BB27EEFE64}"/>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12F5B290-DC37-4CA7-AD4F-F469279556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90589591"/>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6B2BBF27-AFAD-4798-8FC7-F67F35F57C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8548BD79-1940-4114-AFDC-A690C7DE6E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7F5AE300-6E7E-4E9D-BA02-307A00221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07D832FC-5F03-48BC-BF54-8E1825C964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08AF83B8-0D4C-43DF-93C1-1F0E738D73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5078A2A7-FE74-4065-A962-3D288DF72C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FE83FF10-7DAF-4CB5-85C1-B6AAE9809F87}"/>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E8C44300-CCE0-423A-9431-1093FD8050FD}"/>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D59034C6-58A6-4241-BC87-A77C5031A4F7}"/>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82463590-B50C-49D3-A0FC-65F3CF322516}"/>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DC3B550D-DF0B-47AC-8C36-CD1881CA0B17}"/>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2A692965-56C0-41DC-A30B-B77DBC48BCF0}"/>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C0EEEEB4-296F-487A-BD5E-6F6CCD47CA98}"/>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D9FBEF04-D657-4F92-A8D4-2D67E959CA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191786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07875AB4-CC5C-4AFD-A009-A776AED3C0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03686E44-7951-4E67-85B8-D25C6694C1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0E29EBD8-0AAF-4CF1-A6D2-129101E97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4D12FFEA-B578-427E-9F54-C9F5D6645B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44FB2E44-F68D-4AE1-BC5F-487D594C5E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B00ECD77-0533-4FA7-A9F8-D808CDBDBD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502476D5-1AC0-4EEA-84AE-90DBC82548B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7B8BBF71-D12C-4405-BF06-6BC8AA367479}"/>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03C50BEF-10B1-4A2C-A891-36C81EA075A6}"/>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D2CF3D7A-53D6-4762-A16F-81D685800BF1}"/>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E41D12CC-2CFA-4472-91CF-A792F29DB4DA}"/>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90564BA9-4334-4A42-86EE-09181B6FF635}"/>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6235A368-FB0B-4F30-A0EC-4FAB2211630D}"/>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2FF19E7C-1DCF-459E-AE0D-ED6120E85628}"/>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D10D8B49-D74E-49E5-9E49-C49D53387659}"/>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092F31D8-25BC-4B8F-A0FB-9944E4A5C5A4}"/>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1F9EFE8E-8B73-4FD0-A509-E000EF8BFEBE}"/>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42780709-EB32-4417-8FFC-30842A0201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91685132"/>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2EDDD3D6-EAC2-4C87-A991-15B0C18918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5580117C-8720-4157-BAB3-E998593961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355605A7-A4DC-4404-86AD-74BA202363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6A9C4E91-7A49-4BC1-B14A-A257B2F49D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99FA8EAC-77D2-49AE-BC33-B564FAD8EC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E1D09DAF-C997-4FA6-8BDA-9DA752F6A8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1D8BA5BB-43DE-4200-B874-E2BF165C86C2}"/>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C316B8CD-0915-4FFF-8813-3AFCB46FC557}"/>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BF5BCBDF-7A3A-4739-AD91-3C6C7D438965}"/>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89EE7353-53B2-47D3-8984-C31EBF9AB804}"/>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7FB84B5B-3C1D-4A28-A62F-2D481991DD04}"/>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55FAD3FC-C950-4CA6-B4E2-0B0B5C66D5EA}"/>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CAAEFE19-8A95-4D51-8F9A-B4B418412A76}"/>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B3DFF0A6-EFFA-4011-BF80-772DC6E17B6B}"/>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B1960F83-9762-419A-BBB4-9416BA6915E2}"/>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4EF8BCCD-1F65-4DFE-BA5A-E199804CB6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80819959"/>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5F794BEC-0940-4372-83E7-0CC821776F5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54458BF7-23F4-4F0D-AC4B-749079D3CE8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E9E1756D-55A1-4B06-BB42-BDD3923FDE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1079F214-C633-4F1C-927F-64E168368E38}"/>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E62D2683-0A33-4557-95C1-1EC286361857}"/>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0CF09D3B-873F-49A1-A1CA-BEA44D0C4535}"/>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43400ECB-FB0A-40FF-8962-F8D23B6E527E}"/>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A6E99C12-8835-4FAB-8CE5-C64671AE6B7C}"/>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48A68325-6B4F-435C-BFEF-A048A9D08CDE}"/>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70586D15-1E67-41E6-A60D-BF4EF0D84F0E}"/>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9C2E6C73-01C6-4675-9DEE-B79F3B352604}"/>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45507608-08DE-4991-AE0F-135F6CFB05FA}"/>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4C555E3E-E2E2-4582-9D64-4E238E86068E}"/>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B380B7C9-F69B-4B62-B800-37927AD0F855}"/>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CD7A0341-EEFB-4B67-9A2B-2411EB54ABF9}"/>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093E73F6-A6A6-402C-825C-B5ED11C8B9D8}"/>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51484B2E-CFF5-4FA2-81C2-5ACEEE4EA9B9}"/>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F7C2B343-6CD5-475B-8513-BC227DCC882E}"/>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B26E58B5-7D4C-4B08-AD7F-757A4ADCECEF}"/>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D385C71A-E8EB-41C4-BA05-6EC4B9A4457D}"/>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37662E2D-ABE7-4970-BE43-F87E20C74C13}"/>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C5B6CB1C-3628-401D-A8B1-5E591CA00C61}"/>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9A4F97C-B6B5-4959-B841-3A7F2E06A7C2}"/>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58E47D6A-AC22-4E12-8E7D-1AF56124BEAE}"/>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7F728B69-8DE5-4C79-9A9B-6DDD8D1504EC}"/>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917DFBC8-CC71-4FF3-8F91-832CFC3720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2AC806E6-B930-401D-BCDF-B6001B84EB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EDA1440E-0846-4B8A-8982-171841C1E1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756F5721-D110-4F02-B4A4-1B8FD14A0C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4482542"/>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32115A45-2232-41B9-87BD-983E263A62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5D640D09-256E-49E7-B6C7-FD5057AEFC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BC3075E7-56D1-46DA-B835-CBEAC95466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D4737468-9195-4DD8-B57C-DCAFB797D3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6A1C2D46-4E6E-4EF4-B2D3-8069593C77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E9A76403-9251-4A0F-9514-3EB40EA9ED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A7155F04-7BD9-4F95-AF27-EE681C66E67D}"/>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425FE63B-FA3A-45F8-AA28-534D9D75B008}"/>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6073E25D-B415-4404-8040-99E5FBD463C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2A9E7B35-76B7-4A2B-8899-6B927D7E1B52}"/>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6E291814-7EEC-43F8-8714-0FF2B53980DC}"/>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E6079EAE-25B6-4CD6-83C9-1B7D067E47D8}"/>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27093296-9CB6-4AC0-ACA7-71586B486BE5}"/>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29DE0F9F-09CB-41AC-8F16-32A2E7BBF26C}"/>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D259173F-1E2A-4C01-B12A-E313C0A4BC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50343943"/>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2D31EC9E-792F-44FD-82C7-E17716B5EF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50B83576-D3DE-4573-8359-B7FC4F5D6C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33AAAC63-E58C-43EE-97E2-A4013063E2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B270D5BF-DF62-4F9B-9CD4-5BE6F6FA86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1AB2549A-0924-4B1A-8B0E-A61572D108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79C214C6-ECFD-43EF-96A0-F5B42094C2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3542B0B0-0378-4DAA-9CA5-D20F24570C4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5EC656B6-7C6E-40B5-8721-EB7104E59940}"/>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205F6E7F-FAB6-458E-A49B-E836136CE064}"/>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16F46BDA-85B1-4032-9FB1-7F13E3504C46}"/>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D2D5E431-16B3-4635-8BE0-BA9EDBAE25C4}"/>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0DAC8D71-2263-44E3-BE22-6ECC618C39C4}"/>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74FFBD1A-7CEF-4A31-8F5A-5EFE9A56B923}"/>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0DEBEEE9-5609-48DD-A323-662D1EE9C992}"/>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B5B7F714-BEDF-4E00-90A8-5E87EA05D746}"/>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154489AD-2EB3-4B29-BAF4-76F5045A11B3}"/>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D7382C19-0843-4862-8ED0-C3F83AB62E48}"/>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B6FC2BD3-F669-4555-9742-EB6F903253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54737562"/>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6ACD8810-8A71-4D50-A065-D91B3D7E91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739599A3-9828-42FF-B3AA-E6C66B5311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72BBE7CD-045D-4E46-A5C2-49198D4C2E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66A85DE1-F61A-4C4C-B6B7-F0B363D72B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AD76A1FA-56FD-414B-B0B5-AFEF91DDD0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F21BAB1C-A459-4549-B034-52CDC3B362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216C1398-38CB-484B-B4B6-775C0FFD45D9}"/>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2BA7D9F7-EF50-4271-870E-D627930D71DF}"/>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D12DA0AF-611C-431A-8FF2-0D7FC378199A}"/>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356F74AF-4B6C-4DB1-8BF4-94567D726DE4}"/>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58CC6388-D2ED-4731-A4D2-C4A2F68D146B}"/>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18EBADA0-692E-4A53-BDCE-8D245CB3BD22}"/>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CB374C5D-3E1B-49AC-931D-458A55E6FD7D}"/>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45B3B583-9477-421C-B625-D5E35EDC6F9A}"/>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934016DA-662A-4670-AA2D-0435A421603D}"/>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51A3D8EE-10D2-4205-958D-E680FF7AA691}"/>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427B2F65-A1EE-4EC2-BD58-D2858C182473}"/>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28238649-6B48-4E10-9C59-3C97F8654803}"/>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6B0A9B95-85B2-45F1-966B-06EE2DF931DB}"/>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97EBEA72-6D5A-4292-88D9-DD738DDEDFA0}"/>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C1FF45CA-C5D5-4B05-8DC8-69733876777B}"/>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2AE13EF1-D675-4951-A4EF-6E15085210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12833357"/>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D1BB3DC3-21EC-4812-B36B-5795607D56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D101DBA3-1D53-47C0-A817-6128773C3D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E4F2F3F4-A6B3-41B6-986E-A307DDFD7F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4F3701ED-71E6-4B4E-AEC6-8769C55EBB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CABD28CC-0C0F-4239-AD53-D9DED584CB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C15A280D-6825-429C-A59E-503B92326A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E2FE4B12-E4C9-4D2F-A5EC-7D761F32D0AA}"/>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C2ACCF6E-5849-4AC1-8290-A317883A0770}"/>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061C975F-2AD9-41D6-8CDC-3ADE3ECEAB54}"/>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52C1870-A6C1-42CB-ACBD-3E6CAA7A8F1B}"/>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7871033F-CC38-4C86-8A29-064B7D21B6C7}"/>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4406A6BE-0C80-47DA-9C6E-1B49A41DE102}"/>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76974426-D83A-4FD3-BD2D-84DEA1BA19F1}"/>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93084DAC-5CFD-41F0-A4CB-4452AC4692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21095375"/>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9A874D57-428C-4D54-B19E-CE471520ED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3AD4AD46-DD46-4811-A7E3-BE2BCE31A7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702B248D-3F56-4327-ACDB-A3B4C72354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9F6B5F75-F123-4051-8E50-9A8EB6348D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B625AAE3-6616-498E-93EB-653AB64937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992DEB33-57BC-4545-8623-2C0D9C40DA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90D997F7-EACA-4E7A-B439-7E202F2EA7F7}"/>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73E5AAA1-643C-4029-A9E6-A3FBADB503FB}"/>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DCE1CEE5-B025-4E6F-80F6-CAE848E6F08F}"/>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AAA4CDD5-0F93-417C-8322-F87BF07C06A9}"/>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8DEB6688-5B23-451B-A979-705ABA82B6EA}"/>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83298407-CF09-4F50-8B9F-92B063C2F5C4}"/>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6088451D-E479-4CC1-B3D9-A16F5B7362F8}"/>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53B1E197-9EAB-44D4-A7FB-4F52E46E9C2B}"/>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AB0CE861-A833-4EE7-9E76-0F26AA2AA427}"/>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48916E02-908E-4B89-9307-E22C886A83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8576492"/>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EB0704A3-C2DC-4278-8201-87D18ED5D9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9A234710-7F36-4C48-8ED8-7C78E7B606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E30F42DF-C66B-4F8F-BBC6-5B936DAA55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14C57F0C-065C-467A-8A3D-BAFA168990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C351668F-AADF-4EDF-B3B5-ECB15D2E0A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268F6D17-E497-425B-8BCE-6866D4AAA6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571BE6C8-A349-4B19-940E-F49DA1D7AA8B}"/>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7E69DAD8-6272-43EE-BE2B-204152498DD7}"/>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95F34A2B-0420-4326-9AD0-8CDCA7F59051}"/>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6E4BD09-417D-494E-BF72-DD379EF33AE2}"/>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18032191-A821-4B4C-938B-A623E426A802}"/>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00667175-7850-4C5E-B4FF-F09060E13AD4}"/>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B02DBEA1-DACC-414B-B01A-E18CA451D8EA}"/>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246B11D8-CB17-4A52-9213-884654EE9A8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733156"/>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188F48A4-72C8-4FCD-9272-2DA5AA241C2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480D4E8D-E906-4104-BD75-EC44D8B3926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BABA294E-6146-4C1E-89D6-CA91B96AAD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F1070EFC-D85C-4D2D-B27E-6CBB7C5B2E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4695777A-3B0A-4606-9310-575AED778A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8785BAC8-3AA6-41C4-886C-F0DB487AD9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65D7CE51-B23D-44F0-AE5C-BC00D6191D37}"/>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B2A89E37-33C5-4F67-B6EC-A2B2130F0600}"/>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4C9D7589-11B5-4ABD-9DED-41FAD0017F1C}"/>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4FE791C3-A69A-48D7-9D60-FBAB7F68E02E}"/>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E794173B-0B5B-4503-A12F-4D8CBC3FD3C3}"/>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C77F37DF-B19C-4C11-A314-EA4CA7807AFB}"/>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D7EBD14D-EFFB-4632-A52F-B1AB5DF80E96}"/>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26B9E8E1-589D-4E00-A4E4-13DC3EC6B6FC}"/>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67F04A58-8A98-4E05-A895-FD8FC492191F}"/>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5F065B41-815D-445F-876A-6C4B3979CBD0}"/>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672A2900-E745-45BB-BDC6-CD390AC6DC94}"/>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50C58ED3-3EBF-41AC-B369-4AC699A37240}"/>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E1CFC46F-0EFF-433C-9260-B7DEF732E541}"/>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D2A115E4-4108-4CC8-B0E2-8DF35619C2DC}"/>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7FD80E6C-DFE7-42AF-9331-84BE1B37A667}"/>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D8ABFCB3-1FC4-486B-BF8E-91B9A6ADD2CC}"/>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83FB0DD8-71E8-4DF4-94D6-DE51F183DC85}"/>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75055FDC-3F4D-4641-B9E3-2B1502400145}"/>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16E1A5DE-AB14-4CBD-B5ED-3EAB7FCDD40C}"/>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5E07E270-B436-4613-B605-2B78203CFA1D}"/>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E9DB25B5-4ECA-40DA-9ECF-CAB3AB8CB4A6}"/>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BD50ED11-7FA3-4F4D-AAA2-511294A1648B}"/>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C8275602-9C88-4443-9AF4-235F8AC20FE8}"/>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00507323-F842-4115-9A37-4EDEEF2F0A0D}"/>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6AFC2D82-1CE3-4988-9B22-1A082ADECCC1}"/>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6429AE66-6707-4947-A4D1-5BA392FE1E8D}"/>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B30529F6-A69C-46F2-A689-E52C86D70BDA}"/>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07177AA4-A931-48F6-B8D8-D3C8BAB3051F}"/>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2BB5D906-B390-4F3D-AB3A-07C3B04919A4}"/>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8113AD2E-C3CD-4C47-A51E-6007A65ED5BB}"/>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595CB5CD-AEA6-48C4-AF4A-5CE3C6F9AF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72516130"/>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6652A470-5DB1-4625-8B4E-B3C95262E5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6C18DB0C-C1E5-4412-B382-38F34FCFF0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56E360C3-8C96-49A3-BFA5-0F301FF35C8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B86A0B44-1529-4907-9402-687CD798E1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D6267EFC-4756-4C32-A968-57D6E35F28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DA31B403-8D39-46A2-9AA5-AC62535918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5094CE7C-9375-441D-BEE6-EBB276BB8B15}"/>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FB64A180-CB18-4241-A102-B1AF73CF36DA}"/>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D6DAC13A-F666-48A9-AF9E-6E0658F98E00}"/>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7F29B077-A732-4865-B821-BE49BBA117BC}"/>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F97F83C3-F3F0-42CE-8205-D50FEE59DE23}"/>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4C1D527D-0D79-46FC-AF5D-7EDA0CE6C6F0}"/>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C1771947-801B-4586-A03C-C51B67E851FA}"/>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63E403D0-4D1C-49E0-8DFC-9E6A783DF255}"/>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5C890F98-0EEC-40A7-BFBC-0F214DBC5641}"/>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564D0EF7-2CCB-42F4-B764-1FF95BDE5A4F}"/>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50BA8190-7C9B-47E1-872E-AD7F19BA6421}"/>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E23C406B-84C4-4237-83C2-381C3097A7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98353121"/>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153066EF-7568-4507-9F8D-2AEA49BF749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286E0CD7-E4E8-45DA-BD86-9C2E3A6314B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BAE62007-05E0-4423-BF1B-87C4BA5513C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FB300783-FE60-44B4-BF11-7FCD59565B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ED6B5833-E571-4F28-A7C1-B857780EFF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F969559D-F311-422C-B97F-00A98B0129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F592D1B0-F0F8-47F1-8F73-AB4CE2CD7A6F}"/>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5106D68F-3CC3-41F6-9AB0-9B92039BF06E}"/>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14C9A1AA-39B6-4074-B719-A462108EEDF9}"/>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AF4DA2BB-83A0-4963-A6C3-E7BDE2B59C6C}"/>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66FF0774-60EE-45A4-8716-934A828168A3}"/>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54905994-9F6D-4619-BA07-D229E5F8796D}"/>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6CD1C1E0-C235-43C0-AF9D-AFE12477B96C}"/>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C7285A12-FFBA-4082-8D2C-1CE5355C3EFC}"/>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DC0070C1-3A50-4A9D-9EBA-0981F37C9722}"/>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1F1917C3-FFAE-4FE5-959A-E9B321E8CB95}"/>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1266F0CC-7224-4D8D-85AA-DF4613E763CA}"/>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FA173A3C-614E-40A5-95FA-05B99E210D56}"/>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EDA48C11-D451-41B4-B37B-0A256FB30B79}"/>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BDCD7481-7556-47BD-9A25-5BBF5CB6E90D}"/>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EB10903F-B4E3-417F-A63F-1A44E222A3C4}"/>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1476E394-216D-4969-9AD7-C20FC7B82058}"/>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D471958A-6A9B-434D-A799-7A17546CD3D7}"/>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76D97E43-F041-45CD-954E-EFB3BA67EB82}"/>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4281ECBF-3828-4FB8-AAE5-4D35D7688F4B}"/>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7BCDA367-9083-4B1D-81F3-0E5984AE177D}"/>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99D9552A-AA3E-4B56-8442-E75061C08A14}"/>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050D0A3E-5613-4D54-ADF5-7C4F3E2A77B3}"/>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DEAC6776-6395-4D91-84D5-B4BE53DF80F0}"/>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9D802834-2025-491C-A93D-8A914C13CC7C}"/>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E888FC41-F7AC-4947-930B-EBE3CD3427EE}"/>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56C25D10-DAB1-4B28-B624-00B5E657814E}"/>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0A8F8BA0-3084-4732-9148-7384AD3AD7E4}"/>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2417B544-7D77-4F41-8FD6-072D1DDE451B}"/>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BB7FFDD3-1EF8-48FE-9D99-21E401EE3284}"/>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B8929B86-8129-49D5-90A1-74BB97158E17}"/>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A9D705D0-A551-444F-9EA1-2E58DA243658}"/>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9BBC867F-BD7F-4129-8BF6-6A2560B7DDAE}"/>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5EA94201-E88D-444A-B412-E5CE74FF8D2B}"/>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AD500C94-6E68-4C97-82C5-2E7007071CEC}"/>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F6C14564-4262-4DA0-B170-2BC8126AFF7A}"/>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1B305E6D-780F-4BCB-8F92-806E9130A292}"/>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5B615419-4A44-46C4-B462-DFA9A3D10C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20987491"/>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0CCEADC0-2AC3-4030-9CAC-4362BCF676C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043E1BB7-620A-46C2-BDE3-30751151657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EEFFC755-23D5-48DD-BE94-02AD3ACFB5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3E3B65FD-2E94-4D2D-9D83-890ACAFFB0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E8DA42A-D649-483B-B6E3-B06CF4819A0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8385C5D7-78AB-40C0-BE6D-AE15E09E09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F1A53AFA-D319-4511-9EDD-926EDA6E14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85CB6F76-4F82-4962-8AB2-8D9EC7E0D26E}"/>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6E1D3634-9228-490C-9BF2-A8818138F741}"/>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399EF6B6-6248-4AFE-B365-1F4E735F0ADE}"/>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84E35F56-C679-4E90-9B0D-D261B881E07A}"/>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697E698E-4C18-49B5-B72A-734B35E7E6BD}"/>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10212BD5-EB4D-420B-A9A2-68EE1F594152}"/>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C436EDD1-4B33-4D7E-9A99-82F4A58A255B}"/>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D74E8DDC-573B-4CFD-824A-433461663800}"/>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F36A4E88-8A28-4851-8BE8-5E4978D71FEF}"/>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A6D17FAF-DA4E-46D6-B5B3-9B41E5770D1E}"/>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746498C8-939F-4860-B6E7-5B120D471C46}"/>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8DBF93EB-EE30-4EEF-AEE7-742F9F1E36FA}"/>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6B8DAF28-A7D9-439A-AC20-1F673CB01809}"/>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573FFE9C-E4BC-4534-BE8B-B9D5A950457E}"/>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B658457C-2575-4E83-97DA-1765168F95B1}"/>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572F0667-417B-4C1F-A7EB-B825A329184D}"/>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B6C69A9F-F842-4394-B02F-52706BE040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72167303"/>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7A27ADF3-FFD9-4194-AB16-D21C86CA6D8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E79C104E-A523-46AA-BE69-A68609ED645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D41B5A9B-25C7-4A28-A86C-CB8F8D934D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631F8CF1-3061-401A-B303-4C5CDE6E5D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87FF7D4-E108-4625-A567-097B94AFF44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0CDEAA75-DB42-4693-983A-47A6605D1A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39B09315-2368-435F-8351-71F381B3B2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7A0B6CB7-3D2E-4C13-A95F-AFC390D5AF69}"/>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15D00702-69F9-40B3-8125-5029E23A0F83}"/>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CB37BA1E-F9B3-48D5-9164-DFD78C252FE4}"/>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082EF6D7-CC25-4A9E-83C9-4A1968606A53}"/>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A193E6B5-3984-4E8A-8EA1-1D18BAFC42BE}"/>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F3C9C9AB-8407-4F20-9202-849A9FEFF3DE}"/>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5D45BE9D-7F5B-4619-80F4-4D8858F477E1}"/>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9A4EB82A-6D70-4274-BEFA-FFECD498A3D7}"/>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02E3DB13-301B-4F6E-920C-95D903A31C72}"/>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9C6F1B0D-03B2-4A22-B8BC-E32D1F0C6659}"/>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26D9FAD4-3E45-4A29-AC6C-B1B3CF193772}"/>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201EE571-76D4-4A35-9CA6-B10628E2C7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5615466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FA3B2B6B-72EB-43A1-8632-BEA51F998D3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42D0AB19-4AD6-4F9C-85B5-4EE287860A3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64950DFA-BA8C-4E81-A471-07DA51E2CD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96A751F0-97A0-4581-A0EE-F4DDA21995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9B495BE-33FC-4B65-AC5D-65AA6BAD0CC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4560472E-9B29-476A-8454-CD61CB9F9D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F7AD56E4-763F-4637-B4FB-E577DA3A12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AC35CF12-9027-449D-8C5A-9210C679CABD}"/>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099B34EB-B960-47F8-8A74-BC8E027DAA15}"/>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E95A2DF2-3D11-439E-85DE-81EE4FD1B171}"/>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F526C88F-C51E-49C6-B555-14C925F5300A}"/>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8EF8BD35-6571-4410-BC4C-61F1560E85F9}"/>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1C0A120E-724E-4C54-90CE-37D25005870B}"/>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AABB11C-C826-42D1-B036-FB1067D49CC7}"/>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BB1ADF40-3FBD-41EB-BF22-6C8807ED772C}"/>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3F440ADF-CB28-4C90-87C3-C85F24582CDC}"/>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659D45C7-1C3D-4520-BF24-7B9AA8FFCC89}"/>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CE97497-7052-4F1C-8BB8-B7D44639CC1A}"/>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C6C1CFF9-CE03-4A67-8DEE-AD7E6159B751}"/>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C5AAD50A-570C-4A5B-8BCD-23C1F6359D07}"/>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7647BADD-3CBF-4F9D-A444-95C3ACAF6BF1}"/>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0C346754-EB4D-4F89-85B7-AA0E1AF52B9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1725639"/>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B4B8C2C1-64EA-496F-8D86-8298E2199E3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9C1E6A99-FFCF-4388-A837-4526F0C0337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CF5DC17B-2FDC-46A8-A072-B4190B1C4C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ACF23305-C6C1-4A21-B7C2-9272278BE0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7FA1764-B1DC-4B0E-B5F9-E44654093F0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9069B0CA-8CE8-429A-9210-9ED16FB4C3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620EA956-50D3-436C-B01E-9F1C116E195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8B742F63-E38E-4652-AA8D-8912F32974BE}"/>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E97EDFD3-F426-4C0B-9627-26468D7EE1B0}"/>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FFF4448E-CFD7-4128-B19F-277A9BA98170}"/>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FCCC48D0-07E4-4B4E-807E-62E610F4C144}"/>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87170063-D23E-47C3-B263-A2405C9EB19E}"/>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7677EF4D-8880-4A21-ABDA-5F8C5489B9AE}"/>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EF674579-9B70-48E3-BC1C-B656B90937BF}"/>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052D51ED-C513-427B-9003-D6F222F2A094}"/>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007A0CC5-FC80-4AE1-82D5-66B469E7C4FB}"/>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CFD02687-FB69-4B49-8385-536216265287}"/>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6655EB64-B37F-44D4-BC30-D0EC8AA3E98C}"/>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EB1A253C-9407-43F1-B06E-FC7F9FDBFB50}"/>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62EB0086-6CB9-4CF4-89E0-E2C0A1B92556}"/>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983DBFB6-1C1C-4B61-9BE3-AB437FC9E70A}"/>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79F6512A-08DF-4C05-A329-4FC88A62C56F}"/>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70D90AF7-67A1-46A6-BD07-F6C4EE05F229}"/>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219AE3C5-4892-48D5-936F-FD348333D5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20838862"/>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61E6DC5B-897D-488C-B372-057D3E2F9E4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F7502ABB-7A46-405B-AA76-52BE77E5DB7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D0D78097-B165-48C4-9939-C13B274C3F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66E2ACF7-2E87-4A74-A61C-9CB055D7DF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3DE076A-8621-43A8-9984-E85EED1A119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42ED1BE3-9783-47E1-9812-67A9FB6D2E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5015FA55-B252-4165-8BB9-D74AB509C4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2CD8FB96-FD30-4527-8800-352A6FBCE546}"/>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80539F0A-405D-4CC8-9B63-F1E50BE58A33}"/>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9DEE6585-55D3-44F6-85AE-324A0BE8781C}"/>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6EE49A1D-0049-42CB-8413-07D9AC53E650}"/>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F958196C-81A3-4159-A449-6201D6C17A6B}"/>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0194A202-1845-4E2B-B3B3-56E24BC80F9E}"/>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081A41DF-1C9A-40B4-8FF8-40482024BEC9}"/>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E4AF2FF2-B500-4B09-95C9-EBAC9689A3C3}"/>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1DBDD3CE-BF79-46EA-9B97-86B78602DCA9}"/>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FB62B338-2750-4194-A54E-07E80D849235}"/>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FA10C730-707D-4A05-9548-8961EC6318C3}"/>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90118935-A00A-48C1-BD61-68B35DDC46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19101560"/>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7C4D2099-7B5E-4239-AF62-AA8FCFF855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8583F14D-9D89-4772-97C6-4DE1DD2613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2E09240F-DCD4-4C5B-9E77-90C437D98AF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FF6C2CA6-C69C-46FF-BDC5-7EA8061D88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C8505BA5-CB29-453E-B408-8F5C798451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85AB9764-F37A-48D4-9F6A-EED78A1FEF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E6041E40-7925-413D-9E3A-8EF9B16590E3}"/>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A1AE1AD5-7701-4134-995D-958E6B0D60CC}"/>
              </a:ext>
            </a:extLst>
          </p:cNvPr>
          <p:cNvPicPr>
            <a:picLocks xmlns:a="http://schemas.openxmlformats.org/drawingml/2006/main" noChangeAspect="1"/>
          </p:cNvPicPr>
          <p:nvPr/>
        </p:nvPicPr>
        <p:blipFill>
          <a:blip xmlns:r="http://schemas.openxmlformats.org/officeDocument/2006/relationships" xmlns:a="http://schemas.openxmlformats.org/drawingml/2006/main" r:embed="Rbb66f0c36729493d"/>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FDAF779A-92EC-4D46-90EC-957245A77B63}"/>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66283DC3-669D-4D47-82C9-50D54A55CCC2}"/>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841813A9-6B50-49CD-8C89-DF2A35E2F045}"/>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98BAB771-FC00-4ADB-9A3C-F78B2488AB01}"/>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75A7D003-08E3-4518-86E8-F6183C24F2B4}"/>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9BD78061-4DF8-4023-9F0A-4F838563B52C}"/>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FAD273F5-2E03-497B-8004-2B462E1CA635}"/>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C4684B9C-3424-4938-BB16-5013BEDF7D3D}"/>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61D6E5B2-1154-4863-A233-A5E7E7023244}"/>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D20B623A-382D-4DA1-AA2F-DE964ECA0441}"/>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F07F10A7-ECE6-4D3A-896E-E34AFA4EF4F9}"/>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22B39AAC-5E5F-4980-9FA2-06DB3B8DBD7F}"/>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B422AC9B-4527-4EA4-BD05-347AA93ED9EE}"/>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B8FD88D3-1199-4403-A1D4-DA977E412AE7}"/>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DB91DBC1-E229-406C-B0BE-3FE5F3EB5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78801985"/>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721BFD55-4210-4D03-A4FD-23087B9460D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9F9988D6-AE65-4FCA-A13E-FDBA24F6CBA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4FA41E13-16AA-46F6-BEBE-6D58846000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037DE9AE-338D-46DC-A306-73F4D058C4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0C2B0712-07F9-4AC5-9974-8A793F238E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AB6F241F-B342-4FE1-9578-318F940DED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DDD22F7F-C8DF-4AB5-875E-E93E93741A5F}"/>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B0DC71E2-A451-419E-825D-109DEA116C23}"/>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00CA6A86-82B7-494A-B84C-CBBB05CE4B51}"/>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2795048B-7F76-419D-AFC2-AA4FDC0FD703}"/>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435C5CD8-A307-47A4-9097-47F439D88289}"/>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1BE6BDB5-17F3-45B1-BB30-14F64F6C1FBA}"/>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EAEBBAA6-5AE5-40BD-9219-195374DEFD9F}"/>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B4B6B21F-F41E-401B-A64E-97547C2BCE96}"/>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B012817F-173D-4704-98CE-D1CE796BDCE9}"/>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BE4FE1FF-694D-42E4-AE2A-C537077601B1}"/>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1C42B4D2-03A7-4890-84E3-31E53979ED1A}"/>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8DF50E05-ABE9-424E-AFD7-78CCAA6CB1C7}"/>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74DDD3E0-AC24-4740-A0AB-635FF59436B9}"/>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E1546B22-9C6F-4A7D-98D1-DE4A6C1BF7AA}"/>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12D8B851-CAD3-4F5E-90F2-8F985D1F7C01}"/>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FC67F27E-9948-49DB-8DC7-0897A2057CEF}"/>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760E6BE6-0501-466C-A50A-61B7B5D43132}"/>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78E34758-E8CC-4225-97D0-72C826D5E3FE}"/>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B67B0B57-5763-43D2-9116-F936D26DA826}"/>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D880C035-5433-4A64-9BDE-3142D37FC6DA}"/>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FB3CEC94-E396-49B5-91AD-D19C1C1FDFBB}"/>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BAF7D242-5620-4370-8781-51D82227E2F6}"/>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ED6C0D13-1EFB-48CF-8F78-928BCAA58A30}"/>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AB173317-38BA-4E35-8AA2-120442D50254}"/>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CB04FAD4-A59D-4992-8EC5-872A73DC9BB6}"/>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F3F0F22E-9E40-4193-8069-6F5093AB1CEB}"/>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2A66DAD7-3924-426E-95D3-BED984CF8E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073481350"/>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9F5069EB-4511-426C-AA45-DE196B421A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3C35639E-265A-459D-9679-15703CD16C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FE563CB9-B730-4EB6-9577-3655BE6D0E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1327DA5C-49F9-46C4-8505-A195698EB0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11861617-9B3A-4979-B777-96B89C1BBE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7D51AEFC-4CB7-4F14-B138-BF4D9D7269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04E85A87-6155-4EE6-81B9-6536294F5964}"/>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B0B6F6AB-3ED5-4B99-93F0-7F66C3505C2B}"/>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2F20C0B0-01A9-466C-A643-9167AB42C534}"/>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ACFCC63A-B6EE-4710-A75C-970E4EF7314A}"/>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58F4802E-68FC-4B60-9232-FD4D8BEBEA8A}"/>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0FA2F36-BBCC-4027-80DA-33A6790B705C}"/>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66E93B83-A516-4BFA-91CE-1DF9B9B15602}"/>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831C1E12-5722-48C2-9098-1FD47EA719B2}"/>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274BA7B9-5088-4C29-B228-2F22DFA6F462}"/>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65890EDD-A06B-40C0-98B6-C343A9BCF8CE}"/>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70B5193-1287-4973-95F3-755E3D659375}"/>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364BA76F-40CC-4651-AC81-25813803D256}"/>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6B916FAD-19A1-4DF2-A031-3E98545BD346}"/>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FC8FF877-979B-4978-930F-F78651B2B0A7}"/>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98BB0CF7-334E-47C2-B5C5-D8721F19D1C1}"/>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D4E06C9F-F9B8-4047-90AE-6549D850B8F2}"/>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570D62B9-D76B-455B-AF3C-C063DEC9CFEC}"/>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E6A0F630-1304-49A5-9583-2DD35F49DE94}"/>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33B781EA-D0E2-4BB7-821A-58CF58EE320A}"/>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1A045309-FBA8-4B53-B41B-3B53E50D6895}"/>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07328B23-58D0-4F50-8196-765BD941749C}"/>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E5B64B72-1C47-4F80-87AF-48F11A806B3A}"/>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F21F2278-7F8A-4BB3-B478-5C9836026CAF}"/>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6B807DAD-25DC-40D4-8319-30B5E0E424E8}"/>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B49C36A0-B4B1-4CC9-89F8-7B0421BE9300}"/>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73DD4B20-45B9-44AB-9133-2C35F800BE11}"/>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7C782094-ABA1-48DE-B648-6E25C73C3EF1}"/>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CFB0E439-E54A-4C7C-AA36-864AD1B60727}"/>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A5F38896-E370-426E-8F4B-F0A5694949F4}"/>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15F97DE-BB51-49F4-88B5-DBF4AE2A1082}"/>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F17FB5CE-C97D-4BAB-93CA-13D54CE3A4E7}"/>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AEC1943F-F8C9-4BA2-9841-24F5D5430640}"/>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0AFE71F6-64A2-4227-A221-4E615C6817DD}"/>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B8105EB9-91C6-407D-A43D-6921436BB437}"/>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0B6AB6C2-433F-40ED-A04D-2999CEBBD77C}"/>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93A51B22-5357-4DEF-AD65-8FC0C94D9BBD}"/>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3D8EA76E-14B2-479D-97E0-C13391CD4B8F}"/>
              </a:ext>
            </a:extLst>
          </p:cNvPr>
          <p:cNvPicPr>
            <a:picLocks xmlns:a="http://schemas.openxmlformats.org/drawingml/2006/main" noChangeAspect="1"/>
          </p:cNvPicPr>
          <p:nvPr/>
        </p:nvPicPr>
        <p:blipFill>
          <a:blip xmlns:r="http://schemas.openxmlformats.org/officeDocument/2006/relationships" xmlns:a="http://schemas.openxmlformats.org/drawingml/2006/main" r:embed="Ra176992f632e4c72"/>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14C5070A-3C48-4044-8EB0-03AD5BF9BDBF}"/>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53275CE0-F654-4F6D-AF53-E69AAA24150A}"/>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27B8E491-D782-4852-81E6-63B4FEA0E3F0}"/>
              </a:ext>
            </a:extLst>
          </p:cNvPr>
          <p:cNvPicPr>
            <a:picLocks xmlns:a="http://schemas.openxmlformats.org/drawingml/2006/main" noChangeAspect="1"/>
          </p:cNvPicPr>
          <p:nvPr/>
        </p:nvPicPr>
        <p:blipFill>
          <a:blip xmlns:r="http://schemas.openxmlformats.org/officeDocument/2006/relationships" xmlns:a="http://schemas.openxmlformats.org/drawingml/2006/main" r:embed="R083d9be7f3154af5"/>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34E8F1E0-BD4D-449A-84B6-EBB464FC4D41}"/>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FC13FE59-2697-4131-ABBA-9FBC860D7E3B}"/>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C92152FC-F5D8-4CF2-A5C6-D6E8BD7C9F37}"/>
              </a:ext>
            </a:extLst>
          </p:cNvPr>
          <p:cNvPicPr>
            <a:picLocks xmlns:a="http://schemas.openxmlformats.org/drawingml/2006/main" noChangeAspect="1"/>
          </p:cNvPicPr>
          <p:nvPr/>
        </p:nvPicPr>
        <p:blipFill>
          <a:blip xmlns:r="http://schemas.openxmlformats.org/officeDocument/2006/relationships" xmlns:a="http://schemas.openxmlformats.org/drawingml/2006/main" r:embed="Raa3a2fe436a846ab"/>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2FA4F185-B432-4D42-B192-CED45A01B904}"/>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CFA3BE58-3CC2-45FD-BEDF-E842EA550E91}"/>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1DBD7597-9E54-4913-BDB6-BB45FC2E3D5B}"/>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16783536-5EDD-4B0D-BCCE-0B86055718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16017481"/>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7F318754-603F-44D4-A459-A6766430501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C0E6F1A5-6C27-4829-81A2-958D8A708F7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1EC24449-4364-4C63-BEBF-7AEC5E9A06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6008BDDF-037E-4415-9205-B887A8614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514C7B17-373B-4FE0-A751-497699A256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530A949B-B9FA-4BE3-84E9-0CDD1A9CBF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59AD5E88-13DD-44A7-A0A9-54629D37C06C}"/>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360983D4-8E48-4BC3-8737-E73080780009}"/>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649BF940-9B68-42AD-941D-23DB801883BA}"/>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1163441C-28F2-4451-BDA8-DB42F5B1CA7E}"/>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6ADDC447-3CF2-49C2-B2E6-06D324FC547A}"/>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3A60CABC-7D69-4073-A20B-E5F42A3A3878}"/>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E71BD066-11C4-496E-9FA5-61CD444D085C}"/>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7733472C-D681-4B4F-93A8-980CB1D6CD80}"/>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D3DD1299-E461-4642-AFFD-FD302E06C9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324173654"/>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4CDE0B66-607A-48B3-AB0E-20985F70202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171A1EB9-3CD5-46AB-9FFC-755B6075C9E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8E67AB3F-BE79-4BC9-B109-B5A49F2DBF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C40BE069-D60B-43E7-A662-CE3A46583E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BE87E92D-0536-447A-958F-8A4372C9E4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5F204F0B-0109-44A7-B264-9C068DBA1B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41598ACC-3701-48FF-8D20-62526C5794DA}"/>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8A7D050D-1D43-4B8D-BE34-779EF323FD25}"/>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8E1C89A7-5AEF-426A-BC48-54B7B218A1D1}"/>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91C28165-2EC0-4D81-B42D-88CE16F8156E}"/>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BCEC300E-A9F9-489E-8672-FA74864F7212}"/>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C405DE19-FB37-45B3-908F-C0B38EFC7146}"/>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0B160765-0149-4B34-82AF-455D2078B120}"/>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2495CC9F-FA37-4425-B44F-5C6ABD146088}"/>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15CB7179-4B93-4F76-B0A1-E1381CCFC8FF}"/>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1949FC1E-A7DB-4542-B015-C01539A8EA06}"/>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024BD133-3A01-4178-B77F-4B672EF7EACE}"/>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4C31ACBD-E47B-4735-BE59-F2A849E94317}"/>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3215A917-7961-47AF-9C18-97BD2A301E56}"/>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4C28EAAA-1F09-43D4-9BFE-DC9F6A4408D1}"/>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954EE334-07EE-4107-851D-2B921173724E}"/>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20D31AE1-B6A0-49F5-B3E1-D0E3828C81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2039886674"/>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1C4F2DF2-EB11-4364-B467-F1D9632768F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1DABBAB2-FEC2-4B98-A30B-7A496B68E75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E5254710-1295-4C95-B47E-9AB7A4B0084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149B2DA0-BB20-43A7-9236-5280577943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91B6EFD4-96B1-4D8E-85B8-FEE21AE5F9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0374C683-F9D3-4AE1-AEF7-80468AEF11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B64DE8BF-7A18-479A-9968-9F22AC291810}"/>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7CE9BF91-E329-4F07-9A69-55E4675E4A2F}"/>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FA4608C0-D5C2-4DE1-9B23-AD46570FA15B}"/>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8D60D274-E813-4193-8D74-7BA314A65667}"/>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72F3F734-E0A0-4867-94CD-63F93E333175}"/>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23A40E12-EE49-4380-9A9E-88FF9D8D16D9}"/>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A765ABE4-16E8-40DE-883E-EFEDBE511B3D}"/>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19F361D0-A959-409D-BDD3-5E7AE2947A3F}"/>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E1EFD473-1CB2-4CFC-8F8C-E3F02938307B}"/>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9C3A199C-C936-43B0-84EF-184E442A2505}"/>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9DA08F19-D69D-40C7-9DBF-5668D1383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67982404"/>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8AD03A0A-DCBD-409F-A3E7-7768060D9D4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6BBB69B4-0E73-4B43-AB55-E573049A726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08FD899F-73FC-4380-A63D-2284F5E0B1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146541AA-C662-46B6-9AD2-03E5E9FA5B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DC2AE7B1-64F6-4AC7-AF8A-B9F02CC63A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47E84DB4-4F7E-4255-A554-17B78381F7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C7A534C9-9ACB-4196-9B0D-257FC994AA43}"/>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E2944CBA-CE81-4ED8-AC36-415D46A45761}"/>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63AEB8C-6D10-401B-B395-E193EBB5701E}"/>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ABF6AD64-6A87-47E9-BEAA-85568E53C9CF}"/>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B4B6C314-09A4-4D06-9CDD-AD5955B2E248}"/>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0C6DADE3-6EB3-4A9F-8531-108C1594D72F}"/>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CE7479E5-688F-40CE-8EAC-95746A4D8A75}"/>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1A31944-7C48-462B-82D2-FDF50FB1EA9E}"/>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16A7DAB9-E689-42FF-A5CF-6E0BA948D39F}"/>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73E2F414-03EE-4EA2-A76C-C282177C591C}"/>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BB4A512E-9D7C-4CD8-B536-6423F93EC778}"/>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38913616-3455-42CF-9FA7-604AEC97B2B3}"/>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3F21566-12A6-4202-90B8-4194A1B60C82}"/>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72FE4206-FE8A-423A-BA24-4BFD361C05A7}"/>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FDBC34EE-0463-4924-B10A-06DFC38D2EA9}"/>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4F91BDAD-903F-40FE-B683-E2B1DC8679B3}"/>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BCE62FBD-E4BF-4263-B745-DA4808D7D274}"/>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FB1BF72-4DC9-4C5D-9F0B-B134CB960D3F}"/>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69F8B265-EA7F-4986-9CD2-21D7CCAD6198}"/>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DDC9A917-6955-4500-9DAD-62560ED3745D}"/>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E7750D56-95B7-44E0-9F2C-EE6EF22E42BE}"/>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89470794-A74D-4E9F-B4B1-7F6A30FD4503}"/>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7C64334-3DDA-42E4-B860-2DD51EB60294}"/>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A70AC0D-F192-4469-87D6-C4B1A54F9CDE}"/>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35A79B9C-181E-484C-9A85-D94233599EA7}"/>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245A03A2-4601-43D5-A732-12CCB86481AD}"/>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13E64C1E-A687-4063-A4C6-4EBA304CBB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13731513"/>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35CF31C8-0C61-4D46-966D-0D4E4075FB0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76139DB8-4687-4FA1-98C2-8CC1B5D8E38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3ACEA623-BC73-4621-ACE6-103EC8C913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250649E0-363A-4426-967E-97F558843E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597CABF9-71C9-497B-81FB-DE8222C17C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FE0C090D-1BCB-484F-83D0-5CF6776FC0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F15D55C1-F244-4C9D-BEC2-3B0BA5626B83}"/>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ACC2113D-213E-480E-8644-E45AAA7807A4}"/>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DC8F7BD2-91AE-4FC7-83C4-1A6B3C564A1A}"/>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E8816479-A1DB-4127-9836-1302470D837B}"/>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9345C318-D8EA-412D-807F-2F06ADA65A26}"/>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8F50309B-12E1-4B4C-8114-87FE8C49824C}"/>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122CE186-6139-45E7-80FA-14A89E2212C9}"/>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B0DF8BBD-D0E3-4DFF-B8F4-5ABDAC9CDA5E}"/>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93BAF88F-F7A9-47AA-8EEF-D0F7DAA60212}"/>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B3EFD93D-1AE1-4E2C-A082-EFBC63813BE0}"/>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19E6475B-B2C2-46BD-A1F4-4C70D21427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787816726"/>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1581D4D1-541E-45FA-8037-517F5F6C3C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EA05E629-CF90-446A-99FD-976089C0BC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4E0B5BB0-D5CC-45F8-B904-59F24CF074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13F0BD39-ED46-46EF-ABF5-41CF7F7958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861C19B3-4422-4513-B58B-5977B1F89F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FEEF9CD5-463B-4378-989B-FFAC364572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EB129174-BF8D-4E69-9B84-028CFFA6603B}"/>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8F86A6EF-5400-4EB8-9D2B-9BF13CC05034}"/>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1C7996B8-63CB-4407-A4B0-37F5663B52E9}"/>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F58B7021-19BA-4509-ABE1-D2AB04D45EC9}"/>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04F745C4-0138-4D8E-8974-3018F04DDA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525700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2026-10-22T01:05:26.6410000Z</dcterms:created>
  <dcterms:modified xsi:type="dcterms:W3CDTF">2026-10-22T01:05:26.6410000Z</dcterms:modified>
</coreProperties>
</file>