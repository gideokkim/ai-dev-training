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1.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f8eb504d6c14a48" /><Relationship Type="http://schemas.openxmlformats.org/officeDocument/2006/relationships/extended-properties" Target="/docProps/app.xml" Id="R037febba666d41c9" /><Relationship Type="http://schemas.openxmlformats.org/officeDocument/2006/relationships/officeDocument" Target="/ppt/presentation.xml" Id="R83692d8795fe4d5b" /></Relationships>
</file>

<file path=ppt/presentation.xml><?xml version="1.0" encoding="utf-8"?>
<p:presentation xmlns:p="http://schemas.openxmlformats.org/presentationml/2006/main">
  <p:sldMasterIdLst>
    <p:sldMasterId xmlns:r="http://schemas.openxmlformats.org/officeDocument/2006/relationships" id="2147483648" r:id="Ra72ca76af55b45b3"/>
  </p:sldMasterIdLst>
  <p:notesMasterIdLst>
    <p:notesMasterId xmlns:r="http://schemas.openxmlformats.org/officeDocument/2006/relationships" r:id="Re3d2ffe3bd5448ee"/>
  </p:notesMasterIdLst>
  <p:sldIdLst>
    <p:sldId xmlns:r="http://schemas.openxmlformats.org/officeDocument/2006/relationships" id="256" r:id="Re5f561fe408343ab"/>
    <p:sldId xmlns:r="http://schemas.openxmlformats.org/officeDocument/2006/relationships" id="257" r:id="R57381035fd3b4464"/>
    <p:sldId xmlns:r="http://schemas.openxmlformats.org/officeDocument/2006/relationships" id="258" r:id="Rb195197951b24e37"/>
    <p:sldId xmlns:r="http://schemas.openxmlformats.org/officeDocument/2006/relationships" id="259" r:id="R6708df89a099455f"/>
    <p:sldId xmlns:r="http://schemas.openxmlformats.org/officeDocument/2006/relationships" id="260" r:id="Ra4f7d14f12a341f0"/>
    <p:sldId xmlns:r="http://schemas.openxmlformats.org/officeDocument/2006/relationships" id="261" r:id="R09733695eded4c23"/>
    <p:sldId xmlns:r="http://schemas.openxmlformats.org/officeDocument/2006/relationships" id="262" r:id="R1daa6e3927534820"/>
    <p:sldId xmlns:r="http://schemas.openxmlformats.org/officeDocument/2006/relationships" id="263" r:id="Rc3259410d2e94037"/>
    <p:sldId xmlns:r="http://schemas.openxmlformats.org/officeDocument/2006/relationships" id="264" r:id="R06f88a04c8f54dff"/>
    <p:sldId xmlns:r="http://schemas.openxmlformats.org/officeDocument/2006/relationships" id="265" r:id="Rba316f312a6544df"/>
    <p:sldId xmlns:r="http://schemas.openxmlformats.org/officeDocument/2006/relationships" id="266" r:id="R7f753a40984641c4"/>
    <p:sldId xmlns:r="http://schemas.openxmlformats.org/officeDocument/2006/relationships" id="267" r:id="R1c98b6d925084e43"/>
    <p:sldId xmlns:r="http://schemas.openxmlformats.org/officeDocument/2006/relationships" id="268" r:id="R402bf5e8abab412a"/>
    <p:sldId xmlns:r="http://schemas.openxmlformats.org/officeDocument/2006/relationships" id="269" r:id="R359c4f73191a46de"/>
    <p:sldId xmlns:r="http://schemas.openxmlformats.org/officeDocument/2006/relationships" id="270" r:id="R6af40bab7d3e4709"/>
    <p:sldId xmlns:r="http://schemas.openxmlformats.org/officeDocument/2006/relationships" id="271" r:id="Rc494bc74ad164c4d"/>
    <p:sldId xmlns:r="http://schemas.openxmlformats.org/officeDocument/2006/relationships" id="272" r:id="R7703a01198f44857"/>
    <p:sldId xmlns:r="http://schemas.openxmlformats.org/officeDocument/2006/relationships" id="273" r:id="Rd33775a6f4604aa8"/>
    <p:sldId xmlns:r="http://schemas.openxmlformats.org/officeDocument/2006/relationships" id="274" r:id="R06f2629bf340400a"/>
    <p:sldId xmlns:r="http://schemas.openxmlformats.org/officeDocument/2006/relationships" id="275" r:id="R372760bfec5e451d"/>
    <p:sldId xmlns:r="http://schemas.openxmlformats.org/officeDocument/2006/relationships" id="276" r:id="Rd6d1bb77a0ab4e5a"/>
    <p:sldId xmlns:r="http://schemas.openxmlformats.org/officeDocument/2006/relationships" id="277" r:id="Rb843c04d96154ee0"/>
    <p:sldId xmlns:r="http://schemas.openxmlformats.org/officeDocument/2006/relationships" id="278" r:id="Ra828757f264b4cde"/>
    <p:sldId xmlns:r="http://schemas.openxmlformats.org/officeDocument/2006/relationships" id="279" r:id="Rc1b59c360da24224"/>
    <p:sldId xmlns:r="http://schemas.openxmlformats.org/officeDocument/2006/relationships" id="280" r:id="R5beb4c3ae7e747a3"/>
    <p:sldId xmlns:r="http://schemas.openxmlformats.org/officeDocument/2006/relationships" id="281" r:id="Ra31e95b47a9148d1"/>
    <p:sldId xmlns:r="http://schemas.openxmlformats.org/officeDocument/2006/relationships" id="282" r:id="R84b4ba5a63c74ce1"/>
    <p:sldId xmlns:r="http://schemas.openxmlformats.org/officeDocument/2006/relationships" id="283" r:id="Rebeb16ad4c794907"/>
    <p:sldId xmlns:r="http://schemas.openxmlformats.org/officeDocument/2006/relationships" id="284" r:id="Rbe26ff711e7c4db2"/>
    <p:sldId xmlns:r="http://schemas.openxmlformats.org/officeDocument/2006/relationships" id="285" r:id="R86ff877f0fa64396"/>
    <p:sldId xmlns:r="http://schemas.openxmlformats.org/officeDocument/2006/relationships" id="286" r:id="Rd9556d538dd9433e"/>
    <p:sldId xmlns:r="http://schemas.openxmlformats.org/officeDocument/2006/relationships" id="287" r:id="R131c32b5eb404224"/>
    <p:sldId xmlns:r="http://schemas.openxmlformats.org/officeDocument/2006/relationships" id="288" r:id="R73508bd201534aa7"/>
    <p:sldId xmlns:r="http://schemas.openxmlformats.org/officeDocument/2006/relationships" id="289" r:id="Ra5f9e7652dfe43b0"/>
    <p:sldId xmlns:r="http://schemas.openxmlformats.org/officeDocument/2006/relationships" id="290" r:id="R8b75f15879f248cb"/>
    <p:sldId xmlns:r="http://schemas.openxmlformats.org/officeDocument/2006/relationships" id="291" r:id="R8ccf080675754a66"/>
    <p:sldId xmlns:r="http://schemas.openxmlformats.org/officeDocument/2006/relationships" id="292" r:id="R4ff206ff27e149c1"/>
    <p:sldId xmlns:r="http://schemas.openxmlformats.org/officeDocument/2006/relationships" id="293" r:id="R78931800215d4340"/>
    <p:sldId xmlns:r="http://schemas.openxmlformats.org/officeDocument/2006/relationships" id="294" r:id="R0353bec3e8754940"/>
    <p:sldId xmlns:r="http://schemas.openxmlformats.org/officeDocument/2006/relationships" id="295" r:id="R5975ba8b1d4446ae"/>
    <p:sldId xmlns:r="http://schemas.openxmlformats.org/officeDocument/2006/relationships" id="296" r:id="R71d90d5a4f554254"/>
    <p:sldId xmlns:r="http://schemas.openxmlformats.org/officeDocument/2006/relationships" id="297" r:id="R9d069adbe04a4f7c"/>
    <p:sldId xmlns:r="http://schemas.openxmlformats.org/officeDocument/2006/relationships" id="298" r:id="R9a374380ec7840d5"/>
    <p:sldId xmlns:r="http://schemas.openxmlformats.org/officeDocument/2006/relationships" id="299" r:id="R53bdad4bcec74493"/>
    <p:sldId xmlns:r="http://schemas.openxmlformats.org/officeDocument/2006/relationships" id="300" r:id="R49623c0a4a2648a9"/>
    <p:sldId xmlns:r="http://schemas.openxmlformats.org/officeDocument/2006/relationships" id="301" r:id="R12d0c5e12a0f43d3"/>
    <p:sldId xmlns:r="http://schemas.openxmlformats.org/officeDocument/2006/relationships" id="302" r:id="R29a6ee90cb504936"/>
    <p:sldId xmlns:r="http://schemas.openxmlformats.org/officeDocument/2006/relationships" id="303" r:id="R5e72a70c61d64dba"/>
    <p:sldId xmlns:r="http://schemas.openxmlformats.org/officeDocument/2006/relationships" id="304" r:id="R36e1297662954851"/>
    <p:sldId xmlns:r="http://schemas.openxmlformats.org/officeDocument/2006/relationships" id="305" r:id="R3e7ebd43e5614a0b"/>
    <p:sldId xmlns:r="http://schemas.openxmlformats.org/officeDocument/2006/relationships" id="306" r:id="R082f5bb93aad4e55"/>
    <p:sldId xmlns:r="http://schemas.openxmlformats.org/officeDocument/2006/relationships" id="307" r:id="R6b99abd4db6b4227"/>
    <p:sldId xmlns:r="http://schemas.openxmlformats.org/officeDocument/2006/relationships" id="308" r:id="Rec62bf1567734fdc"/>
    <p:sldId xmlns:r="http://schemas.openxmlformats.org/officeDocument/2006/relationships" id="309" r:id="Rea1c721d6296447f"/>
    <p:sldId xmlns:r="http://schemas.openxmlformats.org/officeDocument/2006/relationships" id="310" r:id="R14fb79371c7b4f11"/>
    <p:sldId xmlns:r="http://schemas.openxmlformats.org/officeDocument/2006/relationships" id="311" r:id="R092aff30d5f44f26"/>
    <p:sldId xmlns:r="http://schemas.openxmlformats.org/officeDocument/2006/relationships" id="312" r:id="R6fa563f8085145e8"/>
    <p:sldId xmlns:r="http://schemas.openxmlformats.org/officeDocument/2006/relationships" id="313" r:id="Rcfbbe5bc602247c1"/>
    <p:sldId xmlns:r="http://schemas.openxmlformats.org/officeDocument/2006/relationships" id="314" r:id="Raf6d9c1c488742d0"/>
    <p:sldId xmlns:r="http://schemas.openxmlformats.org/officeDocument/2006/relationships" id="315" r:id="R0002de85c828417d"/>
    <p:sldId xmlns:r="http://schemas.openxmlformats.org/officeDocument/2006/relationships" id="316" r:id="Rdedd6f525b074b0c"/>
    <p:sldId xmlns:r="http://schemas.openxmlformats.org/officeDocument/2006/relationships" id="317" r:id="Rc886f7e8f7f84e37"/>
    <p:sldId xmlns:r="http://schemas.openxmlformats.org/officeDocument/2006/relationships" id="318" r:id="R8956a2afa680469f"/>
    <p:sldId xmlns:r="http://schemas.openxmlformats.org/officeDocument/2006/relationships" id="319" r:id="Ra247de1d3aab4f37"/>
    <p:sldId xmlns:r="http://schemas.openxmlformats.org/officeDocument/2006/relationships" id="320" r:id="Rac3f8a82704e448a"/>
    <p:sldId xmlns:r="http://schemas.openxmlformats.org/officeDocument/2006/relationships" id="321" r:id="Rc9272467c2314348"/>
    <p:sldId xmlns:r="http://schemas.openxmlformats.org/officeDocument/2006/relationships" id="322" r:id="Rff8405acaff94c22"/>
    <p:sldId xmlns:r="http://schemas.openxmlformats.org/officeDocument/2006/relationships" id="323" r:id="R25c57ea6446a438b"/>
    <p:sldId xmlns:r="http://schemas.openxmlformats.org/officeDocument/2006/relationships" id="324" r:id="R4a058ade2cdf43d2"/>
    <p:sldId xmlns:r="http://schemas.openxmlformats.org/officeDocument/2006/relationships" id="325" r:id="R01f101c7b2184208"/>
    <p:sldId xmlns:r="http://schemas.openxmlformats.org/officeDocument/2006/relationships" id="326" r:id="R47990ed6ad5e479b"/>
    <p:sldId xmlns:r="http://schemas.openxmlformats.org/officeDocument/2006/relationships" id="327" r:id="Rafe7131bd2fb4d18"/>
    <p:sldId xmlns:r="http://schemas.openxmlformats.org/officeDocument/2006/relationships" id="328" r:id="Rc95af1049dc54772"/>
    <p:sldId xmlns:r="http://schemas.openxmlformats.org/officeDocument/2006/relationships" id="329" r:id="R06d108dc2ce44a2a"/>
    <p:sldId xmlns:r="http://schemas.openxmlformats.org/officeDocument/2006/relationships" id="330" r:id="R25eac1473e1d478a"/>
    <p:sldId xmlns:r="http://schemas.openxmlformats.org/officeDocument/2006/relationships" id="331" r:id="R75ef61028f3f47d5"/>
    <p:sldId xmlns:r="http://schemas.openxmlformats.org/officeDocument/2006/relationships" id="332" r:id="Rcbd83f487b914629"/>
    <p:sldId xmlns:r="http://schemas.openxmlformats.org/officeDocument/2006/relationships" id="333" r:id="R63d4fd74b3974ff2"/>
    <p:sldId xmlns:r="http://schemas.openxmlformats.org/officeDocument/2006/relationships" id="334" r:id="Red64d706102c4698"/>
    <p:sldId xmlns:r="http://schemas.openxmlformats.org/officeDocument/2006/relationships" id="335" r:id="Rc0b097f2b0084c30"/>
    <p:sldId xmlns:r="http://schemas.openxmlformats.org/officeDocument/2006/relationships" id="336" r:id="Rff4ec6bce5894634"/>
    <p:sldId xmlns:r="http://schemas.openxmlformats.org/officeDocument/2006/relationships" id="337" r:id="R7643fce143e34414"/>
    <p:sldId xmlns:r="http://schemas.openxmlformats.org/officeDocument/2006/relationships" id="338" r:id="R23e5993fe9e94b8b"/>
    <p:sldId xmlns:r="http://schemas.openxmlformats.org/officeDocument/2006/relationships" id="339" r:id="R28dfdb475a2f45fe"/>
    <p:sldId xmlns:r="http://schemas.openxmlformats.org/officeDocument/2006/relationships" id="340" r:id="Ra6a642cc80764f16"/>
    <p:sldId xmlns:r="http://schemas.openxmlformats.org/officeDocument/2006/relationships" id="341" r:id="R4b66d1e3d5de4920"/>
    <p:sldId xmlns:r="http://schemas.openxmlformats.org/officeDocument/2006/relationships" id="342" r:id="R03de6affd61b4051"/>
    <p:sldId xmlns:r="http://schemas.openxmlformats.org/officeDocument/2006/relationships" id="343" r:id="Refa0e0a7e2e548fc"/>
    <p:sldId xmlns:r="http://schemas.openxmlformats.org/officeDocument/2006/relationships" id="344" r:id="Rf00bcdd5f83549c8"/>
    <p:sldId xmlns:r="http://schemas.openxmlformats.org/officeDocument/2006/relationships" id="345" r:id="R54e1401a1d04440b"/>
    <p:sldId xmlns:r="http://schemas.openxmlformats.org/officeDocument/2006/relationships" id="346" r:id="R3ff017efcb2b4a7e"/>
    <p:sldId xmlns:r="http://schemas.openxmlformats.org/officeDocument/2006/relationships" id="347" r:id="R71eb8a627c2240ad"/>
    <p:sldId xmlns:r="http://schemas.openxmlformats.org/officeDocument/2006/relationships" id="348" r:id="R704e4d8b07144016"/>
    <p:sldId xmlns:r="http://schemas.openxmlformats.org/officeDocument/2006/relationships" id="349" r:id="Rfdadcaf7fe6b4a0e"/>
    <p:sldId xmlns:r="http://schemas.openxmlformats.org/officeDocument/2006/relationships" id="350" r:id="Ra7fa1d14885b465e"/>
    <p:sldId xmlns:r="http://schemas.openxmlformats.org/officeDocument/2006/relationships" id="351" r:id="Rb21dd75fd856480e"/>
    <p:sldId xmlns:r="http://schemas.openxmlformats.org/officeDocument/2006/relationships" id="352" r:id="R40ed499424a94cff"/>
    <p:sldId xmlns:r="http://schemas.openxmlformats.org/officeDocument/2006/relationships" id="353" r:id="R8a0b4026846b4d53"/>
    <p:sldId xmlns:r="http://schemas.openxmlformats.org/officeDocument/2006/relationships" id="354" r:id="R302d97f47aa74a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a0056af2914c4c" /><Relationship Type="http://schemas.openxmlformats.org/officeDocument/2006/relationships/slideMaster" Target="/ppt/slideMasters/slideMaster1.xml" Id="Ra72ca76af55b45b3" /><Relationship Type="http://schemas.openxmlformats.org/officeDocument/2006/relationships/notesMaster" Target="/ppt/notesMasters/notesMaster1.xml" Id="Re3d2ffe3bd5448ee" /><Relationship Type="http://schemas.openxmlformats.org/officeDocument/2006/relationships/presProps" Target="/ppt/presProps.xml" Id="R4480f7ad0d694142" /><Relationship Type="http://schemas.openxmlformats.org/officeDocument/2006/relationships/tableStyles" Target="/ppt/tableStyles.xml" Id="Re5ac41201dee4571" /><Relationship Type="http://schemas.openxmlformats.org/officeDocument/2006/relationships/slide" Target="/ppt/slides/slide1.xml" Id="Re5f561fe408343ab" /><Relationship Type="http://schemas.openxmlformats.org/officeDocument/2006/relationships/slide" Target="/ppt/slides/slide2.xml" Id="R57381035fd3b4464" /><Relationship Type="http://schemas.openxmlformats.org/officeDocument/2006/relationships/slide" Target="/ppt/slides/slide3.xml" Id="Rb195197951b24e37" /><Relationship Type="http://schemas.openxmlformats.org/officeDocument/2006/relationships/slide" Target="/ppt/slides/slide4.xml" Id="R6708df89a099455f" /><Relationship Type="http://schemas.openxmlformats.org/officeDocument/2006/relationships/slide" Target="/ppt/slides/slide5.xml" Id="Ra4f7d14f12a341f0" /><Relationship Type="http://schemas.openxmlformats.org/officeDocument/2006/relationships/slide" Target="/ppt/slides/slide6.xml" Id="R09733695eded4c23" /><Relationship Type="http://schemas.openxmlformats.org/officeDocument/2006/relationships/slide" Target="/ppt/slides/slide7.xml" Id="R1daa6e3927534820" /><Relationship Type="http://schemas.openxmlformats.org/officeDocument/2006/relationships/slide" Target="/ppt/slides/slide8.xml" Id="Rc3259410d2e94037" /><Relationship Type="http://schemas.openxmlformats.org/officeDocument/2006/relationships/slide" Target="/ppt/slides/slide9.xml" Id="R06f88a04c8f54dff" /><Relationship Type="http://schemas.openxmlformats.org/officeDocument/2006/relationships/slide" Target="/ppt/slides/slide10.xml" Id="Rba316f312a6544df" /><Relationship Type="http://schemas.openxmlformats.org/officeDocument/2006/relationships/slide" Target="/ppt/slides/slide11.xml" Id="R7f753a40984641c4" /><Relationship Type="http://schemas.openxmlformats.org/officeDocument/2006/relationships/slide" Target="/ppt/slides/slide12.xml" Id="R1c98b6d925084e43" /><Relationship Type="http://schemas.openxmlformats.org/officeDocument/2006/relationships/slide" Target="/ppt/slides/slide13.xml" Id="R402bf5e8abab412a" /><Relationship Type="http://schemas.openxmlformats.org/officeDocument/2006/relationships/slide" Target="/ppt/slides/slide14.xml" Id="R359c4f73191a46de" /><Relationship Type="http://schemas.openxmlformats.org/officeDocument/2006/relationships/slide" Target="/ppt/slides/slide15.xml" Id="R6af40bab7d3e4709" /><Relationship Type="http://schemas.openxmlformats.org/officeDocument/2006/relationships/slide" Target="/ppt/slides/slide16.xml" Id="Rc494bc74ad164c4d" /><Relationship Type="http://schemas.openxmlformats.org/officeDocument/2006/relationships/slide" Target="/ppt/slides/slide17.xml" Id="R7703a01198f44857" /><Relationship Type="http://schemas.openxmlformats.org/officeDocument/2006/relationships/slide" Target="/ppt/slides/slide18.xml" Id="Rd33775a6f4604aa8" /><Relationship Type="http://schemas.openxmlformats.org/officeDocument/2006/relationships/slide" Target="/ppt/slides/slide19.xml" Id="R06f2629bf340400a" /><Relationship Type="http://schemas.openxmlformats.org/officeDocument/2006/relationships/slide" Target="/ppt/slides/slide20.xml" Id="R372760bfec5e451d" /><Relationship Type="http://schemas.openxmlformats.org/officeDocument/2006/relationships/slide" Target="/ppt/slides/slide21.xml" Id="Rd6d1bb77a0ab4e5a" /><Relationship Type="http://schemas.openxmlformats.org/officeDocument/2006/relationships/slide" Target="/ppt/slides/slide22.xml" Id="Rb843c04d96154ee0" /><Relationship Type="http://schemas.openxmlformats.org/officeDocument/2006/relationships/slide" Target="/ppt/slides/slide23.xml" Id="Ra828757f264b4cde" /><Relationship Type="http://schemas.openxmlformats.org/officeDocument/2006/relationships/slide" Target="/ppt/slides/slide24.xml" Id="Rc1b59c360da24224" /><Relationship Type="http://schemas.openxmlformats.org/officeDocument/2006/relationships/slide" Target="/ppt/slides/slide25.xml" Id="R5beb4c3ae7e747a3" /><Relationship Type="http://schemas.openxmlformats.org/officeDocument/2006/relationships/slide" Target="/ppt/slides/slide26.xml" Id="Ra31e95b47a9148d1" /><Relationship Type="http://schemas.openxmlformats.org/officeDocument/2006/relationships/slide" Target="/ppt/slides/slide27.xml" Id="R84b4ba5a63c74ce1" /><Relationship Type="http://schemas.openxmlformats.org/officeDocument/2006/relationships/slide" Target="/ppt/slides/slide28.xml" Id="Rebeb16ad4c794907" /><Relationship Type="http://schemas.openxmlformats.org/officeDocument/2006/relationships/slide" Target="/ppt/slides/slide29.xml" Id="Rbe26ff711e7c4db2" /><Relationship Type="http://schemas.openxmlformats.org/officeDocument/2006/relationships/slide" Target="/ppt/slides/slide30.xml" Id="R86ff877f0fa64396" /><Relationship Type="http://schemas.openxmlformats.org/officeDocument/2006/relationships/slide" Target="/ppt/slides/slide31.xml" Id="Rd9556d538dd9433e" /><Relationship Type="http://schemas.openxmlformats.org/officeDocument/2006/relationships/slide" Target="/ppt/slides/slide32.xml" Id="R131c32b5eb404224" /><Relationship Type="http://schemas.openxmlformats.org/officeDocument/2006/relationships/slide" Target="/ppt/slides/slide33.xml" Id="R73508bd201534aa7" /><Relationship Type="http://schemas.openxmlformats.org/officeDocument/2006/relationships/slide" Target="/ppt/slides/slide34.xml" Id="Ra5f9e7652dfe43b0" /><Relationship Type="http://schemas.openxmlformats.org/officeDocument/2006/relationships/slide" Target="/ppt/slides/slide35.xml" Id="R8b75f15879f248cb" /><Relationship Type="http://schemas.openxmlformats.org/officeDocument/2006/relationships/slide" Target="/ppt/slides/slide36.xml" Id="R8ccf080675754a66" /><Relationship Type="http://schemas.openxmlformats.org/officeDocument/2006/relationships/slide" Target="/ppt/slides/slide37.xml" Id="R4ff206ff27e149c1" /><Relationship Type="http://schemas.openxmlformats.org/officeDocument/2006/relationships/slide" Target="/ppt/slides/slide38.xml" Id="R78931800215d4340" /><Relationship Type="http://schemas.openxmlformats.org/officeDocument/2006/relationships/slide" Target="/ppt/slides/slide39.xml" Id="R0353bec3e8754940" /><Relationship Type="http://schemas.openxmlformats.org/officeDocument/2006/relationships/slide" Target="/ppt/slides/slide40.xml" Id="R5975ba8b1d4446ae" /><Relationship Type="http://schemas.openxmlformats.org/officeDocument/2006/relationships/slide" Target="/ppt/slides/slide41.xml" Id="R71d90d5a4f554254" /><Relationship Type="http://schemas.openxmlformats.org/officeDocument/2006/relationships/slide" Target="/ppt/slides/slide42.xml" Id="R9d069adbe04a4f7c" /><Relationship Type="http://schemas.openxmlformats.org/officeDocument/2006/relationships/slide" Target="/ppt/slides/slide43.xml" Id="R9a374380ec7840d5" /><Relationship Type="http://schemas.openxmlformats.org/officeDocument/2006/relationships/slide" Target="/ppt/slides/slide44.xml" Id="R53bdad4bcec74493" /><Relationship Type="http://schemas.openxmlformats.org/officeDocument/2006/relationships/slide" Target="/ppt/slides/slide45.xml" Id="R49623c0a4a2648a9" /><Relationship Type="http://schemas.openxmlformats.org/officeDocument/2006/relationships/slide" Target="/ppt/slides/slide46.xml" Id="R12d0c5e12a0f43d3" /><Relationship Type="http://schemas.openxmlformats.org/officeDocument/2006/relationships/slide" Target="/ppt/slides/slide47.xml" Id="R29a6ee90cb504936" /><Relationship Type="http://schemas.openxmlformats.org/officeDocument/2006/relationships/slide" Target="/ppt/slides/slide48.xml" Id="R5e72a70c61d64dba" /><Relationship Type="http://schemas.openxmlformats.org/officeDocument/2006/relationships/slide" Target="/ppt/slides/slide49.xml" Id="R36e1297662954851" /><Relationship Type="http://schemas.openxmlformats.org/officeDocument/2006/relationships/slide" Target="/ppt/slides/slide50.xml" Id="R3e7ebd43e5614a0b" /><Relationship Type="http://schemas.openxmlformats.org/officeDocument/2006/relationships/slide" Target="/ppt/slides/slide51.xml" Id="R082f5bb93aad4e55" /><Relationship Type="http://schemas.openxmlformats.org/officeDocument/2006/relationships/slide" Target="/ppt/slides/slide52.xml" Id="R6b99abd4db6b4227" /><Relationship Type="http://schemas.openxmlformats.org/officeDocument/2006/relationships/slide" Target="/ppt/slides/slide53.xml" Id="Rec62bf1567734fdc" /><Relationship Type="http://schemas.openxmlformats.org/officeDocument/2006/relationships/slide" Target="/ppt/slides/slide54.xml" Id="Rea1c721d6296447f" /><Relationship Type="http://schemas.openxmlformats.org/officeDocument/2006/relationships/slide" Target="/ppt/slides/slide55.xml" Id="R14fb79371c7b4f11" /><Relationship Type="http://schemas.openxmlformats.org/officeDocument/2006/relationships/slide" Target="/ppt/slides/slide56.xml" Id="R092aff30d5f44f26" /><Relationship Type="http://schemas.openxmlformats.org/officeDocument/2006/relationships/slide" Target="/ppt/slides/slide57.xml" Id="R6fa563f8085145e8" /><Relationship Type="http://schemas.openxmlformats.org/officeDocument/2006/relationships/slide" Target="/ppt/slides/slide58.xml" Id="Rcfbbe5bc602247c1" /><Relationship Type="http://schemas.openxmlformats.org/officeDocument/2006/relationships/slide" Target="/ppt/slides/slide59.xml" Id="Raf6d9c1c488742d0" /><Relationship Type="http://schemas.openxmlformats.org/officeDocument/2006/relationships/slide" Target="/ppt/slides/slide60.xml" Id="R0002de85c828417d" /><Relationship Type="http://schemas.openxmlformats.org/officeDocument/2006/relationships/slide" Target="/ppt/slides/slide61.xml" Id="Rdedd6f525b074b0c" /><Relationship Type="http://schemas.openxmlformats.org/officeDocument/2006/relationships/slide" Target="/ppt/slides/slide62.xml" Id="Rc886f7e8f7f84e37" /><Relationship Type="http://schemas.openxmlformats.org/officeDocument/2006/relationships/slide" Target="/ppt/slides/slide63.xml" Id="R8956a2afa680469f" /><Relationship Type="http://schemas.openxmlformats.org/officeDocument/2006/relationships/slide" Target="/ppt/slides/slide64.xml" Id="Ra247de1d3aab4f37" /><Relationship Type="http://schemas.openxmlformats.org/officeDocument/2006/relationships/slide" Target="/ppt/slides/slide65.xml" Id="Rac3f8a82704e448a" /><Relationship Type="http://schemas.openxmlformats.org/officeDocument/2006/relationships/slide" Target="/ppt/slides/slide66.xml" Id="Rc9272467c2314348" /><Relationship Type="http://schemas.openxmlformats.org/officeDocument/2006/relationships/slide" Target="/ppt/slides/slide67.xml" Id="Rff8405acaff94c22" /><Relationship Type="http://schemas.openxmlformats.org/officeDocument/2006/relationships/slide" Target="/ppt/slides/slide68.xml" Id="R25c57ea6446a438b" /><Relationship Type="http://schemas.openxmlformats.org/officeDocument/2006/relationships/slide" Target="/ppt/slides/slide69.xml" Id="R4a058ade2cdf43d2" /><Relationship Type="http://schemas.openxmlformats.org/officeDocument/2006/relationships/slide" Target="/ppt/slides/slide70.xml" Id="R01f101c7b2184208" /><Relationship Type="http://schemas.openxmlformats.org/officeDocument/2006/relationships/slide" Target="/ppt/slides/slide71.xml" Id="R47990ed6ad5e479b" /><Relationship Type="http://schemas.openxmlformats.org/officeDocument/2006/relationships/slide" Target="/ppt/slides/slide72.xml" Id="Rafe7131bd2fb4d18" /><Relationship Type="http://schemas.openxmlformats.org/officeDocument/2006/relationships/slide" Target="/ppt/slides/slide73.xml" Id="Rc95af1049dc54772" /><Relationship Type="http://schemas.openxmlformats.org/officeDocument/2006/relationships/slide" Target="/ppt/slides/slide74.xml" Id="R06d108dc2ce44a2a" /><Relationship Type="http://schemas.openxmlformats.org/officeDocument/2006/relationships/slide" Target="/ppt/slides/slide75.xml" Id="R25eac1473e1d478a" /><Relationship Type="http://schemas.openxmlformats.org/officeDocument/2006/relationships/slide" Target="/ppt/slides/slide76.xml" Id="R75ef61028f3f47d5" /><Relationship Type="http://schemas.openxmlformats.org/officeDocument/2006/relationships/slide" Target="/ppt/slides/slide77.xml" Id="Rcbd83f487b914629" /><Relationship Type="http://schemas.openxmlformats.org/officeDocument/2006/relationships/slide" Target="/ppt/slides/slide78.xml" Id="R63d4fd74b3974ff2" /><Relationship Type="http://schemas.openxmlformats.org/officeDocument/2006/relationships/slide" Target="/ppt/slides/slide79.xml" Id="Red64d706102c4698" /><Relationship Type="http://schemas.openxmlformats.org/officeDocument/2006/relationships/slide" Target="/ppt/slides/slide80.xml" Id="Rc0b097f2b0084c30" /><Relationship Type="http://schemas.openxmlformats.org/officeDocument/2006/relationships/slide" Target="/ppt/slides/slide81.xml" Id="Rff4ec6bce5894634" /><Relationship Type="http://schemas.openxmlformats.org/officeDocument/2006/relationships/slide" Target="/ppt/slides/slide82.xml" Id="R7643fce143e34414" /><Relationship Type="http://schemas.openxmlformats.org/officeDocument/2006/relationships/slide" Target="/ppt/slides/slide83.xml" Id="R23e5993fe9e94b8b" /><Relationship Type="http://schemas.openxmlformats.org/officeDocument/2006/relationships/slide" Target="/ppt/slides/slide84.xml" Id="R28dfdb475a2f45fe" /><Relationship Type="http://schemas.openxmlformats.org/officeDocument/2006/relationships/slide" Target="/ppt/slides/slide85.xml" Id="Ra6a642cc80764f16" /><Relationship Type="http://schemas.openxmlformats.org/officeDocument/2006/relationships/slide" Target="/ppt/slides/slide86.xml" Id="R4b66d1e3d5de4920" /><Relationship Type="http://schemas.openxmlformats.org/officeDocument/2006/relationships/slide" Target="/ppt/slides/slide87.xml" Id="R03de6affd61b4051" /><Relationship Type="http://schemas.openxmlformats.org/officeDocument/2006/relationships/slide" Target="/ppt/slides/slide88.xml" Id="Refa0e0a7e2e548fc" /><Relationship Type="http://schemas.openxmlformats.org/officeDocument/2006/relationships/slide" Target="/ppt/slides/slide89.xml" Id="Rf00bcdd5f83549c8" /><Relationship Type="http://schemas.openxmlformats.org/officeDocument/2006/relationships/slide" Target="/ppt/slides/slide90.xml" Id="R54e1401a1d04440b" /><Relationship Type="http://schemas.openxmlformats.org/officeDocument/2006/relationships/slide" Target="/ppt/slides/slide91.xml" Id="R3ff017efcb2b4a7e" /><Relationship Type="http://schemas.openxmlformats.org/officeDocument/2006/relationships/slide" Target="/ppt/slides/slide92.xml" Id="R71eb8a627c2240ad" /><Relationship Type="http://schemas.openxmlformats.org/officeDocument/2006/relationships/slide" Target="/ppt/slides/slide93.xml" Id="R704e4d8b07144016" /><Relationship Type="http://schemas.openxmlformats.org/officeDocument/2006/relationships/slide" Target="/ppt/slides/slide94.xml" Id="Rfdadcaf7fe6b4a0e" /><Relationship Type="http://schemas.openxmlformats.org/officeDocument/2006/relationships/slide" Target="/ppt/slides/slide95.xml" Id="Ra7fa1d14885b465e" /><Relationship Type="http://schemas.openxmlformats.org/officeDocument/2006/relationships/slide" Target="/ppt/slides/slide96.xml" Id="Rb21dd75fd856480e" /><Relationship Type="http://schemas.openxmlformats.org/officeDocument/2006/relationships/slide" Target="/ppt/slides/slide97.xml" Id="R40ed499424a94cff" /><Relationship Type="http://schemas.openxmlformats.org/officeDocument/2006/relationships/slide" Target="/ppt/slides/slide98.xml" Id="R8a0b4026846b4d53" /><Relationship Type="http://schemas.openxmlformats.org/officeDocument/2006/relationships/slide" Target="/ppt/slides/slide99.xml" Id="R302d97f47aa74a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9f50a6a97841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f9bc425eb74cab" /><Relationship Type="http://schemas.openxmlformats.org/officeDocument/2006/relationships/notesMaster" Target="/ppt/notesMasters/notesMaster1.xml" Id="R03b4d611e4cb4d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479f80aeb74365" /><Relationship Type="http://schemas.openxmlformats.org/officeDocument/2006/relationships/notesMaster" Target="/ppt/notesMasters/notesMaster1.xml" Id="Rd0f3d8f5b5284a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bd3e1c6aa34b4d" /><Relationship Type="http://schemas.openxmlformats.org/officeDocument/2006/relationships/notesMaster" Target="/ppt/notesMasters/notesMaster1.xml" Id="R067bc5d82294410e"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221c5330d34a2b" /><Relationship Type="http://schemas.openxmlformats.org/officeDocument/2006/relationships/notesMaster" Target="/ppt/notesMasters/notesMaster1.xml" Id="R81f8782d594f44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2d88e2c13e4b2a" /><Relationship Type="http://schemas.openxmlformats.org/officeDocument/2006/relationships/notesMaster" Target="/ppt/notesMasters/notesMaster1.xml" Id="R5db998a02d4c444d"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33c5894e70421f" /><Relationship Type="http://schemas.openxmlformats.org/officeDocument/2006/relationships/notesMaster" Target="/ppt/notesMasters/notesMaster1.xml" Id="R00193e4e1c374e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a48d433da0466d" /><Relationship Type="http://schemas.openxmlformats.org/officeDocument/2006/relationships/notesMaster" Target="/ppt/notesMasters/notesMaster1.xml" Id="R8f720a110a5d4b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fa15cf5aa745d1" /><Relationship Type="http://schemas.openxmlformats.org/officeDocument/2006/relationships/notesMaster" Target="/ppt/notesMasters/notesMaster1.xml" Id="Rbe52ffe51c8340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6fdd1ccd6c416f" /><Relationship Type="http://schemas.openxmlformats.org/officeDocument/2006/relationships/notesMaster" Target="/ppt/notesMasters/notesMaster1.xml" Id="R54ebd91ccfcf4c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c884af794f4f86" /><Relationship Type="http://schemas.openxmlformats.org/officeDocument/2006/relationships/notesMaster" Target="/ppt/notesMasters/notesMaster1.xml" Id="R1173257af64f44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0f80d6bb7d04d9e" /><Relationship Type="http://schemas.openxmlformats.org/officeDocument/2006/relationships/notesMaster" Target="/ppt/notesMasters/notesMaster1.xml" Id="R235b5d640bcf4a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32eaf1218b42c1" /><Relationship Type="http://schemas.openxmlformats.org/officeDocument/2006/relationships/notesMaster" Target="/ppt/notesMasters/notesMaster1.xml" Id="R25fd7adf1908497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086c71302f4884" /><Relationship Type="http://schemas.openxmlformats.org/officeDocument/2006/relationships/notesMaster" Target="/ppt/notesMasters/notesMaster1.xml" Id="R46d37d7d412144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17a3a3820d147eb" /><Relationship Type="http://schemas.openxmlformats.org/officeDocument/2006/relationships/notesMaster" Target="/ppt/notesMasters/notesMaster1.xml" Id="R32780e9f9e644d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357d7815d5d4f1c" /><Relationship Type="http://schemas.openxmlformats.org/officeDocument/2006/relationships/notesMaster" Target="/ppt/notesMasters/notesMaster1.xml" Id="Rbc4681a59a0649f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e0bdcd5fa2248c0" /><Relationship Type="http://schemas.openxmlformats.org/officeDocument/2006/relationships/notesMaster" Target="/ppt/notesMasters/notesMaster1.xml" Id="R92732bb4745e4e1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90481464b08435f" /><Relationship Type="http://schemas.openxmlformats.org/officeDocument/2006/relationships/notesMaster" Target="/ppt/notesMasters/notesMaster1.xml" Id="Rc4b57f73f1464b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2861e8d59244de" /><Relationship Type="http://schemas.openxmlformats.org/officeDocument/2006/relationships/notesMaster" Target="/ppt/notesMasters/notesMaster1.xml" Id="R90ea1c4afdfd4f3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efa30802c43455c" /><Relationship Type="http://schemas.openxmlformats.org/officeDocument/2006/relationships/notesMaster" Target="/ppt/notesMasters/notesMaster1.xml" Id="R0eafba4b9bde4c3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4bfdfba83414823" /><Relationship Type="http://schemas.openxmlformats.org/officeDocument/2006/relationships/notesMaster" Target="/ppt/notesMasters/notesMaster1.xml" Id="R8095321c10bd4a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977c9d4e2e04e63" /><Relationship Type="http://schemas.openxmlformats.org/officeDocument/2006/relationships/notesMaster" Target="/ppt/notesMasters/notesMaster1.xml" Id="Rebb7d6a60762459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1bce366eb104166" /><Relationship Type="http://schemas.openxmlformats.org/officeDocument/2006/relationships/notesMaster" Target="/ppt/notesMasters/notesMaster1.xml" Id="Ra802090433164b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afa3cec8e34432" /><Relationship Type="http://schemas.openxmlformats.org/officeDocument/2006/relationships/notesMaster" Target="/ppt/notesMasters/notesMaster1.xml" Id="Ra2e36b41ac0b435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f30fee5c40b495a" /><Relationship Type="http://schemas.openxmlformats.org/officeDocument/2006/relationships/notesMaster" Target="/ppt/notesMasters/notesMaster1.xml" Id="R081b5727c4834d1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5801ba41aac4b57" /><Relationship Type="http://schemas.openxmlformats.org/officeDocument/2006/relationships/notesMaster" Target="/ppt/notesMasters/notesMaster1.xml" Id="Rfda70e2a83ea400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41fa5220f3b4844" /><Relationship Type="http://schemas.openxmlformats.org/officeDocument/2006/relationships/notesMaster" Target="/ppt/notesMasters/notesMaster1.xml" Id="R22180c03bb19485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345b4b998e244a4" /><Relationship Type="http://schemas.openxmlformats.org/officeDocument/2006/relationships/notesMaster" Target="/ppt/notesMasters/notesMaster1.xml" Id="R6d4895a2db5f4bb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72478cf27fe412d" /><Relationship Type="http://schemas.openxmlformats.org/officeDocument/2006/relationships/notesMaster" Target="/ppt/notesMasters/notesMaster1.xml" Id="R9640f5b7f8b34ea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c5e58e871a84537" /><Relationship Type="http://schemas.openxmlformats.org/officeDocument/2006/relationships/notesMaster" Target="/ppt/notesMasters/notesMaster1.xml" Id="R98b9259d4892434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7dceb1ccd21462e" /><Relationship Type="http://schemas.openxmlformats.org/officeDocument/2006/relationships/notesMaster" Target="/ppt/notesMasters/notesMaster1.xml" Id="R048e6ece995c43b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0671c670de54612" /><Relationship Type="http://schemas.openxmlformats.org/officeDocument/2006/relationships/notesMaster" Target="/ppt/notesMasters/notesMaster1.xml" Id="R1df9dccf06e54bf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dff24d823f34fa8" /><Relationship Type="http://schemas.openxmlformats.org/officeDocument/2006/relationships/notesMaster" Target="/ppt/notesMasters/notesMaster1.xml" Id="R85320bec24ed4d7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eb4952ec56a4672" /><Relationship Type="http://schemas.openxmlformats.org/officeDocument/2006/relationships/notesMaster" Target="/ppt/notesMasters/notesMaster1.xml" Id="Rd241af845b4549a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717160063694775" /><Relationship Type="http://schemas.openxmlformats.org/officeDocument/2006/relationships/notesMaster" Target="/ppt/notesMasters/notesMaster1.xml" Id="R5ff7eea6604047b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1fd67d9626d46cc" /><Relationship Type="http://schemas.openxmlformats.org/officeDocument/2006/relationships/notesMaster" Target="/ppt/notesMasters/notesMaster1.xml" Id="Rad83dedf36194ce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a3157217b340fc" /><Relationship Type="http://schemas.openxmlformats.org/officeDocument/2006/relationships/notesMaster" Target="/ppt/notesMasters/notesMaster1.xml" Id="R0b7d73261c41446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85e7e17455249a1" /><Relationship Type="http://schemas.openxmlformats.org/officeDocument/2006/relationships/notesMaster" Target="/ppt/notesMasters/notesMaster1.xml" Id="R9b7eb22be152424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81e4ee4d1e94d81" /><Relationship Type="http://schemas.openxmlformats.org/officeDocument/2006/relationships/notesMaster" Target="/ppt/notesMasters/notesMaster1.xml" Id="Rb4fcaee193134bb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6ae29bff9fe4e39" /><Relationship Type="http://schemas.openxmlformats.org/officeDocument/2006/relationships/notesMaster" Target="/ppt/notesMasters/notesMaster1.xml" Id="R84982aa04c614ab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9f6a09f54bc4144" /><Relationship Type="http://schemas.openxmlformats.org/officeDocument/2006/relationships/notesMaster" Target="/ppt/notesMasters/notesMaster1.xml" Id="Rdee86ae5d08943c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1cd4086e7724442" /><Relationship Type="http://schemas.openxmlformats.org/officeDocument/2006/relationships/notesMaster" Target="/ppt/notesMasters/notesMaster1.xml" Id="R36687ea8397a4e7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653732c39974b83" /><Relationship Type="http://schemas.openxmlformats.org/officeDocument/2006/relationships/notesMaster" Target="/ppt/notesMasters/notesMaster1.xml" Id="Rd6f592790a68484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3e2d854e96a454d" /><Relationship Type="http://schemas.openxmlformats.org/officeDocument/2006/relationships/notesMaster" Target="/ppt/notesMasters/notesMaster1.xml" Id="R6fa2fe37b88b41c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32bf1d7a20b43b0" /><Relationship Type="http://schemas.openxmlformats.org/officeDocument/2006/relationships/notesMaster" Target="/ppt/notesMasters/notesMaster1.xml" Id="Rf0cd179ee5cf4c2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f66d707c2594e3f" /><Relationship Type="http://schemas.openxmlformats.org/officeDocument/2006/relationships/notesMaster" Target="/ppt/notesMasters/notesMaster1.xml" Id="R6157730145d44ea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22b481d2c21431c" /><Relationship Type="http://schemas.openxmlformats.org/officeDocument/2006/relationships/notesMaster" Target="/ppt/notesMasters/notesMaster1.xml" Id="R9092b300f03b4e3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807cab4692d46fb" /><Relationship Type="http://schemas.openxmlformats.org/officeDocument/2006/relationships/notesMaster" Target="/ppt/notesMasters/notesMaster1.xml" Id="R31b24702285d42f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f033f6f4d684a1f" /><Relationship Type="http://schemas.openxmlformats.org/officeDocument/2006/relationships/notesMaster" Target="/ppt/notesMasters/notesMaster1.xml" Id="R3fb7a3be6872483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ccc0a812300418d" /><Relationship Type="http://schemas.openxmlformats.org/officeDocument/2006/relationships/notesMaster" Target="/ppt/notesMasters/notesMaster1.xml" Id="Reef953a122514a4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798b2a3fb124d03" /><Relationship Type="http://schemas.openxmlformats.org/officeDocument/2006/relationships/notesMaster" Target="/ppt/notesMasters/notesMaster1.xml" Id="R7976e4333caf430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ce38453670341e0" /><Relationship Type="http://schemas.openxmlformats.org/officeDocument/2006/relationships/notesMaster" Target="/ppt/notesMasters/notesMaster1.xml" Id="R47008345e8db4b5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e9d77a1c7f441e6" /><Relationship Type="http://schemas.openxmlformats.org/officeDocument/2006/relationships/notesMaster" Target="/ppt/notesMasters/notesMaster1.xml" Id="R5be560ce6513451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b0cbda1aa6e4248" /><Relationship Type="http://schemas.openxmlformats.org/officeDocument/2006/relationships/notesMaster" Target="/ppt/notesMasters/notesMaster1.xml" Id="Ra0e873f61d1a4da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60252f0abb541c4" /><Relationship Type="http://schemas.openxmlformats.org/officeDocument/2006/relationships/notesMaster" Target="/ppt/notesMasters/notesMaster1.xml" Id="Rf4670efaad2547d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2f0f01b3c8246f2" /><Relationship Type="http://schemas.openxmlformats.org/officeDocument/2006/relationships/notesMaster" Target="/ppt/notesMasters/notesMaster1.xml" Id="R12e2bdb39a6642c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4fa3a9183da44f3" /><Relationship Type="http://schemas.openxmlformats.org/officeDocument/2006/relationships/notesMaster" Target="/ppt/notesMasters/notesMaster1.xml" Id="R11683219da124ca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c743d8f0e774c55" /><Relationship Type="http://schemas.openxmlformats.org/officeDocument/2006/relationships/notesMaster" Target="/ppt/notesMasters/notesMaster1.xml" Id="R868d78c938ab431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b4d1171546f41d2" /><Relationship Type="http://schemas.openxmlformats.org/officeDocument/2006/relationships/notesMaster" Target="/ppt/notesMasters/notesMaster1.xml" Id="Rc5a9dc97fd084b1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dbaea7720b84a4a" /><Relationship Type="http://schemas.openxmlformats.org/officeDocument/2006/relationships/notesMaster" Target="/ppt/notesMasters/notesMaster1.xml" Id="R9fa2589f4f3c432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1a036d79f554a3e" /><Relationship Type="http://schemas.openxmlformats.org/officeDocument/2006/relationships/notesMaster" Target="/ppt/notesMasters/notesMaster1.xml" Id="R2222283ee366422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9d89f4de5f142f3" /><Relationship Type="http://schemas.openxmlformats.org/officeDocument/2006/relationships/notesMaster" Target="/ppt/notesMasters/notesMaster1.xml" Id="R5ca7614fd65c454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947225700c64f27" /><Relationship Type="http://schemas.openxmlformats.org/officeDocument/2006/relationships/notesMaster" Target="/ppt/notesMasters/notesMaster1.xml" Id="Rd48c0a993a6d4d0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df8eaf1bab641c5" /><Relationship Type="http://schemas.openxmlformats.org/officeDocument/2006/relationships/notesMaster" Target="/ppt/notesMasters/notesMaster1.xml" Id="Rbbaa203cf2764de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bcfdd7d8f9e4f06" /><Relationship Type="http://schemas.openxmlformats.org/officeDocument/2006/relationships/notesMaster" Target="/ppt/notesMasters/notesMaster1.xml" Id="R5eb62767acd747c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c9afdc869f145bd" /><Relationship Type="http://schemas.openxmlformats.org/officeDocument/2006/relationships/notesMaster" Target="/ppt/notesMasters/notesMaster1.xml" Id="R0cd710eeaae3439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00de5fccb504f10" /><Relationship Type="http://schemas.openxmlformats.org/officeDocument/2006/relationships/notesMaster" Target="/ppt/notesMasters/notesMaster1.xml" Id="R033a615c818c4af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485621ce530405c" /><Relationship Type="http://schemas.openxmlformats.org/officeDocument/2006/relationships/notesMaster" Target="/ppt/notesMasters/notesMaster1.xml" Id="R6565e66e33cb444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e1239fb18ec41ab" /><Relationship Type="http://schemas.openxmlformats.org/officeDocument/2006/relationships/notesMaster" Target="/ppt/notesMasters/notesMaster1.xml" Id="Rcd66ffc98a3a489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b93e74a02cc4fcb" /><Relationship Type="http://schemas.openxmlformats.org/officeDocument/2006/relationships/notesMaster" Target="/ppt/notesMasters/notesMaster1.xml" Id="R92ed397482c0415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0faff2456d94f7d" /><Relationship Type="http://schemas.openxmlformats.org/officeDocument/2006/relationships/notesMaster" Target="/ppt/notesMasters/notesMaster1.xml" Id="Re9081d7f6fe0464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6269dc9a9c5462e" /><Relationship Type="http://schemas.openxmlformats.org/officeDocument/2006/relationships/notesMaster" Target="/ppt/notesMasters/notesMaster1.xml" Id="R78c21a41f9604d9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b6db875e5674106" /><Relationship Type="http://schemas.openxmlformats.org/officeDocument/2006/relationships/notesMaster" Target="/ppt/notesMasters/notesMaster1.xml" Id="Re0918d5dd2ab407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b83f276eae14fae" /><Relationship Type="http://schemas.openxmlformats.org/officeDocument/2006/relationships/notesMaster" Target="/ppt/notesMasters/notesMaster1.xml" Id="R0ac7207994d145f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be34755cb96438c" /><Relationship Type="http://schemas.openxmlformats.org/officeDocument/2006/relationships/notesMaster" Target="/ppt/notesMasters/notesMaster1.xml" Id="Rb46b0b6898fd4ee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f43ef81546b42c1" /><Relationship Type="http://schemas.openxmlformats.org/officeDocument/2006/relationships/notesMaster" Target="/ppt/notesMasters/notesMaster1.xml" Id="R4672b38241ca4ec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5417218388844d5" /><Relationship Type="http://schemas.openxmlformats.org/officeDocument/2006/relationships/notesMaster" Target="/ppt/notesMasters/notesMaster1.xml" Id="R3cb96db58e1d468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e4fa88e4b5a4e7c" /><Relationship Type="http://schemas.openxmlformats.org/officeDocument/2006/relationships/notesMaster" Target="/ppt/notesMasters/notesMaster1.xml" Id="R324317a9bc59493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2f1f16d07b24b6c" /><Relationship Type="http://schemas.openxmlformats.org/officeDocument/2006/relationships/notesMaster" Target="/ppt/notesMasters/notesMaster1.xml" Id="R78d51594a21744c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3938934f4984795" /><Relationship Type="http://schemas.openxmlformats.org/officeDocument/2006/relationships/notesMaster" Target="/ppt/notesMasters/notesMaster1.xml" Id="Rf401dd6ea0c8450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a1a954823f04207" /><Relationship Type="http://schemas.openxmlformats.org/officeDocument/2006/relationships/notesMaster" Target="/ppt/notesMasters/notesMaster1.xml" Id="R533fcdfad6ba4f5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b871bde13a646af" /><Relationship Type="http://schemas.openxmlformats.org/officeDocument/2006/relationships/notesMaster" Target="/ppt/notesMasters/notesMaster1.xml" Id="R153f2583039e47e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161a57aa94042f2" /><Relationship Type="http://schemas.openxmlformats.org/officeDocument/2006/relationships/notesMaster" Target="/ppt/notesMasters/notesMaster1.xml" Id="R97a8c6dc9a6e45b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61669abeb074e02" /><Relationship Type="http://schemas.openxmlformats.org/officeDocument/2006/relationships/notesMaster" Target="/ppt/notesMasters/notesMaster1.xml" Id="R0a4176ed00a84cb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f99c8e0dd0444a5" /><Relationship Type="http://schemas.openxmlformats.org/officeDocument/2006/relationships/notesMaster" Target="/ppt/notesMasters/notesMaster1.xml" Id="R6961fab96a954be9"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014467bd46543f5" /><Relationship Type="http://schemas.openxmlformats.org/officeDocument/2006/relationships/notesMaster" Target="/ppt/notesMasters/notesMaster1.xml" Id="Rda9c1ad0d0334d7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cfec00f61eb403e" /><Relationship Type="http://schemas.openxmlformats.org/officeDocument/2006/relationships/notesMaster" Target="/ppt/notesMasters/notesMaster1.xml" Id="Rd810e2df2dad43f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11a21b7cae443be" /><Relationship Type="http://schemas.openxmlformats.org/officeDocument/2006/relationships/notesMaster" Target="/ppt/notesMasters/notesMaster1.xml" Id="R260d01852efb486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e19d138f27d4288" /><Relationship Type="http://schemas.openxmlformats.org/officeDocument/2006/relationships/notesMaster" Target="/ppt/notesMasters/notesMaster1.xml" Id="Rb43e127cc9cd478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400ac0e3cb84547" /><Relationship Type="http://schemas.openxmlformats.org/officeDocument/2006/relationships/notesMaster" Target="/ppt/notesMasters/notesMaster1.xml" Id="R547044ac434a4ae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3f94cb2cd8404620" /><Relationship Type="http://schemas.openxmlformats.org/officeDocument/2006/relationships/notesMaster" Target="/ppt/notesMasters/notesMaster1.xml" Id="Rcf8f7f3f43ab4db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938d089ffe74d49" /><Relationship Type="http://schemas.openxmlformats.org/officeDocument/2006/relationships/notesMaster" Target="/ppt/notesMasters/notesMaster1.xml" Id="R94940c64210f410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0a05f4396aff4707" /><Relationship Type="http://schemas.openxmlformats.org/officeDocument/2006/relationships/notesMaster" Target="/ppt/notesMasters/notesMaster1.xml" Id="R700ad34ef0b9479f"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636637eb65f4ed0" /><Relationship Type="http://schemas.openxmlformats.org/officeDocument/2006/relationships/notesMaster" Target="/ppt/notesMasters/notesMaster1.xml" Id="R6efbec068ba94e92"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38d6dc60a4974e91" /><Relationship Type="http://schemas.openxmlformats.org/officeDocument/2006/relationships/notesMaster" Target="/ppt/notesMasters/notesMaster1.xml" Id="R59a6999bebb24c3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e5c91375919b4a48" /><Relationship Type="http://schemas.openxmlformats.org/officeDocument/2006/relationships/notesMaster" Target="/ppt/notesMasters/notesMaster1.xml" Id="Rb75a3d033f704c6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e3cec35e08045e0" /><Relationship Type="http://schemas.openxmlformats.org/officeDocument/2006/relationships/notesMaster" Target="/ppt/notesMasters/notesMaster1.xml" Id="Rd9c894d610be489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5f27fa82994447f8" /><Relationship Type="http://schemas.openxmlformats.org/officeDocument/2006/relationships/notesMaster" Target="/ppt/notesMasters/notesMaster1.xml" Id="Rb3ed05d1d0264715"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e4e30d066ee4f86" /><Relationship Type="http://schemas.openxmlformats.org/officeDocument/2006/relationships/notesMaster" Target="/ppt/notesMasters/notesMaster1.xml" Id="Rc376dde25f6545cf"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d081378d3e9c45bc" /><Relationship Type="http://schemas.openxmlformats.org/officeDocument/2006/relationships/notesMaster" Target="/ppt/notesMasters/notesMaster1.xml" Id="R673a4c88e4394b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이전 S07 삽화의 파일/provenance는 prototype/image-illustration-pilot/assets/S07.png 및 PROMPTS.md에 보존한다. 현행 화면은 같은 자료·수집 주체·결과를 연결하는 Native 도식이며 과거 삽화를 실행 화면으로 재사용하지 않는다.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Q&amp;A와 교육 마무리</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979a84b2e74f5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c388643c2034e2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9935dc7f984b7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518b05706eb4a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8ad28b432840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5f2b3922df46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E41242-5E7E-4EDA-A957-A353022E8CB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1E837FA-76BE-40B0-ABA1-00AE1740D1F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77A26E4-41C2-47C0-9CC2-40FAB148F06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8F988B-A4A5-4985-8576-D88E5F8765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B6A5041-C347-4F87-9904-36623D07111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7D99F3C-27BC-441E-8710-D48903203B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F2E7EE-09DB-4DEA-A3F6-1873CFDE99C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4241B3-466F-4B86-AF8F-8F72A68C2B9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D88E2E-6000-4B7D-8FE9-02A09927DB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68403A-0C18-4666-837D-8C1B103A65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1edc3280b9405a" /><Relationship Type="http://schemas.openxmlformats.org/officeDocument/2006/relationships/slideLayout" Target="/ppt/slideLayouts/slideLayout1.xml" Id="R372f52c1eae74c7d" /><Relationship Type="http://schemas.openxmlformats.org/officeDocument/2006/relationships/slideLayout" Target="/ppt/slideLayouts/slideLayout2.xml" Id="R6a52f3ebbb6b4fe9" /><Relationship Type="http://schemas.openxmlformats.org/officeDocument/2006/relationships/slideLayout" Target="/ppt/slideLayouts/slideLayout3.xml" Id="Rbefe40232acd41cc" /><Relationship Type="http://schemas.openxmlformats.org/officeDocument/2006/relationships/slideLayout" Target="/ppt/slideLayouts/slideLayout4.xml" Id="Rf49774d08651402c" /><Relationship Type="http://schemas.openxmlformats.org/officeDocument/2006/relationships/slideLayout" Target="/ppt/slideLayouts/slideLayout5.xml" Id="Rd66beab92068410a" /><Relationship Type="http://schemas.openxmlformats.org/officeDocument/2006/relationships/slideLayout" Target="/ppt/slideLayouts/slideLayout6.xml" Id="R766bfaa0ded3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2f52c1eae74c7d"/>
    <p:sldLayoutId xmlns:r="http://schemas.openxmlformats.org/officeDocument/2006/relationships" id="2147483650" r:id="R6a52f3ebbb6b4fe9"/>
    <p:sldLayoutId xmlns:r="http://schemas.openxmlformats.org/officeDocument/2006/relationships" id="2147483651" r:id="Rbefe40232acd41cc"/>
    <p:sldLayoutId xmlns:r="http://schemas.openxmlformats.org/officeDocument/2006/relationships" id="2147483652" r:id="Rf49774d08651402c"/>
    <p:sldLayoutId xmlns:r="http://schemas.openxmlformats.org/officeDocument/2006/relationships" id="2147483653" r:id="Rd66beab92068410a"/>
    <p:sldLayoutId xmlns:r="http://schemas.openxmlformats.org/officeDocument/2006/relationships" id="2147483654" r:id="R766bfaa0ded3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596bf4ce7e4043" /><Relationship Type="http://schemas.openxmlformats.org/officeDocument/2006/relationships/image" Target="/ppt/media/image.png" Id="Raedb3725938e4d90" /><Relationship Type="http://schemas.openxmlformats.org/officeDocument/2006/relationships/notesSlide" Target="/ppt/notesSlides/notesSlide1.xml" Id="R71c0ea73810b4a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4f3b37406fe40e3" /><Relationship Type="http://schemas.openxmlformats.org/officeDocument/2006/relationships/notesSlide" Target="/ppt/notesSlides/notesSlide2.xml" Id="R2a0030f01dde4e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f7d4cbbe26f4ed9" /><Relationship Type="http://schemas.openxmlformats.org/officeDocument/2006/relationships/notesSlide" Target="/ppt/notesSlides/notesSlide3.xml" Id="R3494d9806f4a4a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90e87727f046aa" /><Relationship Type="http://schemas.openxmlformats.org/officeDocument/2006/relationships/image" Target="/ppt/media/image2.png" Id="R569a11aefc594892" /><Relationship Type="http://schemas.openxmlformats.org/officeDocument/2006/relationships/notesSlide" Target="/ppt/notesSlides/notesSlide4.xml" Id="R90673338ba1a4a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f5bbadbb724dfb" /><Relationship Type="http://schemas.openxmlformats.org/officeDocument/2006/relationships/notesSlide" Target="/ppt/notesSlides/notesSlide5.xml" Id="R7c793425b26447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59a1aab6e034c58" /><Relationship Type="http://schemas.openxmlformats.org/officeDocument/2006/relationships/notesSlide" Target="/ppt/notesSlides/notesSlide6.xml" Id="R5c096213acd44d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f51276564a454a" /><Relationship Type="http://schemas.openxmlformats.org/officeDocument/2006/relationships/notesSlide" Target="/ppt/notesSlides/notesSlide7.xml" Id="R6d0aa0ed5b3042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f274855ceeb4e2e" /><Relationship Type="http://schemas.openxmlformats.org/officeDocument/2006/relationships/notesSlide" Target="/ppt/notesSlides/notesSlide8.xml" Id="Rb8fcc070f5b147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13de2e1ebd34575" /><Relationship Type="http://schemas.openxmlformats.org/officeDocument/2006/relationships/notesSlide" Target="/ppt/notesSlides/notesSlide9.xml" Id="R6f545cd7ac3f4ec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9c63ccf83f84d69" /><Relationship Type="http://schemas.openxmlformats.org/officeDocument/2006/relationships/notesSlide" Target="/ppt/notesSlides/notesSlide10.xml" Id="R10da4c18ac3640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a2787c16d8944ed" /><Relationship Type="http://schemas.openxmlformats.org/officeDocument/2006/relationships/notesSlide" Target="/ppt/notesSlides/notesSlide11.xml" Id="R90d347a2eab943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40907a3fe5e49a4" /><Relationship Type="http://schemas.openxmlformats.org/officeDocument/2006/relationships/image" Target="/ppt/media/image3.png" Id="R88e972a58bff4571" /><Relationship Type="http://schemas.openxmlformats.org/officeDocument/2006/relationships/image" Target="/ppt/media/image4.png" Id="R0592ce6a0dd44cae" /><Relationship Type="http://schemas.openxmlformats.org/officeDocument/2006/relationships/image" Target="/ppt/media/image5.png" Id="R2349bd0bef9442cf" /><Relationship Type="http://schemas.openxmlformats.org/officeDocument/2006/relationships/notesSlide" Target="/ppt/notesSlides/notesSlide12.xml" Id="Rd80ddb585ca545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180fd92eac448ff" /><Relationship Type="http://schemas.openxmlformats.org/officeDocument/2006/relationships/notesSlide" Target="/ppt/notesSlides/notesSlide13.xml" Id="R79071eb15bed4a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5a1e335cb284a5f" /><Relationship Type="http://schemas.openxmlformats.org/officeDocument/2006/relationships/image" Target="/ppt/media/image6.png" Id="R43a59968066a4af3" /><Relationship Type="http://schemas.openxmlformats.org/officeDocument/2006/relationships/image" Target="/ppt/media/image7.png" Id="R755f50b1a55c4d7a" /><Relationship Type="http://schemas.openxmlformats.org/officeDocument/2006/relationships/image" Target="/ppt/media/image8.png" Id="Raa56860711d74dfb" /><Relationship Type="http://schemas.openxmlformats.org/officeDocument/2006/relationships/notesSlide" Target="/ppt/notesSlides/notesSlide14.xml" Id="Rfe4e219d10e14f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fe1f3d0a26c47b5" /><Relationship Type="http://schemas.openxmlformats.org/officeDocument/2006/relationships/image" Target="/ppt/media/image9.png" Id="Re9a00db166c14c42" /><Relationship Type="http://schemas.openxmlformats.org/officeDocument/2006/relationships/notesSlide" Target="/ppt/notesSlides/notesSlide15.xml" Id="R1fc51cc7b2134d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2af9f1041af43cd" /><Relationship Type="http://schemas.openxmlformats.org/officeDocument/2006/relationships/image" Target="/ppt/media/image10.png" Id="R26942649089645d1" /><Relationship Type="http://schemas.openxmlformats.org/officeDocument/2006/relationships/notesSlide" Target="/ppt/notesSlides/notesSlide16.xml" Id="R6e258a94c6ae44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345e22bd2f6483b" /><Relationship Type="http://schemas.openxmlformats.org/officeDocument/2006/relationships/notesSlide" Target="/ppt/notesSlides/notesSlide17.xml" Id="R4333508770694d1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11908c911c04d31" /><Relationship Type="http://schemas.openxmlformats.org/officeDocument/2006/relationships/notesSlide" Target="/ppt/notesSlides/notesSlide18.xml" Id="Rb28b5c6ca89a47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a0fda46795f4a27" /><Relationship Type="http://schemas.openxmlformats.org/officeDocument/2006/relationships/notesSlide" Target="/ppt/notesSlides/notesSlide19.xml" Id="Ra33a44025e9e4d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d0912ad9e41417f" /><Relationship Type="http://schemas.openxmlformats.org/officeDocument/2006/relationships/notesSlide" Target="/ppt/notesSlides/notesSlide20.xml" Id="R06125f973a2d44d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330b6684cb148df" /><Relationship Type="http://schemas.openxmlformats.org/officeDocument/2006/relationships/notesSlide" Target="/ppt/notesSlides/notesSlide21.xml" Id="Rc07d89dbf6d0439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a771c091df04148" /><Relationship Type="http://schemas.openxmlformats.org/officeDocument/2006/relationships/notesSlide" Target="/ppt/notesSlides/notesSlide22.xml" Id="Ra19be8d3603947e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ba45abcd2f441af" /><Relationship Type="http://schemas.openxmlformats.org/officeDocument/2006/relationships/notesSlide" Target="/ppt/notesSlides/notesSlide23.xml" Id="R97ffbc290d834aa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92ddd59414a44cf" /><Relationship Type="http://schemas.openxmlformats.org/officeDocument/2006/relationships/notesSlide" Target="/ppt/notesSlides/notesSlide24.xml" Id="R52afe6f154a14a1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095bc3c6fc4407a" /><Relationship Type="http://schemas.openxmlformats.org/officeDocument/2006/relationships/notesSlide" Target="/ppt/notesSlides/notesSlide25.xml" Id="Rc76e7e41d611466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4d37be42ba1402d" /><Relationship Type="http://schemas.openxmlformats.org/officeDocument/2006/relationships/notesSlide" Target="/ppt/notesSlides/notesSlide26.xml" Id="Rbe2974a7a6654fb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a0a2a22318d4bd1" /><Relationship Type="http://schemas.openxmlformats.org/officeDocument/2006/relationships/notesSlide" Target="/ppt/notesSlides/notesSlide27.xml" Id="R12c622e14ad7436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e729fe5cf2d4c52" /><Relationship Type="http://schemas.openxmlformats.org/officeDocument/2006/relationships/notesSlide" Target="/ppt/notesSlides/notesSlide28.xml" Id="R3ac9c5d9f4af446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c305b4880514fba" /><Relationship Type="http://schemas.openxmlformats.org/officeDocument/2006/relationships/notesSlide" Target="/ppt/notesSlides/notesSlide29.xml" Id="R7e4d88209460480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b0f477940c24dd2" /><Relationship Type="http://schemas.openxmlformats.org/officeDocument/2006/relationships/notesSlide" Target="/ppt/notesSlides/notesSlide30.xml" Id="Rcae934dc961548f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b3b14c98e31491c" /><Relationship Type="http://schemas.openxmlformats.org/officeDocument/2006/relationships/notesSlide" Target="/ppt/notesSlides/notesSlide31.xml" Id="R6f092441ed5b42b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2810105d7e646a6" /><Relationship Type="http://schemas.openxmlformats.org/officeDocument/2006/relationships/notesSlide" Target="/ppt/notesSlides/notesSlide32.xml" Id="R876e7adef9854d9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85876e9b7064cfb" /><Relationship Type="http://schemas.openxmlformats.org/officeDocument/2006/relationships/notesSlide" Target="/ppt/notesSlides/notesSlide33.xml" Id="Rfee688209aeb4d0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b2b110efcd24633" /><Relationship Type="http://schemas.openxmlformats.org/officeDocument/2006/relationships/notesSlide" Target="/ppt/notesSlides/notesSlide34.xml" Id="R1fe8b2259a1749d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7a213d83d4f49ac" /><Relationship Type="http://schemas.openxmlformats.org/officeDocument/2006/relationships/notesSlide" Target="/ppt/notesSlides/notesSlide35.xml" Id="R93acc03134c648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4b096322046411a" /><Relationship Type="http://schemas.openxmlformats.org/officeDocument/2006/relationships/notesSlide" Target="/ppt/notesSlides/notesSlide36.xml" Id="R46a8cba69fda4f9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092787ec1bd4866" /><Relationship Type="http://schemas.openxmlformats.org/officeDocument/2006/relationships/notesSlide" Target="/ppt/notesSlides/notesSlide37.xml" Id="Re43f7a96622d4c9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e4fd37cce154951" /><Relationship Type="http://schemas.openxmlformats.org/officeDocument/2006/relationships/image" Target="/ppt/media/image11.png" Id="R4fe974498c2a470f" /><Relationship Type="http://schemas.openxmlformats.org/officeDocument/2006/relationships/image" Target="/ppt/media/image12.png" Id="R74df3e654dc94ee8" /><Relationship Type="http://schemas.openxmlformats.org/officeDocument/2006/relationships/notesSlide" Target="/ppt/notesSlides/notesSlide38.xml" Id="R7927db3b89eb438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a9c6f1d83cd4c91" /><Relationship Type="http://schemas.openxmlformats.org/officeDocument/2006/relationships/image" Target="/ppt/media/image13.png" Id="Rc48e95e5f09e4974" /><Relationship Type="http://schemas.openxmlformats.org/officeDocument/2006/relationships/notesSlide" Target="/ppt/notesSlides/notesSlide39.xml" Id="R0e23e3e55ad9476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46c12410e0d44e8" /><Relationship Type="http://schemas.openxmlformats.org/officeDocument/2006/relationships/notesSlide" Target="/ppt/notesSlides/notesSlide40.xml" Id="R9c38f4260808470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cbcda029074459e" /><Relationship Type="http://schemas.openxmlformats.org/officeDocument/2006/relationships/notesSlide" Target="/ppt/notesSlides/notesSlide41.xml" Id="R4f0f4809c80b466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5436cba14b64c87" /><Relationship Type="http://schemas.openxmlformats.org/officeDocument/2006/relationships/notesSlide" Target="/ppt/notesSlides/notesSlide42.xml" Id="R0b5d0ae970f3470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8916220b38c4d1c" /><Relationship Type="http://schemas.openxmlformats.org/officeDocument/2006/relationships/notesSlide" Target="/ppt/notesSlides/notesSlide43.xml" Id="R9855a2a07b594d6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4f661a4d0104683" /><Relationship Type="http://schemas.openxmlformats.org/officeDocument/2006/relationships/notesSlide" Target="/ppt/notesSlides/notesSlide44.xml" Id="Rbc185cf92f884c3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ded569a2146482f" /><Relationship Type="http://schemas.openxmlformats.org/officeDocument/2006/relationships/notesSlide" Target="/ppt/notesSlides/notesSlide45.xml" Id="Rcef9f093bc84453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4befa5d69484ae3" /><Relationship Type="http://schemas.openxmlformats.org/officeDocument/2006/relationships/notesSlide" Target="/ppt/notesSlides/notesSlide46.xml" Id="R3082a37f927a47b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8149b3649cc4626" /><Relationship Type="http://schemas.openxmlformats.org/officeDocument/2006/relationships/notesSlide" Target="/ppt/notesSlides/notesSlide47.xml" Id="R3df33d62e912426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31b69986170464b" /><Relationship Type="http://schemas.openxmlformats.org/officeDocument/2006/relationships/notesSlide" Target="/ppt/notesSlides/notesSlide48.xml" Id="R550ec5559794494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af65e1c9cf64e99" /><Relationship Type="http://schemas.openxmlformats.org/officeDocument/2006/relationships/notesSlide" Target="/ppt/notesSlides/notesSlide49.xml" Id="R3d52c1d75ed5422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9d4f88f03f943ae" /><Relationship Type="http://schemas.openxmlformats.org/officeDocument/2006/relationships/notesSlide" Target="/ppt/notesSlides/notesSlide50.xml" Id="R9d3e3c19b3544e6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da438b717374f1d" /><Relationship Type="http://schemas.openxmlformats.org/officeDocument/2006/relationships/notesSlide" Target="/ppt/notesSlides/notesSlide51.xml" Id="Ra5f6102ee91c4bf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7e870433d2242d6" /><Relationship Type="http://schemas.openxmlformats.org/officeDocument/2006/relationships/notesSlide" Target="/ppt/notesSlides/notesSlide52.xml" Id="R7caa24c3d927409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5a98c5719844332" /><Relationship Type="http://schemas.openxmlformats.org/officeDocument/2006/relationships/image" Target="/ppt/media/image14.png" Id="Rf00d8346cd0f4e25" /><Relationship Type="http://schemas.openxmlformats.org/officeDocument/2006/relationships/image" Target="/ppt/media/image15.png" Id="R2e97b4c2b0874129" /><Relationship Type="http://schemas.openxmlformats.org/officeDocument/2006/relationships/notesSlide" Target="/ppt/notesSlides/notesSlide53.xml" Id="R4ba341c6b22d46b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c37984c81fe4202" /><Relationship Type="http://schemas.openxmlformats.org/officeDocument/2006/relationships/notesSlide" Target="/ppt/notesSlides/notesSlide54.xml" Id="Rd3343b34a3d64f2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b823044f4124ebe" /><Relationship Type="http://schemas.openxmlformats.org/officeDocument/2006/relationships/notesSlide" Target="/ppt/notesSlides/notesSlide55.xml" Id="Ra71c77eae14740d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aa403eef1964637" /><Relationship Type="http://schemas.openxmlformats.org/officeDocument/2006/relationships/notesSlide" Target="/ppt/notesSlides/notesSlide56.xml" Id="Ra79b4c3b48a3486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0ec6acef51343f2" /><Relationship Type="http://schemas.openxmlformats.org/officeDocument/2006/relationships/notesSlide" Target="/ppt/notesSlides/notesSlide57.xml" Id="Rbda2b2c1cab346c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01b3102fa754c85" /><Relationship Type="http://schemas.openxmlformats.org/officeDocument/2006/relationships/notesSlide" Target="/ppt/notesSlides/notesSlide58.xml" Id="R3cc0ceefa44249d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1306286fcae4254" /><Relationship Type="http://schemas.openxmlformats.org/officeDocument/2006/relationships/notesSlide" Target="/ppt/notesSlides/notesSlide59.xml" Id="R07949ae53a6645fc"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e8a1146ecdb4249" /><Relationship Type="http://schemas.openxmlformats.org/officeDocument/2006/relationships/notesSlide" Target="/ppt/notesSlides/notesSlide60.xml" Id="R3236b91bcb894fe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5bade59156f4377" /><Relationship Type="http://schemas.openxmlformats.org/officeDocument/2006/relationships/chart" Target="/ppt/slides/charts/chart1.xml" Id="Rc8fdd9c5cc1c4745" /><Relationship Type="http://schemas.openxmlformats.org/officeDocument/2006/relationships/notesSlide" Target="/ppt/notesSlides/notesSlide61.xml" Id="Rb43ac17d4cda4c8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044564bb0724ed6" /><Relationship Type="http://schemas.openxmlformats.org/officeDocument/2006/relationships/notesSlide" Target="/ppt/notesSlides/notesSlide62.xml" Id="R3012c2285f614f8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f36a06267e9b4422" /><Relationship Type="http://schemas.openxmlformats.org/officeDocument/2006/relationships/notesSlide" Target="/ppt/notesSlides/notesSlide63.xml" Id="R0c88a017c510437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6b31fbbb03d547f8" /><Relationship Type="http://schemas.openxmlformats.org/officeDocument/2006/relationships/notesSlide" Target="/ppt/notesSlides/notesSlide64.xml" Id="R6c43e1e8a310408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c5fb0ab0d8d4bbe" /><Relationship Type="http://schemas.openxmlformats.org/officeDocument/2006/relationships/notesSlide" Target="/ppt/notesSlides/notesSlide65.xml" Id="R92a06b5091fe4e6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d7ae9046ed74c3a" /><Relationship Type="http://schemas.openxmlformats.org/officeDocument/2006/relationships/notesSlide" Target="/ppt/notesSlides/notesSlide66.xml" Id="R42023c4adf5946a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4cc390035ae4e1a" /><Relationship Type="http://schemas.openxmlformats.org/officeDocument/2006/relationships/notesSlide" Target="/ppt/notesSlides/notesSlide67.xml" Id="Re27b0070bade45e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8447cadd4e954887" /><Relationship Type="http://schemas.openxmlformats.org/officeDocument/2006/relationships/notesSlide" Target="/ppt/notesSlides/notesSlide68.xml" Id="R5c76ce01177f45c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ef767ec1c654bf7" /><Relationship Type="http://schemas.openxmlformats.org/officeDocument/2006/relationships/image" Target="/ppt/media/image16.png" Id="R5ac0f113d5434f00" /><Relationship Type="http://schemas.openxmlformats.org/officeDocument/2006/relationships/notesSlide" Target="/ppt/notesSlides/notesSlide69.xml" Id="Rb9408954158a430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7beaf88a8ff5451b" /><Relationship Type="http://schemas.openxmlformats.org/officeDocument/2006/relationships/notesSlide" Target="/ppt/notesSlides/notesSlide70.xml" Id="Rc17984d5d7514b2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140860911f6545a4" /><Relationship Type="http://schemas.openxmlformats.org/officeDocument/2006/relationships/notesSlide" Target="/ppt/notesSlides/notesSlide71.xml" Id="R830eb28d07d240c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00fc4321eee4ba3" /><Relationship Type="http://schemas.openxmlformats.org/officeDocument/2006/relationships/notesSlide" Target="/ppt/notesSlides/notesSlide72.xml" Id="R0648ba7fc2c0477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f1f3643ef5184ae3" /><Relationship Type="http://schemas.openxmlformats.org/officeDocument/2006/relationships/notesSlide" Target="/ppt/notesSlides/notesSlide73.xml" Id="R60344167a4e24fe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1a24043dcf304c21" /><Relationship Type="http://schemas.openxmlformats.org/officeDocument/2006/relationships/notesSlide" Target="/ppt/notesSlides/notesSlide74.xml" Id="R021a51eca84c4c6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6475388cc754461" /><Relationship Type="http://schemas.openxmlformats.org/officeDocument/2006/relationships/notesSlide" Target="/ppt/notesSlides/notesSlide75.xml" Id="Ra0623310637b43e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0b5b332da22b4523" /><Relationship Type="http://schemas.openxmlformats.org/officeDocument/2006/relationships/notesSlide" Target="/ppt/notesSlides/notesSlide76.xml" Id="Rb001308cb74f45f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cf5e1cc1d0a48d1" /><Relationship Type="http://schemas.openxmlformats.org/officeDocument/2006/relationships/notesSlide" Target="/ppt/notesSlides/notesSlide77.xml" Id="R3d8473c81b7840a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b0feea625e93446a" /><Relationship Type="http://schemas.openxmlformats.org/officeDocument/2006/relationships/notesSlide" Target="/ppt/notesSlides/notesSlide78.xml" Id="R6c45669211b7486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6b7cf69a5dd4c94" /><Relationship Type="http://schemas.openxmlformats.org/officeDocument/2006/relationships/notesSlide" Target="/ppt/notesSlides/notesSlide79.xml" Id="R602abacea00c431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2a5452c07c94ee8" /><Relationship Type="http://schemas.openxmlformats.org/officeDocument/2006/relationships/notesSlide" Target="/ppt/notesSlides/notesSlide80.xml" Id="R1d3ea88b35d94a1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6925f96d7d74935" /><Relationship Type="http://schemas.openxmlformats.org/officeDocument/2006/relationships/notesSlide" Target="/ppt/notesSlides/notesSlide81.xml" Id="Rf8f8f1069102432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76af127339974c65" /><Relationship Type="http://schemas.openxmlformats.org/officeDocument/2006/relationships/notesSlide" Target="/ppt/notesSlides/notesSlide82.xml" Id="Rcf3928da654f4ff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b18c3a14a6d40a5" /><Relationship Type="http://schemas.openxmlformats.org/officeDocument/2006/relationships/notesSlide" Target="/ppt/notesSlides/notesSlide83.xml" Id="Rba2fb71bcfc5438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d625c2ccdb804f05" /><Relationship Type="http://schemas.openxmlformats.org/officeDocument/2006/relationships/notesSlide" Target="/ppt/notesSlides/notesSlide84.xml" Id="Rd0f5ea82f00446d1"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43e700a311eb45d4" /><Relationship Type="http://schemas.openxmlformats.org/officeDocument/2006/relationships/notesSlide" Target="/ppt/notesSlides/notesSlide85.xml" Id="Re87deaeaf411413e"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048ac255a4e4bbd" /><Relationship Type="http://schemas.openxmlformats.org/officeDocument/2006/relationships/notesSlide" Target="/ppt/notesSlides/notesSlide86.xml" Id="Rb058f46e91574277"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eed095673fea46ae" /><Relationship Type="http://schemas.openxmlformats.org/officeDocument/2006/relationships/notesSlide" Target="/ppt/notesSlides/notesSlide87.xml" Id="R07353c1b59f6443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cba656339eb4d96" /><Relationship Type="http://schemas.openxmlformats.org/officeDocument/2006/relationships/image" Target="/ppt/media/image17.png" Id="R6379c6a7bfa04fc8" /><Relationship Type="http://schemas.openxmlformats.org/officeDocument/2006/relationships/notesSlide" Target="/ppt/notesSlides/notesSlide88.xml" Id="Rb7711bcaa169478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9164fdb13a404db6" /><Relationship Type="http://schemas.openxmlformats.org/officeDocument/2006/relationships/notesSlide" Target="/ppt/notesSlides/notesSlide89.xml" Id="R7ca5dae1e4c9405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8fc602958d154936" /><Relationship Type="http://schemas.openxmlformats.org/officeDocument/2006/relationships/notesSlide" Target="/ppt/notesSlides/notesSlide90.xml" Id="R0e56c6a5ce08479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c14705a56789491a" /><Relationship Type="http://schemas.openxmlformats.org/officeDocument/2006/relationships/notesSlide" Target="/ppt/notesSlides/notesSlide91.xml" Id="R06cd5a665f5a4fb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c24bd701e1504109" /><Relationship Type="http://schemas.openxmlformats.org/officeDocument/2006/relationships/notesSlide" Target="/ppt/notesSlides/notesSlide92.xml" Id="R77a22c8d23a4497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9b34723c6e7d442f" /><Relationship Type="http://schemas.openxmlformats.org/officeDocument/2006/relationships/notesSlide" Target="/ppt/notesSlides/notesSlide93.xml" Id="R0ff9d379a5f046c4"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14bd6ce8229e4ce1" /><Relationship Type="http://schemas.openxmlformats.org/officeDocument/2006/relationships/notesSlide" Target="/ppt/notesSlides/notesSlide94.xml" Id="Rf7376390382f479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406a981ab9ff4e0d" /><Relationship Type="http://schemas.openxmlformats.org/officeDocument/2006/relationships/notesSlide" Target="/ppt/notesSlides/notesSlide95.xml" Id="R51c73df7dad04df6"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06c74ecf21aa40fc" /><Relationship Type="http://schemas.openxmlformats.org/officeDocument/2006/relationships/notesSlide" Target="/ppt/notesSlides/notesSlide96.xml" Id="R38b23f97f92b4c3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eef097a6e46a4ccc" /><Relationship Type="http://schemas.openxmlformats.org/officeDocument/2006/relationships/notesSlide" Target="/ppt/notesSlides/notesSlide97.xml" Id="R18659a864de045dc"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378c3b95118f41e7" /><Relationship Type="http://schemas.openxmlformats.org/officeDocument/2006/relationships/notesSlide" Target="/ppt/notesSlides/notesSlide98.xml" Id="R358f593febf746b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d4d85c453a8f4b5b" /><Relationship Type="http://schemas.openxmlformats.org/officeDocument/2006/relationships/notesSlide" Target="/ppt/notesSlides/notesSlide99.xml" Id="R865aca0c8b7c434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F3946C7-6CCA-4BC4-9811-38EA83B5FA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8FD1E31-6006-4F43-930C-309CD8C05F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B74AA88-8B62-4DAD-9D7D-ECE262556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BEF8474B-A498-48EB-80B0-9C2154A5AC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6AE75B7-D0D7-41F4-83CF-4211D7E7A8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1F19358-A58D-4F9B-A08D-37CEF939D6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66D4E17B-CA06-4C0B-B98C-395DDE82A89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BB45158B-DAD1-4D3B-88F1-B3CD327FFB90}"/>
              </a:ext>
            </a:extLst>
          </p:cNvPr>
          <p:cNvPicPr>
            <a:picLocks xmlns:a="http://schemas.openxmlformats.org/drawingml/2006/main" noChangeAspect="1"/>
          </p:cNvPicPr>
          <p:nvPr/>
        </p:nvPicPr>
        <p:blipFill>
          <a:blip xmlns:r="http://schemas.openxmlformats.org/officeDocument/2006/relationships" xmlns:a="http://schemas.openxmlformats.org/drawingml/2006/main" r:embed="Raedb3725938e4d9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77B50A3-1CF5-4344-82C9-03601ED5CC1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D6CD5ACE-EEF1-4823-AD28-240A9BAA27EA}"/>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3F2C969-ADF5-4A34-9736-3FF08A69AC7C}"/>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C19AE36A-F4D2-4EEE-9321-2C341DED96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1670222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10088E5C-0BCA-4DA3-82DD-D21822F66C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2757019D-2ACC-447D-89CE-F87AEDBC61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F3A7039-95E1-4E68-8CC5-3F1774AF6F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F1BDF96-9A65-4D15-B417-05BDD6126C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3076CE3E-D7AA-40C2-9A18-96FB0AC2CA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16D36B2-4EAE-4F82-B430-FAA9919A94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AE79695E-1A5C-4569-865B-8C262BA1078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04938CB-7BEC-4922-AE46-B7B6ED9D216C}"/>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22B7AE0-108B-4073-991C-51A869D14FE1}"/>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442A486-C474-4DA6-B388-5F3040C651C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EFF46C1-BE47-4B80-BC71-00B5E68B919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1D9D983D-19F5-4404-A9AC-072B5D715DC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7ABA6F53-2A67-402E-8CB9-33C8F5D8077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7EE78A7-B6BE-4896-8CF0-FDD7F433423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16B2041-A4C9-4F7D-BEBE-39A460D957A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6BEFC3-3FDB-4AB2-88CC-8C885A8B7F4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94E26CC-4660-49EA-A1C7-0202DC2E9CD4}"/>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17DE438-60D7-4501-8495-65B5A3CDEF11}"/>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D7C4103-A1A8-4880-888B-5296025BE9E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E73ECDB-A51C-480B-8D5C-8ED54418EEA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D93EC5B-3265-4A73-822F-6A76ABF9815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4A7AC361-5D65-48AC-B29A-E7ABC032BCA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871C096-F9A1-48DC-A0EA-1E722763232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5B9F8F82-4EC3-4960-A3DE-2A69D7E7E74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3CA9C36-B554-40B3-853B-096F579C381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09F3E06-9EA7-4E4B-A0F3-FD3EBF7BCA32}"/>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3092135-8DAF-4420-8856-F7669E432DD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EE3869B5-9758-491A-B1D4-C307131548B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BA8A1D8A-CCFE-492E-8546-006ED80240DB}"/>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8DFC050-D81F-469A-987B-9D535932D41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EC732130-61DE-40CE-BD62-12DC7EA15B3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4FF77B85-4935-4537-834C-F4363E87907B}"/>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D2F0F4CD-BA4B-4FFF-9D38-01E6B984B308}"/>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61520BDE-A580-4DA0-B5BA-F833416A980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B5F19913-B010-4FA3-A24F-013794BF60D2}"/>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FF6A973-BA6C-40A4-8186-33E672098214}"/>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1503368-3631-4938-89A4-1145FCF07A1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47EE205-74CD-4DB2-974F-52823998FA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2578568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31EBA735-C28B-465B-930B-96E61BCF14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C13671C-31AC-4DFC-A955-FDC9D9F45C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507C7E9-1426-46F4-A1F9-12270BA888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7CC11EC7-FC8A-40EC-9069-8EE6A7DF87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1B0DDA5-A672-4392-85EE-4A052072F8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8387828-58B6-4D02-80E6-B87EA8D774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58D9B57-3920-49C9-B52C-1EF42166932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8384A84-4699-4713-BA27-746F0EB62490}"/>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96694C5-3B69-4DC5-88F8-A64AD0B73B8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89117CB8-14EE-4665-8483-73ABCBD19D9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45EEAAD-297B-4B72-ADFC-1955553BEF7D}"/>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1BF4C58-B52C-4833-8EF0-AC3A6D83F65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7DE030C-D676-4976-A8AB-307F693EBDB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8C4D9760-4D2A-4B36-831F-10DC60BFC273}"/>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38CB50EC-2C94-4E77-9BE3-A38E26FA6253}"/>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0ED293C-02F9-40BC-A35A-779295B20C74}"/>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3BF06D3-5FC9-4EAD-9F3C-9B4B28A5F4CC}"/>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E7F0196E-9D6D-4A70-B863-DAE71A365358}"/>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CD21DE25-FD98-48D5-9D59-BDCAF789A01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1DAD6F9-35C6-4D3E-B57D-7522222A79F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6F00EF8-3F06-4345-977D-534180FDC16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1B16966C-39CA-4235-BBDC-87B161680B5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9AA3168D-5B16-4A2D-9AE6-0A0E6AAEB15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B5108B1E-AC27-4001-938F-064ED7C01249}"/>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D06234C-E2E0-4BBB-BDB9-4506237E953F}"/>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6C585980-74E7-46B4-92B2-B5E7D8E3DC0A}"/>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D50B6BBA-7699-41B8-BB85-5C2FA6E4691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0C4F12C-C086-4350-8907-D1AA0F6EF469}"/>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F729AD0C-2194-402B-BC6B-8BE2381979D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3334254-AC4C-4F4F-9656-43DCD6965701}"/>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966D045-BF99-4D4B-BB34-8F150CFECC4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F2C1478E-DDD9-4F0D-B6B6-0245DA67E0FE}"/>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68D3BFE-52EC-4958-BB95-7957CBBEBF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77214172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B802DDD2-B010-4147-9C96-2C8BD6DE64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66996BF-5E00-441C-A2C2-2BA9FE337D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14CCB9FE-C6A6-4E3A-9F6B-0B145D2E77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418FD041-B605-480B-9C3C-59C062AC2C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AAD62A36-6FE2-4B26-B08A-CA032E4DB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806C932-6096-44DE-8957-4EC5A83E3B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2E359124-4F91-4C38-A7E7-B88ADCA6817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E9EF0E2F-AED8-479F-8058-4DE53A8F193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765F427-4761-4B22-A112-5A3B1B67241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DEEDFC2-970D-4B5A-B85A-C810E6B309D9}"/>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A55BEB8C-98E8-452F-B893-9D25EE909CF2}"/>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45C5F5A9-4BFE-40FC-BB28-FF47601EA300}"/>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C2E149AE-0B9A-4E47-A361-F122C49793C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B6704B00-E848-4921-B8FF-C326D673ADD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ACD4057-2B8F-4DDB-B3B0-DCBEAC9C88FC}"/>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5647F3A-1395-482A-9D62-48EBB0B80AA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CC6EC8B3-F930-4F1F-963A-749815B8EE1B}"/>
              </a:ext>
            </a:extLst>
          </p:cNvPr>
          <p:cNvPicPr>
            <a:picLocks xmlns:a="http://schemas.openxmlformats.org/drawingml/2006/main" noChangeAspect="1"/>
          </p:cNvPicPr>
          <p:nvPr/>
        </p:nvPicPr>
        <p:blipFill>
          <a:blip xmlns:r="http://schemas.openxmlformats.org/officeDocument/2006/relationships" xmlns:a="http://schemas.openxmlformats.org/drawingml/2006/main" r:embed="R569a11aefc594892"/>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61B3D83F-E977-4384-A4D2-6A8EE09C4C0D}"/>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6C9CC8BC-0B8A-4BB8-B4F0-B2A5D09009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449958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687CA64C-9DB1-45DA-A608-F58FD120B3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CFA3C436-E78D-4887-B69A-428E50D6CF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615AD733-4F9A-4661-886D-B1D8C02A3F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9AC08A66-F9A1-4FC2-8FE6-D1BAB603DB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B0331EF5-22F1-4D02-8237-9E3E6109C0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311F128-31BE-4550-8876-3B43D49D7F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30DD4DE5-7762-4A2D-91A5-43928F04B532}"/>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EB6FDC74-8BF2-4421-B199-1754BE1FD033}"/>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39E6BB07-24CC-4764-9947-805DC1A13D4C}"/>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D62FEDF4-CDD7-46BD-A6F2-ECECFC590E96}"/>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1F62B8C6-6BC7-41D0-9356-AEF7A4B40446}"/>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5E6606-981E-4A56-A33B-177B0A0E7FB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C91E0E6C-3201-499A-8F01-F964E4C977A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0C18CF0A-D873-4731-9A61-F8652DADDC22}"/>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7429D07-DA03-48F4-ABEF-F5B5F09BC125}"/>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252A9076-86A6-4197-812A-34BCCB1CBBBD}"/>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69DDEDAF-21EF-49F2-AC38-70EA070C93D9}"/>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35300BBF-CCBB-4FD8-8A50-C6F8F4B6064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4D432FAF-BEA4-4E9E-A099-B4AA501CA4DB}"/>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7B40AE87-4DFD-413F-9F79-C2FF9F29ABB4}"/>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822F8257-8F3F-4AA1-BC04-CAE1B537C108}"/>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E0FA968-7D85-4E17-A08E-7EE9A575DAE7}"/>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442F3AA-2D01-423A-A18C-CC1A4719FADF}"/>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E0CCB47F-AC11-4D46-BAC4-77F021F4AA74}"/>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5D824765-131F-4367-BBA5-C184FAEDEDEA}"/>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E943D55-DA34-4334-A2D3-5F35D2232C79}"/>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C3D72254-F07F-489D-AF99-743FAA2D349E}"/>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6AFAC707-DE2F-409E-BF71-6AD98D21E0A8}"/>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327F11B-0013-457A-AC4C-0A96E0D3F30F}"/>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BBBD52A-59E1-4DAC-BBE8-E896153870ED}"/>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994FFBB3-BA55-4A0B-A769-F97A632D74D7}"/>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B31567A-C4A7-4B59-B5BD-199B7AA39525}"/>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39407739-2A34-4986-B253-4AB573C3596B}"/>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DD372C1F-918F-4279-AD3B-C5B6096A5A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918557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43C38329-D6E2-46CC-BF67-2BAE2E202F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8E69A3FA-F6CC-4BC5-A062-D38AF1D375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CF3A608D-3AC8-42E4-9F37-4EFB2D3C6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25996B21-DA75-4BE5-9A24-D2467F730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76A7348E-0B89-4DA0-AF96-936B60A1C4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EFBB49BF-069E-4526-BDC4-8A94B09762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57586DE0-B518-484F-9606-59AC884A53EC}"/>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3AE5641A-D97A-4C55-94B1-8486D9ACC7A7}"/>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9A9A8A2F-9B89-448B-8A77-BEF4A189136A}"/>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36A4F021-E0D6-4A75-8C54-F72CC650A00D}"/>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24758D7D-57B0-46A8-BA2B-70556DDC3A25}"/>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F15E349D-73D8-4729-B6DC-68F65F56132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524383D2-0F61-4FA4-9A79-0077C31C5C4D}"/>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470E4D0-ACDD-4CE8-A0D7-BF64A343741D}"/>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71EED25-4197-4714-880D-DBAD5B9FBEAC}"/>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B6468D9-37F4-4699-A8B4-F2B2D36DDDC5}"/>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1056F633-5423-49E2-BCD6-A73EAD85CD9F}"/>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AAC1DCDC-C3E1-4821-A4C6-3C9E46665217}"/>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B9AC594B-D7CC-4D41-BAAF-06A11E312BC8}"/>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C7DACD31-C06D-4D2D-A21F-0DA92A5FE33C}"/>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7EAE3BA0-3EF6-4664-96B2-DB30512C0F6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0087D605-FDFC-435B-9DA5-E467D1574D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184508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DF9E764B-A8D7-47FC-9F30-66D43C2108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416A6901-5B05-44B4-B58A-960292D4C3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E13E2F26-3F62-4762-997D-83296C61E5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8DD8D9CE-58C3-495C-9822-AE9DB2607B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3CB63DD6-C39C-4344-ACEC-974B270F92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C8A3BB76-80EC-4B10-8DC2-DDA88C00A7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7C937D26-0809-44AA-8B6E-15E2367A36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313D4EAE-E039-404B-9093-6390F61FC32F}"/>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64477E37-E2C9-4028-BA41-9C79081388B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04070670-70C7-4A12-B015-884A76BB5CA4}"/>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C3AEADD2-7E91-4136-8C37-5B864C97ADBC}"/>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CF6CA93B-A545-460D-AC48-FDA8D69DBE59}"/>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915E22BD-46D7-4622-A6F2-2B0AC9D1A0BD}"/>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24169BD-8775-4C62-877E-CA820DBBC78A}"/>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577E6B1A-B7E4-4080-9E1F-C0A47FAC0285}"/>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B6E22A6-7A07-4429-A1EB-EF3C6375EA81}"/>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AFADCE92-E8E3-4F64-8D08-06A52539FCDA}"/>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7B726356-3775-4CF2-9C96-053E5E19F99D}"/>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334E7E06-F32D-4998-9CF9-2014F67067EB}"/>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D4BA8059-43ED-478B-80B6-EDF04FD92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134539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2D70CDF2-D723-4576-9D3A-3462AB5C04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9F268ADE-7112-45FA-8FFF-584AF60176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180A812-6356-4D2C-9F82-43C0C8E20D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C1565E8-A7C2-45A2-A0C3-AA1F960736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BE198D7B-E191-4B1D-A516-A5EECF53C8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93957980-834B-494D-B903-4C36519F35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7F854FF-1583-4601-91FA-25B4834B16C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8263FC5C-B58B-422B-9387-349B5F4671F2}"/>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2BBB709E-491B-4C4B-AB60-16B44A8D882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D8E3B29E-5994-404D-B16C-EDF5683B3770}"/>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F454425D-CFE1-4EF9-B717-FA07CDDD2482}"/>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8A174DBF-90AC-402F-BF7B-A77F752F5E41}"/>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CB87D443-D149-405F-A6E8-76D62C7AB355}"/>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75F630-25B2-4A1C-8D93-2A43318E9A3F}"/>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E321D4E5-A6B0-40D6-9407-5EEA00856901}"/>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384EB164-7FDD-4CB0-8569-B000140F6DD3}"/>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574D7C99-BC75-4E0A-A20F-315036B94FAD}"/>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EE0101E8-20BC-46CF-BFEB-279AC7CFB07C}"/>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2BD85A8-FBA0-499F-A10A-7230065D4256}"/>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82E349C-52A4-4D81-B5CE-AEF4564A1B32}"/>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6E3A2A79-2514-4A7E-970C-178894A24E0A}"/>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24B0BB87-DB12-4F9A-89DB-96EA8A11343D}"/>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75D52859-FD7C-4E7E-A049-2AB06EFC86DA}"/>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D14155E1-73D7-44FA-BA74-BA9C5F6B23B4}"/>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7AADDEC8-3928-40B7-BA49-C862DA74F7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8803207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사람의 자료 선택·전달">
            <a:extLst xmlns:a="http://schemas.openxmlformats.org/drawingml/2006/main">
              <a:ext uri="{FF2B5EF4-FFF2-40B4-BE49-F238E27FC236}">
                <a16:creationId xmlns:a16="http://schemas.microsoft.com/office/drawing/2014/main" id="{9DF672F2-7DD4-491E-A4A3-CB26AC1803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FBDF70FE-C422-4BC2-8CFC-ECA854BF03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4E8E10EC-1222-46BA-85E7-BC2E1A1DE8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6C1A5645-D955-4C85-A0B6-49B870EB0D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66B37E46-6B65-49FC-89B5-ED50FF622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8E8FD8F9-7838-4805-9D93-84F02294E0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DCD517AA-A98D-4975-88FC-E07698B2016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sp>
        <p:nvSpPr>
          <p:cNvPr id="8" name="필요한 정보">
            <a:extLst xmlns:a="http://schemas.openxmlformats.org/drawingml/2006/main">
              <a:ext uri="{FF2B5EF4-FFF2-40B4-BE49-F238E27FC236}">
                <a16:creationId xmlns:a16="http://schemas.microsoft.com/office/drawing/2014/main" id="{F896A58D-E481-49DB-9697-AA256CAD9089}"/>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9" name="">
            <a:extLst xmlns:a="http://schemas.openxmlformats.org/drawingml/2006/main">
              <a:ext uri="{FF2B5EF4-FFF2-40B4-BE49-F238E27FC236}">
                <a16:creationId xmlns:a16="http://schemas.microsoft.com/office/drawing/2014/main" id="{E1F595ED-8D47-44A8-80D0-3D2A9B9C6903}"/>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실패 테스트">
            <a:extLst xmlns:a="http://schemas.openxmlformats.org/drawingml/2006/main">
              <a:ext uri="{FF2B5EF4-FFF2-40B4-BE49-F238E27FC236}">
                <a16:creationId xmlns:a16="http://schemas.microsoft.com/office/drawing/2014/main" id="{D4C768F3-D47D-4169-8D0D-502A5E2812A4}"/>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1" name="">
            <a:extLst xmlns:a="http://schemas.openxmlformats.org/drawingml/2006/main">
              <a:ext uri="{FF2B5EF4-FFF2-40B4-BE49-F238E27FC236}">
                <a16:creationId xmlns:a16="http://schemas.microsoft.com/office/drawing/2014/main" id="{ED594CB7-1A32-482B-BD0B-4B42DDA2D330}"/>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2" name="">
            <a:extLst xmlns:a="http://schemas.openxmlformats.org/drawingml/2006/main">
              <a:ext uri="{FF2B5EF4-FFF2-40B4-BE49-F238E27FC236}">
                <a16:creationId xmlns:a16="http://schemas.microsoft.com/office/drawing/2014/main" id="{94952701-9201-4AB7-B219-91DE790F5577}"/>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5A6FB70B-EE64-431C-80EA-EE186987E72C}"/>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4" name="">
            <a:extLst xmlns:a="http://schemas.openxmlformats.org/drawingml/2006/main">
              <a:ext uri="{FF2B5EF4-FFF2-40B4-BE49-F238E27FC236}">
                <a16:creationId xmlns:a16="http://schemas.microsoft.com/office/drawing/2014/main" id="{FEA8AC19-A093-4A2F-BDCA-46950018B1BA}"/>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5" name="">
            <a:extLst xmlns:a="http://schemas.openxmlformats.org/drawingml/2006/main">
              <a:ext uri="{FF2B5EF4-FFF2-40B4-BE49-F238E27FC236}">
                <a16:creationId xmlns:a16="http://schemas.microsoft.com/office/drawing/2014/main" id="{31C7A19F-0558-43F8-9E0E-7D36F91C1E7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구현·호출 관계">
            <a:extLst xmlns:a="http://schemas.openxmlformats.org/drawingml/2006/main">
              <a:ext uri="{FF2B5EF4-FFF2-40B4-BE49-F238E27FC236}">
                <a16:creationId xmlns:a16="http://schemas.microsoft.com/office/drawing/2014/main" id="{F4052465-0402-4F57-BECE-34E8E0B3D3F0}"/>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7" name="">
            <a:extLst xmlns:a="http://schemas.openxmlformats.org/drawingml/2006/main">
              <a:ext uri="{FF2B5EF4-FFF2-40B4-BE49-F238E27FC236}">
                <a16:creationId xmlns:a16="http://schemas.microsoft.com/office/drawing/2014/main" id="{C2025305-E569-49DF-BFAB-80E8A6580F3E}"/>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8" name="">
            <a:extLst xmlns:a="http://schemas.openxmlformats.org/drawingml/2006/main">
              <a:ext uri="{FF2B5EF4-FFF2-40B4-BE49-F238E27FC236}">
                <a16:creationId xmlns:a16="http://schemas.microsoft.com/office/drawing/2014/main" id="{90704731-A1B3-4670-9058-96E2D9A7BE0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실행 로그">
            <a:extLst xmlns:a="http://schemas.openxmlformats.org/drawingml/2006/main">
              <a:ext uri="{FF2B5EF4-FFF2-40B4-BE49-F238E27FC236}">
                <a16:creationId xmlns:a16="http://schemas.microsoft.com/office/drawing/2014/main" id="{CB6D251F-23F5-4AF6-A974-6DDC58A1F73F}"/>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0" name="">
            <a:extLst xmlns:a="http://schemas.openxmlformats.org/drawingml/2006/main">
              <a:ext uri="{FF2B5EF4-FFF2-40B4-BE49-F238E27FC236}">
                <a16:creationId xmlns:a16="http://schemas.microsoft.com/office/drawing/2014/main" id="{C384D9AF-2AE0-4337-B616-108C8247A445}"/>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1" name="">
            <a:extLst xmlns:a="http://schemas.openxmlformats.org/drawingml/2006/main">
              <a:ext uri="{FF2B5EF4-FFF2-40B4-BE49-F238E27FC236}">
                <a16:creationId xmlns:a16="http://schemas.microsoft.com/office/drawing/2014/main" id="{3EE6C397-0F4C-4726-8CA9-D82CDDC5599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2" name="읽기·쓰기 권한">
            <a:extLst xmlns:a="http://schemas.openxmlformats.org/drawingml/2006/main">
              <a:ext uri="{FF2B5EF4-FFF2-40B4-BE49-F238E27FC236}">
                <a16:creationId xmlns:a16="http://schemas.microsoft.com/office/drawing/2014/main" id="{CB75B5FE-169F-421C-B712-6175CEF2BEE5}"/>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3" name="">
            <a:extLst xmlns:a="http://schemas.openxmlformats.org/drawingml/2006/main">
              <a:ext uri="{FF2B5EF4-FFF2-40B4-BE49-F238E27FC236}">
                <a16:creationId xmlns:a16="http://schemas.microsoft.com/office/drawing/2014/main" id="{45030E90-C271-4767-B3A9-6DF8E26A038A}"/>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4" name="">
            <a:extLst xmlns:a="http://schemas.openxmlformats.org/drawingml/2006/main">
              <a:ext uri="{FF2B5EF4-FFF2-40B4-BE49-F238E27FC236}">
                <a16:creationId xmlns:a16="http://schemas.microsoft.com/office/drawing/2014/main" id="{1BEBB3EF-900D-4EF6-9107-DBD47ECC9028}"/>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EFB5DFED-A003-48BE-BD53-346735BFD523}"/>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508CF16D-8CD8-4430-B4A5-F9B87A6048A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사람">
            <a:extLst xmlns:a="http://schemas.openxmlformats.org/drawingml/2006/main">
              <a:ext uri="{FF2B5EF4-FFF2-40B4-BE49-F238E27FC236}">
                <a16:creationId xmlns:a16="http://schemas.microsoft.com/office/drawing/2014/main" id="{8386F59A-259C-4427-B3A5-96B1D3ACBD88}"/>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8" name="찾고 · 고르고 · 전달">
            <a:extLst xmlns:a="http://schemas.openxmlformats.org/drawingml/2006/main">
              <a:ext uri="{FF2B5EF4-FFF2-40B4-BE49-F238E27FC236}">
                <a16:creationId xmlns:a16="http://schemas.microsoft.com/office/drawing/2014/main" id="{AF8E2D63-6339-45B1-90FD-AA94F6B75F9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29" name="">
            <a:extLst xmlns:a="http://schemas.openxmlformats.org/drawingml/2006/main">
              <a:ext uri="{FF2B5EF4-FFF2-40B4-BE49-F238E27FC236}">
                <a16:creationId xmlns:a16="http://schemas.microsoft.com/office/drawing/2014/main" id="{1432B0ED-8FE6-4E6F-92F4-430B96741975}"/>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0" name="">
            <a:extLst xmlns:a="http://schemas.openxmlformats.org/drawingml/2006/main">
              <a:ext uri="{FF2B5EF4-FFF2-40B4-BE49-F238E27FC236}">
                <a16:creationId xmlns:a16="http://schemas.microsoft.com/office/drawing/2014/main" id="{039443B9-8E24-4930-88B9-050434BA23D1}"/>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대화창 · 교육용 가정">
            <a:extLst xmlns:a="http://schemas.openxmlformats.org/drawingml/2006/main">
              <a:ext uri="{FF2B5EF4-FFF2-40B4-BE49-F238E27FC236}">
                <a16:creationId xmlns:a16="http://schemas.microsoft.com/office/drawing/2014/main" id="{7371FF48-F9A0-4CA3-A73D-C6195900AD0E}"/>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2" name="">
            <a:extLst xmlns:a="http://schemas.openxmlformats.org/drawingml/2006/main">
              <a:ext uri="{FF2B5EF4-FFF2-40B4-BE49-F238E27FC236}">
                <a16:creationId xmlns:a16="http://schemas.microsoft.com/office/drawing/2014/main" id="{01D34095-9CAF-4578-851B-65282B23668A}"/>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찾아 둔 자료와 질문을 전달&#10;코드 · 테스트 · 명세&#10;실행 로그 · 권한 정보">
            <a:extLst xmlns:a="http://schemas.openxmlformats.org/drawingml/2006/main">
              <a:ext uri="{FF2B5EF4-FFF2-40B4-BE49-F238E27FC236}">
                <a16:creationId xmlns:a16="http://schemas.microsoft.com/office/drawing/2014/main" id="{2D3920BA-65A3-4AE0-A07D-4B83426CBA8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4" name="어떤 자료를 골라 연결할지, 답을 받기 전에 판단해야 한다">
            <a:extLst xmlns:a="http://schemas.openxmlformats.org/drawingml/2006/main">
              <a:ext uri="{FF2B5EF4-FFF2-40B4-BE49-F238E27FC236}">
                <a16:creationId xmlns:a16="http://schemas.microsoft.com/office/drawing/2014/main" id="{862CC7A2-A6FC-4998-9533-989DF98A0D6F}"/>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5" name="Legacy module connection">
            <a:extLst xmlns:a="http://schemas.openxmlformats.org/drawingml/2006/main">
              <a:ext uri="{FF2B5EF4-FFF2-40B4-BE49-F238E27FC236}">
                <a16:creationId xmlns:a16="http://schemas.microsoft.com/office/drawing/2014/main" id="{DEAC5551-C38D-49C7-8B00-DBB087C46B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7025026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Agent의 허용된 조사">
            <a:extLst xmlns:a="http://schemas.openxmlformats.org/drawingml/2006/main">
              <a:ext uri="{FF2B5EF4-FFF2-40B4-BE49-F238E27FC236}">
                <a16:creationId xmlns:a16="http://schemas.microsoft.com/office/drawing/2014/main" id="{B2541D5B-29D6-4EA2-81B4-488945A279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DF244A36-EB3B-4E4F-A173-4BA75D9C17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BBE16394-FD0B-4AAA-8C03-AF956C2EAC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19D0C727-92B1-4CFE-8F3F-A041AFB1B8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0EE6981-F525-4674-A866-FC5D0DAAA9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E2984D9B-45DD-43DC-86A3-B2EC9C0001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3CF7221A-FE60-404D-A722-084CA866F429}"/>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sp>
        <p:nvSpPr>
          <p:cNvPr id="8" name="필요한 정보">
            <a:extLst xmlns:a="http://schemas.openxmlformats.org/drawingml/2006/main">
              <a:ext uri="{FF2B5EF4-FFF2-40B4-BE49-F238E27FC236}">
                <a16:creationId xmlns:a16="http://schemas.microsoft.com/office/drawing/2014/main" id="{2F2832BA-F8E8-4F5A-B193-90F2AE8F908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9" name="">
            <a:extLst xmlns:a="http://schemas.openxmlformats.org/drawingml/2006/main">
              <a:ext uri="{FF2B5EF4-FFF2-40B4-BE49-F238E27FC236}">
                <a16:creationId xmlns:a16="http://schemas.microsoft.com/office/drawing/2014/main" id="{59A51265-D930-4332-BBC2-322ED6D950F8}"/>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실패 테스트">
            <a:extLst xmlns:a="http://schemas.openxmlformats.org/drawingml/2006/main">
              <a:ext uri="{FF2B5EF4-FFF2-40B4-BE49-F238E27FC236}">
                <a16:creationId xmlns:a16="http://schemas.microsoft.com/office/drawing/2014/main" id="{AEDF44CB-0309-4833-B622-EA6084B02B3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1" name="">
            <a:extLst xmlns:a="http://schemas.openxmlformats.org/drawingml/2006/main">
              <a:ext uri="{FF2B5EF4-FFF2-40B4-BE49-F238E27FC236}">
                <a16:creationId xmlns:a16="http://schemas.microsoft.com/office/drawing/2014/main" id="{861B5CC3-0A95-430C-B6CB-4F23E0C43700}"/>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2" name="">
            <a:extLst xmlns:a="http://schemas.openxmlformats.org/drawingml/2006/main">
              <a:ext uri="{FF2B5EF4-FFF2-40B4-BE49-F238E27FC236}">
                <a16:creationId xmlns:a16="http://schemas.microsoft.com/office/drawing/2014/main" id="{48825ABC-4DE4-4E83-AAC1-9630EB1F561E}"/>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BCC308FB-66D2-4085-B8B7-246363BEF51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4" name="">
            <a:extLst xmlns:a="http://schemas.openxmlformats.org/drawingml/2006/main">
              <a:ext uri="{FF2B5EF4-FFF2-40B4-BE49-F238E27FC236}">
                <a16:creationId xmlns:a16="http://schemas.microsoft.com/office/drawing/2014/main" id="{5BBED42F-4BC6-4ADA-93CA-7C044C514CCA}"/>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5" name="">
            <a:extLst xmlns:a="http://schemas.openxmlformats.org/drawingml/2006/main">
              <a:ext uri="{FF2B5EF4-FFF2-40B4-BE49-F238E27FC236}">
                <a16:creationId xmlns:a16="http://schemas.microsoft.com/office/drawing/2014/main" id="{128D0E85-6399-4878-BB9C-8AA081304F8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구현·호출 관계">
            <a:extLst xmlns:a="http://schemas.openxmlformats.org/drawingml/2006/main">
              <a:ext uri="{FF2B5EF4-FFF2-40B4-BE49-F238E27FC236}">
                <a16:creationId xmlns:a16="http://schemas.microsoft.com/office/drawing/2014/main" id="{7432ECFC-2747-4688-B8D5-16181D78E1FB}"/>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7" name="">
            <a:extLst xmlns:a="http://schemas.openxmlformats.org/drawingml/2006/main">
              <a:ext uri="{FF2B5EF4-FFF2-40B4-BE49-F238E27FC236}">
                <a16:creationId xmlns:a16="http://schemas.microsoft.com/office/drawing/2014/main" id="{73573B4E-9835-419A-BB81-2CC799823841}"/>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8" name="">
            <a:extLst xmlns:a="http://schemas.openxmlformats.org/drawingml/2006/main">
              <a:ext uri="{FF2B5EF4-FFF2-40B4-BE49-F238E27FC236}">
                <a16:creationId xmlns:a16="http://schemas.microsoft.com/office/drawing/2014/main" id="{CC3BB1A2-A333-43B4-A7A4-D16CE9DDCA6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실행 로그">
            <a:extLst xmlns:a="http://schemas.openxmlformats.org/drawingml/2006/main">
              <a:ext uri="{FF2B5EF4-FFF2-40B4-BE49-F238E27FC236}">
                <a16:creationId xmlns:a16="http://schemas.microsoft.com/office/drawing/2014/main" id="{1AC0E3C9-D8AF-4416-A9BC-668783859ECA}"/>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0" name="">
            <a:extLst xmlns:a="http://schemas.openxmlformats.org/drawingml/2006/main">
              <a:ext uri="{FF2B5EF4-FFF2-40B4-BE49-F238E27FC236}">
                <a16:creationId xmlns:a16="http://schemas.microsoft.com/office/drawing/2014/main" id="{C903B788-C9BD-4B9E-BE03-6158CEB7426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1" name="">
            <a:extLst xmlns:a="http://schemas.openxmlformats.org/drawingml/2006/main">
              <a:ext uri="{FF2B5EF4-FFF2-40B4-BE49-F238E27FC236}">
                <a16:creationId xmlns:a16="http://schemas.microsoft.com/office/drawing/2014/main" id="{AF4B67F0-1D56-4606-B608-53EB84A22872}"/>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2" name="읽기·쓰기 권한">
            <a:extLst xmlns:a="http://schemas.openxmlformats.org/drawingml/2006/main">
              <a:ext uri="{FF2B5EF4-FFF2-40B4-BE49-F238E27FC236}">
                <a16:creationId xmlns:a16="http://schemas.microsoft.com/office/drawing/2014/main" id="{5417FCCF-1FE1-44C9-ABB7-E1D649FD4DA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3" name="">
            <a:extLst xmlns:a="http://schemas.openxmlformats.org/drawingml/2006/main">
              <a:ext uri="{FF2B5EF4-FFF2-40B4-BE49-F238E27FC236}">
                <a16:creationId xmlns:a16="http://schemas.microsoft.com/office/drawing/2014/main" id="{6F077262-3F02-4A97-9FB0-F86CC53C652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4" name="">
            <a:extLst xmlns:a="http://schemas.openxmlformats.org/drawingml/2006/main">
              <a:ext uri="{FF2B5EF4-FFF2-40B4-BE49-F238E27FC236}">
                <a16:creationId xmlns:a16="http://schemas.microsoft.com/office/drawing/2014/main" id="{DD81AC59-0A80-4F92-9EBB-528AC978650F}"/>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EE59BB3B-CE43-4065-9E29-1B0F6FE7459F}"/>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6" name="">
            <a:extLst xmlns:a="http://schemas.openxmlformats.org/drawingml/2006/main">
              <a:ext uri="{FF2B5EF4-FFF2-40B4-BE49-F238E27FC236}">
                <a16:creationId xmlns:a16="http://schemas.microsoft.com/office/drawing/2014/main" id="{9E82B2E7-1B88-4BFC-9BD0-ACC94EB82C3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Agent">
            <a:extLst xmlns:a="http://schemas.openxmlformats.org/drawingml/2006/main">
              <a:ext uri="{FF2B5EF4-FFF2-40B4-BE49-F238E27FC236}">
                <a16:creationId xmlns:a16="http://schemas.microsoft.com/office/drawing/2014/main" id="{A1DE8BB5-B52E-46C6-8987-88D37C0EED7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8" name="허용 범위에서 조사">
            <a:extLst xmlns:a="http://schemas.openxmlformats.org/drawingml/2006/main">
              <a:ext uri="{FF2B5EF4-FFF2-40B4-BE49-F238E27FC236}">
                <a16:creationId xmlns:a16="http://schemas.microsoft.com/office/drawing/2014/main" id="{66BFA641-E360-4C61-8C59-7195ED18D7D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29" name="">
            <a:extLst xmlns:a="http://schemas.openxmlformats.org/drawingml/2006/main">
              <a:ext uri="{FF2B5EF4-FFF2-40B4-BE49-F238E27FC236}">
                <a16:creationId xmlns:a16="http://schemas.microsoft.com/office/drawing/2014/main" id="{B5580FA7-A347-4E13-9CA6-AFD3B6DE10F7}"/>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0" name="">
            <a:extLst xmlns:a="http://schemas.openxmlformats.org/drawingml/2006/main">
              <a:ext uri="{FF2B5EF4-FFF2-40B4-BE49-F238E27FC236}">
                <a16:creationId xmlns:a16="http://schemas.microsoft.com/office/drawing/2014/main" id="{03CB4920-917F-4E8E-97A2-451790BE1FCB}"/>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관찰된 조사 내용">
            <a:extLst xmlns:a="http://schemas.openxmlformats.org/drawingml/2006/main">
              <a:ext uri="{FF2B5EF4-FFF2-40B4-BE49-F238E27FC236}">
                <a16:creationId xmlns:a16="http://schemas.microsoft.com/office/drawing/2014/main" id="{E76B3FBE-F9DE-4D9B-8524-0F175AB15020}"/>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2" name="">
            <a:extLst xmlns:a="http://schemas.openxmlformats.org/drawingml/2006/main">
              <a:ext uri="{FF2B5EF4-FFF2-40B4-BE49-F238E27FC236}">
                <a16:creationId xmlns:a16="http://schemas.microsoft.com/office/drawing/2014/main" id="{A9DD2BA4-7CB8-4BA5-A31C-954592B9896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실패 테스트 · 관련 코드&#10;Crop 명세와 구현 차이&#10;실행 중 권한 제한">
            <a:extLst xmlns:a="http://schemas.openxmlformats.org/drawingml/2006/main">
              <a:ext uri="{FF2B5EF4-FFF2-40B4-BE49-F238E27FC236}">
                <a16:creationId xmlns:a16="http://schemas.microsoft.com/office/drawing/2014/main" id="{375856F3-9F65-4845-BBDD-6DFF04BB6110}"/>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4" name="접근 전: 승인된 도구·계정·자료·권한 범위를 확인한다">
            <a:extLst xmlns:a="http://schemas.openxmlformats.org/drawingml/2006/main">
              <a:ext uri="{FF2B5EF4-FFF2-40B4-BE49-F238E27FC236}">
                <a16:creationId xmlns:a16="http://schemas.microsoft.com/office/drawing/2014/main" id="{964BFBC8-6E20-413C-AA87-89F7BD826C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5" name="Legacy module connection">
            <a:extLst xmlns:a="http://schemas.openxmlformats.org/drawingml/2006/main">
              <a:ext uri="{FF2B5EF4-FFF2-40B4-BE49-F238E27FC236}">
                <a16:creationId xmlns:a16="http://schemas.microsoft.com/office/drawing/2014/main" id="{71068326-E881-41F5-9F66-779D83BE6D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0936248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67853000-6AAA-4A18-BC6D-B0AD3C004A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0B73DC75-9DC4-4BFD-BFC6-39ACDF3B75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24FBB055-9115-4B1A-8D37-A253973F49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DC19C02B-08EE-478B-BF9B-9EE8AA2C26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9C5977F-092E-4C89-8C73-2F3B4FC194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0881DEF-68CA-4549-A8E1-94449AB232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A85074A-F0E2-4E48-9394-3EEF65F7917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54E5E0C-6789-4567-AEAE-A29188C7C407}"/>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3B8780A-4886-40B8-888D-8ACAE5B924DF}"/>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4B25E00-2D68-467B-B7F0-2DDFF2609A2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58DD9C61-E99B-41D3-89A9-1E3F44C73F9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3B60DB17-5327-4E11-B7AD-5A922F08DDE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6AAE8897-143D-4E3B-9102-E546A158AE18}"/>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573239E8-9C9F-478B-AB0F-5C564B5A938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EA3F20F3-6C0F-4F57-85B1-D10B461B9546}"/>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D2BB3B1-0F33-4E49-99B7-69DBA65B7030}"/>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7CF588A0-1626-4C53-8AF7-AC51D89C8818}"/>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EC4AA58-EF2D-471C-8460-D41FFEC5DC0F}"/>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333C2414-F6DC-47CA-A05B-7DA79702E061}"/>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8C5B546E-811C-45B7-BFFC-D9586865848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1F0A9C3-A8F6-467D-AFAE-BD7C53C343CA}"/>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EF1BC5C-6595-4BCC-8049-AD1BA0B2D54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5C269E5-B49D-44E8-92E7-435B628F1923}"/>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AA6ED6A-B062-4B68-8E98-98A5FBD71E16}"/>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4687123B-47A9-4D16-BA45-EAB2272B373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AF7BC4CA-CF40-4642-B4A0-095DEB61D10C}"/>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D48C0B46-C61C-4B6D-9EF2-818AF97C9638}"/>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78731DE-0CA5-482C-A2C4-4D3CA337C4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5435748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CD1F9343-D87A-4448-981E-5350B6FD43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DE5E7A18-7E15-49AB-83B8-17927795E6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FA18ADD7-7E50-4EF8-B772-461F6D5934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6B8FC68C-32E9-419A-BE27-17CF9DA20E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ED52F7D-408C-4AEB-A41E-58913B7CAB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4B71E25-A5BB-49DB-B1A2-F4A609CB06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ED947487-08FB-4EDC-AE95-59114D3D111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46E54EC-C9C6-4408-90DE-67833AF440B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ED383EED-C6AE-4EF7-8504-C38E9FB6D0FC}"/>
              </a:ext>
            </a:extLst>
          </p:cNvPr>
          <p:cNvPicPr>
            <a:picLocks xmlns:a="http://schemas.openxmlformats.org/drawingml/2006/main" noChangeAspect="1"/>
          </p:cNvPicPr>
          <p:nvPr/>
        </p:nvPicPr>
        <p:blipFill>
          <a:blip xmlns:r="http://schemas.openxmlformats.org/officeDocument/2006/relationships" xmlns:a="http://schemas.openxmlformats.org/drawingml/2006/main" r:embed="R88e972a58bff457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5793D5AE-5903-4552-B399-DE49970DC18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349BA66-6FD0-45E5-9A29-A74764583421}"/>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28FB2F02-ECD3-498D-AA4A-ACBDDB39C640}"/>
              </a:ext>
            </a:extLst>
          </p:cNvPr>
          <p:cNvPicPr>
            <a:picLocks xmlns:a="http://schemas.openxmlformats.org/drawingml/2006/main" noChangeAspect="1"/>
          </p:cNvPicPr>
          <p:nvPr/>
        </p:nvPicPr>
        <p:blipFill>
          <a:blip xmlns:r="http://schemas.openxmlformats.org/officeDocument/2006/relationships" xmlns:a="http://schemas.openxmlformats.org/drawingml/2006/main" r:embed="R0592ce6a0dd44cae"/>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91C65BE-6844-4554-A279-B719DD13398C}"/>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B4825819-F046-4AB2-85A7-067E80EE76D4}"/>
              </a:ext>
            </a:extLst>
          </p:cNvPr>
          <p:cNvPicPr>
            <a:picLocks xmlns:a="http://schemas.openxmlformats.org/drawingml/2006/main" noChangeAspect="1"/>
          </p:cNvPicPr>
          <p:nvPr/>
        </p:nvPicPr>
        <p:blipFill>
          <a:blip xmlns:r="http://schemas.openxmlformats.org/officeDocument/2006/relationships" xmlns:a="http://schemas.openxmlformats.org/drawingml/2006/main" r:embed="R2349bd0bef9442cf"/>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4FCCDE3-E0B5-48D9-AAC4-9950C6B2117D}"/>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27ADDB3-847E-40B3-AF1D-2A5D5F80F821}"/>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8990A3F-7515-40F9-93E5-EBF801E1E8E4}"/>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F806BF8-643F-4589-8340-69393FA4C0E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644DD0F-AEDD-4AF7-A284-352D82B5935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83DCA5A-5321-4D9B-B1C8-77FB0331B405}"/>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63ACD6D-1BA0-4EB2-9928-CF29F89818D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2D317B17-4A54-49F3-8184-08117BBD93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2085499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517CE1B8-30EF-4EC2-BAE0-D9142DEF01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4F180F39-5890-4BAF-B66E-4224EC73B2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C993C55A-A8D3-4ED4-AABF-90A6F1074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3842E388-F8EF-4CBD-8010-A6337120B9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D2B399B1-8B8D-4F68-8C30-4F50DECD77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FB68CF84-6B11-43BE-BDB9-D93375A46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4BF9B5D-EADA-4224-9B2C-B8539F7E90EC}"/>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BF629817-A4BE-40D0-BF97-E0B1A32CF8F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1984504D-BA4A-4302-A567-207BE3E1F1F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7069649-31BD-4D99-AA14-6012D558640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416D310-3880-4A73-B99B-6F7A81C06D21}"/>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2EA4468-6569-4749-ACE7-17DC8B77C7D4}"/>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45EAF19-845F-4EAC-87CF-79D85AB00217}"/>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DF0BFD4-28E2-432C-8ADA-9AA304019C5B}"/>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5D2B9E30-931F-411A-88D5-C953F1C89C58}"/>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7572A2A-10B7-4D55-948A-949FE6E40DB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960CF7E-05AE-4AE5-8D96-A7473BFC7714}"/>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B9A61EF2-945F-431C-8F10-1AFBD9029435}"/>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029FA66-D65D-452D-AECD-D7703C31EE2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DF79B0B-B0B7-4766-B0EE-DAF9B7CB2FF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1C8C8BD3-EB1A-476D-A16F-87221559615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FBE68DF0-3FB1-43BE-A90E-C9E5E032EDB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4E49E5A-F11E-470B-AB73-41C5B43DAAD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181F771-D575-4122-8BF3-ED3FB082BAD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391F5D4-C622-4CFD-8F41-EE5EE65A4A8E}"/>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C154802-98C3-4954-94C4-F365035F9AA0}"/>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31490F4-42B8-4940-A350-DE4345A6F03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1ECA81D-FD50-43A0-A2AC-409D1ECA794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A982C9C-EBA3-4938-83C7-3585D2A8FAF7}"/>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7BB6FBB-2AD2-4BF1-A4AE-8C1C521E4C98}"/>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26DCE7E-EA6C-4980-8FE0-B9182E4ADB85}"/>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1843897-D051-456C-BE88-C5AD7377FE73}"/>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9DB78953-3A6B-4E7A-9947-2B2EFEFC975B}"/>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77ECD49-1113-434F-AB02-77EB6FF20DDA}"/>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2DE08372-270C-4628-A069-0E46CB7E4109}"/>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637AE2B-AB91-4114-AAF1-7A946823717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DD45DA49-054B-4C78-B287-F7878C2ECC8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3B95087-69F7-4E74-B12D-CB201642FAF3}"/>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A8AD226-2909-4033-8746-DEDD6E81EA8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7059DAE-F218-4042-B051-0E09CA9633A1}"/>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2968128-A94D-46BF-853D-58A00D75989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89C690F-F11D-4109-BB08-FE3F75E64F7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80337BAA-D567-42FA-8A50-B14F75DA1BE0}"/>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5C5DD0A-03B9-401F-9B5E-F681744266CB}"/>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63EE2EC0-D39F-4443-BAC4-958091082EE5}"/>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7452D29-1BF9-4F77-9313-5934549782E4}"/>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03F1E38-7D3E-43DC-9CDE-436DDF42B49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5CF339D-636A-4947-AA8E-AA1464752254}"/>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BCC019A-F797-44B5-9B5B-0E4C79924B1F}"/>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DCD240A-862D-463C-A8CB-46B56F3A998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ADDEC3E8-F551-47D1-A6F8-79FD268425F6}"/>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C5A3056-26A6-49C2-9025-04696CB01D23}"/>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D71D6DEE-D311-4CF6-BC0F-9F03F473747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8C6C597F-4B79-477C-8BAD-5D8D22170C92}"/>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E40B529-2B82-49CB-B8B6-780BCF9818E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3081976-3AA2-49E9-A03E-603845A5293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394141E-6E98-4608-88A7-B0388E89A71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82F6F86F-A7C1-4781-81C0-298543ACCBD5}"/>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8973AE4-DCFA-4B34-8161-CDECFDE2BFA6}"/>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DE420470-1463-47F9-98BF-23C5FE1A3F48}"/>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7375BE9F-E3F0-4CBD-BAAE-D0ED17315B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658201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24BA47E-54F2-4004-8739-A78B334E7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68F2E496-F91D-4A01-BD4D-FAAA1DBF27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53039ABC-F0C9-4C77-BB71-078D4B9253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937A268-124A-4A64-815B-3399C75858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24B40F7-DDB6-413E-A0D1-65839E5004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D10A267-F21E-4E06-9587-62554A9C15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FC9560F8-0C1D-464B-989C-B96A19F5210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5C5662F8-4A5A-4DF9-80A9-39C1868AC3AB}"/>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2609D9E-FC55-4D98-9DD8-3AEFAB5AF7C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ED94078-D20E-44ED-95A2-741216A91EBC}"/>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B79DF50D-C245-48DE-B9E4-07D5464F745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FFB27B19-FAC4-4648-AFD3-63CAE70D736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5EB8196C-E934-43E7-97C4-CBF00F5884E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62C1697-F2FC-413A-A693-7948493AF70A}"/>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A42A06A-565B-4E8D-B436-B43ED26C3101}"/>
              </a:ext>
            </a:extLst>
          </p:cNvPr>
          <p:cNvPicPr>
            <a:picLocks xmlns:a="http://schemas.openxmlformats.org/drawingml/2006/main" noChangeAspect="1"/>
          </p:cNvPicPr>
          <p:nvPr/>
        </p:nvPicPr>
        <p:blipFill>
          <a:blip xmlns:r="http://schemas.openxmlformats.org/officeDocument/2006/relationships" xmlns:a="http://schemas.openxmlformats.org/drawingml/2006/main" r:embed="R43a59968066a4af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F1A309A6-6AEE-4612-93CC-D9065DC35639}"/>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D3A102F0-3360-422C-91E8-AB8921F7564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3908E28-0E33-48B6-892C-8317612D1F2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5638E4B6-CAD8-44E6-A7C4-E75B78EFB2F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1CC25D5-823E-43F9-B351-97A814B111F3}"/>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92674988-74B1-4245-B8F3-647DF00BB51B}"/>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9ECC887B-0579-4EC0-B876-224281BD87E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83340DA6-E046-4617-A875-376F031142B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8013FE8A-AB16-4C1C-8887-AF593767BB6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1A5EAB97-6341-4688-AE4D-F74A97B15B7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F5CD913-50C3-4AD2-8EFD-45CCEBFA8E47}"/>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7ABCA649-68BC-4CCE-8DA7-DD77DFA7F56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10598193-B222-4B74-82EB-A25D8D25858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48AE305-0C25-48EB-A5C3-E09D75F48A9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3B98F34-9E5F-4734-BBA8-038B16EFD4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37FFD441-6C8A-4F92-A8B1-57D5A7F6CCD2}"/>
              </a:ext>
            </a:extLst>
          </p:cNvPr>
          <p:cNvPicPr>
            <a:picLocks xmlns:a="http://schemas.openxmlformats.org/drawingml/2006/main" noChangeAspect="1"/>
          </p:cNvPicPr>
          <p:nvPr/>
        </p:nvPicPr>
        <p:blipFill>
          <a:blip xmlns:r="http://schemas.openxmlformats.org/officeDocument/2006/relationships" xmlns:a="http://schemas.openxmlformats.org/drawingml/2006/main" r:embed="R755f50b1a55c4d7a"/>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1466EE3-8D96-41EC-BF2A-0BA285201F33}"/>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C4BA16-58DE-4FD5-A92F-0BD802CB2336}"/>
              </a:ext>
            </a:extLst>
          </p:cNvPr>
          <p:cNvPicPr>
            <a:picLocks xmlns:a="http://schemas.openxmlformats.org/drawingml/2006/main" noChangeAspect="1"/>
          </p:cNvPicPr>
          <p:nvPr/>
        </p:nvPicPr>
        <p:blipFill>
          <a:blip xmlns:r="http://schemas.openxmlformats.org/officeDocument/2006/relationships" xmlns:a="http://schemas.openxmlformats.org/drawingml/2006/main" r:embed="Raa56860711d74df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2764EB6B-C3A0-494A-9B78-FE2E3334CE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4495077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02FF0DD6-D46A-41DE-875D-5EB5052016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81D8E3E8-470C-4325-A3BF-39AA2787D0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A80B3CCD-403D-44A6-BC96-6450370EBD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C9BF2622-8170-496A-93AE-B4A9A65221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D302357F-320A-4E6C-858D-3363C5C04E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CF023254-861F-49E6-93E9-002CCE171B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77BA959C-7364-4B97-994A-BC3DE07BF9D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99CC7C9-19A3-475E-95A1-19DEAB101ACA}"/>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58046B2A-A8E3-48B0-82F4-E78548459C0A}"/>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0E0A757-110F-4DDB-8891-5688D7B6DA0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D799C053-4561-472E-ADC6-AFB546DD096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716CABF-9163-45C6-898A-5003F7573B9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1802FFD-5C5D-440A-B47C-D81EF861CF3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0D92C7-A40A-4A4D-84AB-5EC70BCE8163}"/>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3C3C689-9623-416D-A089-A45DFA56D728}"/>
              </a:ext>
            </a:extLst>
          </p:cNvPr>
          <p:cNvPicPr>
            <a:picLocks xmlns:a="http://schemas.openxmlformats.org/drawingml/2006/main" noChangeAspect="1"/>
          </p:cNvPicPr>
          <p:nvPr/>
        </p:nvPicPr>
        <p:blipFill>
          <a:blip xmlns:r="http://schemas.openxmlformats.org/officeDocument/2006/relationships" xmlns:a="http://schemas.openxmlformats.org/drawingml/2006/main" r:embed="Re9a00db166c14c4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839665-89AB-4523-93CD-4A03A6C0722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77F9833C-B979-4306-90A2-1F126CC64F0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9701E60F-DA2A-4643-95D1-5206B7595A52}"/>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64D4F05-8EFB-4573-BB40-ED054B68CA1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EC603B3-8E5B-4867-B042-9A3E7AB6D6D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C7B6FB6-5429-444A-B16E-F97EAF46787E}"/>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FEE19C26-8FAD-41FA-BA39-A65F35B539D7}"/>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4F2388F-E127-4FEB-A9C7-E0FEE801935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B04A94-23FD-46BD-9263-F5E40E9CCFF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F445CA3-3DFC-4B9B-8E7E-D1275A22DB6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7B85F3E0-F1CE-47DA-8AB4-B7869FAEAF7D}"/>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722BD02D-36B8-47CA-B95D-978A36D1152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C5CCD77B-7CAF-4EB6-825A-924C0F9E644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BF578260-7757-40E7-87CF-C192E15196F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565C6A7-8D2C-459A-9EC2-C91F008A27E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D6533F-2441-484F-816B-DA2F1380E05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A110317E-D6FD-4C55-A95A-29A6B2C88994}"/>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75344332-7773-4A64-91EE-92E052820DD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07335D10-3B40-4D16-A97D-DDEB0C42A74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9F2180C-F9D1-465E-A8DF-554BBCD682E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037460BE-34E5-487A-8720-898C579698A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1C0B5B56-2CF4-4AFA-8FC0-28953B77C6B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064C5D6C-1CC5-4865-97A2-D5988B3FF1DF}"/>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970DA49-82EF-4F15-A5E3-BBD3FC535AF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C480568-FE98-4968-A78D-597AD9BF70DC}"/>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CC0BA0D7-1A67-4233-AAEE-F8B3DBA23C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057987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98BE17D6-9C32-4AA0-B7C5-9730039447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4A136C3E-0A82-4B9C-9312-565D22F096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AAC21B5D-60E6-45A4-BD90-F4E997B3B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86344E4-60D2-42FC-840E-964BD8A11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699830CF-579A-4A0C-8E14-526274CBFD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C5D7D07A-B22E-4434-9426-4AE5CEAB09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FCF2BC85-709C-42A4-A352-DAD4395B5AD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251D915-F455-4918-A78F-CE4DCFAD89C5}"/>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8A9FB6C5-41A1-4156-BD4A-DCC470213D2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46EAC47A-7732-4741-AB5F-18F877011DC9}"/>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12FC90B-E86E-437E-A38C-491606F530A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1506365-59FF-473F-9A1B-85B1864969BC}"/>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4B4C4549-8E19-4764-9E37-A24CC6B220D9}"/>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074D0A6B-CCAB-4E03-A580-70423A5C793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6C7B77DC-4B6F-4314-913B-A713DF8F8CB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FCB1130A-E0EA-432F-9F3F-35742C52A18B}"/>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90E719E-1257-4C96-9040-17413FD17F23}"/>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DA83BD0-DEEE-4280-AC9C-99935DC0C6A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3CBC24B-E118-4E85-9C7F-7A8FC7C3559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66D08556-1426-400C-A118-C55D87C89E45}"/>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3977CDDA-F215-47A4-9029-C1D4EEFE4347}"/>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43E1DCD-874C-4CB2-8128-D8FE93F5F073}"/>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EFB68E7-5B57-47EA-BFFD-2ED756F9FA28}"/>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CBB3811-20E5-46B7-8381-48C9BCF9A2F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C1E605E9-18F9-479F-91C4-5893082F90B7}"/>
              </a:ext>
            </a:extLst>
          </p:cNvPr>
          <p:cNvPicPr>
            <a:picLocks xmlns:a="http://schemas.openxmlformats.org/drawingml/2006/main" noChangeAspect="1"/>
          </p:cNvPicPr>
          <p:nvPr/>
        </p:nvPicPr>
        <p:blipFill>
          <a:blip xmlns:r="http://schemas.openxmlformats.org/officeDocument/2006/relationships" xmlns:a="http://schemas.openxmlformats.org/drawingml/2006/main" r:embed="R26942649089645d1"/>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3E387BE-BFDE-4EC2-A7F0-560889D2903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C89F155-C4BF-45FE-B35D-4BCA11E86F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66943EC6-2096-4F5C-8C28-77A867DCB66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CFE69AA-4883-4D21-8C5A-7EF8F613265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C3B8EBD1-3D5F-4993-845A-D351BA5584D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916740F-3E1C-4AB9-A1C4-415904C72F03}"/>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95E9586F-1B7A-402C-8896-45D3BCDFEB9A}"/>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FDE889BA-EC51-450C-8C0B-A7E31302C47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E59EEEC-0F19-4CFF-9077-06847B809AC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FD3EFB20-5B4A-4420-B821-16FBAD8EA7DF}"/>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8D264BA-6BAE-4D28-BD54-8538E91A1CF2}"/>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C2350056-9DB6-43AE-A217-C73E023FF92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001C279-858F-4A91-9619-18090884D22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9E878E-325D-40CC-BFAA-01A55EFAD4A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EA11371A-8314-4F20-9DEF-28518252DE9E}"/>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AC699B9-9643-46CF-9AC9-FD64B818287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AB3235A1-DA9E-4B5E-AFBC-498274B519E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A1CDCFCD-E0B8-410E-BD8E-CFD915FDE8F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995F51FF-5C9D-4C87-949A-4F1E75E90FB2}"/>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9C0A0D2-C346-482B-B516-3254B4CDC7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401488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97F1357-1955-4B18-96D4-1FA1EB693F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8AD0C6CB-A2A7-4F93-AD1F-491CE100CD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AE619D55-29F3-4A6F-B405-95F127AA62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3821C9E-C757-49EB-AD62-D5E1AE8E23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82912F5-E916-4BDA-82FE-D696E29DE6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E03415CB-AC24-45D4-83B2-DF82EB889F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10FC523-575D-499C-9636-55E01C49554A}"/>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B3090EAC-7D9B-4F14-86FE-BC25F097EAD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3618E75-F384-4281-BE3C-B2CAFB50EF11}"/>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6780572-D6C8-4A1D-8006-0A9799BA7267}"/>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0972AC2-92D0-4184-A951-A45E4A6B738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6CFB977-D653-412E-821F-C27229D1EC23}"/>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59712D40-B56C-46DA-9654-28360247F87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7FAF95C-17A8-42D5-A919-A02CFED726A2}"/>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23C367BD-CA41-4337-B844-8D55A494398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FD9E8DD-6947-45A9-85C3-AD0E33AF49A1}"/>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F5AD3BA-EA73-460E-8EB4-FB3CB998FEE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82405A48-7FF5-45E1-9DB1-0BA38A0A901D}"/>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E6EAA46B-5F5C-4B8E-801D-88E3EEB71B2D}"/>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A5AEC11-4819-48E4-9EA8-714217DC4D34}"/>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874C5EE7-E1B5-4775-9622-67A5CFFF613D}"/>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4C1E074-5E9A-4D50-B30A-AA71B976C6A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F3CB40C-4764-4B5B-90C9-0220B2C69A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8425684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C2FB79D-A060-44F5-8FDA-24D1BC071C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A333DD17-F7E3-45E3-80F5-494B8464E4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88E5113D-8D9B-48D4-AF2F-617A83A2EC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B515269A-11FB-488D-9450-03D941CABF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3D5E27F-532B-48BC-943A-30D7CA24EB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EC639522-D10F-4863-8B81-53747464D8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2EC87AD7-2AC4-4ECC-AB92-50B9760545E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A0F6C869-504A-44D0-9FA6-ED5B85F61D4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802837C-7BE8-480B-B409-6EE727C84EE5}"/>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6F4C250B-2E22-4545-94B8-423CD0557F9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4CE3C88-2D13-46C9-98EC-4AB31F8044F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31AEF9C-BEDC-46AD-BF2E-55620FE8A1C0}"/>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BF6896BC-4742-4CCA-B004-B0A7FFCC250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99C87C69-FB0B-47CE-940E-834184808D0A}"/>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6C77AB96-B06B-427A-9432-AB05A84BA01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C64064F-DFD6-4E21-BB09-7267C10D203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B3A0891-5F46-4399-A93A-883ED80A6B9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1246134C-A89D-4D9D-92ED-3FB68D9D2011}"/>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57F4287-B8E7-4F2D-A2A5-233FF32B7F64}"/>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A2903D0-E0E4-4DF7-8D24-A594B2635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5C14061-42EF-4F7A-902A-24658D40358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FDEF599-4E98-47CD-ABA6-4E7B23FE2A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FE808D3-B81B-4875-817E-43EF0CEBF40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85CCEBDE-76AA-4682-BFB9-0E3D5D068FA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49255408-2CC8-49BB-B246-7A731A2374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196010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EBFB57F-5BD7-4E6D-99E8-EE97C3F95A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486E0B52-29E9-4946-AB92-69C24A5B5A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A8319662-7390-4D14-85A5-363286AC2F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AE437F5-138A-497F-8CEA-4C48374630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01019D1-AFCF-4D09-BD31-D95063C959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C8E55F7-74C3-42CC-9094-A6A553389F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22361BA9-1296-41EF-B1C7-63439D4515B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E8B27385-673D-4886-BE58-C0EB9DE22632}"/>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CCEE23F-9D60-403A-965D-0EBFD91AD9B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50B096F3-F16B-4720-9CA8-70B962CA8C9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314565F3-18E1-4FD4-B35E-08F36982C35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CA06E86F-DF41-485D-B115-8BF0CE2AF17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B38B6168-C7E6-4334-912E-C34073FFFB5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614F974F-9C7C-4829-B81D-706466F4AC79}"/>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D4C4A670-8884-4955-B477-3CAFD262B70C}"/>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C46A8DD-04CA-4C23-8999-CC34DD428F9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1040933-9636-4938-A79D-B7AF12F74093}"/>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2A2D537-5EFE-4A0B-B94F-16E3C5A2CC80}"/>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4055F45-FC48-48C5-A099-BEC9B14FF1A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78BB844-89FC-4890-9FC2-BB27E85AB487}"/>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AEC1C8BA-BE92-4DA8-813D-5BAC61D9DC10}"/>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F48A8BFE-7B28-467F-8CA8-9B37A5ADE907}"/>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448020F9-30C0-4763-AD84-60C90D3151E2}"/>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74CA08E-6D92-40FC-AF9E-7AF825F44BB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3664BBD-2B6C-46E5-B745-BAE6464140B6}"/>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9B284BB1-34BC-49F1-9AB5-E513CD7019C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1250B40E-EAA3-4D75-9221-CD0BBD4B17F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49E5DBE-E736-4665-8E55-1FB1F02D4E9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AD8676D6-F7E7-4C12-9AAB-206B95B8F9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612134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53B620-9869-4DC0-A25B-FEA078F059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6AD5699A-AD1D-462A-A674-3920CAD5F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4AA7E974-A8A7-4B5E-AA60-A9CECEF15A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FA7DB89E-4A33-42E9-8676-673B42604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8007388-F04E-4F5D-8301-7F95025E1A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3641DAD1-2B99-43C0-A31A-3ACB88797D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7E4588D7-3E80-4015-BE7C-F99FE7C028F9}"/>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B150A044-7277-47DF-AF31-9B3AC96F885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C5A216E8-8DF3-4D44-89D7-3C47DE7FB48C}"/>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07360CC7-2E0C-4500-AB92-2769DE3AA942}"/>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D5B94BFD-11AD-49EA-A403-18280CAE4CA3}"/>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1A80814-6E42-4D97-8812-B21C99C18990}"/>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C14FF9A0-3DE6-4E6B-847F-1A5419146AB3}"/>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1ED2230-E527-46B5-BBA8-5B03A764B833}"/>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A4461DF9-10E8-4077-8C80-C23AC98B11D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CE9E3E5A-12A1-4E96-B9C4-44993C2460FC}"/>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5528130-9DAF-41EB-962E-67FEFC414150}"/>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BEFD54E-77E4-4C00-BD0E-8A6B54AC2F6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01120AD-0F9C-42EC-8AD2-E38E16484B53}"/>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539DC20-CB28-4E1D-AC12-2C07FB36231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872331DE-7B64-4238-9E52-46057E1200D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AA261E8-1A64-4BF9-AEB8-DDFEA3C92BB4}"/>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C83F4FD-129D-4DB7-AD33-6831A712E2FC}"/>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63CC138A-E899-4B5E-AD00-E64C42E84B3C}"/>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9BB181CC-DBCD-429B-9B7E-0308E5737C4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43CBB3FF-3F5D-4D60-8E16-250119F4255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D567EBFD-2E8C-41AA-8BA3-40623271CEF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EA26DD0A-FC64-4B2F-8929-26AFCB46D9D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23AA7475-C551-44F7-94C4-B088EF698750}"/>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AA8B6F81-E030-4E59-A51A-639CE29AB6A8}"/>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0AC9C5E7-C6C9-4FA5-B4DB-176EF8DE51B0}"/>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66391091-A023-4D4E-AAD3-B9DDAA6C1B4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6B41F22B-4840-4651-A7A3-A527B559BC56}"/>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6DCC7F3F-A532-4B3E-9330-785E18D800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0591022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5F54259-13F0-44D7-A543-7E5B1A8BA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3776C97F-7559-4D5C-9FC5-DC285050B0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BB6DCBA4-0F9A-491D-83EA-4690FB765D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3DBF1323-F50F-49E8-A813-EBF6017444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E5254593-DB41-45E0-8BDE-F15B335E0F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B8FB376-A74A-4B2A-87B1-553EA23944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801375D-39C4-41E2-9307-068C1AB02E74}"/>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290DDBE-D088-4457-BE51-4BA10DC3462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09F84264-FA6A-4B47-AF22-96889529755B}"/>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E95B79-2093-4C80-8B52-19058F9DFFBB}"/>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11B73EC3-35D8-48DC-844C-3A4741F20E1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44F4002-A84B-4310-9782-1B2B3ED3FAC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54558947-FA0E-4D93-917C-3EF8CC6E3B0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03D5B509-34C8-4AAF-AAA3-69235C855344}"/>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6C7570E-12BD-4E44-828B-6547E0DEE28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6ABD6FB-98F5-4C10-9296-27D082E61BD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E3B5154A-4595-4A4B-ADB5-BD5C2C2C78B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D309E767-4528-4272-9879-7A63C51BE93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67841D2-4304-4672-813E-078B35943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2549241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38757172-55B3-4408-8C01-6DADF2E79B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0AE4E92E-6F19-4721-8B4C-ABE28E6C5E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F5D14969-8F41-46AE-B8E9-9FD2BF46DC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D383426-DFFC-4A38-B506-0BCE51DAA7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7DA1CFA7-2D90-4746-AADE-0ABBFC2A3C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8A9029D2-822D-4ED7-BD82-6F88F58C5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D27833A8-6814-49C2-B1E1-4F4839876BD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6E10B76-226E-4025-8A33-649C1B3523BA}"/>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A253A13-7DA9-4655-AEFE-429461EA5C02}"/>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D0F054F4-529E-4ABF-BBE1-61A30D3BFBF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C94703C-E2DE-406E-B9A8-0E533FDA01B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85D3BD92-0594-42BB-8877-A7D318578E9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E528EA4D-FE6B-4506-A3CC-6411799C422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50321108-80A3-4AE1-B33A-F2AA439343C6}"/>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7780BBA0-7E96-4061-8146-17658B120C1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7D7FBA47-CA04-4598-95A6-62016F92403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37984F7-E8E8-4691-8633-A49A27F9A95E}"/>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05A59947-23AA-425B-9046-85003F833F5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96B0111-995D-4DF0-9EAC-82AA8C41BBE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C78693E-D2FE-4AA5-908B-960E4D9A4079}"/>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20264C08-9290-45FB-8540-AA6259A1267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576E6DA3-364C-41DC-846D-07D7CEC1E0E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5D2C118-821C-4D00-9398-76E2770883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859138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2986448-F830-48D3-A5B4-D6517C7E73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0689E0F6-E9FD-484C-A15B-99B607D919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241EE4FE-00E4-46A3-BA9B-E48ED94D8E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936287E-1755-4D50-9BC3-44862D14C2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688E993-D3B5-49B4-8F09-120DC4788F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E89B72A-0473-4BD9-A002-AD22D7A8C2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51976FFE-849D-41CF-B801-3D817641B94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79C924A3-ECB5-45AE-A47D-AD4290676F06}"/>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5FAB7BB-06CC-4B43-BD98-A06E5835D1D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7AC13872-C3F8-4D0E-8E0A-19E0E683EAB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DBEE440F-2B07-438D-9988-37C44D83B8F0}"/>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27A6F0F3-BFA5-45D4-ADE2-5D7997BE49B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E5EB1A5-C03C-4ED4-B43B-044EF6A435BA}"/>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94E305DD-98F0-439B-A621-A4C29C9A85C9}"/>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7C7B953-2307-49E3-BDD8-631F769170B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2839E45-65BA-49A4-AFEE-91E295D98D7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43AC9788-8A35-4F7F-AB83-A0E6BE3C7CEA}"/>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BEE462A-3FD9-4D45-8EF1-533FA951F18C}"/>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D9EF2522-E478-4772-B505-9228D1EA80D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8CA89629-CD40-44F2-A631-00335486620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E1120AA-FF4B-4F86-95BF-3E0237A6539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387E797-E73E-4977-95FE-7F6EBFA25E5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BA587A9A-65CF-4F58-B575-FE6090D703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7644154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0817C97-6EC0-400F-B55F-55D9327931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DF311857-4B4D-436A-8B41-65339CD5C7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30ACBE13-8721-429F-8017-2E55B31681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1D7060B-AC64-49C5-A835-14F633737A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77E1956-5BD2-473F-9F6D-1FDB9F48EF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5EEEAE0-60C6-457D-90FB-6B02D682C0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EEDA47EA-1B67-4872-993D-8C56C996D609}"/>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AE521223-862E-4C39-B820-4A5DACEF3E3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8C47CFE0-6DD4-4928-B49B-7BA152D0E53E}"/>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4183E939-C3A4-44BE-878D-D92FB39434C2}"/>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086F5A6F-B10F-4032-84D2-65931CC53C2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45F347D-EEE0-4743-BEC5-37518EAB121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A7C4371-96C7-4C08-B82E-ED7C1960F4B5}"/>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A9581C9-0F93-48F3-9FAC-C6A93110468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87143014-B9CB-410F-B0FA-8D9A0DD89D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417F1A-5CDB-4860-B050-D9323B281C64}"/>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3F7AD092-4EB1-429C-95B8-BA96E2D8F2B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F622D370-2089-4AB7-AE71-C443836AA540}"/>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AB3F431A-EBCD-4B54-9BA9-D66CA3A5619F}"/>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C40D15C8-7AC6-4EDC-8542-09AFB8A20605}"/>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9B0DED36-61D5-4459-9DB1-C242A0E0A344}"/>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B8FE47BE-A120-4B4B-A4D1-291C5758FA5C}"/>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BAA113BD-6F5A-4209-AD8E-D76BCA391D60}"/>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8A7DFEE-5756-4EE4-82EA-3A6A746B5C4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5BEEF3A6-9C80-4CCF-9EB7-62C0070EF289}"/>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B3035085-C422-4853-A1F9-BCD612B1488B}"/>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A7EA90AC-6EE1-44BA-8E8C-11F37149157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7ACB363-1B1E-47FC-9E63-0E043608B0E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29DB31CA-25E5-47C4-A379-4A5CDBDB173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DE413FF-1795-4032-9D17-3E52F968E22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AFBDF6F3-B32F-465B-B4C0-D6D9EC5EA8DC}"/>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A7DE78FB-1EA5-4327-8471-ADAA4FF36A8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8DC3B27-E6E1-4AF1-AFBA-BC79F72D55A5}"/>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2634B8A4-00DE-43DB-9DE1-51384902585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FE8CCA0-F01C-41D4-B773-61A277629E0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EFBCE339-464A-4B13-AC30-56773009227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32784B2A-AB47-4D81-A0F4-18389ADB496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81B8D713-E38D-438B-9774-00E7C9F185A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6E66100-FD98-422D-8F45-1456D6E0A890}"/>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987F69B8-E330-4DCE-86D9-94BCA3AC3C48}"/>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BF32715-A024-409F-9B90-39FBC16CBE8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3FDA19B-E0F5-4869-A371-F88BEA6E02D6}"/>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D5B9A29-6F37-4910-9A17-1DA13CCE11C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FCFB4E5F-DF25-46DE-8D18-D4788ED2369B}"/>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52EF2CE2-06B0-480C-BFD4-11AE8DE088AB}"/>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ED304C35-39AC-4E31-A4AA-9D9A57A2C0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695384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B6DEBDC7-3A1B-4018-A979-31C3EA048B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C1D4DFCD-7B2F-4FF3-8B64-3967D8E5B7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DF75394B-9129-4C52-982B-CF925A8D0E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78A0CF5C-4303-42F7-A45D-5ACC559844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1737F51-5AC6-451C-844A-DC6A327F77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9DA8B29-D46A-4087-9F5B-B1B73F35D6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4A4CA2E2-87AD-40FE-8AAB-411866AF389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9DD1886-C047-4BF8-93AA-70902E514C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CF6B4D4C-EB5F-4C9F-A90E-7653B5800A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83920D2-E4D2-4650-8DE2-631AC74A407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7140AAE-F7C8-4A3B-A923-593B51C3EA9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317984-F17B-4ABC-BFC1-DA6B68344B7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3F2008AE-A67B-468C-9383-ACC57D10256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116DB29-108C-4F17-B1B7-D62F7F748B9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26C5CD69-5B7B-4FC3-B489-4398F3A3D75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67006E8-D858-423C-8736-8394E568D23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875396E-A126-4E79-87F2-63B9809E726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B8CA3235-7AAD-4C68-94AB-66443DB7AE3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264AB34A-0325-426E-9D6E-462E2C81D5F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06439E7-6111-45E7-B4DA-29A0CCA1B8C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BB2430B0-442C-4279-8FD2-72F6E753C0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129182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6E183571-EDCC-4838-91E8-FEB2D871BC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1ECE1CA6-DCDC-4613-B425-2C675E68A0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7A4254D2-5543-4B89-BF80-9E7B8A34CE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32CECDCB-56D9-4ABA-B850-4C8EE343E5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EF012220-B6CF-43CD-8C02-9B6C111CE9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2C66FEDF-9876-4DBA-803E-554AAB298B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FBADFE01-DBF2-46BF-82FA-819CC671A6A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071364F-9972-4397-A475-7295EF478C2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2FF80D85-B881-4557-A215-55A5FD5AC6E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CC6C78F-1497-4A12-958D-1020EE7D612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5A75FF0-772A-4351-B4A7-13516E79EF9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47CFF3B-5528-4241-B87F-03F78E34B0F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CF56417-3A40-40EC-B193-DF80B885141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15A06255-B3BF-4D33-A7B9-52173776CFD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4054B20-4B58-4526-9F2D-05A8C4F45BD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733FFF4-DD12-4DF3-A410-CACF12E9430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306E41C-99C9-45C2-9C24-F6CA48439F4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9C58E49F-F8B5-41ED-A70D-5CC8C1A55FD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EBFA0FD6-CD84-4FAC-8B6D-004D1BB2726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7C618F3C-A904-4C42-9064-CDE63B1F01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E8D001DD-D1F2-4D14-B551-E421EBF803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886353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CC0174FD-5779-49B9-B5FC-4E6CB1A7A4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25CD54FE-171A-4B5F-B504-575557A2A3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CA9C24CD-51FD-4665-9C3C-E5DDDE4995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55DFB61-8A49-4525-80A2-DA10A4DB1E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17AC9EA8-5B3A-4236-8A15-342BBE1C8E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7F8053B-AF8F-4021-A8EB-619A86309F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C74FC45-F603-4FB5-B8A9-CD1D96A4D67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1341905-F24A-4FB2-9029-45E66047646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29DF00D6-C1CA-4CE4-9257-15E14AEF646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1DA2436F-1232-4FD3-82EA-7B5E3B087E4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91814E9-F021-4456-95A4-AABC9FDB174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0ECFDB2-BA6E-4A34-9A9D-309769D30E4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652B994F-4A6D-4B41-A572-D54A5E0C56D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14B48D10-E4D9-4206-9D6E-05A20A50BF4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6991BDD3-BC91-49C4-9FB4-9CD1641118E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AC665F31-B1D9-4AD4-8BC4-4D6E86F2614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4B29099B-7D61-4EF4-9DAD-33D710B31B8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C5D5F64-4D05-4BE9-9327-9C33B309226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0C4F497-A6AB-4798-9AB4-83AC3E61204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CB020745-EC49-4C2D-9F76-AB5AA381D7D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9562261D-4D55-4C25-A29D-A17B191B00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407115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0DCDDCB7-2626-4A2E-BFC8-9424A82CA9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9E42871C-25F7-4675-9CB6-01F4011018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196E9816-840E-47BE-99F2-E6DFB07353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B303CDC-5ADA-4D9B-957F-FFF37AB46D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DCC25ED2-428C-4C6D-A708-7C27268E7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5B90EF8-3059-44E5-9FED-C888BB61E3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0718600-CF4E-4ABF-AD40-CF54AFA6655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027D40E-6280-4A5B-A5C5-B7BF917FCA1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F5CFA446-1E8E-40D2-B1E7-1921ECDEEFC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AE7AD4A7-36B9-4EA9-8835-CAD62C9EFCA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73A14B3-291E-4AEE-B507-CE9E8A3DF72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279B03C-E2D2-4D48-A960-6832F0D085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97E6A17D-6156-401F-B852-8EEEE59364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A44753EF-C93F-4B00-B0E4-474DE3B3C3B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4FA3DD80-1D12-4B5D-90D6-7E52025054B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42B9F9B-A3DB-43AB-B7BF-649A9FF9E35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4EA6FB5-BFD6-43F1-9A88-E2E9D906835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372A601B-3F95-497A-805A-BF5A6227BFD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5482E15B-6DD8-4148-8913-4BD71A25A7F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100384A-7756-4E73-BAE6-1EE5B4C01DF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82F6A9BC-8EB0-4BA0-9D68-195D9DEE35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900532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850F1A1-CE24-4C9B-B3AA-A06E964B63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34762170-BC45-49FC-90CC-9527C3204A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2F5364A3-0721-4E22-B497-DA3FD29EC4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B5EF9352-FF01-4C4B-8E40-97A2D57A65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4DDDB946-C7B4-4C0D-B2B5-089F97615A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9931200-AA65-4D7A-AC62-31BCBC7055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5C8C4A9-A518-4F9C-A3C4-B156A5F445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FB2DAB7-0086-4283-862F-490443D8984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BE7254F2-C791-421E-8884-4BDE92E072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47161B3D-82D2-4D27-86E4-1C31970A39C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0B4DDAF-FE03-4B86-BCF6-DCE3B962CB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7DF3120-EE6D-435E-BF86-575D29E1998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7065E093-A1D1-4FD6-A76B-F5156571DF1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3E7B712-A993-475B-9642-B0A12EBABE2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9B590D-0C64-49C8-ABDA-5E6A4F41CBF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866B870C-B89E-4B39-9B75-FDB3746D6FD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7FE124B-8936-4B5C-A311-F7A8F1F2526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6715D763-6E11-4243-B426-088CE764E10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C9FCDDBE-FDE1-40AE-9520-F7578A4B8B9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CB93F613-00A6-44CE-A40F-10D9914E1A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1E2C3D0D-7B1A-439A-B857-3A07F9BDFA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493960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A31B774E-7FDD-476C-82FD-C7A20844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D14AF969-A83D-4979-9EFC-051B221C6E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2C1E125E-4A38-4F99-8670-62243F2938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9D5B935-2D4D-4BB9-860B-31E82A62B0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D22FB494-C783-4AA0-8D58-EA14AB69CD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44766C34-37C2-450A-BE47-6DB451C9C7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A62A8DF-B156-4DA4-9EB0-265E8AC4280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CC326A7-6F76-4B4A-BDF4-66ECA4BD80F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180B31D6-AD35-4E50-B9DA-1E4A284668B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FDDF5638-6687-4255-9537-F1B8F576886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B4F57C-D7F4-4897-9291-27F554B1821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0D56E62-39AE-4EEC-A9A6-CEA6FD992E9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5B61851F-C140-4046-AE3A-7E4629E5CB8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4B77648B-181B-4B03-BEAC-25A3B8CDE08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6F37C9A6-EF17-4350-BEC2-1A35225FF51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91B52D7E-A75A-4B64-B066-3901152FEE0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CFEE2420-958B-451E-A3C0-C2916CCB1F0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EE124E1D-4470-4117-B234-D9E42508647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D18582EB-1C0B-4A36-A9D5-6FC52C2A3A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D02B3E1-3557-49D6-B6C1-BD58DD9B647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47D4C009-6B77-4268-83F2-2BA3A024B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981100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20D9D317-21EA-495B-974F-FE1E67F69B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851B4B23-91AD-4B69-8DB9-F05C545E11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4B973A70-EC50-4D9B-B8E1-7403B81B37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795478E-1A64-4DBA-BB65-5967D7F21B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8ECD994D-5564-4266-96DF-722FEDF90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4BC6522-D9DD-4C6E-A5EC-F3507C33B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E1CDB396-74E8-4356-889C-85D6BD93A2C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35F261D-61BB-4C93-933E-6728E295612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4D60270B-5555-44D0-A4DC-28557C3A181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D9F2060E-AE3E-480D-845E-8C628A53F5F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F899BE3-96D9-4DFC-B4EB-CB743EFDD65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BA606E3-3965-44AC-AE4D-519950AD512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7490D9B-A0A2-4F58-8185-16C6C1F673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E614D30-27D9-4995-8DB1-CD58FD28933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B62EBA24-609E-4F89-B62A-94FFF2E3661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A39E328-3B59-42AD-99DE-70416919571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389C3554-A60C-49CE-8130-E559F2C446B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0F8AACB0-2A65-4D30-8B39-5C04843325F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75F1B99-345B-41F6-9CA0-25A9BD85D30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FB96CF2-7CBB-4F92-9D2F-7AE00DDC8C0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8C209BC0-C970-4736-9A14-65A806AB8E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915278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D3989FA3-479D-4C03-A4C3-7A4AE7E9D1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9582E6FA-6DBD-4B96-86CE-0DAB416185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309C382E-B7A6-4F8F-9D37-FB2FB927A3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D9ED9E56-36A6-416D-896A-948525FAEF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DD96D980-C77F-4B9C-9EDC-91586DB06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F39ADF03-F360-4132-9CE7-14DEA59F4A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B470F008-895C-4E72-97D9-E3EE31CE2D9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91096ED-A04D-4146-81E7-A6B98760A93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FC46F8D9-7938-4F1C-B03E-9CBE4AB8838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68E4D64A-9CD5-430E-BEDD-C80E1FEC959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189DEE0-132E-45FF-A03F-F0E088E766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F22645E-8F46-4469-A3C3-8935DB32804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5F2DC75-283D-4DD3-9923-BCB0B8D3460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6D30AAB-C163-4F09-A070-D044C2E4083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3092F59-8BB8-4374-98B9-E8E0DEC5AED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D1074437-D506-407C-976D-05445756D07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7FA77B4-845C-40BB-9DEF-47F941AF7CD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5C9094F6-41B2-452A-849C-5C4B3CA1F7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FE7CD86-7D3C-471B-8D33-96F2FBDF20A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45C6CF25-09A4-407E-AB1D-24CE8C81633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0FD404C5-E089-4A32-B275-66D7756B2A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905822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0687B80A-4C12-4C9B-B2BA-532E267436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AA5C6A01-E9A7-44B1-929A-16B4AA7E69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E886CBB9-38D7-4839-B3BC-07049C29914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D5814E6E-0EF6-4ACC-8FF9-81EBCCEE91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C5A385A5-AB5B-4B9D-82BF-32F6DB9341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35E7832-F466-4A39-9BBD-C9752EFE5E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A0ABD19-C833-4ABC-99CE-57F9DE07F994}"/>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5DABFE41-B768-49E1-A57D-76FE4C10470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209A69F4-F38E-4536-A94F-C4010F9514E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F9BEBE1D-DBCA-4F6E-A769-0986646F0B7E}"/>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90ECF1D-8444-40CE-8E4F-C9EFC48B05CD}"/>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480AF61-0AA7-4D62-AAD4-48C86B2A9D5E}"/>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28227592-D0A5-4EB5-927E-C38B574BF6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867549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3468B3D-786D-419E-AA6D-1DAA01B43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D781057B-7FE6-4596-AE96-005B994648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C0EB1122-6464-4CD2-B124-E3E53F473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20BD5CDC-DF32-46B1-8274-6EA880C9DF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EF39E46E-33D7-4C8A-A813-365AB4A104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98D6A09-0286-42BF-A860-0AE9CD3CF3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30477A9A-F701-40D6-8ECD-A64D49487E3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444EEF3-5DE3-455D-BED8-CE8836E2723E}"/>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48D98D7-4080-4E65-B66D-CAA42A293D7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6A75FB8E-9CD9-4CF8-BE1B-11C6248355D8}"/>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BF5A89C6-0F9C-46CC-9111-3A51D1E2AE1E}"/>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8E70F3A9-25A0-4C22-82E5-2F6D98599823}"/>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ADCC1EE5-3145-4141-A0F7-D26B0D5393A6}"/>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43373F78-EAB7-4027-805F-ACF3010DB55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D9BFC51-F82B-4E4E-85EB-B375E2F40300}"/>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B240F029-F720-4D42-AFA8-AAFAE8E18B5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54FFF19-04A6-4659-BF34-E9133D6FD9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17234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17DC6044-4957-4D47-8F4A-123957E838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4CF4D2E6-0462-4877-921B-C7E025E072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B9241F85-016A-4D0B-A86C-66464AC201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F23EFF17-4672-482B-88CA-23A5AC87D7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B7C9748-8842-457B-A092-8D0107CD20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0C8B2E6E-F005-42E6-AD5B-C361671178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804E6CA-C208-4169-80DD-5313E741538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3383F896-73F3-4849-9907-3EC0E3C9D5B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EB48EB6-8302-4868-903D-6375D011AA35}"/>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3EDF4C4-706A-4E54-BCF0-0F46B67D30F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A26D2A2-2E1E-44E7-BEBE-3926DB3F2F7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A648655-33A4-4E0A-B274-48C606CAD49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F578DCE-1F22-40B2-9BA4-350110081C7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4955252-8A90-40DF-AFBC-CFA5FA90B08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CC233E2-2D18-4796-8E20-5FCB262E576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CAAE591-339C-4488-B78D-42E14C1FEB4F}"/>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0C7895C-4491-4957-BB35-4E365E43DEF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0D0299C-80ED-4EC0-8DEA-905B883CA28E}"/>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E1ADD2B-C0E8-4E3F-B4A6-2138CEDE1944}"/>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5A3D2C8-5FB9-4F5D-B633-3F8D3EED478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4AA77C0-853F-4306-99D4-67235056371B}"/>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8BF94E3-78F4-4BF4-8391-34865C09957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28CCE94-FA16-44C8-AC17-96916917D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052188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A6D5B673-4ADF-439A-B2A6-11E41FD6F2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11F5125F-B270-49E1-90B6-9E953ACFE9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4E8C1293-E41B-48B6-84C4-A54815638D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280F246-6D1E-448D-AF6A-2A48F2E594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4362F978-0998-409D-985E-4A1B252DC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3435AF2-1E2B-4B81-A3A7-7AE18BC5B5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19C9EC1E-1CC1-481C-9F43-60B77880441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06EC15E-F6EB-4BF5-94B6-12B9543C2CF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D598327-45BE-45C3-88C5-287BBF5FA83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91FDA5C-98D2-4579-A8F6-AF721591F28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C410232C-E0D5-40B5-9E88-8CAC298CFBD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52F51C7-E004-4181-A146-3C4EFE6D39A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B2DABB3-3872-48D3-AD81-B902BA396A4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681CBDD-62D4-404D-BCD6-D08E9D91BE7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21DAC91B-DD10-441F-832B-B06FEFFA3D2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793A6E6-48AB-4AAC-8EA9-6FE0AF88582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8F12129-7416-4928-B743-2DAB994217F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1C10BAE-61D4-4CCE-AAA2-EB593D0F9B0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9748B362-92B7-4489-A925-5B628E903486}"/>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FB47C17-D7FD-4CD7-B77E-3F562BAC24A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1B290D50-E85A-45EA-B2E0-8B8ED300BE5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1AB6545-C2D8-4DDF-A9DF-6CE0401FDF36}"/>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CE6BA13A-7238-44EA-8632-98EAB40F857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44EF3684-6150-42D4-8A26-BA882B2C467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11F9771-F785-4F1A-B58D-7D8EEB61141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250FE6A-C80A-4138-8D8F-7CF99005A7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523493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72B39FBF-0809-4467-BCF3-1A7B8DED02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3952E62F-FD71-4115-BC7A-28FF3F24F7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B2E2CA16-F457-4CBD-81FB-F70CFD992C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6890BEA-AAA2-462C-8B3E-AB32AB0D42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483B55E-F49A-4AF8-B4E5-8BA0E496CE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270CAD4-B2EA-48A7-80FA-799D407AAA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A6A14FF9-070B-40F1-9EA7-CFBFEAAC8BF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018B1F3-ECEC-4DD9-9A29-D5DE953FA08A}"/>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061AB27B-3872-4487-9708-33968BF2FE1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2FB6E91-FC00-4409-ADEC-38FF7C44CF7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11BCBA10-2565-4FB9-858F-20DF54D9BFB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661BFC9-454B-418D-8ADD-CCEE65A7BF5B}"/>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1EF1F42-1C30-47D4-8FA4-FCD72D8BF1A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23CCFDF-9170-4EF7-BA3F-8D85130B631C}"/>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C9924EA8-EBA3-428C-88C5-3955CCA384E9}"/>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380032A-AE7E-4D44-AC9E-BA4AB2CC154B}"/>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0589F2A-DE73-489F-9E7B-8FBF70F4A06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62898E3-F1F2-442C-A313-5451AE99A161}"/>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278EBB1A-BFEC-4057-A8CD-C04A7457F14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53D8115-D1FF-45B7-864C-2B6BFDED904F}"/>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6B723ADA-6449-40D8-A1A9-04FE8A80B4A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4ADD8D2D-1249-4CD8-A132-4226825A665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BF5D63-8A6C-447D-9952-A28A9741B320}"/>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C1574D1-B636-4409-A8CB-79464A16D9E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4810AB6-78B5-4976-B1CB-5EB2AA53ACB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E8C2875-B13D-4ED6-B924-4EF8B7404674}"/>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9BA2001-B159-4EDA-B7FA-1A65C72B663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AB17FC14-6B99-43FD-B3B7-BEFBF56633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630803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F663620D-D7FC-496E-8AD0-9D488CC2D3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99DDCF87-7D3C-43E4-A63E-4963C54AA9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DD7797C7-ED3C-4653-8B9F-8F809A1502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3D484160-A0B7-4A5F-A6DF-A687D7AA8C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148C0B21-4865-491D-AD83-DDB2AB5927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BCA263A-50AC-48A0-B33C-1E410E68C8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F5B9FC3F-BC67-4FF7-8032-4EBA12DB2D3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863B87C-CAA7-44D3-9DE4-8E5456C93592}"/>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A2BD3B3-4884-4EE1-8F5C-BBE34EA23A3C}"/>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916DB4C6-980E-48A9-B69D-B7C7F40DBA5B}"/>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A4B081F-3356-4BA7-96D9-2634D593892C}"/>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1C541FD-8256-47B0-A090-6EA6BAC21130}"/>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C32D4B24-D0B2-464C-A5C7-C71C01A6CE0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F38619DC-C16F-4F03-A5F2-105B65C8A17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C7381F4-D778-456A-8F35-A177DEF7887C}"/>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8213FB23-C27B-49D4-A4EA-A46C3E6A8672}"/>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2FD1422-3952-43FA-9FBE-8737FA4F9556}"/>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234FA26-D4DE-42F5-83EF-BF52D966E65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222DFB71-1F09-4652-862B-FD07FF9DD1AA}"/>
              </a:ext>
            </a:extLst>
          </p:cNvPr>
          <p:cNvPicPr>
            <a:picLocks xmlns:a="http://schemas.openxmlformats.org/drawingml/2006/main" noChangeAspect="1"/>
          </p:cNvPicPr>
          <p:nvPr/>
        </p:nvPicPr>
        <p:blipFill>
          <a:blip xmlns:r="http://schemas.openxmlformats.org/officeDocument/2006/relationships" xmlns:a="http://schemas.openxmlformats.org/drawingml/2006/main" r:embed="R4fe974498c2a470f"/>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CE32B677-030A-4B89-808E-15FB676E5F5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DF614FE4-B238-4804-97CF-A5AF006F08D7}"/>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3E9D6E22-97B9-44CA-86BF-3D9416F3AEEA}"/>
              </a:ext>
            </a:extLst>
          </p:cNvPr>
          <p:cNvPicPr>
            <a:picLocks xmlns:a="http://schemas.openxmlformats.org/drawingml/2006/main" noChangeAspect="1"/>
          </p:cNvPicPr>
          <p:nvPr/>
        </p:nvPicPr>
        <p:blipFill>
          <a:blip xmlns:r="http://schemas.openxmlformats.org/officeDocument/2006/relationships" xmlns:a="http://schemas.openxmlformats.org/drawingml/2006/main" r:embed="R74df3e654dc94ee8"/>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1380B296-FDEF-4AF2-AC0F-03FBF17F4A4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98FA9DCE-EE70-4CBD-BD5C-8B62553EC86A}"/>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897990-EE59-43FA-B44A-B1BA293BA87B}"/>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0D009D20-B00A-4F50-9667-585D451299A4}"/>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E109D6D9-174D-42D9-B33E-C6DD3A56F14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7D23759-FFB0-4263-82BE-D365538AF2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330248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C8E6778-20DF-464E-AE94-91590D8155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2D99BE5B-2A89-4756-921B-93982F1B84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65E419F1-A9BD-4313-975A-CA9066EBCE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A3E557E4-54F0-4AE3-B821-E689032304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7A5B5D3A-94FB-4E56-9083-788079C207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2761367-716A-4EC2-876E-FAB283E043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D20AD40-45C3-4C9B-8809-431B463A4FD5}"/>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45E41D9-09FC-4852-959E-B5A5B0FA7DB9}"/>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6E344044-2872-44BD-AFE7-F931EF02E11B}"/>
              </a:ext>
            </a:extLst>
          </p:cNvPr>
          <p:cNvPicPr>
            <a:picLocks xmlns:a="http://schemas.openxmlformats.org/drawingml/2006/main" noChangeAspect="1"/>
          </p:cNvPicPr>
          <p:nvPr/>
        </p:nvPicPr>
        <p:blipFill>
          <a:blip xmlns:r="http://schemas.openxmlformats.org/officeDocument/2006/relationships" xmlns:a="http://schemas.openxmlformats.org/drawingml/2006/main" r:embed="Rc48e95e5f09e497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E8A9F55-CF22-4061-B830-8C70A616A80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336AB77-BE65-4D7D-957D-6FFF762241B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AD0375F0-406E-4EC4-B627-200ADE7E759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CAC5A0F9-4357-4F9F-9A36-91651BEC9249}"/>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5C412803-C03F-4D87-8DF2-37CE4F77738C}"/>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75B4D59-8D04-4A01-97DD-EED826D038B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CE483BB-4840-4FB1-9B23-B1EE188FE58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2EDE76AC-0D6C-40BB-A309-F71CB8E272E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BA5262A-4790-43F4-8D1D-6862EED7E9F2}"/>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2087143-F044-44B9-8CDE-A3F5BFD8963E}"/>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D40B0B95-2A85-41EA-9905-9C09E2BED3E5}"/>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D3A618D-E6C4-4823-A705-B458181A6FEE}"/>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A3A9AA9-05BD-4EE6-B2D2-D55E1E381BCC}"/>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A6DDA0C-3CCB-4D3C-BA48-A365192CCAF6}"/>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02EC8761-C6DC-41C8-8049-F68EAAB4E268}"/>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E8DF301B-0C6D-4869-B4C9-4123B749E7A0}"/>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21193D0C-A5B4-450D-A060-B6866C439217}"/>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3F9FC87-260D-402B-AC72-D82F289FC944}"/>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7BC6C37E-B6A9-4C50-B70C-BF544996BB4F}"/>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F952F02-F721-4E9D-B080-E29636C6A3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692191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FF690C9-EDB4-4ADB-9E0F-E6D361D944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BEAD7591-543A-4722-93F8-8BF896FF1D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C419489E-ED29-4F14-98B2-AAC1990D75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017CAEC-8882-40AB-8CFE-18F922B20B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C73F5B7A-D8C6-4664-A3B2-5B9C871126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6FC83E1-FA3B-44CE-B14F-2E92DAC317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9596201-5868-4AEC-B991-DD3D6FA62DF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68B6E59-75D3-4C47-A068-3EA0D34AA769}"/>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CBA2E3C-3989-46E0-9375-ADD57ED3F540}"/>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EC344C6-E449-4E28-982E-1CA21EE486FC}"/>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F9A38646-ED41-40A2-97D3-926F114DF0E1}"/>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5EED7FE-7F8B-44B8-ACE0-8CD2ED73B44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B10AB6B4-D614-48F1-8159-B79C3655D696}"/>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440AF2-9D92-476F-B490-E40FD95A9BB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048791B-C3B8-4FF8-BE5E-158589BC1FAD}"/>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84D41FA-3F0F-43BB-A952-26DE90F42AA0}"/>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56B4816-A785-4D2E-90D1-CD42A3A59FD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EDD76E9F-689A-4806-B7FF-2374010B9B1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15C0EA5A-EA25-4819-BFBE-E9E66DE712E5}"/>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9C4AB78-FCC9-4A98-914D-AE42C7F3627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BD92D28-E209-44E1-9EF8-1BC1F7BB088F}"/>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4EADC5CA-F286-4ABE-A35B-ADADB30131E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511A048-2A56-416A-A200-16E25EB3A5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809834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1B12EF0-946D-4ACD-A720-8AC7111BDB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8632593D-311E-49AD-A44D-05B808A44A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1D95F877-4CD1-441B-883F-7E7F250BCD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58D26927-BD24-4891-A5AB-6D6B69318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ECFDC623-6665-488E-A220-44A5C404A5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3CE43C46-BAD0-4933-BA95-450E5D1A1D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C85486D-4323-494D-9FC1-F64912F5BA2B}"/>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765C774F-59FC-4472-A6DA-1458E7D3B700}"/>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7984D35F-6B05-4A9D-BA9B-A535679828EA}"/>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0B5FAF-BB3B-4DCE-B120-F8C79E16E5BB}"/>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1117F474-4106-4AAE-B32E-069073B4A879}"/>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A8FE647-421E-4C28-BA18-5929667EFE4E}"/>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C5684505-D49D-4FFC-9CBB-D5956F073C75}"/>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B138F87D-EB77-4591-AEF0-14C917E88DF3}"/>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D7D8E696-5684-41B3-8C48-F47F3B55310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8E4A55B-A848-4B03-8FB9-AAA2CC375307}"/>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2D1B20C1-99A4-4955-B7AF-CFE84C175695}"/>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39DBAE04-83BF-402B-91DA-EF0191E130C4}"/>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7CC48037-B64F-4980-9AE9-C2CBCCFEFF0C}"/>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958186C-DA7F-43BA-B885-4D40006D00E3}"/>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5F8DA93-4938-44A9-883C-CEA705832F52}"/>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3B125B19-9161-410B-B5F8-965FB60CF0FB}"/>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E88FF0A-2FA0-4D9F-BAB3-944C775BC447}"/>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FED38C3-8A18-4C71-A50B-8893B69EFDB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D88E179-397C-4027-9F34-F021C8AC4CD5}"/>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4E4DB447-0D34-4823-8F4C-6DBAA648E64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9DDA108A-A7B9-4797-88EE-8A0E19FEA92E}"/>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830B8DF7-B91B-4DD7-9DCD-099CF09BF7AF}"/>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7B89648-CD44-45EE-8A2B-A9F4BBA5D7B3}"/>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83942FC4-F426-47CA-A834-7821C0F3E7D0}"/>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0D729BB-15B8-44DC-9526-A776ED168FB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FB6DC52-9149-41A1-AD2E-669E6BAEEB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825C4D3C-75D4-46F1-805C-B20833B47D0D}"/>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B35E6F3D-1748-4B21-BB9F-F9AA4E9FE0A3}"/>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4737A0DC-7FDD-478B-BF5B-DE9670575CE3}"/>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CEA471D2-ECC0-47A7-94B1-5601E0EEE944}"/>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2CE83EB1-303C-44B4-B5CC-4C07D612E13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132F7A61-0930-4F73-B2F6-BEAC3C96478F}"/>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6548573D-6788-4EAC-B854-8553575C8E4E}"/>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A258A13B-726D-47DD-AF7F-C907AAA4EA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225566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669AB1D9-6976-4B80-BA3F-3D676C528B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23ECC3F3-BD90-4E70-AC8C-34DC7DD1C6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A36D6B58-16E2-49B7-8ED1-254A8E7681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890852FC-D7B1-4530-AC90-841AE0AF65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2B20AED7-A9F9-4D27-A547-167308F055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E9904BFC-24A0-4B0A-ACE5-D91F44F292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27C41F5C-F3D4-4343-A42A-20373E86EC0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32710F85-E517-4B4D-9B16-286A00532084}"/>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F41CA2FA-2EFD-4C6E-9D63-8652DB86B43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1EDF39E-7A19-496F-A1DB-D4AE0EE587C1}"/>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390AF7C5-97BE-4B1B-8FC1-EE31730DC43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D406E6F6-395D-450D-8039-EAE94C37F9CB}"/>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3E4BC8F5-4312-4A03-AE45-8D67609D0EF1}"/>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8A1BA99-A6EB-4082-86D7-BA8C3DED33C8}"/>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97EE608-7F6C-4D35-9A8D-72BDFE2AEF8E}"/>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CC3C43B6-1C70-4758-874C-ECDFE7EA3806}"/>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49978DE-F507-4B52-B9F8-9D2C7CF97400}"/>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9B7D00B-F830-4EE2-8F65-823C2FA23504}"/>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2996378-B9B3-4118-93C1-161FCFDE049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1EDE2C1-3285-4BDD-9FA5-C68B13E0103C}"/>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F6946CB0-96B0-4C6B-A893-972286C7106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ABBAFCF-E66C-4F33-B406-C7E34BE104C4}"/>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3570886-7A93-4F6F-9ADA-6511AE9114E3}"/>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BBE71B65-E0DA-4481-9915-C4D0B598EF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2862875-A13F-4199-90A4-33AFFAC6C736}"/>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A143BEB-5B79-4643-846B-DC9C4CE59A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99092D8-FE90-423A-96C1-59E314DA8650}"/>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892952C6-2295-4772-847E-53FB41FBCB8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ECA24EF4-865E-4A3F-8CDC-1B0A7FBD8EB7}"/>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B084857A-2459-40A2-8861-DC4A5411DC44}"/>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84F18D97-A376-46BE-9B5C-EBE6521095C7}"/>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F68E783B-B087-4B7C-B88C-BDFFCDFD9AD4}"/>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7BB1A7E-0B74-48A9-8318-3BC8A361339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F7DD91-C2F6-4FF6-A9E2-42F208393D5E}"/>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1739CE68-9261-4E0D-98BF-CF5AB13C8AA9}"/>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F0702744-9CE7-45FC-B198-D909B9B044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307714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0C91F759-9F75-48C0-A85B-F85ACD5360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6E1AD8FF-1D27-43D7-BD94-CA68F44AEE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5512220E-B8F4-43BA-86A5-478C5D61877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C437D8E1-951A-4863-AD73-CD1F662572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7E4BC638-3CD1-4C7C-B34F-ED40FC086D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4E57015C-1472-4DD9-B05A-582AA791C3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E2A6315B-9D2D-4B26-946F-2AB004D003DE}"/>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8D1AE247-AD47-4D6F-BC4F-A69034457CC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79BF85DD-DA6B-4EA4-8A6A-3557B6654680}"/>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DC7710F0-3F4E-4F23-911A-849DBB2FEF2C}"/>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548CA95C-88DD-482E-B31D-2C43FA487717}"/>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FE85DFC-8995-4F0D-86BA-591EE4F7A2E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59A1B3F8-B498-4636-BBA9-D847A7440A1F}"/>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FCEDB1F3-9D10-45FF-BDDD-FB130E676A3F}"/>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E8B26AF7-A23D-4D57-8914-85ADE6C554D4}"/>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0DB69CC3-3607-4B1A-82E6-009285A86F7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E149837-A049-4588-B93E-4EA5467ABB5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E30F1F3-2522-407D-8509-9D496B690876}"/>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7CB33E91-287B-4439-B7D4-EA5E72F7CF09}"/>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3652D8AF-FE4A-48D3-B3CE-B23018E51F69}"/>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A621C645-6687-4F14-A126-3801C05A8536}"/>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5E9AB19-3C2E-4055-B12D-D2459CEA0BA4}"/>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D06731FA-C82A-4949-930A-0D295ECACBBE}"/>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D7FC7691-A640-476C-B229-3B4917AC1AB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DC2A8CFB-C870-42B4-A295-7616D265091A}"/>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E5D7FC15-7EAE-4106-B33C-4B10754077C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0B49F7E-3B74-4547-87AE-2A9C1A82F6ED}"/>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3B37CD06-A7BB-4E5A-AB73-212BE2D09A8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73046CD0-3CD1-4D7D-A4AE-226DBCEC6F0C}"/>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54B05419-608F-4151-9406-C8963B266EE8}"/>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05FE507A-7C03-4FF5-990A-4EF9579E5C7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87A4CDC6-BBB9-46EE-8793-D5C652AAE1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0122702"/>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9DE5A79D-6DAC-4280-9B86-35DAB880EB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8650198F-7174-4169-95A5-6220EBB9F0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3CC804FC-4FB5-45C6-B099-C9A2281EB0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00F7762-F97B-4E2F-9174-E6E67C1667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F53E56B-92B3-46ED-A4D0-8B04D7EF2A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DE109444-6A60-4370-B13D-09E0619982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CB6CD2D-9F89-4646-A960-D3B1798ADDE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4ADF6428-FF6B-4619-9E99-0E09D5F98B3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7704AC61-9174-45F5-8E92-57986C9F0DC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66F0D983-B106-4FB6-9F45-121A12CD5FE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3212B5BE-E55D-4863-A79E-5811B7F521E6}"/>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FEF5F63A-12A5-4ABE-8D39-61EFF58B5985}"/>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169B321B-4A72-45C9-B277-FBBB953D6077}"/>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E031CD8-3F11-463D-91D0-2DC43F2AD551}"/>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41D5E9F1-55C7-4BFB-B950-8EAC4B7C3211}"/>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9C1F5D7C-1207-48F5-AFF0-53A71D597A0E}"/>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1E794575-634F-43E8-8517-652D650CE996}"/>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7A3C2D23-2783-4E37-B5FE-796372292F53}"/>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8A7BA89D-5811-497B-81C2-9DF806326ED2}"/>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C7F71A9C-3115-400C-8116-B8E9BCA2F7D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04AAF0D7-4934-4CA2-AD26-8F10D0DD44D8}"/>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6EC37DB-ADA5-4613-85BA-68714C905DBA}"/>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96C201C-5BA5-4A9F-82A4-156648D5A72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DBE8C985-1627-4BB9-BF66-887A04D26C14}"/>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97C5BD8B-B873-45B9-BC8B-48575AF6F2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9206834"/>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0BDE8590-AE60-4FEB-AA6C-68D57EFD8A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64F0522E-46FC-48FC-9A33-DB0FE69B2B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036594BA-A837-4A9E-82C9-63B75B25F4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3F58451-AB74-47C8-891F-5CC8610F2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F4D7729-3FA1-44C3-9D43-127D8480E2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C5207D2-855C-47CE-8DB1-B4D3A1703B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9CF09EC-C4B4-42C9-A1FB-48E6AD811D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6A74297-FADC-449D-88D3-99E9D214D55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97A334EE-FF95-40F4-A060-88223104F940}"/>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3AC89A35-13C1-42BB-A396-5E6432E9F29F}"/>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9E08C291-45E5-408F-A52E-1B74A128B269}"/>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E031AED8-86B3-425B-A623-819F7AF2993C}"/>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8213CA70-E7FC-47AA-9D19-3DC2BA9BC80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5FBE3BCC-38E2-4E14-84DF-F0DAA7491399}"/>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81A803CF-D1B6-4993-A924-39DBBE03B9C6}"/>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FB248-A8F7-4B50-B63A-86F1BB56EE4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7BDFD93-A85F-4FE8-B591-5E3FE851771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2BFDFD7-4F45-4CC1-9744-C81F3EE593A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8BCA80B5-E161-46C6-A757-C5928DB7645D}"/>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FB48EF9-3DC7-4FF3-B0EC-8F90363B8A8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9BB0DF7-E940-4DB8-A5A2-834E473B1F99}"/>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991AC455-B09E-4E54-83C1-792ACDD50AEA}"/>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7011C116-1B6B-4CE4-B537-6B7EAA7E9A4A}"/>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F1A2F455-2AEC-403F-B21C-9417B09A4E42}"/>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3DFDDB2-948B-4A29-A518-52718CAE8CC2}"/>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8110F9BD-121B-4F01-9CAA-BE1CD252890A}"/>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595857B6-BFBB-43DC-AA20-C18EC06CA19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F73EB562-4F78-4877-BEB7-30C4C71A92AA}"/>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81ED0AE6-EF14-4216-A980-D574A6A2D5B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FA7C943-0BD8-4C1E-9146-5FA3DE93842A}"/>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5ABF24CC-F80B-45AD-823A-55495B257C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113714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C826FDA3-D826-42F8-9F05-0CFF2D3FB5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EBAF3AC1-F540-4BFE-8583-EC6AD63DFA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3A8C89BC-8329-41FD-9257-797D22D488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7790CEA-01DE-4754-8A36-5EE4C8E7DF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AADC4260-B887-4DAE-8CFB-192DC65ED2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54E5C03-F3EF-4F50-9E92-BB785A6481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98A8A955-8E6C-41C5-9532-CEAFC7754F5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48732E6-1D10-49BE-94B3-5C48C699BEB7}"/>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23224F8-BE81-45FF-9304-B94B8B4CDE3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DFC787C1-2EC9-46AB-AFF9-0DCFAFE3BBF6}"/>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F27E9087-E255-4499-81A9-D8EF79CDC0F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97286E5-C461-46A8-A449-C1B32E70AF8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E4A05DB8-1156-4386-B657-8A31B467ABE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6CC34F90-82F0-4B6C-A4BB-3FCF34398F4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012EF367-AB07-491E-AF08-A4BE4DE6116D}"/>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618E8EEB-4189-4DC9-802A-A18D6C6FBBB1}"/>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265CF670-0A06-4387-8F11-7D2CCB447FD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1693049-2CBF-416E-94CC-66F6615A282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B83A1A50-DF15-4CDA-9CBE-AF5571713D4A}"/>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DA1C38C8-77F0-4AF7-AB90-5463C6A2FD28}"/>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A866BFD6-A6DD-4AB7-A5CF-00027517B821}"/>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E1E1142-FAA2-472B-9E16-5E7D2DF38C3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A4E38E0-F6EF-496A-8A94-EED77B1CB728}"/>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0A4D521B-C065-47DD-B352-65510894EC9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C623D468-D58A-4300-B744-8C5CE865369C}"/>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E93727E-05EA-4444-9E70-2E900BBA0470}"/>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68F50B1-479E-43A3-AFD6-D6D5034AE748}"/>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54CFB7E-D05F-4CEA-9375-E2D1968B8C3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FD04E2A-0156-43B0-876E-70F15258BA6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245D070E-9683-4BCD-AD8D-906FBA1516A1}"/>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C8E6251-C984-4977-B4D7-D8C1F155EF89}"/>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E34BB311-AE73-4A3D-A7CE-0CC4B663B536}"/>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DD4334E2-3A14-4519-9C44-89985E4D8FE9}"/>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43E05510-9369-45B8-9549-28B29395FEEE}"/>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B3B9E27F-966A-4437-A1BB-1893D2BCB055}"/>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B27FB09-DFBD-4701-90D6-5A8D63E060D3}"/>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FA094A4-AE43-4965-B035-DDA6585E8E23}"/>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DDA2BE-ACDC-4A01-A3A8-1454800D3DD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F1BFEFD-2925-4247-981F-729AD06724DD}"/>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2506A57F-2270-412C-9525-5356EA7CF1FE}"/>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A74F9708-05AB-4FD7-8BA1-23019798C6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84944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912E00AD-DDCE-4F1C-B853-34B7340859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E58E6490-F932-48E2-93ED-6C8CCD912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59EC4C63-8184-4ACA-A776-F62C480A36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BBC422B-0776-45E1-BE9E-241DA973DE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5D706D1-A7CE-46A3-BEA1-C50E9E5FCF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9799057F-3D59-4C69-B241-94B29DE9E0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876EA14B-44C6-476F-8F00-E7E0688809E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677BB539-6E77-4BDB-A015-F8820792277C}"/>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B21047FA-EEC6-4CF1-B589-31EE4BEE1946}"/>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9CE79B21-C984-4800-828F-B9E38CBC559B}"/>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0F550A4-964A-4BA4-B21B-4B4AB4D1A75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0613F23B-331A-46D1-B243-7CBBEE74838F}"/>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E9BA5FD6-E6F8-4543-8606-1556EF2E22C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7C894A-9739-45DB-B6A9-2E0E546BAC8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EA9DFF0-B06B-4075-AD35-C46FB9CC939D}"/>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4083A2F3-FB33-4B52-B29D-6FD9B008D9C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F124FC4C-B3B0-4B7A-8868-92831B14D85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FF93D8A-F2C9-4D23-9E1E-DF18A00CCB53}"/>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CEF83F0A-4E6C-476A-8C61-8851917FA85A}"/>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7F1FB139-8618-437E-B4B8-5CF717C0BC09}"/>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7C20285-639D-4A12-A1A4-E3F7634C20B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230CDB9-022F-45A2-B5DB-E113077C1C93}"/>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C1020EB1-8BC4-437A-A5A9-7DA26EFB3DAF}"/>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25DAB01-CD08-4336-B8A7-08A672805BC3}"/>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3126437-56C7-4C59-8CA9-8A1714769EE7}"/>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2975B6E-BF67-4233-A9AD-A5382A2AE851}"/>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8639EB3-153B-46FF-AA60-C6549DE8971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C822A697-7DD8-4E8B-BE59-D6C2D4BFD895}"/>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7ADE01D5-2F56-409A-B5C3-180F1E37A3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158567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D69D008-1009-44F7-B05D-63BC5396C1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2EBC7E6F-3498-438C-A9DE-B3168E20BD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91EB55F6-8BB9-4C7C-AF74-2E813662D3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F878E337-1006-467F-B851-3DDB2EB132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2709B18C-5FF7-4CCE-AC1B-84E2C22557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E56DF40C-6D3B-4B91-A032-DE23054AE9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702F02F4-54F1-4D2D-A214-71207A7D168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0AE93632-B288-436D-A639-91D42EBF8D44}"/>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E3BAEC8-031C-4BB5-B531-6E6BB7C3867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E20057C0-04CC-46EE-AF78-7B5850537E02}"/>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5A0BCC6C-19D6-450B-9E00-0548DA86B17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13B2100F-79F8-4A4C-9E98-6D9018AE669F}"/>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95E2448-27CC-4211-9518-DF612079207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1A8788D4-E072-4254-9491-912B3723175C}"/>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81242CF6-802D-4437-A099-5B0090A8B4D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3AF0B6D-B93E-4242-AF6D-0EC0438C0657}"/>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861A43E9-15B3-48C0-90D1-1CFCCE55D67D}"/>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E87ADD77-C2C0-49A9-96EE-086B6F3F74FA}"/>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B07FCB8-8834-462E-8003-0E2E08571EF5}"/>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97AF15A1-4A5D-44E4-A1A0-F83C1F4E3E0F}"/>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CA4F4D5-F332-4E31-800C-DB982412C99A}"/>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A9AF683-D9B1-48D4-AB3B-F1BE9881C664}"/>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C9E5B3E9-76A1-4553-A3CA-70DB4AF54C34}"/>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2091A4E9-6597-42AB-9943-A451EB7C02A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44C4C887-4A93-42EE-A7F2-12300B1139C2}"/>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CD4912D9-064B-4587-8B39-D3420FB2679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7379132F-0F3A-41B5-A959-D9599D8B0C26}"/>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3E8DD48D-C9A3-4B81-A547-28283A17368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82262617-A2B9-4DEB-8FD8-1CEEDE8A44B7}"/>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D3762F1-F64A-447C-A008-F04E4907C69A}"/>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D97DB61-B192-4F46-B70B-12F100BD3FE0}"/>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1D88674A-CDA5-454D-9439-84F5136FB980}"/>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50DE7715-E6F6-4D2E-8271-2CE5B4B2EB61}"/>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4B1AF349-C841-4C22-9F49-7E7B76B60AB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8E4B825-16B5-4EA5-81CA-6AA5DCE3CD7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A1E6235-7228-4D77-AAB3-DE8006265168}"/>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4C03CC41-4404-468F-8DC7-DB7FCB5EAB43}"/>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A35A9DB-1661-40E7-9FD2-682C6910868A}"/>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E758C1D6-76B8-499E-9AEA-EA8031892C30}"/>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0AEC158B-17EE-4491-98E7-98D79D9CE375}"/>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1B27114-5D62-471E-80E8-1A811E6728A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FF634FE-3B01-4D60-8BB3-E61FE9C08EF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204F9B8-01EC-40B4-954B-30CF987FF9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88390855"/>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49B0567-1FEB-4A5C-8D82-945E541F02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029C61BD-2167-40B1-8A31-608C813E8A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744D584D-1990-49F8-A5FB-4F387A2A5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882E19A-75FD-4E13-A93F-DF6A02744C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42A5B98-ECA6-48F4-9966-2385C3BF86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A032D986-C17F-4EB4-9C90-6E61F0C974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5654C46B-B68E-4FD7-9C92-BDCA11ED6C7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9BC28C7-134A-4093-A909-A0FD8CFBFB47}"/>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9236B14-3539-4B04-841B-7ACB9DDF0979}"/>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04D9766C-8D01-4260-B716-ACA240381742}"/>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C9B8611-E194-49E1-99B9-7E59FF7B763A}"/>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38FF038-8D41-4521-97E8-AB9E62D48A7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4E0DF9FB-1232-4A7B-9DCE-E51BAD0E166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BA8AABC2-5748-4BD5-8585-94D70DB09A53}"/>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15BC6AC2-C7FF-4DDB-B5E4-907C6907A3D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35044A30-73FE-4AE2-BE5E-3114249FB9C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352B940-C867-46A1-91A7-ED5F05B03F52}"/>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86323572-B38D-4DEF-BF1B-A1B936EEEFBF}"/>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7C08085-B73B-4EC4-813C-A9D83BE49EC3}"/>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F618B19D-10C1-4BBC-902B-7FFDAF992823}"/>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9F5A1F0C-074A-44CD-A07E-294F0045215B}"/>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A782D75A-DCA5-4705-8F09-14A0F1E4B9F2}"/>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565BC2BA-4416-4EB9-9CEB-D86C6D6ADF48}"/>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75E55C8-4E91-4A02-A2B3-73833429E2C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260B5FD-9CC2-40FE-9C79-13F27057BB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6721026"/>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B8EA14B4-13B3-4DC0-9DBF-97E6C6C87D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F85F3A80-5359-498D-A96C-0532AA5376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E1167749-17DC-456E-BD99-30FA840045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2A159AC7-9763-4918-B03A-0500D961F4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2A81E392-A154-421B-96FA-54728781CB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B314DA3E-7938-4D42-8E71-908A57EB89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760244E6-D5F3-4BC2-845C-EB016D9D3AF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9413E74-09D2-432C-9D38-F54B94F470AC}"/>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EAA1DD5-4059-4D6F-B7A8-6D3A08BEF2E1}"/>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6A9FB14-E00A-4522-ACB8-CBD5E289B66D}"/>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9588EA97-15F7-4D31-A77E-80FBADE3B13D}"/>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3803A5AE-6A92-449F-9696-B9F5AC064C0F}"/>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BD1D0145-C0AC-4C69-AD1C-4C61FE6BC418}"/>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45541F5-77DC-42B0-8FB9-83EE548CE9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013850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88832AA8-5D2D-456F-BBED-3512A880C9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3F390F2C-2C84-4B88-99D1-68CFC7C878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F77CEB9B-8764-416F-91B5-39E7EF894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A4D2B7AB-43EE-42CA-BC80-75300C9640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740707CA-8387-443A-BB53-D9503F346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012AD3F-5B32-4BF8-8A7B-C1EF5321B8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D4E2F988-E3EE-4334-9123-CD91C5AA1F7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F89CEB73-FA54-4F65-86E7-9C25D166E8A5}"/>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FB2AFFE-FDD6-4B24-9BF7-F429F3836DD8}"/>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6008BFF-AC12-4826-AA5E-44675A736B34}"/>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F554A32F-3409-4BC7-ABD8-EA2F0EE84414}"/>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F1A895D-09CF-49D8-BC14-05D0D4786B4C}"/>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56953298-799B-4FEA-9BBD-4518252741B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D4F1C1B-2874-4B59-A0DA-170BBC48130E}"/>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8B4C82D8-13F3-480A-8CF6-7D8514840616}"/>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F72D165A-3BA1-4176-A546-B8FA94EF78C2}"/>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B879F6F7-19DF-4CE8-BAAF-192DB151F50F}"/>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212ECA8-BEAB-47FB-8FDF-DC79388AF8BA}"/>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EFCC38A5-5A53-4C69-B454-9DFED1E8B7B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9705EC5E-4719-4BCD-967E-0D05FFE37F2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0077E04F-D982-4337-B243-2AAF1DB9F7C9}"/>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3851740D-73D3-43D4-8881-987329687AF4}"/>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AC9CD73-DF85-4185-B324-4E9E546A06FC}"/>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D33C8B33-919E-410E-A604-58FE571BCE2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18305373-27C0-45B0-9FFB-1DE77D29BA9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7B1F493-2403-45E4-B45E-606C6A19CBC2}"/>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2AD097C-B1D5-48AD-9AE3-DD2EC8117EA4}"/>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6F7C99DB-5496-4A8B-B09F-1CA24BD2262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2A13FC93-61DD-459E-A1DF-EFBFB4749D5E}"/>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BAFAEA54-DA65-4308-B08B-ADA3783BABE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12E9E372-49C4-4FC2-9FBA-5B9D3256C7D5}"/>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6879CE07-5A3C-4C99-828A-2114C8AA5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48434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1E2FC031-766A-415D-8F08-A743FB07E8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9426B842-2952-48A0-9E41-1738EAB704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5DEFF492-2284-46B3-846F-DC2A787255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82C1BA6-67AC-47B6-875E-DE71F2B204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3380B5CC-D588-4BE0-AA10-E8EAA16F92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2A74450B-6A4C-45FE-87DB-3EB0A7F055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C06A097-A5A8-464A-9501-FB94FE00C214}"/>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67F3264E-936B-40E3-9BB6-BBAD23F6BE3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A0B48F08-ECC2-4A4C-BFC7-7584551210C2}"/>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BC9BBC77-B772-4A85-BD89-7D990F834DC1}"/>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D4A9966-124E-4CEF-BC1F-AE88B18BDD93}"/>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3FA8B1C1-4495-44B9-8E6F-D971E7DD783F}"/>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A0E2941B-0C58-4CD2-91D3-157274D8A66F}"/>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45F5739-0D9B-4B40-8339-D4AE0D968D30}"/>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CF1F2DF-F548-4182-A69D-FCAFB7ADE750}"/>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F74E66A2-0357-4CE4-89AD-13B6544AA659}"/>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133EC01C-1DD6-4DEB-B698-B18218341F95}"/>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CAF127F6-7BC1-489B-B198-F3ED42BD65E0}"/>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AB2F653-3212-4E17-B452-BD298750FEB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A3A0E672-C912-453D-92AF-182E64C1B57C}"/>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CD2C003F-23C5-48C5-AFCF-9FAD3707DB1B}"/>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912D6CDA-C2F7-48C6-B633-900F54FEC3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002255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E369C49-5288-4AC5-89AE-641C55C98F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FF7A4143-4A74-4493-AE89-475757BDA4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133550FA-A19A-4FF8-8E6B-7DDE4EB9A6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ED3A3ED3-8D09-47B5-9211-4B17580A59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07EF5982-29AE-4F8D-91A3-C5F2A45AAA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E673BE58-2131-4C93-BBA0-FF6A847ED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AF3310A-9117-49AA-9D76-B3CE79AD3C31}"/>
              </a:ext>
            </a:extLst>
          </p:cNvPr>
          <p:cNvPicPr>
            <a:picLocks xmlns:a="http://schemas.openxmlformats.org/drawingml/2006/main" noChangeAspect="1"/>
          </p:cNvPicPr>
          <p:nvPr/>
        </p:nvPicPr>
        <p:blipFill>
          <a:blip xmlns:r="http://schemas.openxmlformats.org/officeDocument/2006/relationships" xmlns:a="http://schemas.openxmlformats.org/drawingml/2006/main" r:embed="Rf00d8346cd0f4e25"/>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99788E0-8332-4A75-8EC4-0A48413A2C68}"/>
              </a:ext>
            </a:extLst>
          </p:cNvPr>
          <p:cNvPicPr>
            <a:picLocks xmlns:a="http://schemas.openxmlformats.org/drawingml/2006/main" noChangeAspect="1"/>
          </p:cNvPicPr>
          <p:nvPr/>
        </p:nvPicPr>
        <p:blipFill>
          <a:blip xmlns:r="http://schemas.openxmlformats.org/officeDocument/2006/relationships" xmlns:a="http://schemas.openxmlformats.org/drawingml/2006/main" r:embed="R2e97b4c2b087412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BF9797B-6908-4552-BE6C-4F12EAA77C8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7257215F-D7E4-42A9-9B4F-DC1A69335F7E}"/>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4B04990F-3240-416A-9B43-3EBC97633B31}"/>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38D8D705-E876-4F56-84C5-2423DA8726C4}"/>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12648EAF-F035-4C2A-BA1E-08E7E0827C7C}"/>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07B65445-1662-435B-96FC-74BBBE50753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5A8BAFA8-80F9-443C-A260-FB3D706A0504}"/>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2B26B5B-552A-49FC-B9A3-393DDBD5189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EDECCFD5-33E3-4852-8073-541EC579A93C}"/>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017203A-6748-4773-88B5-4B17B932CFD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F790455C-2371-40F6-B842-9891B2D8E90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93055F8-8FBC-4926-B896-FE7A26A4576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54F019C-1014-4FA1-BF58-D77F31C3F6E1}"/>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3C3E33E8-E852-4939-8781-5530277255A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59B8C69D-3CE8-47E9-BEBD-A3D4C0E54328}"/>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08269F3-9CCA-434B-B947-909987B63071}"/>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7D9E0EF1-807E-47FF-9EA5-D1E3CCE3BDEF}"/>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D7AD7BC5-4830-4942-9B8C-F59568954BA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D94AC16-2E78-4B7B-9F3B-17DB0050214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AE9EC4EF-BFCC-4EB6-906D-B964A0D62BB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9F4ACAC-B1F0-45DA-93F0-3522BF318900}"/>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4A99CEB-ECC7-443A-B5B7-C1386948FA8A}"/>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D38A24C-F8CF-44EA-BB0B-33649E8B7E29}"/>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FCBA772-6564-4F98-9345-6BFA79356FC8}"/>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BCF0044-87D5-496D-9E12-40325A62A851}"/>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1CAE500-151E-4C24-B6E0-A687C37DD1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3352196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F96921E9-D607-4E3E-8523-55505F486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E8C82750-81A8-400B-9091-B6132CBBC8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E9EB08C0-E6BD-4098-A1C1-B2217BCF73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95EFB5CE-462E-4E84-BF3B-EF1445CFA8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9DA2B299-2AD8-4A11-9F58-3BBC2F8F7C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0CE75C1-A446-4DF2-8812-FD8F80620B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9D928CCE-37F5-4BB3-AA97-8F7C60908F2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995EFF2-9C58-4AF5-9AE8-9D895E3CF0F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4F9A26DA-9437-4D4F-B127-0C3FA0DFBFB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2A8CA1F-5C0F-4232-89CE-8CD8872FF9D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39BB0EDE-8A4D-404E-A0FC-4B08E2618B8A}"/>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D2E49A7-55D5-4B66-9639-0816842E112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32B6E96F-810D-4971-B541-8F1AC53EFEF0}"/>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C0471AB-2503-4516-B87A-E81A35D5AE0B}"/>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BCD0799-86FE-4149-8B09-C1DC101B1CC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BCCC8869-42A4-4BE1-94CA-0D44EF1DD84A}"/>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884D7A7-4D18-4F01-AB63-61727B92105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E7421E3-A273-4834-AF78-C8B48FEC5D9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A58DE994-E1CA-4FC9-B0A9-807CE0CA04F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0A8B929-576D-4224-9755-85B854BDDD3E}"/>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39EB022-F06E-4EBB-AFE8-5270DC90FD6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D51A4FAD-E29C-4888-B5E3-C37E56295C1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EC7922EF-015A-4F7E-AE4D-7EB87060FB8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CDFF0D9B-EE5A-416B-A0D3-10D00BEA04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3584678A-EE78-467A-B85C-D6BC74C22C30}"/>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8FB47A0-9B64-4A05-81F2-F0C37ED2B73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54063B18-78C2-48D4-AC9D-38EF35204F71}"/>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F08BB78D-3D20-465F-89F2-773C1B2CDAC4}"/>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5EA915B-17A7-4FD0-B2E9-89C9C41BFA6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C438A9B6-5F64-4540-8B6F-3CD9996EFA5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C66696B1-CE5F-445D-BBA9-75FE3EB4BAD1}"/>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88ABC9A7-32AE-4A8E-9414-4BB3CE9E9B47}"/>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F35DF50-3906-46B6-8C69-C83193DAE17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1AE6D30-47B6-46C9-82EC-1ADCE03EB99F}"/>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56E66BE5-6B67-4851-A2BD-23B6011D2DD8}"/>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243FF985-32CE-4C46-A3B4-A998B993FD10}"/>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6ABA221-A5A3-4D04-92D8-87EB8BEF23EA}"/>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39E1ECD-BEDF-4C11-8DE6-66031A4506B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5B86817B-A406-40A9-841E-1D4C6557AEA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83B7CC68-4D87-45B2-AF47-068DBC700A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099060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E6B1BA9D-3249-4760-90BA-3A2E905DD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80ECDCED-9EF7-4E5B-B2DD-A2ED01DFD5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4B55BCEC-7FB9-4B88-B625-6CC4FC713C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5DD04E1E-F70F-4D54-8904-E7C39BB1B6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4782DE0E-BAB6-4947-A9A3-07FCEF0C91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03C09CF6-05A0-47DD-B029-6686112E32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C3526F9B-6FE5-4745-ABBC-69D3B7026182}"/>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FF19EF55-4671-412D-BAB0-AB4395107B43}"/>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1B914D8A-7EE8-4009-8602-1F8539059A07}"/>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CBE2B2AA-E311-497B-8E88-469BCE12E8C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7E1A8F-DBC2-4F91-8B0E-1F7B4B7ED92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9B6FCBA-A2E7-409A-B0C3-CEE022E008F8}"/>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AC8D898F-61E4-4925-BF9E-BDEAF1823A87}"/>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A2C61C61-A259-4F82-9BA8-331AFFDC5218}"/>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AEF8B576-D363-4FD9-A0CF-B83D60047768}"/>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B377DBB3-CBCA-4228-A8DC-29915E5EF79C}"/>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BA07C9E5-E014-4E92-8C68-0C1C3B3A112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98515F1A-EA3B-4925-A12F-A7543247463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1CF5B17-9A91-4813-B662-D72F54EBB32E}"/>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B20CAB0-B5CB-4639-9BA6-E5B45EDCC51C}"/>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B919D527-3B25-437A-A3FB-3B0F29C452B6}"/>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02939A3A-6CD8-4BBA-A575-E0C4FA2AF94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E17EDA2C-1D94-42E2-8EE8-EF11408800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340885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3189751D-CA9F-4DAB-AC66-A452C207E1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EDFE565B-13C3-4C60-950A-5ACF4D569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EA25EEB9-A466-4427-9F0E-32AA3299B2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AC9E6879-4591-45BD-9BA8-100BCCD6A6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913970F-3630-456B-AE59-06E6BF5405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FF8EAD7-3656-4691-B3B8-7AE3EEEE53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F72E16F3-CE20-40FF-80A2-68C4094A184F}"/>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E2440E5E-5B5C-4F2D-AE55-260062BD238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AABE5A9-9107-4AC3-8BE0-33DB1ECE9471}"/>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A19AC310-7643-4A15-B6EE-B66BF2FE710B}"/>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692160A9-AD99-45BD-84DD-4A1957B0CC85}"/>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00C8EE1-1264-4E40-A956-6B7D426BB8B6}"/>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E2A4FD1A-9A18-4C1F-B097-9092A6A8E6A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74DDBC53-4D21-4653-882B-BC6B7A8B170A}"/>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7F633AD5-E698-4A96-9FCC-9F90A4FE0DC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3A96B4DE-0F25-468E-986C-2335DB8211F5}"/>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4437183-26FD-4A9E-807B-322E6443E63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BEF2283-C7F1-480F-984B-F8F0F02B7CD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D3C5C8F5-1EED-460C-9FD6-D9515DA0D19E}"/>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1D368FCF-F1E7-492B-9C95-98170B1FF23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2CC5E4C8-FA2E-4AF2-9FED-881223961473}"/>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7E56D59A-0D36-4123-843D-2D19BF7FCB61}"/>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2B53443-CF3E-4258-82A0-8EEA9A15319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D8F75972-8361-4C17-8715-04BEBB1EC18A}"/>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FA39409-49A2-40E8-86A8-C0F9932DC4BF}"/>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C119693-DE73-47B7-9AF2-F480FCE51DA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477B71A9-9133-40FC-9C6A-350B549359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3202376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E209C4F-2CDE-48E2-BE20-2ABF8FE3A1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38CAF7F6-A39D-42CB-850E-424C856015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D82B7284-CA64-4D61-97FD-7C7B5FC690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5F37FF0-7CBC-485E-A6D7-FAF61D2669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E636808B-BF02-450D-AFF9-0FDFD21322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7B3D654-712D-44E0-BC52-FD8BFF8395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5B2E3D91-177D-4C66-B2EE-E001EDB6B16C}"/>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02D6AECA-7B46-4584-A765-6298024A2448}"/>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DD1966C0-368C-4538-ADE6-7250361319D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04898949-F35D-48DA-A672-38F8D4446348}"/>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239EEA9-E5AF-4577-A7E6-9EE0D8B2BAF6}"/>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242679AA-8302-437F-B812-1213B8761576}"/>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D69D6431-BDA0-4007-BE65-70A4B2F11294}"/>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AF3C088E-7ED6-4DC7-A2ED-D2BF3EFB6D0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2BE080E-945C-4961-91BD-4C5FB4C6B15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9BF7B534-587D-49D1-8B36-7A77C351D36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2338C4A-BF03-4045-9CD0-AC90F0AC247E}"/>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B03B3C46-354E-4D28-B507-275E0B71F199}"/>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2D847AC4-B53B-4D5A-93A4-AF8B9A595995}"/>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7892B99-E9D8-4619-A753-86E5968F2AF4}"/>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C70642A6-5CD6-4F99-BF50-134A12CAD81C}"/>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CAFC9AD9-223D-4142-B704-D359AB1457D2}"/>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BFA238F-4783-451C-A902-33F2D5EA9C4E}"/>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B1FAD5DC-D354-4E4F-828C-5005617D3F15}"/>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BB26A529-3921-4365-A082-1D64C7D6221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164CEBBD-C7CE-436A-832A-96ED1B8330C6}"/>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08A458F4-692C-45F3-BE7D-262FDA8B83B0}"/>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0AB82E92-9053-4051-B860-752137249F8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F13248B-4205-45B4-9134-D44406E23B3B}"/>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ECB513F9-32E3-4C15-9F80-F49F6E0D00E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84888508-A5FB-4DBF-B5CC-D9EC786BD55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C46EE30B-82F4-4255-ADCF-755AF9EA75EF}"/>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58AFFE01-3E14-444D-959D-1F389715DD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111888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E2E9200D-671B-49D0-A4A7-1CF0BF76CB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83E13743-84BB-49F3-B708-DC47D9B5E7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F5C51FD5-5693-4554-B33E-04BD2B3064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71228E9-B8A1-4ACA-B270-4F3DFECDE0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EA84FA85-05D4-4A2B-AA94-06C08067E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A10FD7B8-D39C-499D-9389-0C9169104F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FE1FE013-C4DA-4844-9044-7CD9A47E5E9C}"/>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77EFA3C-A647-48A9-BE1C-8B2D1E7A950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15810080-145C-47F1-8E2A-B3202BC5265C}"/>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94884C37-957B-4423-A9A4-8C2D83CF1D32}"/>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14826462-E6AB-4BA1-AE69-4021D4CAD54C}"/>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B392F300-9480-4C6E-832F-4F15E22C1E13}"/>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16977127-E9EF-46D8-B635-C2289680FB42}"/>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CD136724-786D-4BEE-93D3-15EE6E4CD3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8384390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B073598F-6630-4D9F-9C7E-B3A682BBF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9E5037F0-C029-466B-98EF-C52C530E24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8AE77D2A-60AE-44DA-B2F6-FFDF595CEA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06E72AD1-F612-4F61-8223-3582EA1AC0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94BC6343-5480-4C43-A8F0-1316621AE8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FEF6279-CEDD-4355-9E02-EEA3B14BE0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5F1F6C94-DE78-4A63-8205-F43505AED612}"/>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5D9A6C50-7C3F-422A-8BB0-7BE40C0A455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7363046F-D573-4D34-8151-4297B951AD9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8AE5C6DD-8E3C-4882-ADF9-97C34D1C9EC8}"/>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6837B26-CD58-45C6-BC61-190ED533086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F61484D1-BE90-427E-B64F-195863ECA545}"/>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3CC0E874-6DE9-4410-84A2-767E203D849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2BBB91AA-09FE-409F-9C87-E88CAE5105E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5A1EF04A-98AE-4097-BA73-D07CDE9F0D72}"/>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5C6E7D40-164F-499F-A52D-9C997E48D2C7}"/>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F212E1E9-7184-4F55-BD90-B5994F0C685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21CD788D-75A5-4499-81A4-E72AAD2482F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F08E54E-35CE-46AE-8B58-3CD2555C7817}"/>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A1481BCF-8380-4E47-A0AE-558A4B6ADAF1}"/>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FED56AC-984B-4336-BC08-DFFF11BD1B26}"/>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FD1E06B8-C776-4970-83FE-35C83BD3094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F783F1F-926E-490F-A0C5-E5CFE3D5A30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582A5CBE-1164-4731-BCFF-8B9127AF5C20}"/>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874E2BE7-94E4-432D-955E-C2EE3766E935}"/>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8F3E69F3-1419-4C76-8061-6B802DC7E295}"/>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8ECE3419-4FE9-4D97-9FD2-B9D6A20F27CC}"/>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CAAA3262-BA96-4796-8E88-A6A3423B2DD0}"/>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80C5A76C-4A90-4CED-95CD-9859D8A5CEEB}"/>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2C4E04F4-6510-4CF9-8D2B-12DAE02E3600}"/>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2A1769EE-D428-42F7-A011-F3CFAE94C175}"/>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23DF4371-6230-43BC-BB78-DF4E46470EA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4DA0B244-79AD-45A9-BDDD-246F833F044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630FC621-C2F2-4F33-9C52-50EC90260A97}"/>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D4C9690B-4875-459B-9E12-1E7D7431C844}"/>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B546FE3F-9D35-4E0E-82BC-19BDB70F704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52590ED8-A81C-4D4A-BC7E-EE090F42D088}"/>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B307B342-0DEB-43AA-8FC8-FC2D8BC34D4F}"/>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C378E34D-756D-4C12-BB34-7CCADE0EDD07}"/>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424DA9F-7DDE-444E-965C-A3C32F5A5DD8}"/>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90E249F3-C780-4550-9E32-319C0E7355B7}"/>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62E9C1E-4675-4012-BBB2-DEFA382FDD9C}"/>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B10A9D9-E2E4-415A-93D6-507A7472AF5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5D56415E-1E55-4EAD-A312-27FECD0A3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1119546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E2E4FE3D-206E-4436-93F7-9B50D26C30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3713E30C-BC51-4717-989E-288DA2C858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DBFA4ED5-A239-4176-8F6A-8AE58DC136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CDBD399D-73CE-4521-959A-18D02C82AF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2BB7BCBD-2FBB-4CC3-9864-4798A965D8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5512221-492F-47BD-8332-0279DE0C33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EC316F8-6023-4408-95CB-28740CDA48F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01DD1F9-BAE1-4A3E-B0D9-C88EABE04753}"/>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D551727E-93E9-4493-9DCA-ECB11B7CAA44}"/>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CE6D0A6C-809B-41AD-AEEF-58D8DCA05B01}"/>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CEEA092F-6A71-45A8-A791-CCF8BB73052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B4BE0F9-5953-4F1C-B373-D8B735ADA439}"/>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1EC3987-D42F-4F8D-8579-7B8FA2ED3F8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F90768A8-1116-464D-9B1B-3A52941727CA}"/>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98DE2F4-790A-443E-8385-D337A530EF16}"/>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5067E82A-C6D7-4AC4-A52E-D95521A0DBF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87DBA93C-A7F9-4D15-9C7D-5F55A1E0E75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9741D3FA-4D02-4A06-B777-10DFB51D632E}"/>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C0159EA1-F49A-4838-BAFA-3FF3081C7B6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D37FBAD-6F6F-462E-ADFE-0638F228BDE5}"/>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AFA0FDF5-AF90-496F-BC39-DD39D1CD5ED0}"/>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F7229BD0-04EE-4086-9CD9-CABED56AFB87}"/>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82C4D842-DBAA-4A8B-915A-2D655070DEF9}"/>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743AE371-F39F-4A0A-958B-792C1152A041}"/>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D45D254D-2DE5-4750-9A24-BA5B69A8DDD6}"/>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B927E9BE-85B6-42BF-8D1B-200BFCFF0B9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634D9110-7831-44C9-A21B-8519B4EFA64E}"/>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6F7A3A89-5AD3-4A57-A030-71005C81FF3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B0C015D-4EE2-401E-AAFA-EE3C3EBC578F}"/>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F50691CB-6315-4F3E-9ADA-F331EF2FE09F}"/>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715DBC1-DF1B-413A-AEF8-CD29ACA4E605}"/>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44D19095-CE3F-463D-93E7-C9521FE7C520}"/>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04683E59-2B23-434C-946F-F131AD6E4E8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AE7DBAA-C88B-4EB7-8017-C5DE7FB3431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4C396B2F-F9D8-41B6-913F-AABF3BA44C56}"/>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D86EBEB-7244-425C-B924-DD220B906DC7}"/>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F95D8561-F4CB-4D75-B553-ACA3AB13FFF1}"/>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1A1A7DC-3085-41D1-9A65-69DD9A0B2BBF}"/>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1B43DD85-EEE7-4861-B2E0-F90812BD0FF2}"/>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E83BD00B-E1F3-424B-B707-6F81F589BE49}"/>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C482F37-72AD-47B2-99FF-4B4BA8BE0256}"/>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017A9DAC-DB7B-4533-8116-027CAB78F167}"/>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E0E48F4-D9B2-44C1-962B-41915A07F8A1}"/>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2A13DE3B-B545-418E-9D86-6B285292BC3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3F0B174F-0F4A-404A-995E-5C3C4C64F11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66C33D2-BD84-4F92-A23F-FC6990F7690D}"/>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4C45D717-33B1-4CE1-BADD-895ED7F3F9D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C96A6AF-9AD9-4ACE-9040-4E3BA17A4CD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93B15BD9-86E7-4C42-9E25-0323381085C4}"/>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3A15E3D9-883B-4778-9222-17FA3D65270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4CBA03A7-B8E7-4217-8253-5C876A3FD352}"/>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6C714F90-A13D-41E3-B60C-386DD684A0B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F2484E5-2F92-42BD-9B99-9294AD8891F5}"/>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D9ACDEA-2155-459F-9DFF-34F216996002}"/>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54C116E7-6B21-4744-8C8A-228AE8E1CD3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B8E9CD1-27C9-4528-BC29-D6CC7CDFB0EA}"/>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3753812D-2652-46B2-9F5B-D4ECEB6090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6910099"/>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8E40F9E8-C5D7-4793-975B-43DEC45252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CF62EBE1-3969-4561-9E8D-C471ECC028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DF6F4B50-4D58-4C28-AF86-F4F5981F76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0AC0222E-2E2B-42B6-A06D-6B8C8905B0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21A5AC16-CE32-418F-99FB-E081EFD423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690E0E1D-E279-44D0-A92C-8FC67AC68E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4B0B8692-C329-4379-8E8D-BCA5694D480A}"/>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CBDB2F90-9537-4336-8AAA-11AC651918C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D86548B-8ECC-41F5-BEE0-75790C340FB6}"/>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FC8EEA87-27D5-4DC3-A1F5-E47536FDCB9B}"/>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804ED82D-0024-42D6-92CA-F1C7B23E955A}"/>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A87B44-3076-4654-98CD-3B4DF855E482}"/>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2A99EBB-EF1D-4341-BA8B-A11F054FD1B8}"/>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AF3683F1-86D8-4706-AA59-E164A7AD1C54}"/>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c8fdd9c5cc1c4745"/>
          </a:graphicData>
        </a:graphic>
      </p:graphicFrame>
      <p:sp>
        <p:nvSpPr>
          <p:cNvPr id="15" name="Python 할당 피크">
            <a:extLst xmlns:a="http://schemas.openxmlformats.org/drawingml/2006/main">
              <a:ext uri="{FF2B5EF4-FFF2-40B4-BE49-F238E27FC236}">
                <a16:creationId xmlns:a16="http://schemas.microsoft.com/office/drawing/2014/main" id="{83AA26FE-012F-4E1B-AAE7-9F57347C4C10}"/>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F2C787E3-1A66-48EB-80F8-DE4EFA121419}"/>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8587392E-5E9A-4458-B997-8CDD80C26585}"/>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A5F72B8C-2725-406E-BCFC-4B35465D0EEA}"/>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773C8D68-4E53-4980-9CEF-97C7F6B1898B}"/>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9EEB1948-836C-4502-A416-F067259D0B73}"/>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D55D9B5-1F44-4163-AA40-4C6359CA2345}"/>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F1E814C3-B58D-4C9F-A238-D2845EB59EC1}"/>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817E2A94-4540-4782-8D60-914CAED42347}"/>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4EBFBA5A-FBBD-4645-93E8-D9E6A462B5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4B83EFCE-48A0-494E-BC2C-0EC08AFE48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632043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E448505-EA52-4E47-B479-882BF4DA7F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DF266FBB-2DCB-4995-B5B8-7D3B9920E4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D35F936F-A1CC-4D5D-977C-227570E566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8825642-9F34-4A35-8F0A-AEC184E854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CAA13973-C080-4F15-8E55-8CFAE6784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5CEF402E-95B0-4DBE-A2DC-65E71B227A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1F88767-B7EA-4552-860A-BCF41230D41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36BF498B-461E-4ABF-AC2B-D319EA67727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E5602FC9-F586-48C9-BC31-B42F41BA3C8C}"/>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E78CC688-9C04-4438-AE41-125C3701CB13}"/>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6D1285C-EC59-4A96-90A3-78F187462C1E}"/>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D98CF685-2A6A-4780-BE79-238B89DA0795}"/>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ABAA7D4F-47DD-44E6-ACE5-695293385C9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296B1225-9934-4633-B1AC-0E47E4045A9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F4936635-4FBC-40A5-B842-DFDFFD92B0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66BB5ACF-93FA-42C5-A68D-5A1B40D5970C}"/>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0CDAB93B-6CD6-42C2-9B4B-3E2D388DFAD3}"/>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646819E-E3DA-43A6-8BC2-8B06D7063B69}"/>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710C7CB-7A57-40DE-8D61-177873A564F9}"/>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3EDA15E0-6DDF-4899-8F05-624E4997197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9B91F241-E51A-4F1D-A6FA-23B58325E21E}"/>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E44A7B6C-CFD0-4F0F-B08A-09E256CFD380}"/>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9C08E28A-2E05-4069-BBBD-EA12E9404308}"/>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878F0630-C436-496B-89CC-B7E882A1D135}"/>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34F6E88-7FF2-47DE-80CB-0EF62E5D5F3B}"/>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ABA986C7-4A8E-4EB2-8048-94703EECC41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10BB8B1-58D4-4F31-8FD0-414BD34F063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54DCEAF-D084-41C0-A87F-22FE107EE85F}"/>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6C2988CD-2195-4878-8169-2EB93EFFC0A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B44462C8-5949-4088-9557-44376F8E652D}"/>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F0D4B5FE-AEA9-47C3-A6B8-18514168BAC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91057E63-6D86-4866-8681-034F084EA42C}"/>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8F3D7603-2592-4022-AE62-525EB644259E}"/>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43DDCCE-104D-445C-B587-CCE922243643}"/>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4E46FF40-C53E-49D2-A9DF-DEB27C596FD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85DD9EC-540A-44A4-8829-0D4EC9C452EE}"/>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3B85B310-7E53-4E4F-A054-6D04F60F6E44}"/>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81BE5EF1-83C8-46E6-806A-B0AF8985E5B3}"/>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F137745C-9E3F-4E8E-91FB-D60402D635EF}"/>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C0E61F3D-7279-47C1-A2FC-7B4DF4AE963F}"/>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82C35480-62DC-4691-8005-F97546389C9D}"/>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5CE28EFE-4A09-4810-B085-BD614C93D5F9}"/>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D5136A2-6AF5-400C-BCA0-E22C4A49EADE}"/>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8B2DEB8E-A6D3-4B64-8B6A-1D79641018A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74AA6D2B-BDE4-4BC1-9571-F3418886D8A7}"/>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36E3F09-741F-4F78-A373-D9D849EFD2FB}"/>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EA685B50-0D39-495C-A6BD-FD9519EB858D}"/>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5F4AB296-E4FB-4A89-AF23-B18A30B7C2A7}"/>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C4545601-77FE-4151-BA96-D530FE7675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360487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E73BFE39-C54B-4824-8757-65C7226C14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43BCEAFD-9FB3-4E7E-9A9E-D95E8F77E8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4ECCBC09-7E3A-4B6D-AF74-F2108F306C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4E34B082-4B4E-4220-9423-2F521FE12E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E6A2A305-3888-4578-B33B-973A874547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CD9E411F-F16B-41FE-B829-35D990441F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11E082B3-9693-4666-AE63-3D841E27290E}"/>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55376E75-9B55-4D66-A992-766F5C2D067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6D1DA165-C30D-46C4-B44B-8F36DDA64E97}"/>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E539F8C2-9BBB-4001-9460-138ED3E35EC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4BBCD759-BF11-4D36-8894-3AA4D5E8B07E}"/>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EE7C2F21-6F26-4B36-B023-0DDB7A72BF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2248042E-DFBD-487B-A98E-D017B95B71B0}"/>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50454AB9-C287-40B8-A837-858FDCB3A96D}"/>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5AA3B84-3F39-44A4-BAB3-FC3F36D1EDF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40DF25E5-7468-47CD-B503-38C1B1554C6A}"/>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D29BF84-2733-4C0B-9F39-9815A901BCAA}"/>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36403548-5D18-447A-BD1C-D1CC4AACC18F}"/>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0702AA4-536E-4EF3-9933-7DAE4F70A1E5}"/>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D25E01D3-8989-42B9-97E9-43B337AA9DC4}"/>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808537BA-C1DF-4DE0-B3EF-6049EBF2C22E}"/>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B5582690-F37F-4E6B-BB95-9EB2847BAB6D}"/>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5CC4325-DBFA-4265-9B73-7AD90B0AF9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83456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5CE60E49-7165-47B7-8B2B-018FD00AF2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8A2A5391-7B3A-4216-8B9F-D59A0AB83F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0CE59138-AC9F-4E1B-8446-1990C084F9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6BD30F3E-E64C-495F-B577-7EBB215735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5073A37F-4FAB-4D0C-B88F-132F516A7C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EF6FF8FE-900D-461C-A231-6A420A4B9A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90264560-1245-4AAF-949F-D0984D58452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374D7F0D-EAB6-449E-8971-CD0E6E57B3F4}"/>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CAE323CA-E7C6-42FD-AE43-3C1DB430EC01}"/>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A061440F-8954-4429-981C-D63939D69219}"/>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2E1B030C-C012-4247-BA4B-1B28A669B48A}"/>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070D07C-C75E-4877-AFFF-BD536FBADC9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49E59A43-A382-4035-9B7B-9CB82B181292}"/>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92911C0A-36BE-4C25-A5F0-F0C64DD67B46}"/>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014DDABB-3CE5-4026-A04B-37CBE60EB75D}"/>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939C92E1-A67C-435E-BF6F-60D9CDDBD07F}"/>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E9EF83E8-DC9A-40C3-ACDE-B696557A490D}"/>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7A86CB59-755D-4F10-9F1D-9C6008B7B890}"/>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1ECE1698-0AFB-4238-AED0-49639244F90D}"/>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B7B1D6F8-B4BE-4EC6-96E9-6431256F6283}"/>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84ECC570-6413-4FE2-A1C0-040DFA2306E3}"/>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ED5648A5-ACE3-4D12-81CF-02D3FE5FB529}"/>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A67F24DA-880F-48D0-9434-C9D28150B6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0904670"/>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8CE3CDED-32E4-4D3B-9727-401B4F847F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11F1997C-56C2-4A26-BDAA-4BAED8EF9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57C993E1-FED4-47EA-B405-2EFD74F6D4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4BCE970-F323-41E3-8738-FA05C5D369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8CEB8BD-567F-4DF2-A800-5EA7D6D949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E8E32787-B45A-4AE7-A0F5-D2C060A3B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ECB14A77-A163-4B9A-B5CB-EB82C722C2D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D1F0C18-8D4F-48B1-8A18-1E909A6C3963}"/>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8175FE21-0BF7-4BF8-BB3B-D15290FA635F}"/>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6E41282-71A5-4420-A9FE-758FB51B4E02}"/>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75243D51-79BF-4191-8CAD-9B09024936C2}"/>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12CBC253-B062-4900-B037-8660A41302F7}"/>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0AEF7DBF-58B0-44E2-8C52-993BF9C864C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CE04E8FD-2EDE-48AE-B057-5570D2EC70A3}"/>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AB0265C1-9824-4A33-BABB-355E35C15BC3}"/>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F38BF93-0FF1-4C03-9D3C-D46D5BDF181A}"/>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AC39363D-C936-4A3D-BA96-92542F323BD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AB8A0B09-19D5-4448-8E3D-4D767FDA8B89}"/>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68F2D02D-B089-4C86-8FBF-CCF3DD35399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CEBD50DC-3B47-46E1-A440-42A4FB5FC07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61A74D6-D889-40AD-9344-7D42D042EAC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097DFE76-86AB-408F-9DD1-B2B5D247AA8B}"/>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E6BC90A5-8103-4D46-A9EA-FF7C1B50105A}"/>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2FEFBD14-CB77-4C1B-931F-83082F7DBBD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53D5C2D6-9063-4CC6-AD63-6279FC7CA79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09D23ACF-223B-4C7E-A735-1D3874AE55E4}"/>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A37AA669-099C-41D1-8168-A49B477952F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9CAE401E-C418-4D49-BB27-93D8A0EED32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8EF599A-1B9B-4CFA-B1E8-E37EF869C8C6}"/>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BF40F39B-671C-4478-8034-26BB15129393}"/>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E486435-44AA-4837-98ED-8616C605553D}"/>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37479FE8-E4D2-496A-9D1A-387778FD10EE}"/>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BB86EC93-BA73-4B13-81A9-76A82F052874}"/>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74983382-5634-4076-B0E5-B7AAAC50951B}"/>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9CD11C2C-0A20-4052-ADBF-9321ABD9F5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456610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6C4316F6-6D3C-4333-9AED-8A35D08786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713199E1-9C15-46AB-8A76-EB4013E82A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5A4E4794-F0C9-4AD9-9392-1010D5E9C8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076CAD41-6D7B-430B-9ADA-9E1CE84A1A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1DF7B444-3BB9-457A-A8F4-8478BB5F63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CBF405BD-CD57-4E05-A500-34CBA1116E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395FCBAA-D1E8-4ACE-9994-CFD150995ADE}"/>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C8DA487-AC0F-4F04-98C4-2B796C6B979F}"/>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30A5CEB5-7372-4B89-866F-9634DB63B7D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C76C15D1-27FE-4529-B29A-44EB8052738E}"/>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6CDD098A-88D2-467B-9940-DEB712C58C22}"/>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E9B79852-EAEC-4134-ABDC-BD5210A6205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BC6A9A9C-2696-4F1F-8CD9-5055A4E131F0}"/>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EC9E18E-9138-404B-8965-907687C67AEF}"/>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A18138CE-D17B-4104-8BBA-9D0E86EB49B9}"/>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6346BBCB-7E1B-4A96-8DC9-6887D093321D}"/>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EC7B9B3-2861-4133-ABAE-B945DC9DD1BC}"/>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E742A607-8918-49E5-8D48-DC1E68B2EA65}"/>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CD72545-0503-45A7-B1B7-95324BDCFB0F}"/>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C2A83D6B-E613-4B41-9DE4-F5B8FDCDEB82}"/>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4B52C62-52B1-4095-8501-A22145CF6A8C}"/>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2F7E6FDF-6466-4E2D-88AA-A5274E913E25}"/>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B54F9C1-C923-4932-BBBF-26458B995FD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04C8ADE0-F0E1-497E-8414-81F48F2CF35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11DFA4EE-23C9-45BE-960D-7781C900FDEF}"/>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546D3DD6-C377-44BA-B0D9-93EE3F95DD2B}"/>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1B1806C5-BBCA-4427-AAE5-2F178001E867}"/>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0473D68E-FAD6-446F-97DB-FB66440E6972}"/>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9F5F38B2-A361-4BBC-B323-D0D7873B8C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752115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652EE518-EAFB-4C33-AC9B-8A9BB616DC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E245812B-5AD7-4AC2-A3BD-40F73744E5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9701393B-271D-4DAB-8900-573C28B88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2C58A501-EC90-4397-ADB9-EE087D7B83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57A9B1C-8F6C-4598-8124-E21B820F29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97D1A1CC-D7EC-44B6-8860-8802560E9D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DA15F69F-AFC9-4342-8367-A7CFBC23696A}"/>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C805176C-AFB9-4955-BA6A-A5BA3AF06BA1}"/>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9C87A9F8-B8C9-48A9-82DF-6D70DE5C999F}"/>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730B1445-72FA-4744-AC7E-B3ACD195A18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04402B81-DD8D-412B-94B8-B733447962C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9092ECB7-8B13-46C7-B5C5-7BA2A7D53A69}"/>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62FE0F09-EDFC-45A8-BF03-DE3C6200FC1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D541DEFB-EE3D-4C07-A763-3FF2C5DCBAE0}"/>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9D92448-5257-48FD-A0EF-2E30374972B5}"/>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A601E386-6D18-47AF-9B2D-A988BB6D25F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C67B2953-7B81-43DD-A99B-9A10F2C1447D}"/>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807C2653-F4D4-4900-87F5-682EAD7E06E5}"/>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AFEB1D94-DE13-4718-B0C9-93ED0486C4DC}"/>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D31FA136-5C1B-4E9A-9485-88FB1454133C}"/>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991EA62A-0FEE-4CAB-AF77-73C027C7D1D1}"/>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88975FC-2D2D-4D8C-8A50-835AC9B0A2A5}"/>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332955-14AB-4C98-8586-3B7C32AB056D}"/>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A4C407E3-2FFD-4657-BE83-563E54979697}"/>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6D8C094F-261F-4934-BCF2-98AE5249FFD1}"/>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1055E9C-6F53-42A4-8355-6779661B6133}"/>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DA92F701-76A0-436D-BE68-E8471A91DA8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8DED3E74-25BC-4CA7-B836-F4D076974D36}"/>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591F2766-0483-43AD-8F2E-D812FE3AA47A}"/>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95198DCB-95F5-48EC-B55A-3400BA4F96DB}"/>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CCFC676-8C2A-4FA4-9C20-D71EBCC340A5}"/>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AD7123EA-4A62-4568-89B7-913DD774CD6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1648C04E-1DC3-4324-8BD3-9694BF91A74F}"/>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CFC58A7B-D52F-4631-A77F-23C5FE25C290}"/>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4E54C257-D3FB-43FB-BF0C-F7889FFD09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502859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0CF409FE-78C4-43B3-AF87-C1D83FE6DF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89D5A849-89C1-413E-AA1E-E8586E37B7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C0BF4DF9-DAC6-4F16-A2A0-FBF9C7827A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B26213D0-B95E-4788-9B8E-E26447FDD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FD3EEC4-38AE-4637-BA7C-FE20157CBFE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1435F0C9-464E-433A-8E2A-8BAA064181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64E84851-EADC-4BAE-A480-65A738AEA1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DFC8EC34-A43B-401C-822F-EC9517960B82}"/>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5E31DCB9-5070-411A-8DAF-633108A79991}"/>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FE461FE9-7CD1-4D89-A516-AB36CFA1A26A}"/>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3E89490C-17FF-49CF-83DC-B9A09A9F1134}"/>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08A22F8-4D35-43C9-A2ED-CB3BC2012293}"/>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955F80A3-86CC-44FD-A87F-47DD33278864}"/>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BE2F6F54-09D6-43A0-9B05-766E9548034B}"/>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5DFF820F-3C69-45FC-8083-7EFF30712F15}"/>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BCA67C32-D4A6-449B-AF77-DA872A02A9F3}"/>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1A9C44C5-0D46-4074-9E7C-9AA1D72B321D}"/>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B1253161-C128-43E8-96F4-26A0ABDBD9F0}"/>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635835AE-064B-4B3E-8E1D-B1DD953AE8F8}"/>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F9373EE6-40DE-46C6-90C5-68F897985C5A}"/>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44BB8DFC-54BA-4ECB-AA4B-3657BB68B8BE}"/>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2BD5EF46-E90D-478F-A9DB-981C3F693458}"/>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51E98C14-2398-40FC-B840-6048BEEE8F8B}"/>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CFB7DC28-EC79-4828-A67A-04200F24BE7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8CF753A9-6FE1-45B8-9916-C05EC9719B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4144501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40E13E75-1827-4BC9-AA5A-D5CF9BD1B4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AC6D193C-D589-4EBF-8DCC-D42D44D15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82361A4E-1638-497F-A876-3442155FB6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918D6087-74E0-4443-BF21-37FE8C23D4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B95F5720-AECE-46BC-98D7-49B76035D2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033C7D61-C1EE-4B78-854D-33029690D8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9936297F-19CB-44DC-9005-DD5EFE006C75}"/>
              </a:ext>
            </a:extLst>
          </p:cNvPr>
          <p:cNvPicPr>
            <a:picLocks xmlns:a="http://schemas.openxmlformats.org/drawingml/2006/main" noChangeAspect="1"/>
          </p:cNvPicPr>
          <p:nvPr/>
        </p:nvPicPr>
        <p:blipFill>
          <a:blip xmlns:r="http://schemas.openxmlformats.org/officeDocument/2006/relationships" xmlns:a="http://schemas.openxmlformats.org/drawingml/2006/main" r:embed="R5ac0f113d5434f00"/>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0D1B6C01-A2A9-4E6F-9E2D-8BFABBFFD6C7}"/>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950E27BD-B6AE-418D-98AF-B05FB82531C1}"/>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B72F3061-B063-4F2E-8A24-44D5209C8BB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07A498CE-9B74-4CB8-BE00-4E89578B7D8A}"/>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774A5C61-45FE-4664-A082-4E60C6157F25}"/>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A7F3A968-26CC-4085-9A9F-F2FE64F2C195}"/>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58779119-CBBB-449A-A65D-2D128CB29104}"/>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35EC3138-4001-4E73-8C2A-9108A4EB33B6}"/>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1AFC9AA2-21A5-445D-85F7-6557CD317388}"/>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51E6D018-2DC5-418D-99A5-797E7DE50676}"/>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0C425E5E-BFFE-4EAA-9310-96D5D89E6AEB}"/>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B2B5DDB7-ED07-4B42-9C9E-AF430585A7DA}"/>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E009F8D5-CC77-4BAF-88AE-50CB7933E81F}"/>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16D219E0-88BE-453F-A785-4BAD24C29B41}"/>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FFF272AA-FED6-4104-8214-89209ED28BF7}"/>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A2698F94-7336-4614-B244-B16A9CF2D910}"/>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85D9611E-C329-4805-B843-253E2C4CA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6931845"/>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03A8F4EE-58CA-4E45-870D-86268A630B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548C765B-15CC-47A8-9927-D3405BDE0E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F704F334-4E52-46D5-BEF1-D2FB6D83BC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F28213D3-EC33-45EC-8E7F-281BDDE189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DD017257-C2E3-4972-8495-02F28093D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09AF52DB-F056-4A53-BAD5-01CD562DD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B9F0FF12-F46C-47E4-B0B2-01CD383FC0BC}"/>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51244F1A-F4A0-40E9-9364-CFA002C8B4B8}"/>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DAA80A53-FEC8-4F18-8543-36621A680392}"/>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7FE1A281-DC40-4A8C-9172-568E828FD132}"/>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051483F1-FE21-4B47-82A9-EC8D62C1CC4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F6FBDA19-91B1-406E-993F-F555B6AF511F}"/>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9755E54F-C233-4D01-9546-1FC6935B2711}"/>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5BB2B659-A76B-4F9E-9297-1FB7BD7DC23F}"/>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9D6D8D5F-C88D-4028-B04A-1D857C6D6ED3}"/>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D33C0784-61D0-431C-ABEF-B069369432F4}"/>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18B50D3C-F29D-4AC1-B528-8A6BCBCA0E05}"/>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901B299B-B841-4C9D-9DA5-F8AEE12C25D2}"/>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039DE817-FBB7-42CD-BB90-3870661131AE}"/>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11B8C2C1-3E39-4B2A-9CEC-5783E1090010}"/>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2F67E682-FC9B-4F8B-ABC1-5A5DE086874C}"/>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C584BDFE-52C4-4D95-9C53-8DCC13366219}"/>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37E888D6-1B8A-4679-8959-A6FBE8ACEA39}"/>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C77971EF-B243-4ACF-8E22-F2F6568D75D1}"/>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705EE2D2-0FB5-42C8-AC16-6C519A206348}"/>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BFBC03A6-8C2C-4E4F-8CDD-CF0C6032BAD0}"/>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FD671F79-D90B-42A8-90E4-5B9A87E2CB27}"/>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BA6F130A-53C2-42DA-B26D-ACD94FB96863}"/>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60E2A0A0-D6B9-48AD-9667-6520363E95BA}"/>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43BE1B16-06B5-4108-8629-3BB1DA49F34B}"/>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D2ACDBCB-4311-494F-BE0C-E61C6E1C3EB9}"/>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1F07B0B6-71A9-4F52-B4F9-D9D1DB586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4306624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681787A3-6E48-4114-BBB0-E7B69ACD32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1C6EDE92-6CCB-4998-9D4D-E8EDAF2414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68FEFB03-62E6-4A9B-B990-19312296DF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93087495-7877-472C-8341-0C220BF41B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E1A7C195-4919-4565-BDBF-C6D2923CB4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9FA02A5B-8C89-4D15-8E39-9D3709A6A4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D93698EB-0C2B-4A42-8C12-D21C47C1CB52}"/>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9C80F504-BB24-4352-9C50-D758464011E0}"/>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7006E5A8-CEAC-4FAC-A2FC-B33C2064D35A}"/>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0A6E13F7-6E34-4015-AE62-0E21C68FAF08}"/>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7A382209-B1B9-4F0C-979D-0BAAAE7EDF05}"/>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64D1B7B1-2265-414B-9368-521188D5D7A7}"/>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5ADDBF9B-A3D2-4D6F-AAD3-DA9825D0531A}"/>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69DA96B2-B6A6-488C-A775-E66AE9ACE453}"/>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A0DCF8F7-FA52-4B26-88C1-55771CF9FFE3}"/>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4D6BB868-DD64-4C6D-96B5-65E24B615795}"/>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7475DD4C-DFFD-4565-BF78-DE6380E21422}"/>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A4387C10-CD4C-4600-B3A9-6842ED5EF000}"/>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1121473B-51FE-4334-BF60-DCAA6D86AF3E}"/>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F9AFE356-A2A3-4179-9A87-2EA7449A2C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602702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C8309260-3673-445A-ACD0-E273098BB7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C4F79583-8B3B-4553-B7E3-F259384147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2104D99A-D824-4600-B6C2-91E1961D00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82F3EDA2-739E-4153-9941-468E25887B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259F0131-0622-469B-A78B-AEB96CEC13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2A7BEC27-8204-4AAC-A76D-914CA2A500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7B67E901-D602-4C7D-9866-42C99BFB0373}"/>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2397E3CC-E479-4D1F-B480-5260F7A4B872}"/>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04389184-A90D-4F8E-8EBA-1DF6E042A5C9}"/>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D96376BF-A8F0-4B14-B456-0A4B0F3E0154}"/>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F741B3C-AD71-41A4-935A-AF44E6113BCA}"/>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80CDF536-88D6-4C6B-9E1E-C79265895C61}"/>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A46B5141-A8C8-4FDA-A752-0FB531D10CE9}"/>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7BEA3AB6-6663-4B51-8D1C-5238A38CC706}"/>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8AA19C3C-5F5B-454E-BDF1-6DADB2F35CF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FAE6D9ED-C8B7-4477-BBF5-15B53C8AB470}"/>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9CEDEB99-087F-489A-B025-2E736EE2E930}"/>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A455B09A-1CC2-4ACF-99D5-E1AE3CFEB8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1492493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043AE501-C428-4911-853E-7EF07C2EDB3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BC4B4A45-7727-43A5-A9E4-EEE9BF666EF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6DF75E2A-860A-4847-AA67-B3286B9F36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3A6CBDD-55CD-4C9B-8C96-848CD2B8F2C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AE20D24-24E9-4C92-8219-DA81BF31480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738F61E-73B2-4EAC-93A5-8B9271360E2D}"/>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DC73E7EB-58D3-413A-90EE-3A891727B83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E37935EB-003E-4888-B5FE-D25694316D2C}"/>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6655A52C-7325-4213-B82C-BD7799BC79C2}"/>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CC4F6A5-7FE8-4638-873B-2937D77BEFBD}"/>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F05BAB42-C117-4660-BC42-D8562CC5DF0F}"/>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0F189C6-0118-468A-9EBD-80FEA65FE38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CA9387E-2911-4AC8-A017-861911F23E3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9D1555B-3651-433A-AB36-62E6C7412C9D}"/>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CA50DD6D-BE09-4A03-9592-A56935FFDE9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51AB8DF1-265D-4CB2-A5EC-547966F48C9F}"/>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A134FEFD-7DCE-407E-9F69-9CC2087B7E7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088F4E44-A818-4461-B944-285EBB9FC063}"/>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17A2448C-E34D-4613-8A0F-A50E3B5F4B94}"/>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971C25B7-259A-4368-96CA-8DA0227651A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638BA6F-E372-46A5-85EB-3F612FB52385}"/>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EC44B203-5BA3-4697-890E-81DE8493114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3C26CBB-5483-4BBF-BE24-145199D26FE5}"/>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7C2D95B-54C2-4793-A34D-A1C853AD1298}"/>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336A9E62-6C8A-48F5-9C74-4B6F05BF7DF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607FDC33-92AE-473B-8D47-45955AC3BF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CFE6008-40AA-4AA1-B033-0E2017BCEB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D02C5398-437D-46E4-9FB6-3FC23378AC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2A9039FB-2C3D-487F-B3C8-1EDBB30E79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165549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1EB4097E-9888-453B-B48B-F023F988F5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41D2CEC3-97F2-422A-95D8-3C1EC1AC53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3975C4E4-A21C-46DD-924B-2FDBC4D003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25BB966D-0937-4ECF-989A-5BEC98E37D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E18454EC-530E-4F97-B5EF-805BEB249D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68F69616-D8B5-43D6-AAE5-43E7FB775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6D9A2E9B-F505-40FE-ADED-4166A5D4B292}"/>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47042646-58CB-4378-83C8-F59723751A36}"/>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652FA347-68A0-4CF8-BC99-904E35058134}"/>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158CD3D8-74AB-4AD4-9149-A8EEEEBFC8A9}"/>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5819CBB5-6B48-4A3B-8352-A3C3DC74D434}"/>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17F2A65E-0DB0-4E9D-A794-4D9E67D32436}"/>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6A660C08-1454-48D8-957B-23E877820923}"/>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05F50BFD-9EDC-447B-9DC2-7D03F20CFE90}"/>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E029F033-BF87-4EF6-9D79-7758AE8255A0}"/>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672154A8-772A-4C3E-B601-EA4117380406}"/>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9BFD4A00-C586-40A0-8C82-78A99FD03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0413405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22D6ACB4-417B-4D5D-AD19-0955E4B787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DF52F2E2-B748-4FCF-8C81-3FC034F09E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910A5C4D-EA54-4051-9A02-E258DB7F98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4BE0C0A5-84D6-42C2-8717-83EB99F555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D877505D-BBE4-4DBA-83BE-699292AF45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67B8F708-D5F1-4889-9917-8A7764BE1E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7834DE8D-5AF9-4DEE-B03C-262E427173C6}"/>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CB96207C-37B3-42D3-986A-7682533B2D3B}"/>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0724B05D-A336-4615-A34C-9D726DA4DC9A}"/>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C7BF0D7B-6504-4DA0-A13F-F55CBE78F110}"/>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3A2C3E74-1AA5-480C-BFD8-36C90DBA670D}"/>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D68B89E4-306D-440A-8BE1-A04699D4FAA1}"/>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084ECE91-B5DF-4636-A534-0E6291468341}"/>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2E4CA958-44FE-43AC-848D-5D2107E84109}"/>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0B52F249-3EC8-47A4-9396-0F9AE99B9500}"/>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5D32D48-55A3-47D3-AD17-3CF763510810}"/>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92CD1EF6-EAAF-4D95-A078-49C2B4CF97A3}"/>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C4F81FA8-E19E-48EA-8862-2E3772E9565F}"/>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9E2BA73-97CD-45E4-A806-DCB1B6252094}"/>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ABB4373C-9569-41BA-B0CA-CC198C6FFC53}"/>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B303EB0A-1B5B-4997-A2A7-1B2224672D7B}"/>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97387FAE-7039-4C89-B93D-08A2A531BE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37112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5DE1ECBA-63A6-43B0-94EA-9A8F1D9259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4D70E4BA-AC02-40F5-AA2A-EBCD8C1C65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2DD9B7FE-1847-4E36-842C-F6BCFF98EA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4A0BCC1A-53F8-41B3-86AA-6FC7AC0E7A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A2B1B060-E2C7-42FA-BA0B-C7FDEB3B0A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87475A38-49B3-4FB9-998B-9EBD44B30B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77982649-A600-4D7D-BEBA-E160C78F92D7}"/>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EF310F11-C107-449D-A13C-2A95B63C986D}"/>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A93CF90B-BBB8-46BA-BC81-B6707EA987BE}"/>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D220CEC-9673-429B-9DBF-C8FB2CBDFF11}"/>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63C3015B-5D33-4A88-89E5-00DAD4E9B2B7}"/>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8309B4AB-BB4A-4B56-BFD8-6BCAAA39B9BF}"/>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7F85C685-5605-4C13-B3A4-2D2DC1A6ED95}"/>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42251374-B210-4FF2-B270-049EB0AAB7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3709943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58DC0A76-4840-447C-A98F-FAC77160C9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FC2F92BF-340F-4BFC-AD0C-5166F69C7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C66319F3-7F60-45CB-A1BA-2D7002B78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41D4548D-36BB-44CE-9C67-843D30A5B3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490DD093-76E2-47A6-A1A2-A53EC6AB8D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CB61EFB8-2C5A-414D-9FFB-A3446D07FA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4EF9E5EA-F342-43E7-9DE0-2A16EA2ABAC6}"/>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6785B294-86DA-433A-8E0B-FCDB7C138B0E}"/>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8B050CAE-5CD8-46C2-8BDB-0F7FE2291357}"/>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CDC0C04D-823C-45F4-9B63-6BCED79D2A98}"/>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C0EA8F00-CDCD-4E76-BD1A-2925F1164C07}"/>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AB8047C1-2F4D-4341-8195-D5901C7872E7}"/>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1CF95E9C-7A49-43BA-9A45-966677E9211F}"/>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0F417835-073A-431D-B014-2EFD6A99AAAD}"/>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88EF53F-5613-42FF-A5FD-969F6D840253}"/>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D85F2012-8397-4FF8-A83B-328425DB0C72}"/>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B9F922A7-C1CB-4D23-ABFD-B90B3068B85F}"/>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D875AF34-3D5F-4BBB-AA11-0B498387765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75EB0121-F56B-41E3-9F35-076FC1219A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632477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913816FB-740B-4126-B9AA-238ECAF7E9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49E46069-0C93-4067-905E-038ACC8533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182D5700-30B8-4E29-922A-98FF5798FC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7C614A18-03C9-4BFC-B654-91D3653B9C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4FAA1FE6-D6D4-43EE-A734-88D85FE596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20FDCE78-14E5-4BD3-A36F-95BD66E8D2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3754A8E0-2868-4887-A051-E2C8539B81B9}"/>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C94407CB-C54C-48C7-8045-8684992531C0}"/>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F1AE9CDA-BC88-4953-A950-8F4303DBB493}"/>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15F33B10-F8ED-4577-B43A-B7627535DEAB}"/>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FA8F7085-0DA0-4A7C-B413-CCAE9AD6D87F}"/>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1DFDC123-BA5E-4D6B-B2FA-004F1492AB8E}"/>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F7B350B8-FBEF-4FBB-AB35-A6597D29D209}"/>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A7899676-8B37-495C-8596-0F9F40EE472F}"/>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422FD769-18B6-4C66-87E6-BCA875BE24B5}"/>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DF899365-34F2-4906-AFA9-5C5D1773C537}"/>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840F3872-87EB-4ADC-8F05-FE11BE2F820D}"/>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7EA0A229-B522-4409-9C21-E96D533C0F44}"/>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CE2B89D1-6A84-4D0F-9DB4-A802979D87A5}"/>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40AC31C5-5704-4366-A091-ABAC56500FB3}"/>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038B174A-ADE6-4C72-90B1-CE38EA88F4EF}"/>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0DC050F9-87D0-4053-B704-5D156ACA4F9B}"/>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5F9BCDC0-4E22-4692-8F3B-DCE472C17A0B}"/>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3F74D50E-1B92-4B44-9E11-FA42A0F98A9A}"/>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6E20F271-F70B-460E-AFA7-8B31138A7A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870109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4E8653C3-AAD6-47B8-92ED-55A6B469E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592E4EF1-E907-4371-B89C-663F25F968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A6745F79-34F4-4E78-8A78-B09FE0503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B9C5ACE4-AF16-4DBE-B5BD-6134EF6D68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7C329CD7-377F-4A79-8BFA-B5718F4EE8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8E5BFCC0-5D45-4591-B935-7E9B97044A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C4D09E71-E828-4445-904B-8419E94420A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5E6DDF5C-2F04-43AD-AF2A-74C3F34A2B33}"/>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4DF0FB9F-947E-4A43-9156-3AE1AD6F849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7EDFC53D-7D08-46A7-9104-964F90C2F444}"/>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BBB47FBD-3524-4230-B05C-09DF06B7173C}"/>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45A0747E-E1AE-4508-9F1B-B5CEF545E150}"/>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CCFDCEDD-0371-49EA-9878-9CAB09043568}"/>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08A65D1B-2115-45B1-AE43-1466697C1128}"/>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3C2DE782-484C-460C-944E-D1EA09941520}"/>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8969B3E2-EB96-4582-9835-041B078E5B3F}"/>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40B3E820-82C9-4F6B-BD46-D9ABDE598B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94497600"/>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EE8ADA38-465A-4333-81D1-17F69CEC80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86DA360D-D12A-4464-A692-87E4C2FCB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36BE5807-851E-4B7D-88A9-47CEDCD6A0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148F5158-BBD0-49D0-89F1-F42D5A0310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2EBC05F5-9D7F-4A7D-A4F9-780C3A52C9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DBE9D4A5-AB40-456D-8EA6-E1FBB381A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30E0065A-3924-4939-86EB-AF2AB810AAE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8F263554-7598-4105-832E-AD8F6FF53CAF}"/>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638B5C8C-20B3-4B55-A282-07FCDDB6FA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933374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B9DFACF6-7B9A-4D47-AA31-AC5D9DB1B8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4A9DF5E2-8083-4C95-8542-93496A03DF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7DD0322F-C5A5-4469-914B-6EE3B34D6C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C41C01FF-7B2E-45DC-B8BA-FB8FAC7DA9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9D732047-7750-4DBE-AE84-1C90CD7D63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359F8F89-AB97-40DA-A6C9-1EA4D5C48F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EB5AFBCC-B81F-4A88-8C66-4BA101E23ACE}"/>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1186BFBE-C0B4-4B72-9F9D-4EF2913573D0}"/>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F9A7FDCB-4C81-404F-836A-DF04E7512E52}"/>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A65C6FA1-D066-48C8-B570-B61D99B6F187}"/>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2236FBB1-C1EA-4D67-A3E4-DCAE789C822C}"/>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9EAE678-08F2-44AD-B2AD-8A7359D5216A}"/>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08855DBD-7371-46AE-B46D-F22F22A99F0E}"/>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95E5E4B-9334-4DAD-B322-2F3DDA4DF9F1}"/>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4908A7D8-A585-4432-AA5C-E0FE7205C689}"/>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C4308F0E-092D-453B-8331-8EAC374366E6}"/>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E315A7CD-BFE8-415B-95DF-35A85C90FB90}"/>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1FEDC423-DBDF-49D1-8DBB-3D3829810513}"/>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F01D8124-8818-4E40-9DA3-DB532990166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0F63C8AD-B2D8-495E-AE20-D40D485173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9458918"/>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5BB37685-CC30-4FFE-8B2C-5FF9375BF3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BFC479C5-147B-4CAC-B907-5E9546119E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D50D06A8-B3D8-4BA5-AB6E-9AC06B3A62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8116823B-C8BB-4B7A-A032-FD4B83DD35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DB20CFAC-5E7C-4246-A8BF-C6B1CF2D53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5039E175-90C1-4DA5-BCD9-6ECB460FD9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7B7CC93F-A532-41D3-832A-D7090B807999}"/>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0483C3FD-D304-4C13-ACA1-7CFC0628DB12}"/>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76795E8-DD41-4766-83EA-C5622BA1B50D}"/>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9454880-6225-4C01-9D3F-2AEB1FED579D}"/>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16676C40-9C98-4DDB-B2F4-F978C3156704}"/>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0A70475-DC2F-4F9E-BD0D-78DF47B91D98}"/>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DF301A99-1A3A-412A-8455-94197F8F2BB3}"/>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40961B12-AD09-48F3-AC8B-6A386B2B037C}"/>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7BAA17C7-4A5C-41AF-B6EA-BDA05F2D97F8}"/>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F5E4008-D301-4166-9397-F6BC1C2FDA65}"/>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D2D3226-66BF-4FDE-849F-089E865AD060}"/>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7FC55362-1ED4-445F-9F9E-CDBC3AF9050E}"/>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9209F59A-2434-4A8A-8C85-8197ED7A7488}"/>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5B1CB5FC-098D-49EF-9023-E79AA74A44B7}"/>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D8119E8F-CC47-4846-9EF3-76755E29FB85}"/>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B702E000-C84C-4ADE-BBBF-205F69D0C9F4}"/>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054B46D-5145-4724-9185-4B7D10ACA7CF}"/>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DCB0802E-8066-4609-BFF7-4EDAA3927F68}"/>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C21D9225-46CB-4B19-9D50-ECA9420F3E5D}"/>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CF96B0B0-117C-4B0D-AAE8-FBC2DCC1B0CA}"/>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6FF9F500-F3B6-4976-A05B-12E33D258463}"/>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4C124488-966F-4863-B9A2-53436355F48F}"/>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C4915834-FC6D-4A1A-AE1A-67F06A1CFD81}"/>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661AFB4D-0211-43CA-AF50-97294055B85C}"/>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B23D8BB-90DB-4AF8-B9B9-970F71660CD1}"/>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E58A528F-1052-4B8C-86F9-85058C4BD155}"/>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484211E2-E19D-4305-B629-B264223D3E0D}"/>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C5DA55D6-D81C-4238-AB21-F9EDD59D8F8D}"/>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5CAA797F-FC69-4E96-B0F1-5D64170B3832}"/>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6A5CBFAA-3C05-4C21-8574-CA63BE7DD46A}"/>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F900DFCE-2F31-49D9-8915-3E9867D30D07}"/>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34A381F9-8510-4E93-BB5D-AF44C2B7A890}"/>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BDCC42C5-5B22-48FE-A9F9-E5C73BD25B27}"/>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1982F03B-9B65-4D9B-8166-EB34AE0411E5}"/>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4CEFE466-E8E9-4C51-A5B3-D767369C4BB3}"/>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D6D5E100-10C0-49AE-AF0C-D394C188A851}"/>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0CEEA721-1E6B-4B3D-8CF8-9C27CBA3E62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06A23E18-B9A4-45FD-BE7A-9DAA85ADD656}"/>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5194F363-51A6-4DDB-B805-552C53872B3F}"/>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B52293A3-C317-48BF-A5BE-8E33283F7D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9979358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3AB44888-9647-49B2-9DCC-5C78207488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E26D6329-616F-4E58-99B3-15FE0FE31F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3B3634B4-E6EF-46BF-9DA0-286CF91EF9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1F71A8C6-056C-4656-855D-6F2FB85EED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4156E8B-01E9-4312-A21D-E644A067F3E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56CCBE03-F844-492C-A9E0-6EAECDA4DF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A3A408F5-52C1-4415-8DB2-D9865D01F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98D04BB4-FE2D-42F0-BD0B-B2378CF97E5A}"/>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F3DCE9BF-272D-4D8C-8883-73252489AF45}"/>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B106BEA2-F3CB-4B20-BF0B-9E1BFF9E7B11}"/>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C98A89C0-FD9E-457E-ACD1-14934E129862}"/>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D1480462-B8FA-4E31-908A-D5B7E474977B}"/>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045CA379-1DE0-418E-9D56-094F5F6DAFBE}"/>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19C8D8F4-8453-410C-9936-9B1D743A9EC6}"/>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4074C593-70F9-4FDB-9FFF-A78DD557D37A}"/>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8C4960D9-FAED-497E-BF84-FB41AC41E880}"/>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971B2CAF-37FC-4935-8587-BD788E8F59F5}"/>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F6591A68-E53A-4484-91A4-75642B7A471D}"/>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B90939BA-7E5F-4E73-B89D-23C812E8C780}"/>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B2B1D186-097B-4580-8113-D9DE30B86A22}"/>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648D8EC8-C417-4584-9312-CD2FD6810621}"/>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18472D5B-249A-4480-8E1B-234483305D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5273371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E63479E9-B915-4CD7-8681-464B332BAE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8F705F9F-5335-4EA5-8B78-2A67DCC009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BD990647-C8ED-4B38-8B00-1F855B730B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7FE5BE91-B3C5-47AE-AF70-19C879385A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7A2C941-92B5-4A16-9302-E28FF009D05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902F85BE-A890-4895-9355-FAE837499B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E34FD9E9-1F10-412F-93F8-E7EE51678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E113403C-9DD4-4E41-9370-6E607A8BDF18}"/>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F020828F-3F03-4D0D-BCFA-F8BB23A17E94}"/>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61367B02-BBA5-4582-ADF6-163564241B4A}"/>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D2582D87-7072-4825-8792-5DCAF7D94458}"/>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6C7CB8E7-81DB-4C98-8275-67C7B326073F}"/>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AD32F3A-2CE6-4CC7-AA73-E55552CEE6F4}"/>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F6707576-709E-4664-80B9-76BE330D9808}"/>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9FF0FC3F-BB7C-4684-A3F5-E3B82B70033A}"/>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554EBF4C-0CBE-4648-B7B6-2098740A8E80}"/>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2B5D8EB2-1329-4BC7-9B07-997AE25D2CAD}"/>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5F75B935-B22C-4358-892B-43928984E4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7267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ADC09AD1-71AD-4E13-9FA6-0107A63A97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5D4D2F5F-D4B1-4038-B3A4-93E9D77522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4AE278F2-FCFE-4339-A65E-32CC5558B7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7DDF8AF6-2DDF-44E5-BC13-E0F0F2A750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614FFD0-CBB9-44A6-95CC-F8F8C2920E8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E21BA760-9159-42DE-AFEB-6B7B58D193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99016A20-FEF2-4CE5-BE48-E88E18B10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FBE9A42D-A3FB-45FE-9FFA-32FDE4FE8F78}"/>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070F56CB-FA01-491A-BA51-3CC753835599}"/>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7D83F303-AD22-4453-B39F-8888C56B5002}"/>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8B3CF2CB-3C52-4FF9-B566-2CA8AB07320B}"/>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42C87DC1-83E0-43B2-BAD4-0E4894293B85}"/>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5CE86310-9479-47DF-9E32-F6ABB8BBBD49}"/>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9D7617CA-3CF0-4BC6-A9BF-BEF08416EC00}"/>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21DF321F-3886-4BDC-9CAB-48B32AF3EBCF}"/>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8DC63C49-2E66-4DE1-A16D-5CAAA6426AD0}"/>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A24D63C6-A625-4497-ADE8-6195E073135F}"/>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9CD909D1-CD47-4FC8-9065-9930F63ED800}"/>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C9797104-668F-4A7C-BBD8-1A03E1FB409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436956D2-869B-4177-B142-B074D74298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1207891"/>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29CF924F-9735-4C1A-8B3F-17D012820E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09B5CE91-8ADE-4950-94E4-F2404A25EA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20A45504-B144-4B8F-90AB-EFF4A1A58A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DB4F49E5-0631-4E4E-BAD3-4E4ED0FFBE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6C55E63-5276-4387-A682-605101093A2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41E0CA3D-6136-483B-9AA3-D3FF1FC16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8064510B-77AD-4268-B588-32C2058076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0834182E-AD1A-4CCB-B3C4-728D824AFDF5}"/>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99DB709A-ED91-4C24-9975-8B09C0BEAF7A}"/>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B925011D-C7E7-4DC5-9983-BAFA5251A5E1}"/>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B9F20F5D-EF32-4C32-AEB5-ED372B7A6D03}"/>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00096E76-AD35-4DFC-90B5-E10330F93FB3}"/>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499DE5C5-0CBA-4F6C-B988-56CBF360B5BB}"/>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33FAC0BC-0CDD-42C5-90C8-B8CAA2C5BDCB}"/>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A6B0FE90-C8DA-47E5-9C3F-170D832C5164}"/>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F8FF20AC-276C-4FEE-B891-FDD1FB1C5B08}"/>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5B1649FE-05C5-47FC-9A74-C3801EFA6E54}"/>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25C8DA40-2A60-4432-81FF-3CEE0E6DD6FD}"/>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1B34299B-AA5D-4405-BFE5-AD441C617C81}"/>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54E782F8-B5C9-41C9-A3AD-814E50BBE2C9}"/>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318A66ED-9825-4CBA-8FBD-1E25E86A59AF}"/>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D7E83D7B-0AE5-493F-8A01-DA567A83C0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124884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19FA3277-03BB-407F-839A-67F82279BD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E8706819-3F69-4F79-956F-F275709647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3C58CEE1-2055-4788-A0FD-2100F06EF0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DE70C837-0E40-42AB-8565-A9D21DB56E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F205AC2-BD5F-4558-AB37-DE87B845920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44F4BDC6-8C45-4486-86F7-76A98C52B0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19899259-CD25-4998-97E8-5D491C767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E3BF384A-1463-4439-8BA4-593C2AC4B9F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B1681459-B0E2-446B-945B-52B0F36DC7D9}"/>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A338F460-47A0-4A07-A47B-EF407060B40F}"/>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91E3C0DC-17EB-49AB-9CB0-2C615C802A66}"/>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AFEC6CAD-DFFE-4F67-A3C8-E321E7D297A7}"/>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9B07FBED-C3A2-41C7-8317-92200792B7D4}"/>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0175B6DA-77D8-42E0-8114-F96FA719F5A0}"/>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D3978D6E-49EA-45B0-AE86-4033219B316E}"/>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A7FDD4A2-419D-4114-BE01-410DFFFFABC7}"/>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E1C5B8C0-2C89-48D7-95A2-E79E77F8D27A}"/>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D96EEA00-D649-464F-A1E8-33A0CDB6372D}"/>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518DCE6A-BFE1-4533-BAE4-0A63A25AA8D5}"/>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46F68F52-0033-4153-9467-DE81B348386C}"/>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002C6BC0-A8E6-48B6-9F72-A2BC75BB508A}"/>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02424D57-1991-4BFA-BA2A-986710BA6993}"/>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C4231F8B-E755-48A1-A5E1-0059EB6741E4}"/>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177646F7-100A-494F-A981-7963A953BCCA}"/>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5E8B966-BE66-400A-B383-EBF8DE312D7C}"/>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095DDC21-5865-43A2-8FEE-798EA810D17C}"/>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1E7023BE-EEF9-4559-AAD7-DE4787985E19}"/>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75663365-82A1-4B24-B487-D45E30E57ABF}"/>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74FFB088-6E86-4E81-BED5-0CBBE42CCAE4}"/>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F667CA37-97F2-43C9-BAF8-CD72E9CE668E}"/>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F9A53F6D-3BE1-4976-A603-82AC9D1C7E9D}"/>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D9559B91-CA58-4A9C-9EEA-D457C7EFE2DA}"/>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9BA9461A-25FF-4C5C-B87F-15C332F4AB0C}"/>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49E1D43E-0997-4D5E-8E72-DABFAF361995}"/>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5C5F5767-EFFC-4E83-B7BA-56C7875FCD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80947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65EB7D0-9AF3-44BE-9168-6EA40AAC95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D23B8F31-204C-4FC3-90B5-12F73FC00E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F63FC815-9331-45F3-A548-A65CB538FF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93513555-7C89-449E-BBEA-A06CBAE564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A641CFD6-B8B3-4CF7-A79E-00BFA8F33B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5D19483-EF6C-4E5A-8D00-162ADD84D8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58E9814E-E7C4-401C-B8B0-E9B79A075F42}"/>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55E32EE7-3965-40E1-A086-52025A6CD9FD}"/>
              </a:ext>
            </a:extLst>
          </p:cNvPr>
          <p:cNvPicPr>
            <a:picLocks xmlns:a="http://schemas.openxmlformats.org/drawingml/2006/main" noChangeAspect="1"/>
          </p:cNvPicPr>
          <p:nvPr/>
        </p:nvPicPr>
        <p:blipFill>
          <a:blip xmlns:r="http://schemas.openxmlformats.org/officeDocument/2006/relationships" xmlns:a="http://schemas.openxmlformats.org/drawingml/2006/main" r:embed="R6379c6a7bfa04fc8"/>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9A9797E-1701-48E2-B803-1056ADEDC6F2}"/>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8CADFA5A-86BD-4D5A-9995-5909A69CB26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A05C34A3-E0DA-4391-8582-7EE7AE022E21}"/>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466DDCA-9B91-43C5-B22B-D53A021A6198}"/>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BE4CD357-30B6-4A3E-8B3C-A661F6D2CF6F}"/>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3CA04CE-0502-4590-9147-69FC0223DDA0}"/>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D201399-F3A7-4A6D-B6C2-4BA5A6BB27E9}"/>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4DA1426E-45E5-4D11-BB80-1339C7EA9AB0}"/>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735792B8-1D9F-4F88-AE7F-F042276D53CF}"/>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5128649F-A88E-42A8-8951-54A8A11B2877}"/>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8FC6606C-AAAD-4D06-805F-734F9C64690F}"/>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FA60B30-E23A-49D0-A70B-188D93B2FB4E}"/>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AF3BEEAA-BA1B-4DFE-A37C-275D331AD892}"/>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50DD3686-C793-4209-954B-15B8FE23EDA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848A3C1C-665F-4B01-9797-00DD52046E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1358004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8CB27AB8-74E8-4EED-BCE5-13893B0356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6F9FCBBE-24B8-433C-AB98-1726ACC33A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CE51CA29-1D8D-4F55-AF5C-2E0C36F946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470D557D-A6C3-408D-BBF0-393814EA1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DF364869-09C6-4B18-917B-06498835A6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6950C535-9018-4326-BC3A-D46477DDFC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1746BF99-700E-4BD1-975C-026537FF6728}"/>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A42F956E-A816-43A7-8039-52A90E07EB4C}"/>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54CBC2B7-6A09-4789-9B2E-7C8CC3D33178}"/>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BC4B215B-34BA-4398-A5AE-61CBD2221A4F}"/>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99BAD990-80D6-4168-9FD9-FD23B919ECED}"/>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811E2DE0-21D1-43DA-BD14-F8B1194B8345}"/>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683C2DB5-DC5F-430B-B3DB-60F9F8B47574}"/>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C066767D-840E-46AE-A0D4-562A30D61D21}"/>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174088AC-A43B-41D2-8268-372C880A1BD2}"/>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7B773D85-E302-48FE-8F02-B233FC52E119}"/>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9D832EDE-947F-42A0-A272-E725311C338F}"/>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1A5DB528-BAB1-4201-B835-D1B1CB5F19C7}"/>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83CE3CA3-02C4-4EE4-81EB-87C071782DDF}"/>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5CE7D8E-05AF-463A-A423-24386B3B99FD}"/>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9505F40D-44BE-4666-A875-DF3DC50FBEA0}"/>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305162F3-6BED-428A-8E24-1E67CE8BE88C}"/>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944795E2-4403-4789-B5AD-B99901C69E42}"/>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2E84D863-1A73-45C5-BB38-DD8D3FB97170}"/>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50E8B360-CA4E-409B-9B87-E25C1755F2FF}"/>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A0F5A45D-109F-4D34-8DDD-25B921C2B1CB}"/>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606103C1-A8F7-40D9-861A-5B368C7C93DB}"/>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BD49B6BE-9AB9-4F32-A59B-33D541425A91}"/>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1550CE71-A4ED-452F-BDBF-279326B17B68}"/>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ADCFA53-CAF9-4F73-AF09-9F48DF8B9932}"/>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95C19241-3C6F-4252-92D1-109B97159BB1}"/>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3E40D69-50C9-4923-B4E0-8B5263690183}"/>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48C8C0A4-DF3B-43E9-8789-A6EE6796A3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5955934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E864D03D-E626-4326-BEC3-DD498641D0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9DC304E7-00F8-46DE-B940-FE8BBA4FD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13BE10AE-EAE8-4F7F-88F9-9D7E801F80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A2D520D2-07F4-4C78-A90B-7339F446CC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D7710D46-5E60-4C49-9A53-A6524A2651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99ECF9E2-C99C-4955-8398-C022307CD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17B63D0D-A1EA-4699-B97E-F0995156E2EF}"/>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1767495A-3E54-4DF5-A47F-C812A532FAF7}"/>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FD1F23B-124A-4E2B-BD10-C9A5D0048764}"/>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7F5BCDB6-B185-4EF4-A1AD-B81C676AB2D4}"/>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06D985F4-5EFA-4BF4-97B9-DD80C7332691}"/>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A403E907-B42F-4899-A6D6-504E5E85B91E}"/>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B6DEA7BF-3760-47FD-A6DD-D77B14EE525A}"/>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03396EEC-65E9-4477-8AB8-3F213B2F167D}"/>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AAD1DAEF-3CAE-4D98-AF3D-8728B11464A3}"/>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16932008-12FB-4D5D-929A-49C242E7371F}"/>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5C7BBFAC-85BE-4ECE-B839-6C995C81B5FA}"/>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98615892-C10E-4741-836D-ED7188C70618}"/>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74B8F96E-E030-4D05-915D-01C1AEC0D6C9}"/>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076071D4-9A2F-455C-A2DA-0AA939F74540}"/>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F0D61A6C-31B3-46D7-9EF2-DF55E36DF138}"/>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E33B8680-EE52-46E4-98A0-21C04AF82685}"/>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E6C8E6D1-9DB8-4C0F-839A-35313ACD0821}"/>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097162FA-871A-4D10-94C9-C8B34239B9E8}"/>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1C59A200-B6A6-49FE-BD2D-8E16DA65E37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042AC85F-18F6-4A23-A315-0A15D3B67F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35879028"/>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B781A066-D310-4024-8526-D761D66589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4371A3A3-5945-4D75-B60A-329B1D1374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99909AC0-498F-42F8-BC4C-3D822EE935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64DD642-4810-436D-931B-0DDAC74921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CFFDA12B-F762-4CF4-A9F6-E42AEE8309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C2DE6BE8-AE56-49D1-990C-3389E86A5F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8543CA77-4A9D-4F5D-99EE-D3F33C3CB318}"/>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BFC17D9C-7608-46EA-8E9C-0F0EDA12EB65}"/>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58B189B2-0B54-4A91-ABCE-E88F9351FB85}"/>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F6409BCF-26CF-4FAA-9B17-0565006E7A20}"/>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5D756282-B0F3-4819-9AD7-1F8375CD250E}"/>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0C122447-B8DD-4DD9-99CC-0A29314C042B}"/>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815A9E77-F2DE-44AC-8C79-72A882FD46BF}"/>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2897E0CD-D064-410A-83C5-9AE9B034FC24}"/>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E7F544DE-7050-46DB-B0CD-D8484C558B2E}"/>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8EB94340-3CFA-4FE0-AF7D-1C1A4E5AB8D7}"/>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D384B5A5-C45F-4A87-8667-FC6862EE4BC8}"/>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9D135F52-C292-4F52-8409-FB4C0E9F2E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733099562"/>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B6609381-5D9F-4FEE-ACD4-21F9AD036D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4DA26EC5-771F-4F1E-BD65-D119D8727D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EF6FE70E-4433-463E-A05C-D5E982D069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CABB4EC9-3338-4394-83B2-50AF4AC775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9724ED1-7891-4407-BF3A-ECF57B1302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B52109E-F2EA-4444-A220-E27EBC615C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73A5CD58-EB0D-4115-8B58-92ED3C8871D2}"/>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00057D35-A5FA-4FC2-8B38-DC42F58D3898}"/>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59FCC54D-EEB6-4592-BCB9-8ABAF89AD57F}"/>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151C50CB-A504-47A1-B012-7E02A46E8789}"/>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C6C139B8-D771-41D6-A70D-905F7E5F250B}"/>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7B502626-6196-4C72-A7FD-68250001CB90}"/>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69135C82-ADAD-4B6B-B793-56207FA9C2BA}"/>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7E9036AD-0C80-49A0-8EE6-41238DD7DED9}"/>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359F8A3C-3868-4EBF-9DB3-4EDECF620B53}"/>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209A333B-0749-4AE0-BCDD-0E05C6B38A57}"/>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5DAC27CD-1BC6-4312-AFF8-B0D4C0D9FB8C}"/>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AD4A417A-4428-48F7-8533-C77142D85744}"/>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2D67B103-3DEF-4432-B261-62648B493468}"/>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2B6D3F9A-5775-43E2-9A15-6F9497A21BA0}"/>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A59DF585-063F-4D4E-BB3B-346CE700391A}"/>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677C9269-B168-4144-88D9-C2721945B646}"/>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DC2B5A8E-D69E-46A4-878E-1FE9212FCAFC}"/>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A5FD382D-9EC5-484E-A8B7-CAFD1366A42E}"/>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060A1048-E62E-4929-ACF6-D7A1AD934B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964933654"/>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C337F8FC-45FE-498C-A014-292162F96E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52AB0149-A2A1-4774-A41B-82C08F9FBF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CC33CE7B-4155-4C4A-930B-508DDEE9D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93F7D5C5-0836-4C05-A1ED-C4B5B3EDA1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4D4D168-2FC3-4E79-A1B1-2A1A76635C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AF30117-508D-4BF8-A9E4-35F662C71F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64109E73-718C-4896-919C-09EFDF6568C5}"/>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3177957E-CC96-4B61-BE1E-AC1287D78EEC}"/>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C8757051-3A6A-4740-B048-91C96EEF386E}"/>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8EC88430-2D48-407D-9C4F-D7BEC58A2AAE}"/>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6E66246A-F593-4281-89D8-252EA88A3070}"/>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7AB17158-CC16-4064-BA8D-FC780F0FD941}"/>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3D08E564-2603-41E3-9D3C-30AB8E6210CD}"/>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7DDE2E60-8FFC-4241-8894-DB3689367E73}"/>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4B0D86DA-3572-4108-ABD2-71266BC413A9}"/>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2071ED8E-D6EA-4B2B-A2A5-DB71581E0BB7}"/>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954B710F-69FF-441D-B61F-1E9A6E49FF15}"/>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3810CCCD-3CFB-4722-9FCF-6247C68A62A9}"/>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2D071E31-4B2F-45CC-99F8-DC8C7B0890C9}"/>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808BE660-C1E3-4A30-85C3-5D83912872EC}"/>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9131749F-C121-4DF7-B043-71A6747E6675}"/>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B46FEA48-432B-412B-B4B5-F9C7E10E7892}"/>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06E82161-A969-4E9A-BEB7-32C72E1681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9180625"/>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5061D125-BC1F-48C4-983B-47553E8E87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04FF0100-F339-4944-9C81-B6E491AAF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B9EF318F-BEAD-426B-B9D1-F33F870002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38FDBEEA-E7A0-4951-9627-A2B340E5AA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B43C81B-4087-4F8C-9C8B-CCFCB07825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5CE603AA-EABF-4E56-9C8C-8C93629E7A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8C2EF20C-109E-4508-B1FB-E109E9FA355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86C40684-58F2-460E-83D2-431BD0B9AA1A}"/>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21D0E47E-A97C-42A0-A5BE-707681694FCE}"/>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D92695DE-0729-4805-A8C0-9DC0E460EA7A}"/>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84341864-F626-43A4-B77B-0FC96565CEAC}"/>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48E2C2D5-395B-4D9D-8523-8D5865F783BA}"/>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FFBBAF6E-155D-4002-B9B4-C05AC3AAA81C}"/>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D0811D12-5343-4C1F-B812-DE765F8FD768}"/>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1DAD1ED1-B44E-4486-B964-75B9410ABC96}"/>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7369982C-0B34-4E48-A53C-3E82CA578D20}"/>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013D832-2C4D-4CB0-8285-D9C6AD50E5C5}"/>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CB47270D-AB74-48F5-B85C-8157F7475B0E}"/>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634711F0-3C3C-4C1F-AE57-1251CFB4D61A}"/>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52DF0CA5-17AA-40DE-A347-0BE774D08A3D}"/>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E8C0080C-E3A1-4CDE-93A9-CEAFECA3A325}"/>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D86B86BB-29F8-41CC-96E0-17F1D551ABDB}"/>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843B9A51-53C1-4738-AE31-AAE3B6455AA6}"/>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B109A811-EE02-47BD-95FC-9FF0AE6112F7}"/>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A5D7C9E6-69E5-456C-98AD-97DE8B48F4ED}"/>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6828A4F-1F1B-4BD1-88AE-5C64CB5C5261}"/>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FDE61EBB-925B-49FF-BCA6-E09111E94FEC}"/>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F19D5CBD-E3DE-4BCB-B998-321BFB8A15CE}"/>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A07FD3E4-CC20-46A2-92C9-B935E312C121}"/>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28CBA494-4D08-4769-8E1C-DAA385B9AC1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84F39BFE-C3A3-4107-B541-CF107E2254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2403240"/>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6B9CB92B-6CC9-484E-91D4-7F4BCA5626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F7647039-0A78-448B-A996-9AC9F8EFE9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2CFD666B-093A-48F8-B86B-1940339BF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2C34FF0C-7024-4F41-BECB-00855E5463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37C7C1FE-D8C2-4246-B392-24097F93D1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8D030A0A-42AF-4E55-BBCF-9A089100A4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BBB344E7-A40E-45E8-8083-FD9C20D7E53E}"/>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04CE8EA-5D22-4B7D-90B0-FDAFF1FC4D48}"/>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EFBBE147-D307-421E-A40C-FE28B83855B2}"/>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38C0B5E5-334F-4B7F-8646-5DCC5287EA65}"/>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266B911C-F50B-43E7-BB22-147F76B19581}"/>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70434AEF-CB3B-4FD9-848D-8E44AF448641}"/>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56C6ED21-7716-415B-9B4F-C28385C2C3A3}"/>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97BDF783-7231-4D05-BE2A-E03AC069ED4D}"/>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FABA7CC1-3872-4785-856D-98D036726182}"/>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3253F05-F5A6-45C3-A90F-88025EE87E8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F37A5D0-B512-42D5-8395-A4A978E5E91A}"/>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51D4F7AB-F759-4C05-80F7-09938815DC1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779E0A38-DC87-438D-A7AB-2795FE68084B}"/>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C210624F-6910-428D-9543-2E0B34C8266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A8597B86-05E8-4C15-BA0F-45A43DDED3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0450618"/>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0EA50523-0B6D-4F30-BCD7-649019B7BE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DA14463B-BB7F-46FB-A96B-9118291815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A02A3622-4388-4DAA-8DE8-1CED703F3B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9655D5A5-E135-4988-9172-A18170C1E7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78AC4472-4A04-49A2-A9B5-119EBD6E59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F5EB5EEE-553A-4632-84BC-985215645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1353E1A4-FFDC-4F48-95A7-2F7A2362BA9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EEE5F999-95F8-42F2-9869-06A02C98453E}"/>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ED828801-91BB-44C3-8015-64E7536CFC8A}"/>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48CE180D-4161-4347-ADDD-28940DD5059F}"/>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5366B11F-FC91-4B54-AC36-856EE04038DE}"/>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F8060799-644B-4069-BF5E-97BC174A7A04}"/>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8761635F-9306-49AE-B7B9-82E1E36BC0ED}"/>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5C8CD2FA-D9FC-4582-A05E-AB7F81A7109B}"/>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3D355DD5-B992-42A4-ABC0-247B4ECB8B2F}"/>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B7E9DEB3-44CD-41DE-9A5A-DB7905C35CDB}"/>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83A5FDCD-8323-4C95-B6E2-3B60C0A6DF6A}"/>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4CFDD8B6-61C4-4F78-831A-EDE58BA25966}"/>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5F93400-70DA-4F88-89BB-F0A037FADF04}"/>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A13298F2-8F25-4F22-BA88-C5E5957EEDBF}"/>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54FE746C-4DFD-4CAB-8BBB-9BB7FFD64C9A}"/>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A3758B3B-DDD7-4FEF-B752-B1C3CD0BBB8E}"/>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D7A3255A-6F37-4741-9D2F-FDB4BCD9373B}"/>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62D2CD8-F05E-4FE6-A2D0-1392FB6E7776}"/>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81DA8BE0-0519-42B4-8544-7B0FE5620FE8}"/>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EDD159-00DB-4011-A239-21C5DFD8DEBE}"/>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89C7080D-416E-4319-8466-EEC1A3E0DF12}"/>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ECB322D1-F54A-41E5-A7D1-067BCB0C0EBB}"/>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D7167987-D6BB-4FD6-972F-8AB2CA0EDAB9}"/>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9C1C86D-A0C0-4EC7-A23A-374BAAEBC43E}"/>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398E7899-8470-48F6-94AD-83F53D199BBB}"/>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63D72C5E-666F-4261-AC17-4739DEF46BA2}"/>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7CBC0970-8B7C-4D9A-83CE-D754E98BCCB9}"/>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C007DF58-19B7-4775-9F29-C571011EBE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7680055"/>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C3EA8D9-5B46-4C26-B564-65F1DA185A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BAEAE6AA-668C-4433-8A2B-B369E251BE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D234734E-DCA6-49E7-A6D8-5A7C43D074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560ADC68-0EFC-4CC9-9FBE-C76A568B6F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851858C-586D-4D10-8825-153B0C0239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74D6BC2A-3ECF-4EDA-8A26-601E900E32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844726CA-47F3-402D-9CA9-45F09AD3CBA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ABB4BDE3-2F13-4EE4-8457-BABFAA8AC1AF}"/>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3EAEDFA-E062-490C-AFFD-06A4AAAB86DA}"/>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8220B389-6DBA-4372-B1EA-C91C1B415AB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2FA1A1E5-9B0D-40C9-A68C-B88699D2DD30}"/>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E27553F8-FDB1-4716-99EF-7D6973B1F459}"/>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1F3011DB-3614-46BB-A35E-58F3BB1A982E}"/>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3F3D739-8126-44C0-A094-600D2F7D4A08}"/>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93C60E6-4A03-451E-8DEB-73D6EC3F59B1}"/>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0AE1D0F2-0759-4D22-BF66-26FFE2F1A88A}"/>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4A669A6-E64A-4F4B-9965-AE667B8DF87D}"/>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9A88DBA-EF53-49A4-9E09-A59857A0E87B}"/>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A96A34D-BD11-426C-92A1-91C37B76593A}"/>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A3D426A-3368-4E66-8D12-7F7693DBB9BA}"/>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6DCE16A2-FFC3-452A-A8CE-3F41832A91D4}"/>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EF0880C2-A10A-46AC-B088-6B9AA6664E72}"/>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43B315C6-E619-430F-A132-C5434C09F563}"/>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56A9063-E46F-4A2B-A700-244D0F54E593}"/>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D9965B7-9BB0-42C4-AFED-B23CAD01F1DE}"/>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BB53B537-A971-4B9E-8858-F9CCE80D60DD}"/>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DBB6DBE8-FF0A-4161-B475-BDE1FA22823B}"/>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4AF0BCC8-A145-4CDE-B008-06CAF00C32E2}"/>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F54CBED-1D71-4D15-B7FF-956C9BA71AE9}"/>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53BED0E-35A1-4F53-AEAD-7EC48BB7237B}"/>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B941FAA0-4198-4ADC-A511-B573049F1E9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C8B839B6-04CB-4508-9511-51550487A2EA}"/>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248FC34F-42BC-440D-BCAD-8B86C28BAC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0693447"/>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A6DF84E3-826D-416F-9419-31FF24FB4E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66A1AD10-DD1A-4688-9BFE-55D06064C2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A5F1EC9A-882F-41C3-A0C3-4C47BF19E6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9B915CFB-A45C-4825-866F-268453FF4B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6C7C3FAA-45B5-4A97-95C5-6B75027322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29BC4BE0-37D1-4196-87C2-C699478DB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66EAF1D4-6E9C-4F82-9749-8203E77A8060}"/>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1925C6E-3D65-47E4-BA10-22E1D2410CC9}"/>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96FE72B-374B-4CD8-ADD2-B74B69EAE6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2BFE5A1-BDE8-4FFF-8D83-D1A0F435F922}"/>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1DE55727-E8E0-4BA7-9050-ED6C09583777}"/>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E8B9F1B5-A738-4C9F-910F-4EA0CB6A7CF2}"/>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6B62D982-872B-4EB5-9519-29505AB1F07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1D678752-B883-4714-AEB7-02BEE4E4C96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970B1AA6-180B-4195-AF42-E786F7241C36}"/>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087EB071-13D0-4F5A-A85C-CECAD39BB087}"/>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77B50BA-A0C4-47BC-962B-52E43B5E03FD}"/>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156E3872-2582-485D-B7C4-FC3C23BD01B0}"/>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FA276D1-AAF4-4D97-9F6E-2C2248B50477}"/>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1D492E74-30CA-4AFD-8CA1-6120F3C38B3F}"/>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117CA8C-4D55-4A49-BDB2-92D1EEAE4576}"/>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F7DB3239-906C-4BD0-8C42-7B87EE1B4102}"/>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3B4280D8-C623-4B63-ADD7-727A80EA5646}"/>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94242C35-3C0D-4364-B7E0-863DCC05DF00}"/>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0365A94-23EC-4EA9-A23E-CDB3077A8B1A}"/>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DED83AD7-FF60-47EE-949B-059930A36FE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8C2248FD-E9E4-40EB-B863-ECFF37F1969D}"/>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6B1F94E4-9695-4B7B-8F16-3AF17B812CFB}"/>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655E2B8F-07D2-4D69-87A7-7E0CB3D5AB5F}"/>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9A628C2-739F-4147-AECE-9DE5E15322B3}"/>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9361426A-8CC3-43F9-B396-9EFF59BEB3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92402909"/>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46699960-8D45-44A5-9424-01627000E6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9">
            <a:extLst xmlns:a="http://schemas.openxmlformats.org/drawingml/2006/main">
              <a:ext uri="{FF2B5EF4-FFF2-40B4-BE49-F238E27FC236}">
                <a16:creationId xmlns:a16="http://schemas.microsoft.com/office/drawing/2014/main" id="{237CF022-0FE0-4CA0-BAFA-FA330DB24D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Q&amp;A와 교육 마무리">
            <a:extLst xmlns:a="http://schemas.openxmlformats.org/drawingml/2006/main">
              <a:ext uri="{FF2B5EF4-FFF2-40B4-BE49-F238E27FC236}">
                <a16:creationId xmlns:a16="http://schemas.microsoft.com/office/drawing/2014/main" id="{42050067-8578-4A6C-9B3C-C6BB9603E5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A3904B47-E0D7-4D97-95F6-58CB4FBA60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275A9286-0FB9-482B-AE3A-C9B009BF76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E2A00BF6-BA02-49AA-ACCB-2959203AF8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3F9318EA-893D-4EFC-B1A1-AF8F4C05B130}"/>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FF0FBF01-502B-41C9-88E4-EB847E0B9B5A}"/>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B7FB36B-58D1-4B39-8176-FC620A647B57}"/>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C5E2D673-43BB-4311-B327-19F8FBE1990E}"/>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3BFDD4E6-8EF7-4614-9636-A0E98D949D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630593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2026-10-25T01:32:59.2810000Z</dcterms:created>
  <dcterms:modified xsi:type="dcterms:W3CDTF">2026-10-25T01:32:59.2810000Z</dcterms:modified>
</coreProperties>
</file>