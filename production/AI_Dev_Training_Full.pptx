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44236c4575f45fe" /><Relationship Type="http://schemas.openxmlformats.org/officeDocument/2006/relationships/extended-properties" Target="/docProps/app.xml" Id="R3b5f8cecab004d10" /><Relationship Type="http://schemas.openxmlformats.org/officeDocument/2006/relationships/officeDocument" Target="/ppt/presentation.xml" Id="Rdc61ba5f19c64ac1" /></Relationships>
</file>

<file path=ppt/presentation.xml><?xml version="1.0" encoding="utf-8"?>
<p:presentation xmlns:p="http://schemas.openxmlformats.org/presentationml/2006/main">
  <p:sldMasterIdLst>
    <p:sldMasterId xmlns:r="http://schemas.openxmlformats.org/officeDocument/2006/relationships" id="2147483648" r:id="Rdebac20c1490475a"/>
  </p:sldMasterIdLst>
  <p:notesMasterIdLst>
    <p:notesMasterId xmlns:r="http://schemas.openxmlformats.org/officeDocument/2006/relationships" r:id="R0a8910385c6344c3"/>
  </p:notesMasterIdLst>
  <p:sldIdLst>
    <p:sldId xmlns:r="http://schemas.openxmlformats.org/officeDocument/2006/relationships" id="256" r:id="R6e189453228e47f8"/>
    <p:sldId xmlns:r="http://schemas.openxmlformats.org/officeDocument/2006/relationships" id="257" r:id="R6d1d53b352514661"/>
    <p:sldId xmlns:r="http://schemas.openxmlformats.org/officeDocument/2006/relationships" id="258" r:id="R0fd9916378c341a3"/>
    <p:sldId xmlns:r="http://schemas.openxmlformats.org/officeDocument/2006/relationships" id="259" r:id="R57e88094949146bc"/>
    <p:sldId xmlns:r="http://schemas.openxmlformats.org/officeDocument/2006/relationships" id="260" r:id="Rdf0086985e4f4aa7"/>
    <p:sldId xmlns:r="http://schemas.openxmlformats.org/officeDocument/2006/relationships" id="261" r:id="Rfab8596fcbeb462b"/>
    <p:sldId xmlns:r="http://schemas.openxmlformats.org/officeDocument/2006/relationships" id="262" r:id="Rb14574656eb043d0"/>
    <p:sldId xmlns:r="http://schemas.openxmlformats.org/officeDocument/2006/relationships" id="263" r:id="Rc1f777ca272342ec"/>
    <p:sldId xmlns:r="http://schemas.openxmlformats.org/officeDocument/2006/relationships" id="264" r:id="Rc84e8df8c6d1431b"/>
    <p:sldId xmlns:r="http://schemas.openxmlformats.org/officeDocument/2006/relationships" id="265" r:id="R7a1c16e657dd479b"/>
    <p:sldId xmlns:r="http://schemas.openxmlformats.org/officeDocument/2006/relationships" id="266" r:id="R8e4ae1e950f343a8"/>
    <p:sldId xmlns:r="http://schemas.openxmlformats.org/officeDocument/2006/relationships" id="267" r:id="Rf27ac515ed7f42ea"/>
    <p:sldId xmlns:r="http://schemas.openxmlformats.org/officeDocument/2006/relationships" id="268" r:id="Rce6c35a75eb94dd1"/>
    <p:sldId xmlns:r="http://schemas.openxmlformats.org/officeDocument/2006/relationships" id="269" r:id="R4916be03ae9145da"/>
    <p:sldId xmlns:r="http://schemas.openxmlformats.org/officeDocument/2006/relationships" id="270" r:id="R1401ba57d23042c5"/>
    <p:sldId xmlns:r="http://schemas.openxmlformats.org/officeDocument/2006/relationships" id="271" r:id="R8f93ca41efa04c85"/>
    <p:sldId xmlns:r="http://schemas.openxmlformats.org/officeDocument/2006/relationships" id="272" r:id="R6dd270f08b30409b"/>
    <p:sldId xmlns:r="http://schemas.openxmlformats.org/officeDocument/2006/relationships" id="273" r:id="Rf856ba99876c4d0f"/>
    <p:sldId xmlns:r="http://schemas.openxmlformats.org/officeDocument/2006/relationships" id="274" r:id="Rfe9c634eb31242c8"/>
    <p:sldId xmlns:r="http://schemas.openxmlformats.org/officeDocument/2006/relationships" id="275" r:id="R4d2eeedf1bfe499f"/>
    <p:sldId xmlns:r="http://schemas.openxmlformats.org/officeDocument/2006/relationships" id="276" r:id="Ra298712578c044db"/>
    <p:sldId xmlns:r="http://schemas.openxmlformats.org/officeDocument/2006/relationships" id="277" r:id="Ra5d83b33c5574fdf"/>
    <p:sldId xmlns:r="http://schemas.openxmlformats.org/officeDocument/2006/relationships" id="278" r:id="R86a6c69443004504"/>
    <p:sldId xmlns:r="http://schemas.openxmlformats.org/officeDocument/2006/relationships" id="279" r:id="R37e83e321b6246e1"/>
    <p:sldId xmlns:r="http://schemas.openxmlformats.org/officeDocument/2006/relationships" id="280" r:id="R5f188dbd56b246e8"/>
    <p:sldId xmlns:r="http://schemas.openxmlformats.org/officeDocument/2006/relationships" id="281" r:id="R26c4e66375134a94"/>
    <p:sldId xmlns:r="http://schemas.openxmlformats.org/officeDocument/2006/relationships" id="282" r:id="R934787bfc4624e15"/>
    <p:sldId xmlns:r="http://schemas.openxmlformats.org/officeDocument/2006/relationships" id="283" r:id="R6571efb5b3be478a"/>
    <p:sldId xmlns:r="http://schemas.openxmlformats.org/officeDocument/2006/relationships" id="284" r:id="R6ea3aba4f916410e"/>
    <p:sldId xmlns:r="http://schemas.openxmlformats.org/officeDocument/2006/relationships" id="285" r:id="R6c30bfc54fa547e3"/>
    <p:sldId xmlns:r="http://schemas.openxmlformats.org/officeDocument/2006/relationships" id="286" r:id="R35b6d6bf888842cc"/>
    <p:sldId xmlns:r="http://schemas.openxmlformats.org/officeDocument/2006/relationships" id="287" r:id="R40e60e122b574b74"/>
    <p:sldId xmlns:r="http://schemas.openxmlformats.org/officeDocument/2006/relationships" id="288" r:id="R914ac46588894e25"/>
    <p:sldId xmlns:r="http://schemas.openxmlformats.org/officeDocument/2006/relationships" id="289" r:id="Rc0e33592156d4510"/>
    <p:sldId xmlns:r="http://schemas.openxmlformats.org/officeDocument/2006/relationships" id="290" r:id="Rb73ddd06ea014504"/>
    <p:sldId xmlns:r="http://schemas.openxmlformats.org/officeDocument/2006/relationships" id="291" r:id="Red5639e646ff4946"/>
    <p:sldId xmlns:r="http://schemas.openxmlformats.org/officeDocument/2006/relationships" id="292" r:id="Ra3614529a9ad429f"/>
    <p:sldId xmlns:r="http://schemas.openxmlformats.org/officeDocument/2006/relationships" id="293" r:id="R526dbbd0989149b0"/>
    <p:sldId xmlns:r="http://schemas.openxmlformats.org/officeDocument/2006/relationships" id="294" r:id="R6be03076b847431f"/>
    <p:sldId xmlns:r="http://schemas.openxmlformats.org/officeDocument/2006/relationships" id="295" r:id="R56a47b3f0425486d"/>
    <p:sldId xmlns:r="http://schemas.openxmlformats.org/officeDocument/2006/relationships" id="296" r:id="Rb74b06ca86e343ac"/>
    <p:sldId xmlns:r="http://schemas.openxmlformats.org/officeDocument/2006/relationships" id="297" r:id="R5fd695eaedee4dd2"/>
    <p:sldId xmlns:r="http://schemas.openxmlformats.org/officeDocument/2006/relationships" id="298" r:id="Radff58c0fd4a43cd"/>
    <p:sldId xmlns:r="http://schemas.openxmlformats.org/officeDocument/2006/relationships" id="299" r:id="R1ae791b9486e4649"/>
    <p:sldId xmlns:r="http://schemas.openxmlformats.org/officeDocument/2006/relationships" id="300" r:id="R0022bac15c234d44"/>
    <p:sldId xmlns:r="http://schemas.openxmlformats.org/officeDocument/2006/relationships" id="301" r:id="R99114df74fd54980"/>
    <p:sldId xmlns:r="http://schemas.openxmlformats.org/officeDocument/2006/relationships" id="302" r:id="R7c4fd8a732f8433b"/>
    <p:sldId xmlns:r="http://schemas.openxmlformats.org/officeDocument/2006/relationships" id="303" r:id="R1f2b62d48b144de5"/>
    <p:sldId xmlns:r="http://schemas.openxmlformats.org/officeDocument/2006/relationships" id="304" r:id="Rf3fc2bc559ab4737"/>
    <p:sldId xmlns:r="http://schemas.openxmlformats.org/officeDocument/2006/relationships" id="305" r:id="R2fc4fcd3a5af4f6b"/>
    <p:sldId xmlns:r="http://schemas.openxmlformats.org/officeDocument/2006/relationships" id="306" r:id="R210c27aedfd24cb5"/>
    <p:sldId xmlns:r="http://schemas.openxmlformats.org/officeDocument/2006/relationships" id="307" r:id="R951d15bc9cae4231"/>
    <p:sldId xmlns:r="http://schemas.openxmlformats.org/officeDocument/2006/relationships" id="308" r:id="Rcad96287083c4867"/>
    <p:sldId xmlns:r="http://schemas.openxmlformats.org/officeDocument/2006/relationships" id="309" r:id="R3842b38d863f458a"/>
    <p:sldId xmlns:r="http://schemas.openxmlformats.org/officeDocument/2006/relationships" id="310" r:id="R739cc6f41b254a61"/>
    <p:sldId xmlns:r="http://schemas.openxmlformats.org/officeDocument/2006/relationships" id="311" r:id="Ra55f434ac91d40b3"/>
    <p:sldId xmlns:r="http://schemas.openxmlformats.org/officeDocument/2006/relationships" id="312" r:id="R458d664554d04ce2"/>
    <p:sldId xmlns:r="http://schemas.openxmlformats.org/officeDocument/2006/relationships" id="313" r:id="R4d988ec8dcbe40bc"/>
    <p:sldId xmlns:r="http://schemas.openxmlformats.org/officeDocument/2006/relationships" id="314" r:id="R32c93574f9224213"/>
    <p:sldId xmlns:r="http://schemas.openxmlformats.org/officeDocument/2006/relationships" id="315" r:id="R53eb1899ce4f4839"/>
    <p:sldId xmlns:r="http://schemas.openxmlformats.org/officeDocument/2006/relationships" id="316" r:id="R50f2119098cd478d"/>
    <p:sldId xmlns:r="http://schemas.openxmlformats.org/officeDocument/2006/relationships" id="317" r:id="Rbfd891e72d2842d6"/>
    <p:sldId xmlns:r="http://schemas.openxmlformats.org/officeDocument/2006/relationships" id="318" r:id="R5a92faaab1c04d55"/>
    <p:sldId xmlns:r="http://schemas.openxmlformats.org/officeDocument/2006/relationships" id="319" r:id="Rc4e814d340474036"/>
    <p:sldId xmlns:r="http://schemas.openxmlformats.org/officeDocument/2006/relationships" id="320" r:id="R55d9d3db35ec4be8"/>
    <p:sldId xmlns:r="http://schemas.openxmlformats.org/officeDocument/2006/relationships" id="321" r:id="Rb71321600c414505"/>
    <p:sldId xmlns:r="http://schemas.openxmlformats.org/officeDocument/2006/relationships" id="322" r:id="R6a4403a5eb95435e"/>
    <p:sldId xmlns:r="http://schemas.openxmlformats.org/officeDocument/2006/relationships" id="323" r:id="R7f9ef66a39ad4f89"/>
    <p:sldId xmlns:r="http://schemas.openxmlformats.org/officeDocument/2006/relationships" id="324" r:id="Ra052c88909f9434e"/>
    <p:sldId xmlns:r="http://schemas.openxmlformats.org/officeDocument/2006/relationships" id="325" r:id="Rb2e70ffb174344d6"/>
    <p:sldId xmlns:r="http://schemas.openxmlformats.org/officeDocument/2006/relationships" id="326" r:id="Rc425885a01874ba0"/>
    <p:sldId xmlns:r="http://schemas.openxmlformats.org/officeDocument/2006/relationships" id="327" r:id="Rfff2693278d442b3"/>
    <p:sldId xmlns:r="http://schemas.openxmlformats.org/officeDocument/2006/relationships" id="328" r:id="R37a215149c634f78"/>
    <p:sldId xmlns:r="http://schemas.openxmlformats.org/officeDocument/2006/relationships" id="329" r:id="Rdb75122fd9294a7d"/>
    <p:sldId xmlns:r="http://schemas.openxmlformats.org/officeDocument/2006/relationships" id="330" r:id="R794645f773744e65"/>
    <p:sldId xmlns:r="http://schemas.openxmlformats.org/officeDocument/2006/relationships" id="331" r:id="R84a362c6fe7a4ca3"/>
    <p:sldId xmlns:r="http://schemas.openxmlformats.org/officeDocument/2006/relationships" id="332" r:id="Rc54c6956e8704a39"/>
    <p:sldId xmlns:r="http://schemas.openxmlformats.org/officeDocument/2006/relationships" id="333" r:id="R5ddcd49441d34f1f"/>
    <p:sldId xmlns:r="http://schemas.openxmlformats.org/officeDocument/2006/relationships" id="334" r:id="R7a80c96ddc004c89"/>
    <p:sldId xmlns:r="http://schemas.openxmlformats.org/officeDocument/2006/relationships" id="335" r:id="R865c9013c2c44f4a"/>
    <p:sldId xmlns:r="http://schemas.openxmlformats.org/officeDocument/2006/relationships" id="336" r:id="R7a4148de85934861"/>
    <p:sldId xmlns:r="http://schemas.openxmlformats.org/officeDocument/2006/relationships" id="337" r:id="R00a3eab4e2df4a6b"/>
    <p:sldId xmlns:r="http://schemas.openxmlformats.org/officeDocument/2006/relationships" id="338" r:id="Rfdd3029a9dff43b8"/>
    <p:sldId xmlns:r="http://schemas.openxmlformats.org/officeDocument/2006/relationships" id="339" r:id="R4a6cc0091382451e"/>
    <p:sldId xmlns:r="http://schemas.openxmlformats.org/officeDocument/2006/relationships" id="340" r:id="R4ec20eecb9b64026"/>
    <p:sldId xmlns:r="http://schemas.openxmlformats.org/officeDocument/2006/relationships" id="341" r:id="Re1328b6b4ca840ad"/>
    <p:sldId xmlns:r="http://schemas.openxmlformats.org/officeDocument/2006/relationships" id="342" r:id="Rd80de1ce75c84233"/>
    <p:sldId xmlns:r="http://schemas.openxmlformats.org/officeDocument/2006/relationships" id="343" r:id="Ra410a370947846d4"/>
    <p:sldId xmlns:r="http://schemas.openxmlformats.org/officeDocument/2006/relationships" id="344" r:id="R5f9f3eab6db346a7"/>
    <p:sldId xmlns:r="http://schemas.openxmlformats.org/officeDocument/2006/relationships" id="345" r:id="R9e80c1812ead45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538e7aa54534500" /><Relationship Type="http://schemas.openxmlformats.org/officeDocument/2006/relationships/slideMaster" Target="/ppt/slideMasters/slideMaster1.xml" Id="Rdebac20c1490475a" /><Relationship Type="http://schemas.openxmlformats.org/officeDocument/2006/relationships/notesMaster" Target="/ppt/notesMasters/notesMaster1.xml" Id="R0a8910385c6344c3" /><Relationship Type="http://schemas.openxmlformats.org/officeDocument/2006/relationships/presProps" Target="/ppt/presProps.xml" Id="R48a9e91f2dfe425e" /><Relationship Type="http://schemas.openxmlformats.org/officeDocument/2006/relationships/tableStyles" Target="/ppt/tableStyles.xml" Id="R0086a493f11449cf" /><Relationship Type="http://schemas.openxmlformats.org/officeDocument/2006/relationships/slide" Target="/ppt/slides/slide1.xml" Id="R6e189453228e47f8" /><Relationship Type="http://schemas.openxmlformats.org/officeDocument/2006/relationships/slide" Target="/ppt/slides/slide2.xml" Id="R6d1d53b352514661" /><Relationship Type="http://schemas.openxmlformats.org/officeDocument/2006/relationships/slide" Target="/ppt/slides/slide3.xml" Id="R0fd9916378c341a3" /><Relationship Type="http://schemas.openxmlformats.org/officeDocument/2006/relationships/slide" Target="/ppt/slides/slide4.xml" Id="R57e88094949146bc" /><Relationship Type="http://schemas.openxmlformats.org/officeDocument/2006/relationships/slide" Target="/ppt/slides/slide5.xml" Id="Rdf0086985e4f4aa7" /><Relationship Type="http://schemas.openxmlformats.org/officeDocument/2006/relationships/slide" Target="/ppt/slides/slide6.xml" Id="Rfab8596fcbeb462b" /><Relationship Type="http://schemas.openxmlformats.org/officeDocument/2006/relationships/slide" Target="/ppt/slides/slide7.xml" Id="Rb14574656eb043d0" /><Relationship Type="http://schemas.openxmlformats.org/officeDocument/2006/relationships/slide" Target="/ppt/slides/slide8.xml" Id="Rc1f777ca272342ec" /><Relationship Type="http://schemas.openxmlformats.org/officeDocument/2006/relationships/slide" Target="/ppt/slides/slide9.xml" Id="Rc84e8df8c6d1431b" /><Relationship Type="http://schemas.openxmlformats.org/officeDocument/2006/relationships/slide" Target="/ppt/slides/slide10.xml" Id="R7a1c16e657dd479b" /><Relationship Type="http://schemas.openxmlformats.org/officeDocument/2006/relationships/slide" Target="/ppt/slides/slide11.xml" Id="R8e4ae1e950f343a8" /><Relationship Type="http://schemas.openxmlformats.org/officeDocument/2006/relationships/slide" Target="/ppt/slides/slide12.xml" Id="Rf27ac515ed7f42ea" /><Relationship Type="http://schemas.openxmlformats.org/officeDocument/2006/relationships/slide" Target="/ppt/slides/slide13.xml" Id="Rce6c35a75eb94dd1" /><Relationship Type="http://schemas.openxmlformats.org/officeDocument/2006/relationships/slide" Target="/ppt/slides/slide14.xml" Id="R4916be03ae9145da" /><Relationship Type="http://schemas.openxmlformats.org/officeDocument/2006/relationships/slide" Target="/ppt/slides/slide15.xml" Id="R1401ba57d23042c5" /><Relationship Type="http://schemas.openxmlformats.org/officeDocument/2006/relationships/slide" Target="/ppt/slides/slide16.xml" Id="R8f93ca41efa04c85" /><Relationship Type="http://schemas.openxmlformats.org/officeDocument/2006/relationships/slide" Target="/ppt/slides/slide17.xml" Id="R6dd270f08b30409b" /><Relationship Type="http://schemas.openxmlformats.org/officeDocument/2006/relationships/slide" Target="/ppt/slides/slide18.xml" Id="Rf856ba99876c4d0f" /><Relationship Type="http://schemas.openxmlformats.org/officeDocument/2006/relationships/slide" Target="/ppt/slides/slide19.xml" Id="Rfe9c634eb31242c8" /><Relationship Type="http://schemas.openxmlformats.org/officeDocument/2006/relationships/slide" Target="/ppt/slides/slide20.xml" Id="R4d2eeedf1bfe499f" /><Relationship Type="http://schemas.openxmlformats.org/officeDocument/2006/relationships/slide" Target="/ppt/slides/slide21.xml" Id="Ra298712578c044db" /><Relationship Type="http://schemas.openxmlformats.org/officeDocument/2006/relationships/slide" Target="/ppt/slides/slide22.xml" Id="Ra5d83b33c5574fdf" /><Relationship Type="http://schemas.openxmlformats.org/officeDocument/2006/relationships/slide" Target="/ppt/slides/slide23.xml" Id="R86a6c69443004504" /><Relationship Type="http://schemas.openxmlformats.org/officeDocument/2006/relationships/slide" Target="/ppt/slides/slide24.xml" Id="R37e83e321b6246e1" /><Relationship Type="http://schemas.openxmlformats.org/officeDocument/2006/relationships/slide" Target="/ppt/slides/slide25.xml" Id="R5f188dbd56b246e8" /><Relationship Type="http://schemas.openxmlformats.org/officeDocument/2006/relationships/slide" Target="/ppt/slides/slide26.xml" Id="R26c4e66375134a94" /><Relationship Type="http://schemas.openxmlformats.org/officeDocument/2006/relationships/slide" Target="/ppt/slides/slide27.xml" Id="R934787bfc4624e15" /><Relationship Type="http://schemas.openxmlformats.org/officeDocument/2006/relationships/slide" Target="/ppt/slides/slide28.xml" Id="R6571efb5b3be478a" /><Relationship Type="http://schemas.openxmlformats.org/officeDocument/2006/relationships/slide" Target="/ppt/slides/slide29.xml" Id="R6ea3aba4f916410e" /><Relationship Type="http://schemas.openxmlformats.org/officeDocument/2006/relationships/slide" Target="/ppt/slides/slide30.xml" Id="R6c30bfc54fa547e3" /><Relationship Type="http://schemas.openxmlformats.org/officeDocument/2006/relationships/slide" Target="/ppt/slides/slide31.xml" Id="R35b6d6bf888842cc" /><Relationship Type="http://schemas.openxmlformats.org/officeDocument/2006/relationships/slide" Target="/ppt/slides/slide32.xml" Id="R40e60e122b574b74" /><Relationship Type="http://schemas.openxmlformats.org/officeDocument/2006/relationships/slide" Target="/ppt/slides/slide33.xml" Id="R914ac46588894e25" /><Relationship Type="http://schemas.openxmlformats.org/officeDocument/2006/relationships/slide" Target="/ppt/slides/slide34.xml" Id="Rc0e33592156d4510" /><Relationship Type="http://schemas.openxmlformats.org/officeDocument/2006/relationships/slide" Target="/ppt/slides/slide35.xml" Id="Rb73ddd06ea014504" /><Relationship Type="http://schemas.openxmlformats.org/officeDocument/2006/relationships/slide" Target="/ppt/slides/slide36.xml" Id="Red5639e646ff4946" /><Relationship Type="http://schemas.openxmlformats.org/officeDocument/2006/relationships/slide" Target="/ppt/slides/slide37.xml" Id="Ra3614529a9ad429f" /><Relationship Type="http://schemas.openxmlformats.org/officeDocument/2006/relationships/slide" Target="/ppt/slides/slide38.xml" Id="R526dbbd0989149b0" /><Relationship Type="http://schemas.openxmlformats.org/officeDocument/2006/relationships/slide" Target="/ppt/slides/slide39.xml" Id="R6be03076b847431f" /><Relationship Type="http://schemas.openxmlformats.org/officeDocument/2006/relationships/slide" Target="/ppt/slides/slide40.xml" Id="R56a47b3f0425486d" /><Relationship Type="http://schemas.openxmlformats.org/officeDocument/2006/relationships/slide" Target="/ppt/slides/slide41.xml" Id="Rb74b06ca86e343ac" /><Relationship Type="http://schemas.openxmlformats.org/officeDocument/2006/relationships/slide" Target="/ppt/slides/slide42.xml" Id="R5fd695eaedee4dd2" /><Relationship Type="http://schemas.openxmlformats.org/officeDocument/2006/relationships/slide" Target="/ppt/slides/slide43.xml" Id="Radff58c0fd4a43cd" /><Relationship Type="http://schemas.openxmlformats.org/officeDocument/2006/relationships/slide" Target="/ppt/slides/slide44.xml" Id="R1ae791b9486e4649" /><Relationship Type="http://schemas.openxmlformats.org/officeDocument/2006/relationships/slide" Target="/ppt/slides/slide45.xml" Id="R0022bac15c234d44" /><Relationship Type="http://schemas.openxmlformats.org/officeDocument/2006/relationships/slide" Target="/ppt/slides/slide46.xml" Id="R99114df74fd54980" /><Relationship Type="http://schemas.openxmlformats.org/officeDocument/2006/relationships/slide" Target="/ppt/slides/slide47.xml" Id="R7c4fd8a732f8433b" /><Relationship Type="http://schemas.openxmlformats.org/officeDocument/2006/relationships/slide" Target="/ppt/slides/slide48.xml" Id="R1f2b62d48b144de5" /><Relationship Type="http://schemas.openxmlformats.org/officeDocument/2006/relationships/slide" Target="/ppt/slides/slide49.xml" Id="Rf3fc2bc559ab4737" /><Relationship Type="http://schemas.openxmlformats.org/officeDocument/2006/relationships/slide" Target="/ppt/slides/slide50.xml" Id="R2fc4fcd3a5af4f6b" /><Relationship Type="http://schemas.openxmlformats.org/officeDocument/2006/relationships/slide" Target="/ppt/slides/slide51.xml" Id="R210c27aedfd24cb5" /><Relationship Type="http://schemas.openxmlformats.org/officeDocument/2006/relationships/slide" Target="/ppt/slides/slide52.xml" Id="R951d15bc9cae4231" /><Relationship Type="http://schemas.openxmlformats.org/officeDocument/2006/relationships/slide" Target="/ppt/slides/slide53.xml" Id="Rcad96287083c4867" /><Relationship Type="http://schemas.openxmlformats.org/officeDocument/2006/relationships/slide" Target="/ppt/slides/slide54.xml" Id="R3842b38d863f458a" /><Relationship Type="http://schemas.openxmlformats.org/officeDocument/2006/relationships/slide" Target="/ppt/slides/slide55.xml" Id="R739cc6f41b254a61" /><Relationship Type="http://schemas.openxmlformats.org/officeDocument/2006/relationships/slide" Target="/ppt/slides/slide56.xml" Id="Ra55f434ac91d40b3" /><Relationship Type="http://schemas.openxmlformats.org/officeDocument/2006/relationships/slide" Target="/ppt/slides/slide57.xml" Id="R458d664554d04ce2" /><Relationship Type="http://schemas.openxmlformats.org/officeDocument/2006/relationships/slide" Target="/ppt/slides/slide58.xml" Id="R4d988ec8dcbe40bc" /><Relationship Type="http://schemas.openxmlformats.org/officeDocument/2006/relationships/slide" Target="/ppt/slides/slide59.xml" Id="R32c93574f9224213" /><Relationship Type="http://schemas.openxmlformats.org/officeDocument/2006/relationships/slide" Target="/ppt/slides/slide60.xml" Id="R53eb1899ce4f4839" /><Relationship Type="http://schemas.openxmlformats.org/officeDocument/2006/relationships/slide" Target="/ppt/slides/slide61.xml" Id="R50f2119098cd478d" /><Relationship Type="http://schemas.openxmlformats.org/officeDocument/2006/relationships/slide" Target="/ppt/slides/slide62.xml" Id="Rbfd891e72d2842d6" /><Relationship Type="http://schemas.openxmlformats.org/officeDocument/2006/relationships/slide" Target="/ppt/slides/slide63.xml" Id="R5a92faaab1c04d55" /><Relationship Type="http://schemas.openxmlformats.org/officeDocument/2006/relationships/slide" Target="/ppt/slides/slide64.xml" Id="Rc4e814d340474036" /><Relationship Type="http://schemas.openxmlformats.org/officeDocument/2006/relationships/slide" Target="/ppt/slides/slide65.xml" Id="R55d9d3db35ec4be8" /><Relationship Type="http://schemas.openxmlformats.org/officeDocument/2006/relationships/slide" Target="/ppt/slides/slide66.xml" Id="Rb71321600c414505" /><Relationship Type="http://schemas.openxmlformats.org/officeDocument/2006/relationships/slide" Target="/ppt/slides/slide67.xml" Id="R6a4403a5eb95435e" /><Relationship Type="http://schemas.openxmlformats.org/officeDocument/2006/relationships/slide" Target="/ppt/slides/slide68.xml" Id="R7f9ef66a39ad4f89" /><Relationship Type="http://schemas.openxmlformats.org/officeDocument/2006/relationships/slide" Target="/ppt/slides/slide69.xml" Id="Ra052c88909f9434e" /><Relationship Type="http://schemas.openxmlformats.org/officeDocument/2006/relationships/slide" Target="/ppt/slides/slide70.xml" Id="Rb2e70ffb174344d6" /><Relationship Type="http://schemas.openxmlformats.org/officeDocument/2006/relationships/slide" Target="/ppt/slides/slide71.xml" Id="Rc425885a01874ba0" /><Relationship Type="http://schemas.openxmlformats.org/officeDocument/2006/relationships/slide" Target="/ppt/slides/slide72.xml" Id="Rfff2693278d442b3" /><Relationship Type="http://schemas.openxmlformats.org/officeDocument/2006/relationships/slide" Target="/ppt/slides/slide73.xml" Id="R37a215149c634f78" /><Relationship Type="http://schemas.openxmlformats.org/officeDocument/2006/relationships/slide" Target="/ppt/slides/slide74.xml" Id="Rdb75122fd9294a7d" /><Relationship Type="http://schemas.openxmlformats.org/officeDocument/2006/relationships/slide" Target="/ppt/slides/slide75.xml" Id="R794645f773744e65" /><Relationship Type="http://schemas.openxmlformats.org/officeDocument/2006/relationships/slide" Target="/ppt/slides/slide76.xml" Id="R84a362c6fe7a4ca3" /><Relationship Type="http://schemas.openxmlformats.org/officeDocument/2006/relationships/slide" Target="/ppt/slides/slide77.xml" Id="Rc54c6956e8704a39" /><Relationship Type="http://schemas.openxmlformats.org/officeDocument/2006/relationships/slide" Target="/ppt/slides/slide78.xml" Id="R5ddcd49441d34f1f" /><Relationship Type="http://schemas.openxmlformats.org/officeDocument/2006/relationships/slide" Target="/ppt/slides/slide79.xml" Id="R7a80c96ddc004c89" /><Relationship Type="http://schemas.openxmlformats.org/officeDocument/2006/relationships/slide" Target="/ppt/slides/slide80.xml" Id="R865c9013c2c44f4a" /><Relationship Type="http://schemas.openxmlformats.org/officeDocument/2006/relationships/slide" Target="/ppt/slides/slide81.xml" Id="R7a4148de85934861" /><Relationship Type="http://schemas.openxmlformats.org/officeDocument/2006/relationships/slide" Target="/ppt/slides/slide82.xml" Id="R00a3eab4e2df4a6b" /><Relationship Type="http://schemas.openxmlformats.org/officeDocument/2006/relationships/slide" Target="/ppt/slides/slide83.xml" Id="Rfdd3029a9dff43b8" /><Relationship Type="http://schemas.openxmlformats.org/officeDocument/2006/relationships/slide" Target="/ppt/slides/slide84.xml" Id="R4a6cc0091382451e" /><Relationship Type="http://schemas.openxmlformats.org/officeDocument/2006/relationships/slide" Target="/ppt/slides/slide85.xml" Id="R4ec20eecb9b64026" /><Relationship Type="http://schemas.openxmlformats.org/officeDocument/2006/relationships/slide" Target="/ppt/slides/slide86.xml" Id="Re1328b6b4ca840ad" /><Relationship Type="http://schemas.openxmlformats.org/officeDocument/2006/relationships/slide" Target="/ppt/slides/slide87.xml" Id="Rd80de1ce75c84233" /><Relationship Type="http://schemas.openxmlformats.org/officeDocument/2006/relationships/slide" Target="/ppt/slides/slide88.xml" Id="Ra410a370947846d4" /><Relationship Type="http://schemas.openxmlformats.org/officeDocument/2006/relationships/slide" Target="/ppt/slides/slide89.xml" Id="R5f9f3eab6db346a7" /><Relationship Type="http://schemas.openxmlformats.org/officeDocument/2006/relationships/slide" Target="/ppt/slides/slide90.xml" Id="R9e80c1812ead45c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c6b3c5e862149c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aa31424dc44987" /><Relationship Type="http://schemas.openxmlformats.org/officeDocument/2006/relationships/notesMaster" Target="/ppt/notesMasters/notesMaster1.xml" Id="R7befbd2c2f0743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fd5c002f068a4fac" /><Relationship Type="http://schemas.openxmlformats.org/officeDocument/2006/relationships/notesMaster" Target="/ppt/notesMasters/notesMaster1.xml" Id="R177cbf9914b148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f15f6d04b54c74" /><Relationship Type="http://schemas.openxmlformats.org/officeDocument/2006/relationships/notesMaster" Target="/ppt/notesMasters/notesMaster1.xml" Id="R67ed2fa43a8243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9600992000714e46" /><Relationship Type="http://schemas.openxmlformats.org/officeDocument/2006/relationships/notesMaster" Target="/ppt/notesMasters/notesMaster1.xml" Id="R37bef5155ad545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97fdeee546ff4c41" /><Relationship Type="http://schemas.openxmlformats.org/officeDocument/2006/relationships/notesMaster" Target="/ppt/notesMasters/notesMaster1.xml" Id="R17afa841633046cf" /></Relationships>
</file>

<file path=ppt/notesSlides/_rels/notesSlide6.xml.rels>&#65279;<?xml version="1.0" encoding="utf-8"?><Relationships xmlns="http://schemas.openxmlformats.org/package/2006/relationships"><Relationship Type="http://schemas.openxmlformats.org/officeDocument/2006/relationships/slide" Target="/ppt/slides/slide6.xml" Id="R7bace5eb99a54324" /><Relationship Type="http://schemas.openxmlformats.org/officeDocument/2006/relationships/notesMaster" Target="/ppt/notesMasters/notesMaster1.xml" Id="R93cb49be0caa4cf6"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648df65c4146a2" /><Relationship Type="http://schemas.openxmlformats.org/officeDocument/2006/relationships/notesMaster" Target="/ppt/notesMasters/notesMaster1.xml" Id="R7efab56f040f44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f3f2a44dc0a4347" /><Relationship Type="http://schemas.openxmlformats.org/officeDocument/2006/relationships/notesMaster" Target="/ppt/notesMasters/notesMaster1.xml" Id="Rdf8686ffce29476d" /></Relationships>
</file>

<file path=ppt/notesSlides/_rels/notesSlide9.xml.rels>&#65279;<?xml version="1.0" encoding="utf-8"?><Relationships xmlns="http://schemas.openxmlformats.org/package/2006/relationships"><Relationship Type="http://schemas.openxmlformats.org/officeDocument/2006/relationships/slide" Target="/ppt/slides/slide9.xml" Id="Rff42d92db32845f0" /><Relationship Type="http://schemas.openxmlformats.org/officeDocument/2006/relationships/notesMaster" Target="/ppt/notesMasters/notesMaster1.xml" Id="Ra67b3ab1df8343a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d961c8683a54cf8" /><Relationship Type="http://schemas.openxmlformats.org/officeDocument/2006/relationships/notesMaster" Target="/ppt/notesMasters/notesMaster1.xml" Id="Rf8d01860228444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1962af245e645bb" /><Relationship Type="http://schemas.openxmlformats.org/officeDocument/2006/relationships/notesMaster" Target="/ppt/notesMasters/notesMaster1.xml" Id="Rfbba2e48be9d469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8d55364add4122" /><Relationship Type="http://schemas.openxmlformats.org/officeDocument/2006/relationships/notesMaster" Target="/ppt/notesMasters/notesMaster1.xml" Id="Rda675b882f78432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5278b17ca954771" /><Relationship Type="http://schemas.openxmlformats.org/officeDocument/2006/relationships/notesMaster" Target="/ppt/notesMasters/notesMaster1.xml" Id="R834e5b9721ea48a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88f4598abbd46dd" /><Relationship Type="http://schemas.openxmlformats.org/officeDocument/2006/relationships/notesMaster" Target="/ppt/notesMasters/notesMaster1.xml" Id="Rd6e90851271c43f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bebe0239bc74c33" /><Relationship Type="http://schemas.openxmlformats.org/officeDocument/2006/relationships/notesMaster" Target="/ppt/notesMasters/notesMaster1.xml" Id="R62b0ad2ec156486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0f47c462ea045f8" /><Relationship Type="http://schemas.openxmlformats.org/officeDocument/2006/relationships/notesMaster" Target="/ppt/notesMasters/notesMaster1.xml" Id="Re028e2e984c14b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131c954f85a44c0" /><Relationship Type="http://schemas.openxmlformats.org/officeDocument/2006/relationships/notesMaster" Target="/ppt/notesMasters/notesMaster1.xml" Id="Ref21b9bda98a413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804eed86ff94fd0" /><Relationship Type="http://schemas.openxmlformats.org/officeDocument/2006/relationships/notesMaster" Target="/ppt/notesMasters/notesMaster1.xml" Id="Reda1b4c4d5404c8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a3e0ae57da24f8b" /><Relationship Type="http://schemas.openxmlformats.org/officeDocument/2006/relationships/notesMaster" Target="/ppt/notesMasters/notesMaster1.xml" Id="R1c5c16f9e1d74fb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2f6fdb53cc04cb8" /><Relationship Type="http://schemas.openxmlformats.org/officeDocument/2006/relationships/notesMaster" Target="/ppt/notesMasters/notesMaster1.xml" Id="R2296c145dc904d7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e91bf7638394a3d" /><Relationship Type="http://schemas.openxmlformats.org/officeDocument/2006/relationships/notesMaster" Target="/ppt/notesMasters/notesMaster1.xml" Id="R5a691b2c0a6748f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4ecfab9b4384af3" /><Relationship Type="http://schemas.openxmlformats.org/officeDocument/2006/relationships/notesMaster" Target="/ppt/notesMasters/notesMaster1.xml" Id="Rc1f85f5e4d3b4b8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ef017bc89c4404f" /><Relationship Type="http://schemas.openxmlformats.org/officeDocument/2006/relationships/notesMaster" Target="/ppt/notesMasters/notesMaster1.xml" Id="Rce3781353d664bd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0b87368e39d4c4e" /><Relationship Type="http://schemas.openxmlformats.org/officeDocument/2006/relationships/notesMaster" Target="/ppt/notesMasters/notesMaster1.xml" Id="R16b6813862d5460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3cabed37ac948ef" /><Relationship Type="http://schemas.openxmlformats.org/officeDocument/2006/relationships/notesMaster" Target="/ppt/notesMasters/notesMaster1.xml" Id="R49b7681f3b144e1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41c38585af4433f" /><Relationship Type="http://schemas.openxmlformats.org/officeDocument/2006/relationships/notesMaster" Target="/ppt/notesMasters/notesMaster1.xml" Id="R892a1c78907d453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d14968751374324" /><Relationship Type="http://schemas.openxmlformats.org/officeDocument/2006/relationships/notesMaster" Target="/ppt/notesMasters/notesMaster1.xml" Id="R1e3ee62ed4d2450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4f5385cc5b2494b" /><Relationship Type="http://schemas.openxmlformats.org/officeDocument/2006/relationships/notesMaster" Target="/ppt/notesMasters/notesMaster1.xml" Id="R24a42843e742485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91efacf4c5b471c" /><Relationship Type="http://schemas.openxmlformats.org/officeDocument/2006/relationships/notesMaster" Target="/ppt/notesMasters/notesMaster1.xml" Id="Rd6a3330716534cf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f81c0bebdeb43e8" /><Relationship Type="http://schemas.openxmlformats.org/officeDocument/2006/relationships/notesMaster" Target="/ppt/notesMasters/notesMaster1.xml" Id="R128e3f31d026404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ee265ec6a084329" /><Relationship Type="http://schemas.openxmlformats.org/officeDocument/2006/relationships/notesMaster" Target="/ppt/notesMasters/notesMaster1.xml" Id="Rb7114e364649438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4015da4a99d427f" /><Relationship Type="http://schemas.openxmlformats.org/officeDocument/2006/relationships/notesMaster" Target="/ppt/notesMasters/notesMaster1.xml" Id="R7d4a310b936842f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280c512969e4f1f" /><Relationship Type="http://schemas.openxmlformats.org/officeDocument/2006/relationships/notesMaster" Target="/ppt/notesMasters/notesMaster1.xml" Id="Rb3c9a7a83f874e0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0ce5c4575e34acb" /><Relationship Type="http://schemas.openxmlformats.org/officeDocument/2006/relationships/notesMaster" Target="/ppt/notesMasters/notesMaster1.xml" Id="R50ff1e2fa39a41e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501a015daee47f8" /><Relationship Type="http://schemas.openxmlformats.org/officeDocument/2006/relationships/notesMaster" Target="/ppt/notesMasters/notesMaster1.xml" Id="R9fea506b92d4412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e0b424a36e74e10" /><Relationship Type="http://schemas.openxmlformats.org/officeDocument/2006/relationships/notesMaster" Target="/ppt/notesMasters/notesMaster1.xml" Id="R453be005df064aa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b85c06ddf1f496d" /><Relationship Type="http://schemas.openxmlformats.org/officeDocument/2006/relationships/notesMaster" Target="/ppt/notesMasters/notesMaster1.xml" Id="R232d99ff73944d1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0667cd4dde84a75" /><Relationship Type="http://schemas.openxmlformats.org/officeDocument/2006/relationships/notesMaster" Target="/ppt/notesMasters/notesMaster1.xml" Id="R2c9d0a583b1f404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34079c3f7ea4d1b" /><Relationship Type="http://schemas.openxmlformats.org/officeDocument/2006/relationships/notesMaster" Target="/ppt/notesMasters/notesMaster1.xml" Id="R89e706e9275e469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765a6b52e604e50" /><Relationship Type="http://schemas.openxmlformats.org/officeDocument/2006/relationships/notesMaster" Target="/ppt/notesMasters/notesMaster1.xml" Id="R5c330c6c4941405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c423ae28a264bd5" /><Relationship Type="http://schemas.openxmlformats.org/officeDocument/2006/relationships/notesMaster" Target="/ppt/notesMasters/notesMaster1.xml" Id="R712e352156554f8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1346698f42f4c21" /><Relationship Type="http://schemas.openxmlformats.org/officeDocument/2006/relationships/notesMaster" Target="/ppt/notesMasters/notesMaster1.xml" Id="R9d68f10a8b3f471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2b1c080e41549ab" /><Relationship Type="http://schemas.openxmlformats.org/officeDocument/2006/relationships/notesMaster" Target="/ppt/notesMasters/notesMaster1.xml" Id="R18a8000d310a4f1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eac9906471f4080" /><Relationship Type="http://schemas.openxmlformats.org/officeDocument/2006/relationships/notesMaster" Target="/ppt/notesMasters/notesMaster1.xml" Id="R5c389a94d6494b5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ce4266d435b4539" /><Relationship Type="http://schemas.openxmlformats.org/officeDocument/2006/relationships/notesMaster" Target="/ppt/notesMasters/notesMaster1.xml" Id="Rf283f0b4443b494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fe197ea5c3749ba" /><Relationship Type="http://schemas.openxmlformats.org/officeDocument/2006/relationships/notesMaster" Target="/ppt/notesMasters/notesMaster1.xml" Id="Rf2276e9a36b04ef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510a1852adf402e" /><Relationship Type="http://schemas.openxmlformats.org/officeDocument/2006/relationships/notesMaster" Target="/ppt/notesMasters/notesMaster1.xml" Id="R12c34541bced495c"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106ed20c9b14e17" /><Relationship Type="http://schemas.openxmlformats.org/officeDocument/2006/relationships/notesMaster" Target="/ppt/notesMasters/notesMaster1.xml" Id="R7b35171e46bf467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676dd6f2f2945d0" /><Relationship Type="http://schemas.openxmlformats.org/officeDocument/2006/relationships/notesMaster" Target="/ppt/notesMasters/notesMaster1.xml" Id="R2453e60d00a444c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789675ecc334fa5" /><Relationship Type="http://schemas.openxmlformats.org/officeDocument/2006/relationships/notesMaster" Target="/ppt/notesMasters/notesMaster1.xml" Id="R063f2aea65e040e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3a64c697f0e4942" /><Relationship Type="http://schemas.openxmlformats.org/officeDocument/2006/relationships/notesMaster" Target="/ppt/notesMasters/notesMaster1.xml" Id="R4ec6ff5c19e440d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a09aba652774baf" /><Relationship Type="http://schemas.openxmlformats.org/officeDocument/2006/relationships/notesMaster" Target="/ppt/notesMasters/notesMaster1.xml" Id="R2adf1259736e40d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ccba820407245ae" /><Relationship Type="http://schemas.openxmlformats.org/officeDocument/2006/relationships/notesMaster" Target="/ppt/notesMasters/notesMaster1.xml" Id="R31a6b552c2c94981"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46eb2e620e541d2" /><Relationship Type="http://schemas.openxmlformats.org/officeDocument/2006/relationships/notesMaster" Target="/ppt/notesMasters/notesMaster1.xml" Id="Rbb4f38a80073497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870364c836146c3" /><Relationship Type="http://schemas.openxmlformats.org/officeDocument/2006/relationships/notesMaster" Target="/ppt/notesMasters/notesMaster1.xml" Id="R8f8ec411367943a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b202ef54f584932" /><Relationship Type="http://schemas.openxmlformats.org/officeDocument/2006/relationships/notesMaster" Target="/ppt/notesMasters/notesMaster1.xml" Id="Ra3a97679f91d41d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5451c1264bf4e35" /><Relationship Type="http://schemas.openxmlformats.org/officeDocument/2006/relationships/notesMaster" Target="/ppt/notesMasters/notesMaster1.xml" Id="R3fffa945fbb8471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3498665b12e4c6b" /><Relationship Type="http://schemas.openxmlformats.org/officeDocument/2006/relationships/notesMaster" Target="/ppt/notesMasters/notesMaster1.xml" Id="R6789a1dc3cfb4d7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bad068e4e24489c" /><Relationship Type="http://schemas.openxmlformats.org/officeDocument/2006/relationships/notesMaster" Target="/ppt/notesMasters/notesMaster1.xml" Id="R42b12871260948c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0777abd17714b5a" /><Relationship Type="http://schemas.openxmlformats.org/officeDocument/2006/relationships/notesMaster" Target="/ppt/notesMasters/notesMaster1.xml" Id="Rc0cc112e7a534f8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d128d7781314ca4" /><Relationship Type="http://schemas.openxmlformats.org/officeDocument/2006/relationships/notesMaster" Target="/ppt/notesMasters/notesMaster1.xml" Id="R0bbc159b26314f6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226cf1faeb347e0" /><Relationship Type="http://schemas.openxmlformats.org/officeDocument/2006/relationships/notesMaster" Target="/ppt/notesMasters/notesMaster1.xml" Id="Rc5eef0e1271f4be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36db74da6d14c06" /><Relationship Type="http://schemas.openxmlformats.org/officeDocument/2006/relationships/notesMaster" Target="/ppt/notesMasters/notesMaster1.xml" Id="R07760d2f00a94f5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e25e1ce30cd4aa0" /><Relationship Type="http://schemas.openxmlformats.org/officeDocument/2006/relationships/notesMaster" Target="/ppt/notesMasters/notesMaster1.xml" Id="R8f16bbdca6784df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0d6bb9647894e45" /><Relationship Type="http://schemas.openxmlformats.org/officeDocument/2006/relationships/notesMaster" Target="/ppt/notesMasters/notesMaster1.xml" Id="Rb6974c44b38f4a62"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14c68845155445e" /><Relationship Type="http://schemas.openxmlformats.org/officeDocument/2006/relationships/notesMaster" Target="/ppt/notesMasters/notesMaster1.xml" Id="R3ee8b9ad6dcf41c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a66df37f2bd4a84" /><Relationship Type="http://schemas.openxmlformats.org/officeDocument/2006/relationships/notesMaster" Target="/ppt/notesMasters/notesMaster1.xml" Id="R08592b9b613547c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3f97d18ccf684f1b" /><Relationship Type="http://schemas.openxmlformats.org/officeDocument/2006/relationships/notesMaster" Target="/ppt/notesMasters/notesMaster1.xml" Id="R6baccc34f36a4d9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ffb5e66a8324787" /><Relationship Type="http://schemas.openxmlformats.org/officeDocument/2006/relationships/notesMaster" Target="/ppt/notesMasters/notesMaster1.xml" Id="R36c4ac78f95a4a0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1d54e2b9d8e464c" /><Relationship Type="http://schemas.openxmlformats.org/officeDocument/2006/relationships/notesMaster" Target="/ppt/notesMasters/notesMaster1.xml" Id="R2de9485fea7b4c3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614415655034e37" /><Relationship Type="http://schemas.openxmlformats.org/officeDocument/2006/relationships/notesMaster" Target="/ppt/notesMasters/notesMaster1.xml" Id="R998afdab829a491d"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a0759c3c88ed45f2" /><Relationship Type="http://schemas.openxmlformats.org/officeDocument/2006/relationships/notesMaster" Target="/ppt/notesMasters/notesMaster1.xml" Id="Rcf28e95f229e4dfb"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575ab45f730492b" /><Relationship Type="http://schemas.openxmlformats.org/officeDocument/2006/relationships/notesMaster" Target="/ppt/notesMasters/notesMaster1.xml" Id="R43352658cc744d21"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acd1989a17854f35" /><Relationship Type="http://schemas.openxmlformats.org/officeDocument/2006/relationships/notesMaster" Target="/ppt/notesMasters/notesMaster1.xml" Id="Rd5330e90b67f477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34efd60bbd84c7a" /><Relationship Type="http://schemas.openxmlformats.org/officeDocument/2006/relationships/notesMaster" Target="/ppt/notesMasters/notesMaster1.xml" Id="R5e09b9e3ba604e74"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e1ab824ea23449dc" /><Relationship Type="http://schemas.openxmlformats.org/officeDocument/2006/relationships/notesMaster" Target="/ppt/notesMasters/notesMaster1.xml" Id="R4babcae264404fee"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017c4fb4ecc4b21" /><Relationship Type="http://schemas.openxmlformats.org/officeDocument/2006/relationships/notesMaster" Target="/ppt/notesMasters/notesMaster1.xml" Id="R92a5712d38f34130"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b0e8c11e6704d6f" /><Relationship Type="http://schemas.openxmlformats.org/officeDocument/2006/relationships/notesMaster" Target="/ppt/notesMasters/notesMaster1.xml" Id="Rf14e0aea82a549f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a3eabf656f64bad" /><Relationship Type="http://schemas.openxmlformats.org/officeDocument/2006/relationships/notesMaster" Target="/ppt/notesMasters/notesMaster1.xml" Id="R7cc524db45a54dfd"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3cbadff4e6794fe3" /><Relationship Type="http://schemas.openxmlformats.org/officeDocument/2006/relationships/notesMaster" Target="/ppt/notesMasters/notesMaster1.xml" Id="R71245650959e488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a382853c2ab42d0" /><Relationship Type="http://schemas.openxmlformats.org/officeDocument/2006/relationships/notesMaster" Target="/ppt/notesMasters/notesMaster1.xml" Id="Rd4e96699540f416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38b19b64d304c05" /><Relationship Type="http://schemas.openxmlformats.org/officeDocument/2006/relationships/notesMaster" Target="/ppt/notesMasters/notesMaster1.xml" Id="Rcb0f31828004461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5887b861123d40ff" /><Relationship Type="http://schemas.openxmlformats.org/officeDocument/2006/relationships/notesMaster" Target="/ppt/notesMasters/notesMaster1.xml" Id="Raaeae4924f5d4c09"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59a3778976540a0" /><Relationship Type="http://schemas.openxmlformats.org/officeDocument/2006/relationships/notesMaster" Target="/ppt/notesMasters/notesMaster1.xml" Id="Re842a152486b4466"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28628ddf82e34c8f" /><Relationship Type="http://schemas.openxmlformats.org/officeDocument/2006/relationships/notesMaster" Target="/ppt/notesMasters/notesMaster1.xml" Id="R6df7ab0c34bf437d"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cada6c7a5cbd4a57" /><Relationship Type="http://schemas.openxmlformats.org/officeDocument/2006/relationships/notesMaster" Target="/ppt/notesMasters/notesMaster1.xml" Id="R44cfc05a4bab4b06"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145c94e9fb1e4826" /><Relationship Type="http://schemas.openxmlformats.org/officeDocument/2006/relationships/notesMaster" Target="/ppt/notesMasters/notesMaster1.xml" Id="R5af47e19ce564be7"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6bfa6d9e37224ee6" /><Relationship Type="http://schemas.openxmlformats.org/officeDocument/2006/relationships/notesMaster" Target="/ppt/notesMasters/notesMaster1.xml" Id="R97badbd13b3d4b7a"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83db8fb409f04dbb" /><Relationship Type="http://schemas.openxmlformats.org/officeDocument/2006/relationships/notesMaster" Target="/ppt/notesMasters/notesMaster1.xml" Id="R456719202f1940a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17152acae9b749a3" /><Relationship Type="http://schemas.openxmlformats.org/officeDocument/2006/relationships/notesMaster" Target="/ppt/notesMasters/notesMaster1.xml" Id="R6fe9a3a9a46e4d8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기존 핵심 사실·제약은 유지하면서 AGENTS.md의 기본 안내와 주제별 상세 문서로 위치를 나눴다. 단순 문자 복사가 아니라 재서술·상세화와 문서 위치 안내 추가를 포함한 재구성이다.</a:t>
            </a:r>
          </a:p>
          <a:p xmlns:a="http://schemas.openxmlformats.org/drawingml/2006/main">
            <a:r>
              <a:t/>
            </a:r>
          </a:p>
          <a:p xmlns:a="http://schemas.openxmlformats.org/drawingml/2006/main">
            <a:r>
              <a:t>Opening Question: “앞에서 기본 안내와 상세를 나눠봤습니다. 실제로 한 AGENTS.md에 모인 정보를 나누면 어떤 모습이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S41의 정보 배치 기준을 실제 기록에 적용한 전후라고 소개한다. 화면의 ‘분리 전/후’는 같은 Demo의 STATE-02와 STATE-03이며 파일 전체나 실행 화면이 아닌 요약·재구성 도식이다. 상태 번호를 외우게 하지 않는다.</a:t>
            </a:r>
          </a:p>
          <a:p xmlns:a="http://schemas.openxmlformats.org/drawingml/2006/main">
            <a:r>
              <a:t>2. (1:00–3:00 / Demo, CAPTURED record) 왼쪽 한 AGENTS.md 안의 기본 안내와 A구조/CLI 요약·B이미지 명세·C테스트 구성을 가리킨다. 첫 화살표는 기본 안내가 오른쪽 AGENTS.md에 남고 문서 위치 안내가 추가됐음을 뜻한다. A/B/C 세 화살표는 같은 주제가 architecture.md/image-contracts.md/testing.md로 재배치된 대응이다. 핵심 사실·제약의 보존이며 문장은 재작성되고 상세 설명도 보강됐다. 실제 파일 브라우징이나 Agent 실행은 하지 않는다.</a:t>
            </a:r>
          </a:p>
          <a:p xmlns:a="http://schemas.openxmlformats.org/drawingml/2006/main">
            <a:r>
              <a:t>3. (3:00–4:00 / Case) ‘짧게 만들려고 필요한 정보를 버린 것인가?’를 비교 질문으로 둔다. 기본 제약이 남고 상세의 위치를 나눈 관계를 회수한다. C++에서도 공통 제약을 입구에 남기고 알고리즘·모듈 상세의 위치를 나눌 수 있는지 같은 기준으로 비교한다. 이1분과 다음 Lecture1분에 승인된 C++ Bridge2분을 통합한다.</a:t>
            </a:r>
          </a:p>
          <a:p xmlns:a="http://schemas.openxmlformats.org/drawingml/2006/main">
            <a:r>
              <a:t>4. (4:00–5:00 / Lecture) C++의 알고리즘 명세·하드웨어 조건 같은 상세도 관련 문서에서 확인할 범위로 짧게 연결한다. 구체적 CMake/IDE/장치 명령이나 실제 C++ 결과는 추가하지 않는다. 문서 구조만으로 실제 선택·읽기 성공을 결론내지 않고 다음 두 Task의 접근 기록을 관찰하겠다고 넘긴다.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S43–45에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S42 또는 production/preview/full/S42.png, production/preview/act2/S42.png를 사용한다. 최종 패키지·PNG·Notes 일치는 production/evaluation/S42_DOCUMENT_SPLIT_REVISION.md와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ALIGNED — DEC-0055의 전후 문서 구조/핵심 정보 보존 도식과 S41→S42→S43 연결을 반영했다. 최종 렌더·Notes parity는 production/evaluation/S42_DOCUMENT_SPLIT_REVISION.md를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문서를 나눴다는 구조만으로 실제 접근을 단정하지 않는다. 같은 저장소에서 서로 다른 두 읽기 전용 요청이 어떤 문서를 열고 어떤 근거로 답했는지 다음 기록에서 관찰한다.</a:t>
            </a:r>
          </a:p>
          <a:p xmlns:a="http://schemas.openxmlformats.org/drawingml/2006/main">
            <a:r>
              <a:t/>
            </a:r>
          </a:p>
          <a:p xmlns:a="http://schemas.openxmlformats.org/drawingml/2006/main">
            <a:r>
              <a:t>Opening Question: “문서의 위치를 나눴습니다. 실제 요청을 받았을 때도 같은 상세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S42의 문서 재구성은 배치의 기록이며 실제 접근은 별도 관찰이라고 연결한다. 같은 저장소의 두 읽기 전용 요청을 비교하겠다고 안내한다.</a:t>
            </a:r>
          </a:p>
          <a:p xmlns:a="http://schemas.openxmlformats.org/drawingml/2006/main">
            <a:r>
              <a:t>2. (0:20–1:20) 왼쪽 A는 샘플 이미지에 --crop 1 3 옵션을 적용할 때 원본 열/출력 폭/끝 좌표 포함 여부를 현재 명세·구현의 근거로 조사해 달라는 요청이다. 오른쪽 B는 실행 의존성의 존재와 판단 근거를 묻고 빌드·패키징 전용 도구와 구분하라는 요청이다. 두 창 안의 읽기 전용·파일 변경 금지·근거 제시 조건을 함께 짚는다. 화면은 영어 원문의 핵심 발췌·번역이며 실제 입력 Screenshot이 아니다.</a:t>
            </a:r>
          </a:p>
          <a:p xmlns:a="http://schemas.openxmlformats.org/drawingml/2006/main">
            <a:r>
              <a:t>3. (1:20–2:00) 아래01 실제로 연 문서,02 두 요청의 접근 공통/차이,03 답을 뒷받침한 근거를 순서대로 가리킨다. 파일 접근 기록과 최종 설명의 근거를 분리해 볼 것이라고 설명한다. 특정 파일을 어느 요청에 연결하거나 결과를 예측해 주지 않고 Crop Task의 기록으로 넘어간다.</a:t>
            </a:r>
          </a:p>
          <a:p xmlns:a="http://schemas.openxmlformats.org/drawingml/2006/main">
            <a:r>
              <a:t/>
            </a:r>
          </a:p>
          <a:p xmlns:a="http://schemas.openxmlformats.org/drawingml/2006/main">
            <a:r>
              <a:t>Evidence / Source: OBSERVED_PRODUCT setup; outcomes remain on S44–45.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S44–45의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production/evaluation/S43_PROMPT_WATCH_REVISION.md와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ALIGNED — DEC-0056의 두 요청창/중립 관찰 질문과 S42→S43→S44 연결을 반영했다. 최종 렌더·Notes parity는 production/evaluation/S43_PROMPT_WATCH_REVISION.md를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 최종 실행에서 명세 문서 접근과 명세에 맞는 Crop 답을 관찰했다. 더 넓은 문서·소스·테스트도 확인했으며, 이 기록이 최소 문서 선택이나 효율 향상을 뜻하지는 않는다.</a:t>
            </a:r>
          </a:p>
          <a:p xmlns:a="http://schemas.openxmlformats.org/drawingml/2006/main">
            <a:r>
              <a:t/>
            </a:r>
          </a:p>
          <a:p xmlns:a="http://schemas.openxmlformats.org/drawingml/2006/main">
            <a:r>
              <a:t>Opening Question: “앞의 요청 A는 어떤 문서를 실제로 읽었고, 끝 좌표가 포함되는지 어떤 근거로 답했을까요?”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S43의 Crop 요청 A를 회수하고 왼쪽 접근 요약을 읽는다. AGENTS.md, docs/architecture.md, docs/image-contracts.md, docs/testing.md, README.md는 최종 실행에서 읽은 Markdown 문서다. 나열 순서는 실제 읽기 순서가 아니다. 소스와 관련 테스트도 확인한 기록임을 덧붙인다.</a:t>
            </a:r>
          </a:p>
          <a:p xmlns:a="http://schemas.openxmlformats.org/drawingml/2006/main">
            <a:r>
              <a:t>2. (1:00–2:00) 강조한 image-contracts.md와 가운데의 해당 명세를 연결한다. [x_start, x_end)는 시작 열 포함·끝 좌표 제외다. 첫 화살표는 문서와 내용의 관계이며 실제 탐색 경로·순서를 재현하지 않는다.</a:t>
            </a:r>
          </a:p>
          <a:p xmlns:a="http://schemas.openxmlformats.org/drawingml/2006/main">
            <a:r>
              <a:t>3. (2:00–3:00) ‘대조’를 가리킨 뒤 오른쪽 기록된 답과 맞춰본다. 숫자는 픽셀 값이 아닌0부터 시작하는 원본 열 번호다. --crop 1 3은 열1·2를 포함하고 출력 폭은2이며 끝 좌표3은 제외한다. 명세와 답의 일치를 확인하는 도식이며 내부 추론의 인과 경로를 주장하지 않는다.</a:t>
            </a:r>
          </a:p>
          <a:p xmlns:a="http://schemas.openxmlformats.org/drawingml/2006/main">
            <a:r>
              <a:t>4. (3:00–4:00) 하단의 ‘관찰된 사실’과 ‘해석의 한계’를 따로 가리킨다. 넓은 architecture·README 접근도 있었다. testing.md와 관련 테스트는 최종 실행에서 확인했지만 이전 두 실행에서는 접근이 달랐다. 관련 문서만 최소한으로 읽었다고 해석하지 않는다.</a:t>
            </a:r>
          </a:p>
          <a:p xmlns:a="http://schemas.openxmlformats.org/drawingml/2006/main">
            <a:r>
              <a:t>5. (4:00–5:00) 과거 Codex CLI0.154.0의 읽기 전용 실행 기록을 요약·재구성한 화면임을 확인한다. 토큰 절감·성능 개선·현재 Desktop 재현을 주장하지 않는다. 이 답을 Task B와 비교할 질문으로 넘긴다.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S44 정적 화면으로 보여준다. 입력창 Screenshot이나 실행 로그처럼 꾸미지 않는다. 현재 제품에서 명령을 실행하지 않고 전체 접근 로그를 읽지 않는다. Task B의 접근 차이는 S45에서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요청·접근 요약1분, 명세1분, 답 대조1분, 넓은 접근·실행 간 차이1분, 한계 회수·S45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S44 또는 production/preview/act2/S44.png가 발표 기본 경로다. 동일한 Full S44·ACT2 PNG·내장 Notes 대조는 production/evaluation/S44_CROP_EVIDENCE_REVISION.md와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ALIGNED — DEC-0057의 실제 접근/명세/기록된 답과 관찰/해석 구분을 반영했다. 최종 렌더·Notes parity는 production/evaluation/S44_CROP_EVIDENCE_REVISION.md를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최종 실행에서 실제 문서 접근 차이를 관찰했다. 양쪽의 공통·넓은 접근과 실행 간 변동도 있어 완벽한 문서 선택, 토큰 절약·성능 개선으로 해석하지 않는다.</a:t>
            </a:r>
          </a:p>
          <a:p xmlns:a="http://schemas.openxmlformats.org/drawingml/2006/main">
            <a:r>
              <a:t/>
            </a:r>
          </a:p>
          <a:p xmlns:a="http://schemas.openxmlformats.org/drawingml/2006/main">
            <a:r>
              <a:t>Opening Question: “앞에서 Crop 명세를 읽은 기록을 봤습니다. 같은 저장소에 실행 의존성을 물으면 어떤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CAPTURED) S44의 요청 A를 표의 A열로 회수하고 요청 B의 실행 의존성 질문을 나란히 둔다. 실제 최종 기록에서 이미지 명세·테스트 안내는 A만, 패키지 설정은 B만 읽었다고 강조한 셀을 가리킨다. 화면은 기록을 요약·재구성한 정적 비교표이며 실제 실행 캡처나 동시 Subagent 화면이 아니다.</a:t>
            </a:r>
          </a:p>
          <a:p xmlns:a="http://schemas.openxmlformats.org/drawingml/2006/main">
            <a:r>
              <a:t>2. (1:00–2:00 / Case) 두 요청 모두 AGENTS.md, README.md, docs/architecture.md를 읽었음을 확인한다. 소스도 양쪽에서 확인했다. 목록은 시간 순서가 아니며 모든 명령·소스 파일을 나열한 로그가 아니다. architecture는 실제 질문에 필요하지 않은 넓은 접근이었음을 설명한다.</a:t>
            </a:r>
          </a:p>
          <a:p xmlns:a="http://schemas.openxmlformats.org/drawingml/2006/main">
            <a:r>
              <a:t>3. (2:00–3:00 / Case) A만 docs/image-contracts.md와 docs/testing.md를, B만 pyproject.toml과 setup.cfg를 읽은 차이를 짚는다. B의 기록된 답은 third-party runtime dependency가 없고 Python3.9+와 표준 라이브러리가 필요하며 setuptools/wheel 등은 build/package용이라는 구분이다. 표는 접근을 비교하며 파일을 열었다는 사실만으로 답의 단독 원인을 증명하지 않는다.</a:t>
            </a:r>
          </a:p>
          <a:p xmlns:a="http://schemas.openxmlformats.org/drawingml/2006/main">
            <a:r>
              <a:t>4. (3:00–4:00 / Case) 오른쪽 ‘해석의 한계’를 회수한다. 구조 문서는 둘 다 읽었고 testing.md/관련 테스트 접근은 A의 최종 실행에서 관찰했지만 이전 A 실행과 달랐다. 완벽한 문서 선택은 미입증이며 토큰 절약·성능 개선을 측정하지 않았다. 과거 Codex CLI0.154.0의 범위를 유지한다.</a:t>
            </a:r>
          </a:p>
          <a:p xmlns:a="http://schemas.openxmlformats.org/drawingml/2006/main">
            <a:r>
              <a:t>5. (4:00–6:00 / Reflection) ‘다르게 읽었다’와 ‘항상 잘 선택한다·효율이 개선됐다’ 사이에 어떤 근거가 더 필요한지 조용히 생각하게 한다. 별도 실습·기록·공개 응답을 요구하지 않으며 강사가 이2분을 설명으로 채우지 않는다.</a:t>
            </a:r>
          </a:p>
          <a:p xmlns:a="http://schemas.openxmlformats.org/drawingml/2006/main">
            <a:r>
              <a:t>6. (6:00–7:00 / Q&amp;A) 질문 하나를 받는다. 없으면 ‘이 기록만으로 문서 선택을 보장할 수 있을까요?’를 짧게 던지고 실제 접근 차이는 관찰했지만 보장·효율 효과는 확인하지 않았다고 닫는다. S46의 정보 정리 뒤에도 남는 반복으로 연결한다.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S45 또는 production/preview/full/S45.png를 사용한다. Full/ACT2 PNG·Notes 일치와 DEMO-06 fallback 경로·hash 갱신은 production/evaluation/S45_ACCESS_COMPARISON_REVISION.md와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ALIGNED — DEC-0058의 공통/차이 문서 접근표와 관찰/해석 구분, S44→S45→S46 연결을 반영했다. 최종 렌더·native table·Notes parity는 production/evaluation/S45_ACCESS_COMPARISON_REVISION.md를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8d3419f275440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b7fa130e7364aa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ab9f09f3f024f1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5c26964ce08465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98fab0e2383484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47e793bc63e46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E335109-E82B-4560-9A6A-95670833B30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22ED871-E49E-4613-970B-16A5D1F2461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AE0E1EC-CD94-4B87-80D5-96F0520611A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793113-1C32-45E7-AA80-3A2E2A149B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2EBFF7A-B51D-4C6D-A05C-8AA91F91718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3F1B0FD-8A96-4D4D-B0E5-951A3870047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69D88A8-9CC8-41E6-84CB-2959ECD6982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7BFC53A-B4C5-4113-88E2-E25DFDE7123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2DEC442-ADEC-4E52-B1E1-D2193667C3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FC16631-6DE7-43B6-AEF4-4D9D08C8138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f83b166e744adb" /><Relationship Type="http://schemas.openxmlformats.org/officeDocument/2006/relationships/slideLayout" Target="/ppt/slideLayouts/slideLayout1.xml" Id="R8ee8a5900db7446b" /><Relationship Type="http://schemas.openxmlformats.org/officeDocument/2006/relationships/slideLayout" Target="/ppt/slideLayouts/slideLayout2.xml" Id="Re5518dddd34a4e69" /><Relationship Type="http://schemas.openxmlformats.org/officeDocument/2006/relationships/slideLayout" Target="/ppt/slideLayouts/slideLayout3.xml" Id="R72082f2b5ac44189" /><Relationship Type="http://schemas.openxmlformats.org/officeDocument/2006/relationships/slideLayout" Target="/ppt/slideLayouts/slideLayout4.xml" Id="Rc823cd53bda14f91" /><Relationship Type="http://schemas.openxmlformats.org/officeDocument/2006/relationships/slideLayout" Target="/ppt/slideLayouts/slideLayout5.xml" Id="R1bab162e9b3b4958" /><Relationship Type="http://schemas.openxmlformats.org/officeDocument/2006/relationships/slideLayout" Target="/ppt/slideLayouts/slideLayout6.xml" Id="R24f74cabcc224d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e8a5900db7446b"/>
    <p:sldLayoutId xmlns:r="http://schemas.openxmlformats.org/officeDocument/2006/relationships" id="2147483650" r:id="Re5518dddd34a4e69"/>
    <p:sldLayoutId xmlns:r="http://schemas.openxmlformats.org/officeDocument/2006/relationships" id="2147483651" r:id="R72082f2b5ac44189"/>
    <p:sldLayoutId xmlns:r="http://schemas.openxmlformats.org/officeDocument/2006/relationships" id="2147483652" r:id="Rc823cd53bda14f91"/>
    <p:sldLayoutId xmlns:r="http://schemas.openxmlformats.org/officeDocument/2006/relationships" id="2147483653" r:id="R1bab162e9b3b4958"/>
    <p:sldLayoutId xmlns:r="http://schemas.openxmlformats.org/officeDocument/2006/relationships" id="2147483654" r:id="R24f74cabcc224d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351b2efa8ab46b8" /><Relationship Type="http://schemas.openxmlformats.org/officeDocument/2006/relationships/image" Target="/ppt/media/image.png" Id="R2d929023794b48e6" /><Relationship Type="http://schemas.openxmlformats.org/officeDocument/2006/relationships/notesSlide" Target="/ppt/notesSlides/notesSlide1.xml" Id="R547ddb70a97a4d7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fe846476b19409c" /><Relationship Type="http://schemas.openxmlformats.org/officeDocument/2006/relationships/notesSlide" Target="/ppt/notesSlides/notesSlide2.xml" Id="R613b0130589d40b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3e489b50d1f4971" /><Relationship Type="http://schemas.openxmlformats.org/officeDocument/2006/relationships/notesSlide" Target="/ppt/notesSlides/notesSlide3.xml" Id="Rdeb360754fa443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621b5496c8942da" /><Relationship Type="http://schemas.openxmlformats.org/officeDocument/2006/relationships/image" Target="/ppt/media/image2.png" Id="R44024a0abb99484b" /><Relationship Type="http://schemas.openxmlformats.org/officeDocument/2006/relationships/notesSlide" Target="/ppt/notesSlides/notesSlide4.xml" Id="Redbf1cf05a794d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60d7442852d4a27" /><Relationship Type="http://schemas.openxmlformats.org/officeDocument/2006/relationships/notesSlide" Target="/ppt/notesSlides/notesSlide5.xml" Id="R66d2bd89a0cf4d0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27ebe7f84d345f8" /><Relationship Type="http://schemas.openxmlformats.org/officeDocument/2006/relationships/notesSlide" Target="/ppt/notesSlides/notesSlide6.xml" Id="R054297bb723841c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e742f63d1d343e2" /><Relationship Type="http://schemas.openxmlformats.org/officeDocument/2006/relationships/image" Target="/ppt/media/image3.png" Id="R86ec1b71b9ea406a" /><Relationship Type="http://schemas.openxmlformats.org/officeDocument/2006/relationships/notesSlide" Target="/ppt/notesSlides/notesSlide7.xml" Id="R2631ae27c7ba496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787fe9d48db40c7" /><Relationship Type="http://schemas.openxmlformats.org/officeDocument/2006/relationships/notesSlide" Target="/ppt/notesSlides/notesSlide8.xml" Id="Rd5c6532918c9411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6fcb0b85c864122" /><Relationship Type="http://schemas.openxmlformats.org/officeDocument/2006/relationships/image" Target="/ppt/media/image4.png" Id="Rb6c634a53de04a5a" /><Relationship Type="http://schemas.openxmlformats.org/officeDocument/2006/relationships/image" Target="/ppt/media/image5.png" Id="R3f12d3daa7ff46d2" /><Relationship Type="http://schemas.openxmlformats.org/officeDocument/2006/relationships/image" Target="/ppt/media/image6.png" Id="R10c53f81ed734988" /><Relationship Type="http://schemas.openxmlformats.org/officeDocument/2006/relationships/notesSlide" Target="/ppt/notesSlides/notesSlide9.xml" Id="Rb5fb5776b2f84a7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7cc16a3ec7a405f" /><Relationship Type="http://schemas.openxmlformats.org/officeDocument/2006/relationships/notesSlide" Target="/ppt/notesSlides/notesSlide10.xml" Id="R62340bf98e6f418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6d7f25ce45243bd" /><Relationship Type="http://schemas.openxmlformats.org/officeDocument/2006/relationships/image" Target="/ppt/media/image7.png" Id="R63d519642ebd4255" /><Relationship Type="http://schemas.openxmlformats.org/officeDocument/2006/relationships/image" Target="/ppt/media/image8.png" Id="Ra8042e0a4f9f4a7e" /><Relationship Type="http://schemas.openxmlformats.org/officeDocument/2006/relationships/image" Target="/ppt/media/image9.png" Id="Rf257ab4ab30840dd" /><Relationship Type="http://schemas.openxmlformats.org/officeDocument/2006/relationships/notesSlide" Target="/ppt/notesSlides/notesSlide11.xml" Id="R9637c0cfb89a422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99a93dbf564401e" /><Relationship Type="http://schemas.openxmlformats.org/officeDocument/2006/relationships/image" Target="/ppt/media/image10.png" Id="Rae485fe5c48046b4" /><Relationship Type="http://schemas.openxmlformats.org/officeDocument/2006/relationships/notesSlide" Target="/ppt/notesSlides/notesSlide12.xml" Id="Rd83cce5ae05746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0ebaeb9abb64497" /><Relationship Type="http://schemas.openxmlformats.org/officeDocument/2006/relationships/image" Target="/ppt/media/image11.png" Id="R2d8dd973a61d4c98" /><Relationship Type="http://schemas.openxmlformats.org/officeDocument/2006/relationships/notesSlide" Target="/ppt/notesSlides/notesSlide13.xml" Id="R0f4be1693de0445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0220840da8b4bea" /><Relationship Type="http://schemas.openxmlformats.org/officeDocument/2006/relationships/notesSlide" Target="/ppt/notesSlides/notesSlide14.xml" Id="R595f416e6fff48c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e44a1a0d53b4be5" /><Relationship Type="http://schemas.openxmlformats.org/officeDocument/2006/relationships/notesSlide" Target="/ppt/notesSlides/notesSlide15.xml" Id="R20eaa852c6b0444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5ede0774a8a4226" /><Relationship Type="http://schemas.openxmlformats.org/officeDocument/2006/relationships/notesSlide" Target="/ppt/notesSlides/notesSlide16.xml" Id="R5e6967583e524a7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02766f65aa949a3" /><Relationship Type="http://schemas.openxmlformats.org/officeDocument/2006/relationships/notesSlide" Target="/ppt/notesSlides/notesSlide17.xml" Id="R0bc52fd9cf4e491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26bc93e449e471a" /><Relationship Type="http://schemas.openxmlformats.org/officeDocument/2006/relationships/notesSlide" Target="/ppt/notesSlides/notesSlide18.xml" Id="R7c2c697fa4b84bb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e2121f985194c0c" /><Relationship Type="http://schemas.openxmlformats.org/officeDocument/2006/relationships/notesSlide" Target="/ppt/notesSlides/notesSlide19.xml" Id="Ra437030586e8435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e6bbf2287364a7e" /><Relationship Type="http://schemas.openxmlformats.org/officeDocument/2006/relationships/notesSlide" Target="/ppt/notesSlides/notesSlide20.xml" Id="Rf2ec8ad918b0490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75902cfc6774af6" /><Relationship Type="http://schemas.openxmlformats.org/officeDocument/2006/relationships/notesSlide" Target="/ppt/notesSlides/notesSlide21.xml" Id="Rde99f6d33281472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35eeef87bfa47bd" /><Relationship Type="http://schemas.openxmlformats.org/officeDocument/2006/relationships/notesSlide" Target="/ppt/notesSlides/notesSlide22.xml" Id="Rd5064d2894c0453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d10418b2a814626" /><Relationship Type="http://schemas.openxmlformats.org/officeDocument/2006/relationships/notesSlide" Target="/ppt/notesSlides/notesSlide23.xml" Id="R80c11b560423465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df9e6b676654492" /><Relationship Type="http://schemas.openxmlformats.org/officeDocument/2006/relationships/notesSlide" Target="/ppt/notesSlides/notesSlide24.xml" Id="Rfc51744541204a8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dfc28a28d7f444b" /><Relationship Type="http://schemas.openxmlformats.org/officeDocument/2006/relationships/notesSlide" Target="/ppt/notesSlides/notesSlide25.xml" Id="R4c3f67ad416f45f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dcaa6f2b7db435d" /><Relationship Type="http://schemas.openxmlformats.org/officeDocument/2006/relationships/notesSlide" Target="/ppt/notesSlides/notesSlide26.xml" Id="R8728f468eff74ce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4a1dc0711694ae6" /><Relationship Type="http://schemas.openxmlformats.org/officeDocument/2006/relationships/notesSlide" Target="/ppt/notesSlides/notesSlide27.xml" Id="R3b5679596fdd4c6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0a86e0226674a53" /><Relationship Type="http://schemas.openxmlformats.org/officeDocument/2006/relationships/notesSlide" Target="/ppt/notesSlides/notesSlide28.xml" Id="Rc3dac01435b64d2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d5ec40215d64ae7" /><Relationship Type="http://schemas.openxmlformats.org/officeDocument/2006/relationships/notesSlide" Target="/ppt/notesSlides/notesSlide29.xml" Id="R0ee1e3587ebb43c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b3bab2253ad4b70" /><Relationship Type="http://schemas.openxmlformats.org/officeDocument/2006/relationships/notesSlide" Target="/ppt/notesSlides/notesSlide30.xml" Id="Ra969910872ed405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fa1a69d89a54e5e" /><Relationship Type="http://schemas.openxmlformats.org/officeDocument/2006/relationships/notesSlide" Target="/ppt/notesSlides/notesSlide31.xml" Id="R222464d288a94fc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c1e6700de8d44a5" /><Relationship Type="http://schemas.openxmlformats.org/officeDocument/2006/relationships/notesSlide" Target="/ppt/notesSlides/notesSlide32.xml" Id="Raa519cec5754411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f04f0c8ed8a4927" /><Relationship Type="http://schemas.openxmlformats.org/officeDocument/2006/relationships/notesSlide" Target="/ppt/notesSlides/notesSlide33.xml" Id="R7661232098c4499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31edb467f8b49c2" /><Relationship Type="http://schemas.openxmlformats.org/officeDocument/2006/relationships/notesSlide" Target="/ppt/notesSlides/notesSlide34.xml" Id="Racfe93f4c05b475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7e3930d6192b4d7b" /><Relationship Type="http://schemas.openxmlformats.org/officeDocument/2006/relationships/image" Target="/ppt/media/image12.png" Id="R16de9561d1ee4980" /><Relationship Type="http://schemas.openxmlformats.org/officeDocument/2006/relationships/image" Target="/ppt/media/image13.png" Id="R0c370d15ef7c4520" /><Relationship Type="http://schemas.openxmlformats.org/officeDocument/2006/relationships/notesSlide" Target="/ppt/notesSlides/notesSlide35.xml" Id="Rcb5af89134284c1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e2a6462a1d4421d" /><Relationship Type="http://schemas.openxmlformats.org/officeDocument/2006/relationships/image" Target="/ppt/media/image14.png" Id="Rb2802fad185445d7" /><Relationship Type="http://schemas.openxmlformats.org/officeDocument/2006/relationships/notesSlide" Target="/ppt/notesSlides/notesSlide36.xml" Id="Rf1eac8cd344a442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57fcf94c84c4a73" /><Relationship Type="http://schemas.openxmlformats.org/officeDocument/2006/relationships/notesSlide" Target="/ppt/notesSlides/notesSlide37.xml" Id="Rc73a00e6cf92473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d6be5c524764e17" /><Relationship Type="http://schemas.openxmlformats.org/officeDocument/2006/relationships/notesSlide" Target="/ppt/notesSlides/notesSlide38.xml" Id="R8de28cfe28be46e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6318a5a7cd740a8" /><Relationship Type="http://schemas.openxmlformats.org/officeDocument/2006/relationships/notesSlide" Target="/ppt/notesSlides/notesSlide39.xml" Id="Rf7caa9e0944b457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b470915531b4dac" /><Relationship Type="http://schemas.openxmlformats.org/officeDocument/2006/relationships/notesSlide" Target="/ppt/notesSlides/notesSlide40.xml" Id="Ra5212a19b3684d9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9893cc0e2754076" /><Relationship Type="http://schemas.openxmlformats.org/officeDocument/2006/relationships/notesSlide" Target="/ppt/notesSlides/notesSlide41.xml" Id="R391e499531c24d7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06ab0941b224d99" /><Relationship Type="http://schemas.openxmlformats.org/officeDocument/2006/relationships/notesSlide" Target="/ppt/notesSlides/notesSlide42.xml" Id="Rd4c09b30ba5248d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e0b21806ed0f475a" /><Relationship Type="http://schemas.openxmlformats.org/officeDocument/2006/relationships/notesSlide" Target="/ppt/notesSlides/notesSlide43.xml" Id="R19d4833934f3411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7fa093010694751" /><Relationship Type="http://schemas.openxmlformats.org/officeDocument/2006/relationships/notesSlide" Target="/ppt/notesSlides/notesSlide44.xml" Id="Ra646b6a584ba4de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ad342d1a89346c8" /><Relationship Type="http://schemas.openxmlformats.org/officeDocument/2006/relationships/notesSlide" Target="/ppt/notesSlides/notesSlide45.xml" Id="Re3136bd3ef36420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2afe2e69b504452a" /><Relationship Type="http://schemas.openxmlformats.org/officeDocument/2006/relationships/notesSlide" Target="/ppt/notesSlides/notesSlide46.xml" Id="R6c9816a832fa4a6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b695e1da2ac94933" /><Relationship Type="http://schemas.openxmlformats.org/officeDocument/2006/relationships/image" Target="/ppt/media/image15.png" Id="Ref942d218d094805" /><Relationship Type="http://schemas.openxmlformats.org/officeDocument/2006/relationships/image" Target="/ppt/media/image16.png" Id="Raac23c86826141e7" /><Relationship Type="http://schemas.openxmlformats.org/officeDocument/2006/relationships/image" Target="/ppt/media/image17.png" Id="Ra10c9ae6b2ab481c" /><Relationship Type="http://schemas.openxmlformats.org/officeDocument/2006/relationships/image" Target="/ppt/media/image18.png" Id="R61efb07b063d4fd9" /><Relationship Type="http://schemas.openxmlformats.org/officeDocument/2006/relationships/notesSlide" Target="/ppt/notesSlides/notesSlide47.xml" Id="Rbb1e463c8db5433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e628a1061f634f30" /><Relationship Type="http://schemas.openxmlformats.org/officeDocument/2006/relationships/notesSlide" Target="/ppt/notesSlides/notesSlide48.xml" Id="Ra3577a62415e4c9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6138c01eb2f74567" /><Relationship Type="http://schemas.openxmlformats.org/officeDocument/2006/relationships/notesSlide" Target="/ppt/notesSlides/notesSlide49.xml" Id="R7699d2af0f574fa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adda533a18c14041" /><Relationship Type="http://schemas.openxmlformats.org/officeDocument/2006/relationships/notesSlide" Target="/ppt/notesSlides/notesSlide50.xml" Id="Rb4a94428223440f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ddf35dee5c904f6a" /><Relationship Type="http://schemas.openxmlformats.org/officeDocument/2006/relationships/notesSlide" Target="/ppt/notesSlides/notesSlide51.xml" Id="Rf21121181ea845c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63bfb7abe91c4b6a" /><Relationship Type="http://schemas.openxmlformats.org/officeDocument/2006/relationships/notesSlide" Target="/ppt/notesSlides/notesSlide52.xml" Id="R9879b17c878e43c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259287239f484368" /><Relationship Type="http://schemas.openxmlformats.org/officeDocument/2006/relationships/notesSlide" Target="/ppt/notesSlides/notesSlide53.xml" Id="R3da76d8b299945f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fdf72181c554cde" /><Relationship Type="http://schemas.openxmlformats.org/officeDocument/2006/relationships/notesSlide" Target="/ppt/notesSlides/notesSlide54.xml" Id="Rd1b1d7db324c4b5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754055c20424384" /><Relationship Type="http://schemas.openxmlformats.org/officeDocument/2006/relationships/chart" Target="/ppt/slides/charts/chart1.xml" Id="R5df4a7d839ea42e5" /><Relationship Type="http://schemas.openxmlformats.org/officeDocument/2006/relationships/notesSlide" Target="/ppt/notesSlides/notesSlide55.xml" Id="R5fe2d031f48a446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dcbbe87a4038446b" /><Relationship Type="http://schemas.openxmlformats.org/officeDocument/2006/relationships/notesSlide" Target="/ppt/notesSlides/notesSlide56.xml" Id="R03ee8e9dab414e2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be4c628e0dfc4296" /><Relationship Type="http://schemas.openxmlformats.org/officeDocument/2006/relationships/notesSlide" Target="/ppt/notesSlides/notesSlide57.xml" Id="R791d4af4dcd640f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9f1a54092e8840c3" /><Relationship Type="http://schemas.openxmlformats.org/officeDocument/2006/relationships/notesSlide" Target="/ppt/notesSlides/notesSlide58.xml" Id="Rac5ca5b9a40d429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8beb5b8bddca4ea9" /><Relationship Type="http://schemas.openxmlformats.org/officeDocument/2006/relationships/notesSlide" Target="/ppt/notesSlides/notesSlide59.xml" Id="R0f809d4128704f8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ebafd5acec744cef" /><Relationship Type="http://schemas.openxmlformats.org/officeDocument/2006/relationships/notesSlide" Target="/ppt/notesSlides/notesSlide60.xml" Id="Rc4846055bc97499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3829e65d5ac24308" /><Relationship Type="http://schemas.openxmlformats.org/officeDocument/2006/relationships/notesSlide" Target="/ppt/notesSlides/notesSlide61.xml" Id="R2e9c3ef9e7e3467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1c6bbdfb4a604f6a" /><Relationship Type="http://schemas.openxmlformats.org/officeDocument/2006/relationships/notesSlide" Target="/ppt/notesSlides/notesSlide62.xml" Id="Rbc029f182f78443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9f5b39834c734b1d" /><Relationship Type="http://schemas.openxmlformats.org/officeDocument/2006/relationships/image" Target="/ppt/media/image19.png" Id="Ra42909c393a549bc" /><Relationship Type="http://schemas.openxmlformats.org/officeDocument/2006/relationships/notesSlide" Target="/ppt/notesSlides/notesSlide63.xml" Id="Ra88e57c49d9c493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d43e5e6d67fe4d3d" /><Relationship Type="http://schemas.openxmlformats.org/officeDocument/2006/relationships/notesSlide" Target="/ppt/notesSlides/notesSlide64.xml" Id="Rfb512702f623448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b04b2a5ec48b438c" /><Relationship Type="http://schemas.openxmlformats.org/officeDocument/2006/relationships/notesSlide" Target="/ppt/notesSlides/notesSlide65.xml" Id="R3927dd0c36074eac"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80e85f428a074eaa" /><Relationship Type="http://schemas.openxmlformats.org/officeDocument/2006/relationships/notesSlide" Target="/ppt/notesSlides/notesSlide66.xml" Id="R50abfe04ae2a42d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056262a83caf42e5" /><Relationship Type="http://schemas.openxmlformats.org/officeDocument/2006/relationships/notesSlide" Target="/ppt/notesSlides/notesSlide67.xml" Id="R7fd6758eb18b407c"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a3877479ccb4772" /><Relationship Type="http://schemas.openxmlformats.org/officeDocument/2006/relationships/notesSlide" Target="/ppt/notesSlides/notesSlide68.xml" Id="Rafc4dd1f39984327"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e04eda4d188b4618" /><Relationship Type="http://schemas.openxmlformats.org/officeDocument/2006/relationships/notesSlide" Target="/ppt/notesSlides/notesSlide69.xml" Id="Rf0073d3eb6ad4301"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4b58deef2fa5496b" /><Relationship Type="http://schemas.openxmlformats.org/officeDocument/2006/relationships/notesSlide" Target="/ppt/notesSlides/notesSlide70.xml" Id="Rfd4135e53eb643ea"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81ffa0541af8477a" /><Relationship Type="http://schemas.openxmlformats.org/officeDocument/2006/relationships/notesSlide" Target="/ppt/notesSlides/notesSlide71.xml" Id="R35eae0a9621a4fa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f1605a56234c4006" /><Relationship Type="http://schemas.openxmlformats.org/officeDocument/2006/relationships/notesSlide" Target="/ppt/notesSlides/notesSlide72.xml" Id="Rdac63b9edb3a4ba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e71522d0a574401c" /><Relationship Type="http://schemas.openxmlformats.org/officeDocument/2006/relationships/notesSlide" Target="/ppt/notesSlides/notesSlide73.xml" Id="R2449c5511947497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b774344820f94aeb" /><Relationship Type="http://schemas.openxmlformats.org/officeDocument/2006/relationships/notesSlide" Target="/ppt/notesSlides/notesSlide74.xml" Id="Rb0718d056bf34b8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35cf00e0a87949be" /><Relationship Type="http://schemas.openxmlformats.org/officeDocument/2006/relationships/notesSlide" Target="/ppt/notesSlides/notesSlide75.xml" Id="Rdec8eb56888c47a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2f0e9dd0331e4202" /><Relationship Type="http://schemas.openxmlformats.org/officeDocument/2006/relationships/notesSlide" Target="/ppt/notesSlides/notesSlide76.xml" Id="R19b5ba29a50e4d94"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c197772a75f45de" /><Relationship Type="http://schemas.openxmlformats.org/officeDocument/2006/relationships/notesSlide" Target="/ppt/notesSlides/notesSlide77.xml" Id="Read737e6c2a14c4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760fb441127041ec" /><Relationship Type="http://schemas.openxmlformats.org/officeDocument/2006/relationships/notesSlide" Target="/ppt/notesSlides/notesSlide78.xml" Id="R84252c85730840c4"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e389ad8c9704709" /><Relationship Type="http://schemas.openxmlformats.org/officeDocument/2006/relationships/notesSlide" Target="/ppt/notesSlides/notesSlide79.xml" Id="R7a0a09dceded4f00"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fe62752a7f6a4a48" /><Relationship Type="http://schemas.openxmlformats.org/officeDocument/2006/relationships/notesSlide" Target="/ppt/notesSlides/notesSlide80.xml" Id="Rd8e2d8732f2e449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c6c235885bbd408e" /><Relationship Type="http://schemas.openxmlformats.org/officeDocument/2006/relationships/notesSlide" Target="/ppt/notesSlides/notesSlide81.xml" Id="R242ffe99034044f8"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a4a0e1a1b3334b89" /><Relationship Type="http://schemas.openxmlformats.org/officeDocument/2006/relationships/image" Target="/ppt/media/image20.png" Id="R8b7fdc948a0c49a9" /><Relationship Type="http://schemas.openxmlformats.org/officeDocument/2006/relationships/notesSlide" Target="/ppt/notesSlides/notesSlide82.xml" Id="R8d484215baae4e7f"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0bb14d910275478c" /><Relationship Type="http://schemas.openxmlformats.org/officeDocument/2006/relationships/notesSlide" Target="/ppt/notesSlides/notesSlide83.xml" Id="Rd5d82064036e4644"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0fc863c554a3422a" /><Relationship Type="http://schemas.openxmlformats.org/officeDocument/2006/relationships/image" Target="/ppt/media/image21.png" Id="Rcfbb254bfc934d85" /><Relationship Type="http://schemas.openxmlformats.org/officeDocument/2006/relationships/image" Target="/ppt/media/image22.png" Id="R94423f01c81a4146" /><Relationship Type="http://schemas.openxmlformats.org/officeDocument/2006/relationships/image" Target="/ppt/media/image23.png" Id="R5293a2a9aefe42f8" /><Relationship Type="http://schemas.openxmlformats.org/officeDocument/2006/relationships/notesSlide" Target="/ppt/notesSlides/notesSlide84.xml" Id="Rf4ec86c94e384e7d"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081c2dcbdab14970" /><Relationship Type="http://schemas.openxmlformats.org/officeDocument/2006/relationships/notesSlide" Target="/ppt/notesSlides/notesSlide85.xml" Id="R09d72397949f49d3"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c6833a5c4c334ae5" /><Relationship Type="http://schemas.openxmlformats.org/officeDocument/2006/relationships/notesSlide" Target="/ppt/notesSlides/notesSlide86.xml" Id="Rd0de62e47e8c47c6"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9f17163fd2ff44f6" /><Relationship Type="http://schemas.openxmlformats.org/officeDocument/2006/relationships/notesSlide" Target="/ppt/notesSlides/notesSlide87.xml" Id="R7146c0a6b72e45a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48950d9f3db24ae7" /><Relationship Type="http://schemas.openxmlformats.org/officeDocument/2006/relationships/notesSlide" Target="/ppt/notesSlides/notesSlide88.xml" Id="Radbe05142e794958"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94031ef0dec041e5" /><Relationship Type="http://schemas.openxmlformats.org/officeDocument/2006/relationships/notesSlide" Target="/ppt/notesSlides/notesSlide89.xml" Id="Rb8a0c44029134a84"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1c8a77b762d44c94" /><Relationship Type="http://schemas.openxmlformats.org/officeDocument/2006/relationships/notesSlide" Target="/ppt/notesSlides/notesSlide90.xml" Id="R811a6258e9db4e9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F3F191DB-9F7E-4EBE-A93E-C6F5437E31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E8AEFB00-F52C-4222-BADD-CB8B2F407E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CC002360-082D-4CBE-A8E7-D359B10E04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865634A8-27E5-4F97-8116-951B0F4567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D6EA5D49-14E7-4B0C-B156-602B15B0DE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17745CC2-17D8-4FE5-B324-5A79950E5C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B5B3EBA2-9FEB-43F7-92C0-1B00263BB85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0674F697-1AB3-4D83-823C-A3CB6FA615C5}"/>
              </a:ext>
            </a:extLst>
          </p:cNvPr>
          <p:cNvPicPr>
            <a:picLocks xmlns:a="http://schemas.openxmlformats.org/drawingml/2006/main" noChangeAspect="1"/>
          </p:cNvPicPr>
          <p:nvPr/>
        </p:nvPicPr>
        <p:blipFill>
          <a:blip xmlns:r="http://schemas.openxmlformats.org/officeDocument/2006/relationships" xmlns:a="http://schemas.openxmlformats.org/drawingml/2006/main" r:embed="R2d929023794b48e6"/>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CD353AFD-6FA5-4BC8-8217-E8D651A490D3}"/>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6433003C-C225-404C-8CA5-EC6DCAAF975D}"/>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EBDFD206-ED88-4CAE-87DF-A53AC8A53322}"/>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F72D15F9-29FE-4E75-BF72-2C253D66D0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7212756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5AA9A72-7F71-448C-A8D2-80E6BE937F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AE37B941-E05B-4FAD-BCF9-311CD68574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336C251F-B9DD-4317-8087-2EEEB76789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79FE21D-51A3-4DF8-91E8-A7A53DAE20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864955F0-E5DF-4738-9EBC-4C6E19B1BA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378C6B1B-5E4A-4A3F-8A1D-8A524320C0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952609BD-952F-4867-9116-F6C8448A78A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983FA277-A8D2-4024-AF87-85E3D3D551B9}"/>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B96ED396-AD9F-4FAE-A626-3DFBB6354797}"/>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6A6D7E05-6F00-4F69-8DA9-531993D33FA9}"/>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4BB5FAA-9A07-4359-A301-7EBDDB4E210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633E832C-573E-4036-85F1-8E87B3F4F31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BAE2C440-0E8F-472D-8F7C-6E800BF8568C}"/>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BA106A8C-41D3-444C-9FCC-88DD93AFA4D7}"/>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5DF3B5BE-ED04-4DAB-8DC3-836C1CBC9BB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59C8B927-AD62-4EA5-A655-9DD7B75CEEE4}"/>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67E336E-D8E9-46C4-9554-854FC7539646}"/>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1609A5B-D2E4-4172-AAAB-2D6327053CC8}"/>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28153CB-2D6C-4EE5-A0DF-AB36B6953538}"/>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11FFDDA3-AA34-4468-B34E-21DAD6BA9B5E}"/>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48BB8B4-0578-4A1C-BADD-EDB15A5253A7}"/>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7160BA60-60FC-448A-A875-F591CDA3A3C3}"/>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6DB6633E-50C1-44E5-A458-46F4D55C4D0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056223BA-7073-42A4-AE3F-1277990D948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22E75435-3634-42BD-9B03-B3987E3D5F80}"/>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D7AB65DC-DE05-4BBA-83C8-FDD63FB1A6EA}"/>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5B9CE666-696F-4763-A69E-306D1AEB82FF}"/>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7DDFBF2-CCCF-42D7-8307-2BEB23B2E93F}"/>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00EA1A07-FD79-4823-A340-71E07E35D738}"/>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FF879224-7DB9-4373-B62E-2D11B030CB6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E1609DBC-81B1-4247-B9D6-91573CEBD424}"/>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D55B87F6-13CF-4CE3-A109-FEDC087E6921}"/>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F478FC90-618D-41F9-A362-598B52C188C2}"/>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E2A140CD-7B04-4937-9920-411283D8E35B}"/>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C87C1F76-FED8-41CB-AED6-B12E6F8CCB49}"/>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A5D7105-B1F7-45A0-B98E-943FBB742EF7}"/>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073EB5F1-98B1-4A96-8AC1-6741AC90E3EA}"/>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1A0E4262-AD3D-42BA-BC74-E2FA4A44CF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847091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758657D8-0473-4AF0-8068-DDEBDD09B6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7B69062F-BB24-4D10-9062-75215BDAC2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1C37F295-99C6-4C16-AE78-57B3E8C937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6E4171D9-BCC2-4925-9D19-4256FEDBE0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22AB7D5C-9062-4008-B070-05861698CB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DA60CA51-E9E3-408A-AAC1-71434856ED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FFDED1DE-9217-4E66-A463-D870437ECB95}"/>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B7A376A4-7F0D-4373-966E-6BADEAF50F6F}"/>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BA49C4B8-D1A9-42A9-BC5C-F2996E6F061F}"/>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95061402-3482-40DE-A3A0-15EB7343C3CD}"/>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88E9B8F-6D5B-4A7B-8DF6-A0DEA1F236E6}"/>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E867E151-C9FE-4148-923E-CD9EAC6A1918}"/>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3BA7829F-0B98-4BAF-812B-9D93E30B6D04}"/>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C034A591-4CCF-42B0-9AA6-0331138B3AD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F4875979-C94B-4758-A6B4-9D8BC3E57B8C}"/>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05E5A9F3-B44B-4308-ACCA-2720E8683889}"/>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7D81D3E4-2D52-4235-AF4A-50B79521C312}"/>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9B908409-72F4-4893-97F4-BECF3C7D4CA7}"/>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0A4D3B3-F14F-4890-8ACA-9E033A5DA8CE}"/>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CE0C48D-E36C-439A-8225-286610DD6F4E}"/>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E3804313-7BDC-4F8E-B72C-68388E8CB636}"/>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8AFF8AC7-2AE2-4DBC-A18D-79AE8FC81714}"/>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7223DB99-0D93-4A60-A018-462180AF25C7}"/>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B92C3475-BE49-4259-AFFF-CB6FA078BB02}"/>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93E5500E-AF7A-44E8-B79C-A274B21BE4A6}"/>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7E537568-1561-4638-A452-D5EFCD42FD58}"/>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EBD57793-7EBF-423B-AD7D-ACE0C8F28417}"/>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8298EBDB-3CD8-4B55-8FFB-D9F1A582203E}"/>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2C9F93D4-45F3-4D1C-A860-DB00EBB8A407}"/>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63212F98-77EB-4735-9318-E78185ED66DA}"/>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3C9E4BFD-41B2-439D-9FB7-4F59454F5A0E}"/>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3AE23324-EA9A-4256-94A7-FAB21304843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7B5A12AA-B0AA-4BFA-AFDB-9307052399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42546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7903B131-E6E7-44FB-9447-1D1734C62A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A696A94A-9B00-4C32-B6A2-FE21F23A73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C014F6AB-3106-4E45-886C-3AB19827D8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6B79612F-0E29-4C04-ADDC-26C58253AB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AB3554F9-3A89-459A-AE2C-440D3E68E3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8107F35A-88C4-4F4E-A2CA-6709B214C6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EF6350ED-41D4-41DA-AEFC-3C5410BAEC32}"/>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B385F9B1-B6C2-49B8-85E5-F6256A4DB818}"/>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E8343251-AA1A-4253-A785-354D53CDF620}"/>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EC0836AB-CD85-4A38-B535-F8222CE20CBC}"/>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56BC1EF2-BEBF-4766-88B3-59905FDC1384}"/>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C339C1CD-DC75-4FFE-9025-733449C2F1F0}"/>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D66B607E-45FB-4507-BFF0-F247277AEB3D}"/>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E7B882E-48B1-4EF0-BE4B-4B2F0BD6C916}"/>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09725AE1-4D69-4B65-AF29-040350CBCBC9}"/>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9F6C427-F672-4317-B80D-869484335910}"/>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05F15DB-807E-413A-9C80-13EDA7EF0ACF}"/>
              </a:ext>
            </a:extLst>
          </p:cNvPr>
          <p:cNvPicPr>
            <a:picLocks xmlns:a="http://schemas.openxmlformats.org/drawingml/2006/main" noChangeAspect="1"/>
          </p:cNvPicPr>
          <p:nvPr/>
        </p:nvPicPr>
        <p:blipFill>
          <a:blip xmlns:r="http://schemas.openxmlformats.org/officeDocument/2006/relationships" xmlns:a="http://schemas.openxmlformats.org/drawingml/2006/main" r:embed="R44024a0abb99484b"/>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4DD98A6-5363-44DB-816E-50F4D6B57FA1}"/>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58DC689-ADBD-41E3-B94C-B5549C0BC1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4686629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8D2E5BF2-24B3-4919-B670-907F524541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C6AC0314-7D89-469E-9526-A5A9EA913B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FF828278-EBD7-415F-970B-CA05C71336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C583A472-B2A8-4269-AD38-E39B4BBA51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4E581411-B1EB-4D38-8A1E-3A9BC516C2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9E398A37-D1C7-476D-AD01-412164F372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66269E2C-260B-4BA5-B171-44F82E1A7079}"/>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09A58F1F-4A2F-4951-BEA8-97B10D59BA02}"/>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C668722D-CAAA-4CD4-AD1E-E16210E57689}"/>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40F4EBE5-EFE1-4113-A890-93B39158F18C}"/>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36296F87-1DA4-4ABC-B369-D9EB4D63F8B4}"/>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67804587-77B5-45B3-9EDC-44D09B075F81}"/>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953F9E78-8D46-465A-A524-3A55B0030758}"/>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2C31F858-A25F-477F-BC8B-8D397476A279}"/>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EFC043E5-126F-42E6-806A-F9757431A481}"/>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38EEA7E8-9B90-4C34-ACEC-3AD10EAEA505}"/>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9A1BD6B0-255A-4564-83A0-E1A9DEB8D706}"/>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F7FC6E29-E2B9-4D9A-B520-4EDB79FD766B}"/>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7382E810-53D9-48B4-9167-47EB5E087CF7}"/>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86B589E3-8586-428B-BCAF-18BC43EFDAAA}"/>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C91FB15D-2468-4F76-B1C6-0CC7A445B10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CFDE510A-48B0-473E-AF0A-0B1ADAC642B9}"/>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CB339904-AF18-4440-96CA-EAFC0BA14A0B}"/>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67BCED97-AA2E-4250-8C74-57D561B2D92F}"/>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70D58006-28A8-4E45-B52F-6FA1CFCFC498}"/>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E73926E8-FEDA-4F6A-9A30-2CA1978A4EE1}"/>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78E4E6F7-3E69-4145-9BE5-6DBD5B79701C}"/>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70C251C3-2CEB-4320-BFC0-8B5C632B8E58}"/>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C973740D-5009-454D-ADF8-E1160EA1701F}"/>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DA7B2A71-AFC9-4349-A2E1-D6572612252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E52AB421-68FB-46A4-A275-2A15326591FD}"/>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7FE68B3A-D39A-400C-BD7D-973E98DEE8A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C237EF40-9E79-4922-A83B-4EFD3F9C076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4302C0B8-3B52-44DC-AB1B-6C955FE7A1BB}"/>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E924B66F-0575-4631-832A-11507BD4780A}"/>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2317AF25-BBDD-40CE-A00B-F00617A9B534}"/>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5952719D-54E5-43FA-9F3B-BD335FEBCBD1}"/>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875D91CC-417D-4794-8486-0E663D60EA0F}"/>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2FC2C405-CF81-4310-A44C-5DC6CCF1BC3B}"/>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F93C2335-8374-4DE9-9AA1-0E82F9749923}"/>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8534BB33-4EBF-4D9B-AF35-7DFDE3B038E0}"/>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B89FEE22-DCE9-4AA4-8C78-7F6715DC4869}"/>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6F918386-3F8D-49A8-BEF0-79664216ADA2}"/>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43AC8C2F-925B-46A8-B76E-2371E14D5D9E}"/>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72CD5332-A7DE-47DF-ABD4-03A8BF795B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745832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FBE717A3-7936-4B92-9822-52AD2AC8D3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5B6DD4E8-89FF-4A0C-BBCD-022B79F922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4C8A468D-B5E6-4AD9-BD6C-AAAA4B2421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4EA80440-15AB-4292-87FB-45BE255B01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CFB5F9DD-DBB6-4B4C-8899-9BF524DE18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2AD1F582-9ED5-4F10-A861-FD7399CAED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E67A41A9-9201-45DD-95E0-6067591E0F9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3AB3CEA7-B66C-466E-B7F1-760C650DCCEA}"/>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04C5A4B7-8A8C-42D1-9921-754E1997837C}"/>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BF896B68-44C4-4663-8444-C70C8B0763D6}"/>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A72BB8E-AFE9-46D1-B9E6-A300082DF131}"/>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56D0E0A5-2120-413F-AAC1-D80E76CA2159}"/>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887DCED4-FAB6-4F34-B5D7-7FC117FA65EB}"/>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4578472E-AE8E-4E6B-B173-FB0B8AC5191D}"/>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CB76D3EA-81F4-4575-8263-3BC16A3C0C7F}"/>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7FB06CF3-29BA-4F51-8561-44DC21129DA5}"/>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A1613FE8-4758-4368-B39D-6EFF04820C0B}"/>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F387DDD0-430E-43FD-B740-A1CA4ED32F78}"/>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FC1CC04D-43E6-4B44-9D89-59CFDCB42B3D}"/>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301843D4-98A2-4CEB-9CF9-F0C07FE784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9342187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D258E35A-B7EC-49B4-8DDA-144E855303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01946316-E9A0-4604-80DD-B31D8E3647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6F9B4105-E827-4AD1-B6BE-A3FD882C142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D9165FD0-B192-4AF0-B580-07789E3F62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4DE47D23-9EC5-43C8-8D6B-20BAE6BB42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802E114B-054C-43D6-8AC1-61722CC9CD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11F3482E-1A5C-48DE-B0D1-3567A0F77389}"/>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1ECDEDA7-8148-4E4C-A219-49531EBA2BB2}"/>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FC47DBBC-63BC-494E-B2DF-FB03984C5A5C}"/>
              </a:ext>
            </a:extLst>
          </p:cNvPr>
          <p:cNvPicPr>
            <a:picLocks xmlns:a="http://schemas.openxmlformats.org/drawingml/2006/main" noChangeAspect="1"/>
          </p:cNvPicPr>
          <p:nvPr/>
        </p:nvPicPr>
        <p:blipFill>
          <a:blip xmlns:r="http://schemas.openxmlformats.org/officeDocument/2006/relationships" xmlns:a="http://schemas.openxmlformats.org/drawingml/2006/main" r:embed="R86ec1b71b9ea406a"/>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35AB98F-635B-4087-B387-6C0CF5569399}"/>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97C79F0B-F669-4639-A316-AAFC2111E585}"/>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B1322941-AF62-46C6-9D34-ED7214F03FCF}"/>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D943391B-A1F5-483A-8EB5-EC30A02BFC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6663708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70A67D6C-8497-49AE-9000-73381B5646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44572D21-FC67-4349-A004-3C971E6610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43C75F7F-461C-4A14-896C-58C13D207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24573D52-E097-4048-AC68-7D0B9D1D84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A8498FAF-1868-4D3F-8277-54BD0133DF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89732499-F039-461A-AD75-F37C3A37AB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6238ADB8-8895-4521-BFE1-BBFD61883BD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F8D8FF27-26C9-4541-B6AD-DAAEC85D350C}"/>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9414253E-C4DE-4F2A-8F2F-3CED9091F6BA}"/>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94F4F9E3-9FEA-4297-A56C-869B887711E9}"/>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C636BCED-287F-4F74-986A-5DCC558A9FB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2A4741DB-E8FB-49A8-824D-A958EC1733BD}"/>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3347487-6103-4F71-AECE-31A1D098892B}"/>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7AF81A32-94F0-4466-B1DC-BBAD79FE522F}"/>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02556CB-FDE3-4957-8802-EBAA451C5B4D}"/>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C7DC6791-EA55-484D-9393-3B9CF0C5F3A9}"/>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D8B594F7-E737-4F8B-A256-FE3F35E2070A}"/>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88156F2-B3AE-4BFE-8A15-2A257514B8AA}"/>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9FE6E692-5118-4378-84D3-4D7AB92D8542}"/>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C122339A-EFAB-4B89-8BBD-18C6076AD6BB}"/>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98636811-FAEB-45EB-987E-364B5B0473AB}"/>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A6B77547-C945-4CD8-99CD-93C818C517B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7E0FEAC0-0723-42F8-B446-74BA6F465CA0}"/>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ED10C6F-B48E-47A8-901A-079C55C0F2AB}"/>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F22BD208-D792-40F3-81C1-3721B491A0E0}"/>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2BEE7F6A-F6EC-4960-8AF5-6F3459847BCA}"/>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984AA416-39DB-4584-9CB5-12FEF732F3C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EC7FA1A9-34A3-462C-8F09-8BF9067917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69935050"/>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21A6F08D-D4AF-4D85-9137-89BCF29264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AB093469-7C94-4079-954E-B80F3E541D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A846DF6C-278E-49F7-81C5-869D99EE50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BEEFD08-5DF7-46C8-9446-7E44708CB0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657D01F3-DE68-4D28-B1F3-414FD408E3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47962321-6F45-4D57-B941-9798CD02F4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9EAE8709-1F0A-4AC6-941A-9127EA354E09}"/>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26EA04D7-BD41-4D5A-81C3-4D3EEF8D8F1E}"/>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6F7DC6F0-FCB9-4ABA-9AB5-7CB0D22A43C0}"/>
              </a:ext>
            </a:extLst>
          </p:cNvPr>
          <p:cNvPicPr>
            <a:picLocks xmlns:a="http://schemas.openxmlformats.org/drawingml/2006/main" noChangeAspect="1"/>
          </p:cNvPicPr>
          <p:nvPr/>
        </p:nvPicPr>
        <p:blipFill>
          <a:blip xmlns:r="http://schemas.openxmlformats.org/officeDocument/2006/relationships" xmlns:a="http://schemas.openxmlformats.org/drawingml/2006/main" r:embed="Rb6c634a53de04a5a"/>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AB34B2A0-B3F0-4053-A9D3-9B04DCB222D7}"/>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62B91789-37EE-41FD-90E2-4FAF8765C53B}"/>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3A5BD257-8F18-42CD-B34F-237A88ED28FA}"/>
              </a:ext>
            </a:extLst>
          </p:cNvPr>
          <p:cNvPicPr>
            <a:picLocks xmlns:a="http://schemas.openxmlformats.org/drawingml/2006/main" noChangeAspect="1"/>
          </p:cNvPicPr>
          <p:nvPr/>
        </p:nvPicPr>
        <p:blipFill>
          <a:blip xmlns:r="http://schemas.openxmlformats.org/officeDocument/2006/relationships" xmlns:a="http://schemas.openxmlformats.org/drawingml/2006/main" r:embed="R3f12d3daa7ff46d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F4EF8B2-E5ED-4704-A651-645A7250B959}"/>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60615F9E-17FA-408B-A2C2-E6A21EC6F6A7}"/>
              </a:ext>
            </a:extLst>
          </p:cNvPr>
          <p:cNvPicPr>
            <a:picLocks xmlns:a="http://schemas.openxmlformats.org/drawingml/2006/main" noChangeAspect="1"/>
          </p:cNvPicPr>
          <p:nvPr/>
        </p:nvPicPr>
        <p:blipFill>
          <a:blip xmlns:r="http://schemas.openxmlformats.org/officeDocument/2006/relationships" xmlns:a="http://schemas.openxmlformats.org/drawingml/2006/main" r:embed="R10c53f81ed734988"/>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ED495ACE-1EBB-48AB-8386-25D52DE7D571}"/>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32B878B0-83D8-4B22-A204-3BF3BA869AE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BF727CA5-B7C0-408C-A2B5-35CC95DE76B5}"/>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FC178472-5677-4C19-8B1B-6C9287E782EB}"/>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2ECBA43B-3D13-42A3-9402-F97482F94B02}"/>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15E6E5A6-A5CE-4D0D-9FAB-16FF2139F109}"/>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CCF3F778-98F3-4E9F-8A7D-EFDC0B85572C}"/>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F640035B-3EFC-4C16-8EC2-82BC6767BE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9579069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798C176A-DA88-4C92-A05F-3099BB19AB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04BDC1D9-09AC-43E8-A222-105061763C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332280A1-B05C-41B6-A867-AE40B64847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E47BA105-C265-4B2E-AB16-34975AD4ED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3B321C50-6F4B-40D2-B1B8-683A5E4B69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BEA617AF-66DB-42D6-B134-074956BFFB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D0BD33FE-91D8-4EA7-8708-6A0BB72E2B7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F8426F3E-7C8D-4378-9F83-22E8DD1E5AFB}"/>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619B364-64D2-4B43-81AD-5ADDFAE5C102}"/>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25E4FB0E-8DAD-46A4-9D95-847181BB22C4}"/>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C93E74F7-A6C8-40F2-9ACB-36B5BCCA4C1C}"/>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4AF7A190-396E-4943-83E5-314F4A8EB1D5}"/>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7AF89B52-D85B-4CB2-887E-B55B2406DE1D}"/>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B6EFD97-6E86-415C-8CE8-990CB470ED01}"/>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BB9BA59-C32F-43F0-9E01-D50692957791}"/>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6EEBDDFE-E1C6-4977-A5DE-17581B528294}"/>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B56777AE-D2CD-4942-9E2A-008619B9017B}"/>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DAD2CD3C-7594-492F-AA46-F85132A3E24E}"/>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E876B37-773F-40C3-96F1-B0B4B4C4CED9}"/>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B68E112-41E7-4C39-B56D-8C9AB55F63A5}"/>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E59E4E06-81EF-49F3-BA83-2E0C23892452}"/>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C818FF78-3822-41C8-A5E2-8E0E0B7643E3}"/>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1B4B0BF7-BD70-4AB3-B52D-1689F42B3FE9}"/>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2023515-307B-4BE4-8C5D-3446DB8C8E41}"/>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ADA9AE6F-AFFA-4A6D-A5EA-FBEFC91051EA}"/>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33940D8C-D2FB-4229-8542-138138FC2F39}"/>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0CA773D4-BB49-4410-90C9-BFB46D47DD5D}"/>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A8996409-807A-4405-B1C5-73DBDD8859E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16B95A80-2F3F-41B0-94EB-4629037B1BFB}"/>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CC33C16B-D112-4F8C-B5E4-E05633D2F469}"/>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D8BC49CF-B2AD-46DA-8903-22F36F3A14F3}"/>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FA8ECB7-2D78-4B0F-BFEC-6A7BDC0495F6}"/>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ED327BF2-FC22-4498-81A4-C9B015438E5A}"/>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F47FB298-50BE-45BE-A98B-27421CD48913}"/>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CE2A095-7DDC-4225-83F2-390358BD647E}"/>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F060B357-0DE4-490D-BF87-82AF8B6EEC1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30F99AA0-0ED7-4A60-A053-200AACFD9244}"/>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72A8F2E7-5C0D-452D-80F8-E3ADF6FD56E0}"/>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58AFB7C9-6908-43F1-9C52-1C5BBAC6B2AE}"/>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AE79173-E873-45DB-AB95-0BDF70DA7314}"/>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E30BDA68-78EA-4241-ADB8-8BB56D3EB1AC}"/>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538874B2-B1A3-44FA-90BF-F3B7BF05B3A4}"/>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4CAA800-3BBA-422F-A8B6-0AB815204A0C}"/>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68775CC-57EE-4159-8A47-6F40A4A3CF61}"/>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111CE36-ACCA-4C81-9BB4-8479CD1B243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011A5139-66CB-4EB9-A87D-9B9B0C0F1FB2}"/>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E25D3F00-0CBB-460B-B441-8A9C3287940E}"/>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18B1AC71-5A1F-45B7-8462-D635F56BE745}"/>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947BD5E8-C6D3-4038-9C49-68BAE6D2E0C5}"/>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E7116EBC-3503-43E7-8F73-AE70EEB3C95A}"/>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A1B34E61-50B5-4190-8765-6807F1978C5B}"/>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C57B72FE-A02A-4318-877B-6C33163A1B39}"/>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5767ED00-449B-4E8B-A18C-C5209CEB4658}"/>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BD011C0-7FC1-45BB-8866-91BA9A41F83C}"/>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E9500B1C-A7A8-44C9-83C0-FCC7159CAA4E}"/>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3DA340BE-9A20-4F63-8667-E304B914CD81}"/>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9B1EDED-7F24-4B32-8F71-2422D486B629}"/>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DA7ABB4-82B0-454C-BC30-33CA6D9A896D}"/>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FFB63394-CD95-460B-90E9-692647544529}"/>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D1A58BCA-E432-4C86-8A4D-41B30FF73B2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DB36FF20-6895-4EC3-B68F-22F24B3108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7294408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C572BC08-F976-4CE5-89D0-0C24B86E60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78B7A056-5CF9-4C03-BF63-EBB7DC433A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2527494B-3F71-4EED-B37B-26B1BC4161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024F299E-B93F-46D7-A1F3-57E3E7C3DD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6461D08D-4455-4620-B0C8-75A0B2CAA3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D55D581B-DDF7-45D0-A9A2-E4449992C5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8C2C9B63-CF0F-4C2B-9AE3-2F12C36D7DCD}"/>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802DA852-E9FD-453F-81EC-6CC6FF00130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CC3C5603-19FE-4F87-82F4-0B48AECB813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578FF476-8E15-4384-B200-E260535B65D6}"/>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73F94DE2-98BB-43A3-970B-99CF583A38A4}"/>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A6B37FD5-A0E5-46BE-8BEB-28C6ECE4A4C1}"/>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E96CA0AB-C862-4129-8C0F-850EB9DD13B3}"/>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3C04DB3-399B-49FB-97B4-68D29D0876F7}"/>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796A1C5-D59E-488B-BB97-75BCE53B8091}"/>
              </a:ext>
            </a:extLst>
          </p:cNvPr>
          <p:cNvPicPr>
            <a:picLocks xmlns:a="http://schemas.openxmlformats.org/drawingml/2006/main" noChangeAspect="1"/>
          </p:cNvPicPr>
          <p:nvPr/>
        </p:nvPicPr>
        <p:blipFill>
          <a:blip xmlns:r="http://schemas.openxmlformats.org/officeDocument/2006/relationships" xmlns:a="http://schemas.openxmlformats.org/drawingml/2006/main" r:embed="R63d519642ebd425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417B436E-3D76-48CD-8628-575379ACA72D}"/>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58FD55B6-F49B-4C48-9E0E-9F23528766DD}"/>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78BFC292-A45C-429B-82FE-005F3A3D4F51}"/>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182E14FC-811E-47B1-BC52-E5E64D9A8D62}"/>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43242C68-3D8B-4AE8-8487-63B4F418287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4B5EF5A2-E4A5-4F18-9BFA-892B0FA3C6A9}"/>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1F10691-77C1-4B83-886B-1218F37D916E}"/>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3ECC64F5-66D6-4812-99AB-6E7293578F72}"/>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60FB0775-00EC-4879-8C47-27277C73DFF9}"/>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F49D3284-F926-4B2C-9849-58450075E3BF}"/>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F2E96EE6-E3A0-40F5-9545-9D1A502B88C3}"/>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CAC247FB-804C-41B2-B512-422A5BA1FBFD}"/>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4E402DAC-CF35-4072-9F7D-C48E949AFD3E}"/>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4FE3835-4CC8-4F81-8B7E-4EA2084829C2}"/>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4DAB1DE9-4F61-42BD-AC28-F071B9522BFA}"/>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B7E17B52-6F48-4CA8-AF4C-6A74F377BA9D}"/>
              </a:ext>
            </a:extLst>
          </p:cNvPr>
          <p:cNvPicPr>
            <a:picLocks xmlns:a="http://schemas.openxmlformats.org/drawingml/2006/main" noChangeAspect="1"/>
          </p:cNvPicPr>
          <p:nvPr/>
        </p:nvPicPr>
        <p:blipFill>
          <a:blip xmlns:r="http://schemas.openxmlformats.org/officeDocument/2006/relationships" xmlns:a="http://schemas.openxmlformats.org/drawingml/2006/main" r:embed="Ra8042e0a4f9f4a7e"/>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FBA63D4B-150B-4E3A-AEB7-4B2DF53E02A3}"/>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E84EEB23-AD05-42D1-9B4F-338C24621F1C}"/>
              </a:ext>
            </a:extLst>
          </p:cNvPr>
          <p:cNvPicPr>
            <a:picLocks xmlns:a="http://schemas.openxmlformats.org/drawingml/2006/main" noChangeAspect="1"/>
          </p:cNvPicPr>
          <p:nvPr/>
        </p:nvPicPr>
        <p:blipFill>
          <a:blip xmlns:r="http://schemas.openxmlformats.org/officeDocument/2006/relationships" xmlns:a="http://schemas.openxmlformats.org/drawingml/2006/main" r:embed="Rf257ab4ab30840d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04D3DFBA-34E1-411E-8E4D-025EF95095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636638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E6CCCB24-451E-4616-A0F9-5771EC656E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6EABE29C-807D-4C54-83A4-91A6758B76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A1D1B5C1-D011-44C6-97EF-1AAA41285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4EF188AC-AB69-4F7F-A6DE-FAC8C13184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47D5BD26-F84F-4E27-B3B6-51CF38E989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BFCD145C-4543-4258-AD9B-D93954BFAA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39F9F98F-A2EB-4126-AFCB-F847176E24B2}"/>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6BAEC636-A245-4884-932F-6F37C8D7EA40}"/>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A9C3956-4BD5-4FC9-848D-9607F582B651}"/>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4377F9A1-5A03-4C62-A427-7C66C7C7DEFF}"/>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F239E38-3815-4894-AE80-515B6732C1F8}"/>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A1F7EB7D-EBC0-48FB-B6FF-B6ED096B0D12}"/>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70901AE-CD86-476E-A586-B367B45DBADD}"/>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3C3A44A-DA2A-4733-924D-5A5904BDD1A0}"/>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FE5CAC4-6954-44DF-B3B3-82DBE6052CF3}"/>
              </a:ext>
            </a:extLst>
          </p:cNvPr>
          <p:cNvPicPr>
            <a:picLocks xmlns:a="http://schemas.openxmlformats.org/drawingml/2006/main" noChangeAspect="1"/>
          </p:cNvPicPr>
          <p:nvPr/>
        </p:nvPicPr>
        <p:blipFill>
          <a:blip xmlns:r="http://schemas.openxmlformats.org/officeDocument/2006/relationships" xmlns:a="http://schemas.openxmlformats.org/drawingml/2006/main" r:embed="Rae485fe5c48046b4"/>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D385F173-C754-43F5-BAFF-7BDB9F96209D}"/>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ADA23BB1-1ECB-444F-A71F-707FEC03838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BF3D489F-2E46-4204-8CBD-D53B1A2804D2}"/>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7A1DEACF-5EF8-4E83-A39C-0A8D72021EB9}"/>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9A0DF6-FF86-4E28-8575-39E6474873D2}"/>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906F0C31-335F-4EE6-B6CC-CD980535DCDF}"/>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17BA3257-1112-4DF7-A557-8E65F88A335A}"/>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9DDBE2D6-B45F-4067-935B-648F5E06DA6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52D94315-A794-47F0-A324-01B1999ED778}"/>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7FE9C6FD-61A7-4DEE-B8EB-105C8F8A0F5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9987DEC2-B513-4C7F-B089-4F34E9BDEE1A}"/>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1D74D4CA-BB95-4E1C-B580-D8C13341965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49432C2A-4338-4A4B-A9C1-4432840ED32A}"/>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E2EBD2CB-3EA6-48B7-9EC0-084D3CCA6CD9}"/>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597CDE2C-A330-4A7F-9B76-87C1C72AFF4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F6F4DB60-2F1D-4CCC-9865-9DBC653C2CA3}"/>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12306832-5E2D-46AE-A13A-5AB5416A31F9}"/>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9275E733-8394-4941-9A29-83CDA57C2F4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8155C412-E3EE-4F56-A6A7-188B20A4D1C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4D62AE21-0F0F-43F0-BE72-2FBC9117AF8E}"/>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E9B65FA0-D84C-4BF7-8FB2-2CEDE417354C}"/>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BB7B495B-3B69-4918-9EDE-0AE8270FB3DF}"/>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46D8EF8C-F840-402C-987D-02712648A643}"/>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CB095853-9C12-4E66-9AD2-885D4E3131CE}"/>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0C7049C-0BCA-4171-AEF1-B91419D91CD5}"/>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B9F2057D-3068-4534-9A6A-7195A06668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889879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14617430-5C2C-4E01-BB27-A5067C8863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8CCAEBBB-830E-46F9-A7D7-EC1BB15223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1E7B4987-F4D8-4446-86D4-7E7AEE48F5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C2399F61-5AA8-42A7-A055-98294D3C1B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659DB857-23F4-44A6-9C17-3D66807DB5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66EB10DD-4839-4B1C-BA1C-811FC250BD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F1B39C6D-73FA-439A-89AF-4E4159554C99}"/>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8F06D468-0DC2-4446-B1AC-9203BBC40187}"/>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259B7713-CEBA-4FFD-B138-016044878642}"/>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41E84EBD-4B3F-44BA-ACDF-897562EBF41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CB1657F1-0154-4D69-82B3-5ED1CDBB5E8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06B3EF96-B12E-41DE-9190-55CB4DC5839F}"/>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C5138568-DA71-497B-95F0-563FDA8D9F3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54B37B6D-A8BD-42D0-80C5-0B0C202D2555}"/>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D6426075-68DE-4DD3-A7A7-74ADBAAFA94E}"/>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55AACEEC-5EC6-4042-9EF1-3ADBDD82E815}"/>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73AF4E29-EAB9-4B18-A5EC-FE476F22545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1EFDEA27-EC3D-496D-8602-B69F2483712C}"/>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F02D0A68-CEC8-4046-B47F-F79B83174F5B}"/>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8E6CF75A-1F0B-4E12-BB4A-6634FDA6ACD5}"/>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B5988C7-487E-4F48-9963-8C978DC4A60D}"/>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FDFE7D-B95A-476B-94E0-35A4E1879EB1}"/>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4D2008B-87FC-423C-AD5E-49B0BE6AD1AC}"/>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6823AA56-0D7F-445F-A5F2-660702FDA13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4B4DC4A1-81CC-439D-BFD9-54AE143C2D72}"/>
              </a:ext>
            </a:extLst>
          </p:cNvPr>
          <p:cNvPicPr>
            <a:picLocks xmlns:a="http://schemas.openxmlformats.org/drawingml/2006/main" noChangeAspect="1"/>
          </p:cNvPicPr>
          <p:nvPr/>
        </p:nvPicPr>
        <p:blipFill>
          <a:blip xmlns:r="http://schemas.openxmlformats.org/officeDocument/2006/relationships" xmlns:a="http://schemas.openxmlformats.org/drawingml/2006/main" r:embed="R2d8dd973a61d4c98"/>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C2E246C2-48A5-45BE-8C47-1A4424FADF37}"/>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2FE73C6D-FD0C-4EFE-9A8E-EAB43F47D07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EF9891EF-2EC3-4255-A864-D920D270A35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2F27650-41E7-4ED7-B83B-20597306FE0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4FADC517-8485-439A-AD95-F15E0881C088}"/>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D2905CBC-0009-4DC4-9E2A-B757929363FA}"/>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3E1D2E44-0F29-46DE-88BE-A2E5AA374A89}"/>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9FFDE42-4444-4E88-B1FE-48AAC57229F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4ECE825E-D5E4-4C88-A06C-C86C6A77CE2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BD3B0F45-B55E-4F5D-95AD-23B3E2B2FA01}"/>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7C48488-8F38-4CA7-A35C-612AD483E151}"/>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DEC1FB90-A8A5-4B8B-9445-89AF981EEAAF}"/>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27217717-454C-49B8-953C-C86214A4AD3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18E11A83-9084-467B-B852-57FB9D2F3CF5}"/>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5DEBE333-F089-405A-86D2-CD0F6C5EF640}"/>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443C5CFF-D5EC-4B13-9614-84AB21984338}"/>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F7CEB54B-854D-442A-AAA8-98B8169C11E3}"/>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43FCE023-B8E6-4102-96E0-BAA7CE2CCB70}"/>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E7C32657-2C15-4EFD-911A-037297A0198E}"/>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CD55F40B-3C2F-4245-8FF5-11E1264017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8738940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1DFE2692-7B78-46CE-A444-C233804DE7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ED09D043-3BB2-40DA-897D-B1A1C013C7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5F3428A0-E99C-4DD4-A62C-AE848D3F15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8BF4BDC2-E197-4354-A208-9385968A82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FD99BC7D-00A8-4083-8ED9-D6C83F2C8C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70A8748C-E1BC-4EFA-88E8-06C5712984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5939E7AC-21EB-4298-9B61-61F25B42B099}"/>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A136498E-825E-41C4-BF3E-4AF8FA7CD5E9}"/>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9E25595B-F82D-4A27-816F-5E98E6A7B01D}"/>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485E98F-F1BD-4EC7-A649-C8EC141C912F}"/>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010F0084-2106-4B02-925C-925F8CA8D3A9}"/>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A7D9C1-8F60-4799-9F2F-2065368929E1}"/>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3DEC313B-2305-48FC-B576-123D7699B287}"/>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8D78E72B-0BE0-4548-8926-96FC1A3F338F}"/>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3509CC3C-8ADF-4E17-8C75-17AE6451F109}"/>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9878A38E-157A-4D82-839A-4E611DEF4EE4}"/>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D74ED56D-3691-4150-AE4B-B85FB3B58AB7}"/>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0670CD11-E071-46CD-AAEA-6E8B7945AA49}"/>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853AC1AB-103C-467E-BFCC-534E61E767D6}"/>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F0E8220-1378-4891-B35F-15ED52274E4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37963D2A-A1F5-4357-B30F-5F672DBBEDAC}"/>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AB9C4D41-EB3B-4CB3-A397-492E7EA78B24}"/>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8FDFE40B-8819-427D-9BE1-45C5EA7EB8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46635011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8DB00023-B9A0-47CF-B7AB-5726C44B21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1E4FCF80-7834-4F9D-9013-66644FA765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8DFB0C59-F51B-44B0-B904-80E6DF3413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FBA664C7-70EC-4A2F-915D-9AAA6CF6E9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D16BC80E-D067-4D47-A4CD-B55FD84B48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4762A5C6-031A-42C0-92B2-5DC6435CA8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FFBA1E34-F73F-494F-9C18-701E1BA3442D}"/>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70E567F-41F7-4949-8405-88166E55339A}"/>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D83F244-92DD-441D-AE10-93B0C1D4E975}"/>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92CA910C-1C4B-4040-8903-D8716902C5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26C68311-7ABF-41C9-8AC7-3D45901DEAE9}"/>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8013F253-0137-4E70-BE40-54EB223BDE7C}"/>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5CED3581-9A68-4E68-96E1-32C516B492C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E9AC012C-48F6-40CF-BF70-4A75FB02709F}"/>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2A497149-A60D-49A2-BB2B-8F0D4F48A1EA}"/>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001E1B08-0AEE-4ED1-94A3-FAC66297F865}"/>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01D6D0F2-B7DE-4101-A66F-C17E80B12427}"/>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2A2B67B8-3B65-4B03-AB6B-1820F31D15FD}"/>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35C50C9B-6AFB-43C4-8CE0-F35B14C4BA7B}"/>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17402E04-E318-42CA-BA7C-F84AD822CB5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E5B7AE5A-A258-4A24-874D-C2890120B21C}"/>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DA2B29D4-AFD8-4D86-BBF6-EDF63B6B2754}"/>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2B9EA1F9-7323-4DFB-A825-33348521ADC5}"/>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053213E3-ED37-4E15-BB03-30860F51258D}"/>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E1E55ABC-373B-4CF5-BF22-999491FF68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281584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F031654F-7FB7-42FD-B6DA-0815F43AA0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8F577F22-38EF-4BA5-9E55-A35C673EF5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4E2D4F8C-5865-42CF-B31D-79AB568DDF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AC7D2049-82EE-4C3E-8488-39A855A038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EA79A18A-B8E0-4253-AE9A-9309C66F46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B91DA082-97DD-4EBE-A99E-8AEF5FDAF7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7A7857A0-4736-4847-A998-5957B6B0A58F}"/>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27F1B9DC-C9D2-4CB8-855E-11836CD89735}"/>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6367C86C-DBCC-4503-9F4E-CE621F93DE53}"/>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168176C8-EA1D-4B79-BD95-6BA3CAC89E36}"/>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898308D4-0182-4EFF-A574-BC18A59B05CA}"/>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40E887D5-871A-4E23-9FBB-4359757BE9D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1D8593B-E59E-4305-A488-05DAB5664751}"/>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8DC7E215-8C4A-41A4-B2D1-AC7C0F3554BF}"/>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BC2E5A04-7FB0-43BA-81D3-8E97CBBD6B99}"/>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7DE5BE6A-2018-4AFF-9CDD-90F1EA5895C8}"/>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A74D7F4B-500F-4D71-B802-2F023317D0BD}"/>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06B07E16-9419-4129-B63D-886AD50673AE}"/>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1936316A-F1FB-4CD4-AF29-05DBF481D7C6}"/>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0E7B6EB6-0F5E-4375-83E1-F7E2FD6EE589}"/>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F3AB9B03-8075-45E0-B89B-6AFDE895CF29}"/>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9A1B1E18-02E9-4BC8-BFAA-73CCBA82EB63}"/>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EC07794E-E999-47B6-9933-C91D2538A95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3E83BB9D-D577-4527-A48C-BCC820C09B60}"/>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EA00CAEB-02CE-48ED-B10A-127D0E2A8620}"/>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AA2DDFCC-CA17-4AF2-A1D0-B4DF6385E0AE}"/>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C4311060-C98C-4D3B-B17B-E58607A7C6C7}"/>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4404B09A-9B65-437D-A7AE-C7013A0D42E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CF79E6CE-B204-4065-AE08-E4A042FA24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62365302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3EEC18A4-D19B-4A53-B4FB-1089A45603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77CA791F-AF56-41B5-BE2B-826404DA42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617E6C6C-AA15-4C4C-814A-DA5717F102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7240E94A-0AB5-4F55-8A3E-9CD97361D8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3288A712-8342-4A34-A329-4873035C5B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C15B6D65-AE64-48F1-9387-42B8691653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C63D5CDB-F585-4307-9EBE-551D11133ECC}"/>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EBB4C530-A793-42CF-86E3-DAC2A865F158}"/>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17D413E-F581-4472-BEDF-56E7DECB2918}"/>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C59C329A-80F6-460F-95A9-0F310CEE4B76}"/>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350DBA87-7657-4F94-AE48-00A1010C71F8}"/>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EF26FD71-743B-454C-ADB2-E5CF93F1F7FA}"/>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AA6E440-1ADE-4D4E-8535-0BB1DDA47A03}"/>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A52503FF-2462-44DC-9673-7F466C851F5F}"/>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FFAB1BEC-1795-4B07-A29B-3B0158BE254D}"/>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1AA0DF49-440C-4192-87CA-85119330A72D}"/>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463A982-92E7-4593-8DF8-61BF8394D49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F0818D0C-7ECF-46CB-B4DA-E96C29047FCE}"/>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CEAF4B50-BDBD-4DF5-9C1E-20103FE57714}"/>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7A0CEF38-3739-41ED-B8AE-62779B804C8F}"/>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5B3E0EE4-602C-4A7F-81E4-A7CA3E9FD025}"/>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6D200B0-C8E3-423C-97A9-2A6A03B17DF6}"/>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AEDC7AED-3370-4BAD-A28E-A5175361DBA1}"/>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14CFE266-3F10-450E-97B0-9F3FA455DBC9}"/>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A3B9D09-2817-4E50-A9D0-2D5C8F1F87CA}"/>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5A15415F-EA05-4DFB-BEB6-217F267A659F}"/>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0144926F-EC00-4612-A33B-8E9AB603D43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A80F55A1-AA49-4107-87F6-8A62FD7465CB}"/>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7957FCD-54D9-46FE-9307-15290F45B131}"/>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6573F6A8-2748-42D4-BD27-C34C8B13BE6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890C855-875D-4B9D-B55D-A0058940D411}"/>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FABCB1F8-C870-4A40-8869-A1CC4BD6BE33}"/>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78949193-F905-49BF-BAF6-DE6D93B3714C}"/>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2B349737-9182-4D84-ABD2-72FC0E2408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2619944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4487F87F-C91B-4443-9C4A-FB70ED714C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43FA1CFA-0872-48BE-82CF-B6E6893ED0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58CC850B-A693-4606-AF7D-2A3718E317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2F337C2F-292E-4FF4-9897-F69E8A59B7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926E81CB-A146-4FFA-86F8-CCB8BB4FC0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25704271-5F87-456C-8A9A-9875C9EE29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DA23767A-DC26-4080-8D0A-1A313B6A5DFF}"/>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47447785-CC1D-47FE-9901-ACBF2DC484F9}"/>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48201A7-2C23-43A5-95B4-2B33813677B5}"/>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D9E8F66-5CBB-4C02-A7DA-D3459E23B770}"/>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4F7E1B3C-FB3C-480E-B631-066F4D7BFCB4}"/>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D9D7997D-86D2-431B-9503-1930023E8E3C}"/>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CF956D6F-997D-4458-9885-ACA8D5682887}"/>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1C284DB8-5B08-4B3F-B98D-383097843390}"/>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F828C99A-560F-43D4-A24B-E7C2D18D922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FFBEFCCF-CE7C-4B8C-A695-304DEB12605A}"/>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5D458CCF-880C-4C26-8745-72C2E0748719}"/>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2D8D9404-3D8C-425E-BFD5-5296AD2ACE1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8A9E99D4-439C-41D4-B999-64EF213A24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53477553"/>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5A173D6A-FAC0-4314-81B1-89C4B5DB74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75AD79F8-65D4-4D06-B0BD-1C2B0ED418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41831198-3766-4F42-AF1E-B816FEDDF9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A827DA67-10FD-45C6-98B2-2F1D344B4D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D6F16FA5-280A-43FF-94C6-9E64BA471D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53075FB8-D1F5-4384-A136-7AF99C7192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A5580B6C-27A6-4D48-97C8-82565C8BE6B4}"/>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527ED84D-A815-4D2E-B4A5-8AE8797C8454}"/>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F0C3BB90-4794-423D-B423-929E45E76727}"/>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B9B3AE0C-2DB6-4ED5-A28C-F9B7BDB7AA15}"/>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A8348AA8-8AFA-41B1-AB14-FBAC6960748E}"/>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3F954269-63D2-4420-8ED6-A4B594F2D04E}"/>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FAF6BFB4-8CFC-4B2E-A63C-C66B26DA7DDD}"/>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9389065D-B273-495D-A23E-121B8F81E222}"/>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BA4C9913-ADF2-4431-A5D1-DA2042FA6375}"/>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0A49552D-9C14-4F3B-B4F5-3851F0A08CF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B3CA23E1-4DBC-4963-AE3E-999492A3301F}"/>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96D39299-C7CB-4ADF-A6AE-54C738A45038}"/>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2E5F5C3-DFE0-4D30-B9C5-47307B9A8F37}"/>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41FC162E-7AA7-4945-BEEE-902125160B1D}"/>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2974FF02-E1B5-42B1-AF82-0B91B359C179}"/>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7F350419-9106-4FEA-A14D-BF2B3C691263}"/>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BDB81BCC-96EE-4247-BB12-55889FA65B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89212093"/>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E920B593-9A24-49D1-9566-C1A842C01C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A3ED7E13-EB35-4673-8B74-9C1B48AF19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F883B874-2B8B-427A-A412-B4C4071052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88B35BA-373E-4411-B662-B79FCB122D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3E740FDC-ABAD-41F6-9237-24A0678C0C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AAFD078E-D2F7-491D-BFF0-51A630CF04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0B312FCF-42E8-487A-8A17-E7A2EDE397A1}"/>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360B9679-860F-47BE-B042-3FAC1FB0CC0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AAE8E8E0-FB95-4484-92CC-0407515DA84C}"/>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995076CF-BA8A-4390-940C-31CCB2B42711}"/>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018E5151-7B7F-4B78-8CFF-CFBFB17F6A33}"/>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D7CA3A75-ED2C-45BA-807E-FE591B7E2902}"/>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927E306E-8268-4498-B299-48E11339774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43B4AE17-D77D-49EE-802D-F341F339B1DF}"/>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D294BC9-7662-4B5B-8CBD-99894D130E7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E7ECD690-385E-4A03-9EDF-95398D7EEC4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00513DA0-3D12-40D3-9DDA-16936673B1EC}"/>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489E58EE-57BB-443D-9023-78884857B1F5}"/>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2EE95F15-16D8-4B3B-8C21-95B045303E52}"/>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B073F5FF-4DD2-4C54-ACF3-725BA143C8F8}"/>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7C10DC9B-0161-4E4B-ADD6-8638C052605C}"/>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A4B5E189-A1BD-43DF-9D31-41C715145CAF}"/>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7DBDB2F5-5321-44DA-9E82-3E205383D2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72599146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D62ED5DA-3E0A-47A2-9B8A-919BA6F2EB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8AD896B8-B919-4871-87C1-DAEA51F315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37CF9A8F-F420-4529-9944-F3889B11C1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3E588237-D2EC-4EDD-BE60-3E56F2B4B3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CD31E65B-5A98-4391-BF01-2058A3F83B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123FDD2F-0742-41BA-9A12-5E3E0A7C44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3C898093-6B4B-4B79-8990-DB349D130B94}"/>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74A04A8A-EC77-47BC-8708-AA53FBD95BA9}"/>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15025A1B-7B89-4C8F-A06C-79081FBAB6FB}"/>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17F175CA-E513-474B-8847-77D208F34E9E}"/>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57175EC2-91B7-48D2-9505-1837AA62909E}"/>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30A435F5-83A2-4CC6-A335-6912036EA219}"/>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5EC1D144-A3A8-43C2-BAF9-E76E9928DB9A}"/>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EBA7B464-15BC-40A4-A18B-0DDE147E6E58}"/>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0BBD45E7-44A2-4B8D-B526-E845051E6B7C}"/>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6763362D-1156-4E1F-B26F-0466A233EF6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864873AB-3643-4F84-BEE9-C3D4C8613CA7}"/>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84FC2AEB-DB03-4247-A6B9-28728E58245C}"/>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5F4F7DE8-0D09-41B5-A7B5-7744E9BDCF9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7981DA2D-E916-4A4A-8A41-0C828CC131AF}"/>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3E36C2C8-F44D-4F11-B83E-A0619A02549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8997FCAB-54F5-4193-886A-EA2E1645A361}"/>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0CB03E3-8FF0-48DE-B15A-20B60BED2C47}"/>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348F57BA-D9BB-4447-B8B0-ABF8B3D65AA1}"/>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D7A258E6-D8FD-46B6-830F-5DB2588AE616}"/>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CB6B9DEC-C9BD-4A21-816E-E8454A0197B7}"/>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44500BB9-0BD9-4730-A64C-BEFD29381269}"/>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4A5BED7B-F984-42DF-865D-90F326A87467}"/>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AD8C13D-470F-4E31-B2CA-51F77C3BBF7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BB3438F0-E9FE-4584-9A36-BB1C7464BF67}"/>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1FF90D3D-6373-4AD0-999E-0A04FEEB9E47}"/>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42186AE1-ADCC-4F0B-BC46-2ABBA7D2EB9A}"/>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08928774-7F6F-4A0B-BFC9-9D3F0AE8FED0}"/>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B9EC9E65-0863-4C03-B287-A47A6D999DB3}"/>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61E47E3-96A3-4E88-A7CF-79BD577357AC}"/>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C2F83B3A-3164-48C1-9633-196CA63E20CC}"/>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48BC3B47-0830-4971-A814-335534B55EF2}"/>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3637E39F-642B-4A55-805D-BEB6A6BE8D81}"/>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14AD0F9F-4D67-43B1-8FA2-813730D626B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777A4D1E-B336-4D81-942C-8DA94A985771}"/>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DDC6E05A-35F8-4C8D-B5B9-DC5F88FFB29C}"/>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A167496D-F382-4C1D-9042-E74A5B48192B}"/>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0EC68313-FFEA-46BE-B2DD-DA0270F00A77}"/>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55F6FAE-241B-46A2-8F0E-27ADE0C48B1F}"/>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88565B0B-5FCB-4411-981E-47B6F7FC6E39}"/>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89B4F96A-ED15-4280-B4C9-3FAA1ABDD4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15219700"/>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38356F1B-687F-479B-9E4A-448B2A9E92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F07146CB-2C91-4F75-B41F-1D066E8A2E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857014D8-559C-4D84-B490-982D5DCB88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C482EEE5-EF43-452A-837A-BCDE60E834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2F1CE6E5-F48B-40A9-B7B4-56D75DC54D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AAF59E7-258D-404A-8836-80037A94E8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1601F9CF-3839-4CE8-B493-8A399AD3051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29A69-79BB-4FE6-8993-3F652C51794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6E2E87EF-CF02-46F2-A6D6-CD5DE1EEF58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F59C7A23-FFE7-49CC-885F-B8E85614FB8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B947570-09FB-47BB-91B2-C2CB0B307AF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2FF9119-AED5-4E26-829E-096BBA312B7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0416D774-D90D-460B-8438-1266495618E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DD41C5B3-E756-44C0-AFE3-F69E058D882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B8E65117-BFCA-4C8C-A9A4-AC462B08DB1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49AF23B7-0F7A-42D4-A654-A44AF172F33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B973C892-FF35-411B-AC24-33E33836F7B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21701178-C0C5-44D1-BAA1-8065999F354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9E00BC97-3060-4EF9-8ADB-13C1989D324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CC9DEA3D-3E3F-485E-BB1B-62ABFD5C8C3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58FDD65C-FA2F-432F-82E2-B86C642E36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39110452"/>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D3F9ACB1-8E92-4D07-9957-EB6C4EDB63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A7DAFC38-414D-4E34-A5DE-705933F8FF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F9A47CAF-37EF-4BCC-8134-B01D42C2B1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89955CC2-0873-4E9D-8B3E-76FE3B525A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84770702-0A16-4790-946E-9F7536CCE5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CF569EA3-D441-43B5-82D5-D12053618A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E1332E81-2E82-4A83-8669-AA7EA79BBFD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C21D55D-548E-40F6-97E3-D52BDAEEA84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11F70AAC-4F40-4E97-8A43-5BE7E7D7F6C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320406E4-9437-42E0-9F33-7A83B23889B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5D9CCAA-4876-426D-8BA1-7E614F19510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3EC0844-8DFC-412D-A96A-A32B667D0DE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35592728-1261-406F-99E3-0FA41C92280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07678E5A-BEF2-4CFD-9E05-3D1525379CE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8E661B5-752E-4F75-97C0-A0B6AB83C00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3833A52E-7CE5-4B51-AA54-BF8A130A3E3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1D2471E-D524-44AD-8C8B-0B700943DEA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8A9C00F9-8D5F-4B67-9691-DABEAB8E91B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9A07DC9-F312-4260-B383-541C193EE2A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C6461C4C-21CB-4CFE-8CE5-C4816FDDC81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84C4B33E-E782-4819-AB2A-0C8399F57C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312423"/>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A262E78E-2D92-4DA2-A917-EDC2EFBFA6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C1367576-9FDA-4CFB-913D-0F0A5892C6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AAAF383D-150A-4E9D-9B6D-8886A0B7B6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25307F34-DDB1-4B96-AB07-0CBF116692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DF4A42C9-6A30-4E99-B804-4F8CFE1CB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FEC4BD61-F6F4-4D0A-8991-DC69D9159A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8D77CC09-4F8B-42A2-9FC0-C12774A3394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756F35D-6D8D-4EA3-B5F0-6850EE70070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D3BC727F-D1FF-4F77-9863-B9F354B25F3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0B897EF5-9494-466F-8491-25DEEFDB589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68D90F9-3A46-4A2A-9C18-22FF2E01062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61D3F01-545C-4814-B11F-E74768DF2B8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BD15695B-4D01-409E-B21C-9B860FCA53F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A7BC057C-0815-4B5B-8DD7-41242837F21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BBCD4A0F-E9D7-47F8-B9E1-1A0F3557278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213BE225-3368-4637-9CAA-6608D94CE54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B72FA3E0-4F7A-45D0-94DF-C3D2327D31E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4AF7C248-2FD0-4371-AD3F-F15D95DBB65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53CC6F6C-DBC7-4025-90F5-228E0CCB1B8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86B38D5-7949-410D-B22B-8135CC6186A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BDB00B49-A75B-42D9-ABBB-1A9D0A1043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0758904"/>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65636690-32DC-492F-A645-30997C0000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2E1ADDB1-8881-4EA3-AE13-A269180A57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544BE37C-FD86-4F73-A615-03B109D114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6A90601A-4051-4C23-841E-C541549C46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E631ECE9-063B-40E8-B6F5-5BE313F407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AAF2A5AB-AB2F-420D-B7B0-F441E3C89F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61B27D96-BB1B-4DA0-97BB-7C020D2364B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CC4AF60-0173-4BE8-90EA-52FC0147812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55026F91-D985-4672-866A-6E04B0068D0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ED410819-CBC7-431A-B0B0-904C3A3AF1F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31EAAC7-C195-4754-A560-AA6F30F59C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8B79EC5-7CF6-4535-8228-30E3CA4354C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9C87E070-C6BE-4009-A20D-863E0A178F6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23967F81-755D-4B25-96B7-17CFBFE096A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E3EB96B6-1BA9-46FC-BC3F-14F54190894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897409BA-4B23-4FB3-A098-E743688292D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2D1E43D8-EF50-4293-A077-EF0162A5259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7898B53E-E2CC-486A-83F0-8F79173FFC5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24543166-5738-4A0C-9877-07DC8084B54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AF833A15-0834-4A4C-A9B0-0B52C4017DB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FC07CBF3-2945-413C-AF5C-02C24095E0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96493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9BB6F7A3-F16A-4ECB-911A-76FC694ACA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950C7099-CFF1-4EE0-A890-E03DD7E63A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D67DB6B1-A556-4670-8FB0-3ADCD48B91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86EFE3E6-0BF8-4B7D-A5FF-EFE587507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36F0AD7C-18C8-4C90-B629-DC811BD88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ECBE8024-D45B-4FD3-B409-48D434E3DE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26951C75-21AD-49CB-949E-0ED51C36593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F33A092-D620-480F-B810-4159A7D76F8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2F101340-468D-42A8-B56F-3230CCBE9FC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79D26079-D5C1-4AA1-BF08-F76F903E14E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91CDB5E-4385-4034-A10E-DB4E160CE28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B01534D-2AAF-408D-B02E-F5DE96BB74B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0BA475F6-D73C-4966-8298-CF07CF98C0B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5BB410A4-7DBB-49E2-8DF3-A22B8BE0A4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670EE6E2-E9C3-488B-9FF0-B2EC888640B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ECCF0E94-D7A4-4E5D-970C-CE144D3DDE6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5A3F135E-FEB1-4E63-80F2-538C5D04B2A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035E90A6-8120-4033-8D88-DC0ECE8DCB5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439C8DC9-7E28-4C51-AF0B-EC6CEF8C80F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290FC826-3162-4CD5-974C-FAED64CF4A3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64BB1C9A-3D9F-4EBE-82BE-B7FC637C7F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10716275"/>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D3C21E3C-4CE4-4C8D-A017-0B71866287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16C1A481-BB84-43F7-A0EB-D2BF6B799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5A946E14-49B8-4EF3-B87E-C68EE1A89C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4FEFB7B7-C24F-43B0-88B2-93280012D0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B8100EA8-C311-4B58-96D7-4A10B333A4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0658CC25-C54D-4579-B2EF-5D328FB01C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DD52796C-EF0D-4D60-A01B-6977B99F426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74BC618-EC80-4894-A328-71AFCF05359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3E51D40D-9654-4154-8F34-2C4A4CBDA17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D2725926-4555-44EE-9461-8E336BFA7AA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0D0C42C-09B2-469A-B65C-0E6AF1C7FF0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4092C87-A18C-4C62-9A20-F96E518F33D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6504CABB-0DD3-4312-AF89-10BE79C8C56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1065C592-5E10-41AF-8624-E87ECD9BCFB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507F8527-B698-4606-A686-39687D02C13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C72BCFE-8448-4DC9-841D-51CA00B9B0A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84F8AE80-EABF-4AF2-BD27-6359D7F1BF9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56EC9303-D9CD-4684-9A0A-E88BBC10EE6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CAD8D66C-0AB6-431C-A649-6E6F2E78AB5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6075DCFE-CF90-4EB4-8963-478B9B43E38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618D13A6-A6FC-4284-B6FD-00205B98FE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5895774"/>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2135883F-FD95-4D29-BC8A-B568F584D7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E2230BBB-7FB1-4BD6-BE76-C19631087D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193E91A2-B43B-45B5-9FAC-8658E0231A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8DCF01FE-7522-4E6D-945F-60C48F4F4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A159FC65-E36B-4846-A59D-652B891C44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85CA5FDD-057B-4E78-AC13-84C316F281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E9D9CE28-F2B8-40C4-9B78-B719A428779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F0DA18A-D776-413A-84A6-F132BA679AF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5D8EF3A-8502-4DE2-8851-71C69CEEA8E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EA169D2A-820B-4BEB-95FD-69935D56872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0AAE196-03C5-479A-9875-99F6A635517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1294D91-573E-4B1E-8A33-05691EC78DC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22667482-BD13-49AA-8411-07007AA431F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1385382D-DC40-40B0-B7D1-14F02525A6D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B62F9928-A7B3-45A6-BE46-DA899B5543D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BBA9917-C564-40CF-91B8-D8E4727F0AF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230306B-6950-4EB1-A6E1-F363D0523FC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BA295ADC-B121-44EC-95B5-BD17FF88A00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D0A7380C-7642-4A7A-82F3-697B553CF2F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0623F8C2-550B-4042-BE0D-F61791F5454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16FAB074-F396-4EDB-AA1F-D28FE84418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112894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6F93CF03-B5C7-48F5-9D5E-CDC4F35BE3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F2D64CB2-5D66-4E32-9742-CB57DE1874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E2B7BEF3-454D-44CC-8AE8-1152100AAA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5F34C7B8-8FDD-4806-B931-BE05293653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80C1D795-9DD3-4964-BCB5-9E454F1C06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46BAA7A0-4D1E-4BFE-81DB-48C689E3D0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42066F07-8C82-42B3-9B64-B13607808A3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B8D13E8-F109-418C-ACF0-B86CE8B4024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396BD840-E83C-478B-BC7D-7CE73072758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0C3BC21B-AF28-4580-B9B8-F365FE900EE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613CBD7-DFE8-42BC-ACAA-BB6AE641C56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DB024C4-9A3E-4C23-BEEF-8535427E2A2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34E4464D-A760-4164-8B0E-4037484558D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F65D1ADD-78D8-406E-A565-0DD4497151B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686DAD2-D554-4D70-B994-50A530D9932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07A1E7D7-1BA3-4D9F-AE7E-8B7496F1D0E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8E3A36C1-5672-4BB6-B4B0-005B4D4831E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983E56AD-CA05-460E-9266-9D2FD98F609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58DF7100-4006-4E53-92D1-1DB598EC710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C9DEE507-E076-4433-990A-89B2C83E7AC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D1E64923-AE47-4100-9E7C-7D8E631605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3979121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CA64078D-FEF7-48BC-A514-FA3CB0326E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B7F434CA-E94C-4DA4-9D81-8AEA7FE1FC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2C1BDA61-07CC-4A4C-B8D9-1F07AD05EC3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0749D968-04D0-4736-9953-3967CEA2DE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AF8C22A2-0B06-4CA4-B901-35BAE213E2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2BA881F8-2433-4228-BCA5-FD8AB778F4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343B5378-E00E-4634-AC45-B0F12A1026CF}"/>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23156FA2-0260-415E-94F5-97CC6803371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66509243-3358-429E-A7C8-DACC5E074D52}"/>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7EE73139-08BC-4AEE-B5E0-C7CF4B2C90F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817CC77C-FE70-49CA-A9E7-2AD06F59AB50}"/>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CE6759DA-C62C-406F-A73E-00BB3D99E3AA}"/>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8BA156AA-7502-49AE-8C52-1BD35FE15F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77544111"/>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207016B4-D53E-4136-B150-F03BD981FA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E688D222-21E2-4E08-94E9-3BFD7A0440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1B678B7E-F44B-4A03-9A8F-8FC3AD146F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367A656D-B549-431D-9374-62827F76C2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6E1B1FD-63C8-44C2-AC13-FD13DD4E3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53E96281-BDF9-4582-9CBB-A7D9F37FF4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FBA74DD1-3A1E-4C06-BCA9-E941417A347D}"/>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3D7FDFF9-78C9-4930-BC1D-F3C09A08BF78}"/>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FE82B7FA-637B-42EC-ACCA-1672E5273CEF}"/>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4790FF48-E258-4D07-8F31-4FC62FF39050}"/>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6694F97F-0F22-4D58-A977-9E85A854CFAD}"/>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57E63AF5-5424-48DF-9A25-01AF9DF844CA}"/>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84414B69-6725-45DC-9B77-8CA127EB498A}"/>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3E7AC0E8-A363-4A39-ABBC-3E2E7105C14A}"/>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7B35CC0E-A2FA-4581-9921-3FE741513E63}"/>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773D9F2-5CF2-44D9-8EAE-577CEAD4890C}"/>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8CFA608D-3EE5-4037-B2B8-DAD899E5E9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3301570"/>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D3163164-462B-4145-A881-3A6191419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DF5BA6FA-C138-4B1F-B003-F595C40676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8C82DF63-F50E-43D3-A3B1-66324B3FEF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A820A874-B993-4B48-88D1-78F9BC4F01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67A90A50-5270-4F54-834A-A6BAE25B31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A5A93631-4A74-4F8E-9F56-56381D22F8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FC6362DD-B583-4729-A171-6677B46EFEC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735C5BB8-8447-4D9D-BC40-EFECC9AF85D9}"/>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360191E-7429-436E-BB11-906F148BAF91}"/>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15B74B9E-B192-4B48-8152-CE1CC4758EC3}"/>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80A7BE0-9DDA-45CA-A043-4CAAD55BD5DC}"/>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86519FB5-92A6-4966-A5B4-B1A17EEC2237}"/>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79A9A280-DFDC-41EC-9059-09EEE490C8D5}"/>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36586803-3A8F-4E6B-B771-077A7F93E2F9}"/>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0B5559E-8283-4675-9E7A-907B8DDDF74E}"/>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BE5D82E-F82E-468D-A923-A85082B07A31}"/>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FDEBD05-114A-4133-9601-174486E22FCB}"/>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CF611087-A3D1-45EF-B49E-398E6A9F8193}"/>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E74A737-B9C0-4E22-BF12-2B71C83F6425}"/>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3CE0DEB-01A1-4BD5-90CF-1AD17C91817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C85B0EB-F832-4CED-9741-9B7D2B177FC5}"/>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56074D42-74E7-4DF8-BD1B-4F0FD72763D5}"/>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01CF54AC-99D6-4306-B13F-EE17A350E3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95062577"/>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BD600CEE-386E-47DA-90D3-6518D9B2F8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F2184BA3-AC17-4227-B03E-483E32375D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C84F2329-18EA-4F25-9662-B5E92FC66F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90A040B8-D93D-4212-89C3-8A163BAF7B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BCBF0863-F6C8-4BEA-A569-E4084AAD76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99531C9F-1B20-45D1-A365-557D521E79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B5D798F5-47AD-4E42-B100-75044A962DE3}"/>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DAE0E15-9E41-4187-A9A0-DDB9888E644D}"/>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913EFBE3-5DF9-4D4D-B68B-D1E84FB2D29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4322E375-3615-4C79-B5EC-AAE2B5005928}"/>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D9801418-DE1C-48E7-BE94-9BDF311E1B84}"/>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E1F49BE8-957C-4BE2-9058-37F7D15C38F9}"/>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AB32EFBE-BCAB-4203-8E6F-B4C55AED27F5}"/>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10835F85-157C-41F1-9970-05294BC6625E}"/>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1F35FAEB-E7CE-4386-B423-4C7F8C17FED6}"/>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B7FE9227-7AA6-4E0D-B69F-2293FBEA0730}"/>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4E463089-6058-49C6-8BB9-1CAA049C6707}"/>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E16AFF0D-9CFC-4EC1-BC15-D561E222BDE1}"/>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5F847AED-31D4-4851-99CC-60A8FE3519DC}"/>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C3B1C7BB-E7DD-4BA4-A9E3-B413A2BE5BFB}"/>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A0D846F9-D875-4E2D-9A68-F2D3B7A5815F}"/>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780E3DD1-0F31-4247-8BB7-D2239C948674}"/>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8ADA55AB-99AE-4C91-B7FC-0AAACC440438}"/>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1720AF60-38CE-4BFC-B3E6-7E52557C6696}"/>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A903B394-CB3C-4D1E-9564-3AF2F5F0E418}"/>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20A8AAA-33A8-4E56-A118-ECC2FE61A3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32883921"/>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6AEC4C14-E08F-45EC-8763-00EA9E097A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C8BE928F-3AE5-4AD2-8FA2-D06A604053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0BEC422D-25C4-4853-864E-9A9236C71F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ED1768B3-CBA5-4BC1-A2EE-19ECF0A852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B4445A72-7FA4-420D-82FA-C98FDA5663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0D5B6A7B-B8BC-4DEF-A27E-9E35B4C9BE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8F2D071D-7661-4DAE-8062-849B243C2473}"/>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33673353-9AE5-4C37-B435-90E6D8C4104D}"/>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599C5C7F-06D8-434B-9487-CD29D7E7DDA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1A5C5E7C-C16F-45E9-BEEE-A581CC8A2677}"/>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5E93D5CA-C3C2-4158-827B-39A2656B0D37}"/>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1239E523-A01B-4C07-8ABA-C59ABC6A63FC}"/>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4795967E-8B49-47B3-8F49-D4836E6E0E77}"/>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67D2562-3DFF-44C4-9063-903B730199AE}"/>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1B6190D3-349F-4D9A-A686-FDEEEB01090B}"/>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F132BA73-BC54-4875-AEFA-882729894B40}"/>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46FA3AC9-6149-4F21-A7F4-16324BB35016}"/>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E41A76CB-0597-4EE8-82B9-E80F00F1CF34}"/>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DD48BB4F-1A98-4517-BD8E-D5074D7F9458}"/>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0934C03-BD4E-400C-A98D-C3F661E35C15}"/>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2F461B5A-39A0-40E8-81CC-5DC9ED304A23}"/>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C40ABB59-1594-4EC3-B199-94D9C51ED29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BC5E982A-69FD-4D0A-96FB-1C3A0273B4F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EFB6413E-0A71-49D9-8164-0A12DF3C1454}"/>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F31EA30E-605E-45DA-9E45-9A1D5729B414}"/>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16E752BB-5A02-4844-9282-F6142D55C163}"/>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1A1105D4-D482-4223-AE41-B9B0B60543B2}"/>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D0064390-F31C-4C8D-9965-3F73767CF9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7255149"/>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121601F0-5DA0-488D-AFDA-7217D2BA7A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E8A717C9-FA73-4BE7-AB8A-4128C6FD85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601CB6DA-6ED7-4848-9B09-D40ADB6011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D04E4D0-3E96-4895-8500-DD33A355BC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2FAC0039-BB59-4ABF-9827-2D3885D42C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3EF99090-88A8-4B39-A4A6-655133F7E0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0E64DE38-3571-4B28-A44C-89A9D8A683CD}"/>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55B1F37F-CF66-44F2-B68D-424BDBF2B2FD}"/>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7416786B-4985-455B-BF42-99F31657CDB4}"/>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DFF6884F-C56B-4A57-A741-16C208A5883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CB56B521-88CE-4721-BFE6-91842322F9D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D5F8A162-5847-44B3-96B0-3696C2E4FB3E}"/>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8E83AFA3-AA5F-4822-929D-24E6B2ADC588}"/>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DCE95DAD-A42F-48AF-8F51-B71C40780601}"/>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971145B2-73D3-4F9E-8CE4-E91699F9F83E}"/>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E4BFF747-262E-4CF4-8526-0CEB9757104B}"/>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E8824B62-E69B-4FCA-AEF2-9833B6B51BAB}"/>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E4A8573-9A0B-4E27-B22D-9740C55166B9}"/>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96CAF788-72DA-49CC-99E0-150E91CF1A8B}"/>
              </a:ext>
            </a:extLst>
          </p:cNvPr>
          <p:cNvPicPr>
            <a:picLocks xmlns:a="http://schemas.openxmlformats.org/drawingml/2006/main" noChangeAspect="1"/>
          </p:cNvPicPr>
          <p:nvPr/>
        </p:nvPicPr>
        <p:blipFill>
          <a:blip xmlns:r="http://schemas.openxmlformats.org/officeDocument/2006/relationships" xmlns:a="http://schemas.openxmlformats.org/drawingml/2006/main" r:embed="R16de9561d1ee4980"/>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1F557A73-3EE1-429F-B42C-EDB3A2952055}"/>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45E9A423-E196-478C-B3D9-94FA2437AE8C}"/>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37A876CF-E747-4679-AA36-27BA1912FC4F}"/>
              </a:ext>
            </a:extLst>
          </p:cNvPr>
          <p:cNvPicPr>
            <a:picLocks xmlns:a="http://schemas.openxmlformats.org/drawingml/2006/main" noChangeAspect="1"/>
          </p:cNvPicPr>
          <p:nvPr/>
        </p:nvPicPr>
        <p:blipFill>
          <a:blip xmlns:r="http://schemas.openxmlformats.org/officeDocument/2006/relationships" xmlns:a="http://schemas.openxmlformats.org/drawingml/2006/main" r:embed="R0c370d15ef7c4520"/>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7F8503FD-C41F-482C-81B5-8A7823DAF747}"/>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C4C82E3D-AB6B-4E7F-A610-76A05916F3E6}"/>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0A5F1F4-FA9D-440C-BF10-54C2053DC7E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FCBDD85E-E5EE-4706-A137-17D4AE8B2B8A}"/>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B589585-856F-4E4E-B18C-2E083EF82A1B}"/>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3B2D441D-8A11-4E1B-987A-722FEC603F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93040578"/>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9289E97B-F679-4FB6-B228-D3332C0215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9D1A7D1D-D77D-40F4-917F-96D43C4747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238A34DC-517A-4AD4-899B-D8CA25DDBA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F61CEB30-E8D9-49BC-B045-D09550A7BE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A6CA84FE-4E47-4961-83E9-FBB009B5CE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B21077A2-CFFD-4216-9053-581AA7874F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B9C431C5-DEE8-4F45-8988-5FBEF05272D5}"/>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5F88E825-6A6D-4EC0-B377-6F7F349D50EA}"/>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7091F4DF-59A1-42E0-8125-FFC3BBCCC726}"/>
              </a:ext>
            </a:extLst>
          </p:cNvPr>
          <p:cNvPicPr>
            <a:picLocks xmlns:a="http://schemas.openxmlformats.org/drawingml/2006/main" noChangeAspect="1"/>
          </p:cNvPicPr>
          <p:nvPr/>
        </p:nvPicPr>
        <p:blipFill>
          <a:blip xmlns:r="http://schemas.openxmlformats.org/officeDocument/2006/relationships" xmlns:a="http://schemas.openxmlformats.org/drawingml/2006/main" r:embed="Rb2802fad185445d7"/>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F3DAB574-06CB-448B-B396-B0DE779A61A2}"/>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A9DA73CB-0D1D-4DBE-ACB4-8871F0969FE9}"/>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6FEA4E06-A061-4AB4-9CD3-BF3897D40497}"/>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970D2FB6-92B3-4CB5-98C1-1A00D7244D3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5AA0285E-2A29-441E-B1CE-7B627E654D97}"/>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3B97B3A5-0CEE-4459-9721-895EFF0AD31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C7933CFD-284E-4EAD-B727-C0EE3E1678F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843FC3B0-36F0-41E6-913A-9ED59D87FEF1}"/>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E2DE9B36-5006-445A-A04D-273628E4A365}"/>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57CE0CB0-3795-41E9-93B6-10C667295BC4}"/>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3AAB5698-08A1-4C43-B737-061070DBE291}"/>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822EC4F9-4B15-44F4-AD42-1D314172B8BC}"/>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3B0865A6-4547-49F8-A0ED-26795F329551}"/>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F5CCA2B9-D322-4163-A987-BDE0CDC0CEF8}"/>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D467FF4-9E0C-47BA-B0FC-19B593CBCFF5}"/>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54CA9971-01DB-4C7D-A9D7-B711549F8F14}"/>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D1B70F3F-F308-4CAA-8457-F1945FCF5F2C}"/>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82F47EB-6B6E-47CC-B910-3DD6EDA3C223}"/>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F0EADE-3158-4C02-96A8-9D35B6902B35}"/>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0667484-8232-411C-AF44-9624B864DE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98703394"/>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58551EA8-5C0A-4366-8903-A7DE67736D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19116A75-8DD1-47CF-9EB2-ABC43497F0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42F2B9E8-1D4F-4758-8578-985E77B09D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FA942CD-76B3-46E4-9B3E-ADDDA0B319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33EEF0E2-5D44-4A09-976D-1984C92912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8F021CAB-18DD-4137-94BA-5B3BE96E89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C0887557-258C-4E66-BC3E-BFBBE67D0420}"/>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CBD156A3-4925-4A39-8609-5D724A49D8E7}"/>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9EA14E93-4670-402C-9FE8-C7C6444CED6E}"/>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3DB5A017-9CEC-4CF2-8D71-FBFEFEDFF503}"/>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04073B4B-EEE2-48C9-8EF3-11E8AAC191A8}"/>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C88F470B-46F1-4612-8EE1-53AEB2F06B16}"/>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D4EB5221-0665-488F-B53C-8485B7E662B4}"/>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3C8B3A-ED14-4BD4-B78D-E8302E291D2D}"/>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8A289C74-73E8-4342-9C51-CCCFCE7509A1}"/>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E8B82CBD-B809-4B60-AC97-6152A225E0FE}"/>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EF2F144-DBC6-443A-972F-6F9698C8DD79}"/>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09A62764-BF3B-4DFC-BC5B-877FF8E9F4FA}"/>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E1E7A4A7-9C87-4E3F-BCB8-D5AD6E67BC08}"/>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A8CE943-34C8-4D02-9234-560DE264EE27}"/>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D09B956C-B277-4355-A2B7-BC36B46E1487}"/>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5D682953-356D-48D8-9587-B05C8488B348}"/>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23A5010E-1BEB-4522-A228-108BFB0DBC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8082701"/>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996291E6-5DF9-4798-B2AB-D071A15BD3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1EF85FAA-CA2D-4FBB-8691-12410D3816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541A52C1-E33C-4B56-9187-1BD0DD2038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A63D8F4-CDE6-4D11-B367-73F46A1D8B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63673B73-4895-45FC-887B-39EDFA1C6A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64F21697-2F88-4C2D-986C-3A3AEC49AC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0E0054E2-4053-4FE0-9292-C1C2BD025D81}"/>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689BAB58-08C0-4BAF-A3EC-2454D5A40ABA}"/>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C28F1307-693D-4862-9B0E-B31860B27D02}"/>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54EC490D-CDA5-4464-8A10-FC6EE4E14061}"/>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BF20AA6D-956A-4157-BB4E-C53ADD3F1A67}"/>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1774DDE5-A7A9-43CF-A97F-EF55865B9AC8}"/>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83176893-FFEC-4742-8477-B75D92BBCC77}"/>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1D4D46D-0740-4D7D-B8F1-359C8C1396CD}"/>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6AC40E83-E871-43BC-9C7C-4609F156C5E4}"/>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8907626E-43D7-47F3-B558-15F64DC1BCA8}"/>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92991688-C73B-4D7A-8DDF-8D8EBF678483}"/>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B8168A49-4F6C-4F07-98D4-9A668C0B3907}"/>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1591D6F4-1267-46DA-A378-9D6BEF26D112}"/>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FD2AF3ED-D53D-4929-B40E-5CE61814849A}"/>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64F4C981-1282-48D6-AFEB-4C3BC0526AFA}"/>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6F069CED-D6FB-4825-9925-EE6E370D6082}"/>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5CC94980-7BE2-4D1D-A844-943FDDC810CE}"/>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02EE7199-EAB0-41D1-ADC5-A59960223288}"/>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B6B0F9AE-C06D-4787-8773-E19563310F08}"/>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8C1B1C99-B3C4-4EB6-AA2D-EAC198410CA5}"/>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824E628C-DEF4-4B56-BF14-FA8B4908A673}"/>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6467D579-93FD-413F-98D6-80765691AB03}"/>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70D75287-4358-4C05-8F61-3D2980103FE2}"/>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9374A05B-1D57-4B24-AA38-449EE7E8B598}"/>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A198F90C-60A5-4B50-9583-1687B04ED37C}"/>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75B5CAD8-B280-4FCD-B95D-A20D92DF8C17}"/>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311ECF8F-3C5D-4DA7-9B24-761261075163}"/>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836873E5-CA5B-4DC5-93DE-3D70EEB876D9}"/>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CF727D0C-1FC6-4D02-B0BA-035D89383DDE}"/>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8F7DE7F3-44EF-4D0B-BECE-B1DDF6EB9593}"/>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D793D4DA-E372-4869-8ECE-C4685920BAE5}"/>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B9412F7C-C787-4522-92CF-D2484B542D5D}"/>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33FF13A9-8720-44AA-B0CC-3C9D9C89D9F3}"/>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5D243217-85E8-4AFC-AE24-EC1E4CBC5299}"/>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726371F0-F4B7-478A-A7FA-82687D563B6D}"/>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2B806768-5D63-428E-9129-2B9473172DB8}"/>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1B29F460-7505-4147-9537-3ED5CB4F94C4}"/>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A0DFA972-6B56-447E-9FC0-029D9338ECC8}"/>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1B99C5E1-4D46-41E5-B3DC-E15E0D610307}"/>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80E73AE6-F08A-4A47-BDC3-74B3CA22A98C}"/>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3EB97602-6DE7-42AC-91A1-D52320BCC5D3}"/>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42160263-33D8-4065-A494-4A7D017A3D9E}"/>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FE28C23F-8D83-418D-A5DD-6381EB2AC7DD}"/>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410F4BE6-2123-480A-8856-5B286A2CF7CE}"/>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A3FFE834-86B8-4391-85A4-57F75105CD93}"/>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3B07BADD-A2B4-4DB9-8E73-71E3B5AF1EA0}"/>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15EF591C-87EA-45C7-9BAD-47D3C9F0BDC3}"/>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D59C668A-ADE8-4619-A9E4-B0FAAF6BEA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0453234"/>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2AD8A088-519C-4434-B031-AFE5C4AEBF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4E0AC814-CA36-4EFF-AAB8-E91C28EAAF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34434D29-A277-42F9-B7F7-AC9B011CFD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85BB7FED-C7E9-44CF-A686-FA35838C91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17B3FFD2-59CB-485A-A52A-8FD5D7A895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ABCC3FAC-EBC4-4024-B73E-4B14DAFB4E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5417F076-4474-42B8-B669-2316E8DC35EC}"/>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6B8F8C5F-1E6E-47F8-A58C-DCA6BFA2AE67}"/>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A3F41A84-681B-4130-9C85-21EB604D1CB3}"/>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7DDEF748-1556-4250-8AE9-983DE10D8C7F}"/>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CCBE3E47-07A1-4BD2-8C38-EC8B3AF351D5}"/>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DCE0EC9D-AEC4-4023-98C0-7E006B9FA523}"/>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B2862B7A-7AEE-4FE6-A61B-6A5A56760687}"/>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A1EA3895-659C-45B4-BC3A-DC0B9A99B2D7}"/>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EB365D95-AFF6-435E-942F-2F3714BB700F}"/>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A6D7BF81-D4EF-4E5A-893E-E3A1E261BCA7}"/>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7A243989-6A6F-44C8-93AD-9E064B3FCCFA}"/>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5A5B360-73E5-4C27-8408-8D7E1DFB683C}"/>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3579344A-3A45-4130-AB41-30473897DFC2}"/>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967A4704-7C1B-4C2C-A81B-964B4ADDDF1B}"/>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7D4A628-060B-482D-9032-7105976C1F62}"/>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3B8E951-EBA9-4389-96F2-FCCA20359016}"/>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64BF36CB-7A05-4D0B-BB67-EA37BA425333}"/>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5A371984-3D44-4C75-87A1-88E4C44EADDA}"/>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FC6C7DE4-2196-4D2C-9ACB-010BB3558663}"/>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85CFF7ED-452F-41AD-A0E5-F0F0DD6635E0}"/>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1475F84C-5BDA-44CE-B8E9-4A7F93020EAF}"/>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427900C1-8934-43BD-91D2-E644F5B43BE5}"/>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B8278D3F-292A-4E2F-AA2B-81C30E362C4C}"/>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2B1CAF47-E103-45ED-A60E-BA6791EC592F}"/>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28140538-8F3B-4E19-860A-B96D58C5B31F}"/>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4EE16106-C723-41FD-8735-7C404A025FB5}"/>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782F2FF3-8CF1-436B-9158-53205B298320}"/>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29A4DA70-8E39-4014-84F7-B78C40618F8A}"/>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4224D5EE-E862-4C45-B667-176D1042F9F2}"/>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FC4E4EDB-43D5-4CAF-8585-D7BC351E94FE}"/>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AA732F6A-C95F-4E38-87EF-64E363B88F88}"/>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CC9A8C4E-7447-46B4-B742-BAB844EF172C}"/>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5F83BA0D-BB0C-4443-94F6-1259A45E6CB4}"/>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6BAD506D-E1D2-4772-AC57-3EFE4D8B6F22}"/>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2069E746-1646-4E6B-98DE-F658555266DC}"/>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EF1B3EF4-8E68-477E-B1CD-26DB939C3CFB}"/>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2338A942-E52C-4706-8E4D-D45F8878B16E}"/>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21F3B9BD-8BBA-4325-A006-B132C510745C}"/>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5C75447B-CB24-4A27-9692-EA562EC8B57D}"/>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D484E6E5-34CF-4D7C-B2D5-E72FF591E274}"/>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BE7FCF3C-4C62-498E-8BFD-87578C3562F8}"/>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4E6E1726-A921-49AD-8566-1D7943A81724}"/>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06CC6535-B62C-429F-A9FA-506AC7EC2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63596022"/>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28E0DD74-BB73-4F6F-913A-FC3CB0D1DD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77F36D13-70C2-4B55-BD81-F86B23B6F2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E6A79C15-A35C-4112-A80E-07707B40E1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05D780EC-7F2F-4C9F-B020-79F74E5F66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C3094A26-DEB6-4FDD-8916-0A4769F456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5E21D1C3-597D-44CC-8377-C7EEFAF00E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AADCFD26-48F3-41ED-9190-C8C2E50314B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5E51CBE1-7AC8-4756-BE27-8F4594A95487}"/>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674CCDC5-4EBF-4726-8A50-A04A0847FD3E}"/>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9A59F25D-E6E7-4122-A01A-DABF7A1175B4}"/>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FDB6440B-F70A-4EC9-AFCE-39D702D542FE}"/>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82293217-65D4-4031-B5FB-F4ECFDA03486}"/>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2380DB63-27A3-4D06-8FC0-ABB5DEB44DC7}"/>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7E36859C-073E-4EBE-A6AF-108192D023C3}"/>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D04C01-B7EF-44DF-9758-3E40CEE6AE44}"/>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389CCAD7-EA86-4D49-A96E-D2A9B2C7C394}"/>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5DC08B80-1CBD-47BA-B567-4827FEB339B0}"/>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590579CF-CDC1-4229-839B-328C920C4B4F}"/>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9AF9392A-C868-444F-AF8C-B9A6308EB917}"/>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69E9633B-FEC8-461F-A230-C02829D0F45D}"/>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52350FE-8E8B-4AB0-A481-6EB1E6963000}"/>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F3EF7AB9-8EA3-4FD8-A3F9-E9270AC89C7D}"/>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626B4790-64B8-414F-8ABF-9D090E95EE79}"/>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F177FA93-7C23-4B8E-8684-2ABCE32BBE66}"/>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9DFD8FE3-4E3E-4490-8039-F01A8769D974}"/>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E6A31D85-DD31-4458-8D58-833ABC68CD24}"/>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D9976FF9-1059-4E12-A35E-71EFEB6C8EC1}"/>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34309922-AD48-427A-90D1-A39D446326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2500308"/>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0958CA49-ED6D-4236-8077-5EBF631731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B599CC3F-41FF-4BDA-A59F-4D8799D541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9FE856D2-F97F-4ADD-B450-E7B646A30F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8B0A5856-7833-48E1-9AF3-71EDF01C56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33E39015-6265-49BD-B880-DBC0E0AC76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CECBCF2F-D0C8-4670-BC6D-B2E3A0484C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A7BC8D43-CB2F-4F80-91CC-3BDC2206F42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74C79939-EFAB-42E6-8D3A-3BD61F43C8A7}"/>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70E78FCC-EAF0-4768-A1B7-DA724238DA59}"/>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68C161E8-D1BC-4B37-BA50-AC0C4B3C8FDB}"/>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D9F16BB1-B678-4AEB-8FF7-5AB18C7D52A4}"/>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7149156E-E133-4225-8961-D6797DF6F75B}"/>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BDA441DA-C099-4E66-B4F4-50F7375B676D}"/>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3F574CDF-A8A8-4010-9876-EF30760A5A1E}"/>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E7B28D5A-3995-426F-9B31-1E18F347EC3C}"/>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14A57958-9DA9-45A1-B97B-88057320FFCE}"/>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99553908-8C95-477E-B52E-559EEABBC2A4}"/>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B52F30C8-3D74-4E08-A670-3BE649270C8D}"/>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6E9AF116-D9D4-401B-A25E-1EE1A90803F8}"/>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BD870185-9FAC-44B2-91BF-109345C0BFE4}"/>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041328FC-786D-4BB3-82A5-3A5E08EBCE74}"/>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E2DFECD0-542E-46B3-AC94-B21FC728A0AD}"/>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A61CE038-3DE8-4990-B373-2D5B357AE439}"/>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FFCDF32C-3B47-4C87-9CE1-6B91575592C1}"/>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86245DE9-AB54-4AFB-8EAA-92EC3181828D}"/>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5E5D96EE-AFDC-45F5-80CF-A7AF9363EF3C}"/>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6026A6CD-5646-48CE-BDED-505474DEFAB3}"/>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C0DA1B2C-C0C6-4F60-94E8-AED1DBA3250A}"/>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B74B7B3E-1C62-4931-BF44-6E84962544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32724607"/>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E2DB5DA7-523D-474C-A930-F69B51EB86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2">
            <a:extLst xmlns:a="http://schemas.openxmlformats.org/drawingml/2006/main">
              <a:ext uri="{FF2B5EF4-FFF2-40B4-BE49-F238E27FC236}">
                <a16:creationId xmlns:a16="http://schemas.microsoft.com/office/drawing/2014/main" id="{D6918047-F07B-44A5-BBAC-100F169C5E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64EDE85A-6A31-45C3-8037-8E87B75E4D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89EFAD00-332E-4015-8FAC-6D33CBEDD0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70B75F55-6B32-4CD0-BCE6-731A58D2B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35982589-7D01-4680-8052-DCF43A425B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한 파일에 모인 정보를 어떻게 나눴을까?">
            <a:extLst xmlns:a="http://schemas.openxmlformats.org/drawingml/2006/main">
              <a:ext uri="{FF2B5EF4-FFF2-40B4-BE49-F238E27FC236}">
                <a16:creationId xmlns:a16="http://schemas.microsoft.com/office/drawing/2014/main" id="{CD9C2439-F684-4D75-A935-51F0DEF36E96}"/>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한 파일에 모인 정보를 어떻게 나눴을까?</a:t>
            </a:r>
          </a:p>
        </p:txBody>
      </p:sp>
      <p:sp>
        <p:nvSpPr>
          <p:cNvPr id="8" name="분리 전 · 한 문서에 함께">
            <a:extLst xmlns:a="http://schemas.openxmlformats.org/drawingml/2006/main">
              <a:ext uri="{FF2B5EF4-FFF2-40B4-BE49-F238E27FC236}">
                <a16:creationId xmlns:a16="http://schemas.microsoft.com/office/drawing/2014/main" id="{6EBEE0D4-5413-4B74-B927-CCB09FC2FDC8}"/>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F29BF77E-6E0A-45DB-9BC5-49436C5CC596}"/>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4BF5A164-63FE-447E-B30C-16D9ADBC53D7}"/>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BE6D37B-7295-4DFA-8565-06FBE0D68F2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F0EF4B0B-6B7A-4FDE-BD81-BC78676F457E}"/>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A653DB45-ECF2-44A6-AA3E-AE2D1840E246}"/>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3963CFBB-A6D1-4EAE-BAC8-D8F6D069F52B}"/>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38B4ADE7-08BD-4D2D-8C75-CF8013EBB086}"/>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7FB981A4-2FC8-42A8-9277-5262521ED5BD}"/>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493BCFBE-7327-43C5-94E2-57857A46D459}"/>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5A183DB-3B62-4338-B350-7A133CD2C8B4}"/>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D57EC780-ABCF-4D6D-8F97-0DF16B8236A1}"/>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8A64AADA-7ABF-43FE-88F8-41C785BE770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16CE9210-F168-414C-AF94-9B5FAEADFF55}"/>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5FBD6E8-0C35-40E7-B51D-8ED148DEA4B7}"/>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4503C9B7-A9BF-458D-B824-68A17E4CD222}"/>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8F69D31A-0BD3-4546-9BD1-8B008F0498ED}"/>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E4F1C301-446D-4663-9300-E0DFB10D1CB7}"/>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7DB021D-53AC-4B74-9067-BF0F20E71F52}"/>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E56083D7-BF5F-445F-B05A-D8256A942F96}"/>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18A7492E-1C54-4739-8239-5EFF03422FB6}"/>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B188E62-8951-4080-A441-2C77993EB18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1A978C64-5E0E-4E62-AA2B-5F6C461B413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4DA313E8-BD0A-4311-8DB8-F09716ABE58A}"/>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8470A87E-82BA-4BE8-976D-A5115C53F53C}"/>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F31EDCA6-04AF-49EA-A96B-137D3ABA3026}"/>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ABA8EFA2-7FDC-4843-B264-BE3FE601C5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6C6712A6-F793-4102-BD99-9AC608A267D7}"/>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633D149-8EE9-4C1B-A68B-6BAF23D583E6}"/>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A1E22F84-9F9C-4203-B0E4-963F6AA9C71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9AA916F8-F21C-4ECE-9B2A-FCCAF622D27B}"/>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3744CEEB-36F7-4468-A012-20F62D228141}"/>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도 기본 제약은 입구에, 알고리즘·모듈·하드웨어 상세는 관련 문서에">
            <a:extLst xmlns:a="http://schemas.openxmlformats.org/drawingml/2006/main">
              <a:ext uri="{FF2B5EF4-FFF2-40B4-BE49-F238E27FC236}">
                <a16:creationId xmlns:a16="http://schemas.microsoft.com/office/drawing/2014/main" id="{2264DF5D-4C29-42B8-B90E-146235C8AF72}"/>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C++도 기본 제약은 입구에, 알고리즘·모듈·하드웨어 상세는 관련 문서에</a:t>
            </a:r>
          </a:p>
        </p:txBody>
      </p:sp>
      <p:sp>
        <p:nvSpPr>
          <p:cNvPr id="41" name="Legacy module connection">
            <a:extLst xmlns:a="http://schemas.openxmlformats.org/drawingml/2006/main">
              <a:ext uri="{FF2B5EF4-FFF2-40B4-BE49-F238E27FC236}">
                <a16:creationId xmlns:a16="http://schemas.microsoft.com/office/drawing/2014/main" id="{5A2EC1D3-82D0-45FB-8D61-D9A1FE48DA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3075265"/>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734319-BC66-442A-BA93-82A7845588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75BC110D-6D01-4EA7-8CDB-5F4D6AF1FE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DB4E5942-188D-4AFC-B549-F79345C1C8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672E9674-557B-4F36-849B-D98D383671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3902AF18-6D83-4BC8-8025-FA69017AF3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4C846DAD-5F40-4173-930B-024F678FE4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F08D91F2-D6EE-4EEA-BFD4-0EAA824F280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0B6587B5-AC90-400D-8206-4253BF51C4FD}"/>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D3E4C14A-D266-46F4-B5CB-D2977D51FBBF}"/>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ED00341C-C345-4E43-80D7-9A9BC4D9772C}"/>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0B0CD9B0-F94E-4D0C-A611-CBB472219FC3}"/>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7D49E2C9-D004-4A6D-8A75-E32D1F892A8F}"/>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00F009F4-8800-4817-979A-63E7F4A3421C}"/>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E83C5C5-A6CE-4AA7-AB3D-EFFF718E9DB4}"/>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D329B740-43DC-4C69-9413-A64C8547ECC2}"/>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39E93E9D-412E-4E64-BEE0-68C9273598BA}"/>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1779742F-F3C8-4376-ADC7-9524A60E138B}"/>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24FDFC47-05C7-408C-A0B4-4845BB7B638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75D15840-E109-4342-B13D-461302B7FAE5}"/>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D77C3EBD-5E8C-4417-89CF-1A5EBC725AA0}"/>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E0BCB15-E84C-4E0A-9E81-0DCE5A0C8C2F}"/>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5D99E4F4-B63E-45F5-93A7-B4D8733AC212}"/>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33993815-AE13-4629-BACA-0EBA97186D5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25D1F77E-19ED-4B59-93AF-DB928A81129F}"/>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ABCFA87-9EC8-46F2-97AD-7B471828DA5F}"/>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A3BD45FD-1284-4D7D-BA58-F4DFDF771F9E}"/>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C45455A8-6612-4ADF-8B80-B8789EDCED61}"/>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9CA667C4-5BD7-4ED3-A8D0-F21283CDB65F}"/>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46DE2449-E8F1-482A-AA58-CE63F8BE61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8278056"/>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8F7A324C-01D3-4D2E-9269-EE148977A2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4D4A9DF6-D9DF-4706-B395-93CAF725E5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6152917D-1F92-4F92-A803-E9CB807296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256F768-D6B2-47ED-A05D-22EF9CB6E7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69ABE037-11F0-4ADC-8572-B886975BCC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232F2225-5927-46EA-887B-76569416A5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4AFA9AD5-8ED2-41F1-AEAD-D07F33552A9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DA8E141B-9F2A-4F44-B62B-9BF8BBEC948D}"/>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438A7732-B617-4F02-9762-91429D459BA3}"/>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6FACD304-E561-441A-B527-694F016AE27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56B35D23-97F2-476A-8364-86CCCB9F9034}"/>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A31A8EDF-69F5-44A8-BDED-0B6BE2A82112}"/>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AD503CA5-DA83-4460-8F54-D727153E6696}"/>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5C5DB4E1-A0D0-4C32-A305-2E18EFF8801D}"/>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BE93DBDA-A10F-410D-8C58-260D0EB5579E}"/>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7E931636-D966-4923-BE1F-D6120CF927B2}"/>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1D4C919A-B671-4786-989E-79A91BCF307D}"/>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DD86A5E4-7F70-498A-8990-AA0921460266}"/>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5AB6F30-B6FA-4BE3-AD46-27A1EEDAFF2C}"/>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98ECDC9B-4C60-46CF-BEFF-40DAA60D7E9B}"/>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F9EEA6B5-7058-407A-AB87-113DDFC13CED}"/>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53C9E955-4FDA-4630-8327-55155DDA7C38}"/>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6B88F77-EC9B-4195-82EB-55E4DD401EC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AF1F7D08-F68B-4ED6-93DC-ADCD8206797B}"/>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AA35D46F-0F0D-4280-9784-DE4DAB136B8F}"/>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71E2A20F-0D81-4255-A571-CFFC82BC889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91476009-6798-48CB-962F-BDF8B43EB507}"/>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E5C0A3BD-0776-4C0B-A478-3F4D5ED27D7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C2FB6061-1F3B-4FD6-86B1-FEB533D7C98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F2823C6-73E6-4232-B1EF-81972F93C283}"/>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1C04CB3E-C1A1-41F9-8704-78325ADA7700}"/>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9375B056-4274-4E83-8EBD-BB2A846275AF}"/>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64CF0FD8-9D7B-49A6-BBBA-3EF92AA598A1}"/>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305775CD-B954-4491-A1ED-D9FF4FEF12C0}"/>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9450116A-3D20-4209-A313-4C2FFF3A247F}"/>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88CD7E13-F2B9-43D6-B5DB-772E1B716119}"/>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239FE885-92C7-4BA1-BA90-81F3DF52A4EF}"/>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03499FB0-5DF0-40D3-99A2-9C1987D0EFE4}"/>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4716FD02-2F5F-4709-9086-85F6523BACC7}"/>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D1E525B-4418-4DAD-AB83-6C91F10C7132}"/>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1B032CE3-9569-4280-BCBE-CA163D3FEC5B}"/>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BF4F2C7A-24DD-451F-A1F5-7328622F79C0}"/>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E4F9B518-33E9-4788-B4DA-87784A2FB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63077419"/>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Task의 문서 접근 비교">
            <a:extLst xmlns:a="http://schemas.openxmlformats.org/drawingml/2006/main">
              <a:ext uri="{FF2B5EF4-FFF2-40B4-BE49-F238E27FC236}">
                <a16:creationId xmlns:a16="http://schemas.microsoft.com/office/drawing/2014/main" id="{DA1A56FA-F946-4B12-B15F-8E69F8D1BB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A1025094-BDFF-4A4F-936A-F0475C0D35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963D5BC0-2AC7-4DFF-9D2A-C93A38AFCC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197CC57F-C180-406E-91A4-4AB831F91D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005B4FA5-EC96-4DF2-AFD9-158C37FA78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의 최종 실행에서만 관찰(이전 A 실행과 다름) · 현재 Desktop 검증 아님">
            <a:extLst xmlns:a="http://schemas.openxmlformats.org/drawingml/2006/main">
              <a:ext uri="{FF2B5EF4-FFF2-40B4-BE49-F238E27FC236}">
                <a16:creationId xmlns:a16="http://schemas.microsoft.com/office/drawing/2014/main" id="{92D807FD-14D9-4A42-A943-C0E037828B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A의 최종 실행에서만 관찰(이전 A 실행과 다름) · 현재 Desktop 검증 아님</a:t>
            </a:r>
          </a:p>
        </p:txBody>
      </p:sp>
      <p:sp>
        <p:nvSpPr>
          <p:cNvPr id="7" name="같은 저장소 · Crop 범위와 실행 의존성을 물었더니">
            <a:extLst xmlns:a="http://schemas.openxmlformats.org/drawingml/2006/main">
              <a:ext uri="{FF2B5EF4-FFF2-40B4-BE49-F238E27FC236}">
                <a16:creationId xmlns:a16="http://schemas.microsoft.com/office/drawing/2014/main" id="{52643CE1-931C-4347-8BE0-609A04E3DF8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Crop 범위와 실행 의존성을 물었더니</a:t>
            </a:r>
          </a:p>
        </p:txBody>
      </p:sp>
      <p:graphicFrame>
        <p:nvGraphicFramePr>
          <p:cNvPr id="8" name="">
            <a:extLst xmlns:a="http://schemas.openxmlformats.org/drawingml/2006/main">
              <a:ext uri="{FF2B5EF4-FFF2-40B4-BE49-F238E27FC236}">
                <a16:creationId xmlns:a16="http://schemas.microsoft.com/office/drawing/2014/main" id="{323A60F0-1087-4576-A881-5A08240370CF}"/>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된 차이">
            <a:extLst xmlns:a="http://schemas.openxmlformats.org/drawingml/2006/main">
              <a:ext uri="{FF2B5EF4-FFF2-40B4-BE49-F238E27FC236}">
                <a16:creationId xmlns:a16="http://schemas.microsoft.com/office/drawing/2014/main" id="{14B859A3-5262-46FE-8003-D59EC2D5A1E8}"/>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관찰된 차이</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B4D3C385-8A85-4826-892B-82803A79AE31}"/>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해석의 한계">
            <a:extLst xmlns:a="http://schemas.openxmlformats.org/drawingml/2006/main">
              <a:ext uri="{FF2B5EF4-FFF2-40B4-BE49-F238E27FC236}">
                <a16:creationId xmlns:a16="http://schemas.microsoft.com/office/drawing/2014/main" id="{869A95C0-2942-46BC-B66F-86B25B4DAEFE}"/>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해석의 한계</a:t>
            </a:r>
          </a:p>
        </p:txBody>
      </p:sp>
      <p:sp>
        <p:nvSpPr>
          <p:cNvPr id="12" name="구조 문서는 둘 다 읽음&#10;완벽한 문서 선택 미입증&#10;토큰 절약·성능 개선 미측정">
            <a:extLst xmlns:a="http://schemas.openxmlformats.org/drawingml/2006/main">
              <a:ext uri="{FF2B5EF4-FFF2-40B4-BE49-F238E27FC236}">
                <a16:creationId xmlns:a16="http://schemas.microsoft.com/office/drawing/2014/main" id="{541AFF30-0F00-4020-82B5-827197E0F598}"/>
              </a:ext>
            </a:extLst>
          </p:cNvPr>
          <p:cNvSpPr>
            <a:spLocks xmlns:a="http://schemas.openxmlformats.org/drawingml/2006/main" noGrp="1"/>
          </p:cNvSpPr>
          <p:nvPr/>
        </p:nvSpPr>
        <p:spPr>
          <a:xfrm xmlns:a="http://schemas.openxmlformats.org/drawingml/2006/main">
            <a:off x="8191500" y="4324350"/>
            <a:ext cx="33909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구조 문서는 둘 다 읽음</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완벽한 문서 선택 미입증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토큰 절약·성능 개선 미측정</a:t>
            </a:r>
          </a:p>
        </p:txBody>
      </p:sp>
      <p:sp>
        <p:nvSpPr>
          <p:cNvPr id="13" name="두 요청 모두 소스도 확인 · 목록은 읽기 순서가 아님">
            <a:extLst xmlns:a="http://schemas.openxmlformats.org/drawingml/2006/main">
              <a:ext uri="{FF2B5EF4-FFF2-40B4-BE49-F238E27FC236}">
                <a16:creationId xmlns:a16="http://schemas.microsoft.com/office/drawing/2014/main" id="{D049FBA3-E5E6-4404-BAF2-E9B121C2A3D1}"/>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두 요청 모두 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540564B5-AE0B-4F96-B684-54A105147C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8516308"/>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0BD03B37-5C5A-4D36-81CA-DC2BB6618F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104B9D41-3C7B-4FCE-998D-DE55F8F24D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A20409FD-AD69-4D6A-9D49-587EF291EC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07AC15D-4CF6-48C0-BA4C-FFA9571F52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BEB2BAAB-AB6C-4E9D-9157-11B0257B5F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337FE52A-11F6-4D36-811F-C0BC150EA5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CDA65D95-0EF2-49FF-B062-2BF5DA1F1646}"/>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F115AE28-8919-47F0-A228-45421E0D3620}"/>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AB55006C-C4B4-42F4-9FEE-C5C76B86189F}"/>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472B81E-863E-4E2B-9BF3-2903B837144A}"/>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058A07B5-5B0D-4969-873F-6680107848B0}"/>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1815C94F-5673-4D4E-9967-A106A919C05F}"/>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541E9EB8-6129-49E5-B307-39EBF37B6946}"/>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0F546964-F9F2-44FE-B31E-DA748FB226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53466258"/>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56AD744C-5B4E-4A44-B4E8-50B7B9AA77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282E4C2B-E6A6-4606-8415-28B43B386C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04BC86B1-C3EE-4EF3-8309-DFBA8616D4A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5D22C6A2-C368-4E55-9922-EDE7C8C416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17C2FC15-E246-49E6-8453-A9A2A8DE69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A30AA19E-6961-4AE8-A60E-3C8409E7B9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6AF3A360-9B66-45FB-B230-A4304A8CD95B}"/>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AADC1EFC-52F8-4EBC-A117-7D51B58147EE}"/>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FFA8C16F-F1EA-43C4-A1C2-C0BC8BFE9797}"/>
              </a:ext>
            </a:extLst>
          </p:cNvPr>
          <p:cNvPicPr>
            <a:picLocks xmlns:a="http://schemas.openxmlformats.org/drawingml/2006/main" noChangeAspect="1"/>
          </p:cNvPicPr>
          <p:nvPr/>
        </p:nvPicPr>
        <p:blipFill>
          <a:blip xmlns:r="http://schemas.openxmlformats.org/officeDocument/2006/relationships" xmlns:a="http://schemas.openxmlformats.org/drawingml/2006/main" r:embed="Ref942d218d094805"/>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FF593F05-B91F-4BE8-928A-4A2036A8AB43}"/>
              </a:ext>
            </a:extLst>
          </p:cNvPr>
          <p:cNvPicPr>
            <a:picLocks xmlns:a="http://schemas.openxmlformats.org/drawingml/2006/main" noChangeAspect="1"/>
          </p:cNvPicPr>
          <p:nvPr/>
        </p:nvPicPr>
        <p:blipFill>
          <a:blip xmlns:r="http://schemas.openxmlformats.org/officeDocument/2006/relationships" xmlns:a="http://schemas.openxmlformats.org/drawingml/2006/main" r:embed="Raac23c86826141e7"/>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61755F21-D2E0-413F-B5C0-EDF13E3136EB}"/>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24915C59-9096-4417-ACC2-3B33CC6E4841}"/>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FEB7A061-55A5-471A-98FC-F22580855897}"/>
              </a:ext>
            </a:extLst>
          </p:cNvPr>
          <p:cNvPicPr>
            <a:picLocks xmlns:a="http://schemas.openxmlformats.org/drawingml/2006/main" noChangeAspect="1"/>
          </p:cNvPicPr>
          <p:nvPr/>
        </p:nvPicPr>
        <p:blipFill>
          <a:blip xmlns:r="http://schemas.openxmlformats.org/officeDocument/2006/relationships" xmlns:a="http://schemas.openxmlformats.org/drawingml/2006/main" r:embed="Ra10c9ae6b2ab481c"/>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FA18FDFD-201D-4553-8BDF-7C32961C45C6}"/>
              </a:ext>
            </a:extLst>
          </p:cNvPr>
          <p:cNvPicPr>
            <a:picLocks xmlns:a="http://schemas.openxmlformats.org/drawingml/2006/main" noChangeAspect="1"/>
          </p:cNvPicPr>
          <p:nvPr/>
        </p:nvPicPr>
        <p:blipFill>
          <a:blip xmlns:r="http://schemas.openxmlformats.org/officeDocument/2006/relationships" xmlns:a="http://schemas.openxmlformats.org/drawingml/2006/main" r:embed="R61efb07b063d4fd9"/>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F7FA1D26-16D8-4A42-B757-23D0BEBA5201}"/>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58E883ED-1DD8-4783-8D7E-FC284447304A}"/>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EA148625-8C4C-4B02-A6B6-33A90463C742}"/>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37AFD209-F8AC-48EB-8979-3F2A085C14CF}"/>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7F4E77DF-2CB1-44E0-A16A-9213DF0BF71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78C68DAF-4704-48D5-B77D-B7954CD54F69}"/>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BCAD01AF-8BC5-4F23-97D4-AB4A5033AC86}"/>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0D8F2902-15C4-4415-AD79-09001BDECAB2}"/>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3C2063C0-AE44-4B3D-AA72-0B9B8FFF97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046662822"/>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EC8C92DE-A418-4123-AE7D-B99E79128F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9D1DB6E6-9719-470C-8FD5-6E5624FD1F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A41D8F52-E85F-4A80-B6E3-99CB27DA85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E908C9E4-9BA3-4FCF-AF29-9DF7E3688C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981168F3-0E8B-4960-8E63-4BEABFB0D2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20377AF4-DB05-4E94-B5B4-1051546C7E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91BA905F-D9C0-4E79-8193-B9E36B2E659C}"/>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AB7E5335-046B-4536-B3FC-0FF990E15F32}"/>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C4D43CA9-7CF5-497C-8B59-8AE99A5FA2CA}"/>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6D6F4EC-AFCB-4C86-87F3-415C8C36EB28}"/>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E9AF5B7A-88CC-4EA7-AEE0-50F613CE67E5}"/>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6EDB72B4-E044-4AC3-BD40-647E8315CE35}"/>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7EECCD24-D581-4187-8AA1-5253B177567D}"/>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DADF0D1B-9929-4C74-BBA8-3855EEC0BDA9}"/>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58F9F7E6-8CAA-487D-B311-BDCEB6D288AF}"/>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DF50B2E1-2B29-4A82-8DE1-5F80D8C7424C}"/>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9C9D886F-2ED0-43A3-BD8D-6E6194675A85}"/>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39304ABD-31CB-435B-AA55-913A6E597F4F}"/>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FF53CAF5-A162-4C78-9D82-C922AE6452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31182411"/>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E90741CC-A696-4162-A060-756A2B3F31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E825F9D2-B80E-4EF5-9A62-EAC061EFE2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CB543593-2319-440B-9991-DFE101992D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92FC261E-D5CD-4032-895E-23DD7DB40C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AE47B2A7-361B-418C-9E47-B3F1C38F3D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50D02EBD-1985-4D32-A027-C8ED433D33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7B575745-749F-46F4-A5A4-53FF59122DF5}"/>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42B73F33-D0FE-4495-BB05-6D771BCA8436}"/>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66047D1A-38B9-4139-99F2-9E067556868C}"/>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B3F600E8-789A-4A49-B72C-3BEAEE81769B}"/>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3AC537F7-BD2A-4B32-94B8-68488E4B4544}"/>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F9C9DA95-C071-4129-AFB0-07A5EC9AC088}"/>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81B8F131-F04D-49F5-8144-6A42F1E87075}"/>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5DC210A6-E6BC-48E1-8BC6-5F7649014EC7}"/>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2BEE54F1-EFA7-46DC-864D-A9E57DD9D195}"/>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5545F3DC-DAC0-49BA-A5EF-114835C9377A}"/>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F4F1B2B4-D55E-4A53-ADAD-5800D08E3A90}"/>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F2ACDBC9-F765-4C91-AEE9-D11C9DDDAF69}"/>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E8D749D7-C948-4B7C-B65E-CF9A05FABA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07125925"/>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448C78DC-9D0F-4BC4-96D2-94339CB86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36F566E0-1DCC-41CD-80C8-8E9E374C8D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123638D2-B5B6-4E20-9349-E0C8698738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BC1C8CA8-8E3A-47E5-BBA1-E35BBB5CD6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685938D2-81E0-46E4-A370-233F3C45E8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092B7BB7-53A4-456A-ADBF-9F05A877B0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A40A6F79-4848-4743-9E43-D4098260978D}"/>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1934C410-7260-4A2E-9264-0DFAD3C664F3}"/>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482C489F-30F8-4034-858E-5720DB652472}"/>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3504A4B-F4AA-4DC8-9D16-43BEBEB29C1B}"/>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5D563F0B-FF9B-4543-8BA0-76A0CD9FBBB9}"/>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6E68232B-123B-4931-A383-18A33B9D0FEA}"/>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12C2EE9B-4F8C-4724-B02A-3E3507745D3D}"/>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B92285D0-8602-414B-91D9-921CC72FF182}"/>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AD81EB96-1905-4286-B3E5-EF5A4046C26E}"/>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2F74ABBB-6375-4E2C-A203-79C9926A452C}"/>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15498EDF-25A1-4C4C-B268-48628AE317F1}"/>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D2CF9FC7-C187-4E5C-86FC-4D491A1330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0716636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E51CE024-DA97-4FD7-A568-6CAD16F87E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AC7BB3C2-35A2-42B8-9ACE-7C5E83356C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850754B6-37D9-4D9F-AB6A-F472A313C9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07A8DF12-6CC3-4968-BFCC-6C6B917C5D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57A65D65-9303-432B-8D82-7A4EC406D6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27B686C0-138E-4CD3-B365-273C420D32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91D731A0-C349-4D93-8A8F-A73DCE0444C4}"/>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5C9BFA84-8DF7-4E55-B92D-8145A6DCA81B}"/>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28CBF5FA-04CB-4E33-B435-7F9E8D69FE56}"/>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38C69624-D249-4A0E-97E6-BCFF20B6593A}"/>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B5B6B167-261B-473A-A66A-2ADC30C12D7C}"/>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4A8136EA-6BC6-43DA-9615-D81836B442AB}"/>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5D404486-9189-465D-8E87-8B060FAB4624}"/>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598FFAAE-5862-4C76-975A-BC04B08797F5}"/>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C6E7353B-88D4-4C9E-B86C-0F9B69E1BE59}"/>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BCC84D19-637F-4745-A7D9-0B6F1A5988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956195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955BD68A-CDB2-4BE2-90FB-F26A02A54E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E7182D7D-093A-47A4-8CC6-545972EB4A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FA5A8361-FCB8-4789-8A96-D1017245602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6FE00D46-0924-41C6-92B0-35C9A4A681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BFC5F0EF-3F2B-4EB2-B81C-AE1B97E962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A7D710B8-2286-4206-B41E-1B2E0870E7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E7BFF661-8FEF-4626-A0BD-46110C70B92B}"/>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0DED7F5D-5CF2-4567-8023-1B81B50BCB2D}"/>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24AF5901-0212-43BF-959F-247B7D8130CB}"/>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1630B318-A0D6-4E77-9722-2DA9A42F8E50}"/>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6F4761D6-8B36-4479-9B92-62F010402C4A}"/>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405952E8-BF50-409A-A480-CC83A7CEA81B}"/>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784A4160-AA4C-4166-885F-7A02B3F506C9}"/>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573BD5FC-3BE3-4C02-B4C3-D45F5F247D6A}"/>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9CC78DD1-77F0-404F-8666-CDD6418BB9EE}"/>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506EB9F3-AA82-40B5-B111-9813E539C453}"/>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DD747172-223D-484E-A847-5A8B0C780408}"/>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3D354751-5E3B-4698-915B-CACA07227F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8771132"/>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E9D61EC7-19F1-416E-B0BD-C966111B56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070F24DE-5E6C-4BA0-BEEF-408DBABF13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4E35A7F0-8C10-4066-9040-C65EA8C69C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C99DE537-D8F6-4FA6-9FBD-2FB85898BF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B67E81B1-0313-4316-B2E0-256EB7EBF4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76DC6A47-6256-46DC-B932-1943A2D2B7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19239824-12DC-4170-903B-9197FDB178AD}"/>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7A2826E7-D1A9-4F02-84E9-DC936A32FB39}"/>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03BFE31F-C828-402C-BE31-EBAF9CCF60C9}"/>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69136D19-6ED9-4C71-B9D8-D8C5FA47BF31}"/>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5ACCF3A9-C1F6-4B41-9B01-69A6738D68F6}"/>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7F8A21A4-467D-4AF8-B09D-8B84EA19624B}"/>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6147BAD6-8A31-4012-A303-A118A9EC6C76}"/>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6A1E9780-6FE5-4CE4-9650-8FDE7D0B265E}"/>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C1917B9A-D497-413C-91C1-DBF89C34191A}"/>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3EE8B7B8-5147-4CF0-BBB1-CB46FC829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782448042"/>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1013D1B4-AC20-46FA-8649-714E339C93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D809F3F8-45C7-4D5F-9385-04D4A51DEF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3FDB40FA-F124-4F98-A11C-BC5D59F868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3EF7850B-0AE2-46C8-8131-FD750AEF9F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0DF8AD60-171C-40E9-A105-5A4636DFF7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14FC984D-FFA3-46C2-A330-BD55CD9D7F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A193029F-3F24-42D3-A45B-F5F9CD114850}"/>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80075033-952C-4483-8DEA-6A8484BFA81B}"/>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7B3C0D87-181E-4EF5-A3B0-35329437D21E}"/>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B6D8693F-D436-4F42-A555-8656541B6A31}"/>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090531F2-B9E8-467C-BFC0-86F67B97AF48}"/>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867BA9BA-CA08-4649-B860-45B5614B0904}"/>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91A8B820-41F9-43A9-996C-703CFF67C402}"/>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B781B00E-C72A-450F-8412-F7CDE07C6151}"/>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8EA49971-9E33-45BB-B9F2-73D472450430}"/>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502AC2C3-68E4-4682-B3B3-2BB5260346C9}"/>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9F68A375-DEA6-4D5A-BFE4-BA1AA987FC13}"/>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8DDE1810-8D2F-4D87-A599-0065B0082864}"/>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38F2BC96-3DFE-4E11-BFC6-6CE17838BF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48655564"/>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D9A51C9E-841C-4AC0-B6DC-C894B894F7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DC2D893D-DDDE-4E74-B0A6-F34BA0931D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D447A3A1-4C5E-4296-B750-F1F8DD630B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6954C9D0-E12C-481C-8713-6CE95AD87E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BFC8E1F2-4E5E-445D-A47A-6BDCCC1D03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9692E60F-32D7-4F36-AA86-B871E30D16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3325B215-9DD8-4A26-8052-7730E99E9F2F}"/>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3DB43190-3681-40EB-947E-ECD7B6A2C054}"/>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3CCB977F-FA7B-4555-91FA-024E20DE20E5}"/>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2B422E4F-22CD-4EDA-8AFD-790D0784B595}"/>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5df4a7d839ea42e5"/>
          </a:graphicData>
        </a:graphic>
      </p:graphicFrame>
      <p:sp>
        <p:nvSpPr>
          <p:cNvPr id="11" name="">
            <a:extLst xmlns:a="http://schemas.openxmlformats.org/drawingml/2006/main">
              <a:ext uri="{FF2B5EF4-FFF2-40B4-BE49-F238E27FC236}">
                <a16:creationId xmlns:a16="http://schemas.microsoft.com/office/drawing/2014/main" id="{221345F1-9FB5-4686-AE17-E3D400993158}"/>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F4D4FF11-43C3-4E76-B5DE-F5E8BDD5054E}"/>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B4B5E15F-75A4-4859-AA53-BB23360CD45C}"/>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756EC5DA-814D-4D9D-9346-99B916AF54D2}"/>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FDDC012A-CD1B-4869-9A05-240D5161FD2E}"/>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45B32860-9C3E-49A4-B7D9-8B3823EFA423}"/>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1CA76F92-9753-4F02-9E6A-2098CA7787C4}"/>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51B61602-EC7D-435F-AA6E-36A804F2CFD4}"/>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4971D56D-364D-4CCB-98E3-25B003E7545D}"/>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0A5633A9-4D6A-455F-BAC5-E5E92B31FD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585775260"/>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3D4E6E58-02F3-469E-B7DF-8843A005FB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52CCA252-6DC8-470B-BE91-A5D47C461A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0ADEC7D2-A972-47D8-BA05-B6603BF949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FEB1EF2C-DE8A-4030-8409-BE6096157D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B4FA2C87-40A7-4155-AAEB-0BC6EE57D3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FC526B3B-AA88-40C4-99A9-F2CC879CF6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82785969-DBD8-4F4E-AF8C-356803D1E963}"/>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10337EE9-1AAD-45DE-876C-C1C57A0DB82C}"/>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207AF00E-3A07-4524-8D4A-DACA9BC5D4DF}"/>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BECCE1D7-1D0D-4077-A76B-4F61E7C193F7}"/>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6DFB1C1-121F-4FA7-8B11-5080DB9E9F65}"/>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7702B9D6-75D0-47AE-8567-6B877739B9BD}"/>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60233F36-7B59-4235-B1D6-F91F95D439C2}"/>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EA318D56-85A8-4491-A99B-0D2052497072}"/>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D31A61A-F4A3-4172-BF8A-7D81B0A393A1}"/>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21E7A018-EB40-447A-811E-C96A612C1F4E}"/>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0C3C1A54-3B3F-4481-8246-F73FCE48E016}"/>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9F184AAB-1E70-4A37-BF2D-A2B589E96A80}"/>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5707D0D1-9994-4B7B-9150-0D9D15676543}"/>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6C77120F-F0CD-4C76-B986-1DFE1BD644AC}"/>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8781E075-798D-46A5-B0E4-3331232001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06652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F8F00AF3-3C30-4871-8849-2547EBD58D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EE1BB14D-4D86-4469-ADF4-E9795F9EF2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66833981-EC37-4172-A70F-9AE9840F0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51B222F4-7B7B-49EA-B4FB-F466701604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32CAE8E0-6B26-4EBC-817D-0A4E0B42EE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EEB54E2E-2AF6-4D5E-B58F-0B9E8E09D7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D44EFCCE-C414-4D4C-83B9-1DBF278D7957}"/>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1353E775-05DF-44AC-958A-4DFD211689A2}"/>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FA17DC71-BBDA-42A7-A3BF-FEF72EA9B431}"/>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E3DE3B89-35E9-4545-B51B-58F3F86F9A20}"/>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FFB8D91A-91BD-438B-8C2F-FE29DE5FEC8D}"/>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5F2CF51F-D0DC-4F81-BD4C-DD81721FCFF0}"/>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FF4A7DC4-DDEA-4A2C-A2FD-1F34A94BA339}"/>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030EAA24-6BDF-4A4A-93BA-0CDEDDDDE0BC}"/>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BF0719C8-7427-4EF3-BDBB-55A2D4108EB6}"/>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7DF55F5F-3996-4C83-887E-251DFE6A6170}"/>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3E72BD61-7316-46E5-A250-C7CB6A29FC94}"/>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973F6AA7-71C6-4993-9634-6B6D07F5EAC2}"/>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A571213E-0D84-4E7B-8031-D96F37ECF534}"/>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76EAECD-DDA4-4C55-B226-391A96EBD62A}"/>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86F9EF2C-CCBF-48B7-A60B-7D29820F85BB}"/>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CAD4E8CF-A07A-42AD-908B-3E651AB72C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705576"/>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37E68517-D45A-448B-9BC2-DA42AC74C5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076633DF-38E8-4792-A897-128C7E76DE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2AA1CA88-4813-44DF-BE09-D2C4B4C389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694C2B04-6636-46E2-B06B-8D481D2E85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EB73FC22-31EA-48FF-A30E-98584E5CD8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3FDF42E1-2F6D-4730-9705-E90EF37024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FF094153-1820-4DC2-BBAB-F44CC9B5E273}"/>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F5C766DA-FFCE-4B9B-BF49-D48AC54E31FF}"/>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798096D5-1E88-43E1-9F39-E84298114349}"/>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38E1B7BD-CAE9-4D2F-B706-D33E5190F8B9}"/>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4C2F2C31-15B4-4C71-BDDB-60BA2BFFF6FF}"/>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86B37D87-05A8-4F80-B126-80F802051ED3}"/>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8C0C3FD7-E2DE-4D8D-AB65-1B898AAC4A33}"/>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8F856D3D-EF06-41EB-9F07-3A944B3632B7}"/>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1327A5AB-3097-42F4-B7A2-FF1BC58C9512}"/>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AF7A9471-4A11-400E-8905-2C16A7874030}"/>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5E16A63F-0520-4A95-8404-33B1D1EFE46B}"/>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6654678A-496B-4104-A375-D6730AF5D920}"/>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6F163B90-8F9E-4DCF-A5E6-2F6A9467A862}"/>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F81D2C9C-A452-4BC0-A3ED-399F81A5B00A}"/>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2627E228-0B57-411F-A8BF-8D09822D79BA}"/>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E0C3BC15-728B-49D9-9BAA-F66EB5F9F2AF}"/>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F7DAA17B-E661-4248-BD53-6E3396DF8AA4}"/>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B2BF9EB3-999A-48C9-A4D7-AE5E93389FCF}"/>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4AD05D76-06E7-49A8-B800-82F5573441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271554"/>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769014D6-CC23-4804-82DF-3B73DC7EAC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96E1B44E-2BAE-43A7-BA50-59DD6B57BA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3388113A-7F5F-4CA2-B59F-49DAEBAB4E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F6AB1DF0-DAFA-43F9-8261-C64E0A7A84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5C0E8C4C-4B37-46A8-8B34-26F3E5FEA1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F8B04EBF-241D-444A-990A-FC965F5F97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2F1B98EC-2280-46D1-A917-24489361B2CF}"/>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19ACA824-B3A7-4D04-854C-3B9D0DB0BB99}"/>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BA773E6B-3CB4-484C-B75E-DB2DE2457C1E}"/>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CB8EA082-8A9D-45FD-AB8B-9900B785A54D}"/>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86AA4756-C09B-4788-BD74-F2856CA970BF}"/>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BA1591AA-9FF8-4BFD-B240-5F5BBC96FDEC}"/>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287D5F27-D383-4D30-91F1-2AD824BCFBF2}"/>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CC6FAC5E-3103-4BC6-B4E2-7E7FECC5BFDD}"/>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C7DF3883-D562-497A-9E95-3BA8BFBFE012}"/>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C7722167-A6D8-477A-8D85-0469B6E1A9F5}"/>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8FE172B0-AB5E-4A67-98AD-148B24DFC7EB}"/>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A1EF10FC-DAF2-499C-8C18-5CBA1B44E65B}"/>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D99C2285-7099-4303-BEED-3380F4D1BCB7}"/>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E42BC22C-73E0-4A53-B06A-12275560DA33}"/>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192B4FC4-C867-4356-9440-957ADA2EF6E2}"/>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CA77EEAD-C380-4AF7-A683-C35989A40269}"/>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A3F3B119-BFCD-4C4D-96B3-0F677BF743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1384551"/>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C2E5B49B-D62B-4F40-BD52-9ED25E171E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6B5240C5-27A8-47B5-A4BC-9B12C22F7D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2299B453-2417-4B06-9EDB-BF8C71DA4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6CE2C5F8-897D-454D-B475-72FBDFD1E4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6C6B8952-3863-4931-937E-F91AD377E9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405FBDB5-267A-4ED5-98CB-B7FD73DD44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4BE65B6C-D556-4BEA-987C-D3CA7AA4E25B}"/>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75201759-EC82-4E6B-B97B-73A2BFB5ABAC}"/>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36B75766-E85C-458B-83A4-8E75B8D2B4D4}"/>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5EE6BAEC-FDB0-471D-AF76-8B91A1ED2662}"/>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50FEC35F-D1E1-46F6-9135-7094299C1CB8}"/>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58D042CB-727B-4355-A982-73E29C41C567}"/>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54C1F0FA-DE94-42F3-8539-3C34E7C202EE}"/>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D21E4A15-AF51-473D-A995-F548FAB4C238}"/>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7F252B1A-E015-4AF3-969C-F1BDEC07003C}"/>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89BA4826-1B18-417B-A514-3960A2360934}"/>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768A553E-8AE7-4CBD-B494-C2A534FB6A96}"/>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2D444C25-F8AC-48EB-979A-C53DE947B40D}"/>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E186E9FD-08A4-4A93-B69B-C5B1C9135815}"/>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27000F09-2AB6-4926-A2BD-AFB0C61896E9}"/>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8D4AA8A4-602C-4803-9648-20A9EBB895DC}"/>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7F42D3DB-D090-433D-9DE6-CAC596694611}"/>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EE1DD91E-731F-49BD-8DC6-3A568E971CDC}"/>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6A2340D5-F1D1-4DD1-8974-4C596F2C35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9129753"/>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5B74ABE7-EB95-4CB5-AD36-6A635D0736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A014D027-83A5-4493-8F28-4B481B7B21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B55DFC04-BD33-44EF-881C-67F7CC75B0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D47DD52D-7F00-449F-A0E4-AF6ECB79F1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1D402500-2325-4D57-94CC-8D5A30D9AC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31F1B430-2681-435E-BE9F-C92F2A21AE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DA6A7CEA-3FCB-4E29-AE7D-583F13E0CA9E}"/>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744F342E-C1DB-4071-83F3-1C97C2773135}"/>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B2948BEC-2172-49A3-9480-BF9B7AEE4090}"/>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105498E2-C33A-4C67-B02F-7F0348BC5698}"/>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5B8877B4-C9D3-4996-84DD-67C544B2C59A}"/>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926B3812-EEEC-44FF-B485-C51748131EF7}"/>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17A1C81-DD4B-4C1D-A6B1-6BFF99E57427}"/>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F625FA4-33C8-4F68-8D7D-F5D967DA18FA}"/>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BC0C954E-82CF-434B-B544-90F10B0E4660}"/>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180BF920-DDC4-4294-A4B8-150525D9BCF6}"/>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4CE51810-6A18-47E3-AC85-4E59CB24DF5A}"/>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C8778862-64D7-4D71-A16B-9CB16A94E7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7952189"/>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DC48BB33-EE61-42C5-814C-7ACBC1099C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D120E60B-DAAC-4188-B3F6-5B11533378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C548C8FE-A8B2-4EF5-B3D4-82DBDE5A89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951A369E-6874-4A1A-B995-73742C40DD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D4644FF-ECAA-4802-A2E6-0708E95A135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C7C2680F-DE0F-466C-9348-A4CBE896C8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5696183E-B480-4E1A-84C5-8CDAAEEEE8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1731ACA1-2318-4427-866E-E67BC3614B2D}"/>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3435B992-FE38-4B7C-A020-431D667DC114}"/>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C3DDC566-157F-401C-81E7-B9624173E2E9}"/>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C8B7412A-E7DC-4171-B52C-C5B70176803B}"/>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3E7FF5B3-606C-42A2-84EB-92889AB41663}"/>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F6E16AA4-121C-4881-96D1-4F5FFB9A022C}"/>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79EFAD9F-5444-4A71-9B7E-57A96851A274}"/>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C3C432D3-8259-4BAE-9742-8666E6D97E3F}"/>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B7F25223-39CE-4845-BB5D-5724C8A0950C}"/>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9D07D4F8-B011-4F7F-95E6-475465F78ED6}"/>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6EC23C1B-AB05-47BD-A11C-1E1984EB4E4B}"/>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BA3D7A01-0375-4F08-A4DE-DDFF20ABD880}"/>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9F2F1B8C-818A-41D3-911A-1DF6BCB4F546}"/>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DF33D8AF-34B6-4D68-AEFE-1E66F1C916A6}"/>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77BD7D08-F5AA-490E-B07A-6B9F97C8AA6A}"/>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F73921CC-98D8-44AC-9858-FFA98CC80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50605842"/>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E5846B58-F3AA-4ED7-9A10-38D9A52AEE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99B58E8F-B53F-4CB5-BFC1-C04BF665AC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960EFDA2-8862-4384-9861-CAECB61952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752F3A19-0FA8-4BCF-B274-8D2FB37FA2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4E1A7921-42B5-401B-9237-9D206888CE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87496E9A-300B-4210-8F98-C53784AEBB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74CD801C-0468-4ED5-8A35-7884D0946F78}"/>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51C7594E-3BB0-4E53-976C-AEC2D29B8564}"/>
              </a:ext>
            </a:extLst>
          </p:cNvPr>
          <p:cNvPicPr>
            <a:picLocks xmlns:a="http://schemas.openxmlformats.org/drawingml/2006/main" noChangeAspect="1"/>
          </p:cNvPicPr>
          <p:nvPr/>
        </p:nvPicPr>
        <p:blipFill>
          <a:blip xmlns:r="http://schemas.openxmlformats.org/officeDocument/2006/relationships" xmlns:a="http://schemas.openxmlformats.org/drawingml/2006/main" r:embed="Ra42909c393a549bc"/>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B276CCA3-69AC-4252-A1E8-0761D7734C58}"/>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F7692DFD-6A55-441F-8667-8C8879AA437C}"/>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D3A13C5E-3153-4174-AD2C-848F5D292AC4}"/>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57858299-7779-44D6-9688-CF4CA31198CC}"/>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F0970CF2-8B58-4FD4-9155-276CE7789483}"/>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8DC6F1C6-E95B-4668-B32B-EF8D0019AA9D}"/>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D31FA7E7-DB75-4A99-A3ED-9E8449DB42C7}"/>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CA2550A5-9104-4190-9197-0F9351377B53}"/>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0A449517-73E3-4C6E-9750-BDDDFB38C90F}"/>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4140D354-2F39-4F98-A356-983483844890}"/>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ED0E0653-2BCA-4BF5-89B9-16F96258794C}"/>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3E655850-8BF7-4D43-87C2-59AE10049009}"/>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B4EFDDD7-773A-4645-8D87-AB3FE1D68FB2}"/>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BC3CA56B-DCBD-467A-8B19-1001FF3F6A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94476842"/>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E2B73264-6F32-47A3-BB1C-F92D4780E1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FCD31D97-6E3D-462D-9821-FB2D9AF1E9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29659FD1-11BA-477F-BB68-2A8D54BBBD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D57BC322-C3F0-47C5-8D0B-8EF591EFAF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73FF9427-2FD5-4AF8-8E25-CA6715CA8B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B37851C0-8D49-4FA9-867D-4A26FE5B37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DBAE2AFA-FFF0-4959-B05F-12F3C33A11E0}"/>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D0DBE3CD-86B2-4C2B-9282-FC46C0179B6B}"/>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A8ECB2FE-AA40-4395-BC8E-0D8E3AD1D8DA}"/>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8003028A-67B5-4BEE-83A3-91592EF3B797}"/>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EE218481-E3FE-48CB-A117-4CEA3BB89015}"/>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8B505AC2-9408-4AF0-9D72-F73380433DE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79FF9BE0-CC47-41AB-B4DA-66B4602B194E}"/>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1FE98CFC-25E9-4C8A-BDF8-AD2E29922D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9271341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D48E66D1-80AD-4081-A53B-0C6CE31A98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4A2E4E62-0AAF-459C-84E3-7E28D2EEA9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4A4525E2-D1C2-4E8E-AC61-4C35B3B77C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3259C146-60B0-433B-9ED8-DE99D7D3B1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9138AF8A-F608-4E03-BA9E-FAFB655BD2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C9C13FAD-6965-4083-8FB6-56E67F6466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553285C9-F507-40C7-A6A6-C04C661CA7F7}"/>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771CEBEA-DB93-4EF1-8DF0-94A7FE3E57D2}"/>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4E56BAF9-7431-4E9E-B967-0CA351F89568}"/>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8207B5C8-A783-44F1-A5A3-41E1A3672E64}"/>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3151EB8C-146A-4974-BE34-79C7C246E18F}"/>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A6E73F75-439B-4D68-ADB0-2482BA7573DA}"/>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0CC5F4D6-F169-4ECA-970A-FD089B0C95D1}"/>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C75F3163-D5A5-419A-B4D9-58431FA3D996}"/>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BC3E3571-F841-4883-83F1-2089C84761D5}"/>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8153780E-9500-45A1-8BE2-7E62BE613284}"/>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0A1B67A1-9B47-4D98-BCB7-C859670D9ADE}"/>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BECDB058-51C6-4A07-8013-18FDFEC811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44910400"/>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EEC1020D-B3AE-412A-B4B9-9EE756CF15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EEA14EF1-B2CA-42EF-A68E-94A3951B6B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7128380D-9909-444C-941D-434FCDD8D6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09C3AE10-EA44-46B2-ACDA-7AF611B3B8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84E47087-AAB7-4475-8763-6EE113A195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A93DCE73-E749-4DAC-B386-BC8CB7EF06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859DD918-EABB-436C-B013-E888A8647927}"/>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F0B42116-CB3A-4DA6-AFAC-ADCCFB3978D1}"/>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49ABE382-4DC7-4409-AD38-07947BF59901}"/>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C3CAF3A2-BB41-416C-B7C5-19C3A267A7DF}"/>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13CCB08-4CD4-4787-AB54-AF086772F1F9}"/>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8D85C1A0-B1ED-401A-9AC3-90B85A91B211}"/>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05E48E3C-291E-4DDB-8172-9725C720F79C}"/>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0D73F4F0-FB4D-4C20-8FDC-EF3DFD9E75B9}"/>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D03222FF-49E6-48BF-8D4B-BE6FCC4A633F}"/>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EA2460FA-60F2-4E3A-A958-68CDF76D9D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94243814"/>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A4271110-8D3F-4355-A0B5-18E5652D75D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A6C84FE1-75BF-4D12-8A2F-E3EBA53E595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30378D96-5F11-4E7D-B5F9-AE38C1EFF5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E30F3F5B-CF84-4041-ACF5-8F39E91A44C6}"/>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2D6D46C3-643A-40B5-A0A6-094AD93A46C8}"/>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23E1FF85-6C0A-4964-9C5F-1E38A3A5164A}"/>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3B6CF621-D3A4-4F7C-9108-4ECD5054EEEC}"/>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C6CDC1C0-F17C-434A-B832-ADFECBBBEA86}"/>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D854CDD0-3723-4EB5-AC17-4B8470F50E7D}"/>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73931EE2-E5DE-4762-B028-B00B0FE9BB8B}"/>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E939EF2A-337D-4E89-8243-B9F5CC74216A}"/>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E01D9C58-E81E-4650-8DE3-40B24DB583B8}"/>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DEF4C4FC-5DC8-48D9-A9AC-66AA0314C2BA}"/>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5058FF69-2B06-4802-9D7D-98D9DDCED7F4}"/>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713BF248-31A2-421D-AF9F-1FAB6A7D190F}"/>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E458CC2B-7DD7-41ED-97E3-3726EC09019A}"/>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72F3C12A-A35B-4BDE-82E6-FADDEC89B359}"/>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9276C155-BE8F-4462-B78E-ABCF824238D1}"/>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CC557181-C406-44B7-A89D-2DBC522CA2D2}"/>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85B02B1E-12C9-4278-8349-EAA1A146FCD7}"/>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04CF0118-C9FE-4AB9-9A43-BCC830BC170E}"/>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46C21E2E-E0A3-455D-9FC8-9123282E3157}"/>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92C75CE-E1F9-4451-B65F-8DDB1869B8DF}"/>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62E39E6B-92A7-48E9-B53B-3250A524B780}"/>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CCABA67A-0677-412E-8A02-FD87EC85E1C6}"/>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606B061F-2F7C-4A2B-8800-C85D950606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F1082295-11A2-40BE-B5DF-3CFABB2A9A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5242793A-4EDE-4A4E-9B97-4FA5E36212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C4D6D42-6AB9-4E5B-AA8F-52FC88EFAF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61339639"/>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9820BC69-5A96-4415-9A36-582CC27AED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D9224C2E-3144-4256-9DE4-F054551CAD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1B6867D0-F807-4125-A111-049A3570A0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04842B11-AF02-4E5C-9965-7F3CF198FD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A09680FA-44E1-4700-8ABF-B1B81F42DC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5AA4E861-AD71-48AD-9ED1-6B975CC800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FEBFE64F-8B8F-419A-BCCB-A4AFD6D07C98}"/>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3B09CB89-7B46-468A-A317-AFA2C695EC5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E3327888-D6B6-41C9-9464-09D1C6179AD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F01E54A1-56E2-4856-8DC8-81CEBDA50FEA}"/>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65DD850-707A-441E-9669-740B809EA702}"/>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F1307023-52D4-40A9-A905-975A79FB1A85}"/>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34091944-2B18-48A5-AC63-CCBE331369DF}"/>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D1DC25D3-ACC0-42D1-A86F-8C5C0E47948D}"/>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E2F3F7CD-8C9D-44DA-BB90-B697190BC1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40190315"/>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9538AFAC-2595-48A5-90D2-D3DE27F9DF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F09C379B-2EEC-47B3-9D5E-E7103B89F9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7EABA596-BDDE-47A9-80A3-3ECF03423D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9E062CE2-62A3-45A7-A284-3A16949AD4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042D6300-3D62-43F9-9B09-A1B0128512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D4C72112-E1A7-4F02-9D5A-8633FC6AF8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303C9BF5-39D7-45CF-85F1-E870405CC0BA}"/>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A0A13F88-D1D5-4899-8ECD-DD4748552229}"/>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9EA70B19-C640-470B-9525-8EEA0B7F0000}"/>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FA87D97A-97E8-41F8-B920-9083FE7A20EB}"/>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EEE29B32-D126-41F3-B6F1-3A3A5270918B}"/>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0AA29819-440F-47BA-9033-026DC6792B13}"/>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82D6E7C3-A5CE-4AD7-A521-D01924957960}"/>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9498F502-4B4E-4DE4-B784-6CA7FF5DEBA7}"/>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0633EB02-CEA0-4925-8D4F-5011D9EC80D2}"/>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72563052-D941-4DD6-AB6F-4465954C18A9}"/>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ED85372E-E7A4-42E2-BA57-1EF0A0B7B179}"/>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2E115012-4FE0-4AB2-B78E-11017196A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7568514"/>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16A64F20-3127-404E-960C-C1DDDB9001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FA7A0652-E58D-426F-AFB7-2D0E8D39C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FB725556-785D-4AC1-8AB1-88A5B22F54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6343184E-D5AD-44E6-BE26-E181AD7771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7B06D22B-EA6F-4571-988A-11C5044134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02DF2A6C-33F6-4A29-962D-C6F36759AA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F47F147A-71F5-4325-B667-0A85232B6770}"/>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BD36BD94-FE18-41A0-9767-200B01AC5A15}"/>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7C59FE2D-9F1E-4EF5-85BE-727189EB2CA2}"/>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070C597F-14A4-4D3D-A219-78264F7B9A35}"/>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2D66C5CE-948A-4391-BF85-19F126828680}"/>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E3F59D65-FA40-4DC0-B901-509C2355E31D}"/>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EAAA19F3-13F9-44EE-AC60-39EFAB2A2B61}"/>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7CB3AA49-366C-4041-B179-9A41C0E82613}"/>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2DB9916B-F30C-4DF5-A13C-0B139C0792BF}"/>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60103E27-0C2B-4A05-825A-405AB719E514}"/>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228D6369-03B2-48E8-B70D-52E16A4F8FD0}"/>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2DBB0AD4-C549-49E4-9C34-BA91DFADD26F}"/>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69C92B4A-DE5F-4827-89A5-E890C27FF442}"/>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C23D794E-A7E1-410B-A69E-530545E4FC51}"/>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D1D33D9D-C3FE-489B-9EDE-93DBACCE235F}"/>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6F271D4B-3D1F-4B49-AAF6-C1C23E7C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70209935"/>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6DCF00DE-96EA-4D5B-90D2-0A471A54F6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744756CF-4257-4645-ABFD-E9B26248E3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52036724-D00E-4F37-BA94-C7A770D0F9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6F37531E-86E9-4706-848E-EC69C8E4CE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F337733C-9412-493A-A452-CEC62888A3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BB65A98F-311A-4761-B2A8-5F33BDAE02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9CABA032-2B62-4110-9A67-64C5963C07FF}"/>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14906F1A-BF5C-4E52-AEE3-5DD428D915F4}"/>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B22E1B30-083D-4620-9249-C639F3652B0E}"/>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09585F9-FE06-4F33-92DB-D83F48E3D1F1}"/>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B223DBCD-6FF4-42FB-8A3F-5F9708E59897}"/>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CC0F0337-0950-4AA8-8246-E9D53AE17ABA}"/>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7D29C1F3-FBF8-4D46-91ED-B7A7D3358CDA}"/>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67B01741-2FAB-4B0A-A907-B3D3EFF726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96505199"/>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FB78A543-06DF-462F-99D2-9627AB4B4E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AE9B317B-3980-4CB5-B9B5-0C419B8CFC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E9684E13-4D76-48DB-B35F-5D9A992A3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3AA08FF5-BBBC-4EEA-83B9-E2151697E0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75D17EAB-E92E-4E21-A7A5-86F708EFA9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DCAE49EA-A071-4E0E-8CAE-3ADC3BEEFD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E7B61AB5-ECF3-40A6-8A14-9B23F368F824}"/>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78DDAE38-3182-4F0E-8609-0DD9C759821F}"/>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8000789F-47B0-458F-BBF7-98FB1A8052F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2377E217-6E55-4DCA-9E49-6E21F3E1197D}"/>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C4852D17-4291-4924-B9CA-5FDDA5BCB957}"/>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713A46A1-3C81-405D-9C25-E4691F7DED59}"/>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DAE01AE3-D8F2-4713-9C79-EB15C0598C60}"/>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D574F460-88E3-4988-B3F1-10EE5D59EFCF}"/>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CF5B2421-CCE4-44B9-B2B8-34727AC96EF3}"/>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9E078446-EC43-491C-8843-00634C023E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51608836"/>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98C9BE39-05E5-4868-AFC7-EFA570EB0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E3F0B403-E411-4FA9-9EBD-0DECDB7B9E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06DC9C32-8050-448A-97EA-03F73846E7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E4FFD04F-9365-4ED8-8327-90530832C2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7D761139-888F-41F5-A032-58AEABA6D0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368EA85C-F9D9-4F1D-8396-7B436C26B9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6D5C9D05-D756-450C-B39E-2F728098B4E9}"/>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91C65A46-4575-40DB-946E-567A4D20BD6C}"/>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40102D5B-C006-4DF5-A928-026CC8A03263}"/>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59AB503-03E3-4D5B-9798-39C31DB3664E}"/>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75E7BF71-7B93-49B5-B123-DD492008C079}"/>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83E805C7-7E58-4CD7-99A7-E014BB988CA9}"/>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B692CE62-F95D-40F1-A0FB-6A3D6E4D37DD}"/>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79D7FB92-374D-4308-9CCC-062640AB9D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17811129"/>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FC0B5008-8932-4F07-B63D-F6AE6C4EB3D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D30D26EC-5965-4BC5-BCD9-7D8FD32B341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B2B52376-5B16-4DA3-9B78-0A755CF319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8F2D7323-2F1B-4A47-8ED8-6D7F2FFFEA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E6638080-2A6D-4575-9338-D1A231A88E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6396B598-8D38-4DAE-94C4-6251FAF0BD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B83170DD-2E63-4D6B-ACA4-1B48DC645CDE}"/>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6C21FD78-D982-4F0A-9041-35D4D4512838}"/>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5115B9C4-4D5F-4A2B-BA59-48322944E7F5}"/>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DD66299E-5660-4576-A923-9412BB6AD0CD}"/>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8B65D66A-C1B9-45D1-B459-800695744AB2}"/>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37A180D8-0628-4E13-8C42-5A4129789912}"/>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1EF1BC5F-07A5-4229-83C3-721F23EDDCB0}"/>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FCFA7C32-5B59-4AC1-B1DA-5C852CAD8B15}"/>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C5C39F72-B3D2-4847-9AEF-74230A71A01C}"/>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07B848A8-1E77-4FA1-A25D-54EA2162A6DB}"/>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0C1E4D3C-2445-4158-BE41-AED39A9D6BCF}"/>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9A3422EA-F034-44D6-BBD3-C0602081F39E}"/>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49B77BAA-BE73-40C5-957B-CBCCC76260FB}"/>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110499C5-88B6-4E6B-89A3-9202D68655F4}"/>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5D4D45E0-F9A4-4C33-8B88-445BDCB3B72A}"/>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75FE2698-E5A4-4CDE-9839-7C527ED9717A}"/>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5469C9CC-74B1-4860-AAEA-21D190D1D0DD}"/>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6F26F784-410B-4C3F-972F-2ED341317C28}"/>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D5470E11-AE16-4A0D-8370-4C93DA7FA2CD}"/>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C963FCEE-167F-4406-864B-E3909409B852}"/>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59A19493-DD6E-41AD-8E1E-4200B5747A78}"/>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E0E34B19-329D-4072-BC18-3B01218A73E6}"/>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9113D52D-DC5E-4E10-B110-C574A3634693}"/>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5909EEE7-4A05-4F8E-B787-70DC7053A2DE}"/>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9C79BE9A-28A8-45F3-9FE6-8B28CE5E2FC5}"/>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B0DEE935-7C85-4F76-A4AA-2826B4E308FB}"/>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198E2997-91E1-4AE8-8830-27C53FC993DA}"/>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F79CD999-C1BB-4F69-9D0F-35D059E34249}"/>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A59DCCD5-236B-4579-AB69-F69EA8EFDF7F}"/>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B9F55E37-25AE-495D-8975-19AEAB8DB09A}"/>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F725757D-90BF-454F-A918-BF160A555A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68599610"/>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A10ABEC9-A111-43B3-A09D-F06C5FBC7D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5CEADEC3-A8D2-4F45-9C56-47F1EACFEE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E3B5D6D9-93CD-46BE-B898-AD91BD82D11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0FF802E5-A722-4D22-BD6B-E836289703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42348540-4920-4D78-99D0-F112C6C4F3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1F7B8983-26FA-4B56-91CE-A864D0360E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69CFBB74-4D8C-4D3D-A34C-F68ACE66DFDA}"/>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984C70BC-039D-4B56-B272-D248A700591B}"/>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18774020-696F-4F1A-8B6C-530FBC589040}"/>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82BB60B4-EABF-4B26-89A8-A04E64DE1E4F}"/>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F3A18879-7C2A-4A39-9012-C7B06FAD29AB}"/>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326F4D71-3DFA-45EE-86DE-8E248C8F93AB}"/>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89F2AAE0-CE11-42DE-AC57-25F4A7819019}"/>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2286A377-45C8-41C7-B0FC-513AFB6EA0EB}"/>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BE7C446A-F0F3-4A5C-AB4C-29B1871A2E10}"/>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DF0DFABE-1FE3-47E3-AF07-C17EBC97F622}"/>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8ABF5A4D-4B5D-4AE6-B817-B1436E87D308}"/>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3CA82EEB-65EB-4D0C-80EA-92390804B8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2464075"/>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A12061D0-01D6-4E18-BB3E-378DF0FC2B8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8216BC97-2B4A-4A9C-A8ED-0B037B53DB1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E2E5F44C-EB53-444D-8631-1D8851B0BD9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C26D2521-459D-4996-9540-23D0D8E226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3D19AC98-7CE5-4DD3-B30E-E32F57A0B9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74C03AB2-BDC2-4F08-A91A-1B3A8BBECA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092D4524-28E6-4B0C-AE77-2C116633A388}"/>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7DAFDD56-1EA1-4984-B492-4E86862F384A}"/>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A4CF957A-514E-4B99-80CC-7BAAA48EE5BB}"/>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DD046DEB-241C-4CAF-B412-1CA81943B44F}"/>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467973E4-9BD2-4043-969A-A23F19F00814}"/>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7E1370B4-9ADB-44D4-ADC6-1756A95BF531}"/>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AA1F435F-4134-4B6D-A606-E2C04524FEF4}"/>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A18B1074-7135-4855-BA55-36E2431310A6}"/>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28B76139-B896-4F94-AF74-65D1B2A32508}"/>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9A169D48-7BD6-41C8-A8B8-8965EB37ED77}"/>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402E8684-CB20-49D1-9320-87BA59F72265}"/>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DCEFE4B8-3B50-427B-9B11-A74EA2761DF9}"/>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57BF169B-6C12-4082-96AF-048B54586190}"/>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B6DBA4DB-46B9-4617-9D99-D87277C76FEF}"/>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AC49B3E3-484B-4EFB-A41E-BD14C16BF61E}"/>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523AC470-DC24-4025-92B0-4C53DD3442F8}"/>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33CED9DB-B7E7-4CBB-BE5B-E232CF1143C8}"/>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FF5F63E2-0D30-4532-BE17-A8D9E7D92B30}"/>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37BB01B2-DA7B-4463-948C-2ACB65EE7D7F}"/>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2B9F141A-181A-4B8E-A22D-2D07742567E3}"/>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C1C17D75-1E6E-4C2E-B493-7A7C8A395665}"/>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FDB5525E-0888-44AD-8A04-D17704762053}"/>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499E01E4-6E82-49B9-B5AF-CC08E2D3C3A1}"/>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D5B0DAC6-10A8-4689-A6AC-2F424F57B2B9}"/>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48DB6C0E-F828-464F-83C7-0EB8FC3038D1}"/>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E032857D-817F-4F67-AFD8-043F62A18408}"/>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F0C5561F-7E31-4F7A-97CF-63E93EA6C16E}"/>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74EEBE06-2650-420F-B8A9-F3D215E9365F}"/>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6A3F28CB-3246-4EB1-BA6F-65F411CFF8D9}"/>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ED7EEC6B-861E-4155-8AE0-ECD70FB83FEB}"/>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1EA2A4D8-51D7-4B09-8270-4BFE431BD1A3}"/>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D29B457D-4542-41E7-817A-1500B68D6069}"/>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51DABFBB-7CCA-429D-8240-CB6C87388AFD}"/>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DAFFA5F5-D5A2-4F8C-8CFC-75F3E1D49E6E}"/>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D30040F1-C2F3-4064-97E5-69C4FFBE00CD}"/>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6970576C-D92D-4A6B-A4F1-F6468D2049C1}"/>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382784DD-46C3-44EA-897A-C1F02A8428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20528900"/>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0F0A8747-1E2A-4776-8491-AB7E39A8670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9A51A703-8DFD-4FE3-AC00-E5C0ED00674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2D01EAA4-1C01-4504-BAEF-1055268AC7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DF70345F-7BB3-487D-888F-704F03A231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709D38C-3AC8-46BE-B155-A324C9DEAD4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FC404457-87F1-4166-980C-DB989A84A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8435A9AD-30AC-46A6-BB17-98D662F23F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4F4112E4-212F-4C32-B1F0-295FCB3F157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675F976F-D775-4423-B099-A2E7507296B2}"/>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EE75385A-92A7-49D2-AEF6-0F327C3FC02F}"/>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559890B5-B95E-47BA-8B14-7BD6C422F365}"/>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4A0ABBE0-3CD8-4EE9-AD9F-69BA8A709646}"/>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6130591F-D4FF-4326-A1A4-96D388408317}"/>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FF508309-9034-42A6-B5C4-83B880403FCE}"/>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2BEC1C89-BE24-4D40-8CE5-175F38676CC5}"/>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D943EBCE-10CC-4618-8968-2F782FB34A94}"/>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CE928654-2910-4776-AD8E-B952667E3720}"/>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4E4CBB0E-EB6D-455A-BEC9-1C93BCEFAC9A}"/>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CF0B3B50-9B0D-4388-9B4E-615425C3E30D}"/>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4629CBA2-F9A0-4419-A3EC-9323AC618CB6}"/>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843AD6DA-F47B-46C8-885D-5E682D9DBD2C}"/>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D5726EE2-AA57-4AB5-A3BF-4C05D9FC0D9D}"/>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0DEBBF93-0092-4B65-97C6-6A2FF58A4C96}"/>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98CC8BBB-A574-4E39-B195-562A7BC71B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33202003"/>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163AD6AE-3C91-46BE-B5B6-4721E5A7455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09AFDAA1-3179-4F5E-9E74-8ACA68403F0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62F667E9-3943-44F8-A5DB-B381CF481B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62C54E2F-9EF9-4F7C-810B-343C2692D8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38ABDAD-282A-4845-B10A-E5906ACFFE8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3C21D2B5-BE5F-48D6-9C31-91179647D7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CD7B6CCD-A443-4397-B86A-45A87D0005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54A7AE7E-DE51-41ED-9187-270CA986AB19}"/>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FC9CB5D4-BE34-428E-AAF0-DBCC4FD16B98}"/>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7232E1C6-04C9-4513-B35D-9F67BD50D6D5}"/>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2DCCFE1B-8076-4BCE-AC44-B027BE9A6D28}"/>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1E8EA8CA-CB05-40B1-9B66-A95C4FFA2EDF}"/>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9359657F-7FD0-42AB-9168-71928F3E3991}"/>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D4C63D0E-FC06-4037-A083-E6A848E73E04}"/>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0572DECE-753A-4B96-90FF-406F66C6CAE9}"/>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2868CB82-B569-4CF0-968D-D812ECCB8156}"/>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C9D1D281-510B-4BCB-AED9-DABDB427FDAF}"/>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64F575AD-75AC-4F31-967B-05D9950C0483}"/>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5658891A-EF39-460F-AD6F-223DC3C2CB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61777124"/>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D9283192-FC4C-4396-947D-CC6C88AD6D5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5BA22C42-F987-4509-8F9A-524EF588D39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6D190FFF-2D27-4773-A7E7-3BAED8EC02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1A0AFC85-A384-412D-BA91-3C2E5AD434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715EB7B-9150-4CB5-A89B-A62C3D78594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9467AAB7-0871-4EDD-8B6A-7E3BB07499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2EF0F831-33EA-41C5-A5CD-250615BA90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C2B48C2C-D9FF-48AC-A826-B0A5A24F86D8}"/>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CEABA7AD-3797-47C2-9B7F-D434350ABFAB}"/>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B7F50A02-F914-4EF6-BC5B-FD22B73157FE}"/>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17D8B244-F838-443E-838D-16F7782E6CA6}"/>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BDC06901-B744-4327-9C71-ABFD3FA8C357}"/>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BC5F76A5-E13D-4748-A526-191831AECA2F}"/>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E8FDAC-5A21-490B-B361-02DBB005BA65}"/>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8BD37ADB-34D8-401E-8D4D-3511F0A0F068}"/>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4C1D42E1-14C2-45D4-B2EA-3A0C79E7119E}"/>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C5F52680-FF27-461A-BBDB-E64FFA0F3EE3}"/>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6890FD0-067B-4F0A-82AF-3DF4EB3697B8}"/>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369E633D-CDFA-427C-A70B-23A398E64F1B}"/>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3BD96B36-7FFF-4C6A-BCA6-C81865CAF512}"/>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749DDE12-2293-4387-B5F8-5CA3DE34E990}"/>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3ECDF764-A4EA-43FF-A713-995CDA2D5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36279372"/>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AE06EC83-57EE-430D-B491-A0FC4C9DB5A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70F8B4E9-938B-4CDD-B8DA-03C546542B0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D7CA968A-BAA5-4900-B75C-D160EFC749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32086B65-667B-4EF6-B7FA-036262083D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E23FA6F-DA65-4868-AB0C-F1141F641C6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3FFECED3-D7F9-474D-AAFB-CE1D10C565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5F07A11C-A362-46E4-BFCB-8BFB7AC3D9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E8191CE1-CB64-4AD8-AB5E-90FA39DB77A9}"/>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CB99A8CF-BADF-46B6-84C9-F249A1A73FDA}"/>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F2E2300C-EBE2-44CA-8902-F9E3FC766449}"/>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87D0AB2F-C0A9-47C8-857A-0D371B3B5F65}"/>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0F769961-1481-4418-893C-6DCE5483DDB1}"/>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77529C1D-3B5C-4654-AB08-04DAE563E037}"/>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1537C2D7-72CE-4F74-97A7-4B447F5EFF42}"/>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5F8DCFED-753A-4F7D-89D1-D2D83EDD55E4}"/>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7941E12F-0CA1-4732-90F5-DA1503BF0376}"/>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C0E52289-B2FD-43FA-AC99-06DFCCBA8AB0}"/>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21C8DF88-1A57-49F2-8F12-275546CC6FEA}"/>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F3B482C2-8BA2-4FE7-B477-4443B175BE70}"/>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200EA620-1DF7-4484-B71E-C26E2854BEE9}"/>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0EA062DC-B950-4BEC-BF68-4DB18419C5BA}"/>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1EC4652B-78B1-4AA1-9BBE-837BAFFDB225}"/>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0B32D7AE-E115-48F9-9744-9A1204AC1388}"/>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59CAD50F-4500-4A1A-8E4E-6CA8E28325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81294402"/>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33DF2915-1CD0-4075-BBAF-307D6511D98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AE79A8DB-6A1B-4F1C-A155-CBE69F795D4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E172565E-6EE7-472E-B905-0EC9998AAD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E4978FCD-7385-45F8-A031-DC759B24C7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A14C592-0EA1-48F8-AC68-FAA4259E182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4C2607B2-E12F-4054-8F05-847DA36953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1D4B4D26-D0EB-4A2A-89F4-EC9D0817FF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88A28D62-C71E-4DCA-BF8D-C1F94C07F3A8}"/>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0FCCE46E-15CF-403A-BD49-0EF8418B930F}"/>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92BD3F8E-D59F-47E4-A8ED-8E9BC6DA67DE}"/>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61327B10-AD73-4B66-AEBA-B58BA1E3D2A4}"/>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26D08446-850D-423A-BF17-7EE834CCCAC6}"/>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3089A94F-D3AE-47B0-98E5-45289CC99AA5}"/>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90BD9A08-FDAC-49D8-B407-9F559B03C46B}"/>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A73180E5-878F-47CE-8619-DBBD4DE86116}"/>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6AF22579-EE09-4733-AAB9-ABA8A8C70A85}"/>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4518EEB0-E4BD-413B-B896-87C54D29158F}"/>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901D1E9D-3B76-49E5-8C77-CEB230F6AE8E}"/>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8E4FEC42-6A6B-498F-8FED-BFE7DE96ED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38321022"/>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1BAA7E0D-380E-436E-BD62-DA6FFBFA0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1020FCA3-B0EA-4B59-AC3D-154B0F5F90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2387E564-4F6E-474D-8172-ED3DA8096D8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B25A9360-E185-40C5-AC38-038B83CE57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0B5909D2-25A9-4DFB-A0B1-62F33F4970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E02E70F8-3B87-4A15-AFDE-6F99BB0698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29ED7ECE-44FE-49E3-9282-AC2759377CE8}"/>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302AAA67-28AC-47D9-9CBA-1BADD5397E51}"/>
              </a:ext>
            </a:extLst>
          </p:cNvPr>
          <p:cNvPicPr>
            <a:picLocks xmlns:a="http://schemas.openxmlformats.org/drawingml/2006/main" noChangeAspect="1"/>
          </p:cNvPicPr>
          <p:nvPr/>
        </p:nvPicPr>
        <p:blipFill>
          <a:blip xmlns:r="http://schemas.openxmlformats.org/officeDocument/2006/relationships" xmlns:a="http://schemas.openxmlformats.org/drawingml/2006/main" r:embed="R8b7fdc948a0c49a9"/>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1D6E0E2F-E30B-47C9-BA56-4CAA28171F6A}"/>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BF1B6A5E-7397-48A0-8C89-784E87F6E439}"/>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49B890D9-F9AF-434A-BD3C-DFBDFCC169A5}"/>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05B22485-1F03-4698-8432-0D834EB870A0}"/>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E3951195-9EAB-418C-BA5B-E6FFC8121F0B}"/>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E00655DE-6F1C-4E9E-A611-799CD24446FC}"/>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53F9905B-F0BF-4948-8A9A-A1776BEA6D8E}"/>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1F92BA16-6269-47DF-8429-1CF5B14B369C}"/>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147C546E-1201-412D-8F09-02667FD88D82}"/>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C497335C-4F3F-4BCE-B1DC-32207C54446D}"/>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A350BCA4-37C4-406E-BA68-D18AB042BE63}"/>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C089795F-DBC5-4A8B-8949-D35F736FD930}"/>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7ABEF59C-76B1-4523-B2E2-4A812A218DAA}"/>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F1419E3C-5842-4FA4-A940-8543CA2005A8}"/>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41F47539-3329-4CD9-AB42-49C54D3B5F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28691860"/>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6D9D0921-2C58-4C4A-8518-89308724E1E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850FD08B-35D8-4BEF-B690-C54024B6047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A324EB51-6245-49C3-B8EE-47E3EE6610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D11E23E4-069B-4877-8425-74073642B6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4B06D158-C2B7-4AE8-89BA-E169E7EC47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8E5B5F08-7AB6-40CC-8C3A-0A7B10E013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1564660D-9AED-4BF6-BD9C-B3F48C56FFC8}"/>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4422C3FF-C574-444B-86E2-4C952F2FBC09}"/>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6330A99-AD3B-4D2D-B23A-D9E18ABD6DE0}"/>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CA64C686-F935-4F4B-BAA9-0C76F649EAF0}"/>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BB22E75E-B380-4811-8758-5A0A8C2D607E}"/>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59544088-4BE7-4B8D-A5A3-E91C36FCC964}"/>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5B35F162-43D7-4570-914C-07F61867521B}"/>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FE54C886-26A8-44A7-897B-09B99C51D871}"/>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239C36E9-F8C0-4245-8762-7D9B0A22970C}"/>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645ED56D-1BCD-471B-8623-D594D057BD11}"/>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D5E3A6DA-33DE-423C-89AE-91223E29D480}"/>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C78E2411-C6E5-4904-9586-642231E67443}"/>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8F756B8D-68A7-4B04-943B-2936161F9AD9}"/>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C6074439-8C62-40B0-BEED-731B65AF2DDF}"/>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EF8E3F05-2EE0-48B5-8546-A2058F39949A}"/>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1BE3A536-9AB6-4908-B9E8-A945E97A2655}"/>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A8308145-E4F1-482B-80AE-1E96034F55A6}"/>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09BB3B7B-528E-42F8-90CB-8ED0E3409C64}"/>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FA82F5B2-321B-4AA7-8968-65996AAB085F}"/>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83E63674-0C72-4E48-8B5F-3A5426B586DA}"/>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B2D960A0-3B79-4980-8EE8-21D293C6150A}"/>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7EB92F67-4C80-4100-B3E5-08DB63568581}"/>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3AE9FB86-FB85-4135-B6D0-2771B3497AC3}"/>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0BEDAF32-9710-4FC0-8FEF-82C6D74314A3}"/>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85EA8F3C-BAC4-4431-AF4E-233E1DD2F829}"/>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FB0B3249-D0C3-4E9C-89BF-25EECCAB0292}"/>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E11D6B83-52A6-496F-9B02-0B9943DA11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91745607"/>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AC4B335E-F03B-47C2-9C6B-5BE316DC89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DDD24E2D-87CC-4F26-B601-4942B765DA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18470939-B25F-475C-BE2B-46D68AC7EC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DDBB01FE-E54F-415D-8F7D-3ABF78B79C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0D4AA6D4-910F-4734-B704-8DA780F4A5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CC1B47A1-8B52-401A-9ECC-4BE781E307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DC5352B9-AF3F-457B-82A0-69D88CF6B26E}"/>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D828DA8D-6681-4CC8-8900-2F3AE9B6054B}"/>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2C2B91AB-BD87-4CBA-9120-996CD89181A8}"/>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A17A67CA-4979-493A-88D4-7E6B45C54DBD}"/>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D3D11DB4-E095-449E-9BC1-4D4CB835B268}"/>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9AEAFAA-1E12-4D83-BE8A-31B81FF953C9}"/>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7A248CFA-EDD6-4B95-ACD3-CEB1AAB66884}"/>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B37D2B18-1573-4F04-9DA1-470248381916}"/>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91DFD002-94AC-4226-AA33-D8B01AF70725}"/>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B6F60741-CB50-4BFA-9247-E7FF9E851895}"/>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EE400E9-835D-4749-A765-1FC6848BD56E}"/>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5E178175-2DC2-4136-9BA2-7480628ECF1A}"/>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798DE710-5E09-4634-9727-3574D6519DA4}"/>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5F4D0E7E-8E1A-4BCF-9EA5-639594D4E1D4}"/>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44B96829-587A-49B3-9597-F6FE9B72F1AC}"/>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1D9A6AA-F9FA-47CB-A887-DDD53C18AED7}"/>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61ED0A13-B864-473E-8EFA-3B0D5CAE0D5F}"/>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50808844-3C9F-490D-B632-66BE474C0865}"/>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70A1E5EB-82C8-4AD4-9745-49EB8CAD1133}"/>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709EE5E4-B218-4504-A2E2-13599296A580}"/>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103D1A15-D2CE-46C8-867B-6DFF1581ECB6}"/>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E1913063-1462-4C67-9064-34B1213F4438}"/>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B25F97F6-AD57-4B78-9359-89271B194858}"/>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97CA31B4-E25D-4B7A-9B7C-2D12B237500A}"/>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53BC6D4-112E-48B2-819E-B769728D5168}"/>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59BBEDC3-2E56-4A55-B604-98695BE18474}"/>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B0AF0321-9548-4BAC-9761-F8DB46B9FD63}"/>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60AE3235-C976-4564-A0C6-37DCADE8D3E7}"/>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DCB6ACD6-4DA6-4D15-B0DF-56D836B0B680}"/>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3B28136-128A-489F-A9AD-7CDEF6B9E79A}"/>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F2B746FA-A8C2-444D-9F26-6CF0040EC5E9}"/>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8611A99D-FF42-41EA-8715-55D8237ABAD3}"/>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9D946FEF-642C-4E9A-9026-72415CDD29C3}"/>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A96CB534-61BF-4C8B-8BE4-1814C948856B}"/>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E9B547D-000A-44F0-A9D8-BC2847B5FA0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435B417D-24E1-42F9-8771-C6D70E28C5E7}"/>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3FCF469A-87EE-4F8C-90F9-B6CB88E598E3}"/>
              </a:ext>
            </a:extLst>
          </p:cNvPr>
          <p:cNvPicPr>
            <a:picLocks xmlns:a="http://schemas.openxmlformats.org/drawingml/2006/main" noChangeAspect="1"/>
          </p:cNvPicPr>
          <p:nvPr/>
        </p:nvPicPr>
        <p:blipFill>
          <a:blip xmlns:r="http://schemas.openxmlformats.org/officeDocument/2006/relationships" xmlns:a="http://schemas.openxmlformats.org/drawingml/2006/main" r:embed="Rcfbb254bfc934d85"/>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C35006B7-03D9-4C79-B6C7-E3BDA21E6C01}"/>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EFDC7819-0028-40F5-8D10-025CF3B801FD}"/>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A8B2BE95-BF9F-46DB-A301-5B463E2A8AAF}"/>
              </a:ext>
            </a:extLst>
          </p:cNvPr>
          <p:cNvPicPr>
            <a:picLocks xmlns:a="http://schemas.openxmlformats.org/drawingml/2006/main" noChangeAspect="1"/>
          </p:cNvPicPr>
          <p:nvPr/>
        </p:nvPicPr>
        <p:blipFill>
          <a:blip xmlns:r="http://schemas.openxmlformats.org/officeDocument/2006/relationships" xmlns:a="http://schemas.openxmlformats.org/drawingml/2006/main" r:embed="R94423f01c81a4146"/>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85EBCA65-14F9-4CDC-BA68-6D75503B2965}"/>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8378F863-AFA7-4666-AD77-B9FB37E2E565}"/>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E8D1765D-4DD2-4EC7-9136-BE95F16DF3A9}"/>
              </a:ext>
            </a:extLst>
          </p:cNvPr>
          <p:cNvPicPr>
            <a:picLocks xmlns:a="http://schemas.openxmlformats.org/drawingml/2006/main" noChangeAspect="1"/>
          </p:cNvPicPr>
          <p:nvPr/>
        </p:nvPicPr>
        <p:blipFill>
          <a:blip xmlns:r="http://schemas.openxmlformats.org/officeDocument/2006/relationships" xmlns:a="http://schemas.openxmlformats.org/drawingml/2006/main" r:embed="R5293a2a9aefe42f8"/>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2A70D736-D5D9-4299-BD24-3C3DEDBFDE3E}"/>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03A8636B-B989-4186-BC97-7DC2D5674BFA}"/>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D96AF131-F8E3-4D18-A6E8-4A20B9F961AB}"/>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DACA9482-A160-4493-9375-6C515B3F51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76767108"/>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2FE0578A-737E-4669-8096-F49BB7B7949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F66F100C-7265-4813-A12D-7CE668533A1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822CA8B3-ACCE-4108-A9DC-598F0BCB67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3C3EE454-A7C3-405F-ADCA-9FC8B4FED0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FA3D70FD-A717-4DE4-81DC-003DACC02F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3A38AE79-2DDB-4036-9F4B-729CBFB34C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52D25BEF-A7C6-4283-B112-45123F6D5849}"/>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E92ECC38-108D-4E31-B6F2-FEBAA6D977BF}"/>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39C5A48F-769F-4663-8845-B2925AAB73F4}"/>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E9CD1D79-0813-4512-8F7E-2C4C20EAF834}"/>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CC6FD53-5FE1-4A82-AA50-AA0CD83FAD9D}"/>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3999ECF1-B1A8-423E-A18A-8248674A4594}"/>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E1D7E7E7-A58C-451D-B00B-C0BCFC510413}"/>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8AB2BC27-09BE-492E-9C15-78B609D5152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1796C6E4-93EA-4989-A3B6-293184BB00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398918941"/>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12E1B429-03F3-4D04-B834-2A881CB49BB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CB2952B8-894A-4D8D-BF31-00C57C59576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484608E7-C38F-485C-B7EF-9FAA0972FD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3F33B573-E79D-4A1D-A134-6C9EEF68DC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42BBBD0D-DE83-4A4F-B132-F2573CE4FB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8A8239BC-D426-4CC0-BB0B-50379E20E9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103DBFEE-11E8-44D1-9394-95288D90BB5E}"/>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11725D7D-ECF6-466B-BC46-2C6F265D303F}"/>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10C9BB16-95CE-497E-A7F4-830B77BD3D96}"/>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742EF19D-A3C2-42CE-AF08-6C3DC7FCF478}"/>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0BD451E7-7BA4-420A-9BDC-C05E499CAF5B}"/>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559B2BFF-624A-477F-A1C1-574DD2A8333E}"/>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0D73D6F5-9F1F-4F58-814C-AD336C6D399D}"/>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1B5A2B52-75E2-4BDA-A46C-935F3A713890}"/>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FD50F6AA-EAF2-4730-AC31-801F3C2A3D21}"/>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817F19D9-4435-49A4-86DE-69255F784B4F}"/>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9322AE3A-1F5A-4B57-A439-62F2359CE07C}"/>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E3F5C614-6152-467D-97C8-AA40B8BFAC92}"/>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A6A5E8AD-B563-4D89-A180-02725DCE5682}"/>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2A1DEF8C-3138-40AE-9652-44C9AD2F1352}"/>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909E4526-3611-4217-820B-5FA63ADCFA0D}"/>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743E0AFE-1F73-4CE9-BEC2-C67CBA8503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786173238"/>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A9AEB10B-5D2E-4077-9942-5DB4925E589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B6463405-DDAD-4C20-A071-E0D3F051A8D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34AF2D69-2351-4450-A14E-CC7B2C61A05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6B7AA270-52EC-422D-BB78-703B600AC2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CA985598-69B0-4FD9-AE9D-FC34839A9F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0EB3847C-0191-4738-A6EB-4AA3CA0C7E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A863E26C-15B5-4D5F-A66A-83C37478B5FC}"/>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A1BA42C2-5653-405E-9306-CEBA787DA0A3}"/>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CD0540DE-4257-47F9-88ED-2A2018BEAA2D}"/>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C7E93D79-284C-4E09-B39A-28BEF3ED1A49}"/>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F713F0AE-546A-4560-ADA2-0DC50EAB1D08}"/>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CDFB9709-A072-49DF-B33F-7486485E89CF}"/>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2343AD08-E886-4F6E-9D9C-97ACCB507DDF}"/>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B3AA159D-D854-4BF6-9B88-80F4EFC00938}"/>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D9513AB4-5A1B-4ED3-ABD6-F61D0BC6EDA2}"/>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CBDE1790-8FFE-4B1A-A025-F8CC8C34F0FA}"/>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2A2FB868-2986-431C-8CF9-5C05138BD0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4344949"/>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F6B9392D-D18E-4CE0-B7C0-B3C17EA108F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0CBD1B9E-798E-4C13-A7B1-1C4DAFB429A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15303BB9-1BEC-40C5-A077-DB7296BBF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8E4815F0-66B4-44DF-9204-E9BF6F32E3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0AE3E484-6687-4CC4-B648-CF0EC46074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D24356FA-ABD6-48C6-AF02-81D903BFBD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ED7E30C9-A5FC-4B96-9EAF-FD17CAED4626}"/>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5107B4B3-AFC7-45EB-A660-11B9842CFFA5}"/>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2B7E964-9BB1-4B0E-B93C-F9D44A5C06FB}"/>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6A5B032-474D-4BAB-B286-84306E363E6D}"/>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DFD46770-C037-47BC-8293-B9707BD75EE1}"/>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12839AFC-94BA-4B40-9151-02D7F150D69A}"/>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F8C3D42A-B602-4676-8314-EE0C354B1D35}"/>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7E055AEF-B366-4495-8A03-3C5C693D7252}"/>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D8F4185B-7E79-49DB-B6B1-CF284804F7F0}"/>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F926B0B9-2C57-4419-A7FB-984A7660DC1E}"/>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F075A198-20C4-429A-9C86-4A283E1F1FAE}"/>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8DA307B5-0C9A-4867-971D-93E3AC634E53}"/>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D606C929-77B2-4AAA-BA1D-6A26BBABB831}"/>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75C76CA2-375E-4924-AFA3-F12B2CFCC18B}"/>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9C71EBFE-3007-441B-9DB8-3AD18624DE80}"/>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AE701520-5E45-4991-A291-2BAA0C2610D9}"/>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F0A9700E-3013-46FD-8637-16C1617F572A}"/>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BBD8CF7-AA89-4EBD-B352-E51666446B67}"/>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DED5FE9B-1406-4144-AF05-64F9C2540C5D}"/>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349DCC92-83B6-4D2A-BD77-5AB8AFCFBFBB}"/>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1059A958-E647-4060-B6E2-EEDBBED91185}"/>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2D00E6B2-04A5-4B6A-AA5A-B86A97B75713}"/>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61BAD81C-DFAB-4160-A5BD-43A608668BCF}"/>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6B1C8DC7-DC2D-4737-BF67-16E1DDA2AB96}"/>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6CEC8175-9971-4B94-8A89-6DA48B7163FF}"/>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941A2EFC-BA32-407F-BCB5-95D7AAFD734D}"/>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6FE7F9D0-672C-400E-B75A-6E61415968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7850581"/>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B5265B06-5AA2-4364-A8CC-A5EEF0664EA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49747C40-E255-4724-9809-7EAF46A420F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077890A5-7968-44D2-9CAB-899F73D2C9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5414236B-E3FC-431E-8CE3-7A6CD84E85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5AC8219C-3D4B-44E9-8732-71EE7ADEB5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278BEC3F-1842-4C85-96B2-4E46B8A3FC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D1FAC5E9-CA16-440B-A284-83E68100A77E}"/>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846040A5-6785-4770-A0C9-6D83B02DD46A}"/>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B40EFAF0-7B0A-4008-8227-14B055A1419A}"/>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71D22E54-372B-4925-A389-4BED3AD53730}"/>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DD035749-2966-4AC3-AD33-E74A6ED6BD07}"/>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20D3841C-769B-451C-92F4-F642885C807C}"/>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069558ED-6964-4987-92A3-E66BCB044076}"/>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FC90CECA-A703-4C37-93C5-BAEF599499FC}"/>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EBA421B8-1770-4FD1-A629-10407D8348FE}"/>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9B42C7E4-A214-40E0-8631-30F7F7058FA0}"/>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B228127F-68DC-457C-92B9-8E7D9817B4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980546150"/>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3592DFE8-87C7-44AA-9CF3-E21D3011FA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7F4E7651-D743-4D6E-93EB-1D98273681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ADBBA5AA-759E-4324-BEDA-B1C2E63C58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BA5A0803-5905-4497-AD9B-CBB5A75A15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14EACCE7-99A7-499F-8454-995C6EDB48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372C4A43-92A9-4B3F-904B-D21D757F87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2DE3185B-E282-4542-9CA6-8BEA69B9FC65}"/>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D8328D8A-EBA5-4C09-B6BA-9FE35C234389}"/>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FC447842-C9B5-4CF2-9AC4-52C1C60F8A2E}"/>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AD2BBBB3-113F-4A85-9B24-4FC8023FDE4E}"/>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B6A2DF09-EE86-48FA-BE83-76614F8606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633897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2026-10-22T01:53:17.4920000Z</dcterms:created>
  <dcterms:modified xsi:type="dcterms:W3CDTF">2026-10-22T01:53:17.4920000Z</dcterms:modified>
</coreProperties>
</file>