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812f2f6121e427d" /><Relationship Type="http://schemas.openxmlformats.org/officeDocument/2006/relationships/extended-properties" Target="/docProps/app.xml" Id="R4301e52990494d15" /><Relationship Type="http://schemas.openxmlformats.org/officeDocument/2006/relationships/officeDocument" Target="/ppt/presentation.xml" Id="Rf271b60fba464415" /></Relationships>
</file>

<file path=ppt/presentation.xml><?xml version="1.0" encoding="utf-8"?>
<p:presentation xmlns:p="http://schemas.openxmlformats.org/presentationml/2006/main">
  <p:sldMasterIdLst>
    <p:sldMasterId xmlns:r="http://schemas.openxmlformats.org/officeDocument/2006/relationships" id="2147483648" r:id="Re849171c5f454899"/>
  </p:sldMasterIdLst>
  <p:notesMasterIdLst>
    <p:notesMasterId xmlns:r="http://schemas.openxmlformats.org/officeDocument/2006/relationships" r:id="Rf9c78b06a32846af"/>
  </p:notesMasterIdLst>
  <p:sldIdLst>
    <p:sldId xmlns:r="http://schemas.openxmlformats.org/officeDocument/2006/relationships" id="256" r:id="Re16ff283101a4fa1"/>
    <p:sldId xmlns:r="http://schemas.openxmlformats.org/officeDocument/2006/relationships" id="257" r:id="R7457f65083104e6b"/>
    <p:sldId xmlns:r="http://schemas.openxmlformats.org/officeDocument/2006/relationships" id="258" r:id="R12f3fb9296fe443d"/>
    <p:sldId xmlns:r="http://schemas.openxmlformats.org/officeDocument/2006/relationships" id="259" r:id="R81a5272c32c94ea2"/>
    <p:sldId xmlns:r="http://schemas.openxmlformats.org/officeDocument/2006/relationships" id="260" r:id="R06bb66d2a6444be6"/>
    <p:sldId xmlns:r="http://schemas.openxmlformats.org/officeDocument/2006/relationships" id="261" r:id="R8f2aab4f59d743b8"/>
    <p:sldId xmlns:r="http://schemas.openxmlformats.org/officeDocument/2006/relationships" id="262" r:id="Ra8d54e31b92b49ab"/>
    <p:sldId xmlns:r="http://schemas.openxmlformats.org/officeDocument/2006/relationships" id="263" r:id="Rb250bf690cd341c0"/>
    <p:sldId xmlns:r="http://schemas.openxmlformats.org/officeDocument/2006/relationships" id="264" r:id="R9185a386959f4814"/>
    <p:sldId xmlns:r="http://schemas.openxmlformats.org/officeDocument/2006/relationships" id="265" r:id="Rd2731c86e20849f2"/>
    <p:sldId xmlns:r="http://schemas.openxmlformats.org/officeDocument/2006/relationships" id="266" r:id="Rbd3c4b2f75bf4ca9"/>
    <p:sldId xmlns:r="http://schemas.openxmlformats.org/officeDocument/2006/relationships" id="267" r:id="R0adf892c78974a00"/>
    <p:sldId xmlns:r="http://schemas.openxmlformats.org/officeDocument/2006/relationships" id="268" r:id="R51647e2c8e4f40f3"/>
    <p:sldId xmlns:r="http://schemas.openxmlformats.org/officeDocument/2006/relationships" id="269" r:id="Ra145f57170fd4aa6"/>
    <p:sldId xmlns:r="http://schemas.openxmlformats.org/officeDocument/2006/relationships" id="270" r:id="R117070406d164682"/>
    <p:sldId xmlns:r="http://schemas.openxmlformats.org/officeDocument/2006/relationships" id="271" r:id="R2d83a8a8911c4349"/>
    <p:sldId xmlns:r="http://schemas.openxmlformats.org/officeDocument/2006/relationships" id="272" r:id="R580694ad202c4729"/>
    <p:sldId xmlns:r="http://schemas.openxmlformats.org/officeDocument/2006/relationships" id="273" r:id="R208b4ecc164c471b"/>
    <p:sldId xmlns:r="http://schemas.openxmlformats.org/officeDocument/2006/relationships" id="274" r:id="Rf3f7df5426b04d6a"/>
    <p:sldId xmlns:r="http://schemas.openxmlformats.org/officeDocument/2006/relationships" id="275" r:id="R643b273d87614e90"/>
    <p:sldId xmlns:r="http://schemas.openxmlformats.org/officeDocument/2006/relationships" id="276" r:id="R815ce8cca01747b2"/>
    <p:sldId xmlns:r="http://schemas.openxmlformats.org/officeDocument/2006/relationships" id="277" r:id="R5e7a6882b52047b9"/>
    <p:sldId xmlns:r="http://schemas.openxmlformats.org/officeDocument/2006/relationships" id="278" r:id="Rb5d4784de1d048c3"/>
    <p:sldId xmlns:r="http://schemas.openxmlformats.org/officeDocument/2006/relationships" id="279" r:id="Rf9d280b48f124eaa"/>
    <p:sldId xmlns:r="http://schemas.openxmlformats.org/officeDocument/2006/relationships" id="280" r:id="R4456ad1b2aaf4588"/>
    <p:sldId xmlns:r="http://schemas.openxmlformats.org/officeDocument/2006/relationships" id="281" r:id="Ra3c25764dff0423f"/>
    <p:sldId xmlns:r="http://schemas.openxmlformats.org/officeDocument/2006/relationships" id="282" r:id="R52e27af4dcad4a00"/>
    <p:sldId xmlns:r="http://schemas.openxmlformats.org/officeDocument/2006/relationships" id="283" r:id="R80372d1db40d4263"/>
    <p:sldId xmlns:r="http://schemas.openxmlformats.org/officeDocument/2006/relationships" id="284" r:id="Re24427c195954fdb"/>
    <p:sldId xmlns:r="http://schemas.openxmlformats.org/officeDocument/2006/relationships" id="285" r:id="Rec34e4a123114f90"/>
    <p:sldId xmlns:r="http://schemas.openxmlformats.org/officeDocument/2006/relationships" id="286" r:id="Rdf427277372e4c0e"/>
    <p:sldId xmlns:r="http://schemas.openxmlformats.org/officeDocument/2006/relationships" id="287" r:id="R189fe5b2d9f641c8"/>
    <p:sldId xmlns:r="http://schemas.openxmlformats.org/officeDocument/2006/relationships" id="288" r:id="R2662949b89a74ce7"/>
    <p:sldId xmlns:r="http://schemas.openxmlformats.org/officeDocument/2006/relationships" id="289" r:id="Red892b7f2c2044af"/>
    <p:sldId xmlns:r="http://schemas.openxmlformats.org/officeDocument/2006/relationships" id="290" r:id="Rcb68a40ab18848b0"/>
    <p:sldId xmlns:r="http://schemas.openxmlformats.org/officeDocument/2006/relationships" id="291" r:id="R35a1f597068d4deb"/>
    <p:sldId xmlns:r="http://schemas.openxmlformats.org/officeDocument/2006/relationships" id="292" r:id="R1925c1d37e9f420e"/>
    <p:sldId xmlns:r="http://schemas.openxmlformats.org/officeDocument/2006/relationships" id="293" r:id="Rbc280b0d9f69453a"/>
    <p:sldId xmlns:r="http://schemas.openxmlformats.org/officeDocument/2006/relationships" id="294" r:id="R0ec153c5af7e4a35"/>
    <p:sldId xmlns:r="http://schemas.openxmlformats.org/officeDocument/2006/relationships" id="295" r:id="R70f19fb479e747ac"/>
    <p:sldId xmlns:r="http://schemas.openxmlformats.org/officeDocument/2006/relationships" id="296" r:id="R32b28501fe754730"/>
    <p:sldId xmlns:r="http://schemas.openxmlformats.org/officeDocument/2006/relationships" id="297" r:id="R347ff4a620c44429"/>
    <p:sldId xmlns:r="http://schemas.openxmlformats.org/officeDocument/2006/relationships" id="298" r:id="Rdfc2476824094361"/>
    <p:sldId xmlns:r="http://schemas.openxmlformats.org/officeDocument/2006/relationships" id="299" r:id="R2c3400ed38774273"/>
    <p:sldId xmlns:r="http://schemas.openxmlformats.org/officeDocument/2006/relationships" id="300" r:id="Rec303c324ae64d4c"/>
    <p:sldId xmlns:r="http://schemas.openxmlformats.org/officeDocument/2006/relationships" id="301" r:id="Rbbaea5bc85054c13"/>
    <p:sldId xmlns:r="http://schemas.openxmlformats.org/officeDocument/2006/relationships" id="302" r:id="R3ded4ad341ed4460"/>
    <p:sldId xmlns:r="http://schemas.openxmlformats.org/officeDocument/2006/relationships" id="303" r:id="R2558286bab7047fe"/>
    <p:sldId xmlns:r="http://schemas.openxmlformats.org/officeDocument/2006/relationships" id="304" r:id="R195cafad1e1443fb"/>
    <p:sldId xmlns:r="http://schemas.openxmlformats.org/officeDocument/2006/relationships" id="305" r:id="R36bd9252369a4514"/>
    <p:sldId xmlns:r="http://schemas.openxmlformats.org/officeDocument/2006/relationships" id="306" r:id="Ree0cc914107d4fc9"/>
    <p:sldId xmlns:r="http://schemas.openxmlformats.org/officeDocument/2006/relationships" id="307" r:id="R5952f4febad54b80"/>
    <p:sldId xmlns:r="http://schemas.openxmlformats.org/officeDocument/2006/relationships" id="308" r:id="R2527ce713f884c12"/>
    <p:sldId xmlns:r="http://schemas.openxmlformats.org/officeDocument/2006/relationships" id="309" r:id="Re6dab1b38c7a4cb0"/>
    <p:sldId xmlns:r="http://schemas.openxmlformats.org/officeDocument/2006/relationships" id="310" r:id="R61942572a2454561"/>
    <p:sldId xmlns:r="http://schemas.openxmlformats.org/officeDocument/2006/relationships" id="311" r:id="Ra45b1790b76e46ea"/>
    <p:sldId xmlns:r="http://schemas.openxmlformats.org/officeDocument/2006/relationships" id="312" r:id="Ra52f42ae59624ec7"/>
    <p:sldId xmlns:r="http://schemas.openxmlformats.org/officeDocument/2006/relationships" id="313" r:id="R0e8ce60669cf4339"/>
    <p:sldId xmlns:r="http://schemas.openxmlformats.org/officeDocument/2006/relationships" id="314" r:id="R25c86ce20e6145c5"/>
    <p:sldId xmlns:r="http://schemas.openxmlformats.org/officeDocument/2006/relationships" id="315" r:id="R032dabf7b01f407e"/>
    <p:sldId xmlns:r="http://schemas.openxmlformats.org/officeDocument/2006/relationships" id="316" r:id="R18949d9ef16e474b"/>
    <p:sldId xmlns:r="http://schemas.openxmlformats.org/officeDocument/2006/relationships" id="317" r:id="Rc93e12351e814909"/>
    <p:sldId xmlns:r="http://schemas.openxmlformats.org/officeDocument/2006/relationships" id="318" r:id="R8916180b3bd94069"/>
    <p:sldId xmlns:r="http://schemas.openxmlformats.org/officeDocument/2006/relationships" id="319" r:id="Rce5a6218abeb4d53"/>
    <p:sldId xmlns:r="http://schemas.openxmlformats.org/officeDocument/2006/relationships" id="320" r:id="R8be841bdce704e4f"/>
    <p:sldId xmlns:r="http://schemas.openxmlformats.org/officeDocument/2006/relationships" id="321" r:id="R1fd12f4e82734fa7"/>
    <p:sldId xmlns:r="http://schemas.openxmlformats.org/officeDocument/2006/relationships" id="322" r:id="Re58f478c62264dfd"/>
    <p:sldId xmlns:r="http://schemas.openxmlformats.org/officeDocument/2006/relationships" id="323" r:id="R6559c417956045c3"/>
    <p:sldId xmlns:r="http://schemas.openxmlformats.org/officeDocument/2006/relationships" id="324" r:id="Rbcc426c0e12747dd"/>
    <p:sldId xmlns:r="http://schemas.openxmlformats.org/officeDocument/2006/relationships" id="325" r:id="R37adc813ffcf49c3"/>
    <p:sldId xmlns:r="http://schemas.openxmlformats.org/officeDocument/2006/relationships" id="326" r:id="R993e2194b4e44ca0"/>
    <p:sldId xmlns:r="http://schemas.openxmlformats.org/officeDocument/2006/relationships" id="327" r:id="Rc39c5685bf5c4a0b"/>
    <p:sldId xmlns:r="http://schemas.openxmlformats.org/officeDocument/2006/relationships" id="328" r:id="R94fb6165f2eb424b"/>
    <p:sldId xmlns:r="http://schemas.openxmlformats.org/officeDocument/2006/relationships" id="329" r:id="R12a9aff074a142b9"/>
    <p:sldId xmlns:r="http://schemas.openxmlformats.org/officeDocument/2006/relationships" id="330" r:id="R1c04637cd1114af4"/>
    <p:sldId xmlns:r="http://schemas.openxmlformats.org/officeDocument/2006/relationships" id="331" r:id="Rd37a665f4fa14677"/>
    <p:sldId xmlns:r="http://schemas.openxmlformats.org/officeDocument/2006/relationships" id="332" r:id="R7cba2b9a6ed74db2"/>
    <p:sldId xmlns:r="http://schemas.openxmlformats.org/officeDocument/2006/relationships" id="333" r:id="R6625ef6a04e6497f"/>
    <p:sldId xmlns:r="http://schemas.openxmlformats.org/officeDocument/2006/relationships" id="334" r:id="Ra3e5485a3bc14613"/>
    <p:sldId xmlns:r="http://schemas.openxmlformats.org/officeDocument/2006/relationships" id="335" r:id="R47824174f08d4b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e4dbd8e76140f3" /><Relationship Type="http://schemas.openxmlformats.org/officeDocument/2006/relationships/slideMaster" Target="/ppt/slideMasters/slideMaster1.xml" Id="Re849171c5f454899" /><Relationship Type="http://schemas.openxmlformats.org/officeDocument/2006/relationships/notesMaster" Target="/ppt/notesMasters/notesMaster1.xml" Id="Rf9c78b06a32846af" /><Relationship Type="http://schemas.openxmlformats.org/officeDocument/2006/relationships/presProps" Target="/ppt/presProps.xml" Id="R6311fd7e08d54da3" /><Relationship Type="http://schemas.openxmlformats.org/officeDocument/2006/relationships/tableStyles" Target="/ppt/tableStyles.xml" Id="R5127bd6af2104b51" /><Relationship Type="http://schemas.openxmlformats.org/officeDocument/2006/relationships/slide" Target="/ppt/slides/slide1.xml" Id="Re16ff283101a4fa1" /><Relationship Type="http://schemas.openxmlformats.org/officeDocument/2006/relationships/slide" Target="/ppt/slides/slide2.xml" Id="R7457f65083104e6b" /><Relationship Type="http://schemas.openxmlformats.org/officeDocument/2006/relationships/slide" Target="/ppt/slides/slide3.xml" Id="R12f3fb9296fe443d" /><Relationship Type="http://schemas.openxmlformats.org/officeDocument/2006/relationships/slide" Target="/ppt/slides/slide4.xml" Id="R81a5272c32c94ea2" /><Relationship Type="http://schemas.openxmlformats.org/officeDocument/2006/relationships/slide" Target="/ppt/slides/slide5.xml" Id="R06bb66d2a6444be6" /><Relationship Type="http://schemas.openxmlformats.org/officeDocument/2006/relationships/slide" Target="/ppt/slides/slide6.xml" Id="R8f2aab4f59d743b8" /><Relationship Type="http://schemas.openxmlformats.org/officeDocument/2006/relationships/slide" Target="/ppt/slides/slide7.xml" Id="Ra8d54e31b92b49ab" /><Relationship Type="http://schemas.openxmlformats.org/officeDocument/2006/relationships/slide" Target="/ppt/slides/slide8.xml" Id="Rb250bf690cd341c0" /><Relationship Type="http://schemas.openxmlformats.org/officeDocument/2006/relationships/slide" Target="/ppt/slides/slide9.xml" Id="R9185a386959f4814" /><Relationship Type="http://schemas.openxmlformats.org/officeDocument/2006/relationships/slide" Target="/ppt/slides/slide10.xml" Id="Rd2731c86e20849f2" /><Relationship Type="http://schemas.openxmlformats.org/officeDocument/2006/relationships/slide" Target="/ppt/slides/slide11.xml" Id="Rbd3c4b2f75bf4ca9" /><Relationship Type="http://schemas.openxmlformats.org/officeDocument/2006/relationships/slide" Target="/ppt/slides/slide12.xml" Id="R0adf892c78974a00" /><Relationship Type="http://schemas.openxmlformats.org/officeDocument/2006/relationships/slide" Target="/ppt/slides/slide13.xml" Id="R51647e2c8e4f40f3" /><Relationship Type="http://schemas.openxmlformats.org/officeDocument/2006/relationships/slide" Target="/ppt/slides/slide14.xml" Id="Ra145f57170fd4aa6" /><Relationship Type="http://schemas.openxmlformats.org/officeDocument/2006/relationships/slide" Target="/ppt/slides/slide15.xml" Id="R117070406d164682" /><Relationship Type="http://schemas.openxmlformats.org/officeDocument/2006/relationships/slide" Target="/ppt/slides/slide16.xml" Id="R2d83a8a8911c4349" /><Relationship Type="http://schemas.openxmlformats.org/officeDocument/2006/relationships/slide" Target="/ppt/slides/slide17.xml" Id="R580694ad202c4729" /><Relationship Type="http://schemas.openxmlformats.org/officeDocument/2006/relationships/slide" Target="/ppt/slides/slide18.xml" Id="R208b4ecc164c471b" /><Relationship Type="http://schemas.openxmlformats.org/officeDocument/2006/relationships/slide" Target="/ppt/slides/slide19.xml" Id="Rf3f7df5426b04d6a" /><Relationship Type="http://schemas.openxmlformats.org/officeDocument/2006/relationships/slide" Target="/ppt/slides/slide20.xml" Id="R643b273d87614e90" /><Relationship Type="http://schemas.openxmlformats.org/officeDocument/2006/relationships/slide" Target="/ppt/slides/slide21.xml" Id="R815ce8cca01747b2" /><Relationship Type="http://schemas.openxmlformats.org/officeDocument/2006/relationships/slide" Target="/ppt/slides/slide22.xml" Id="R5e7a6882b52047b9" /><Relationship Type="http://schemas.openxmlformats.org/officeDocument/2006/relationships/slide" Target="/ppt/slides/slide23.xml" Id="Rb5d4784de1d048c3" /><Relationship Type="http://schemas.openxmlformats.org/officeDocument/2006/relationships/slide" Target="/ppt/slides/slide24.xml" Id="Rf9d280b48f124eaa" /><Relationship Type="http://schemas.openxmlformats.org/officeDocument/2006/relationships/slide" Target="/ppt/slides/slide25.xml" Id="R4456ad1b2aaf4588" /><Relationship Type="http://schemas.openxmlformats.org/officeDocument/2006/relationships/slide" Target="/ppt/slides/slide26.xml" Id="Ra3c25764dff0423f" /><Relationship Type="http://schemas.openxmlformats.org/officeDocument/2006/relationships/slide" Target="/ppt/slides/slide27.xml" Id="R52e27af4dcad4a00" /><Relationship Type="http://schemas.openxmlformats.org/officeDocument/2006/relationships/slide" Target="/ppt/slides/slide28.xml" Id="R80372d1db40d4263" /><Relationship Type="http://schemas.openxmlformats.org/officeDocument/2006/relationships/slide" Target="/ppt/slides/slide29.xml" Id="Re24427c195954fdb" /><Relationship Type="http://schemas.openxmlformats.org/officeDocument/2006/relationships/slide" Target="/ppt/slides/slide30.xml" Id="Rec34e4a123114f90" /><Relationship Type="http://schemas.openxmlformats.org/officeDocument/2006/relationships/slide" Target="/ppt/slides/slide31.xml" Id="Rdf427277372e4c0e" /><Relationship Type="http://schemas.openxmlformats.org/officeDocument/2006/relationships/slide" Target="/ppt/slides/slide32.xml" Id="R189fe5b2d9f641c8" /><Relationship Type="http://schemas.openxmlformats.org/officeDocument/2006/relationships/slide" Target="/ppt/slides/slide33.xml" Id="R2662949b89a74ce7" /><Relationship Type="http://schemas.openxmlformats.org/officeDocument/2006/relationships/slide" Target="/ppt/slides/slide34.xml" Id="Red892b7f2c2044af" /><Relationship Type="http://schemas.openxmlformats.org/officeDocument/2006/relationships/slide" Target="/ppt/slides/slide35.xml" Id="Rcb68a40ab18848b0" /><Relationship Type="http://schemas.openxmlformats.org/officeDocument/2006/relationships/slide" Target="/ppt/slides/slide36.xml" Id="R35a1f597068d4deb" /><Relationship Type="http://schemas.openxmlformats.org/officeDocument/2006/relationships/slide" Target="/ppt/slides/slide37.xml" Id="R1925c1d37e9f420e" /><Relationship Type="http://schemas.openxmlformats.org/officeDocument/2006/relationships/slide" Target="/ppt/slides/slide38.xml" Id="Rbc280b0d9f69453a" /><Relationship Type="http://schemas.openxmlformats.org/officeDocument/2006/relationships/slide" Target="/ppt/slides/slide39.xml" Id="R0ec153c5af7e4a35" /><Relationship Type="http://schemas.openxmlformats.org/officeDocument/2006/relationships/slide" Target="/ppt/slides/slide40.xml" Id="R70f19fb479e747ac" /><Relationship Type="http://schemas.openxmlformats.org/officeDocument/2006/relationships/slide" Target="/ppt/slides/slide41.xml" Id="R32b28501fe754730" /><Relationship Type="http://schemas.openxmlformats.org/officeDocument/2006/relationships/slide" Target="/ppt/slides/slide42.xml" Id="R347ff4a620c44429" /><Relationship Type="http://schemas.openxmlformats.org/officeDocument/2006/relationships/slide" Target="/ppt/slides/slide43.xml" Id="Rdfc2476824094361" /><Relationship Type="http://schemas.openxmlformats.org/officeDocument/2006/relationships/slide" Target="/ppt/slides/slide44.xml" Id="R2c3400ed38774273" /><Relationship Type="http://schemas.openxmlformats.org/officeDocument/2006/relationships/slide" Target="/ppt/slides/slide45.xml" Id="Rec303c324ae64d4c" /><Relationship Type="http://schemas.openxmlformats.org/officeDocument/2006/relationships/slide" Target="/ppt/slides/slide46.xml" Id="Rbbaea5bc85054c13" /><Relationship Type="http://schemas.openxmlformats.org/officeDocument/2006/relationships/slide" Target="/ppt/slides/slide47.xml" Id="R3ded4ad341ed4460" /><Relationship Type="http://schemas.openxmlformats.org/officeDocument/2006/relationships/slide" Target="/ppt/slides/slide48.xml" Id="R2558286bab7047fe" /><Relationship Type="http://schemas.openxmlformats.org/officeDocument/2006/relationships/slide" Target="/ppt/slides/slide49.xml" Id="R195cafad1e1443fb" /><Relationship Type="http://schemas.openxmlformats.org/officeDocument/2006/relationships/slide" Target="/ppt/slides/slide50.xml" Id="R36bd9252369a4514" /><Relationship Type="http://schemas.openxmlformats.org/officeDocument/2006/relationships/slide" Target="/ppt/slides/slide51.xml" Id="Ree0cc914107d4fc9" /><Relationship Type="http://schemas.openxmlformats.org/officeDocument/2006/relationships/slide" Target="/ppt/slides/slide52.xml" Id="R5952f4febad54b80" /><Relationship Type="http://schemas.openxmlformats.org/officeDocument/2006/relationships/slide" Target="/ppt/slides/slide53.xml" Id="R2527ce713f884c12" /><Relationship Type="http://schemas.openxmlformats.org/officeDocument/2006/relationships/slide" Target="/ppt/slides/slide54.xml" Id="Re6dab1b38c7a4cb0" /><Relationship Type="http://schemas.openxmlformats.org/officeDocument/2006/relationships/slide" Target="/ppt/slides/slide55.xml" Id="R61942572a2454561" /><Relationship Type="http://schemas.openxmlformats.org/officeDocument/2006/relationships/slide" Target="/ppt/slides/slide56.xml" Id="Ra45b1790b76e46ea" /><Relationship Type="http://schemas.openxmlformats.org/officeDocument/2006/relationships/slide" Target="/ppt/slides/slide57.xml" Id="Ra52f42ae59624ec7" /><Relationship Type="http://schemas.openxmlformats.org/officeDocument/2006/relationships/slide" Target="/ppt/slides/slide58.xml" Id="R0e8ce60669cf4339" /><Relationship Type="http://schemas.openxmlformats.org/officeDocument/2006/relationships/slide" Target="/ppt/slides/slide59.xml" Id="R25c86ce20e6145c5" /><Relationship Type="http://schemas.openxmlformats.org/officeDocument/2006/relationships/slide" Target="/ppt/slides/slide60.xml" Id="R032dabf7b01f407e" /><Relationship Type="http://schemas.openxmlformats.org/officeDocument/2006/relationships/slide" Target="/ppt/slides/slide61.xml" Id="R18949d9ef16e474b" /><Relationship Type="http://schemas.openxmlformats.org/officeDocument/2006/relationships/slide" Target="/ppt/slides/slide62.xml" Id="Rc93e12351e814909" /><Relationship Type="http://schemas.openxmlformats.org/officeDocument/2006/relationships/slide" Target="/ppt/slides/slide63.xml" Id="R8916180b3bd94069" /><Relationship Type="http://schemas.openxmlformats.org/officeDocument/2006/relationships/slide" Target="/ppt/slides/slide64.xml" Id="Rce5a6218abeb4d53" /><Relationship Type="http://schemas.openxmlformats.org/officeDocument/2006/relationships/slide" Target="/ppt/slides/slide65.xml" Id="R8be841bdce704e4f" /><Relationship Type="http://schemas.openxmlformats.org/officeDocument/2006/relationships/slide" Target="/ppt/slides/slide66.xml" Id="R1fd12f4e82734fa7" /><Relationship Type="http://schemas.openxmlformats.org/officeDocument/2006/relationships/slide" Target="/ppt/slides/slide67.xml" Id="Re58f478c62264dfd" /><Relationship Type="http://schemas.openxmlformats.org/officeDocument/2006/relationships/slide" Target="/ppt/slides/slide68.xml" Id="R6559c417956045c3" /><Relationship Type="http://schemas.openxmlformats.org/officeDocument/2006/relationships/slide" Target="/ppt/slides/slide69.xml" Id="Rbcc426c0e12747dd" /><Relationship Type="http://schemas.openxmlformats.org/officeDocument/2006/relationships/slide" Target="/ppt/slides/slide70.xml" Id="R37adc813ffcf49c3" /><Relationship Type="http://schemas.openxmlformats.org/officeDocument/2006/relationships/slide" Target="/ppt/slides/slide71.xml" Id="R993e2194b4e44ca0" /><Relationship Type="http://schemas.openxmlformats.org/officeDocument/2006/relationships/slide" Target="/ppt/slides/slide72.xml" Id="Rc39c5685bf5c4a0b" /><Relationship Type="http://schemas.openxmlformats.org/officeDocument/2006/relationships/slide" Target="/ppt/slides/slide73.xml" Id="R94fb6165f2eb424b" /><Relationship Type="http://schemas.openxmlformats.org/officeDocument/2006/relationships/slide" Target="/ppt/slides/slide74.xml" Id="R12a9aff074a142b9" /><Relationship Type="http://schemas.openxmlformats.org/officeDocument/2006/relationships/slide" Target="/ppt/slides/slide75.xml" Id="R1c04637cd1114af4" /><Relationship Type="http://schemas.openxmlformats.org/officeDocument/2006/relationships/slide" Target="/ppt/slides/slide76.xml" Id="Rd37a665f4fa14677" /><Relationship Type="http://schemas.openxmlformats.org/officeDocument/2006/relationships/slide" Target="/ppt/slides/slide77.xml" Id="R7cba2b9a6ed74db2" /><Relationship Type="http://schemas.openxmlformats.org/officeDocument/2006/relationships/slide" Target="/ppt/slides/slide78.xml" Id="R6625ef6a04e6497f" /><Relationship Type="http://schemas.openxmlformats.org/officeDocument/2006/relationships/slide" Target="/ppt/slides/slide79.xml" Id="Ra3e5485a3bc14613" /><Relationship Type="http://schemas.openxmlformats.org/officeDocument/2006/relationships/slide" Target="/ppt/slides/slide80.xml" Id="R47824174f08d4b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7ef90bcdd2647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6e85add4cc4572" /><Relationship Type="http://schemas.openxmlformats.org/officeDocument/2006/relationships/notesMaster" Target="/ppt/notesMasters/notesMaster1.xml" Id="R0ddfa0820a0149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4456654b7b4c8b" /><Relationship Type="http://schemas.openxmlformats.org/officeDocument/2006/relationships/notesMaster" Target="/ppt/notesMasters/notesMaster1.xml" Id="R5193df907f0f4e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19670fea7045ea" /><Relationship Type="http://schemas.openxmlformats.org/officeDocument/2006/relationships/notesMaster" Target="/ppt/notesMasters/notesMaster1.xml" Id="R75763e10a54743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86d205d0e24a3f" /><Relationship Type="http://schemas.openxmlformats.org/officeDocument/2006/relationships/notesMaster" Target="/ppt/notesMasters/notesMaster1.xml" Id="Ra7bdadc2953548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70cdb371b941af" /><Relationship Type="http://schemas.openxmlformats.org/officeDocument/2006/relationships/notesMaster" Target="/ppt/notesMasters/notesMaster1.xml" Id="Rcc49e0e048df4b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79c90e3c304b2c" /><Relationship Type="http://schemas.openxmlformats.org/officeDocument/2006/relationships/notesMaster" Target="/ppt/notesMasters/notesMaster1.xml" Id="R88c5cbb656424f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e2d3bd55c74a44" /><Relationship Type="http://schemas.openxmlformats.org/officeDocument/2006/relationships/notesMaster" Target="/ppt/notesMasters/notesMaster1.xml" Id="R359fed04478f41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80b12f506643ea" /><Relationship Type="http://schemas.openxmlformats.org/officeDocument/2006/relationships/notesMaster" Target="/ppt/notesMasters/notesMaster1.xml" Id="R0339a81999714d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bed6edcbf841a7" /><Relationship Type="http://schemas.openxmlformats.org/officeDocument/2006/relationships/notesMaster" Target="/ppt/notesMasters/notesMaster1.xml" Id="R51c09adb904b44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c91fe6f4d64590" /><Relationship Type="http://schemas.openxmlformats.org/officeDocument/2006/relationships/notesMaster" Target="/ppt/notesMasters/notesMaster1.xml" Id="R46c672babc6043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db2c88a0d34b04" /><Relationship Type="http://schemas.openxmlformats.org/officeDocument/2006/relationships/notesMaster" Target="/ppt/notesMasters/notesMaster1.xml" Id="R8c41f19dc95a4c3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ecc2c58b55b4a2d" /><Relationship Type="http://schemas.openxmlformats.org/officeDocument/2006/relationships/notesMaster" Target="/ppt/notesMasters/notesMaster1.xml" Id="R927a274ef6e249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2d3ab3e79bb43bb" /><Relationship Type="http://schemas.openxmlformats.org/officeDocument/2006/relationships/notesMaster" Target="/ppt/notesMasters/notesMaster1.xml" Id="R9ac5783b4d8549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a4abf5771294d5a" /><Relationship Type="http://schemas.openxmlformats.org/officeDocument/2006/relationships/notesMaster" Target="/ppt/notesMasters/notesMaster1.xml" Id="Rbe492662f4f2484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f6343333c145ec" /><Relationship Type="http://schemas.openxmlformats.org/officeDocument/2006/relationships/notesMaster" Target="/ppt/notesMasters/notesMaster1.xml" Id="Rd9b6ce3ea5684a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5e447cfbb94455" /><Relationship Type="http://schemas.openxmlformats.org/officeDocument/2006/relationships/notesMaster" Target="/ppt/notesMasters/notesMaster1.xml" Id="R5fb639d84a794b8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b9c7ec34994d65" /><Relationship Type="http://schemas.openxmlformats.org/officeDocument/2006/relationships/notesMaster" Target="/ppt/notesMasters/notesMaster1.xml" Id="R38f7032aa5cf46a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8b35b2eae9a4128" /><Relationship Type="http://schemas.openxmlformats.org/officeDocument/2006/relationships/notesMaster" Target="/ppt/notesMasters/notesMaster1.xml" Id="R190fe8530d434af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b9daebd6db34333" /><Relationship Type="http://schemas.openxmlformats.org/officeDocument/2006/relationships/notesMaster" Target="/ppt/notesMasters/notesMaster1.xml" Id="Rb0b7ab364e30452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1e046997db24722" /><Relationship Type="http://schemas.openxmlformats.org/officeDocument/2006/relationships/notesMaster" Target="/ppt/notesMasters/notesMaster1.xml" Id="Rd8de6017ffd5488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b93bcd82c64c5a" /><Relationship Type="http://schemas.openxmlformats.org/officeDocument/2006/relationships/notesMaster" Target="/ppt/notesMasters/notesMaster1.xml" Id="Refcafe9ed5fb4f6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8aabd999784792" /><Relationship Type="http://schemas.openxmlformats.org/officeDocument/2006/relationships/notesMaster" Target="/ppt/notesMasters/notesMaster1.xml" Id="R021354ac901941e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898b51235fd4bf9" /><Relationship Type="http://schemas.openxmlformats.org/officeDocument/2006/relationships/notesMaster" Target="/ppt/notesMasters/notesMaster1.xml" Id="Rf23b65d597d04cb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0b72bd3c9514e94" /><Relationship Type="http://schemas.openxmlformats.org/officeDocument/2006/relationships/notesMaster" Target="/ppt/notesMasters/notesMaster1.xml" Id="Rb6b40af100ba448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e55e542c1a0472f" /><Relationship Type="http://schemas.openxmlformats.org/officeDocument/2006/relationships/notesMaster" Target="/ppt/notesMasters/notesMaster1.xml" Id="Ref259fc1b1b94bf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8fca1461b44ae0" /><Relationship Type="http://schemas.openxmlformats.org/officeDocument/2006/relationships/notesMaster" Target="/ppt/notesMasters/notesMaster1.xml" Id="Ra8affbc6b47c4c0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3b57e6217148fe" /><Relationship Type="http://schemas.openxmlformats.org/officeDocument/2006/relationships/notesMaster" Target="/ppt/notesMasters/notesMaster1.xml" Id="R01fc321aa3794db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11928fc5bf64a91" /><Relationship Type="http://schemas.openxmlformats.org/officeDocument/2006/relationships/notesMaster" Target="/ppt/notesMasters/notesMaster1.xml" Id="Rf678274a1a35427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3a61dcaf26b482b" /><Relationship Type="http://schemas.openxmlformats.org/officeDocument/2006/relationships/notesMaster" Target="/ppt/notesMasters/notesMaster1.xml" Id="R7243697ee0d84d8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20e623d45be4957" /><Relationship Type="http://schemas.openxmlformats.org/officeDocument/2006/relationships/notesMaster" Target="/ppt/notesMasters/notesMaster1.xml" Id="Rf76515bddb364d6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a78125989324486" /><Relationship Type="http://schemas.openxmlformats.org/officeDocument/2006/relationships/notesMaster" Target="/ppt/notesMasters/notesMaster1.xml" Id="Rb3a5091303954b1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bd5616579b94875" /><Relationship Type="http://schemas.openxmlformats.org/officeDocument/2006/relationships/notesMaster" Target="/ppt/notesMasters/notesMaster1.xml" Id="R7e2e4079f2de472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18b01f356dd4b2b" /><Relationship Type="http://schemas.openxmlformats.org/officeDocument/2006/relationships/notesMaster" Target="/ppt/notesMasters/notesMaster1.xml" Id="Rcd4a0fadf96245e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11263b7b2774d43" /><Relationship Type="http://schemas.openxmlformats.org/officeDocument/2006/relationships/notesMaster" Target="/ppt/notesMasters/notesMaster1.xml" Id="Rce9f457dc486409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785274f3d46413c" /><Relationship Type="http://schemas.openxmlformats.org/officeDocument/2006/relationships/notesMaster" Target="/ppt/notesMasters/notesMaster1.xml" Id="R7b9fec76b273438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c16d1c7c4104201" /><Relationship Type="http://schemas.openxmlformats.org/officeDocument/2006/relationships/notesMaster" Target="/ppt/notesMasters/notesMaster1.xml" Id="R3271db44ec1f4f9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57248dd33064aa6" /><Relationship Type="http://schemas.openxmlformats.org/officeDocument/2006/relationships/notesMaster" Target="/ppt/notesMasters/notesMaster1.xml" Id="R67788c4a4edd418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6b6c79e59004429" /><Relationship Type="http://schemas.openxmlformats.org/officeDocument/2006/relationships/notesMaster" Target="/ppt/notesMasters/notesMaster1.xml" Id="R15136aa3528b44e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3c2e0213c2f4e76" /><Relationship Type="http://schemas.openxmlformats.org/officeDocument/2006/relationships/notesMaster" Target="/ppt/notesMasters/notesMaster1.xml" Id="Rabdf10ba309f49a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2d540d540e9466f" /><Relationship Type="http://schemas.openxmlformats.org/officeDocument/2006/relationships/notesMaster" Target="/ppt/notesMasters/notesMaster1.xml" Id="R2f1436e55aa14ee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d6419555c2b4a83" /><Relationship Type="http://schemas.openxmlformats.org/officeDocument/2006/relationships/notesMaster" Target="/ppt/notesMasters/notesMaster1.xml" Id="R572403015b1f415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29f8ec232a4acd" /><Relationship Type="http://schemas.openxmlformats.org/officeDocument/2006/relationships/notesMaster" Target="/ppt/notesMasters/notesMaster1.xml" Id="R5614f7578565465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a422e2d971047e5" /><Relationship Type="http://schemas.openxmlformats.org/officeDocument/2006/relationships/notesMaster" Target="/ppt/notesMasters/notesMaster1.xml" Id="R8ba52cbe222d463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fe1f2838cfa47bc" /><Relationship Type="http://schemas.openxmlformats.org/officeDocument/2006/relationships/notesMaster" Target="/ppt/notesMasters/notesMaster1.xml" Id="R1ef1e43b09ff401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a0d7c7737c9458a" /><Relationship Type="http://schemas.openxmlformats.org/officeDocument/2006/relationships/notesMaster" Target="/ppt/notesMasters/notesMaster1.xml" Id="Rf599929c3ee94ff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d3096e2fb834c08" /><Relationship Type="http://schemas.openxmlformats.org/officeDocument/2006/relationships/notesMaster" Target="/ppt/notesMasters/notesMaster1.xml" Id="R3219e9db15b7469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a0e7cf874e3425b" /><Relationship Type="http://schemas.openxmlformats.org/officeDocument/2006/relationships/notesMaster" Target="/ppt/notesMasters/notesMaster1.xml" Id="Rb4b03eec675f499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9c7f63c67084485" /><Relationship Type="http://schemas.openxmlformats.org/officeDocument/2006/relationships/notesMaster" Target="/ppt/notesMasters/notesMaster1.xml" Id="R0db397989183468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25c24daea4a44e1" /><Relationship Type="http://schemas.openxmlformats.org/officeDocument/2006/relationships/notesMaster" Target="/ppt/notesMasters/notesMaster1.xml" Id="R3525b559a9a7436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d1eeb87a5ce46a8" /><Relationship Type="http://schemas.openxmlformats.org/officeDocument/2006/relationships/notesMaster" Target="/ppt/notesMasters/notesMaster1.xml" Id="R67635f54798e4a2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7e74597b467431a" /><Relationship Type="http://schemas.openxmlformats.org/officeDocument/2006/relationships/notesMaster" Target="/ppt/notesMasters/notesMaster1.xml" Id="Ra4b7b201855240d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2885df9b9d54e4e" /><Relationship Type="http://schemas.openxmlformats.org/officeDocument/2006/relationships/notesMaster" Target="/ppt/notesMasters/notesMaster1.xml" Id="R178c27f2d04f497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091943eeece4687" /><Relationship Type="http://schemas.openxmlformats.org/officeDocument/2006/relationships/notesMaster" Target="/ppt/notesMasters/notesMaster1.xml" Id="R8fc9a9a8f6ce4bf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26b8cd0037d465e" /><Relationship Type="http://schemas.openxmlformats.org/officeDocument/2006/relationships/notesMaster" Target="/ppt/notesMasters/notesMaster1.xml" Id="R5d160f6ecc5d450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105ce4a48144606" /><Relationship Type="http://schemas.openxmlformats.org/officeDocument/2006/relationships/notesMaster" Target="/ppt/notesMasters/notesMaster1.xml" Id="Rc49534bacfaa4e3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3d785ef378549df" /><Relationship Type="http://schemas.openxmlformats.org/officeDocument/2006/relationships/notesMaster" Target="/ppt/notesMasters/notesMaster1.xml" Id="R6392f15e61f646c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6330ca519d3409f" /><Relationship Type="http://schemas.openxmlformats.org/officeDocument/2006/relationships/notesMaster" Target="/ppt/notesMasters/notesMaster1.xml" Id="R7a2b38f43a77409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e6c5daf207343b0" /><Relationship Type="http://schemas.openxmlformats.org/officeDocument/2006/relationships/notesMaster" Target="/ppt/notesMasters/notesMaster1.xml" Id="Rc15d788105fa4a6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4dcb43be28d400a" /><Relationship Type="http://schemas.openxmlformats.org/officeDocument/2006/relationships/notesMaster" Target="/ppt/notesMasters/notesMaster1.xml" Id="R5827628d96e8445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181b2f6c1fd4a18" /><Relationship Type="http://schemas.openxmlformats.org/officeDocument/2006/relationships/notesMaster" Target="/ppt/notesMasters/notesMaster1.xml" Id="R7587b193164844c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7a96fe6ef974115" /><Relationship Type="http://schemas.openxmlformats.org/officeDocument/2006/relationships/notesMaster" Target="/ppt/notesMasters/notesMaster1.xml" Id="Rd51a16d570534d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ecb3277c3694233" /><Relationship Type="http://schemas.openxmlformats.org/officeDocument/2006/relationships/notesMaster" Target="/ppt/notesMasters/notesMaster1.xml" Id="R62e7ca9e85ed432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20114472f7742bf" /><Relationship Type="http://schemas.openxmlformats.org/officeDocument/2006/relationships/notesMaster" Target="/ppt/notesMasters/notesMaster1.xml" Id="R94dee55e4873493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683d8726eca4245" /><Relationship Type="http://schemas.openxmlformats.org/officeDocument/2006/relationships/notesMaster" Target="/ppt/notesMasters/notesMaster1.xml" Id="Rb63f7b1cacf94e8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82a21d94b7f4b29" /><Relationship Type="http://schemas.openxmlformats.org/officeDocument/2006/relationships/notesMaster" Target="/ppt/notesMasters/notesMaster1.xml" Id="Rb856e4361895441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eae1f6b10e049cf" /><Relationship Type="http://schemas.openxmlformats.org/officeDocument/2006/relationships/notesMaster" Target="/ppt/notesMasters/notesMaster1.xml" Id="R1e0490e036614ac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a75e63326184dea" /><Relationship Type="http://schemas.openxmlformats.org/officeDocument/2006/relationships/notesMaster" Target="/ppt/notesMasters/notesMaster1.xml" Id="Rb2b43ea2c92049d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a9dea9f793c466a" /><Relationship Type="http://schemas.openxmlformats.org/officeDocument/2006/relationships/notesMaster" Target="/ppt/notesMasters/notesMaster1.xml" Id="Rc5e57b84eba949d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9d03dd96b7e447b" /><Relationship Type="http://schemas.openxmlformats.org/officeDocument/2006/relationships/notesMaster" Target="/ppt/notesMasters/notesMaster1.xml" Id="Rf0dcbab896cc43f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24de6253d6048d9" /><Relationship Type="http://schemas.openxmlformats.org/officeDocument/2006/relationships/notesMaster" Target="/ppt/notesMasters/notesMaster1.xml" Id="R15ab47a9279e488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ab53d0520a8406d" /><Relationship Type="http://schemas.openxmlformats.org/officeDocument/2006/relationships/notesMaster" Target="/ppt/notesMasters/notesMaster1.xml" Id="R7f023cad06f846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3d256133ae442f2" /><Relationship Type="http://schemas.openxmlformats.org/officeDocument/2006/relationships/notesMaster" Target="/ppt/notesMasters/notesMaster1.xml" Id="R7e655ce8105949d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3194db3269f4806" /><Relationship Type="http://schemas.openxmlformats.org/officeDocument/2006/relationships/notesMaster" Target="/ppt/notesMasters/notesMaster1.xml" Id="R6fb193bd65f7474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52eb70e86a4481a" /><Relationship Type="http://schemas.openxmlformats.org/officeDocument/2006/relationships/notesMaster" Target="/ppt/notesMasters/notesMaster1.xml" Id="R2ae2507174884f1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f0b312501cb4907" /><Relationship Type="http://schemas.openxmlformats.org/officeDocument/2006/relationships/notesMaster" Target="/ppt/notesMasters/notesMaster1.xml" Id="R7790ab9581c04ef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1afccd1c98f403e" /><Relationship Type="http://schemas.openxmlformats.org/officeDocument/2006/relationships/notesMaster" Target="/ppt/notesMasters/notesMaster1.xml" Id="Rc837470a799c44b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de1ce3bd9fa42d0" /><Relationship Type="http://schemas.openxmlformats.org/officeDocument/2006/relationships/notesMaster" Target="/ppt/notesMasters/notesMaster1.xml" Id="R462a04d58a65488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206ecd93c674b8b" /><Relationship Type="http://schemas.openxmlformats.org/officeDocument/2006/relationships/notesMaster" Target="/ppt/notesMasters/notesMaster1.xml" Id="Rd1c082d94c17433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187e8ba0e2a4fac" /><Relationship Type="http://schemas.openxmlformats.org/officeDocument/2006/relationships/notesMaster" Target="/ppt/notesMasters/notesMaster1.xml" Id="Re488ac203e79492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05561e9ac4c4ba8" /><Relationship Type="http://schemas.openxmlformats.org/officeDocument/2006/relationships/notesMaster" Target="/ppt/notesMasters/notesMaster1.xml" Id="R65bc19d55d1746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질문하며 S11로 넘긴다.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어떤 Task 정보가 빠졌는지 약한 요청 비교로 확인한다.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“Agent 입장에서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“crop test 고쳐줘”를 읽고 교육용 구성 요청임을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특정 답을 제시하지 않고 남은 결정의 주체를 S12로 넘긴다.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S10의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Slide 12에서 같은 요청을 개발자 결정 관점으로 해부한다.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“무엇을 바꾸고, 무엇을 유지하며, 어디까지 바꿔도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Slide 13에서 질문들을 실용적인 Task Specification 구조로 묶는다.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“Agent가 작업을 검토 가능하게 수행하려면 무엇을 알아야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Task Specification을 이 과정의 작업 구체화 모델로 소개한다.</a:t>
            </a:r>
          </a:p>
          <a:p xmlns:a="http://schemas.openxmlformats.org/drawingml/2006/main">
            <a:r>
              <a:t>2. (0:45–3:15) 하나의 패널에서 목표·맥락·제약·과정·검증을 위에서 아래로 짚는다. 각 행의 오른쪽 질문이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화면 진행: 이 장은 한 작업 요청에 다섯 책임을 묶는 구조를 보여준다. 왼쪽 Task Specification에서 오른쪽 행으로 이동하며 S12의 질문을 구조로 정리한다.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(6:00–9:00) Case 질문으로 어떤 정보가 추가됐는지 비교한다.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두 요청에서 새로 명시된 책임을 마음속으로 비교한다. 발표 응답은 요구하지 않는다.</a:t>
            </a:r>
          </a:p>
          <a:p xmlns:a="http://schemas.openxmlformats.org/drawingml/2006/main">
            <a:r>
              <a:t/>
            </a:r>
          </a:p>
          <a:p xmlns:a="http://schemas.openxmlformats.org/drawingml/2006/main">
            <a:r>
              <a:t>Transition: “이 요청을 받은 Agent는 수정부터 시작할까?”라는 질문으로 Trial 관찰에 들어간다.</a:t>
            </a:r>
          </a:p>
          <a:p xmlns:a="http://schemas.openxmlformats.org/drawingml/2006/main">
            <a:r>
              <a:t/>
            </a:r>
          </a:p>
          <a:p xmlns:a="http://schemas.openxmlformats.org/drawingml/2006/main">
            <a:r>
              <a:t>Time Management: After는 네 줄의 비교 축으로 한정한다. 전체 Trial Prompt나 코드 지시를 화면에 복사하지 않는다. 시간이 부족하면 C++ inset을 생략한다.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“이 요청을 받은 Agent가 수정부터 시작할까?”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“이 요청을 받으면 수정부터 시작할까?”를 제시한다.</a:t>
            </a:r>
          </a:p>
          <a:p xmlns:a="http://schemas.openxmlformats.org/drawingml/2006/main">
            <a:r>
              <a:t>2. (0:35–1:35) 재현 → 조사 → 계획 → 수정 → 검증의 다섯 관찰 단계를 가리킨다. 화면은 WATCH 기준이며 결과를 미리 읽어 주는 요약이 아니다.</a:t>
            </a:r>
          </a:p>
          <a:p xmlns:a="http://schemas.openxmlformats.org/drawingml/2006/main">
            <a:r>
              <a:t>3. (1:35–2:00) 단일 과거 CLI 기록의 행동을 다음 두 장에서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(0:45–1:30) 가운데 동작 테스트·샘플 실행·변경 검토를 세 판단 근거로 설명한다. S17에서 본 관찰 사실은 하단 출처의 범위로만 회수한다.</a:t>
            </a:r>
          </a:p>
          <a:p xmlns:a="http://schemas.openxmlformats.org/drawingml/2006/main">
            <a:r>
              <a:t>3. (1:30–2:30) 성능 개선을 주장하는 작업에는 해당 입력·환경의 측정도 필요할 수 있다고 설명한다. TRIAL-002에서 benchmark가 실행됐다는 뜻이 아니다.</a:t>
            </a:r>
          </a:p>
          <a:p xmlns:a="http://schemas.openxmlformats.org/drawingml/2006/main">
            <a:r>
              <a:t>4. (2:30–3:00)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Slide 19 contains the approved Supporting C++ transfer inset. Do not duplicate it here.</a:t>
            </a:r>
          </a:p>
          <a:p xmlns:a="http://schemas.openxmlformats.org/drawingml/2006/main">
            <a:r>
              <a:t/>
            </a:r>
          </a:p>
          <a:p xmlns:a="http://schemas.openxmlformats.org/drawingml/2006/main">
            <a:r>
              <a:t>Demo Operation: TRIAL-002 verification callback only; DEMO-05의 8분 구간 밖이다. 별도 관찰 카드나 새 결과를 보여 주지 않고 하단 출처로 과거 확인 범위를 회수한다.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세 분 안에 기록 사실과 Teaching Model을 분리한다. S17의 다섯 수치를 다시 읽지 않는다.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표가 특정 테스트의 만능 효과를 뜻하지 않는다고 소개한다. 실제 TRIAL-002는 집중·전체 테스트, CLI smoke, diff를 확인했다는 하단 출처를 짚는다.</a:t>
            </a:r>
          </a:p>
          <a:p xmlns:a="http://schemas.openxmlformats.org/drawingml/2006/main">
            <a:r>
              <a:t>2. (1:00–3:00) 확인 방법 → 말할 수 있는 범위의 다섯 행을 설명한다. 성능 측정 행은 교육 모델이며 TRIAL-002에서 benchmark를 실행하지 않았다고 밝힌다.</a:t>
            </a:r>
          </a:p>
          <a:p xmlns:a="http://schemas.openxmlformats.org/drawingml/2006/main">
            <a:r>
              <a:t>3. (3:00–4:00) C++의 Release 실행, API/ABI, 대상 데이터도 어떤 주장을 확인할지에 맞춰 고르는 경계로 연결한다.</a:t>
            </a:r>
          </a:p>
          <a:p xmlns:a="http://schemas.openxmlformats.org/drawingml/2006/main">
            <a:r>
              <a:t>4. (4:00–5:00) 익숙한 Check가 뒷받침하는 Claim을 개인적으로 떠올리는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Supporting Bridge: `build claim → Release build`; `compatibility claim → API / ABI review`; `performance claim → benchmark with named workload`. No Windows, shell, IDE, or hardware setup is asserted.</a:t>
            </a:r>
          </a:p>
          <a:p xmlns:a="http://schemas.openxmlformats.org/drawingml/2006/main">
            <a:r>
              <a:t/>
            </a:r>
          </a:p>
          <a:p xmlns:a="http://schemas.openxmlformats.org/drawingml/2006/main">
            <a:r>
              <a:t>Demo Operation: TRIAL-002 evidence callback outside the 8-minute Demo slot. 본문 표는 일반적인 check-to-claim 교육 모델이다. 하단 출처에는 실제 Trial에서 수행한 확인만 따로 표시한다. Benchmark 미실행 경계를 유지하고 새 수치나 실행을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다음 작업에도 반복할 정보를 청중이 구분하도록 질문을 연다.</a:t>
            </a:r>
          </a:p>
          <a:p xmlns:a="http://schemas.openxmlformats.org/drawingml/2006/main">
            <a:r>
              <a:t/>
            </a:r>
          </a:p>
          <a:p xmlns:a="http://schemas.openxmlformats.org/drawingml/2006/main">
            <a:r>
              <a:t>Time Management: Lecture 4분과 Reflection 1분을 분리한다. Advanced C++ examples are optional under time pressure; keep the scope labels.</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“매번 Prompt에 반복해서 쓰는 내용 중 이번 Task에만 필요한 것은 무엇이고, Project가 계속 유지해야 할 것은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최근 요청에 썼던 문장 하나를 떠올리고 “이번 작업에만?”과 “다음 작업에도?” 중 어디에 해당할지 개인적으로 생각한다. 화면의 두 영역은 비워 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S24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S24에서 본 기록을 회수한 뒤 두 열의 수명을 비교한다. 왼쪽은 다음 작업에서 바뀔 목표, 오른쪽은 여러 작업에서 다시 참고할 사실이다. S21의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Context 양만으로 충분한지 연구 질문으로 넘어간다.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“Context window가 크면 모든 정보가 똑같이 활용될까?”</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“Context window가 크면 모든 정보가 똑같이 활용될까?”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“필요한 정보를 Task에 맞춰 어떻게 찾게 할까?”</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“모든 정보를 한 곳에 넣지 않고 필요한 정보에 도달할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“무엇을 항상 읽고, 무엇을 필요할 때 찾게 할까?”</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기본 안내의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Demo) architecture는 둘 다 읽었고 testing은 A의 최종 실행에서만 읽었다고 확인한다. B는 설정·README·source도 확인했다. A의 더 넓은 읽기와 실행 간 변동도 남아 있다.</a:t>
            </a:r>
          </a:p>
          <a:p xmlns:a="http://schemas.openxmlformats.org/drawingml/2006/main">
            <a:r>
              <a:t>3. (3:00–4:00 / Lecture)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‘이 반복도 Context만의 문제일까?’로 질문을 받는다. 질문이 없으면 사실과 절차의 책임 차이를 짚고 ‘Agent가 Project를 알아도 왜 작업 방법은 달라질까?’를 던진다.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“Agent가 Project를 알아도 왜 작업 방법은 달라질까?”</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“작업 방법도 Repository가 재사용할 수 있을까?”</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“현재 목표, Project 사실, 반복 절차는 어디에 속하는가?”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첫 행의 normalize 성능 조사로 이번 Task 목표를 설명한다.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“호출한 뒤 작업 Prompt에서는 무엇이 달라졌을까?”</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“같은 작업 절차를 매번 Prompt에 길게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말하고 Subagent 필요성 질문으로 넘긴다.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“이 결과를 위해 Subagent도 필요했을까?”</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“성능 작업을 여러 Agent로 나누는 게 이 사례에 도움이 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 → 변경 → 검증을 왼쪽부터 가리킨다. 뒤 단계가 앞 결과를 사용하는 현재 성능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“반복 절차 말고, 다시 찾기 어려운 지식도 남길 필요가 있었을까?”</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작업에서 다시 발견하기 어려운 지식은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Project가 정당한 이유로 바뀌면 작업 Workflow도 함께 바뀔까?</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실제 graypipe 이력과 별개인 가상 사례임을 먼저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보이는 실패 지점과 실제 원인 Layer는 항상 같을까?</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관찰·원인·변경·평가가 연결될 때 이를 어떤 Engineering 관점으로 볼까?</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“Feedback이 언제 Engineering이 되는가?”</a:t>
            </a:r>
          </a:p>
          <a:p xmlns:a="http://schemas.openxmlformats.org/drawingml/2006/main">
            <a:r>
              <a:t/>
            </a:r>
          </a:p>
          <a:p xmlns:a="http://schemas.openxmlformats.org/drawingml/2006/main">
            <a:r>
              <a:t>**Speaker Flow:**</a:t>
            </a:r>
          </a:p>
          <a:p xmlns:a="http://schemas.openxmlformats.org/drawingml/2006/main">
            <a:r>
              <a:t>1. (0:00–2:00 / Lecture) 실행과 관찰의 질문을 구분한다. 앞의 가상 사례에서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표기를 바꾸어 실제 교육 제작 기록에서의 별도 Loop를 살펴본다.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“이번에는 실제 제작 과정에서 무슨 일이 있었나?”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이 장은 실제 사건을 여는 화면이다.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이 원리를 C++ Vision Project에 옮기면 무엇을 확인할까?</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기능이 아니라, 처음의 문제에서 Loop까지 이어진 Story를 다시 연결해 보겠습니다.”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S74와 S76에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“이 흐름이 하나의 Repository에서는 어떤 변화로 기록됐을까요?”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일곱 이름을 번호·화살표 순서로 읽는다. 상단 왼쪽에서 오른쪽으로, 다음 하단 오른쪽에서 왼쪽으로 이동한다.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“AI에게 더 많은 일을 맡겨도 개발자에게 남는 책임은 무엇일까요?”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Task/Context/Workflow/Verification/Feedback의 새 개념 설명은 하지 않고 S79의 개인 성찰 세 질문으로 좁혀 준다.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“마지막으로, 각자 업무에서 반복되는 마찰을 개인적으로 생각해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“내가 AI와 개발하는 방식에서 다음에 바꿀 수 있는 것은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마찰을 이어 간다.</a:t>
            </a:r>
          </a:p>
          <a:p xmlns:a="http://schemas.openxmlformats.org/drawingml/2006/main">
            <a:r>
              <a:t>2. (1:00–2:00 / Lecture) 화면의 반복 설명, 재탐색하는 프로젝트 사실, 두 번째 실패의 수정 위치 세 질문을 차례로 읽는다.</a:t>
            </a:r>
          </a:p>
          <a:p xmlns:a="http://schemas.openxmlformats.org/drawingml/2006/main">
            <a:r>
              <a:t>3. (2:00–4:00 / Reflection) 두 분 동안 조용히 개인적으로 생각할 시간을 둔다. 답변·기록·발표·제출을 요구하지 않는다. 시간 뒤 S80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공유하지 않는 개인 성찰로 진행한다.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0b153a9ae94ce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21b557c3c04e1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13afc1a2bf44a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0ca06d9980408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e44ae4995554b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d088df12cda4d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E23EEE-B6CF-49EC-BDE9-BF7C0EFAFA6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06302E-188C-426F-8D07-620F1E7A8D7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0EF82D9-0D28-40AE-B06C-E47EAAB0A5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74E95F-6E32-492D-B47C-618417BA53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CE16C9-123D-49C6-A5B9-CBA4446BB8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11B3A87-C118-4626-8C73-75085D92DE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8F5FAF-3B3F-4211-9CFD-441394DDE2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5AFE96-1E6C-467C-BAF4-C53CB303225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77E1D-3E2D-4BEF-9DA4-242DFFF4D0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B94266C-8006-42FC-A67F-B988301AD6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15586835874d72" /><Relationship Type="http://schemas.openxmlformats.org/officeDocument/2006/relationships/slideLayout" Target="/ppt/slideLayouts/slideLayout1.xml" Id="R5f69fd9c97da4e11" /><Relationship Type="http://schemas.openxmlformats.org/officeDocument/2006/relationships/slideLayout" Target="/ppt/slideLayouts/slideLayout2.xml" Id="Rf3c2b2b8f0d14e12" /><Relationship Type="http://schemas.openxmlformats.org/officeDocument/2006/relationships/slideLayout" Target="/ppt/slideLayouts/slideLayout3.xml" Id="R9d03cabb91814e12" /><Relationship Type="http://schemas.openxmlformats.org/officeDocument/2006/relationships/slideLayout" Target="/ppt/slideLayouts/slideLayout4.xml" Id="Rb20ca8d23c6d402a" /><Relationship Type="http://schemas.openxmlformats.org/officeDocument/2006/relationships/slideLayout" Target="/ppt/slideLayouts/slideLayout5.xml" Id="R980f95cd41594433" /><Relationship Type="http://schemas.openxmlformats.org/officeDocument/2006/relationships/slideLayout" Target="/ppt/slideLayouts/slideLayout6.xml" Id="Red9129b392c34d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69fd9c97da4e11"/>
    <p:sldLayoutId xmlns:r="http://schemas.openxmlformats.org/officeDocument/2006/relationships" id="2147483650" r:id="Rf3c2b2b8f0d14e12"/>
    <p:sldLayoutId xmlns:r="http://schemas.openxmlformats.org/officeDocument/2006/relationships" id="2147483651" r:id="R9d03cabb91814e12"/>
    <p:sldLayoutId xmlns:r="http://schemas.openxmlformats.org/officeDocument/2006/relationships" id="2147483652" r:id="Rb20ca8d23c6d402a"/>
    <p:sldLayoutId xmlns:r="http://schemas.openxmlformats.org/officeDocument/2006/relationships" id="2147483653" r:id="R980f95cd41594433"/>
    <p:sldLayoutId xmlns:r="http://schemas.openxmlformats.org/officeDocument/2006/relationships" id="2147483654" r:id="Red9129b392c34d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9141f491d4146e0" /><Relationship Type="http://schemas.openxmlformats.org/officeDocument/2006/relationships/notesSlide" Target="/ppt/notesSlides/notesSlide1.xml" Id="R0ecca83bca7e42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264558817e4f9b" /><Relationship Type="http://schemas.openxmlformats.org/officeDocument/2006/relationships/notesSlide" Target="/ppt/notesSlides/notesSlide2.xml" Id="R62dfa855f97249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0752ca888441a1" /><Relationship Type="http://schemas.openxmlformats.org/officeDocument/2006/relationships/image" Target="/ppt/media/image.png" Id="Rc979e73f61924998" /><Relationship Type="http://schemas.openxmlformats.org/officeDocument/2006/relationships/notesSlide" Target="/ppt/notesSlides/notesSlide3.xml" Id="Rb064855a370544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c6f61db06374162" /><Relationship Type="http://schemas.openxmlformats.org/officeDocument/2006/relationships/notesSlide" Target="/ppt/notesSlides/notesSlide4.xml" Id="R65d48ef137e24c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f9a10aabe9545e3" /><Relationship Type="http://schemas.openxmlformats.org/officeDocument/2006/relationships/notesSlide" Target="/ppt/notesSlides/notesSlide5.xml" Id="R9ff1a145674f4c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061738b1af4c31" /><Relationship Type="http://schemas.openxmlformats.org/officeDocument/2006/relationships/notesSlide" Target="/ppt/notesSlides/notesSlide6.xml" Id="R13501da7b7194a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5784a6af12d4bfc" /><Relationship Type="http://schemas.openxmlformats.org/officeDocument/2006/relationships/image" Target="/ppt/media/image2.png" Id="Rc73a8fe766bd4475" /><Relationship Type="http://schemas.openxmlformats.org/officeDocument/2006/relationships/notesSlide" Target="/ppt/notesSlides/notesSlide7.xml" Id="R1fe9c5f70f0e4a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623749afa70467b" /><Relationship Type="http://schemas.openxmlformats.org/officeDocument/2006/relationships/notesSlide" Target="/ppt/notesSlides/notesSlide8.xml" Id="R8763ef384a1244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d9f4095c046424c" /><Relationship Type="http://schemas.openxmlformats.org/officeDocument/2006/relationships/notesSlide" Target="/ppt/notesSlides/notesSlide9.xml" Id="Re53b67aeb80840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08a590dac644e7" /><Relationship Type="http://schemas.openxmlformats.org/officeDocument/2006/relationships/notesSlide" Target="/ppt/notesSlides/notesSlide10.xml" Id="Rccd36fb38f364b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21ba867734342e2" /><Relationship Type="http://schemas.openxmlformats.org/officeDocument/2006/relationships/notesSlide" Target="/ppt/notesSlides/notesSlide11.xml" Id="Rd39cf137832245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db297c8f32d4ab0" /><Relationship Type="http://schemas.openxmlformats.org/officeDocument/2006/relationships/notesSlide" Target="/ppt/notesSlides/notesSlide12.xml" Id="R99836d3e86614f5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706cbb26349450a" /><Relationship Type="http://schemas.openxmlformats.org/officeDocument/2006/relationships/notesSlide" Target="/ppt/notesSlides/notesSlide13.xml" Id="R2a2d9ee4e04e4d5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f0a14a996c432a" /><Relationship Type="http://schemas.openxmlformats.org/officeDocument/2006/relationships/notesSlide" Target="/ppt/notesSlides/notesSlide14.xml" Id="R06588a18eb0f433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941e8c2290b4de7" /><Relationship Type="http://schemas.openxmlformats.org/officeDocument/2006/relationships/notesSlide" Target="/ppt/notesSlides/notesSlide15.xml" Id="R5e3dcd413967477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13a5cb7bea84319" /><Relationship Type="http://schemas.openxmlformats.org/officeDocument/2006/relationships/notesSlide" Target="/ppt/notesSlides/notesSlide16.xml" Id="Rdc3a093ab1134d1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eadaa02c119482b" /><Relationship Type="http://schemas.openxmlformats.org/officeDocument/2006/relationships/notesSlide" Target="/ppt/notesSlides/notesSlide17.xml" Id="R1462635d59464dc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bd73e3dc6b04bb4" /><Relationship Type="http://schemas.openxmlformats.org/officeDocument/2006/relationships/notesSlide" Target="/ppt/notesSlides/notesSlide18.xml" Id="R20a11a769f7a492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d2871175b7a4fa2" /><Relationship Type="http://schemas.openxmlformats.org/officeDocument/2006/relationships/notesSlide" Target="/ppt/notesSlides/notesSlide19.xml" Id="R3e4d2da6aeb6462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779ba84118f4814" /><Relationship Type="http://schemas.openxmlformats.org/officeDocument/2006/relationships/notesSlide" Target="/ppt/notesSlides/notesSlide20.xml" Id="R6ef002bf93d8467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91f625085bc4aea" /><Relationship Type="http://schemas.openxmlformats.org/officeDocument/2006/relationships/notesSlide" Target="/ppt/notesSlides/notesSlide21.xml" Id="Rd4394acb3a284c6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04ed03d90e549b7" /><Relationship Type="http://schemas.openxmlformats.org/officeDocument/2006/relationships/notesSlide" Target="/ppt/notesSlides/notesSlide22.xml" Id="Reed0ddc37b104ba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728f5cd3cdc4c40" /><Relationship Type="http://schemas.openxmlformats.org/officeDocument/2006/relationships/notesSlide" Target="/ppt/notesSlides/notesSlide23.xml" Id="R86d67799bab344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79c9a59c66c48f0" /><Relationship Type="http://schemas.openxmlformats.org/officeDocument/2006/relationships/notesSlide" Target="/ppt/notesSlides/notesSlide24.xml" Id="R411ec934ead243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beb7ceb73884746" /><Relationship Type="http://schemas.openxmlformats.org/officeDocument/2006/relationships/notesSlide" Target="/ppt/notesSlides/notesSlide25.xml" Id="R12557b5aa25a4a7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acfe2e52998400e" /><Relationship Type="http://schemas.openxmlformats.org/officeDocument/2006/relationships/notesSlide" Target="/ppt/notesSlides/notesSlide26.xml" Id="R49c2c5f2eeae485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44d1a24aaf94a62" /><Relationship Type="http://schemas.openxmlformats.org/officeDocument/2006/relationships/notesSlide" Target="/ppt/notesSlides/notesSlide27.xml" Id="R1b9ac50f8b74448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708ff47c578404b" /><Relationship Type="http://schemas.openxmlformats.org/officeDocument/2006/relationships/notesSlide" Target="/ppt/notesSlides/notesSlide28.xml" Id="R0f36389088c04a3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a361292a65d4ae3" /><Relationship Type="http://schemas.openxmlformats.org/officeDocument/2006/relationships/notesSlide" Target="/ppt/notesSlides/notesSlide29.xml" Id="R90552a754644480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6b63a626e5444a7" /><Relationship Type="http://schemas.openxmlformats.org/officeDocument/2006/relationships/notesSlide" Target="/ppt/notesSlides/notesSlide30.xml" Id="Rd6c0c606a3ab486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e7e832d27e04441" /><Relationship Type="http://schemas.openxmlformats.org/officeDocument/2006/relationships/notesSlide" Target="/ppt/notesSlides/notesSlide31.xml" Id="R1c0bff2431214e8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79d7a8c5f6c4522" /><Relationship Type="http://schemas.openxmlformats.org/officeDocument/2006/relationships/notesSlide" Target="/ppt/notesSlides/notesSlide32.xml" Id="R0b6e989f3f60460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f132ef796d144c1" /><Relationship Type="http://schemas.openxmlformats.org/officeDocument/2006/relationships/notesSlide" Target="/ppt/notesSlides/notesSlide33.xml" Id="Rbd0c73e22fd5481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ec6e739989443d1" /><Relationship Type="http://schemas.openxmlformats.org/officeDocument/2006/relationships/notesSlide" Target="/ppt/notesSlides/notesSlide34.xml" Id="Rd877d34f1807433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582089ecacb4667" /><Relationship Type="http://schemas.openxmlformats.org/officeDocument/2006/relationships/notesSlide" Target="/ppt/notesSlides/notesSlide35.xml" Id="Rf7fb7c9a7cea450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3ecd7b0c83c4143" /><Relationship Type="http://schemas.openxmlformats.org/officeDocument/2006/relationships/notesSlide" Target="/ppt/notesSlides/notesSlide36.xml" Id="Rd1a3913aba5e46e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d520c71fae74126" /><Relationship Type="http://schemas.openxmlformats.org/officeDocument/2006/relationships/image" Target="/ppt/media/image3.png" Id="R0d644f3c300d4473" /><Relationship Type="http://schemas.openxmlformats.org/officeDocument/2006/relationships/image" Target="/ppt/media/image4.png" Id="R2e5502cac9574f54" /><Relationship Type="http://schemas.openxmlformats.org/officeDocument/2006/relationships/image" Target="/ppt/media/image5.png" Id="Rb76a9c51bedd445f" /><Relationship Type="http://schemas.openxmlformats.org/officeDocument/2006/relationships/image" Target="/ppt/media/image6.png" Id="Rd8c122324920401b" /><Relationship Type="http://schemas.openxmlformats.org/officeDocument/2006/relationships/notesSlide" Target="/ppt/notesSlides/notesSlide37.xml" Id="R422312c0b954401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da786473a114352" /><Relationship Type="http://schemas.openxmlformats.org/officeDocument/2006/relationships/notesSlide" Target="/ppt/notesSlides/notesSlide38.xml" Id="R2cdd9a1e98f14e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8f747c452e64498" /><Relationship Type="http://schemas.openxmlformats.org/officeDocument/2006/relationships/notesSlide" Target="/ppt/notesSlides/notesSlide39.xml" Id="Rd9c1cf9a11934ec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eb05bafba424dd4" /><Relationship Type="http://schemas.openxmlformats.org/officeDocument/2006/relationships/notesSlide" Target="/ppt/notesSlides/notesSlide40.xml" Id="Rf82a87f231a34a2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e5f7db0ce3c418c" /><Relationship Type="http://schemas.openxmlformats.org/officeDocument/2006/relationships/notesSlide" Target="/ppt/notesSlides/notesSlide41.xml" Id="R979c4a5b737b41f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a7aa3661b1941c8" /><Relationship Type="http://schemas.openxmlformats.org/officeDocument/2006/relationships/notesSlide" Target="/ppt/notesSlides/notesSlide42.xml" Id="Re8fa3603dbce4f5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253328f71d74ec9" /><Relationship Type="http://schemas.openxmlformats.org/officeDocument/2006/relationships/notesSlide" Target="/ppt/notesSlides/notesSlide43.xml" Id="Rdef87addd6a24cc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af6368a58644654" /><Relationship Type="http://schemas.openxmlformats.org/officeDocument/2006/relationships/notesSlide" Target="/ppt/notesSlides/notesSlide44.xml" Id="R422f3ae7529241e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14ec0786b834076" /><Relationship Type="http://schemas.openxmlformats.org/officeDocument/2006/relationships/chart" Target="/ppt/slides/charts/chart1.xml" Id="R3edc330bb9924b09" /><Relationship Type="http://schemas.openxmlformats.org/officeDocument/2006/relationships/notesSlide" Target="/ppt/notesSlides/notesSlide45.xml" Id="R2ec53626aae248d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96889c295df47aa" /><Relationship Type="http://schemas.openxmlformats.org/officeDocument/2006/relationships/notesSlide" Target="/ppt/notesSlides/notesSlide46.xml" Id="R18b5a7d9f84349f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2dd6918718646cc" /><Relationship Type="http://schemas.openxmlformats.org/officeDocument/2006/relationships/notesSlide" Target="/ppt/notesSlides/notesSlide47.xml" Id="R0fc24c1470584b2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ef5548ee3d62455b" /><Relationship Type="http://schemas.openxmlformats.org/officeDocument/2006/relationships/notesSlide" Target="/ppt/notesSlides/notesSlide48.xml" Id="R7e7203296472442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d4cf806ec014d83" /><Relationship Type="http://schemas.openxmlformats.org/officeDocument/2006/relationships/notesSlide" Target="/ppt/notesSlides/notesSlide49.xml" Id="R10c66df394ac4d4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98e8c3f9afe484d" /><Relationship Type="http://schemas.openxmlformats.org/officeDocument/2006/relationships/notesSlide" Target="/ppt/notesSlides/notesSlide50.xml" Id="R5b419fbd614b4c6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32c7bc724ff491a" /><Relationship Type="http://schemas.openxmlformats.org/officeDocument/2006/relationships/notesSlide" Target="/ppt/notesSlides/notesSlide51.xml" Id="R267495e47f6b46c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00d2819a19e4432" /><Relationship Type="http://schemas.openxmlformats.org/officeDocument/2006/relationships/notesSlide" Target="/ppt/notesSlides/notesSlide52.xml" Id="R9a55e141a5bd478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b34d4352d7a4f59" /><Relationship Type="http://schemas.openxmlformats.org/officeDocument/2006/relationships/image" Target="/ppt/media/image7.png" Id="R34349e52c5564e25" /><Relationship Type="http://schemas.openxmlformats.org/officeDocument/2006/relationships/notesSlide" Target="/ppt/notesSlides/notesSlide53.xml" Id="R90b2c9e4bb5441d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de0282d9b3a4440" /><Relationship Type="http://schemas.openxmlformats.org/officeDocument/2006/relationships/notesSlide" Target="/ppt/notesSlides/notesSlide54.xml" Id="Rd59fa419d31e4cc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87d7a5bab2f4bb1" /><Relationship Type="http://schemas.openxmlformats.org/officeDocument/2006/relationships/notesSlide" Target="/ppt/notesSlides/notesSlide55.xml" Id="Rb87f9a95cb624f5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89bd73c9fcd4d2a" /><Relationship Type="http://schemas.openxmlformats.org/officeDocument/2006/relationships/notesSlide" Target="/ppt/notesSlides/notesSlide56.xml" Id="Re8d59139c9574f8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416f03f0dc046e9" /><Relationship Type="http://schemas.openxmlformats.org/officeDocument/2006/relationships/notesSlide" Target="/ppt/notesSlides/notesSlide57.xml" Id="Rdcc8b32ee6634b9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8fd3cc40e1de434d" /><Relationship Type="http://schemas.openxmlformats.org/officeDocument/2006/relationships/notesSlide" Target="/ppt/notesSlides/notesSlide58.xml" Id="R263d8af20833439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0b3d497f6cd45aa" /><Relationship Type="http://schemas.openxmlformats.org/officeDocument/2006/relationships/notesSlide" Target="/ppt/notesSlides/notesSlide59.xml" Id="Rfa8a9bfc8c1f432c"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5540db7079c446c" /><Relationship Type="http://schemas.openxmlformats.org/officeDocument/2006/relationships/notesSlide" Target="/ppt/notesSlides/notesSlide60.xml" Id="R0b266be2c02b487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6ff9e04186e491e" /><Relationship Type="http://schemas.openxmlformats.org/officeDocument/2006/relationships/notesSlide" Target="/ppt/notesSlides/notesSlide61.xml" Id="Rff1a6e9d58b846d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187a87ad6b84521" /><Relationship Type="http://schemas.openxmlformats.org/officeDocument/2006/relationships/notesSlide" Target="/ppt/notesSlides/notesSlide62.xml" Id="R3ee18fa4cf98489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c66fd888b664fa8" /><Relationship Type="http://schemas.openxmlformats.org/officeDocument/2006/relationships/notesSlide" Target="/ppt/notesSlides/notesSlide63.xml" Id="R464426f8b9894f2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6d3573975844d8f" /><Relationship Type="http://schemas.openxmlformats.org/officeDocument/2006/relationships/notesSlide" Target="/ppt/notesSlides/notesSlide64.xml" Id="R480f6060768440d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d7dbc6ed231f44c3" /><Relationship Type="http://schemas.openxmlformats.org/officeDocument/2006/relationships/notesSlide" Target="/ppt/notesSlides/notesSlide65.xml" Id="R6934676b8db645d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f267516a77a4594" /><Relationship Type="http://schemas.openxmlformats.org/officeDocument/2006/relationships/notesSlide" Target="/ppt/notesSlides/notesSlide66.xml" Id="Rb3a7c6965c88494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ba6bd879ba44635" /><Relationship Type="http://schemas.openxmlformats.org/officeDocument/2006/relationships/notesSlide" Target="/ppt/notesSlides/notesSlide67.xml" Id="Re6c2e0f72203477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b0a7f19506e4368" /><Relationship Type="http://schemas.openxmlformats.org/officeDocument/2006/relationships/notesSlide" Target="/ppt/notesSlides/notesSlide68.xml" Id="R040299c0153748e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f9ac6a99f26429e" /><Relationship Type="http://schemas.openxmlformats.org/officeDocument/2006/relationships/notesSlide" Target="/ppt/notesSlides/notesSlide69.xml" Id="R041fe075e24341b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966bd7565a845d6" /><Relationship Type="http://schemas.openxmlformats.org/officeDocument/2006/relationships/notesSlide" Target="/ppt/notesSlides/notesSlide70.xml" Id="R96c921aa72b4489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a480b666f394147" /><Relationship Type="http://schemas.openxmlformats.org/officeDocument/2006/relationships/notesSlide" Target="/ppt/notesSlides/notesSlide71.xml" Id="Rc9fc5577f218474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483da8400494053" /><Relationship Type="http://schemas.openxmlformats.org/officeDocument/2006/relationships/image" Target="/ppt/media/image8.png" Id="Rcec71f806c8f49c2" /><Relationship Type="http://schemas.openxmlformats.org/officeDocument/2006/relationships/notesSlide" Target="/ppt/notesSlides/notesSlide72.xml" Id="R21b4d0590ba54ed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625f011861e45e5" /><Relationship Type="http://schemas.openxmlformats.org/officeDocument/2006/relationships/notesSlide" Target="/ppt/notesSlides/notesSlide73.xml" Id="R3f67a12d741e405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48dbc2b88c194270" /><Relationship Type="http://schemas.openxmlformats.org/officeDocument/2006/relationships/image" Target="/ppt/media/image9.png" Id="R7fe8b564e1464151" /><Relationship Type="http://schemas.openxmlformats.org/officeDocument/2006/relationships/image" Target="/ppt/media/image10.png" Id="Rb5a6d2930ec642a2" /><Relationship Type="http://schemas.openxmlformats.org/officeDocument/2006/relationships/image" Target="/ppt/media/image11.png" Id="R338e01018fbd4fce" /><Relationship Type="http://schemas.openxmlformats.org/officeDocument/2006/relationships/notesSlide" Target="/ppt/notesSlides/notesSlide74.xml" Id="R60203f55da344fb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3cbab5e7ca2d45dc" /><Relationship Type="http://schemas.openxmlformats.org/officeDocument/2006/relationships/notesSlide" Target="/ppt/notesSlides/notesSlide75.xml" Id="R06213d6ad7dc409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f0df7d8c833b4c81" /><Relationship Type="http://schemas.openxmlformats.org/officeDocument/2006/relationships/notesSlide" Target="/ppt/notesSlides/notesSlide76.xml" Id="Rc4c7078be6ca437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6589e0b59fa64713" /><Relationship Type="http://schemas.openxmlformats.org/officeDocument/2006/relationships/notesSlide" Target="/ppt/notesSlides/notesSlide77.xml" Id="R221856ee72dc4ba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c808fbd12fb4b3c" /><Relationship Type="http://schemas.openxmlformats.org/officeDocument/2006/relationships/notesSlide" Target="/ppt/notesSlides/notesSlide78.xml" Id="R865a1ac452cc477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200bdffc347e4523" /><Relationship Type="http://schemas.openxmlformats.org/officeDocument/2006/relationships/notesSlide" Target="/ppt/notesSlides/notesSlide79.xml" Id="Rcd0118881bd5457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693bdeff4ed14e44" /><Relationship Type="http://schemas.openxmlformats.org/officeDocument/2006/relationships/notesSlide" Target="/ppt/notesSlides/notesSlide80.xml" Id="Rf7645845b1d649d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3E9E5A18-64B7-4879-A636-6DBB708ED8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CD6AB502-951C-4F82-A7DB-4CD3F78211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CE3A7EF-5D17-459F-B2ED-75FF3415F8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79C238F-4217-4A72-9895-DA5259555C6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BC435AF-812B-4772-B8AB-5D61E702EE1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C6F1710-F27D-4899-B8A1-56C6F97C930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5CE665FE-5505-4864-BD3F-306D88ADAD41}"/>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AA931B54-039F-4258-9DCB-E4D78180363F}"/>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C3A7E9D3-E04F-4145-9C46-B8C7F74DA9E2}"/>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DC745F03-3FB4-4E2E-9466-89D71F238265}"/>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B703ECEC-4A6E-430B-848D-EFA5910328DC}"/>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170051922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BB3BA986-BB71-433C-986C-3C56A3298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E959D9B3-CAFC-4755-89B9-77F01F9114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D001B1C-01C2-403E-BEEB-C19EB5ED77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4ADAC133-8267-4670-8B97-F320AA30FB2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231DF2F8-C8A7-4086-84D3-64694E7B89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EB1C66EC-B720-4D52-90DD-0AA139A015C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2C455A35-02CF-4ACE-A3B8-A30D83401262}"/>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0ED1FA8E-0CB7-45D9-BDC2-AE1DF894DA6A}"/>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D1A91542-3268-4D4F-A7D1-4DB2EEF8A959}"/>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A7E701FA-6719-4262-96AC-A23675554765}"/>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42FACFB3-590E-49F0-900A-9C6297C74B29}"/>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642E1FDF-3230-43F4-AED3-EEFE20C7F53A}"/>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867F64C4-910E-4B11-9553-30F0A38D747C}"/>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FE727B29-B0BE-4DB5-A959-850E7F1FFFD0}"/>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279D2107-AA76-4530-A673-0CC59902D39A}"/>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784AB40F-8EA2-420C-B7AE-C26CCADC88CA}"/>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0D064B60-154A-4DE9-A74E-34893C2BBECB}"/>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C773BD59-4FE4-4C7A-933F-CF302A7CDA67}"/>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090663C0-19A6-479D-B0C8-EE0B1980F6A6}"/>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3489C561-D088-4192-AC16-C56CA89FDC22}"/>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E325727D-F92A-4B95-85EA-EA794800A67E}"/>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840D7F50-A37E-4937-86D3-B55929D9492C}"/>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58198940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76F70EFF-16C2-445B-8C92-744117D20F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5CF92DDF-FFFC-4106-9D77-8AB72190E4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1EC5019-0F21-402E-AF69-10E347BD17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04D3D03-EDF4-46F7-8ABF-5B3362DEAAD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522B11BD-AD54-40B8-A66C-8545D967213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A97B6018-3957-46FF-BB3B-BC01B93F74F5}"/>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A05D6221-4443-4A30-B47A-A3F0CF882D6C}"/>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1470F215-EA15-4205-8619-526D27A13A15}"/>
              </a:ext>
            </a:extLst>
          </p:cNvPr>
          <p:cNvPicPr>
            <a:picLocks xmlns:a="http://schemas.openxmlformats.org/drawingml/2006/main" noChangeAspect="1"/>
          </p:cNvPicPr>
          <p:nvPr/>
        </p:nvPicPr>
        <p:blipFill>
          <a:blip xmlns:r="http://schemas.openxmlformats.org/officeDocument/2006/relationships" xmlns:a="http://schemas.openxmlformats.org/drawingml/2006/main" r:embed="Rc979e73f61924998"/>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3E037390-D705-45CF-B765-9A675CA9A84D}"/>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A8049E82-CBE2-4652-9D56-E53B54B81B7A}"/>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1D16F416-7060-427E-B777-21FC8E364DDE}"/>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6011A58C-D3F8-4993-BACA-D0ECB27B5F58}"/>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37727833-DCB3-4561-ABF5-637F96E0440C}"/>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51D035FE-141A-4F25-A496-A3654363871B}"/>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A616480A-A9A7-42A3-9ADD-0071B2BE4E8A}"/>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7602993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660E490A-93DF-4351-935F-AB36D3E885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4A72587-8217-46E0-9D2D-0D2647FDA7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6ED66B6-0B29-4718-85BC-22EE44EA60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7296258-8C9F-411E-AE33-5F200E87F83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361C1A5F-7697-4528-9515-7D4356E5324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9BC45D7E-0552-48CE-86EA-8FF0C5049C6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A2A5F5FD-9107-42A8-B325-2E885AF860B2}"/>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D9E32B42-ACF2-4D69-9302-892E1F76DB57}"/>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78F7E7A0-8A63-4D40-BCB4-51288917A4F5}"/>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481A3082-44A2-4372-B78A-59773A741AAF}"/>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3E9131DD-67E6-424F-B825-E7CACC1CF747}"/>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452CC94A-7B00-4FAC-BC23-F6A0B30FDB0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16560753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328DD216-3575-47F6-88DF-F333B6BCDC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0EDCE786-EC10-4F88-A32C-A2CE1B1202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B995285F-D079-407F-AE1F-CF3875B387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1FD5DAF-DD81-40A4-8BD6-047DC19A484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710892D3-7170-431F-893C-6CFC1C37640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0D3497F-B887-4858-8BE7-C121537F983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113BB7D5-56FD-4CC0-97D3-262CA5C11B55}"/>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AF347781-135E-41E5-B755-F1B9F05A97A4}"/>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29711DB2-C5AE-44FB-9CA6-27F64391EBFE}"/>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786B16FF-957C-4CB4-BF0A-BE6C20B192C2}"/>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68BADAC3-A48A-4BF9-A51A-4F362ACB5CC7}"/>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23903EA0-B551-4054-9CB4-B26B701BD9FF}"/>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3940536A-1570-4194-B380-72E760619978}"/>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3989AD37-D7FD-4D3E-8A99-E1F312483C93}"/>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89928382-53CD-421A-BC83-BFA6669C6A81}"/>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F989971E-004F-4068-AD80-0443B60B242A}"/>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6E4CA64F-9BED-429E-822C-B8AE09476A82}"/>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DFCC7A62-F381-46A8-B2CA-1C1C848E5FCA}"/>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6C2E5639-F559-47C1-8337-18BD06F481AB}"/>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3F0F11C8-3F6F-4B72-9596-6F85DBB61E14}"/>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A50F0F84-28E8-4194-BC49-7851D03D549D}"/>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15B2A39F-87FF-4887-AB80-551B582BA116}"/>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B1718568-0DAE-4EB6-8D98-B44A3A8D2230}"/>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C5F89566-D0E2-4224-BC5A-298E54F6614D}"/>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48AF8819-4FA2-483C-A497-2C46D7C423DC}"/>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BC1E169B-1B20-44AE-8632-0799D29B1E1C}"/>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C8734EBF-AC64-48A1-8714-7EB5EDC0E848}"/>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4EF2A44E-332F-4D81-9265-8E157C76840D}"/>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00D83951-085D-49E6-BF03-76D953703E02}"/>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34C39F4B-19AB-416B-95E2-C2687CE8A5C7}"/>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0D5F5F5F-7BDE-4842-900D-EF1F7DA49D3D}"/>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436994E5-DC68-4EA5-8B59-2B0A7EFD9C64}"/>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2C5385DF-8C3A-4F38-9642-1A010B1CDF7D}"/>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4A2FFAA3-E987-4838-837E-AFD3C9A4EDA8}"/>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4EA10B3A-63FD-419E-98FE-16B30BA0CA90}"/>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ADC9B2A1-4275-4A7F-BEF4-007A7468DDF2}"/>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316C757A-3A7B-4FEA-95A4-EBAA308D77D3}"/>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BE0AECE5-1E75-401E-8BA7-4EDCC1428C87}"/>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CCF9DA0F-1C70-44D4-9D76-6362F34958DF}"/>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2E5C810F-B639-49A7-9753-CB8EBEE63D03}"/>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ABBF160C-E748-440F-BD94-A675E36D4D58}"/>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CE84DA0C-9268-406F-B174-42480B168D58}"/>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A9B66F22-688C-428B-BCEE-A8CAE380DC0C}"/>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C3CB8099-45E8-416E-8A74-072A0E6B7760}"/>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4CD7AFC7-4C51-49EF-887C-9004514FEE8B}"/>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5685BC18-DF10-4FBD-9915-51C34F5AF31A}"/>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0E6599F8-B07C-4119-96B1-276A7AA5BDBA}"/>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ADD47E22-BBFF-4B40-BB94-C698AEA0773A}"/>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6F99D466-80DB-44B7-BA03-43686967C485}"/>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B4F0B85B-E295-4676-A935-58DD6F2F33D9}"/>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1B3AB17D-907E-448F-99CA-D6E882B7B074}"/>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2CC54B76-F3AB-48E2-86ED-EF1668C08F0B}"/>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D0A2E9ED-3704-4EB7-858A-1BF98088BF61}"/>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DD5CD03D-28F5-479D-8C17-C37B0D7F5F12}"/>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38BBC440-0CE6-4FE7-883E-9F38BF63B309}"/>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43D9DBCD-6D84-4B45-AA85-59DF4368542C}"/>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C7FC34C0-FA97-41D4-8895-93CEEE22148D}"/>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CEC625DC-DD6C-401C-BEDA-A64AC4011A07}"/>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B0E165C4-BC7B-40B7-ABF5-7AA4411D764F}"/>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A2F80728-661E-4264-BFD4-478E34EA93B0}"/>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0683A975-11A2-40BD-BACA-0576A4CC77D4}"/>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70589F3C-2D6D-4174-8B84-EF4F7B7AFE1C}"/>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68710837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924E0A79-FE80-487F-877F-B1023FE7D0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0EE1FDAA-EF39-47B3-BD0E-F0DB2E29FC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024FC51-E4D0-4083-88B8-BA11BDD835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9555F275-BD1B-4B2F-8041-CA37B252063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D8FB1991-B177-4943-8D09-88348989341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B030C8FA-0485-4296-99B3-09AA9828EED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DEE62207-6DC3-497B-BE72-3082D92096EB}"/>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264713A8-2987-49A8-AF8A-C83A983C4145}"/>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6970F5E5-87EB-491F-88C9-1E7B7B27F007}"/>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0ED69B1-EF88-4E0F-9BA1-DDA2DE7DA3F8}"/>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2CB727AF-D043-4738-A9C2-BC3550D79C5A}"/>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DD89BA66-FF8D-4BCA-B3B3-683635D39801}"/>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1206F943-F9D7-486E-B283-B72633085B69}"/>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4C135781-D23A-4597-AC1B-A47167941AFB}"/>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BD4859F2-1DF3-46D5-9142-267AD11B01F1}"/>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C234F537-B467-4EDD-80F2-8C9D41343512}"/>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209949586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3F542C4C-7742-4ED1-A417-44C5A9A67A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1FAF608C-58AD-4691-A507-9E971E9A5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1C00CBD2-BFB8-437A-B433-893A8EFAFBD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7FD657C-29F0-435C-856B-A10DE664FAA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55463FEC-E0E5-4052-8505-5632394B0D4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2405BA67-8739-436C-987C-8E093F3964C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89E96E3-9908-4BC2-83B6-8E635E968CE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85BFE3EA-3173-4297-AF71-27B34CA5E16B}"/>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CBDCB58D-4DF2-45B5-B95B-3D75E323CC78}"/>
              </a:ext>
            </a:extLst>
          </p:cNvPr>
          <p:cNvPicPr>
            <a:picLocks xmlns:a="http://schemas.openxmlformats.org/drawingml/2006/main" noChangeAspect="1"/>
          </p:cNvPicPr>
          <p:nvPr/>
        </p:nvPicPr>
        <p:blipFill>
          <a:blip xmlns:r="http://schemas.openxmlformats.org/officeDocument/2006/relationships" xmlns:a="http://schemas.openxmlformats.org/drawingml/2006/main" r:embed="Rc73a8fe766bd4475"/>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F56682B-8E25-4B1A-9C0C-D8C4C7FC13DC}"/>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F8178ABE-1FF8-421A-BF3A-62A59EFDFDF2}"/>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35346383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2336F272-B5F3-4F97-BF0E-3BB0E82941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65B0CC73-E9D9-4C80-8807-8BFFAAE83F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7787BEF5-5C02-407C-BB6D-87AE59F2EF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52EB8186-DE5E-4580-B05F-9DFBC50F176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E782288E-6384-4363-A160-C4B334F9F79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E8FC6428-82A6-44A8-96DB-EEC3B9ECAD7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DEFBC709-907E-4DFE-B8CF-8E311982ED6D}"/>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0896D164-BF25-4754-8EF4-7E897A8C32CA}"/>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16C3AFBB-1897-4B0F-B3C0-749D4D04B211}"/>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76424FC-D665-46C9-B568-89B53BD4DF2D}"/>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DFBBFEEE-F27B-40BD-B0A2-D122AC1D1A70}"/>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960536CB-0787-4730-82FB-562FC61A9218}"/>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E2B0AA66-5C25-479C-9AFC-47FF60286D5F}"/>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9431C4FB-6F8F-4EB8-91C1-67DFAC14DB82}"/>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67103157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F88B4198-AB8B-42BC-8427-1DF96E7623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7FCABD7B-CEBF-44F0-833C-BDC6173BEF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10BFBFDA-CEC3-43D3-839F-B23665D6B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AC0DD8FA-E9A7-4F69-9AB6-58FB50F2F6E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F419521A-59A5-40B1-863C-4E38AD2A6A3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C6F1BAC5-5191-4A23-B0E4-4ED40831F3B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A4B6D2AD-525A-4513-9399-CA2C5ECE2609}"/>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3D5CBFD7-78A0-4251-B40B-A5E2577979CB}"/>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95D9FC92-30B6-40CC-B49F-7683DF9F8DC0}"/>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803BF3EB-CDE2-4482-82EB-9B8B0858BF4F}"/>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37091463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모호한 작업 요청">
            <a:extLst xmlns:a="http://schemas.openxmlformats.org/drawingml/2006/main">
              <a:ext uri="{FF2B5EF4-FFF2-40B4-BE49-F238E27FC236}">
                <a16:creationId xmlns:a16="http://schemas.microsoft.com/office/drawing/2014/main" id="{8F352B09-B89F-4555-9A90-BE3BBA3DEA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99BB8BF8-FFFD-4730-8CD1-A7237A5C9B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F175C655-E14C-4B3A-95C3-83FD9F2176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6CB6EFA-9976-4332-A120-D40CFA08281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D223509A-BD8F-4FEF-8AA8-3244392597E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131E3199-1DB4-41FA-9B25-C997E5253B1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15F76143-A190-4B2C-BD92-B609D87006F2}"/>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52DD029-9AA0-4549-869B-AD5CC7AB7512}"/>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3E3AB09B-E258-426B-BA5B-49837A71ACB7}"/>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54D6B565-2B40-42BF-A231-4730DCED42AA}"/>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1C544B30-84CA-408B-A38E-63967B965B80}"/>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2ED0AD3E-9EDF-4C47-ADCE-E94846A9E2FC}"/>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76629131-4583-4F01-A546-81D0A4331FB3}"/>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26ACAE6B-3D77-4F11-BA24-3646370090B2}"/>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D5EEE5D8-B373-4E5C-9B00-0573C415DF73}"/>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85783C32-62E3-4304-BC5C-AF236CD22255}"/>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31EDB5A2-725D-4213-A73C-4983F80167DC}"/>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7381BBE9-258D-42B3-9624-8BD61841B409}"/>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98436E2B-1174-404B-A051-932B0300AA22}"/>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8A7073F1-7A1A-45F0-B9A2-8F59264933DB}"/>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537A1FA5-BEC9-42DD-BDFD-CEA00923F6FC}"/>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167B16E9-F015-4638-B8BB-91198C3E146B}"/>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A4224F31-7759-4FF3-B7E5-6451B2820333}"/>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Tree>
    <p:extLst>
      <p:ext uri="{BB962C8B-B14F-4D97-AF65-F5344CB8AC3E}">
        <p14:creationId xmlns:p14="http://schemas.microsoft.com/office/powerpoint/2010/main" val="161387510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에 남아 있는 결정">
            <a:extLst xmlns:a="http://schemas.openxmlformats.org/drawingml/2006/main">
              <a:ext uri="{FF2B5EF4-FFF2-40B4-BE49-F238E27FC236}">
                <a16:creationId xmlns:a16="http://schemas.microsoft.com/office/drawing/2014/main" id="{BD605D21-FE8E-4E46-ADF2-E5B674FEDB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남아 있는 결정</a:t>
            </a:r>
          </a:p>
        </p:txBody>
      </p:sp>
      <p:sp>
        <p:nvSpPr>
          <p:cNvPr id="2" name="S11">
            <a:extLst xmlns:a="http://schemas.openxmlformats.org/drawingml/2006/main">
              <a:ext uri="{FF2B5EF4-FFF2-40B4-BE49-F238E27FC236}">
                <a16:creationId xmlns:a16="http://schemas.microsoft.com/office/drawing/2014/main" id="{71B1A5C3-F9F7-4A88-AB08-FD86C81A58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EA4497DB-F620-4F83-A045-51D5325694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77646C1-16AF-4916-8F1E-5AAE97F8E09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A9C539F2-1A36-4B23-B99C-82D5BBF7F36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532CF77E-E6FA-438D-8726-383479B77AD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7F0CF2B8-1BC8-4F70-BE83-408DAAF32C54}"/>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E6F09E43-76B1-4348-A34D-7082758DCFE3}"/>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FD9C4F-FAE1-4DA7-8D62-D70E7E6BF056}"/>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E6CE5E93-7C7E-435F-8514-2455F9304D1C}"/>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43B2D85-3966-4962-BEC8-256D5C57CAA2}"/>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75BD8B41-03E8-4BF5-A60D-745EE3CE6F07}"/>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EA871094-CED2-4AB7-A3B5-BED589E818C7}"/>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6AEF4375-5012-4131-B4D1-9B5840DA73F0}"/>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3526B8BA-2333-4018-9F39-681DC3E06BA1}"/>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455B885E-8194-4C33-BF8D-4DA875FDB282}"/>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840D40F1-B68F-469B-B232-EB7B40C0E812}"/>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0CD9B194-AAB3-4F3D-A6CF-5B621B80BB1B}"/>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6665AC06-401C-4ED2-8E84-B6867F053A75}"/>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Tree>
    <p:extLst>
      <p:ext uri="{BB962C8B-B14F-4D97-AF65-F5344CB8AC3E}">
        <p14:creationId xmlns:p14="http://schemas.microsoft.com/office/powerpoint/2010/main" val="29464966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요청을 보내기 전의 질문">
            <a:extLst xmlns:a="http://schemas.openxmlformats.org/drawingml/2006/main">
              <a:ext uri="{FF2B5EF4-FFF2-40B4-BE49-F238E27FC236}">
                <a16:creationId xmlns:a16="http://schemas.microsoft.com/office/drawing/2014/main" id="{0E9A3A9E-7F15-4B0C-BEC3-3B8246976C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7A723691-1D27-488C-B3EE-D4E2B6F6FC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7438D025-0AC4-4B43-B422-32C7E038E3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86001E8-61CB-4038-8D2F-13B28614D51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9C2EC11-4906-44C7-848F-6E702A91D22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2CF38041-E5A1-4B52-BA5C-30942599E9C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F2008755-0A3F-4B2B-89B5-935FA831EE86}"/>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DDB2BA3F-51D9-4DEE-863B-8D4F6094380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C1A3506-6FC6-4DA8-881A-C35DBBF6BB3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58A40081-F2E6-4EF7-B5DB-537CEA92209B}"/>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EDD6A08-1CDB-48E0-9497-B63EB62CAA9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0F7D75A-59A6-4C81-8566-6344412A0C8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1B4C44BD-2FA2-4C91-B89D-02220BB3858C}"/>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DD25E3B-7ADE-42AE-9A92-51DDBDE085E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4B6ABCA-DE3D-4879-B2DC-975A20D473F2}"/>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ADDA174-8254-45E0-8FF4-841065F61C0A}"/>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8B8B95FB-54E8-4C0E-A1DF-6D6F862EC38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EF5AF4AD-D697-4FE6-B94E-1AF75EBDE34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FECE8231-9901-4C84-9A4A-FE162E25FAB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4CD051E-205C-435B-8F1F-0F481F290C9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51C2D386-782D-48FB-B993-991BFD6AC88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EE2D4C1B-35BF-4A6F-92BF-C7788A9E33BF}"/>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Tree>
    <p:extLst>
      <p:ext uri="{BB962C8B-B14F-4D97-AF65-F5344CB8AC3E}">
        <p14:creationId xmlns:p14="http://schemas.microsoft.com/office/powerpoint/2010/main" val="88034650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작업을 구체화하는 틀">
            <a:extLst xmlns:a="http://schemas.openxmlformats.org/drawingml/2006/main">
              <a:ext uri="{FF2B5EF4-FFF2-40B4-BE49-F238E27FC236}">
                <a16:creationId xmlns:a16="http://schemas.microsoft.com/office/drawing/2014/main" id="{2DD8C031-3C0D-4865-8B29-1329592563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6D4BD891-5931-4860-AF89-F451F530FE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1E13E086-6867-46F8-B436-5C56599A05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C4F72B0-F91F-41CE-937C-3EF6DB41975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E9DAC3FC-3A26-436A-BF14-420E6050211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33F3C703-AD47-49D2-BA3F-1ECD60AA6BD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
            <a:extLst xmlns:a="http://schemas.openxmlformats.org/drawingml/2006/main">
              <a:ext uri="{FF2B5EF4-FFF2-40B4-BE49-F238E27FC236}">
                <a16:creationId xmlns:a16="http://schemas.microsoft.com/office/drawing/2014/main" id="{D15313B1-2545-42C1-A477-DCDDF34F056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BBE129A-2081-4CA0-B761-C4DC6EBDC1C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하나의&#10;Task&#10;Specification">
            <a:extLst xmlns:a="http://schemas.openxmlformats.org/drawingml/2006/main">
              <a:ext uri="{FF2B5EF4-FFF2-40B4-BE49-F238E27FC236}">
                <a16:creationId xmlns:a16="http://schemas.microsoft.com/office/drawing/2014/main" id="{526A7D10-D844-497D-94AA-3F0A7808EB70}"/>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0" name="목표 · Goal">
            <a:extLst xmlns:a="http://schemas.openxmlformats.org/drawingml/2006/main">
              <a:ext uri="{FF2B5EF4-FFF2-40B4-BE49-F238E27FC236}">
                <a16:creationId xmlns:a16="http://schemas.microsoft.com/office/drawing/2014/main" id="{A98941D8-74FA-4AC0-9418-F642CF2A5988}"/>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1" name="어떤 결과를 바꿀까?">
            <a:extLst xmlns:a="http://schemas.openxmlformats.org/drawingml/2006/main">
              <a:ext uri="{FF2B5EF4-FFF2-40B4-BE49-F238E27FC236}">
                <a16:creationId xmlns:a16="http://schemas.microsoft.com/office/drawing/2014/main" id="{39DCE65B-6B21-414B-A2D9-5553BC474F7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2" name="">
            <a:extLst xmlns:a="http://schemas.openxmlformats.org/drawingml/2006/main">
              <a:ext uri="{FF2B5EF4-FFF2-40B4-BE49-F238E27FC236}">
                <a16:creationId xmlns:a16="http://schemas.microsoft.com/office/drawing/2014/main" id="{55608C0D-C164-478E-9119-D14B024EBD8C}"/>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맥락 · Context">
            <a:extLst xmlns:a="http://schemas.openxmlformats.org/drawingml/2006/main">
              <a:ext uri="{FF2B5EF4-FFF2-40B4-BE49-F238E27FC236}">
                <a16:creationId xmlns:a16="http://schemas.microsoft.com/office/drawing/2014/main" id="{74E49645-DF42-40B5-8E36-AA0282901D23}"/>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4" name="이 작업에 필요한 사실은?">
            <a:extLst xmlns:a="http://schemas.openxmlformats.org/drawingml/2006/main">
              <a:ext uri="{FF2B5EF4-FFF2-40B4-BE49-F238E27FC236}">
                <a16:creationId xmlns:a16="http://schemas.microsoft.com/office/drawing/2014/main" id="{C5F2854A-0F49-43E4-8DF8-80DA9F32F3C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5" name="">
            <a:extLst xmlns:a="http://schemas.openxmlformats.org/drawingml/2006/main">
              <a:ext uri="{FF2B5EF4-FFF2-40B4-BE49-F238E27FC236}">
                <a16:creationId xmlns:a16="http://schemas.microsoft.com/office/drawing/2014/main" id="{42CF8DC5-0689-4251-960E-E7869985EE5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제약 · Constraints">
            <a:extLst xmlns:a="http://schemas.openxmlformats.org/drawingml/2006/main">
              <a:ext uri="{FF2B5EF4-FFF2-40B4-BE49-F238E27FC236}">
                <a16:creationId xmlns:a16="http://schemas.microsoft.com/office/drawing/2014/main" id="{C57CB060-4CCC-4371-A132-5A955521425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7" name="무엇을 보존할까?">
            <a:extLst xmlns:a="http://schemas.openxmlformats.org/drawingml/2006/main">
              <a:ext uri="{FF2B5EF4-FFF2-40B4-BE49-F238E27FC236}">
                <a16:creationId xmlns:a16="http://schemas.microsoft.com/office/drawing/2014/main" id="{C24126BC-7A06-49F5-9D47-315C5CF6E32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8" name="">
            <a:extLst xmlns:a="http://schemas.openxmlformats.org/drawingml/2006/main">
              <a:ext uri="{FF2B5EF4-FFF2-40B4-BE49-F238E27FC236}">
                <a16:creationId xmlns:a16="http://schemas.microsoft.com/office/drawing/2014/main" id="{40127E53-85A9-4295-94B9-C6697697F42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과정 · Process">
            <a:extLst xmlns:a="http://schemas.openxmlformats.org/drawingml/2006/main">
              <a:ext uri="{FF2B5EF4-FFF2-40B4-BE49-F238E27FC236}">
                <a16:creationId xmlns:a16="http://schemas.microsoft.com/office/drawing/2014/main" id="{C57EF8BF-E6F6-40A2-B4DD-82562E72F3D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0" name="어떤 순서·경계를 지킬까?">
            <a:extLst xmlns:a="http://schemas.openxmlformats.org/drawingml/2006/main">
              <a:ext uri="{FF2B5EF4-FFF2-40B4-BE49-F238E27FC236}">
                <a16:creationId xmlns:a16="http://schemas.microsoft.com/office/drawing/2014/main" id="{CB1D5FCE-9E8E-41E6-89E2-D1C0BBB71B5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1" name="">
            <a:extLst xmlns:a="http://schemas.openxmlformats.org/drawingml/2006/main">
              <a:ext uri="{FF2B5EF4-FFF2-40B4-BE49-F238E27FC236}">
                <a16:creationId xmlns:a16="http://schemas.microsoft.com/office/drawing/2014/main" id="{BAD70D04-7A12-4D5B-80AB-564628A1949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검증 · Verification">
            <a:extLst xmlns:a="http://schemas.openxmlformats.org/drawingml/2006/main">
              <a:ext uri="{FF2B5EF4-FFF2-40B4-BE49-F238E27FC236}">
                <a16:creationId xmlns:a16="http://schemas.microsoft.com/office/drawing/2014/main" id="{4BAAB88F-9367-442F-BBE4-7A4D3FF10828}"/>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3" name="무엇으로 완료를 확인할까?">
            <a:extLst xmlns:a="http://schemas.openxmlformats.org/drawingml/2006/main">
              <a:ext uri="{FF2B5EF4-FFF2-40B4-BE49-F238E27FC236}">
                <a16:creationId xmlns:a16="http://schemas.microsoft.com/office/drawing/2014/main" id="{2AD999DB-60A1-4266-97FC-7D30AB678887}"/>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Tree>
    <p:extLst>
      <p:ext uri="{BB962C8B-B14F-4D97-AF65-F5344CB8AC3E}">
        <p14:creationId xmlns:p14="http://schemas.microsoft.com/office/powerpoint/2010/main" val="106635192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같은 요청을 구체화하기">
            <a:extLst xmlns:a="http://schemas.openxmlformats.org/drawingml/2006/main">
              <a:ext uri="{FF2B5EF4-FFF2-40B4-BE49-F238E27FC236}">
                <a16:creationId xmlns:a16="http://schemas.microsoft.com/office/drawing/2014/main" id="{AD9EBBEE-0462-45CA-ADC2-5A0BA89828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9AEB3BF6-C87F-4B32-B037-288B1CD887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975572AB-785D-4CAC-841C-9B31452C42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02A287B-2001-4DDF-B112-23D10E56BF8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0960CF1-47D3-46B5-B5E3-6F27C6DD642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C++ 적용도 작업 경계를 정하는 예시입니다. 특정 Windows·빌드 환경을 검증한 것은 아닙니다.">
            <a:extLst xmlns:a="http://schemas.openxmlformats.org/drawingml/2006/main">
              <a:ext uri="{FF2B5EF4-FFF2-40B4-BE49-F238E27FC236}">
                <a16:creationId xmlns:a16="http://schemas.microsoft.com/office/drawing/2014/main" id="{A4EFB3C7-2EE7-4C4D-9971-8375E8C3915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적용도 작업 경계를 정하는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649860D-FF40-4BB0-88B6-147C5E70315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E146E4-966E-4A22-B47C-772AB295D75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0607A0E-6CC3-4F78-A71F-8205386E31AB}"/>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37CDBAC6-9DCA-403C-B111-A2762CC5E60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E57A1112-2EBB-4FCE-A202-83749A814C06}"/>
              </a:ext>
            </a:extLst>
          </p:cNvPr>
          <p:cNvSpPr>
            <a:spLocks xmlns:a="http://schemas.openxmlformats.org/drawingml/2006/main" noGrp="1"/>
          </p:cNvSpPr>
          <p:nvPr/>
        </p:nvSpPr>
        <p:spPr>
          <a:xfrm xmlns:a="http://schemas.openxmlformats.org/drawingml/2006/main">
            <a:off x="4438650" y="25717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80E06A80-6498-4993-AE70-9CD7188843ED}"/>
              </a:ext>
            </a:extLst>
          </p:cNvPr>
          <p:cNvSpPr>
            <a:spLocks xmlns:a="http://schemas.openxmlformats.org/drawingml/2006/main" noGrp="1"/>
          </p:cNvSpPr>
          <p:nvPr/>
        </p:nvSpPr>
        <p:spPr>
          <a:xfrm xmlns:a="http://schemas.openxmlformats.org/drawingml/2006/main">
            <a:off x="4438650" y="26670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11D3CF0D-9BB8-4F62-9E8C-4B08A26CD4AA}"/>
              </a:ext>
            </a:extLst>
          </p:cNvPr>
          <p:cNvSpPr>
            <a:spLocks xmlns:a="http://schemas.openxmlformats.org/drawingml/2006/main" noGrp="1"/>
          </p:cNvSpPr>
          <p:nvPr/>
        </p:nvSpPr>
        <p:spPr>
          <a:xfrm xmlns:a="http://schemas.openxmlformats.org/drawingml/2006/main">
            <a:off x="5962650" y="26670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9CF58A82-2761-43D9-9746-1184351CF4BF}"/>
              </a:ext>
            </a:extLst>
          </p:cNvPr>
          <p:cNvSpPr>
            <a:spLocks xmlns:a="http://schemas.openxmlformats.org/drawingml/2006/main" noGrp="1"/>
          </p:cNvSpPr>
          <p:nvPr/>
        </p:nvSpPr>
        <p:spPr>
          <a:xfrm xmlns:a="http://schemas.openxmlformats.org/drawingml/2006/main">
            <a:off x="4438650" y="3181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2F6CF61B-78F3-4932-A078-0E57848FEB17}"/>
              </a:ext>
            </a:extLst>
          </p:cNvPr>
          <p:cNvSpPr>
            <a:spLocks xmlns:a="http://schemas.openxmlformats.org/drawingml/2006/main" noGrp="1"/>
          </p:cNvSpPr>
          <p:nvPr/>
        </p:nvSpPr>
        <p:spPr>
          <a:xfrm xmlns:a="http://schemas.openxmlformats.org/drawingml/2006/main">
            <a:off x="4438650" y="32766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525EB4D6-A6CD-4B09-AE3F-1B0CC704CA9A}"/>
              </a:ext>
            </a:extLst>
          </p:cNvPr>
          <p:cNvSpPr>
            <a:spLocks xmlns:a="http://schemas.openxmlformats.org/drawingml/2006/main" noGrp="1"/>
          </p:cNvSpPr>
          <p:nvPr/>
        </p:nvSpPr>
        <p:spPr>
          <a:xfrm xmlns:a="http://schemas.openxmlformats.org/drawingml/2006/main">
            <a:off x="5962650" y="32766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EC62A5C2-DD7D-4EFA-BC17-20767948A1A4}"/>
              </a:ext>
            </a:extLst>
          </p:cNvPr>
          <p:cNvSpPr>
            <a:spLocks xmlns:a="http://schemas.openxmlformats.org/drawingml/2006/main" noGrp="1"/>
          </p:cNvSpPr>
          <p:nvPr/>
        </p:nvSpPr>
        <p:spPr>
          <a:xfrm xmlns:a="http://schemas.openxmlformats.org/drawingml/2006/main">
            <a:off x="4438650" y="37909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60AA2A72-E625-4DF4-A6B3-39DFF0634FAC}"/>
              </a:ext>
            </a:extLst>
          </p:cNvPr>
          <p:cNvSpPr>
            <a:spLocks xmlns:a="http://schemas.openxmlformats.org/drawingml/2006/main" noGrp="1"/>
          </p:cNvSpPr>
          <p:nvPr/>
        </p:nvSpPr>
        <p:spPr>
          <a:xfrm xmlns:a="http://schemas.openxmlformats.org/drawingml/2006/main">
            <a:off x="4438650" y="38862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01BA4968-2A77-43BC-BF0C-CE90D5B5780E}"/>
              </a:ext>
            </a:extLst>
          </p:cNvPr>
          <p:cNvSpPr>
            <a:spLocks xmlns:a="http://schemas.openxmlformats.org/drawingml/2006/main" noGrp="1"/>
          </p:cNvSpPr>
          <p:nvPr/>
        </p:nvSpPr>
        <p:spPr>
          <a:xfrm xmlns:a="http://schemas.openxmlformats.org/drawingml/2006/main">
            <a:off x="5962650" y="38862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99C009D4-5F29-49CF-B2B2-22BE45790919}"/>
              </a:ext>
            </a:extLst>
          </p:cNvPr>
          <p:cNvSpPr>
            <a:spLocks xmlns:a="http://schemas.openxmlformats.org/drawingml/2006/main" noGrp="1"/>
          </p:cNvSpPr>
          <p:nvPr/>
        </p:nvSpPr>
        <p:spPr>
          <a:xfrm xmlns:a="http://schemas.openxmlformats.org/drawingml/2006/main">
            <a:off x="4438650" y="44005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FBCC2E1A-2311-4322-9235-5A5653862EEF}"/>
              </a:ext>
            </a:extLst>
          </p:cNvPr>
          <p:cNvSpPr>
            <a:spLocks xmlns:a="http://schemas.openxmlformats.org/drawingml/2006/main" noGrp="1"/>
          </p:cNvSpPr>
          <p:nvPr/>
        </p:nvSpPr>
        <p:spPr>
          <a:xfrm xmlns:a="http://schemas.openxmlformats.org/drawingml/2006/main">
            <a:off x="4438650" y="44958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C2744EBB-A70D-4F45-A17B-1B1E635EC162}"/>
              </a:ext>
            </a:extLst>
          </p:cNvPr>
          <p:cNvSpPr>
            <a:spLocks xmlns:a="http://schemas.openxmlformats.org/drawingml/2006/main" noGrp="1"/>
          </p:cNvSpPr>
          <p:nvPr/>
        </p:nvSpPr>
        <p:spPr>
          <a:xfrm xmlns:a="http://schemas.openxmlformats.org/drawingml/2006/main">
            <a:off x="5962650" y="44958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F6088DA4-F3AF-45DA-A967-E4A5B48DBAA6}"/>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C++에도: 출력·API/ABI 보존 범위와 Release 검증 조건을 먼저 정한다.">
            <a:extLst xmlns:a="http://schemas.openxmlformats.org/drawingml/2006/main">
              <a:ext uri="{FF2B5EF4-FFF2-40B4-BE49-F238E27FC236}">
                <a16:creationId xmlns:a16="http://schemas.microsoft.com/office/drawing/2014/main" id="{97BD834E-21A9-4271-9E0E-552C9C4EAE86}"/>
              </a:ext>
            </a:extLst>
          </p:cNvPr>
          <p:cNvSpPr>
            <a:spLocks xmlns:a="http://schemas.openxmlformats.org/drawingml/2006/main" noGrp="1"/>
          </p:cNvSpPr>
          <p:nvPr/>
        </p:nvSpPr>
        <p:spPr>
          <a:xfrm xmlns:a="http://schemas.openxmlformats.org/drawingml/2006/main">
            <a:off x="762000" y="53244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Malgun Gothic"/>
                <a:ea typeface="Malgun Gothic"/>
                <a:cs typeface="Malgun Gothic"/>
              </a:defRPr>
            </a:defPPr>
            <a:lvl1pPr algn="l">
              <a:defRPr sz="2025" b="0">
                <a:solidFill>
                  <a:srgbClr val="0B6172"/>
                </a:solidFill>
                <a:latin typeface="Malgun Gothic"/>
                <a:ea typeface="Malgun Gothic"/>
                <a:cs typeface="Malgun Gothic"/>
              </a:defRPr>
            </a:lvl1pPr>
            <a:lvl2pPr algn="l">
              <a:defRPr sz="2025" b="0">
                <a:solidFill>
                  <a:srgbClr val="0B6172"/>
                </a:solidFill>
                <a:latin typeface="Malgun Gothic"/>
                <a:ea typeface="Malgun Gothic"/>
                <a:cs typeface="Malgun Gothic"/>
              </a:defRPr>
            </a:lvl2pPr>
            <a:lvl3pPr algn="l">
              <a:defRPr sz="2025" b="0">
                <a:solidFill>
                  <a:srgbClr val="0B6172"/>
                </a:solidFill>
                <a:latin typeface="Malgun Gothic"/>
                <a:ea typeface="Malgun Gothic"/>
                <a:cs typeface="Malgun Gothic"/>
              </a:defRPr>
            </a:lvl3pPr>
            <a:lvl4pPr algn="l">
              <a:defRPr sz="2025" b="0">
                <a:solidFill>
                  <a:srgbClr val="0B6172"/>
                </a:solidFill>
                <a:latin typeface="Malgun Gothic"/>
                <a:ea typeface="Malgun Gothic"/>
                <a:cs typeface="Malgun Gothic"/>
              </a:defRPr>
            </a:lvl4pPr>
            <a:lvl5pPr algn="l">
              <a:defRPr sz="2025" b="0">
                <a:solidFill>
                  <a:srgbClr val="0B6172"/>
                </a:solidFill>
                <a:latin typeface="Malgun Gothic"/>
                <a:ea typeface="Malgun Gothic"/>
                <a:cs typeface="Malgun Gothic"/>
              </a:defRPr>
            </a:lvl5pPr>
            <a:lvl6pPr algn="l">
              <a:defRPr sz="2025" b="0">
                <a:solidFill>
                  <a:srgbClr val="0B6172"/>
                </a:solidFill>
                <a:latin typeface="Malgun Gothic"/>
                <a:ea typeface="Malgun Gothic"/>
                <a:cs typeface="Malgun Gothic"/>
              </a:defRPr>
            </a:lvl6pPr>
            <a:lvl7pPr algn="l">
              <a:defRPr sz="2025" b="0">
                <a:solidFill>
                  <a:srgbClr val="0B6172"/>
                </a:solidFill>
                <a:latin typeface="Malgun Gothic"/>
                <a:ea typeface="Malgun Gothic"/>
                <a:cs typeface="Malgun Gothic"/>
              </a:defRPr>
            </a:lvl7pPr>
            <a:lvl8pPr algn="l">
              <a:defRPr sz="2025" b="0">
                <a:solidFill>
                  <a:srgbClr val="0B6172"/>
                </a:solidFill>
                <a:latin typeface="Malgun Gothic"/>
                <a:ea typeface="Malgun Gothic"/>
                <a:cs typeface="Malgun Gothic"/>
              </a:defRPr>
            </a:lvl8pPr>
            <a:lvl9pPr algn="l">
              <a:defRPr sz="2025" b="0">
                <a:solidFill>
                  <a:srgbClr val="0B6172"/>
                </a:solidFill>
                <a:latin typeface="Malgun Gothic"/>
                <a:ea typeface="Malgun Gothic"/>
                <a:cs typeface="Malgun Gothic"/>
              </a:defRPr>
            </a:lvl9pPr>
          </a:lstStyle>
          <a:p xmlns:a="http://schemas.openxmlformats.org/drawingml/2006/main">
            <a:pPr algn="l">
              <a:defRPr sz="2025" b="0">
                <a:solidFill>
                  <a:srgbClr val="0B6172"/>
                </a:solidFill>
                <a:latin typeface="Malgun Gothic"/>
                <a:ea typeface="Malgun Gothic"/>
                <a:cs typeface="Malgun Gothic"/>
              </a:defRPr>
            </a:pPr>
            <a:r>
              <a:rPr sz="2025" b="0">
                <a:solidFill>
                  <a:srgbClr val="0B6172"/>
                </a:solidFill>
                <a:latin typeface="Malgun Gothic"/>
                <a:ea typeface="Malgun Gothic"/>
                <a:cs typeface="Malgun Gothic"/>
              </a:rPr>
              <a:t>C++에도: 출력·API/ABI 보존 범위와 Release 검증 조건을 먼저 정한다.</a:t>
            </a:r>
          </a:p>
        </p:txBody>
      </p:sp>
    </p:spTree>
    <p:extLst>
      <p:ext uri="{BB962C8B-B14F-4D97-AF65-F5344CB8AC3E}">
        <p14:creationId xmlns:p14="http://schemas.microsoft.com/office/powerpoint/2010/main" val="140111684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1 · 수정 전 행동 관찰">
            <a:extLst xmlns:a="http://schemas.openxmlformats.org/drawingml/2006/main">
              <a:ext uri="{FF2B5EF4-FFF2-40B4-BE49-F238E27FC236}">
                <a16:creationId xmlns:a16="http://schemas.microsoft.com/office/drawing/2014/main" id="{71932EB2-6EC1-4E9C-8E96-A789D70194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전 행동 관찰</a:t>
            </a:r>
          </a:p>
        </p:txBody>
      </p:sp>
      <p:sp>
        <p:nvSpPr>
          <p:cNvPr id="2" name="S15">
            <a:extLst xmlns:a="http://schemas.openxmlformats.org/drawingml/2006/main">
              <a:ext uri="{FF2B5EF4-FFF2-40B4-BE49-F238E27FC236}">
                <a16:creationId xmlns:a16="http://schemas.microsoft.com/office/drawing/2014/main" id="{EF243FE3-FAE4-4FE5-AA94-ACCB1BC5B6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5F32B57A-B473-4DA1-837C-FDAC8AA875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95BD283E-8492-4A10-ADFB-CF9B3590800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BF29C5E7-2B84-40B1-92F7-08B9CF4BCBB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4FA010E2-3CE0-4B3E-B662-58B95B0544B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이 요청을 받으면 수정부터 시작할까?”">
            <a:extLst xmlns:a="http://schemas.openxmlformats.org/drawingml/2006/main">
              <a:ext uri="{FF2B5EF4-FFF2-40B4-BE49-F238E27FC236}">
                <a16:creationId xmlns:a16="http://schemas.microsoft.com/office/drawing/2014/main" id="{4BEB3E7E-D544-4BD4-AF1A-5D9CCC046753}"/>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“이 요청을 받으면 수정부터 시작할까?”</a:t>
            </a:r>
          </a:p>
        </p:txBody>
      </p:sp>
      <p:sp>
        <p:nvSpPr>
          <p:cNvPr id="8" name="01">
            <a:extLst xmlns:a="http://schemas.openxmlformats.org/drawingml/2006/main">
              <a:ext uri="{FF2B5EF4-FFF2-40B4-BE49-F238E27FC236}">
                <a16:creationId xmlns:a16="http://schemas.microsoft.com/office/drawing/2014/main" id="{AA9F749E-BE67-4951-9244-13F80068AF6C}"/>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90DB3457-A718-450B-9544-B92DF1E28F93}"/>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9C6679C6-932A-4538-8AE5-AF1210DE8253}"/>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CA8F5A6A-0458-4E08-89F6-6716FB5448E9}"/>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622289F5-6318-491E-B66D-94E96430BA7F}"/>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73F91CC7-CFB6-4328-BA8C-05AF16335B6C}"/>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20450D53-A32A-47C8-84CC-3E97B872B829}"/>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185102C3-83CB-47BB-97C3-7F261D9C111C}"/>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BE1CB46C-41BC-4123-B665-9ABC08595208}"/>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2E44C0CB-9048-4456-9B63-9C316F9DE98A}"/>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4F95DB31-5DE0-482B-9079-3CEE8E511F56}"/>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7C735CAD-8A7B-44C3-A23A-62278539F94D}"/>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2A344497-9591-4D64-B311-58DA8A4356E7}"/>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BE6797C8-3B68-4098-ACE8-EF358CD31519}"/>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987AE482-DBF8-42D5-93D1-656CE3314FA7}"/>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4C1A7675-7061-417E-A154-9370C46B2D83}"/>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BE8CC64A-1573-42F3-AAD6-B84D5FB2379D}"/>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BE3237B0-396D-4C02-A8D1-98D1D21FBC09}"/>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1B601F34-219D-4080-B45A-EBB700866B20}"/>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F349510A-707A-4BD7-9A92-0AEFE6DE462A}"/>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요청한 흐름과 기록된 행동을 대조한다.">
            <a:extLst xmlns:a="http://schemas.openxmlformats.org/drawingml/2006/main">
              <a:ext uri="{FF2B5EF4-FFF2-40B4-BE49-F238E27FC236}">
                <a16:creationId xmlns:a16="http://schemas.microsoft.com/office/drawing/2014/main" id="{5C6176A3-5C68-4ED9-8B3A-04DEFEE9835F}"/>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요청한 흐름과 기록된 행동을 대조한다.</a:t>
            </a:r>
          </a:p>
        </p:txBody>
      </p:sp>
    </p:spTree>
    <p:extLst>
      <p:ext uri="{BB962C8B-B14F-4D97-AF65-F5344CB8AC3E}">
        <p14:creationId xmlns:p14="http://schemas.microsoft.com/office/powerpoint/2010/main" val="25715859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계약을 보존하는 최소 변경">
            <a:extLst xmlns:a="http://schemas.openxmlformats.org/drawingml/2006/main">
              <a:ext uri="{FF2B5EF4-FFF2-40B4-BE49-F238E27FC236}">
                <a16:creationId xmlns:a16="http://schemas.microsoft.com/office/drawing/2014/main" id="{52DC1374-5DB6-4FDA-9C53-CACD066FC7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04E61E36-E8A6-4155-95DC-88A654025B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8166283C-BB31-48D0-8E96-E4540C5F2E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F709822-A4F3-4D56-BC82-3E25C0FF94B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BC61289-D537-4CCC-A674-53D86538E72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9C42DA0-9F0B-4CC4-A17D-C12530FBCAD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ADBDF082-120E-473C-BC30-DC845020D202}"/>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585EC553-9D2D-47A9-BA36-3A4565BBB25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B6E6455D-DCF4-4CA4-8D23-09A55AB99EA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C1C23F-0BBA-4A2A-9111-F276E88B087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ED4AE404-A993-440F-B8F0-DB58D0D20DB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D66E5B3A-3973-4709-8CCD-A2326FB76FA3}"/>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A314131-38AC-4C6B-ABA4-2B2256A3B24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574B55C-5489-4D16-B9FC-7DB910F30D7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B7B27CC-4019-41D5-92B8-62406B12D65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52AA25AA-6AC2-4957-A371-5893C38C724C}"/>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DEABA421-3D8B-4623-89CF-F85B9196FDF6}"/>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Tree>
    <p:extLst>
      <p:ext uri="{BB962C8B-B14F-4D97-AF65-F5344CB8AC3E}">
        <p14:creationId xmlns:p14="http://schemas.microsoft.com/office/powerpoint/2010/main" val="85295108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수정 뒤 확인한 것">
            <a:extLst xmlns:a="http://schemas.openxmlformats.org/drawingml/2006/main">
              <a:ext uri="{FF2B5EF4-FFF2-40B4-BE49-F238E27FC236}">
                <a16:creationId xmlns:a16="http://schemas.microsoft.com/office/drawing/2014/main" id="{9E05FA77-3831-48BE-8520-F01F204498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88DEDC9E-36D6-4DB3-B822-B4B607CDC7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5B918780-CCBE-4AED-A7E3-2A4AFD69B4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C1AA28DB-88BF-407B-9FFA-DAB5971B306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B0814205-D348-4257-B439-EA5553D056F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37C20C7C-03D9-48E9-9774-374F0D01049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82CD7A05-C72B-4F97-83A7-F6EDBDA51531}"/>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EF5A9D81-486C-45A4-AEEC-5CE62CA4E2BC}"/>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A898ECBD-931C-482C-B990-2885616794E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699A5F77-8DDE-425E-9749-0A82683C704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7CB90CE7-1298-43F1-92E0-FE828355FE4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84D2B4EB-8C4E-43C3-9793-3D594D35D9C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DC9C561A-F62E-4D3D-90AB-B6A2D6B324B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2DF9CAFB-16AF-451D-891B-0498976343A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AE5DD847-11AA-4A03-8BC7-0D32DC0C6C4E}"/>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32A28CAC-33C9-4F15-93CF-C3F4ABD0248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CE688BCC-F68D-4F72-90A5-6DA59D50105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A9ED1879-FA20-49EB-9288-288852C5F45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2ED720D7-2ABC-4AA2-B19E-07D9FBF35381}"/>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BB1689F8-5DDF-4072-8A7C-FF4095C93ACB}"/>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33FE8B6A-6172-400C-A07B-401C12421FC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Tree>
    <p:extLst>
      <p:ext uri="{BB962C8B-B14F-4D97-AF65-F5344CB8AC3E}">
        <p14:creationId xmlns:p14="http://schemas.microsoft.com/office/powerpoint/2010/main" val="89771755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생성 뒤에 남는 판단">
            <a:extLst xmlns:a="http://schemas.openxmlformats.org/drawingml/2006/main">
              <a:ext uri="{FF2B5EF4-FFF2-40B4-BE49-F238E27FC236}">
                <a16:creationId xmlns:a16="http://schemas.microsoft.com/office/drawing/2014/main" id="{A123F4B8-A2C0-4834-B739-A2636FA01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0A7B7193-2274-428F-B6C5-8161D58701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BB3D400F-165C-4046-9FCB-F203E61149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88AF632F-5538-4C6D-9460-440C84F7C01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관찰 예: TRIAL-002에서 테스트·CLI·diff를 확인">
            <a:extLst xmlns:a="http://schemas.openxmlformats.org/drawingml/2006/main">
              <a:ext uri="{FF2B5EF4-FFF2-40B4-BE49-F238E27FC236}">
                <a16:creationId xmlns:a16="http://schemas.microsoft.com/office/drawing/2014/main" id="{DCCA8907-B84B-474A-B092-31CBAD09384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관찰 예: TRIAL-002에서 테스트·CLI·diff를 확인</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4896C118-8D04-44A7-AD78-81C239B7004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C9131B14-5E76-47A6-9ED0-58BE8F86DC6A}"/>
              </a:ext>
            </a:extLst>
          </p:cNvPr>
          <p:cNvSpPr>
            <a:spLocks xmlns:a="http://schemas.openxmlformats.org/drawingml/2006/main" noGrp="1"/>
          </p:cNvSpPr>
          <p:nvPr/>
        </p:nvSpPr>
        <p:spPr>
          <a:xfrm xmlns:a="http://schemas.openxmlformats.org/drawingml/2006/main">
            <a:off x="609600" y="2362200"/>
            <a:ext cx="3619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코드가 나왔다</a:t>
            </a:r>
          </a:p>
        </p:txBody>
      </p:sp>
      <p:sp>
        <p:nvSpPr>
          <p:cNvPr id="8" name="완료라고 말할 수 있나?">
            <a:extLst xmlns:a="http://schemas.openxmlformats.org/drawingml/2006/main">
              <a:ext uri="{FF2B5EF4-FFF2-40B4-BE49-F238E27FC236}">
                <a16:creationId xmlns:a16="http://schemas.microsoft.com/office/drawing/2014/main" id="{CFAC5CB2-6182-412A-A0A3-A320DBC02BF8}"/>
              </a:ext>
            </a:extLst>
          </p:cNvPr>
          <p:cNvSpPr>
            <a:spLocks xmlns:a="http://schemas.openxmlformats.org/drawingml/2006/main" noGrp="1"/>
          </p:cNvSpPr>
          <p:nvPr/>
        </p:nvSpPr>
        <p:spPr>
          <a:xfrm xmlns:a="http://schemas.openxmlformats.org/drawingml/2006/main">
            <a:off x="6324600" y="2362200"/>
            <a:ext cx="5257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완료라고 말할 수 있나?</a:t>
            </a:r>
          </a:p>
        </p:txBody>
      </p:sp>
      <p:sp>
        <p:nvSpPr>
          <p:cNvPr id="9" name="">
            <a:extLst xmlns:a="http://schemas.openxmlformats.org/drawingml/2006/main">
              <a:ext uri="{FF2B5EF4-FFF2-40B4-BE49-F238E27FC236}">
                <a16:creationId xmlns:a16="http://schemas.microsoft.com/office/drawing/2014/main" id="{628646C6-A5AC-4E68-8BF5-5527E3B4DC96}"/>
              </a:ext>
            </a:extLst>
          </p:cNvPr>
          <p:cNvSpPr>
            <a:spLocks xmlns:a="http://schemas.openxmlformats.org/drawingml/2006/main" noGrp="1"/>
          </p:cNvSpPr>
          <p:nvPr/>
        </p:nvSpPr>
        <p:spPr>
          <a:xfrm xmlns:a="http://schemas.openxmlformats.org/drawingml/2006/main">
            <a:off x="4686300" y="249555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9CADC76-594E-4060-BD5C-E62672FF8B4C}"/>
              </a:ext>
            </a:extLst>
          </p:cNvPr>
          <p:cNvSpPr>
            <a:spLocks xmlns:a="http://schemas.openxmlformats.org/drawingml/2006/main" noGrp="1"/>
          </p:cNvSpPr>
          <p:nvPr/>
        </p:nvSpPr>
        <p:spPr>
          <a:xfrm xmlns:a="http://schemas.openxmlformats.org/drawingml/2006/main">
            <a:off x="609600" y="3438525"/>
            <a:ext cx="109728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동작 테스트">
            <a:extLst xmlns:a="http://schemas.openxmlformats.org/drawingml/2006/main">
              <a:ext uri="{FF2B5EF4-FFF2-40B4-BE49-F238E27FC236}">
                <a16:creationId xmlns:a16="http://schemas.microsoft.com/office/drawing/2014/main" id="{92782138-2912-47EA-B671-FCC688FC6F9C}"/>
              </a:ext>
            </a:extLst>
          </p:cNvPr>
          <p:cNvSpPr>
            <a:spLocks xmlns:a="http://schemas.openxmlformats.org/drawingml/2006/main" noGrp="1"/>
          </p:cNvSpPr>
          <p:nvPr/>
        </p:nvSpPr>
        <p:spPr>
          <a:xfrm xmlns:a="http://schemas.openxmlformats.org/drawingml/2006/main">
            <a:off x="8382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동작 테스트</a:t>
            </a:r>
          </a:p>
        </p:txBody>
      </p:sp>
      <p:sp>
        <p:nvSpPr>
          <p:cNvPr id="12" name="샘플 실행">
            <a:extLst xmlns:a="http://schemas.openxmlformats.org/drawingml/2006/main">
              <a:ext uri="{FF2B5EF4-FFF2-40B4-BE49-F238E27FC236}">
                <a16:creationId xmlns:a16="http://schemas.microsoft.com/office/drawing/2014/main" id="{FDE8B674-B620-4472-B976-318E3A2E8B71}"/>
              </a:ext>
            </a:extLst>
          </p:cNvPr>
          <p:cNvSpPr>
            <a:spLocks xmlns:a="http://schemas.openxmlformats.org/drawingml/2006/main" noGrp="1"/>
          </p:cNvSpPr>
          <p:nvPr/>
        </p:nvSpPr>
        <p:spPr>
          <a:xfrm xmlns:a="http://schemas.openxmlformats.org/drawingml/2006/main">
            <a:off x="44196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샘플 실행</a:t>
            </a:r>
          </a:p>
        </p:txBody>
      </p:sp>
      <p:sp>
        <p:nvSpPr>
          <p:cNvPr id="13" name="변경 검토">
            <a:extLst xmlns:a="http://schemas.openxmlformats.org/drawingml/2006/main">
              <a:ext uri="{FF2B5EF4-FFF2-40B4-BE49-F238E27FC236}">
                <a16:creationId xmlns:a16="http://schemas.microsoft.com/office/drawing/2014/main" id="{EF6F5760-709C-4B2D-91F0-3496FF2D7AC2}"/>
              </a:ext>
            </a:extLst>
          </p:cNvPr>
          <p:cNvSpPr>
            <a:spLocks xmlns:a="http://schemas.openxmlformats.org/drawingml/2006/main" noGrp="1"/>
          </p:cNvSpPr>
          <p:nvPr/>
        </p:nvSpPr>
        <p:spPr>
          <a:xfrm xmlns:a="http://schemas.openxmlformats.org/drawingml/2006/main">
            <a:off x="80010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 검토</a:t>
            </a:r>
          </a:p>
        </p:txBody>
      </p:sp>
      <p:sp>
        <p:nvSpPr>
          <p:cNvPr id="14" name="">
            <a:extLst xmlns:a="http://schemas.openxmlformats.org/drawingml/2006/main">
              <a:ext uri="{FF2B5EF4-FFF2-40B4-BE49-F238E27FC236}">
                <a16:creationId xmlns:a16="http://schemas.microsoft.com/office/drawing/2014/main" id="{D320C3D7-C6EA-4BCC-BB46-E5B6F0B7A07E}"/>
              </a:ext>
            </a:extLst>
          </p:cNvPr>
          <p:cNvSpPr>
            <a:spLocks xmlns:a="http://schemas.openxmlformats.org/drawingml/2006/main" noGrp="1"/>
          </p:cNvSpPr>
          <p:nvPr/>
        </p:nvSpPr>
        <p:spPr>
          <a:xfrm xmlns:a="http://schemas.openxmlformats.org/drawingml/2006/main">
            <a:off x="609600" y="5162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더 빨라졌다”고 말하려면 → 해당 조건의 성능 측정도 필요">
            <a:extLst xmlns:a="http://schemas.openxmlformats.org/drawingml/2006/main">
              <a:ext uri="{FF2B5EF4-FFF2-40B4-BE49-F238E27FC236}">
                <a16:creationId xmlns:a16="http://schemas.microsoft.com/office/drawing/2014/main" id="{F128C11E-4783-4C04-842A-045D074C1560}"/>
              </a:ext>
            </a:extLst>
          </p:cNvPr>
          <p:cNvSpPr>
            <a:spLocks xmlns:a="http://schemas.openxmlformats.org/drawingml/2006/main" noGrp="1"/>
          </p:cNvSpPr>
          <p:nvPr/>
        </p:nvSpPr>
        <p:spPr>
          <a:xfrm xmlns:a="http://schemas.openxmlformats.org/drawingml/2006/main">
            <a:off x="609600" y="52673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“더 빨라졌다”고 말하려면 → 해당 조건의 성능 측정도 필요</a:t>
            </a:r>
          </a:p>
        </p:txBody>
      </p:sp>
    </p:spTree>
    <p:extLst>
      <p:ext uri="{BB962C8B-B14F-4D97-AF65-F5344CB8AC3E}">
        <p14:creationId xmlns:p14="http://schemas.microsoft.com/office/powerpoint/2010/main" val="160174558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근거에 맞춰 말하기">
            <a:extLst xmlns:a="http://schemas.openxmlformats.org/drawingml/2006/main">
              <a:ext uri="{FF2B5EF4-FFF2-40B4-BE49-F238E27FC236}">
                <a16:creationId xmlns:a16="http://schemas.microsoft.com/office/drawing/2014/main" id="{2139461D-CE90-4DBF-B33F-EF3A891E41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4357D23E-2BE5-42B6-8B49-6618778E0F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12DC4FEC-5CCF-4B24-A252-CF1F1B9A89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BCB0B06B-749F-43B6-BBFB-D0E11907694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2 실제 확인: 집중·전체 테스트 / CLI smoke / diff">
            <a:extLst xmlns:a="http://schemas.openxmlformats.org/drawingml/2006/main">
              <a:ext uri="{FF2B5EF4-FFF2-40B4-BE49-F238E27FC236}">
                <a16:creationId xmlns:a16="http://schemas.microsoft.com/office/drawing/2014/main" id="{CBF7DC67-D1A9-415B-B105-C0B693E1D73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TRIAL-002 실제 확인: 집중·전체 테스트 / CLI smoke / diff</a:t>
            </a:r>
          </a:p>
        </p:txBody>
      </p:sp>
      <p:sp>
        <p:nvSpPr>
          <p:cNvPr id="6" name="Benchmark는 이 Trial에서 미실행. C++ 적용은 도구 사용법이 아닌 검증 범위의 예시입니다.">
            <a:extLst xmlns:a="http://schemas.openxmlformats.org/drawingml/2006/main">
              <a:ext uri="{FF2B5EF4-FFF2-40B4-BE49-F238E27FC236}">
                <a16:creationId xmlns:a16="http://schemas.microsoft.com/office/drawing/2014/main" id="{DEE45D7B-6D2A-4CEF-9021-1EDDD5A23FA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C++ 적용은 도구 사용법이 아닌 검증 범위의 예시입니다.</a:t>
            </a:r>
          </a:p>
        </p:txBody>
      </p:sp>
      <p:sp>
        <p:nvSpPr>
          <p:cNvPr id="7" name="확인 방법">
            <a:extLst xmlns:a="http://schemas.openxmlformats.org/drawingml/2006/main">
              <a:ext uri="{FF2B5EF4-FFF2-40B4-BE49-F238E27FC236}">
                <a16:creationId xmlns:a16="http://schemas.microsoft.com/office/drawing/2014/main" id="{D1DF2309-8B6E-4315-82FF-9E94482622FC}"/>
              </a:ext>
            </a:extLst>
          </p:cNvPr>
          <p:cNvSpPr>
            <a:spLocks xmlns:a="http://schemas.openxmlformats.org/drawingml/2006/main" noGrp="1"/>
          </p:cNvSpPr>
          <p:nvPr/>
        </p:nvSpPr>
        <p:spPr>
          <a:xfrm xmlns:a="http://schemas.openxmlformats.org/drawingml/2006/main">
            <a:off x="6096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E0C788C3-C55F-4375-BAC4-FF9990FFA533}"/>
              </a:ext>
            </a:extLst>
          </p:cNvPr>
          <p:cNvSpPr>
            <a:spLocks xmlns:a="http://schemas.openxmlformats.org/drawingml/2006/main" noGrp="1"/>
          </p:cNvSpPr>
          <p:nvPr/>
        </p:nvSpPr>
        <p:spPr>
          <a:xfrm xmlns:a="http://schemas.openxmlformats.org/drawingml/2006/main">
            <a:off x="4381500" y="2095500"/>
            <a:ext cx="7200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CDA0858-0B29-47C4-A122-DB04035222CB}"/>
              </a:ext>
            </a:extLst>
          </p:cNvPr>
          <p:cNvSpPr>
            <a:spLocks xmlns:a="http://schemas.openxmlformats.org/drawingml/2006/main" noGrp="1"/>
          </p:cNvSpPr>
          <p:nvPr/>
        </p:nvSpPr>
        <p:spPr>
          <a:xfrm xmlns:a="http://schemas.openxmlformats.org/drawingml/2006/main">
            <a:off x="609600" y="2571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BC364694-9F21-479D-B8A0-728E9F49C460}"/>
              </a:ext>
            </a:extLst>
          </p:cNvPr>
          <p:cNvSpPr>
            <a:spLocks xmlns:a="http://schemas.openxmlformats.org/drawingml/2006/main" noGrp="1"/>
          </p:cNvSpPr>
          <p:nvPr/>
        </p:nvSpPr>
        <p:spPr>
          <a:xfrm xmlns:a="http://schemas.openxmlformats.org/drawingml/2006/main">
            <a:off x="609600" y="26289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53042938-A4E4-479D-820E-D7A5BD58449D}"/>
              </a:ext>
            </a:extLst>
          </p:cNvPr>
          <p:cNvSpPr>
            <a:spLocks xmlns:a="http://schemas.openxmlformats.org/drawingml/2006/main" noGrp="1"/>
          </p:cNvSpPr>
          <p:nvPr/>
        </p:nvSpPr>
        <p:spPr>
          <a:xfrm xmlns:a="http://schemas.openxmlformats.org/drawingml/2006/main">
            <a:off x="4381500" y="26289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E2610914-FB43-4263-BE9B-63735AF30A8F}"/>
              </a:ext>
            </a:extLst>
          </p:cNvPr>
          <p:cNvSpPr>
            <a:spLocks xmlns:a="http://schemas.openxmlformats.org/drawingml/2006/main" noGrp="1"/>
          </p:cNvSpPr>
          <p:nvPr/>
        </p:nvSpPr>
        <p:spPr>
          <a:xfrm xmlns:a="http://schemas.openxmlformats.org/drawingml/2006/main">
            <a:off x="609600" y="3076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04D403A-EB91-4F98-B548-9869ECBE34C6}"/>
              </a:ext>
            </a:extLst>
          </p:cNvPr>
          <p:cNvSpPr>
            <a:spLocks xmlns:a="http://schemas.openxmlformats.org/drawingml/2006/main" noGrp="1"/>
          </p:cNvSpPr>
          <p:nvPr/>
        </p:nvSpPr>
        <p:spPr>
          <a:xfrm xmlns:a="http://schemas.openxmlformats.org/drawingml/2006/main">
            <a:off x="609600" y="31337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0BD15367-BDAE-4476-BC87-9EBDE0917A88}"/>
              </a:ext>
            </a:extLst>
          </p:cNvPr>
          <p:cNvSpPr>
            <a:spLocks xmlns:a="http://schemas.openxmlformats.org/drawingml/2006/main" noGrp="1"/>
          </p:cNvSpPr>
          <p:nvPr/>
        </p:nvSpPr>
        <p:spPr>
          <a:xfrm xmlns:a="http://schemas.openxmlformats.org/drawingml/2006/main">
            <a:off x="4381500" y="313372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85B8D5AB-C6E0-4D76-BA3B-B70ABF66061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F68FFDC9-7303-4FEF-9294-FC7274720C3D}"/>
              </a:ext>
            </a:extLst>
          </p:cNvPr>
          <p:cNvSpPr>
            <a:spLocks xmlns:a="http://schemas.openxmlformats.org/drawingml/2006/main" noGrp="1"/>
          </p:cNvSpPr>
          <p:nvPr/>
        </p:nvSpPr>
        <p:spPr>
          <a:xfrm xmlns:a="http://schemas.openxmlformats.org/drawingml/2006/main">
            <a:off x="609600" y="3638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06766F3B-2FC5-42CC-ABA5-0D22750E2C49}"/>
              </a:ext>
            </a:extLst>
          </p:cNvPr>
          <p:cNvSpPr>
            <a:spLocks xmlns:a="http://schemas.openxmlformats.org/drawingml/2006/main" noGrp="1"/>
          </p:cNvSpPr>
          <p:nvPr/>
        </p:nvSpPr>
        <p:spPr>
          <a:xfrm xmlns:a="http://schemas.openxmlformats.org/drawingml/2006/main">
            <a:off x="4381500" y="363855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97A29276-E316-4D44-85A5-AB69765DDFCD}"/>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9FFD65DC-0752-4CDB-972F-3AEBCF348013}"/>
              </a:ext>
            </a:extLst>
          </p:cNvPr>
          <p:cNvSpPr>
            <a:spLocks xmlns:a="http://schemas.openxmlformats.org/drawingml/2006/main" noGrp="1"/>
          </p:cNvSpPr>
          <p:nvPr/>
        </p:nvSpPr>
        <p:spPr>
          <a:xfrm xmlns:a="http://schemas.openxmlformats.org/drawingml/2006/main">
            <a:off x="609600" y="41433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E76B304F-9D8A-4ECD-8B7A-377EDE6EDA8C}"/>
              </a:ext>
            </a:extLst>
          </p:cNvPr>
          <p:cNvSpPr>
            <a:spLocks xmlns:a="http://schemas.openxmlformats.org/drawingml/2006/main" noGrp="1"/>
          </p:cNvSpPr>
          <p:nvPr/>
        </p:nvSpPr>
        <p:spPr>
          <a:xfrm xmlns:a="http://schemas.openxmlformats.org/drawingml/2006/main">
            <a:off x="4381500" y="414337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CDC461E9-4759-44F1-935B-AA7013B5977F}"/>
              </a:ext>
            </a:extLst>
          </p:cNvPr>
          <p:cNvSpPr>
            <a:spLocks xmlns:a="http://schemas.openxmlformats.org/drawingml/2006/main" noGrp="1"/>
          </p:cNvSpPr>
          <p:nvPr/>
        </p:nvSpPr>
        <p:spPr>
          <a:xfrm xmlns:a="http://schemas.openxmlformats.org/drawingml/2006/main">
            <a:off x="609600" y="4591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10CEF55-30C6-4B3A-8AFE-03F3D8185BA4}"/>
              </a:ext>
            </a:extLst>
          </p:cNvPr>
          <p:cNvSpPr>
            <a:spLocks xmlns:a="http://schemas.openxmlformats.org/drawingml/2006/main" noGrp="1"/>
          </p:cNvSpPr>
          <p:nvPr/>
        </p:nvSpPr>
        <p:spPr>
          <a:xfrm xmlns:a="http://schemas.openxmlformats.org/drawingml/2006/main">
            <a:off x="609600" y="46482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F11AA0C-6132-4217-8C8C-154D78A9DEBC}"/>
              </a:ext>
            </a:extLst>
          </p:cNvPr>
          <p:cNvSpPr>
            <a:spLocks xmlns:a="http://schemas.openxmlformats.org/drawingml/2006/main" noGrp="1"/>
          </p:cNvSpPr>
          <p:nvPr/>
        </p:nvSpPr>
        <p:spPr>
          <a:xfrm xmlns:a="http://schemas.openxmlformats.org/drawingml/2006/main">
            <a:off x="4381500" y="46482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측정한 입력·환경에서의 성능</a:t>
            </a:r>
          </a:p>
        </p:txBody>
      </p:sp>
      <p:sp>
        <p:nvSpPr>
          <p:cNvPr id="24" name="C++에서도: Release 실행·API/ABI·대상 데이터에 맞춰 근거를 고른다.">
            <a:extLst xmlns:a="http://schemas.openxmlformats.org/drawingml/2006/main">
              <a:ext uri="{FF2B5EF4-FFF2-40B4-BE49-F238E27FC236}">
                <a16:creationId xmlns:a16="http://schemas.microsoft.com/office/drawing/2014/main" id="{E7C48FB2-CD43-4E34-9615-C950C31CB3A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C++에서도: Release 실행·API/ABI·대상 데이터에 맞춰 근거를 고른다.</a:t>
            </a:r>
          </a:p>
        </p:txBody>
      </p:sp>
    </p:spTree>
    <p:extLst>
      <p:ext uri="{BB962C8B-B14F-4D97-AF65-F5344CB8AC3E}">
        <p14:creationId xmlns:p14="http://schemas.microsoft.com/office/powerpoint/2010/main" val="92150776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1 · 반복해서 쓰는 정보 돌아보기">
            <a:extLst xmlns:a="http://schemas.openxmlformats.org/drawingml/2006/main">
              <a:ext uri="{FF2B5EF4-FFF2-40B4-BE49-F238E27FC236}">
                <a16:creationId xmlns:a16="http://schemas.microsoft.com/office/drawing/2014/main" id="{0DB285EE-3736-4283-8EC4-0DCE4D7D3D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804C7103-EDF5-42D5-B172-2130D2DF1D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50B3033C-76B6-404A-8EA7-8E32F78DCF1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7D79583-4F6E-4390-A27E-1303EBB1AB6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DA1ADE6-3CA9-427A-BDC7-66E5BD0F0E8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EF4ABEB-4156-4D7D-976C-6D7D208400A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최근 요청에 썼던 문장 하나를 떠올려 보세요.">
            <a:extLst xmlns:a="http://schemas.openxmlformats.org/drawingml/2006/main">
              <a:ext uri="{FF2B5EF4-FFF2-40B4-BE49-F238E27FC236}">
                <a16:creationId xmlns:a16="http://schemas.microsoft.com/office/drawing/2014/main" id="{C5991F37-E28A-4F3C-9014-A8E68D5BA77F}"/>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최근 요청에 썼던 문장 하나를 떠올려 보세요.</a:t>
            </a:r>
          </a:p>
        </p:txBody>
      </p:sp>
      <p:sp>
        <p:nvSpPr>
          <p:cNvPr id="8" name="이번 작업에만?">
            <a:extLst xmlns:a="http://schemas.openxmlformats.org/drawingml/2006/main">
              <a:ext uri="{FF2B5EF4-FFF2-40B4-BE49-F238E27FC236}">
                <a16:creationId xmlns:a16="http://schemas.microsoft.com/office/drawing/2014/main" id="{F266E1A3-1B2D-4592-910F-3C51E9A3341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DFDE507-987B-41B0-96AF-D4B32860773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99EC6C29-31AA-4553-9F44-631ABB65910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4E410FE0-734F-4E12-932C-C983DB925096}"/>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15A3EEA-1634-40C8-A230-4753F162B5B0}"/>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Tree>
    <p:extLst>
      <p:ext uri="{BB962C8B-B14F-4D97-AF65-F5344CB8AC3E}">
        <p14:creationId xmlns:p14="http://schemas.microsoft.com/office/powerpoint/2010/main" val="94561936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정보의 수명과 범위">
            <a:extLst xmlns:a="http://schemas.openxmlformats.org/drawingml/2006/main">
              <a:ext uri="{FF2B5EF4-FFF2-40B4-BE49-F238E27FC236}">
                <a16:creationId xmlns:a16="http://schemas.microsoft.com/office/drawing/2014/main" id="{E19C467C-F0D6-43E0-A021-C2361A80A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9BF4B0E3-248F-474A-9827-C3B8AB97AB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BCD05A59-91F3-4D79-99A3-873B907263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9E4E9B3C-ED00-4043-ACEB-5DC18C46131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5DC97A6-87A1-4035-A618-0A29836015C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8B48EE0-FF27-41E2-851C-E09B3A77ED8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2A3E8B53-A1C1-485D-8EAB-400B9F2AE8F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0E26E62B-6E49-4980-B02B-1420C7D21A0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7A371559-65F9-4057-BF9D-3B5EFD903A39}"/>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6BDDC3A2-A558-43EB-A896-4BBA2DA07A50}"/>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5D469624-59B5-46DB-BDC5-BF123F922415}"/>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DEB54E9A-4230-4F96-A9EF-72E28B02167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7DC29773-34D3-48B3-A8A9-273DEBA9BF0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286B0E45-1E28-4965-855A-C33ACB2A0C5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574AF0C7-033D-49D3-AC86-B1C9662190F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Tree>
    <p:extLst>
      <p:ext uri="{BB962C8B-B14F-4D97-AF65-F5344CB8AC3E}">
        <p14:creationId xmlns:p14="http://schemas.microsoft.com/office/powerpoint/2010/main" val="44367645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반복되는 프로젝트 설명">
            <a:extLst xmlns:a="http://schemas.openxmlformats.org/drawingml/2006/main">
              <a:ext uri="{FF2B5EF4-FFF2-40B4-BE49-F238E27FC236}">
                <a16:creationId xmlns:a16="http://schemas.microsoft.com/office/drawing/2014/main" id="{6BACCFD2-8E14-49A7-B9C2-2E04E52842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56EAFA17-3FB8-4308-A15A-6CFDE91668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65C8C773-E454-49A9-9C42-C4F97F357F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9FECB72-0D15-4697-895F-194A50F01EF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CAABFCE-EF07-48B4-B075-A4EE2636040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F98FE6ED-45EF-4419-9985-7EAA8579F26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F7FD070-51DB-4A8F-B625-ECB7D693594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B57E67D-9D1A-43BB-926A-07A46A3165A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BAF0AB5-7282-495B-88E4-424921CFA0C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E63C62B-8D6B-40B5-9666-EA57D01E2005}"/>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52FBBB1-99A6-4F20-A683-63579188C8C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006C08E-775F-41DC-BD5B-5F03A401B8B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3926493-A38B-475A-A9A6-10FA75A8594A}"/>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BC29907-69FE-4BE7-8B8F-521D2BE013B6}"/>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3C197AE-ADF6-471E-9EF2-11AD4801CEB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A01F661-1A31-47BA-AE29-ECF9C781A92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7391B1C3-1BA3-4D77-93E8-C0AEB28511D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1AB8786-8D2B-4567-BC7B-8D9BA58E069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88F5378-4E5A-4DA5-BCEF-E05A1080857C}"/>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08DB5FD-C179-4BC8-850E-857D5DDD1E79}"/>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622EFFB-81CC-48BB-B095-59F210D1F9C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BC21E0FD-CCFA-480E-8F23-82AD0C6A4EC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Tree>
    <p:extLst>
      <p:ext uri="{BB962C8B-B14F-4D97-AF65-F5344CB8AC3E}">
        <p14:creationId xmlns:p14="http://schemas.microsoft.com/office/powerpoint/2010/main" val="117830701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Project Context">
            <a:extLst xmlns:a="http://schemas.openxmlformats.org/drawingml/2006/main">
              <a:ext uri="{FF2B5EF4-FFF2-40B4-BE49-F238E27FC236}">
                <a16:creationId xmlns:a16="http://schemas.microsoft.com/office/drawing/2014/main" id="{632DE1F3-B9D3-496F-9023-30A6EE5D76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F3A8A07E-D8B7-4F38-B0F9-F0C772E537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FCF557C1-D907-47E0-97CD-B301943FD7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E44BAA7-DC10-40CA-848A-B0666DDB91A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1E8007A-F7AB-4426-8798-773D9FE7D39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9BDB32F-3A44-4A22-9FC2-4471E30E0AF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4D5A1DD-BB31-4144-BE58-6499712C53C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1B4C54C1-C56A-49C3-99A7-5C03B7791C1D}"/>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3383D71-5C04-46EC-A475-B65A2EDD659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F163CBA6-BB1B-4F39-9C64-835ECD837C6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C420807A-0879-4CBB-B296-F38AA61A3FF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EAF8D22-84D0-419D-BA0A-E800424177F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C81EE98-67DC-4A5B-8DF0-D00B78BCC3C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FFD0D7F-8FB1-46DD-A450-08541827121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936F5B3C-3AC3-4D86-8A28-95FFB77F8D2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B68A885-9FE2-4A7C-AEF0-5F1623EBAFE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CF19EED9-F9A8-4CDD-85A0-536781138DD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4DE4D41-E148-4C55-A4AA-9C960FD0B765}"/>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6F7AABB-5D65-4D1B-A8CB-C99D4A84C38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7B99F29-891E-40E5-942C-B3549DD91A34}"/>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DCC08C2-F462-4ED8-827E-F184E389E9A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2EC24CA-B115-4BCB-B0AE-B5914F860D2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1AC1241-4668-4983-8648-7E4954A0D2C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363E59F-7277-40A9-A04E-A8FE8FC7C1E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F59B0E5C-EA33-4C7C-BE03-7F4CC020366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Tree>
    <p:extLst>
      <p:ext uri="{BB962C8B-B14F-4D97-AF65-F5344CB8AC3E}">
        <p14:creationId xmlns:p14="http://schemas.microsoft.com/office/powerpoint/2010/main" val="27307125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지침을 활용한 관찰">
            <a:extLst xmlns:a="http://schemas.openxmlformats.org/drawingml/2006/main">
              <a:ext uri="{FF2B5EF4-FFF2-40B4-BE49-F238E27FC236}">
                <a16:creationId xmlns:a16="http://schemas.microsoft.com/office/drawing/2014/main" id="{5A6E579A-BAD8-4431-962F-EF448DBB64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5AF1B52A-ECA1-4966-9535-CAEFBB09E7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F118E475-16B6-4BDE-8253-06B4DA0B74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B0E6F8F0-07AD-48C6-AFC5-D1C5EA3F294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EECA9F20-9E91-4D81-87DE-779AC6DB9AD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4DF288E5-DA00-44D0-B1D2-191D2C94821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30D1DD67-39F8-482D-9707-A4B6656B23F5}"/>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663C60E9-35FE-44C5-B154-AC83492D4A9E}"/>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6B676BCA-A9FE-456E-9306-4B8B6D2FED99}"/>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CBCF2222-7C99-48A6-83FD-AF93F0708E2F}"/>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95042856-FEF4-4AB1-B6E8-1E4D4D6F656B}"/>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A8467F32-FAB6-4527-80BA-4636281EFDFC}"/>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2923E2D0-C00F-4D2F-A4AD-89660D566E1F}"/>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E61A54AC-2F61-4B1C-B803-A0E0EBB33EF7}"/>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A8FD7A4C-494E-47C4-8B75-7CCFD70C578F}"/>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1F374DDB-E8F7-4683-824C-F10A64D341EF}"/>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4614A668-9A09-439D-85FF-7A76FBEBEC19}"/>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097995CB-38C4-4D32-8B98-A6C743759175}"/>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2C0BCC92-0365-4FF1-9412-8912E6C0D64C}"/>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0A1C31F-29FB-4980-A678-482162C110E1}"/>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1F89710-AA82-41C9-AD2B-603F565A7FA5}"/>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C03A2186-7C56-4A65-8CB3-170D6BEBB2B6}"/>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Tree>
    <p:extLst>
      <p:ext uri="{BB962C8B-B14F-4D97-AF65-F5344CB8AC3E}">
        <p14:creationId xmlns:p14="http://schemas.microsoft.com/office/powerpoint/2010/main" val="188713812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정보의 범위와 수명">
            <a:extLst xmlns:a="http://schemas.openxmlformats.org/drawingml/2006/main">
              <a:ext uri="{FF2B5EF4-FFF2-40B4-BE49-F238E27FC236}">
                <a16:creationId xmlns:a16="http://schemas.microsoft.com/office/drawing/2014/main" id="{872D56EE-11A3-4776-8EF3-BFC80FE746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0BFDB217-86FB-4EB3-9738-2912FAC09D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E8061C2C-A02A-4ED9-8C5B-73842A6E2E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BAB22D61-EDC7-40F3-99D7-AF982A68EA2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B6260FF4-2DBA-477E-8D8C-21A92472509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397736F-0DF0-43FD-8859-34B157E21F2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73DFFB3-E2D7-4AFB-8B19-3825BBB47AB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330E687-BA94-480C-878A-87EFCC8FD7BC}"/>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96A5BE8-D4E1-46D4-B266-019784065AC8}"/>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7C16AA01-CCCC-4E7D-B646-8C55B322ED56}"/>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70DE7CE-A2BE-4F6F-94E7-E920D9496498}"/>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D3A67523-227A-4152-B0E0-565839520A53}"/>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0A895C89-CE47-45CC-B826-C29B2527F012}"/>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69C11382-9511-4E5F-924C-A0DF0A6578B0}"/>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B445879B-E146-4F62-830C-5F91D3CEEE2E}"/>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DB58BB82-FA89-4229-A048-20E2CC92DE8B}"/>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6132739-8B58-4DB4-9FEC-6B4E83735E19}"/>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81ACC1BC-5F60-424B-97C0-84FFC1187850}"/>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313B9A1A-CE3B-4D6E-A0DF-BB7FB1AF44F8}"/>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Tree>
    <p:extLst>
      <p:ext uri="{BB962C8B-B14F-4D97-AF65-F5344CB8AC3E}">
        <p14:creationId xmlns:p14="http://schemas.microsoft.com/office/powerpoint/2010/main" val="196254237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Context가 쌓이는 과정">
            <a:extLst xmlns:a="http://schemas.openxmlformats.org/drawingml/2006/main">
              <a:ext uri="{FF2B5EF4-FFF2-40B4-BE49-F238E27FC236}">
                <a16:creationId xmlns:a16="http://schemas.microsoft.com/office/drawing/2014/main" id="{FC2A52FD-8F04-459D-875D-F4B6EB43E0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28C87E5C-DB36-4BE8-B6BF-ED5170A59F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31CB9457-2F9C-4ACE-BFF7-A2B8FBE792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EB39BCA-729D-452B-BE05-A3E3FA3B1DC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EF2DFBE0-5FAB-48D1-AD04-D05FB4B9AE8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1A2A1BFA-ACC7-4E55-AD0B-9096B58CCDA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0A0980EF-ABD3-4C42-9CF4-3C6E6B0CC1FE}"/>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8305E848-550E-4F50-A4DA-A216D04489F5}"/>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04B44975-2224-4685-9BA1-C9EBDFA41567}"/>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C1719244-18DD-4071-B517-29C223D57A83}"/>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95B659ED-D82B-4E43-BED1-A604652CF4CF}"/>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86CB7795-CD6F-489D-851F-D23063E4B8A6}"/>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3607FC56-8728-4C74-921E-59E169A4C689}"/>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ECAEC9B6-F305-4B17-A1ED-AB7A6598355D}"/>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4F4AB0B4-E115-4972-99A0-D6E53FE98096}"/>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0630E1E6-1DBB-4BE7-BA53-2CD048E25D0F}"/>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ADF93758-C157-488D-8E30-E8C072D31D74}"/>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A94B90CF-F278-4E13-BE13-DD75D77950DD}"/>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48BDE833-00E0-4CA6-9CB8-593713B46653}"/>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B465F381-A53B-4310-AA64-5BB92A53A26F}"/>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25F36869-3D9B-40FA-86F1-1FED46BD1C62}"/>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A7957DF2-FC64-499B-9CD3-116E28AF5174}"/>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56F58DBB-F0BE-4DAA-A764-134EDDB64642}"/>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EF543774-FEFE-468C-9FE5-01F900727AC5}"/>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94E950D0-8DE4-46C0-A29D-54C01B898740}"/>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Tree>
    <p:extLst>
      <p:ext uri="{BB962C8B-B14F-4D97-AF65-F5344CB8AC3E}">
        <p14:creationId xmlns:p14="http://schemas.microsoft.com/office/powerpoint/2010/main" val="63984826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2 · 관련성을 확인하기">
            <a:extLst xmlns:a="http://schemas.openxmlformats.org/drawingml/2006/main">
              <a:ext uri="{FF2B5EF4-FFF2-40B4-BE49-F238E27FC236}">
                <a16:creationId xmlns:a16="http://schemas.microsoft.com/office/drawing/2014/main" id="{F45D51E3-DAEE-4C39-BA79-5298E88531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A4E9B6E8-F15F-4D19-ADA6-BDF8A5F9B8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CACBF861-ADDD-497E-B6CF-223E0305EB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248BF355-4D80-4A3A-8E9A-3D6F8828B9D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60DE4776-8087-43FB-B522-45B822BE514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DE5D17C2-C620-49D9-BFEB-E8358FE85EA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F6305F9C-A461-4F06-8353-D1B50E09F869}"/>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E2A19C23-1CDD-4F3C-99E8-E50BB1CD6144}"/>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4EED58F6-0068-4694-BC2A-7C2F66157F2F}"/>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AF5E1FC5-4087-4AE1-8F30-A530AE839A66}"/>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132499C-15E6-4489-A35D-98908F0C7676}"/>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28F1DAF2-F159-494B-8ACD-FD482C5A660F}"/>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BA8843E6-08D0-428F-BAB6-CA511BAEBC03}"/>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DEA56645-8009-490B-BB9E-0EFDEA8B9373}"/>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2FB80112-8D3C-4EEC-B3EA-EB7B6E2E02B8}"/>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Tree>
    <p:extLst>
      <p:ext uri="{BB962C8B-B14F-4D97-AF65-F5344CB8AC3E}">
        <p14:creationId xmlns:p14="http://schemas.microsoft.com/office/powerpoint/2010/main" val="156360937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2 · 언제 필요한 정보인가">
            <a:extLst xmlns:a="http://schemas.openxmlformats.org/drawingml/2006/main">
              <a:ext uri="{FF2B5EF4-FFF2-40B4-BE49-F238E27FC236}">
                <a16:creationId xmlns:a16="http://schemas.microsoft.com/office/drawing/2014/main" id="{7D787CDE-5834-4CC1-A893-4DA7EA8991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FDFA017A-66D9-4E2A-B563-193DB19936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CDDABEF3-B9F9-44DC-9648-4E89B3A157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DA60E4B-248A-4F68-9EBC-7C1C9F95F8D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4CCC115B-C050-40F2-A182-5A93DF46F4C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302E202C-C07B-4FA6-A0F7-743334CC46C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8E34CB91-78F9-4E43-B49E-ABEA8CAF540A}"/>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CD68ACB2-BE12-44F9-B741-9706A0A8F2D3}"/>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CAEF49AB-4B40-4AF2-AE9A-C379489A6996}"/>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99C80B10-7E8C-4E56-8245-3DCC47AC901E}"/>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EDC38A14-A8C4-4B1A-B738-C1048D89D376}"/>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A96D85BB-0A7B-41A0-A3B4-6E02F37A9085}"/>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15563F57-6B1E-4F07-8D50-8EA0920CF28F}"/>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72E6FBC4-FF0F-44CE-B652-4EF02534DED1}"/>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49975286-64DB-49A9-8B14-BC5F50428C5B}"/>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6E172EE7-D081-40C1-8B94-ED8B94EA4362}"/>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2D037F67-83C0-44F7-8F37-C2AF4829AC09}"/>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4A1C0CE-0EBF-4483-AF66-532469439CA7}"/>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Tree>
    <p:extLst>
      <p:ext uri="{BB962C8B-B14F-4D97-AF65-F5344CB8AC3E}">
        <p14:creationId xmlns:p14="http://schemas.microsoft.com/office/powerpoint/2010/main" val="49600942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연구가 답한 질문">
            <a:extLst xmlns:a="http://schemas.openxmlformats.org/drawingml/2006/main">
              <a:ext uri="{FF2B5EF4-FFF2-40B4-BE49-F238E27FC236}">
                <a16:creationId xmlns:a16="http://schemas.microsoft.com/office/drawing/2014/main" id="{9AFA9E44-7894-446A-B987-75560EFF68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연구가 답한 질문</a:t>
            </a:r>
          </a:p>
        </p:txBody>
      </p:sp>
      <p:sp>
        <p:nvSpPr>
          <p:cNvPr id="2" name="S29">
            <a:extLst xmlns:a="http://schemas.openxmlformats.org/drawingml/2006/main">
              <a:ext uri="{FF2B5EF4-FFF2-40B4-BE49-F238E27FC236}">
                <a16:creationId xmlns:a16="http://schemas.microsoft.com/office/drawing/2014/main" id="{ABDD44AB-0D48-426D-9C51-C0C899A1D4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71CF244E-8E54-4EDF-9AEE-27CD03B077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66083313-2089-49DB-A662-7F791CC8445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AC8F112F-40AF-4365-B9C9-297B4940424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DC900B2-2BB7-42BD-BD33-DB41DAC738D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B8312356-401A-42DB-9896-66AB300A609C}"/>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C55C858C-50DE-4A58-9C3B-F5D88E6E4552}"/>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E2E918C7-F501-4458-B6C0-CE8BDB9CB754}"/>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64C5DB9A-E2C6-4A1D-9F4C-6BB284E72816}"/>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E14A9CFF-FDD1-4580-8596-592876FF9239}"/>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F4BE1C00-C96E-42B1-96D8-AB8B680A8D6C}"/>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D4F70609-8CD9-4733-9DC3-6E38A7ADB16D}"/>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4368097-E408-444D-9432-DC9BB4AE1C73}"/>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4C0D664-B994-49C6-B261-5AB3F2EA3CC1}"/>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C71F7132-1200-4F96-A4DB-1957BAC17334}"/>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BB214F8-1F13-4E56-A70C-77D0CBB1C461}"/>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4A006C51-1E23-40B2-B242-95A894D0BE7A}"/>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8AC940D-83DA-477F-B8BE-2217EA0456A0}"/>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9E8EBE8-E481-43BC-912A-16AB52A586E7}"/>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CB240516-272D-41B2-ABC5-FD42BD9A1E49}"/>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6CF6420-C1C9-46B4-9C00-88059D0DAB91}"/>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1ED29DA-9176-4498-844C-749413F9E1B3}"/>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1D9CA46-9CB5-4315-8A62-37AB5235C398}"/>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5A04C63-D2F9-4D09-9C25-D1CC92226786}"/>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33284C77-FDD7-4076-B468-C090F93C8F2B}"/>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DE366E3-5E92-44EB-B27C-CC1416A33F1C}"/>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4679BDB8-17B6-4BFE-9C1B-82392BB3ABAB}"/>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FFC45402-AC4C-4150-B64D-C3FC39B60953}"/>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F7DA79D-DACF-4321-BD03-C5358592664B}"/>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207D5A35-032F-4FA2-BF03-E5F75CF36E0B}"/>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01C25621-F0DC-4612-B909-8545CE4D12C9}"/>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3305E2C5-F00C-4C2B-8D3B-C111520CE593}"/>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EAC8106A-A96A-4EEC-B07E-D8CBE3BAE7A8}"/>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D7A66DF2-B3F9-42F4-808C-3455FF572324}"/>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A989350C-53A2-4436-A3DA-328B0A47F25B}"/>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Tree>
    <p:extLst>
      <p:ext uri="{BB962C8B-B14F-4D97-AF65-F5344CB8AC3E}">
        <p14:creationId xmlns:p14="http://schemas.microsoft.com/office/powerpoint/2010/main" val="29533225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Context를 찾게 하는 설계">
            <a:extLst xmlns:a="http://schemas.openxmlformats.org/drawingml/2006/main">
              <a:ext uri="{FF2B5EF4-FFF2-40B4-BE49-F238E27FC236}">
                <a16:creationId xmlns:a16="http://schemas.microsoft.com/office/drawing/2014/main" id="{BAA3BBD9-F1F5-475E-9DD7-354BE7A6A2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Context를 찾게 하는 설계</a:t>
            </a:r>
          </a:p>
        </p:txBody>
      </p:sp>
      <p:sp>
        <p:nvSpPr>
          <p:cNvPr id="2" name="S30">
            <a:extLst xmlns:a="http://schemas.openxmlformats.org/drawingml/2006/main">
              <a:ext uri="{FF2B5EF4-FFF2-40B4-BE49-F238E27FC236}">
                <a16:creationId xmlns:a16="http://schemas.microsoft.com/office/drawing/2014/main" id="{54684761-5ACD-4924-8E3A-A6A62FA403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F790E13E-CF13-496F-AFF1-1B940B2E3C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B0DE5D9-1C95-45F1-9668-0760A8C31AB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44B163A5-5768-45A7-9C98-3355BCC88AE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C89BFDCF-A324-4199-9C9C-E1C6DF14FE8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3DFC4CC8-A18B-456B-9DBD-D692D0932B6A}"/>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D900E1E5-A794-42D8-BEF3-34EEA0E1F2D6}"/>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4386DC8E-1916-4866-82E3-7FAA53A7C1A7}"/>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7753B789-173D-46FC-8AC2-206B2194F246}"/>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800A3072-9C39-4F39-A299-775F79AB2173}"/>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38FD619-E469-40B5-A8C1-04E77EB2AE4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D22EA7BF-B194-44BB-93A1-7A8061FE5630}"/>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3F3D2F0D-5870-4B5F-8619-517B6DBE26A7}"/>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4042D708-1208-4BF4-B791-86CB9D865A56}"/>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9606316-EE09-4251-9C0F-F932013A4C18}"/>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B182210F-EEDB-46A3-AF5D-0CFF1B55A919}"/>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C8AF0FBE-B2B8-4790-8B22-9F4DFF941867}"/>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A98D73D8-C1E0-42DA-9D85-6BCEE60949A7}"/>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Tree>
    <p:extLst>
      <p:ext uri="{BB962C8B-B14F-4D97-AF65-F5344CB8AC3E}">
        <p14:creationId xmlns:p14="http://schemas.microsoft.com/office/powerpoint/2010/main" val="204772221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기본 안내와 상세 정보">
            <a:extLst xmlns:a="http://schemas.openxmlformats.org/drawingml/2006/main">
              <a:ext uri="{FF2B5EF4-FFF2-40B4-BE49-F238E27FC236}">
                <a16:creationId xmlns:a16="http://schemas.microsoft.com/office/drawing/2014/main" id="{A7BE9FC0-8F7C-435A-B292-2A8645E33C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상세 정보</a:t>
            </a:r>
          </a:p>
        </p:txBody>
      </p:sp>
      <p:sp>
        <p:nvSpPr>
          <p:cNvPr id="2" name="S31">
            <a:extLst xmlns:a="http://schemas.openxmlformats.org/drawingml/2006/main">
              <a:ext uri="{FF2B5EF4-FFF2-40B4-BE49-F238E27FC236}">
                <a16:creationId xmlns:a16="http://schemas.microsoft.com/office/drawing/2014/main" id="{91090C13-6E5B-4726-B062-F2F482C58C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F1F94C24-D324-44AC-95A5-85E3AB0D13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C0FAB56-6D50-4352-A4F5-2EB483CBC8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CB38B4A0-24F9-497B-87DE-B13693624D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4744745B-4B54-4C68-A899-47B86B41516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B1E07BE-3A06-435B-B569-EDB27E82D4E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67120039-C725-4BBE-9B83-C4E4D60F0DD6}"/>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5C9A6DF0-FDCC-4C2E-A1C7-5083B23F7999}"/>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05D94E5D-5652-47CC-9893-E424CF9505C5}"/>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CDBB6719-974C-47A3-82EE-6DAAE8E225F2}"/>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A0FE7F34-5256-435F-9DEC-422F7E16172E}"/>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400B2258-B284-4176-B626-ED13169F3769}"/>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C618C51C-41E0-4C87-815C-F56117F0072C}"/>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67FFFCA5-A068-4FBA-9921-74CD80B717F4}"/>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CE61B3B1-77F0-412A-889B-CF1239C4BADF}"/>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2E0F1D55-7D71-44D2-A7D2-495F303393BE}"/>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24117287-10D8-4E2A-BB71-604F22F7D712}"/>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3FADC1C6-148E-4813-ACA0-CD76E59F3AFA}"/>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48931B64-CA29-42F1-81D0-1341D21200ED}"/>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5271A1A5-A191-47D1-A9CF-9C4F01F6AD85}"/>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D9A6CF9D-7BE2-4C2C-981C-DAD19554C7C9}"/>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Tree>
    <p:extLst>
      <p:ext uri="{BB962C8B-B14F-4D97-AF65-F5344CB8AC3E}">
        <p14:creationId xmlns:p14="http://schemas.microsoft.com/office/powerpoint/2010/main" val="102019422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STATE-03의 문서 구조">
            <a:extLst xmlns:a="http://schemas.openxmlformats.org/drawingml/2006/main">
              <a:ext uri="{FF2B5EF4-FFF2-40B4-BE49-F238E27FC236}">
                <a16:creationId xmlns:a16="http://schemas.microsoft.com/office/drawing/2014/main" id="{8E50BAD8-05B1-4667-9B78-1E1972A0EB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34533AD7-E20D-4BBF-8831-EDB817E889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EA83E1B9-696A-4FCA-8CF3-A6931F2ED7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4F52006-06BA-4AC6-B253-108FB6AAA37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C148417B-5AE9-457E-9B43-540BFFB00F2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FF4866BD-2916-4B96-93E6-BFDD135B2A8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16CD9698-7872-472B-820F-369A8F0330D9}"/>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166ED278-AFBE-418B-B6D4-1342B4B520C9}"/>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7203549F-34C9-454F-AED5-56FE1748D03E}"/>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BD96F6B4-504F-4DC0-B333-91DFAF8A5901}"/>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FBB27176-ECC5-4216-AB6F-65596AF04154}"/>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752F825C-AB33-42FB-B039-816126E1C5B1}"/>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92E29CE-7C23-46EE-817F-92E6595A8CC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9DA72FFF-ABB8-4D9E-9052-C1D546A85365}"/>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3764EDEA-E633-4070-AFB7-A6F5487C46B9}"/>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8293AC91-EF03-4B8D-A5A1-7815766900AD}"/>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FF5070DB-9CE6-4205-A228-AC81A91F4EF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EAFDF2F1-BAC3-4C06-AF43-20E787AF9D42}"/>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3E0305DF-1F20-4BE8-9C16-D35F87E14CC8}"/>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C47372EF-99E4-4B30-9320-D1593A09E83A}"/>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8186582A-656E-4E05-81DA-B517B5FF0C71}"/>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Tree>
    <p:extLst>
      <p:ext uri="{BB962C8B-B14F-4D97-AF65-F5344CB8AC3E}">
        <p14:creationId xmlns:p14="http://schemas.microsoft.com/office/powerpoint/2010/main" val="135845585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관찰하기 전에 질문하기">
            <a:extLst xmlns:a="http://schemas.openxmlformats.org/drawingml/2006/main">
              <a:ext uri="{FF2B5EF4-FFF2-40B4-BE49-F238E27FC236}">
                <a16:creationId xmlns:a16="http://schemas.microsoft.com/office/drawing/2014/main" id="{ABDB73BE-6E8F-4C5F-87BD-EE5EC02D5C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598612B9-D7A7-4B4E-981A-0E1581C4CB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CE82F506-7A88-4FC2-89C3-3ACAADF6D8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0F060F9-4484-41CD-8DFE-71DD148B1A1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57BAB537-0A18-4483-BAF2-233DA9E787E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79F960F7-634B-48E8-91F6-88B0516FA0A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3EF3D406-00C9-4020-B290-878E964F21B1}"/>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84B55F48-AA84-46B7-8B09-26E732311003}"/>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D06EFAF1-62B5-4CDF-9201-91B96A787EFB}"/>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9C6688E-DFCF-4D44-90C6-9A9D2276630B}"/>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06357D97-FE07-4870-99E2-A8817608F34E}"/>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C99B804C-9E0F-495D-A743-54B406AD38F7}"/>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4E01CFBE-2471-42A1-938D-7196FAA7C753}"/>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Tree>
    <p:extLst>
      <p:ext uri="{BB962C8B-B14F-4D97-AF65-F5344CB8AC3E}">
        <p14:creationId xmlns:p14="http://schemas.microsoft.com/office/powerpoint/2010/main" val="118080597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질문과 근거를 연결하기">
            <a:extLst xmlns:a="http://schemas.openxmlformats.org/drawingml/2006/main">
              <a:ext uri="{FF2B5EF4-FFF2-40B4-BE49-F238E27FC236}">
                <a16:creationId xmlns:a16="http://schemas.microsoft.com/office/drawing/2014/main" id="{8EE7FCCD-5ACD-49A8-8254-186108BEFA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10D570BF-4F18-46F2-A97E-CEC0FE4907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8A020134-6C78-44B5-A897-576D519858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9B36ECDB-1F10-41D3-A6B8-6FB114DF96D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1E7F5023-7CDF-4192-9A80-A32FAB6C5DE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6B1DEF1C-1911-45BE-9245-867FC12EA2C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4DD149F3-CB9F-4571-A1CD-D32D69103CEB}"/>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2780B7F3-D478-4E56-8A5E-9C50F5B4DDC0}"/>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032322F-3595-4427-9E86-FDB07090FBCC}"/>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EBF1B37B-993D-4EBB-B01B-0AB6333DF600}"/>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FD39B702-6AEF-461D-AC0E-69835FA160DF}"/>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524B004-AE98-4A7D-9285-21A71516152E}"/>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5ED1898-8695-400D-902C-B073178BB72F}"/>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E30B6BDF-C9CC-4071-87B8-6D17112434A9}"/>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7BFEABFD-7AA0-42DB-A99A-E1CACE027A0D}"/>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46562D56-1505-4A79-AC61-FF67CDD156BB}"/>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4E2795F4-647E-4075-BAE2-9994CCA58BEC}"/>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C53C23FC-91C5-413A-A98E-D3BB7FECFFCD}"/>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368266FF-C0F3-4C95-9416-5DAE698F2207}"/>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7F3C592-2B7C-4AE5-AE11-8E96B3A95279}"/>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7F0DE6C3-A7E8-4829-B11A-076713309392}"/>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0ADD0C45-5116-469A-B877-14EC631C139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32A2039D-5487-4E89-AA52-21A649772216}"/>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Tree>
    <p:extLst>
      <p:ext uri="{BB962C8B-B14F-4D97-AF65-F5344CB8AC3E}">
        <p14:creationId xmlns:p14="http://schemas.microsoft.com/office/powerpoint/2010/main" val="177682969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두 Task의 문서 접근 비교">
            <a:extLst xmlns:a="http://schemas.openxmlformats.org/drawingml/2006/main">
              <a:ext uri="{FF2B5EF4-FFF2-40B4-BE49-F238E27FC236}">
                <a16:creationId xmlns:a16="http://schemas.microsoft.com/office/drawing/2014/main" id="{4DC9DF61-1A6B-4889-9983-D9D236421F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247C6A1A-E290-423D-BADA-78E1C431F3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E1EA397D-0EAB-454F-8439-51DA0C780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30AFAA62-8C4E-4059-9260-4A279B46ABF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8F72EF54-7E7C-4A2A-AB8B-B7B12720F0B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A417A1F1-CDE9-4D30-AAC6-EF9CA043C44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EC5E47F9-8FFE-4ED5-8729-D701995F6BAC}"/>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D96B750F-E777-42F4-86B1-8C201A18D23F}"/>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49070FB5-BC43-4FE4-9CAF-FE50109F3776}"/>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DE6C02C4-19B8-4FC9-9A56-063350C06D68}"/>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570DE4C5-F22B-4E75-8DAB-C60AB3424272}"/>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3C0E1413-03DD-4537-8CEE-54FBE280EDDB}"/>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D6DDB46E-1EB7-4FC4-AF95-C6DD9F12B13B}"/>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D984511-38F0-4753-8141-BB6D9738356A}"/>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2FFDF75B-5547-4252-84C9-32BC5CECB1D8}"/>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875BAB0C-7AA9-4D55-B894-E8AAFA86B11D}"/>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588EF5A3-9BA3-4B8B-80C3-417B3E9D3C86}"/>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0128BFDB-0485-45B5-A408-959ED07E26C1}"/>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E063004B-C4C3-4413-9A29-C74874DE8984}"/>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2E0F1921-82E2-49D5-9ADE-6403DB38D9FA}"/>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CF17F586-CC24-40C5-AED4-F8914ACDA701}"/>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5E6EA0A3-CBB6-4559-A676-EC0E4B4AE379}"/>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4AE36A56-7347-459A-994B-BB4F44FFD7E3}"/>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Tree>
    <p:extLst>
      <p:ext uri="{BB962C8B-B14F-4D97-AF65-F5344CB8AC3E}">
        <p14:creationId xmlns:p14="http://schemas.microsoft.com/office/powerpoint/2010/main" val="111195593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다음 문제로 넘어가기">
            <a:extLst xmlns:a="http://schemas.openxmlformats.org/drawingml/2006/main">
              <a:ext uri="{FF2B5EF4-FFF2-40B4-BE49-F238E27FC236}">
                <a16:creationId xmlns:a16="http://schemas.microsoft.com/office/drawing/2014/main" id="{9220D11F-B0CA-4439-8D58-F9BC42CED4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DFF5E156-085A-4587-AAC9-75219F1207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271E769B-A675-4A93-93FA-AF675F0D19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EC197052-2BEB-4C22-9AFA-216F5D88BDE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B8DADA4D-E1A3-415B-AE5E-44526983D15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2C4A2313-D473-493E-92EF-2D5377C5AC3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F110D356-1EC8-44EB-B121-6BEE2D654FAB}"/>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7DAF2F7B-26AE-4233-84F9-6C8443A09E88}"/>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0ECBE937-62AD-406D-BDC6-DCCB99BD6481}"/>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1578BA0-84A0-4F21-A3A9-3A4039181762}"/>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88F9FB68-B7C5-4AF5-8636-3239AC4CC142}"/>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4AF9C7D0-A386-4EEA-97AC-73D61B208FED}"/>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이 반복도 Context만의 문제일까?">
            <a:extLst xmlns:a="http://schemas.openxmlformats.org/drawingml/2006/main">
              <a:ext uri="{FF2B5EF4-FFF2-40B4-BE49-F238E27FC236}">
                <a16:creationId xmlns:a16="http://schemas.microsoft.com/office/drawing/2014/main" id="{847D209D-1FCB-41ED-8FDA-E98A38CCFC2A}"/>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반복도 Context만의 문제일까?</a:t>
            </a:r>
          </a:p>
        </p:txBody>
      </p:sp>
    </p:spTree>
    <p:extLst>
      <p:ext uri="{BB962C8B-B14F-4D97-AF65-F5344CB8AC3E}">
        <p14:creationId xmlns:p14="http://schemas.microsoft.com/office/powerpoint/2010/main" val="878064191"/>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도 반복된다">
            <a:extLst xmlns:a="http://schemas.openxmlformats.org/drawingml/2006/main">
              <a:ext uri="{FF2B5EF4-FFF2-40B4-BE49-F238E27FC236}">
                <a16:creationId xmlns:a16="http://schemas.microsoft.com/office/drawing/2014/main" id="{7EFF8323-5FC1-43CD-AF48-BDC011A4E5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40D45CAF-E54E-4F73-942B-AD5E15145F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7444A248-DDC2-4B9E-B5A4-9C82A9DCC5D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5EB97B55-4357-4B40-906E-6810DF75EC4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A84E11EE-89B5-44EE-A91C-3DA5FAB8570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78B8E8EB-E893-43F3-BE22-4EE92BD4995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A8CAD640-B907-431F-A416-E4DF89AD91F3}"/>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18FBFDB4-3332-4D53-90BE-8DFB1B23B177}"/>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D4B22E1C-BD09-45CF-9DA5-31CD486B90E3}"/>
              </a:ext>
            </a:extLst>
          </p:cNvPr>
          <p:cNvPicPr>
            <a:picLocks xmlns:a="http://schemas.openxmlformats.org/drawingml/2006/main" noChangeAspect="1"/>
          </p:cNvPicPr>
          <p:nvPr/>
        </p:nvPicPr>
        <p:blipFill>
          <a:blip xmlns:r="http://schemas.openxmlformats.org/officeDocument/2006/relationships" xmlns:a="http://schemas.openxmlformats.org/drawingml/2006/main" r:embed="R0d644f3c300d4473"/>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D8939AB-22E2-4EA6-AC90-8AFE283961B8}"/>
              </a:ext>
            </a:extLst>
          </p:cNvPr>
          <p:cNvPicPr>
            <a:picLocks xmlns:a="http://schemas.openxmlformats.org/drawingml/2006/main" noChangeAspect="1"/>
          </p:cNvPicPr>
          <p:nvPr/>
        </p:nvPicPr>
        <p:blipFill>
          <a:blip xmlns:r="http://schemas.openxmlformats.org/officeDocument/2006/relationships" xmlns:a="http://schemas.openxmlformats.org/drawingml/2006/main" r:embed="R2e5502cac9574f54"/>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EB0EBF5-F9FD-4C62-B55C-4FE036D7CE24}"/>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0B97241D-DA56-4F83-8D31-F3D537B0303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39A2DB42-5D1A-46D6-A513-9FB30010F90F}"/>
              </a:ext>
            </a:extLst>
          </p:cNvPr>
          <p:cNvPicPr>
            <a:picLocks xmlns:a="http://schemas.openxmlformats.org/drawingml/2006/main" noChangeAspect="1"/>
          </p:cNvPicPr>
          <p:nvPr/>
        </p:nvPicPr>
        <p:blipFill>
          <a:blip xmlns:r="http://schemas.openxmlformats.org/officeDocument/2006/relationships" xmlns:a="http://schemas.openxmlformats.org/drawingml/2006/main" r:embed="Rb76a9c51bedd445f"/>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D9EE8AB2-FB96-4944-95FC-87E45B8B31F8}"/>
              </a:ext>
            </a:extLst>
          </p:cNvPr>
          <p:cNvPicPr>
            <a:picLocks xmlns:a="http://schemas.openxmlformats.org/drawingml/2006/main" noChangeAspect="1"/>
          </p:cNvPicPr>
          <p:nvPr/>
        </p:nvPicPr>
        <p:blipFill>
          <a:blip xmlns:r="http://schemas.openxmlformats.org/officeDocument/2006/relationships" xmlns:a="http://schemas.openxmlformats.org/drawingml/2006/main" r:embed="Rd8c122324920401b"/>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F4F3AFD3-994C-402B-98A2-4C487A997C96}"/>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C897D023-7BD5-4960-B706-F66B6085CCE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AF0BDB29-AD7B-4206-A71D-B21F20EB0229}"/>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F71B2889-863B-42B9-8D02-CC062E64372E}"/>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D411EB08-CC87-48A1-9E85-0B8C62AF02F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172DAAA8-66D9-4462-9BDF-32AC4BA0EF86}"/>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C5E5446-7A07-4071-BAD6-393E3D00291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1145ED43-D0AE-44FA-A73F-2801343D16EA}"/>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Tree>
    <p:extLst>
      <p:ext uri="{BB962C8B-B14F-4D97-AF65-F5344CB8AC3E}">
        <p14:creationId xmlns:p14="http://schemas.microsoft.com/office/powerpoint/2010/main" val="57420740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알아야 할 것과 따라야 할 방법">
            <a:extLst xmlns:a="http://schemas.openxmlformats.org/drawingml/2006/main">
              <a:ext uri="{FF2B5EF4-FFF2-40B4-BE49-F238E27FC236}">
                <a16:creationId xmlns:a16="http://schemas.microsoft.com/office/drawing/2014/main" id="{0FF2D69C-2A6D-4F1D-A125-C6F74FB179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77CFEF2D-FC03-4AC9-9624-44775E2303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839BA519-8DAB-4FED-8F4E-CE54DF84CC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57D08253-82D4-4CD9-B79A-75788C1783C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3D1CFA7F-85E7-491A-9F6E-2BC5C348B39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2FDD220E-D934-4E50-833C-8DE4F63AEA86}"/>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B8BB1339-E467-4C0A-A7AD-8AAC64E69409}"/>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C612131C-419D-40D9-BBC8-18F6A5B73F7F}"/>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6F52FA59-62BC-4E96-8E6A-3758E03D1B58}"/>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DE04381-33E9-4492-ACEE-40981B06597A}"/>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1D4C8469-A7E4-4988-B186-6ACFED9932D2}"/>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FEF647DC-647A-44FA-B644-AA0D56823414}"/>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458D58C0-0D53-481C-8F39-6DF4372B457B}"/>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C958CC8-F719-4C9D-9633-E929C42DF908}"/>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B8EC6073-BED9-4726-8B52-35CC40CF1324}"/>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FCBDD172-1846-4439-8C54-4386AA3B16FD}"/>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06D8C1F6-B93E-4B2E-8B9F-B8F5CFF31C92}"/>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C02AEB8F-EFF8-40FF-84DB-80207F6799C2}"/>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Tree>
    <p:extLst>
      <p:ext uri="{BB962C8B-B14F-4D97-AF65-F5344CB8AC3E}">
        <p14:creationId xmlns:p14="http://schemas.microsoft.com/office/powerpoint/2010/main" val="1340247986"/>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5DC0F96A-CADC-4CA0-82FB-31429860D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4B734D7C-DE33-48E2-B788-A0E5687AF3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CC6D2F9E-5582-42A9-A333-D467344994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863187F6-A9C2-4E31-B840-74A19B64EAF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7912D0C2-2CD5-4128-B4CC-25CA0B27D1F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84872B66-EEC3-4B08-89F7-D50AC60DA167}"/>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9530253C-3D62-4B65-8E94-374AABBDF12C}"/>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00F293B1-E5A4-411E-9E45-2C3AE839F29E}"/>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5021CEE7-B6A9-4CB5-99C2-545931E529A3}"/>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07A7ABC1-2C99-4E72-A206-266F9B67F419}"/>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48DF2A09-7B03-4603-AE97-46AF536003C8}"/>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2A48E226-9D65-408E-B6B8-593924168C33}"/>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863EB6C-D56D-4DA2-8C8C-467CFE488931}"/>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B52C98FA-B3D2-4D0E-8D31-304E2862E102}"/>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07039030-3CB6-4DD4-841E-9DD2355C76C9}"/>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E369882D-1907-45CC-B192-42A489102660}"/>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22005D5D-9187-4F22-B1BC-CC2C6A083E45}"/>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AF3D2FF4-6003-4E5A-A56C-E982B5045530}"/>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181054721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EB1D43DB-AAEC-41DF-8FB9-0FDAB90C41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2EA09BD6-D7BE-4B19-82E2-BE310462F4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B5818E4E-F9D0-4C30-A166-98AF2DB6A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1CC94C8A-FEDF-4F25-A0AD-ADA61EA11B1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CD8B3EF7-8540-4B8C-9B04-0FC4397AE00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FF29EF35-EB06-4D86-9A2E-BA898819B85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D4103FF7-E94A-410D-B2D5-F49E6D6B8491}"/>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7034ABE7-5909-4890-942B-8D9C222B4FF8}"/>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3BE9437-D1D4-4D77-A2B7-CE1E95E63A13}"/>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E05F55A-1E70-4380-B7D7-FAB30D3F64C1}"/>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BEAE5F18-55F7-4D3B-A8E8-6BD9EAD35840}"/>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8F93A090-474B-432A-ADE6-5A060BB5F1ED}"/>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92AE158C-50FC-418A-ABEC-6004EA7212D4}"/>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7D28922F-24A8-4BFF-B35E-10C7F0FE479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A3C7187-8AF8-4CA3-8AB4-BD47E37431A5}"/>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1A13A4D6-6205-4CB1-A322-51BAC4DA01DD}"/>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0747EAB2-9940-4962-BF6A-D6107E10B629}"/>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41658840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CC91887C-5FE7-4102-AF43-E04ED0362B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757EE56C-7A52-4743-AC0E-C932638557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2D4863A8-E197-4FD7-ADD9-B986B73043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09C230E2-4DCF-48A1-B155-C276EBB0378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7CC38E35-CD66-4D0A-BFA8-4A3D3218A5E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AA6700EF-B865-4BC7-B163-2E0146110E3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EE5B201-0A95-4E45-A46E-9885BB502BF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2EDBB8DE-7AF7-49FB-9340-1370C1D58F69}"/>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CFF0916E-E61D-45A1-923E-C9DD84D1DF19}"/>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4DF54B7E-6CA9-4D73-9E1B-008F5F22A90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8935BA2-61AC-47F7-9F00-F66397D68558}"/>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DCA1F1C4-AD6A-49A4-B00E-8C94FBE7553B}"/>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9E45AAF5-E295-4751-9C9B-E0F2F41FB21E}"/>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1DA17C07-0414-43CF-B65B-25FCAD6EB0F1}"/>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E17812E-76A0-40D7-82CB-02A32466404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57163920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43F7138D-0610-4E20-B6FE-842715BE48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ECF037AF-78A5-498D-985C-56166A6C76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79149F5F-DC5A-4FEB-B036-2DFA7A30F26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E9B1FB2C-3FC2-4078-97D6-CF3116AA539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6A1EAFF7-2BE9-4CDA-B2B5-715F202562A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C620CA90-8F2E-4042-B7C6-AECCD0819D8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B0E6379F-6AE8-4649-B252-04C44C4CB544}"/>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A0B99154-6252-499E-9D5A-CA81E404F863}"/>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CD7020F7-9800-4139-9A48-1C6ACB5E2420}"/>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15B214C-ABA4-45E5-ADEF-7A6AE60EC90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3D142C0-4D3C-4FB1-B178-7640CB8A216A}"/>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120C8E7A-3DFF-4B11-AA0B-8925C06CDCB0}"/>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4826C75D-B72F-45E0-B1A1-F646FC6449DD}"/>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963BF282-6691-4D7A-98A2-AA19D14DD617}"/>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7747B5DD-F8E7-4680-BE9B-A9AB0DD6034C}"/>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EC69F7DB-7621-42D5-B2E2-F99E819556BF}"/>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6855DAC8-253E-4363-9977-07F03580FA3D}"/>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209188647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절차와 과제별 판단">
            <a:extLst xmlns:a="http://schemas.openxmlformats.org/drawingml/2006/main">
              <a:ext uri="{FF2B5EF4-FFF2-40B4-BE49-F238E27FC236}">
                <a16:creationId xmlns:a16="http://schemas.microsoft.com/office/drawing/2014/main" id="{2785CE7C-54AE-4025-8DA0-58697C296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FDB8FECD-F282-491C-BE25-61B86E24BA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2C66C691-8D3B-4E7E-90E9-37FB63012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EA1210CB-6A09-4846-A2C9-5F8D3620279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CFED64E3-E46E-461E-924D-3B29D4DF726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E9D0F94D-0C6A-4343-8415-E0F2B2CBE409}"/>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388BB219-5DFE-43FB-B1F3-FDE743DE7777}"/>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23015BD7-A699-4976-843F-9F4FF6C040EA}"/>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8A506037-EA59-427D-891D-6B73E64EE7A6}"/>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920D09D3-4DD0-46A4-A569-867A257B0C07}"/>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2F5B8571-D787-4193-BE87-37EDCD4A3CB5}"/>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D1099645-5F35-4AA8-AEA7-74C8F14A404A}"/>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AB01CDAB-4570-4F4E-A34E-1EC9238D10FB}"/>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9DEAA00E-F71E-4D32-83F4-507750F0F7E3}"/>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B1162771-088D-4E22-AE8F-2ECAA92F957F}"/>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127506922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96B11805-47E2-4FD5-8AE7-3C5A620141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FACF5A8E-1312-49A1-9F73-2D1DD896D9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7194A03B-285D-4EE9-8CFD-3E728D7494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37014636-8F11-4A45-9087-0E88472FC4F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6041D452-2C39-45DA-8712-E026DF7D18E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EC288BE2-4574-4E99-ACAA-8D7B649771A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AE39F076-54CC-4B3C-8857-8B0D6B0F87C5}"/>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16E5BC88-E41A-4BD1-8419-9275FF616925}"/>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D9889162-1F69-4019-8220-11ECD677901A}"/>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24B49AE4-3DA8-4FA5-BD4D-E116E6AC5E7F}"/>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9C067395-E9FD-44B3-A242-8C752F7EBA06}"/>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BB2E8438-0E12-4B13-B062-5C1149231ED0}"/>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FA8DEC28-99AB-4CA7-9493-A1651D71074D}"/>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5A9A55BF-E4D7-45B6-AD35-50BBD4AD3569}"/>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4174FA0E-254F-4F8F-AB95-39E14516355B}"/>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831AAC6D-563B-4503-AC46-20338AEC6230}"/>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B68257BD-F5CF-4DDE-A308-0B2C822BA06D}"/>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939E97F3-535F-4731-A8EF-66F885DA9C00}"/>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1641157794"/>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4DE71876-6020-4F90-B0E4-38A703934F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38BA5526-D362-4CB8-BEFC-37E26B1930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7B95FDF8-5A97-4BBA-87A9-7DADB567FE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F94AB9A7-E64A-49D6-9684-942402A41CF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B3E8E180-EAFB-4597-8FA1-FB333EA56F8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AE081F6-E735-4C80-BFCB-5D0B16DB4E4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07B4E991-407E-40E3-A5FD-FB80E532E1FE}"/>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43017BBB-1FCE-4052-A89B-44D05B84FF4B}"/>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6E19F51A-6425-4E7B-8F7C-EA23F2C5409A}"/>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1EF00834-E1DD-489E-B416-BB71E078571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edc330bb9924b09"/>
          </a:graphicData>
        </a:graphic>
      </p:graphicFrame>
      <p:sp>
        <p:nvSpPr>
          <p:cNvPr id="11" name="">
            <a:extLst xmlns:a="http://schemas.openxmlformats.org/drawingml/2006/main">
              <a:ext uri="{FF2B5EF4-FFF2-40B4-BE49-F238E27FC236}">
                <a16:creationId xmlns:a16="http://schemas.microsoft.com/office/drawing/2014/main" id="{265CC034-A976-4B35-BB2F-F91A1EB8F86E}"/>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E1B51F64-C5CF-4BD5-BF40-0826F0625EEE}"/>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173B59D2-79D0-40DE-BC25-CD441F44416D}"/>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196FF8D5-6644-4D7E-BF2A-D9FDF5469498}"/>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61EFD3B-CE3B-46EA-833A-9D777C446584}"/>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B7889DBB-0E24-43D3-94BC-9E30A76D049F}"/>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64BD193-E93A-401E-A70D-44ACF735C994}"/>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6342ADF7-92AC-4376-AEE5-23B4654C3292}"/>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3310DC67-5081-4B2D-9362-C993353C4326}"/>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1269564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현재 Task의 분리 가능성">
            <a:extLst xmlns:a="http://schemas.openxmlformats.org/drawingml/2006/main">
              <a:ext uri="{FF2B5EF4-FFF2-40B4-BE49-F238E27FC236}">
                <a16:creationId xmlns:a16="http://schemas.microsoft.com/office/drawing/2014/main" id="{5A8D608B-9546-4188-9FAA-40B68C2861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현재 Task의 분리 가능성</a:t>
            </a:r>
          </a:p>
        </p:txBody>
      </p:sp>
      <p:sp>
        <p:nvSpPr>
          <p:cNvPr id="2" name="S46">
            <a:extLst xmlns:a="http://schemas.openxmlformats.org/drawingml/2006/main">
              <a:ext uri="{FF2B5EF4-FFF2-40B4-BE49-F238E27FC236}">
                <a16:creationId xmlns:a16="http://schemas.microsoft.com/office/drawing/2014/main" id="{782BC8FC-2DFA-48F1-B819-3244F42B85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60B2D100-D31D-4B2D-9221-46297012C0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7A525AE3-E7EB-4272-84F8-C68031D3999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3BDFE9E8-3D2C-496A-9743-B3481D1B80B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948CD3B3-0729-406A-A95B-63F9EA4D1AC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A5BAFD0D-EA09-4355-91EC-0CC70026E7FE}"/>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CF009A39-4565-4FDE-97B4-235F2DCF46C3}"/>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978EBCB-B723-4F34-A0C1-1772DD6B2768}"/>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9F946050-46A7-4412-AC25-CA866A790C56}"/>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3331E6-DF44-496B-BE9D-91E5D2439E94}"/>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CAC6F44-2AEC-40B2-AEC3-A63175E0CDA8}"/>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5615A416-783A-4D01-AD1E-0473E01D9CD5}"/>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F5ED09F2-98F0-4650-91CB-800C25F3986B}"/>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9866EF-CE01-4A66-9846-5D251453BDE3}"/>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8F4C764-4777-4310-862A-2DF8E78D7C29}"/>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7C007255-B9EF-40F8-B046-B74CAD924E50}"/>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7A8852B-FF1E-434C-81F3-6E2A48A34F4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2995E640-0506-4294-803C-5DB2660960C1}"/>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5E37857B-4308-498E-9E4C-ECA1F7CDCB9C}"/>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123740321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DF0347EC-FC13-47B5-8B28-B3EF5A95BC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66CDA5B2-5DFE-4C6F-BDF9-4C022B009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3289146E-96E1-4464-90C2-DEB7AD2A70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AA86C401-A31D-4398-8F4E-962BDFC24AD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F016E4AE-7A2B-45F1-80AC-B1BE3791D35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5FC0FCFC-295B-4A6D-BFFC-C8085C230F8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157AD5D-E7B2-46E4-8DE9-FE62504DDE2A}"/>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EB132654-D93F-4238-AC15-A0132F5E5FDC}"/>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E1C42924-3E2E-47D8-9D4C-C6AFE63B034B}"/>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1F8F4B0F-D889-4E40-96AC-32C571B5DD98}"/>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919CDA83-31D7-4DDA-9834-78D510470653}"/>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F8F9FDC2-21F9-4F78-BD79-E4DC27D7F1AD}"/>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B8AC69D3-F899-46E5-A0BE-B3178A109CE2}"/>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8681F1F1-B659-4013-9DC1-0F4550174F3D}"/>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DD86AC2C-36C9-47D0-BE5F-19CFABB5A07B}"/>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AC2183B7-97E3-4A67-8681-C05B19B3FFE3}"/>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BF9A10D9-B27B-46D1-9B08-3F845276FDED}"/>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45732927-08F7-402D-BC87-369DF917DB0C}"/>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A5C4A668-FEF2-4020-B968-419F32CACEAA}"/>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8467DD6-BE88-4BF3-9C93-96ECA2C7F71C}"/>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F90B267B-F3CE-4393-82F0-709D4B5145B4}"/>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142638879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미 있는 기록부터 확인하기">
            <a:extLst xmlns:a="http://schemas.openxmlformats.org/drawingml/2006/main">
              <a:ext uri="{FF2B5EF4-FFF2-40B4-BE49-F238E27FC236}">
                <a16:creationId xmlns:a16="http://schemas.microsoft.com/office/drawing/2014/main" id="{ED1F1155-964F-41AB-9FF2-4FC9DC2716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이미 있는 기록부터 확인하기</a:t>
            </a:r>
          </a:p>
        </p:txBody>
      </p:sp>
      <p:sp>
        <p:nvSpPr>
          <p:cNvPr id="2" name="S48">
            <a:extLst xmlns:a="http://schemas.openxmlformats.org/drawingml/2006/main">
              <a:ext uri="{FF2B5EF4-FFF2-40B4-BE49-F238E27FC236}">
                <a16:creationId xmlns:a16="http://schemas.microsoft.com/office/drawing/2014/main" id="{A93DA1FB-B386-4AA9-9E94-16C6518F86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B1A207C9-016E-4F3E-B6A4-E5150B0F01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B95E5AFE-E90D-4F7A-AF9F-7CFAAC48824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2A1E070E-E266-4074-861A-00DD660CA59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896FA1F5-3C08-4822-AA84-B02289EA164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E016A836-3F94-44F8-92DE-12877928F655}"/>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A25E2599-CC65-42A7-B6DA-0095F9CFF5F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9EC9A30A-5D94-4A4B-831A-134179BC9CB7}"/>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0FBFCA18-EEBA-4AC1-A117-5442461C0F5F}"/>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8F3FC9D7-A0D5-433F-8DC3-740B4447D573}"/>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8D2B2F58-A435-4DAF-865F-FEA1657DCEF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9D164D67-9765-4BB9-B4AE-13BE0391702F}"/>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D550C12A-4CF2-47B6-9FC4-6BD055AE1BAF}"/>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4B183887-8924-41FE-B815-14095972A5E5}"/>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00853779-F70E-4A99-973F-7B6E4BB07E05}"/>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3DB531E9-A78A-4EC4-8CE7-48F4CD7726B1}"/>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79FD0ACC-2BED-431F-8D70-570EB0B7BB2F}"/>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29E2B7EF-3238-4117-8CAE-D39DEB07BB4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AAF81631-A0F1-4141-8A0F-4F082626C351}"/>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9B5D7F86-0F86-48D5-8C45-34875AF4C821}"/>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C8CE754C-2139-4EED-878B-E89F8DC1C54D}"/>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118AA7AD-4E3C-4A55-83DC-3B5C10AEFCF6}"/>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D2C6D2B0-5D4B-46A7-B7BC-53274F08978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172379800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409FED12-1E2F-49D8-8E50-29587C07AD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86D1E1AF-FBE8-497D-89F0-6D2F22466D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E3E111C5-17D2-4CBC-8C5E-BC6A53A8AD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5C7EAEF0-8F32-4C7E-BD44-79FA98BE26E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3B665E53-F2F1-4020-8094-850B2E98D5C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A82B5064-5824-47BD-A354-368E9D5AE60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1F29F498-157F-415C-8EA2-BCA704FC0B5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61CAC7C-7887-47A5-B9A2-DEBBD1A442B3}"/>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F3849959-F1A4-4601-9AF2-E24E75FD946A}"/>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BC3A2BF9-7354-4ADF-A1DC-7C0D6316E5A1}"/>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E5CD7EBA-F246-4D10-925A-A0B5A124701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468D12A-B1FD-4FAD-BA4A-18674DC914FB}"/>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741F3CFC-249F-4D70-997D-C847D47CCA2A}"/>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42C4A940-18AA-42C0-8D4A-554C102E7CA7}"/>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987D6EEA-E59D-4CFE-B5E4-0DD0CEED2B1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FAC8B647-1B59-4741-A05B-10CB887F3BCA}"/>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F011C69F-0A85-4B88-A95B-87758C493BE1}"/>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7260E728-38B3-46C3-96D2-6C91C085C43E}"/>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5BBF324F-72C5-4D5C-AB57-16961ABE59D0}"/>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591369EF-4D42-4DA8-BFD6-1F0160166403}"/>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41B810A0-CD89-4447-B860-68768BADB154}"/>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3146B129-7510-424E-80AD-5C7CF06F7759}"/>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41327727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B31638E0-77EA-44BB-8CD1-7AED4901E4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F1AED583-87A0-4B15-8782-0382A7DFE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FC5C70B2-ED98-4EC4-8CB0-9A1609D94A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F85A86D8-597D-4EB7-A738-BB548E743F7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B2A231FC-D96B-483E-8CCC-3B3E48449D6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F54556DD-EBFE-4E94-B702-B1BADCDAE91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2FA7D8A7-16E3-40FB-B96F-15BC2F14F2F8}"/>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6BCA015B-18B3-4001-8B0C-38AB6219C815}"/>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65FD2E05-196C-43E5-B0A6-CEDBED94A17E}"/>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D0DD3F46-94DE-4553-8B10-2B36741BA05A}"/>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FD0067F-C6A3-4386-9C5A-61D16C8F43BE}"/>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0DE34711-1A8B-46BD-88C1-9790510085A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D70A6A44-6685-454D-8187-0B727706356B}"/>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2FD9FD21-B3C5-4516-81C2-7E807E0E3E1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AB5EAF67-7B3B-4099-9004-4C6CA4DF4ACA}"/>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FD2A0228-16C1-4972-8393-7C4F374B0FF0}"/>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163EC7B7-D46E-4176-B4D1-6CAC0E8C9594}"/>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08FF1E91-6C38-4EE2-B7FE-A156A6311770}"/>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A351B5DB-A2B4-40B0-8FFB-721F2464BD66}"/>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08CC0AB7-AE47-4D2F-9E81-2A78D4A82E29}"/>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848AA36E-3946-4AD2-8A8A-1AF8B951BAE0}"/>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772C4261-A438-4D18-B3B0-FEAD2F682AD0}"/>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B31CDDC-A82E-40DA-857A-35429BAFBEC8}"/>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205526375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1FBEB13A-ECF3-4753-BD38-1B44ECEB1B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D939C6F6-93D9-4945-A55D-68CE09FFD5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9C4AEB67-6A8F-4A0A-9B51-9B78427B67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C9EBB861-F870-4BE5-869F-3E7E9172EAD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888A3DB4-C51B-48EC-9438-D12B558D4E8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548FBFAB-C7CE-4794-B69E-9315C545ACA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FBDB50EC-2711-4DC5-8613-0C58F6D237F5}"/>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A65A92F5-6FB4-4D5E-90F2-38C5C5B2FF21}"/>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F4E1C30E-24F3-400B-817E-94BACFD2992D}"/>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97966064-BC16-42AE-8C82-99F736BCEC36}"/>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434CD981-5A28-44AB-825A-54976411BC76}"/>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63F85B6-20DB-4D79-A18B-601A669876B7}"/>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43999C9-DD34-4224-831B-1B242C170012}"/>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4641677-7FBF-4FF1-BE16-49CCC6640BB1}"/>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F00F506F-28A2-40B6-97C7-814B769AC3D5}"/>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6DDB8C0D-F197-4577-B2AD-075E3527B01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06DBCDB7-D804-4204-B522-1AE965078EFA}"/>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1317065304"/>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A819C70C-BEC5-4223-BA5F-76B29A81DA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FF378734-8AA7-48D2-984D-B7A1366103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3EBD8D08-B298-4668-8656-5CD58D745E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532E22F9-169D-43E4-8FB4-E48369D94C1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8A20795-E387-4719-8F33-B62FAFE44167}"/>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9EAAB49E-2CDC-4EA0-BBE9-24E86F26CA9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F7874A06-D219-4F66-9197-B58981825B4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9307B570-331A-4D25-817C-8A5A742C1BD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E1E0CA3A-E4D0-45DE-943E-243DA5E01682}"/>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51018A59-7E91-4F2F-B6BE-77122050963F}"/>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7DA8B43C-983A-41C1-B3D3-E67B6350E06F}"/>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FE395861-AE40-43A3-94AC-4CE5F377D9A9}"/>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8C73E0BF-1669-49C1-B090-615318BB82FA}"/>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244002C-398E-4E18-9752-37E3EC4D36C6}"/>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D24087CD-A780-4568-9429-37843903D0B6}"/>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43E2F1A-72C7-4FEB-937A-86FB622F2BD5}"/>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992081E2-A790-48D7-BBDB-4F639DD45D26}"/>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DBEB5D20-7C1C-4450-8CB8-6F6643FAD643}"/>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ED057864-6D91-40F6-AF1A-6378A408F936}"/>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D3D3778E-AB4F-4B23-BC80-2685CE554533}"/>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9030CC28-822E-487C-9D72-43212B79F6B2}"/>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033F2E40-9A15-4848-BB45-F155A5ABADB6}"/>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52032136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도구를 넘어 같은 판단을 적용하기">
            <a:extLst xmlns:a="http://schemas.openxmlformats.org/drawingml/2006/main">
              <a:ext uri="{FF2B5EF4-FFF2-40B4-BE49-F238E27FC236}">
                <a16:creationId xmlns:a16="http://schemas.microsoft.com/office/drawing/2014/main" id="{86C6D933-FCBD-49FD-8262-2C2157A5F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A99859BB-4C8C-4C9D-8F25-90B856C755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E99904E8-C4BF-4A2F-A018-9416C422A9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E74CCB8B-329D-40DC-B359-3E480BFC355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CBBA7CF-A841-44F1-9171-DD7EF7A9698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123CF7F-5ED0-4791-886D-3CA834509304}"/>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374FE161-4F10-4B03-BE61-6D0DBF677F3D}"/>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F6AE2365-FF82-45F8-9087-DF0FFC3C4368}"/>
              </a:ext>
            </a:extLst>
          </p:cNvPr>
          <p:cNvPicPr>
            <a:picLocks xmlns:a="http://schemas.openxmlformats.org/drawingml/2006/main" noChangeAspect="1"/>
          </p:cNvPicPr>
          <p:nvPr/>
        </p:nvPicPr>
        <p:blipFill>
          <a:blip xmlns:r="http://schemas.openxmlformats.org/officeDocument/2006/relationships" xmlns:a="http://schemas.openxmlformats.org/drawingml/2006/main" r:embed="R34349e52c5564e25"/>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5DCD7D37-4CA2-48C2-87B2-81981827E178}"/>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794BA3E-150E-4BC1-B7F5-0143F09E2733}"/>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4FB65EE4-3E5F-4A2C-824C-96713CDE9D3A}"/>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F9870FE9-3CE3-45FB-8487-9CAB21D441B9}"/>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E55B6212-9EE5-466C-8F37-1CDF5C01B63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990A9763-90F9-46B2-A1A9-E32AF554D2CC}"/>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584B1682-913E-4A09-B5E4-948160CAB57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21277C01-9F8E-4045-B135-C5400B208E9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7498EC2-9457-4103-8871-617A2ECF1735}"/>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18A10492-9F81-4C61-BF5C-A39DB506A831}"/>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94A1A5A0-D4A2-4E43-AE4A-22ABEDCF50FF}"/>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8A57F01C-1EFF-4255-8B10-DA4D6E06D88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15AE76C6-6933-4CFC-AE13-F30216401D49}"/>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Tree>
    <p:extLst>
      <p:ext uri="{BB962C8B-B14F-4D97-AF65-F5344CB8AC3E}">
        <p14:creationId xmlns:p14="http://schemas.microsoft.com/office/powerpoint/2010/main" val="10205201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5CF320B2-2577-4A68-8B1B-2D8901C717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37A8F956-6B19-4D1D-9E49-749073FFEC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2A9FBECF-6394-420E-BB24-DB393836E5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A6B60E89-3D7A-4A10-95ED-0BAB8FE71AC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7B451B8B-F8A8-4EEC-A2D8-E56E9E3B410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7A3ED0F9-B90F-4219-B10D-BC46C314209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62DE6F4C-540B-45DD-BD98-8E9F87364C0C}"/>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BBDD0884-A417-4CCA-A7B2-71BE3CBBE792}"/>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8F74280F-7DA1-4766-9965-629CF5FEFA93}"/>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353FA8A4-B3EE-4F50-A0D7-311BBD82DD2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C7449462-AFE3-4EDD-985E-9180D5DFD768}"/>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B4EFD92A-25AC-455B-9693-0E162286163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BD75671-2E31-4F0B-991C-AF9E6FEC85DA}"/>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165185432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확인된 제품 결과">
            <a:extLst xmlns:a="http://schemas.openxmlformats.org/drawingml/2006/main">
              <a:ext uri="{FF2B5EF4-FFF2-40B4-BE49-F238E27FC236}">
                <a16:creationId xmlns:a16="http://schemas.microsoft.com/office/drawing/2014/main" id="{6776663B-3F47-497D-905F-7A50E0E5DF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F29BE6CF-C942-42E0-B051-E53FDA8442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2C48F34F-D93E-4080-B890-4CCC4CC4E0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AA01D12-4FF7-444D-BBCE-3DE267E4915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844FA413-AD8C-4939-9145-CF1E4FF4944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4606DCAC-3825-4E4F-961B-709A2254349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3E440CED-A833-441E-A42B-C93BC5B039F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1EAEE35-EF03-4BE1-9F1F-AE15C4D8C61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3FB440AF-9E20-43E6-B0A6-8A8AC3D4455E}"/>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4B5EE260-BCA2-41CD-9AFD-20412E30AA8E}"/>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3C67415B-133B-43E6-B255-BD5B0B491707}"/>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41B37BB0-73C0-401B-8A35-834ED12C2BE6}"/>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55CB80B2-4471-4121-8B8A-483A2FAA5B0A}"/>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2793A9D-EAC8-4D69-8764-2309250BFE7E}"/>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F7317F0F-0189-496D-9963-D9F86F67946B}"/>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374B5540-85E5-443F-B4F5-60E2795EA3F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09CA76F-BFAF-455F-B1E2-F1093F92017D}"/>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Tree>
    <p:extLst>
      <p:ext uri="{BB962C8B-B14F-4D97-AF65-F5344CB8AC3E}">
        <p14:creationId xmlns:p14="http://schemas.microsoft.com/office/powerpoint/2010/main" val="946143671"/>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8397508C-1514-4AC1-8030-BF33AA2CCA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6EBC9E70-484B-4914-851E-E59E5A25DD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94932809-CD21-4759-93DC-E99685E7AC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45259944-601E-41DF-8B47-7654066C2E0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5C6CD3CB-8DC9-4266-83BD-0FB7C21A36B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7AAA3CC7-D037-4376-97E5-2B2EF10AEC0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9E5DF8A4-EF6E-4834-9DD3-DA8BFF521F43}"/>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F242A999-577B-4B82-9E38-E90C58227B5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0530624-4669-40A2-B020-161ADA593467}"/>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E08AF149-A5A4-4A9D-8E64-0F6A6B693339}"/>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B5208C8-AD98-4AB5-8DED-C4B4E6F49D4E}"/>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E798D18C-B281-4E26-AD5B-69EC9CE1086E}"/>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D17F1F02-A54C-4320-B3EB-CFBE20D93881}"/>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44F10EC1-09CB-47D7-BD0C-BA9C93C2A826}"/>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03296FC3-6A93-4F55-BE9B-46F67F12FD75}"/>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Tree>
    <p:extLst>
      <p:ext uri="{BB962C8B-B14F-4D97-AF65-F5344CB8AC3E}">
        <p14:creationId xmlns:p14="http://schemas.microsoft.com/office/powerpoint/2010/main" val="159644544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CONCEPTUAL / 가상 사례">
            <a:extLst xmlns:a="http://schemas.openxmlformats.org/drawingml/2006/main">
              <a:ext uri="{FF2B5EF4-FFF2-40B4-BE49-F238E27FC236}">
                <a16:creationId xmlns:a16="http://schemas.microsoft.com/office/drawing/2014/main" id="{A2FA8420-188D-4ED2-BC61-EF26AFDE49E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5E8D36D7-3BDD-4E01-93C9-2ABA2B96819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58294840-40D1-43A1-B3C6-0439EB3AA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C88391AD-8E7D-4FC8-8470-E6E51842CFF8}"/>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8254629-ACFB-4332-9C18-C95C0C10A209}"/>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D2F95FA-539D-4062-8344-21C5D2CC9B04}"/>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70A5C721-0629-405B-A033-EAF054205309}"/>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5A6CCA0-96EA-40EA-BD37-51EE7325819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0CDBD28-B199-4403-BC3E-5D90A6B1BA9E}"/>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C63B1533-1313-4FB6-A63A-CA19B9DCEEB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D3FA8E8D-ADF1-49BD-A0A8-699C8B16692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148B10F8-A3F7-4628-B761-A7DC76F03A73}"/>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52C0EF8E-7475-4F5B-9D04-9F4B4FB3197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907F20D-AA0A-43C5-BC83-216D63E8439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98AF5E09-CBD4-4DDA-8DE3-19036FC5276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F0361F5D-F5C8-44C6-A232-EC129EDC0AD7}"/>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938904EC-0810-4D9C-8757-B6F0679E8EE3}"/>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C9C7CA2-2EE3-49E8-9A6F-99DD9C7CAF6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8779912-0904-4624-BEDC-FB72BA13008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7BDEDDDB-BC97-43AD-834B-174AE6E28572}"/>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11B1A6F-A95D-4ED4-8DA5-174CAA4628DA}"/>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75ED7E6E-78B0-4E30-8860-67FB717097B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609C059-5B2F-4AF9-9E71-A27AEC60357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C209A7A9-9E80-4D7A-85FF-9BE3B1CEFCA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F7C5494C-9CBF-4517-9344-25EB5DA6175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3232BC9-90DD-477C-A81F-8238BA78F2B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8ADEAD6B-5FA5-4977-9B44-1B49C69AECFD}"/>
              </a:ext>
            </a:extLst>
          </p:cNvPr>
          <p:cNvSpPr>
            <a:spLocks xmlns:a="http://schemas.openxmlformats.org/drawingml/2006/main" noGrp="1"/>
          </p:cNvSpPr>
          <p:nvPr/>
        </p:nvSpPr>
        <p:spPr>
          <a:xfrm xmlns:a="http://schemas.openxmlformats.org/drawingml/2006/main">
            <a:off x="609600" y="59150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0D7B1ED0-5CCA-4A89-BB09-FA516FB33223}"/>
              </a:ext>
            </a:extLst>
          </p:cNvPr>
          <p:cNvSpPr>
            <a:spLocks xmlns:a="http://schemas.openxmlformats.org/drawingml/2006/main" noGrp="1"/>
          </p:cNvSpPr>
          <p:nvPr/>
        </p:nvSpPr>
        <p:spPr>
          <a:xfrm xmlns:a="http://schemas.openxmlformats.org/drawingml/2006/main">
            <a:off x="609600" y="61912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Tree>
    <p:extLst>
      <p:ext uri="{BB962C8B-B14F-4D97-AF65-F5344CB8AC3E}">
        <p14:creationId xmlns:p14="http://schemas.microsoft.com/office/powerpoint/2010/main" val="200484569"/>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상 사례">
            <a:extLst xmlns:a="http://schemas.openxmlformats.org/drawingml/2006/main">
              <a:ext uri="{FF2B5EF4-FFF2-40B4-BE49-F238E27FC236}">
                <a16:creationId xmlns:a16="http://schemas.microsoft.com/office/drawing/2014/main" id="{F84F3594-A8E2-430D-A999-F6D7814C7E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DB418740-4580-4F22-AC6D-CB4E97C354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FAE49651-29D0-4102-9697-14C18FA729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17F338D5-3274-4C9B-9443-A496890A862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EA51440A-58C1-4DBB-87C7-9E0D00CF767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6ABD55A-A61E-40EE-A1B1-A3B93124689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9817D5C4-B6BE-45F3-9D89-31DC97F31CE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A299B84F-52F2-47FD-A308-FAFB79A94C06}"/>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4AEE3DE6-5141-4FB9-87E5-49224720539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5F82F531-0E8C-4000-A680-79A6A20D6BD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5BB0294-46CE-4842-B8AC-692F928860CC}"/>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EB439BD-03E5-434A-A71B-4B86C8357D5E}"/>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50951150-D47D-4B2A-BE3F-B3CB02632DBB}"/>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8A08A303-D7A8-4708-AC11-F680F87B91C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Tree>
    <p:extLst>
      <p:ext uri="{BB962C8B-B14F-4D97-AF65-F5344CB8AC3E}">
        <p14:creationId xmlns:p14="http://schemas.microsoft.com/office/powerpoint/2010/main" val="149162549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대응 범위 비교">
            <a:extLst xmlns:a="http://schemas.openxmlformats.org/drawingml/2006/main">
              <a:ext uri="{FF2B5EF4-FFF2-40B4-BE49-F238E27FC236}">
                <a16:creationId xmlns:a16="http://schemas.microsoft.com/office/drawing/2014/main" id="{9C98C64D-7C35-4FAA-A050-69BBA5077E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5240793D-2135-475E-9D5C-95501198A6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CD3B1259-7657-4413-AC99-A96D4624A0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673BD4A-2219-4758-8B5A-8916D4C7013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2A14CAB1-AC5A-4D38-810C-4B286F9728F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1841C779-F9C4-4BC2-AB2B-815674A30E3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72F56E75-E472-492D-9800-FB55E1B51EB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1F20A943-657E-49B0-8430-81F2BF100C9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84A03DFC-5E97-4B11-8A0D-ED8F56DF422E}"/>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9D7BA5C-A2EC-4D90-B4FD-AB4C400E56A0}"/>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1547B495-0E0A-4B8F-AFAE-AB8E9EF89D2E}"/>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71E8B07-ED1B-44BD-AFBD-7048B87AB05D}"/>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8542EA43-DAB3-4FCC-B0D7-D24797F64F3D}"/>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16F9249-4295-4AD0-ABAC-64C0FAE071FC}"/>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A7F0529-E067-448B-B354-970FDD2568B4}"/>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31661C5B-9F7B-4898-97F1-F96E433605A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70B2D640-12AF-4A60-8D43-EDAE482CFEA8}"/>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Tree>
    <p:extLst>
      <p:ext uri="{BB962C8B-B14F-4D97-AF65-F5344CB8AC3E}">
        <p14:creationId xmlns:p14="http://schemas.microsoft.com/office/powerpoint/2010/main" val="192014265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CONCEPTUAL / 원인 후보">
            <a:extLst xmlns:a="http://schemas.openxmlformats.org/drawingml/2006/main">
              <a:ext uri="{FF2B5EF4-FFF2-40B4-BE49-F238E27FC236}">
                <a16:creationId xmlns:a16="http://schemas.microsoft.com/office/drawing/2014/main" id="{21CEB862-A247-4413-AABC-3C397FA4BF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48717EB0-9BDD-4FE9-BD9E-D84C76B2B1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516B9B40-55DB-4095-8ACB-54D07FC21F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A524EDC6-038C-4F33-9341-2A094E6BA29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6787858B-9251-449B-A5A3-B3FA2514664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2398E9A3-8135-4C98-8A59-D53188CE5DA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0423DF06-823B-4938-9179-DDF0A487FC7D}"/>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E498D175-0E6E-41EA-AA26-0A5C417020A1}"/>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19D225DD-C795-4E63-9297-671D26B05A6B}"/>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DE7C3BF3-85F2-4CF9-8ED9-DD5B1832A1FB}"/>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B6759B3-B656-4822-A263-F185D0AD32CA}"/>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C849286A-5DA8-4FA5-8FB4-896E10267422}"/>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C7402CEC-33C3-4BBF-A5D6-BCCEC3313A4F}"/>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70461147-1B87-4057-8D27-0274ACB45374}"/>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9E4A65D0-0955-4B33-BD11-5FA8ADDDB4BC}"/>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76342653-E613-4CB1-9457-3BE726BD501C}"/>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9223CBAD-7624-43EE-96CA-71BCF6F88DA9}"/>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E2014516-22B1-4903-B819-D98105C0919B}"/>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6871B86-8AF1-4CDD-8A0F-0179CB4021D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50CEC82-5C6E-4C11-B4D2-639B4B09312A}"/>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A27313A5-AEBC-474D-AF51-8C48B396E5B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Tree>
    <p:extLst>
      <p:ext uri="{BB962C8B-B14F-4D97-AF65-F5344CB8AC3E}">
        <p14:creationId xmlns:p14="http://schemas.microsoft.com/office/powerpoint/2010/main" val="147520741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가정과 추론">
            <a:extLst xmlns:a="http://schemas.openxmlformats.org/drawingml/2006/main">
              <a:ext uri="{FF2B5EF4-FFF2-40B4-BE49-F238E27FC236}">
                <a16:creationId xmlns:a16="http://schemas.microsoft.com/office/drawing/2014/main" id="{D737C0B8-B649-4743-84FC-D119D78E64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84A279B9-364F-4681-8624-017979BE53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44A1918A-5E6D-481C-A0AB-4F966E1C00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F9F3F87A-BEA0-4039-AD58-312573948C8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70478293-6FAC-4731-B384-A6B821C226C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D0B1347-6AB7-4655-A7F9-24EB17AECB9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961BFB57-3CA8-4194-9BDB-41E9AD24727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78CD7706-075A-4C6A-97B6-51754FFCC17D}"/>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3E348564-3B89-4CBD-BA30-77B53B859E78}"/>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4EA0FFB-FD56-4BC6-A7C1-80B00C48DD0C}"/>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5CD24686-A93B-4A61-82AA-70528DB166D3}"/>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43D7310-C4F7-48CE-9D83-4B2C099F332A}"/>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5F9EF6A1-E223-4655-958F-AAAAD93BD384}"/>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Tree>
    <p:extLst>
      <p:ext uri="{BB962C8B-B14F-4D97-AF65-F5344CB8AC3E}">
        <p14:creationId xmlns:p14="http://schemas.microsoft.com/office/powerpoint/2010/main" val="95386041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원인에 맞는 수정">
            <a:extLst xmlns:a="http://schemas.openxmlformats.org/drawingml/2006/main">
              <a:ext uri="{FF2B5EF4-FFF2-40B4-BE49-F238E27FC236}">
                <a16:creationId xmlns:a16="http://schemas.microsoft.com/office/drawing/2014/main" id="{D2E1AA42-01AD-46A5-8609-62878CD61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4C6EA41F-5D8D-43BD-88B4-5BB5B954E2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B20B7886-2734-423C-9663-F2B583475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A2D11B38-778B-4556-9F4C-BEF3EA62327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B77A9C5A-B4F9-447B-A5B2-4A4A091591F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61B88E36-B9C2-4D89-BE20-4B98382F2FF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A32DED71-F59C-4B68-A57F-C58F5F5B1FBC}"/>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A09E5178-C7B3-4892-90BB-F59EC4B98D5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A0145983-72A4-4F7D-B442-C6DE4EF0304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1B905BD3-D543-4C4F-8041-FA243C4D2BE0}"/>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11FF86DA-02CC-4D48-A5A6-0C2607E0DED9}"/>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FCBE4C19-8936-4A3D-8FFE-3B86C961537A}"/>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4257CE19-3884-4B53-A382-FF4C2E3D994A}"/>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C6BBBEB2-EC9C-492C-B477-5D6E8A426F23}"/>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64A2CFC9-3490-4DB2-B518-D522F2D2AFF5}"/>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Tree>
    <p:extLst>
      <p:ext uri="{BB962C8B-B14F-4D97-AF65-F5344CB8AC3E}">
        <p14:creationId xmlns:p14="http://schemas.microsoft.com/office/powerpoint/2010/main" val="96912068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평가 범위">
            <a:extLst xmlns:a="http://schemas.openxmlformats.org/drawingml/2006/main">
              <a:ext uri="{FF2B5EF4-FFF2-40B4-BE49-F238E27FC236}">
                <a16:creationId xmlns:a16="http://schemas.microsoft.com/office/drawing/2014/main" id="{2CCCBACE-1A36-4F2F-B978-BA18C2C2B7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CAF9ABFF-ADA7-4455-BC24-0724DA82D5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91D4C716-FC7E-4BBC-9B3F-F9073C4CDD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4A192842-A5A0-4352-A4AA-5645309CCC1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9B00BC78-E3DD-4038-BEE2-C7BA7DD10A8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653A0807-B588-4598-B4BF-8EE71635138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BF7BE74E-BC3A-4474-8B7E-EB2180D2EB64}"/>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A6DB393-1808-4DC4-8DFE-7B97309122A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1764C82D-BD34-4756-8FD3-9BC0D910913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F83AFCE-DC33-4BC8-A501-E6656D4FDBF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3646210A-C488-40BB-AABE-9CA0F9B462A1}"/>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03ACCAA4-866D-43A4-8F4C-027EF9F62DA9}"/>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3DB7957F-6043-449C-BB0E-0DF529E820D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Tree>
    <p:extLst>
      <p:ext uri="{BB962C8B-B14F-4D97-AF65-F5344CB8AC3E}">
        <p14:creationId xmlns:p14="http://schemas.microsoft.com/office/powerpoint/2010/main" val="145180254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4 · CONCEPTUAL / 평가 설계">
            <a:extLst xmlns:a="http://schemas.openxmlformats.org/drawingml/2006/main">
              <a:ext uri="{FF2B5EF4-FFF2-40B4-BE49-F238E27FC236}">
                <a16:creationId xmlns:a16="http://schemas.microsoft.com/office/drawing/2014/main" id="{837E8A5B-02CB-4CBA-ABF5-F1F7C304D27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8D8D953D-2CF8-4F47-8955-5A33E130A62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FF87C60D-607A-4D37-B80C-CBD558F02C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1DF638F-E0FA-4FD5-95FE-74BFB8B258E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8DB1C23-5FB4-4D7C-9B20-EBAAA9881A66}"/>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90AAD65B-EFD1-44FE-98E2-DC5274D2E68C}"/>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EFE6785A-7645-441D-BE41-20113FB1D08F}"/>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9CACAF5-4BAE-44DA-8276-6D079A7A12AB}"/>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4C7A2734-77D1-4957-94F4-2BC8CEFE1842}"/>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0571D50F-614C-4BEF-B154-2EC6EE256E5A}"/>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13543CD1-F046-45F6-80DE-9F853F7FCA72}"/>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62FFDB0C-5706-4CDB-B517-E7CE788B120C}"/>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842567C-3488-49AC-B193-F67DFF5E2A9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ED39D70F-1B21-4074-B5AE-68714380637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23874F5F-9FD8-4C24-A661-D2479B6CAC5F}"/>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E8B12E87-B64D-4BDC-A4B7-8456CE5ED4A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9BA8C64-79A5-45AD-A9E6-FD4F9B6C02E5}"/>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F003C346-AF93-465A-AAFF-48349C570E6B}"/>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F6778485-8A2A-4926-ABC7-F363850E9A29}"/>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8738E1E3-3E61-4B8A-A746-2BF82B1BBF5A}"/>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722CAE20-DF30-4717-9FDA-4D5F5A2498B5}"/>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82CC211F-1D90-49D4-A644-C79A5D5889E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E9357C1-A538-490F-BBB9-48D65C2BFFEA}"/>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B3F440C0-3342-4F20-ACB6-596336B3B447}"/>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DEC5C99-6F3A-47DE-A717-6C45A18FA35D}"/>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9CB3F874-CBD2-44B3-9FAC-11BAA95E0A0E}"/>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A757B5FF-EA32-4CFD-9291-47C7DD3A283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452BACA1-1A08-42A1-9044-FA7AB647792E}"/>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DA1EBE4-70EA-4709-805C-586F8756094B}"/>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9A302346-CBE9-4D05-9AFD-EC15406A0D28}"/>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B97553DE-21B8-4957-810D-82C7E2CFC19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4F3299D6-B07E-446A-9367-658C2754EBE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FF3E04DC-41DB-4A0D-A91F-E712838451B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68A061F-7E8D-4581-B122-388F9C33CA8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813227D-8744-4242-8B33-B67430B52F3C}"/>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6C7FECB3-6838-4B5B-908D-92BB5B363ED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Tree>
    <p:extLst>
      <p:ext uri="{BB962C8B-B14F-4D97-AF65-F5344CB8AC3E}">
        <p14:creationId xmlns:p14="http://schemas.microsoft.com/office/powerpoint/2010/main" val="83428166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규칙 유지보수">
            <a:extLst xmlns:a="http://schemas.openxmlformats.org/drawingml/2006/main">
              <a:ext uri="{FF2B5EF4-FFF2-40B4-BE49-F238E27FC236}">
                <a16:creationId xmlns:a16="http://schemas.microsoft.com/office/drawing/2014/main" id="{76836160-4552-4F21-AB8D-3C086F5377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10B19023-6181-4D26-9882-9B9E02629F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ABB4BC2C-7771-4335-8791-6A03119AACA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8BFC485F-4E47-4DC5-B0F7-47F77FED378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9355804E-B60D-454D-AD88-A509899F5F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1CF1A281-E21A-4A35-ADAC-8B523F988A3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D5586BE-251D-451D-9C86-35607482D7CF}"/>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FBE90D2-13E0-4000-9230-E498470154A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A6009AA-FAEF-4041-98E5-38A1E94D51F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33442879-F5E1-4D59-AC22-8CFBE8C58D35}"/>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7187E3DA-DC26-4A79-964F-D57DC8E85199}"/>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D55828C-51AF-4B5B-90CB-7F3CF97B22A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AFA7250-D491-4AF2-A099-F701CE115654}"/>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8CE17E4B-DC7F-4D25-B879-80C70785D257}"/>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EE293F13-8030-4AE3-A8C2-9950AC6B7FD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553679B4-573D-4DB1-A2A5-A219613FA306}"/>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8BE9FD66-5073-4337-B86B-2D90174B1019}"/>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Tree>
    <p:extLst>
      <p:ext uri="{BB962C8B-B14F-4D97-AF65-F5344CB8AC3E}">
        <p14:creationId xmlns:p14="http://schemas.microsoft.com/office/powerpoint/2010/main" val="18369737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4 · 이 교육의 Loop 모델">
            <a:extLst xmlns:a="http://schemas.openxmlformats.org/drawingml/2006/main">
              <a:ext uri="{FF2B5EF4-FFF2-40B4-BE49-F238E27FC236}">
                <a16:creationId xmlns:a16="http://schemas.microsoft.com/office/drawing/2014/main" id="{B206C156-7956-40F1-A139-069DD81CDC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474B31ED-0588-455F-9511-D8E6CF5D26E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BED79588-1C81-4001-998B-0C6EF2FAE65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F4B102D-C41F-43C4-8D75-5222FD9F003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31D10776-EAEA-4A38-ADE3-DCE2DE90E83A}"/>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B358B0BC-90C0-46DB-A75F-C7A5B4B36C2D}"/>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단위 / 통합 테스트 가상 사례를 따라가면">
            <a:extLst xmlns:a="http://schemas.openxmlformats.org/drawingml/2006/main">
              <a:ext uri="{FF2B5EF4-FFF2-40B4-BE49-F238E27FC236}">
                <a16:creationId xmlns:a16="http://schemas.microsoft.com/office/drawing/2014/main" id="{572F2524-1F2C-4942-BC2F-D322FC4F1BB8}"/>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단위 / 통합 테스트 가상 사례를 따라가면</a:t>
            </a:r>
          </a:p>
        </p:txBody>
      </p:sp>
      <p:sp>
        <p:nvSpPr>
          <p:cNvPr id="8" name="01">
            <a:extLst xmlns:a="http://schemas.openxmlformats.org/drawingml/2006/main">
              <a:ext uri="{FF2B5EF4-FFF2-40B4-BE49-F238E27FC236}">
                <a16:creationId xmlns:a16="http://schemas.microsoft.com/office/drawing/2014/main" id="{BDBA17C6-5AC0-423E-B55B-818C55AA05E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AE04D29-E289-4DB1-B955-73CBBAFBED92}"/>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CF7F95CA-3024-48EB-8641-10B7DBE80191}"/>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EC5090B1-63EA-4BFE-AED7-5BD73F6DC036}"/>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2D645BA-DC23-4CF0-83A4-E681E07821B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71E4E49-1AF2-4829-AA3A-36F4D0174EAA}"/>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41F7F84E-84F0-45C1-9D8F-7FFCA0910F9F}"/>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73445A07-3A01-4C6A-BA07-44781C7F1D90}"/>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E7DAA755-96CF-42BB-8616-9FDC6B3559E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9AD9C24-7F0D-4F8E-8570-14E5132C9328}"/>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DBEDA13B-122B-450C-8F1D-CE374155A83B}"/>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68D6BE2B-E456-4377-B9A4-AC343871DDA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FF466BC2-CA0A-4E88-ACA1-5E4635E91EFD}"/>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7414B490-384A-46AF-B1CB-ADF8BC6DC992}"/>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392ED01F-5CE1-4DDD-86EB-BAEF3BEF8FB8}"/>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E79E591-7578-41E5-84CD-D1C44BAC8417}"/>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0BE8EF7-E512-437C-93E4-70EBC5C852DB}"/>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ACA933C-97B4-482A-9EAA-758B48265018}"/>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BEE56D90-5296-4E00-AA60-A0A8CD88EBD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6679DBEE-1E27-4455-9AC1-0FE9E2A0F48F}"/>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5FC9E52F-0662-4911-B6D6-4624B8724865}"/>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52DF3F5A-EC8A-4C24-B57C-1B0E18598F99}"/>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79070E4-00A9-425D-B382-E4012381CD7A}"/>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83FFFDF-BF17-4762-8EEC-560394A5354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E0AF1B7-A016-43ED-A5CD-F4324032A131}"/>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B4AF7DB9-BB82-4C81-925A-95A79EBA0B89}"/>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451B4AE4-6328-4170-BEC2-19156E06A980}"/>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508FD6F1-D1F1-4FD7-8196-C5418CF02A70}"/>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874DF6C3-3744-44C1-BF17-DE3CC0B7074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3DC7B1A-7E17-41C3-B8A7-F29B630DCB8C}"/>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7292C3F-1F20-4CB9-83AA-7CCDAC8F7D69}"/>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E5029A6C-DAB6-4983-90DF-8002D55B4768}"/>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F0192414-3E8E-44E5-8DDC-D4CD2000B957}"/>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AEF1732A-843B-4AF5-9831-D4D9555E823C}"/>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A88B29CD-55E6-47BD-8C37-58E587257F9A}"/>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Tree>
    <p:extLst>
      <p:ext uri="{BB962C8B-B14F-4D97-AF65-F5344CB8AC3E}">
        <p14:creationId xmlns:p14="http://schemas.microsoft.com/office/powerpoint/2010/main" val="41850810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OBSERVED META / 교육자료 제작 기록">
            <a:extLst xmlns:a="http://schemas.openxmlformats.org/drawingml/2006/main">
              <a:ext uri="{FF2B5EF4-FFF2-40B4-BE49-F238E27FC236}">
                <a16:creationId xmlns:a16="http://schemas.microsoft.com/office/drawing/2014/main" id="{94598ECF-E312-4FB8-9D52-6BAE1FFD818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교육자료 제작 기록</a:t>
            </a:r>
          </a:p>
        </p:txBody>
      </p:sp>
      <p:sp>
        <p:nvSpPr>
          <p:cNvPr id="2" name="S67">
            <a:extLst xmlns:a="http://schemas.openxmlformats.org/drawingml/2006/main">
              <a:ext uri="{FF2B5EF4-FFF2-40B4-BE49-F238E27FC236}">
                <a16:creationId xmlns:a16="http://schemas.microsoft.com/office/drawing/2014/main" id="{1B36602C-319A-4D04-AB75-03C6593614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CEDDF077-362E-49A9-90FF-599431972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45347501-1BE8-4EB6-859B-ACC577B359C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8538453-6F5C-4CDD-9960-2ED972256893}"/>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4CBCF185-C785-4544-BC82-F8816C838D57}"/>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8D723A59-20C7-4902-A9FC-D2294AE0C569}"/>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A73DE88-213B-4A42-9422-2BE6A04C278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90737E3-7BE5-4EDB-AD1C-E11C39E13C2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0CFF781-9065-4537-A883-5CB6A13C2757}"/>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18EB94CE-DF9F-4107-B086-EA45CC0668BA}"/>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F634D8C3-5B6E-450D-902E-808BC8F7EC7F}"/>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7CB2B470-A7BD-4AC1-B2FE-073A6D1360FD}"/>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D0D022D0-6DA8-4905-8D5D-27A0843EAB7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04E38EA6-F870-4C6B-B16E-5A77DB18D38B}"/>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9E117229-5569-4255-AB0B-83D5BC3B3B1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C384397-5F58-4A38-A305-C9DAFDA392C8}"/>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E3A5DBD5-7C33-4836-AC79-3B7B7DB6B9EA}"/>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FB595FDA-007D-4DED-ADBF-0D7EFFDA5E70}"/>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08FE4502-443E-44B9-A78A-C1E225D20214}"/>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5977D97A-A92F-408A-9DDE-50D24C7D900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0D7ECB7-F3FC-4BA7-B598-3B39A68E843A}"/>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5CDDE786-8521-4A9E-A7B9-B81034794E09}"/>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Tree>
    <p:extLst>
      <p:ext uri="{BB962C8B-B14F-4D97-AF65-F5344CB8AC3E}">
        <p14:creationId xmlns:p14="http://schemas.microsoft.com/office/powerpoint/2010/main" val="24158111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OBSERVED META / 두 가지 검증 질문">
            <a:extLst xmlns:a="http://schemas.openxmlformats.org/drawingml/2006/main">
              <a:ext uri="{FF2B5EF4-FFF2-40B4-BE49-F238E27FC236}">
                <a16:creationId xmlns:a16="http://schemas.microsoft.com/office/drawing/2014/main" id="{5179C6F5-5667-4AE2-864B-0CC2EF6248A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C6AEACB4-94E3-4EC1-9821-43A907A250B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43FA47CF-A0D5-4EE3-A741-7AA6356C61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2D4684B-C60B-4AB1-9FB9-0F64E37F6D9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A82F251-2F60-4F66-A289-7047920CDDB9}"/>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90804E42-49CD-4BD1-953C-F78A1BA686D4}"/>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C5768E6B-2DEC-421F-ABF0-F925CD3B13E8}"/>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BCDE3BF7-6A6E-4B27-869E-5EFB35D06CD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D7C0C1DF-631A-4FA5-99C4-99EBA69B56EC}"/>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99C97988-EE16-4E43-BBB5-11DB80CD7F28}"/>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D631AEAD-A18A-47E2-9F61-3A3B0DD2D656}"/>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FB01054D-7B8D-4839-9E7B-9BDD6B8F03FB}"/>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5486EE2-3029-4720-A683-82DC795F317C}"/>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8DEDE70-CF7E-4736-93DE-DC9C74942C62}"/>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2B5E50C3-A246-47DB-ACD7-27664F6690B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34135907-1122-4A49-93D0-7CBF3D55A690}"/>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5D49282B-0061-4D1F-A6B3-D53B5C1C4637}"/>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3AD75E96-ADC9-4100-8AE5-7C543012B0AF}"/>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Tree>
    <p:extLst>
      <p:ext uri="{BB962C8B-B14F-4D97-AF65-F5344CB8AC3E}">
        <p14:creationId xmlns:p14="http://schemas.microsoft.com/office/powerpoint/2010/main" val="62597335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OBSERVED META / 실제 기록 방식 변경">
            <a:extLst xmlns:a="http://schemas.openxmlformats.org/drawingml/2006/main">
              <a:ext uri="{FF2B5EF4-FFF2-40B4-BE49-F238E27FC236}">
                <a16:creationId xmlns:a16="http://schemas.microsoft.com/office/drawing/2014/main" id="{6E1342D9-6B55-4202-8219-8AED4FA77EE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BD8463F5-0133-4F0A-9B07-8FC2EACF968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03C0DCD3-C3C5-43D2-B453-F1F75EC668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8FE9F45E-84F0-4881-983F-CB9185638A7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95A7B03-E402-4925-841A-A055D3F5A563}"/>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2FB63F1-8503-43F0-97A9-0E9D3C8DFBDC}"/>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A308D1D3-C07D-497F-867A-24566FB9BA84}"/>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A7C1DC5-93AF-4372-A6E0-77ED59B24555}"/>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BD52FD50-6169-43D3-94CF-04B3084C4403}"/>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DA01E666-7A28-4480-A90C-930D2DFAFB57}"/>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7D08697B-F4AA-409D-9AE9-535DFC25B19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50CA8075-F5BC-4B7A-B062-96042A981D48}"/>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389D0FEB-C880-4BEB-8ACA-C5C61DD835EE}"/>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C8008AE-6D46-46AC-834E-517A343A6FB1}"/>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9AF1D2D-480F-4775-9522-E73FDD949FF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871CBD97-B3F9-4049-9103-98FFE2468112}"/>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D67A4C11-7701-4A90-A32E-B9B753DFCE1B}"/>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98FCF1-9405-459E-B300-A6D879E966FB}"/>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9673352D-6B08-41A6-84B7-187E94315A8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F72C44CC-A408-4808-95A3-6F16B3D04C01}"/>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BA5F275-5990-406C-A13E-D0828F2AF2AF}"/>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Tree>
    <p:extLst>
      <p:ext uri="{BB962C8B-B14F-4D97-AF65-F5344CB8AC3E}">
        <p14:creationId xmlns:p14="http://schemas.microsoft.com/office/powerpoint/2010/main" val="181045440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OBSERVED META / 후속 기록 대조">
            <a:extLst xmlns:a="http://schemas.openxmlformats.org/drawingml/2006/main">
              <a:ext uri="{FF2B5EF4-FFF2-40B4-BE49-F238E27FC236}">
                <a16:creationId xmlns:a16="http://schemas.microsoft.com/office/drawing/2014/main" id="{166A5B81-50F8-4400-8B02-F400ACD09EB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36929DD6-30CB-4213-B5C4-CF627A641D5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0D4F13AF-465B-462F-910C-A72F148458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E6DC3D75-4239-4B6C-9CBF-D5918CC2981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DEC17C1-E123-4ACC-87F6-9109FB5DB173}"/>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6BAAEFF-1CD2-4CA7-897B-06F70435FF37}"/>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0F6522D1-21F1-45C8-B662-BCB883EE1ED6}"/>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0F3E6C3A-2829-4DE1-904D-54030CE35A42}"/>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38A8113B-60C4-4C9D-A220-4B7D9F9906AA}"/>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A97352AF-6FB1-4D4D-B33B-55B7AACEA48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674A728-6F1A-4856-B133-5CE018F6427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6D49FA96-B078-4D0C-99F1-98A7ACE37856}"/>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5F7DAE63-5CDA-4EE6-B3D7-0B5AC35B5538}"/>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4B5193D0-1801-4047-A365-F281DE998B5D}"/>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CFCC0E1C-4633-4CC3-9D45-B8B8ABBAB553}"/>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51A0F7F4-7179-467D-AAD9-6F75AD7B4FD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DE750000-41C2-4522-AB18-C8EE96A2324B}"/>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517DBF48-B38F-460A-BB0E-3E9E75CF2FC2}"/>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3CCCE772-857A-41CB-97CB-2BACC5A40F01}"/>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37ACC446-43FB-435D-BC4A-62D15D66F4FF}"/>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AF14F9A8-76CB-48F5-B389-62E55FE0516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6E9F3EB5-19DE-41B9-B994-7F64EDB32721}"/>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26227581-A6AA-425A-A838-75ED54C0F44E}"/>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Tree>
    <p:extLst>
      <p:ext uri="{BB962C8B-B14F-4D97-AF65-F5344CB8AC3E}">
        <p14:creationId xmlns:p14="http://schemas.microsoft.com/office/powerpoint/2010/main" val="52101469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OBSERVED META / 사례 회수">
            <a:extLst xmlns:a="http://schemas.openxmlformats.org/drawingml/2006/main">
              <a:ext uri="{FF2B5EF4-FFF2-40B4-BE49-F238E27FC236}">
                <a16:creationId xmlns:a16="http://schemas.microsoft.com/office/drawing/2014/main" id="{0F18B543-8B99-470A-96DF-6CB20F6CAA4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A767FF1E-557A-4099-99C0-27778E0BCB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DA0F0528-415D-47E2-BE2C-6E5D64BE02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C9CB4C2-FF83-48A8-95BB-D87A17C6D2C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14D1BBF-979A-4F41-816F-48288DB7E7D4}"/>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7070798F-BD32-4755-A2D3-C45B552CEE88}"/>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DEA3FB21-ED56-4A33-B9FE-2D95356A98BF}"/>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D8031283-F191-4F22-AA64-1C7516040B5C}"/>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C1D73519-3B14-42B4-B728-5702B5BDEC9B}"/>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6FFC4164-9B61-4637-9593-AEC9CFF9DB6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538038D-AD50-49A4-8AD3-26F5FE7D5DFF}"/>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C05F7559-0FBF-4557-AA90-41A7D2479D09}"/>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6816FB6-8453-4258-A235-DF7C112BA905}"/>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A828FF6-A7C4-4AA0-B279-4F1A352FC4F1}"/>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7FF2F6A6-4F93-421F-A0ED-9BF0DAC7D65E}"/>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64CB826-0E89-479E-BB54-D6B29CA84E24}"/>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5CF4287-7093-4631-AD22-A3F743240D85}"/>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A224AAFA-C23D-46C1-AD3F-737CFDC179F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Tree>
    <p:extLst>
      <p:ext uri="{BB962C8B-B14F-4D97-AF65-F5344CB8AC3E}">
        <p14:creationId xmlns:p14="http://schemas.microsoft.com/office/powerpoint/2010/main" val="1983461124"/>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 VISION / 적용을 위한 가상 질문">
            <a:extLst xmlns:a="http://schemas.openxmlformats.org/drawingml/2006/main">
              <a:ext uri="{FF2B5EF4-FFF2-40B4-BE49-F238E27FC236}">
                <a16:creationId xmlns:a16="http://schemas.microsoft.com/office/drawing/2014/main" id="{29AD7B9E-928A-46DA-BE90-7E4CC60118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4AA38A21-0E66-424F-A8C7-B0A8A97D04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C70FA886-CE41-482B-B0A2-D75E0F887D1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A0C806B7-A8EA-4ED7-93EC-892AE1CCA5B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31F49625-05B2-4F5F-A9C8-612677D88C9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1AE31825-62B4-4F02-89E1-2F4DF9EDCB23}"/>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DE83FD3-40A9-404D-BC5E-741167F6EB96}"/>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BABD35F6-4DE9-47DC-8542-C1E2FD9E406C}"/>
              </a:ext>
            </a:extLst>
          </p:cNvPr>
          <p:cNvPicPr>
            <a:picLocks xmlns:a="http://schemas.openxmlformats.org/drawingml/2006/main" noChangeAspect="1"/>
          </p:cNvPicPr>
          <p:nvPr/>
        </p:nvPicPr>
        <p:blipFill>
          <a:blip xmlns:r="http://schemas.openxmlformats.org/officeDocument/2006/relationships" xmlns:a="http://schemas.openxmlformats.org/drawingml/2006/main" r:embed="Rcec71f806c8f49c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54418BE-16E1-4CD7-A26A-75E87E7E5F1E}"/>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4857F726-26FE-4FA0-AB89-CA776BA5EDE5}"/>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335534E-99FD-4E15-9F2C-50F2897219B1}"/>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BBB85DCA-612C-41FD-A456-1678B32AD58E}"/>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C8B9740E-55F4-4F7D-AEFA-1C259E88D98E}"/>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F15646C-D1C9-4252-8CF8-2E8507F4835C}"/>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C394C56-194A-453C-8BD3-C212495806C3}"/>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F57D34E-0A4D-489A-BF58-57031FE96B2B}"/>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732C9AD-42EA-4484-97AF-CC64723E36FE}"/>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DB34C686-E660-4626-BC83-8A85D5707FCF}"/>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22049B23-A7C6-4213-A2AA-F43051852045}"/>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0994B402-6256-4966-8A34-6E5A1FE72375}"/>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4FD3E138-E2A6-4BB0-9A91-0AC1C3D43109}"/>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CC7E1557-1E18-4B2E-9CAE-17534212E2E6}"/>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Tree>
    <p:extLst>
      <p:ext uri="{BB962C8B-B14F-4D97-AF65-F5344CB8AC3E}">
        <p14:creationId xmlns:p14="http://schemas.microsoft.com/office/powerpoint/2010/main" val="97944848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전체 여정 회수">
            <a:extLst xmlns:a="http://schemas.openxmlformats.org/drawingml/2006/main">
              <a:ext uri="{FF2B5EF4-FFF2-40B4-BE49-F238E27FC236}">
                <a16:creationId xmlns:a16="http://schemas.microsoft.com/office/drawing/2014/main" id="{98241021-9BFB-4BA1-9E3A-41DA33FB49E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35260408-4D24-4FD0-A168-025B0B92982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10578EC6-A992-44ED-993E-2A87C1DA45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2AA550F8-98A1-4125-B9CB-AA341B822F2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EAE18CC9-88C0-4FA1-90F1-7E941FB66573}"/>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384FB112-5E1C-4D6A-9697-F8B17D69B23F}"/>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85B4F4C-CDA9-4599-AEBB-F814AA6E0561}"/>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EBB5819-C021-483D-BF23-00617F37A91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E7894DE-3368-40FF-97B9-5EF3A1BCAD2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0093E62-3814-43B5-8272-61B9079D3172}"/>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DFB6651C-B70C-4D52-BE94-0DFE1A0BC970}"/>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38BF8F3A-8B62-48C9-B95A-8A708ACC77BB}"/>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70C6D963-EF03-48D4-8009-42B644DFCF04}"/>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F7261D3E-BC96-4FE8-8030-9E3286D8EE1F}"/>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0884D19-151B-46CF-B482-E93FAD9411E6}"/>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621D1187-B9CD-4B7D-8584-DC49A7BE63C2}"/>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30A08729-8791-4BDD-ACF2-E3D300538E0F}"/>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FC499CAB-FF86-473C-9DD9-AD81D8F18160}"/>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6652E235-21CE-4078-9642-5E07796A31CD}"/>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ED1D01B-B03F-4450-88BF-A2965C821DDB}"/>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B2D8FBFA-A7CA-4068-8D03-0A366C16924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A054993-5717-41A6-9923-46C40B1AE551}"/>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E98ADC55-F51B-4F07-9E9D-CB4DB4D264F5}"/>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983620A-87E2-4D89-9FFA-28F00BB0E8D9}"/>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26A3893-E18B-4F94-B319-FDE4062ABBA7}"/>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1E1C5F3-72F1-4F93-8BFF-F8D3510E21EF}"/>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67137452-C6EC-40DE-92FB-26F13266B089}"/>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5F668A4D-9940-4A01-A202-0C6B0495F93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6006BF38-009C-4DFE-BFCD-3F906D5A2E38}"/>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AC597115-5A77-4421-9654-0E2E3FC3A756}"/>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E49F643-10C8-4890-B390-BA412BD70A42}"/>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0370F6B6-C55C-456D-AB8A-BEB0B9435CE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Tree>
    <p:extLst>
      <p:ext uri="{BB962C8B-B14F-4D97-AF65-F5344CB8AC3E}">
        <p14:creationId xmlns:p14="http://schemas.microsoft.com/office/powerpoint/2010/main" val="213900042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3" name="ACT 5 · 확인된 제품 변화">
            <a:extLst xmlns:a="http://schemas.openxmlformats.org/drawingml/2006/main">
              <a:ext uri="{FF2B5EF4-FFF2-40B4-BE49-F238E27FC236}">
                <a16:creationId xmlns:a16="http://schemas.microsoft.com/office/drawing/2014/main" id="{DAB44A89-2E0F-4043-8D57-59F6728B71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8DCC08D9-16C6-4110-8BB8-3B6997BE5A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AAD5005E-D8F3-4313-8DCA-A4FAB31144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7AD27191-4C7F-4F50-8FD3-D062DBB3048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A422389D-8231-45E3-8AFD-121BDC5FB3E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1AD6BE1-A237-45F3-BE66-F5345076B5D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8AD9BEE2-E333-4313-B021-EDAC27708B20}"/>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AE69F502-2717-4E06-A9AC-93FE717B54E2}"/>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33BDAD32-BCB7-454B-94F3-A37094F15B4C}"/>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D0D17AA6-5AD0-4058-BE6D-609270813544}"/>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940622D-0133-4E84-9CB2-3E4E5C5164E5}"/>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DC6B457-6152-498E-B935-4C0860DB01C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264A2ED5-C93D-433E-841D-7CD2245E699C}"/>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F362807-0153-4BD2-8DBD-A75B0278A84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72655081-73D6-4967-BFCF-91F4447EB1D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BCF4CE78-2204-4BED-A90E-683C7DC3BEB3}"/>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7BBD86-6B9E-4582-A926-352EAF336A69}"/>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2A85521B-4FBE-4BE8-B244-C3CA3643014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A1FC2D2E-41E9-438A-BB57-0EAF074816BB}"/>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B59446DE-DB34-4FA8-875F-D833A316A9A6}"/>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240A3D9-6B3E-4B0F-87E4-607E3E9EE7B5}"/>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C8CAA0D-591C-4BF5-BBA7-A9D79474652E}"/>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1C7A30A-FA80-4D41-A8F9-A38D63F2A256}"/>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50682B0C-47FF-4088-B85A-3B5726B189A0}"/>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4179D05D-0E8C-4810-83D9-D3ECD68E17AB}"/>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8801F781-73D6-42D0-BBC6-184A0A90CEAE}"/>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C857B6C8-8D59-4D19-96F6-C61CD387CF45}"/>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0ED8A8A7-CDF6-44B0-A213-39DAB69943F0}"/>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C2D9AC1F-816B-44E1-BCE0-47E1B32D6C94}"/>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3C0E3CE7-CD89-4AD1-B41A-F478DE4B1A39}"/>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C266E72-61C6-46B7-BE5A-F51D67B0738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D18912E5-7BEA-47FE-9160-DD61465DD72C}"/>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20BF02A6-1970-4E43-9059-A997D50F072E}"/>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AA9E727D-9573-41E9-A563-DA5D34C1BBAE}"/>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308868CB-167F-41D8-8A2A-727E8B29D59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3B6C773-3E46-4D5C-9B5F-1B5AB53CF736}"/>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219A29D0-8D5D-43FD-846B-FF32AD72895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5C6AF3FC-24F1-4182-868D-28D634DBE424}"/>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170B30E-F1CC-4E54-873B-7771A792402D}"/>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51B1ECCA-208E-48A9-BDC7-1E525EACF17E}"/>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1FBDDA4-244A-43E2-931E-171D2E0AD6C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C0BF691-6271-48BF-AFC5-54E302AAA81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E4904F32-0FF1-4A8B-A445-14AB98CE5A90}"/>
              </a:ext>
            </a:extLst>
          </p:cNvPr>
          <p:cNvPicPr>
            <a:picLocks xmlns:a="http://schemas.openxmlformats.org/drawingml/2006/main" noChangeAspect="1"/>
          </p:cNvPicPr>
          <p:nvPr/>
        </p:nvPicPr>
        <p:blipFill>
          <a:blip xmlns:r="http://schemas.openxmlformats.org/officeDocument/2006/relationships" xmlns:a="http://schemas.openxmlformats.org/drawingml/2006/main" r:embed="R7fe8b564e1464151"/>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D41E92D-9B76-4EBD-BC50-247899990B6E}"/>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6 · STATE-00 → STATE-00-FIXED">
            <a:extLst xmlns:a="http://schemas.openxmlformats.org/drawingml/2006/main">
              <a:ext uri="{FF2B5EF4-FFF2-40B4-BE49-F238E27FC236}">
                <a16:creationId xmlns:a16="http://schemas.microsoft.com/office/drawing/2014/main" id="{AAA32A02-402C-43F6-B11A-3CA299F26E10}"/>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46" name="">
            <a:extLst xmlns:a="http://schemas.openxmlformats.org/drawingml/2006/main">
              <a:ext uri="{FF2B5EF4-FFF2-40B4-BE49-F238E27FC236}">
                <a16:creationId xmlns:a16="http://schemas.microsoft.com/office/drawing/2014/main" id="{8C58403D-FECF-49D8-9ED8-DBC198C1F253}"/>
              </a:ext>
            </a:extLst>
          </p:cNvPr>
          <p:cNvPicPr>
            <a:picLocks xmlns:a="http://schemas.openxmlformats.org/drawingml/2006/main" noChangeAspect="1"/>
          </p:cNvPicPr>
          <p:nvPr/>
        </p:nvPicPr>
        <p:blipFill>
          <a:blip xmlns:r="http://schemas.openxmlformats.org/officeDocument/2006/relationships" xmlns:a="http://schemas.openxmlformats.org/drawingml/2006/main" r:embed="Rb5a6d2930ec642a2"/>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1E9A2154-4590-40D9-B933-EF299090F4AA}"/>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2 · STATE-02 → STATE-03">
            <a:extLst xmlns:a="http://schemas.openxmlformats.org/drawingml/2006/main">
              <a:ext uri="{FF2B5EF4-FFF2-40B4-BE49-F238E27FC236}">
                <a16:creationId xmlns:a16="http://schemas.microsoft.com/office/drawing/2014/main" id="{E60C3F53-55D5-42F8-BBC5-D89C3A352070}"/>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49" name="">
            <a:extLst xmlns:a="http://schemas.openxmlformats.org/drawingml/2006/main">
              <a:ext uri="{FF2B5EF4-FFF2-40B4-BE49-F238E27FC236}">
                <a16:creationId xmlns:a16="http://schemas.microsoft.com/office/drawing/2014/main" id="{29822ED7-A2C7-4F33-9151-A5617880A8EB}"/>
              </a:ext>
            </a:extLst>
          </p:cNvPr>
          <p:cNvPicPr>
            <a:picLocks xmlns:a="http://schemas.openxmlformats.org/drawingml/2006/main" noChangeAspect="1"/>
          </p:cNvPicPr>
          <p:nvPr/>
        </p:nvPicPr>
        <p:blipFill>
          <a:blip xmlns:r="http://schemas.openxmlformats.org/officeDocument/2006/relationships" xmlns:a="http://schemas.openxmlformats.org/drawingml/2006/main" r:embed="R338e01018fbd4fce"/>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8A8AA442-5C82-4329-91D4-98AEFAD996D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5 · STATE-04 → STATE-04-PERF">
            <a:extLst xmlns:a="http://schemas.openxmlformats.org/drawingml/2006/main">
              <a:ext uri="{FF2B5EF4-FFF2-40B4-BE49-F238E27FC236}">
                <a16:creationId xmlns:a16="http://schemas.microsoft.com/office/drawing/2014/main" id="{C25F6837-C945-4ECA-879C-E0879579D82B}"/>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DFB30537-CFDD-40F6-B7CA-BFC3EC5DF98D}"/>
              </a:ext>
            </a:extLst>
          </p:cNvPr>
          <p:cNvSpPr>
            <a:spLocks xmlns:a="http://schemas.openxmlformats.org/drawingml/2006/main" noGrp="1"/>
          </p:cNvSpPr>
          <p:nvPr/>
        </p:nvSpPr>
        <p:spPr>
          <a:xfrm xmlns:a="http://schemas.openxmlformats.org/drawingml/2006/main">
            <a:off x="609600" y="54959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Tree>
    <p:extLst>
      <p:ext uri="{BB962C8B-B14F-4D97-AF65-F5344CB8AC3E}">
        <p14:creationId xmlns:p14="http://schemas.microsoft.com/office/powerpoint/2010/main" val="63704544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5 · 이번 Demo의 선택 기준">
            <a:extLst xmlns:a="http://schemas.openxmlformats.org/drawingml/2006/main">
              <a:ext uri="{FF2B5EF4-FFF2-40B4-BE49-F238E27FC236}">
                <a16:creationId xmlns:a16="http://schemas.microsoft.com/office/drawing/2014/main" id="{988E491F-91BB-4674-AFDC-3310AFAA02B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E73F005B-B236-4886-AB53-57B84C64255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D8919D25-B9A6-44B3-A6D0-BA7590240B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424E492B-551A-4B9F-90CF-A0FE727BA61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A06C03F8-E738-4D33-B152-DBDEAB83EEAC}"/>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AE39CED-DF27-43EC-930E-614C5D647E4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DDD4C5D3-5D3B-4BBD-86FC-3F60671F2EC2}"/>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6973882C-E08F-42B0-9DBA-B2218261C2A3}"/>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A7F34A71-58F5-45C0-B6E2-6A80491BF8E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12C98961-654D-4B2C-AE54-CFCCE47859E0}"/>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C26D60F-AE63-4D1E-BD3B-F2585C95FCBF}"/>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B5CC46B-3AEA-498D-A80B-3023F9EBFFB9}"/>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BD1B99A1-6E54-48A2-A269-D192B028C716}"/>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BDE2A8B6-8C14-404B-BECF-D5E4103A4A9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Tree>
    <p:extLst>
      <p:ext uri="{BB962C8B-B14F-4D97-AF65-F5344CB8AC3E}">
        <p14:creationId xmlns:p14="http://schemas.microsoft.com/office/powerpoint/2010/main" val="10375032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개발자의 판단">
            <a:extLst xmlns:a="http://schemas.openxmlformats.org/drawingml/2006/main">
              <a:ext uri="{FF2B5EF4-FFF2-40B4-BE49-F238E27FC236}">
                <a16:creationId xmlns:a16="http://schemas.microsoft.com/office/drawing/2014/main" id="{5EA33544-8454-45B9-9803-3B1DCAC8EC8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B7705DE5-52B9-4B56-9B13-12CBDF62B0D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EC21637C-61CC-4C2A-85C0-CFBF1448F5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F4762284-DD97-48C5-AF59-417592B4AA8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743447B-A5FC-4785-8DB4-FC9DC5893E10}"/>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D06D978-B4E3-46D7-9449-7EF07F745312}"/>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216B9756-67AE-468E-A81C-4C64C161326B}"/>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C96524C6-6F10-4348-AEF3-CF39763FDCBF}"/>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D5AE3E07-7E2B-43BA-AA05-37517AE8C015}"/>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23B4EC32-B5C6-49A5-B08E-873834A99098}"/>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2BF0B76-B564-4B86-929B-27848D04B9AC}"/>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F77C0DA4-6F2B-4674-8DAE-E21BDD491FBA}"/>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BC6AA27D-F0A9-4A1D-AE20-3FD66E57942A}"/>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5786654A-CA7A-4E71-8814-CB7422D04D57}"/>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6A6CF819-C7D2-4E37-B977-7A4420424862}"/>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99F8E58-2EE4-4F2B-8D43-3983E9112D89}"/>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27230306-8DDA-4D00-9C0C-A5C85271A24B}"/>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FC2F4145-FD27-4B6E-93E0-A65307DC8D63}"/>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066C8FA1-6B75-4151-9E30-1CE4956967BA}"/>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D0C2511F-1DE5-4B90-B141-B8AB4141BEFF}"/>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1BE1E37-0758-438C-8F58-CC5883FCB5E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Tree>
    <p:extLst>
      <p:ext uri="{BB962C8B-B14F-4D97-AF65-F5344CB8AC3E}">
        <p14:creationId xmlns:p14="http://schemas.microsoft.com/office/powerpoint/2010/main" val="203024837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일하는 환경을 설계한다">
            <a:extLst xmlns:a="http://schemas.openxmlformats.org/drawingml/2006/main">
              <a:ext uri="{FF2B5EF4-FFF2-40B4-BE49-F238E27FC236}">
                <a16:creationId xmlns:a16="http://schemas.microsoft.com/office/drawing/2014/main" id="{9E51DCB5-6718-4655-86F3-D33FBC6D50A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4AE5A134-2554-4BCF-9CC0-A361723D6CF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2ED1D9EA-DD3B-4288-8823-233EA55ACCE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6DBF12FC-86C0-4269-812B-5104448E089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EFE7AB47-E02C-4CE7-A58D-3F49A5F4FF6E}"/>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B04C563-F796-4F13-B495-B777CF861DE2}"/>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C5EEAF3-E03E-44BF-A4A7-0E596143C835}"/>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94BD9A9E-1D92-4A3E-9530-82111FEC2F51}"/>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DE4DCD49-365A-4D6A-BCCF-DD990DD5738A}"/>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6EC388B9-AF7E-4387-B43A-98436FC5217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285AECE-299C-4DE3-ABCB-895F3E2FA1F6}"/>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F77B2BE-4F67-40D1-984F-8F5A13EBE431}"/>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6A47E195-435A-4A04-BF3A-8266F87B7D51}"/>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BC9770A4-FB09-4B90-A699-4AE446E10FE5}"/>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CB9F8B73-39B1-4803-805B-1CF0968496E9}"/>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C972A597-9111-4C63-AD45-D967A13FCCD1}"/>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Tree>
    <p:extLst>
      <p:ext uri="{BB962C8B-B14F-4D97-AF65-F5344CB8AC3E}">
        <p14:creationId xmlns:p14="http://schemas.microsoft.com/office/powerpoint/2010/main" val="15081137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C++ VISION / 내 업무로 연결">
            <a:extLst xmlns:a="http://schemas.openxmlformats.org/drawingml/2006/main">
              <a:ext uri="{FF2B5EF4-FFF2-40B4-BE49-F238E27FC236}">
                <a16:creationId xmlns:a16="http://schemas.microsoft.com/office/drawing/2014/main" id="{A1494185-962E-4C9D-8D81-76F0CD0290E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6141BDA6-7CA0-49B6-9126-7A69CC8E6BF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69168A49-584E-4A85-AB2D-D8EEA6496B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4A72F50C-E2C7-4523-A345-8DF66C45EB4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BBBB8129-B1D4-4243-B2C7-07B21275C366}"/>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6FB94D51-4F27-4C41-B6B1-2DAE2CFF53A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A82D9CF4-E860-4253-8A42-C69E23CFB5BD}"/>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B2634B41-E55C-4C7F-9EA8-04B846063A5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31BAFB5-49BA-4EB7-833C-C6E59F8F63E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545D26F-C21B-49CA-A0D8-573557E5E1B4}"/>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B1575E52-1CD5-4B46-8D81-23354413908B}"/>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FE68BAD3-E125-4825-82F3-7576F93D4F4E}"/>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31F1A7FB-2774-424A-8461-C2C1DF0CE7F6}"/>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FC3FF48-5615-4AA4-B00C-39D6E4C976B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F523CF50-8D1E-4412-8D48-384A149FB91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BD981513-7818-40DC-A4DC-F1C4996DFFC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3BC27CD-BD3C-491E-9DA9-CA84E93EA78E}"/>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5832A1BD-A236-4287-B1A5-EE8B379BE0B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58924FB-B0C0-4490-A004-9357F1B487D9}"/>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4719638A-36B1-46E5-A1DF-D51F944EBAD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3B9A0E62-C2D2-4FE2-A412-3635F0FDF033}"/>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C97F623A-C8B1-402E-957E-3D8F9CD6DDCF}"/>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0A8399C-5C3B-4FA7-B2DA-47A626DA6DA8}"/>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DDC89B1A-A6F0-4AB4-8EB3-D89DAF6F462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A273CA0-ED27-421D-BB52-24A54F3D2CC2}"/>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9DFDA0E9-8746-47DD-923D-B438F379759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99E38E92-5BF9-4ACC-AC41-CA1E3192EA9D}"/>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DC66AF7A-BB42-4E32-B518-A1FF9EEFFFD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A1049C96-6B47-4F31-A68E-86A0227EB3AD}"/>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660EB60F-8936-4C0D-BC3C-7C3A547C04D8}"/>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FDFBD1F6-6B19-4D32-AFA9-E8F59335C2C1}"/>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0F094B21-5037-4450-B32B-E774894DE3D4}"/>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Tree>
    <p:extLst>
      <p:ext uri="{BB962C8B-B14F-4D97-AF65-F5344CB8AC3E}">
        <p14:creationId xmlns:p14="http://schemas.microsoft.com/office/powerpoint/2010/main" val="131808115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잠시 생각해 보기">
            <a:extLst xmlns:a="http://schemas.openxmlformats.org/drawingml/2006/main">
              <a:ext uri="{FF2B5EF4-FFF2-40B4-BE49-F238E27FC236}">
                <a16:creationId xmlns:a16="http://schemas.microsoft.com/office/drawing/2014/main" id="{2DC84D79-31AE-4113-9AAB-3D20EBC6FC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D078EF18-44CC-43B2-9B75-EF1FD9F4A3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EFFBF58E-ED9C-4E54-AF24-008F044E08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B731CB43-B933-4A55-900E-F4ABAB82C2A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DDDF45CA-931E-4FC0-960D-095E60E3E628}"/>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1F83070-64BA-46B8-975F-A03E825CE4D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다음 작은 행동 하나를, 마음속으로만.">
            <a:extLst xmlns:a="http://schemas.openxmlformats.org/drawingml/2006/main">
              <a:ext uri="{FF2B5EF4-FFF2-40B4-BE49-F238E27FC236}">
                <a16:creationId xmlns:a16="http://schemas.microsoft.com/office/drawing/2014/main" id="{F4E97064-F171-4D52-B0D8-9526835093D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다음 작은 행동 하나를, 마음속으로만.</a:t>
            </a:r>
          </a:p>
        </p:txBody>
      </p:sp>
      <p:sp>
        <p:nvSpPr>
          <p:cNvPr id="8" name="">
            <a:extLst xmlns:a="http://schemas.openxmlformats.org/drawingml/2006/main">
              <a:ext uri="{FF2B5EF4-FFF2-40B4-BE49-F238E27FC236}">
                <a16:creationId xmlns:a16="http://schemas.microsoft.com/office/drawing/2014/main" id="{17D5EC82-2ACE-47F3-928E-27D1F13D66D4}"/>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90957127-7C79-4C7A-918A-D4CF6FB74FB2}"/>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내가 반복해서 적는 설명은 무엇인가?">
            <a:extLst xmlns:a="http://schemas.openxmlformats.org/drawingml/2006/main">
              <a:ext uri="{FF2B5EF4-FFF2-40B4-BE49-F238E27FC236}">
                <a16:creationId xmlns:a16="http://schemas.microsoft.com/office/drawing/2014/main" id="{66F8960D-6550-4A79-9916-E31F66DD9D02}"/>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내가 반복해서 적는 설명은 무엇인가?</a:t>
            </a:r>
          </a:p>
        </p:txBody>
      </p:sp>
      <p:sp>
        <p:nvSpPr>
          <p:cNvPr id="11" name="">
            <a:extLst xmlns:a="http://schemas.openxmlformats.org/drawingml/2006/main">
              <a:ext uri="{FF2B5EF4-FFF2-40B4-BE49-F238E27FC236}">
                <a16:creationId xmlns:a16="http://schemas.microsoft.com/office/drawing/2014/main" id="{1FC30D23-9F8A-4B4E-BD96-2C492089A300}"/>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411AAE8-9D9E-4A03-9B4F-DC7B51E635C5}"/>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반복해서 다시 찾는 프로젝트 사실은 무엇인가?">
            <a:extLst xmlns:a="http://schemas.openxmlformats.org/drawingml/2006/main">
              <a:ext uri="{FF2B5EF4-FFF2-40B4-BE49-F238E27FC236}">
                <a16:creationId xmlns:a16="http://schemas.microsoft.com/office/drawing/2014/main" id="{DA24ECD6-C748-42AB-92A8-AAD3BA73D5A3}"/>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반복해서 다시 찾는 프로젝트 사실은 무엇인가?</a:t>
            </a:r>
          </a:p>
        </p:txBody>
      </p:sp>
      <p:sp>
        <p:nvSpPr>
          <p:cNvPr id="14" name="">
            <a:extLst xmlns:a="http://schemas.openxmlformats.org/drawingml/2006/main">
              <a:ext uri="{FF2B5EF4-FFF2-40B4-BE49-F238E27FC236}">
                <a16:creationId xmlns:a16="http://schemas.microsoft.com/office/drawing/2014/main" id="{C7C7A9D1-0A2B-4241-AD76-B8CFF188DE17}"/>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B6771F3F-C396-4211-97F7-B558CBC51799}"/>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긴다면 어디를 고칠 것인가?">
            <a:extLst xmlns:a="http://schemas.openxmlformats.org/drawingml/2006/main">
              <a:ext uri="{FF2B5EF4-FFF2-40B4-BE49-F238E27FC236}">
                <a16:creationId xmlns:a16="http://schemas.microsoft.com/office/drawing/2014/main" id="{24883CBD-EAEB-4A9E-9BD0-0259CC90F24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생긴다면 어디를 고칠 것인가?</a:t>
            </a:r>
          </a:p>
        </p:txBody>
      </p:sp>
    </p:spTree>
    <p:extLst>
      <p:ext uri="{BB962C8B-B14F-4D97-AF65-F5344CB8AC3E}">
        <p14:creationId xmlns:p14="http://schemas.microsoft.com/office/powerpoint/2010/main" val="1839483734"/>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5 · 마지막 질문">
            <a:extLst xmlns:a="http://schemas.openxmlformats.org/drawingml/2006/main">
              <a:ext uri="{FF2B5EF4-FFF2-40B4-BE49-F238E27FC236}">
                <a16:creationId xmlns:a16="http://schemas.microsoft.com/office/drawing/2014/main" id="{B0989F50-3718-4C57-9111-E397112BEB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5E67DDDC-7789-46F2-BBC1-D77B1AA628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332636FB-72E7-4684-A777-C4D3CBEA49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327236B-3E39-4032-9735-1B4BFA7F9BE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482E278-10B9-4CAE-8E08-238FF559EE8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3496E062-991F-4E23-9A44-E462A05BFA6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91730B4A-C74D-4ED4-99A4-DFED96811CEE}"/>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A474FC8-4CDC-4DEA-B801-44483F33F11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54234ADF-1517-4A1D-8165-E36126041212}"/>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7706DD7A-F088-41AB-88E4-9DFA70BE037B}"/>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Tree>
    <p:extLst>
      <p:ext uri="{BB962C8B-B14F-4D97-AF65-F5344CB8AC3E}">
        <p14:creationId xmlns:p14="http://schemas.microsoft.com/office/powerpoint/2010/main" val="18811013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2026-10-18T14:59:27.2960000Z</dcterms:created>
  <dcterms:modified xsi:type="dcterms:W3CDTF">2026-10-18T14:59:27.2960000Z</dcterms:modified>
</coreProperties>
</file>