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6e2c9840f03417f" /><Relationship Type="http://schemas.openxmlformats.org/officeDocument/2006/relationships/extended-properties" Target="/docProps/app.xml" Id="R7dbd8344d20a4a23" /><Relationship Type="http://schemas.openxmlformats.org/officeDocument/2006/relationships/officeDocument" Target="/ppt/presentation.xml" Id="Ra72487df9f9b4663" /></Relationships>
</file>

<file path=ppt/presentation.xml><?xml version="1.0" encoding="utf-8"?>
<p:presentation xmlns:p="http://schemas.openxmlformats.org/presentationml/2006/main">
  <p:sldMasterIdLst>
    <p:sldMasterId xmlns:r="http://schemas.openxmlformats.org/officeDocument/2006/relationships" id="2147483648" r:id="R66e65a98d0c84398"/>
  </p:sldMasterIdLst>
  <p:notesMasterIdLst>
    <p:notesMasterId xmlns:r="http://schemas.openxmlformats.org/officeDocument/2006/relationships" r:id="Ra4a4df27ac264ea0"/>
  </p:notesMasterIdLst>
  <p:sldIdLst>
    <p:sldId xmlns:r="http://schemas.openxmlformats.org/officeDocument/2006/relationships" id="256" r:id="R62a1418e0eab4d53"/>
    <p:sldId xmlns:r="http://schemas.openxmlformats.org/officeDocument/2006/relationships" id="257" r:id="R6f89513e200348e2"/>
    <p:sldId xmlns:r="http://schemas.openxmlformats.org/officeDocument/2006/relationships" id="258" r:id="R37730bd5946242cb"/>
    <p:sldId xmlns:r="http://schemas.openxmlformats.org/officeDocument/2006/relationships" id="259" r:id="R08b2134485f748a7"/>
    <p:sldId xmlns:r="http://schemas.openxmlformats.org/officeDocument/2006/relationships" id="260" r:id="R223369f8f7ad4876"/>
    <p:sldId xmlns:r="http://schemas.openxmlformats.org/officeDocument/2006/relationships" id="261" r:id="Re5852dbe3a95434c"/>
    <p:sldId xmlns:r="http://schemas.openxmlformats.org/officeDocument/2006/relationships" id="262" r:id="R15342ef347ab45dd"/>
    <p:sldId xmlns:r="http://schemas.openxmlformats.org/officeDocument/2006/relationships" id="263" r:id="Re6ef4f45c9364c62"/>
    <p:sldId xmlns:r="http://schemas.openxmlformats.org/officeDocument/2006/relationships" id="264" r:id="Rac64ab62f85641bc"/>
    <p:sldId xmlns:r="http://schemas.openxmlformats.org/officeDocument/2006/relationships" id="265" r:id="Red3739c7eb1441e2"/>
    <p:sldId xmlns:r="http://schemas.openxmlformats.org/officeDocument/2006/relationships" id="266" r:id="R1f3b9575f71c4689"/>
    <p:sldId xmlns:r="http://schemas.openxmlformats.org/officeDocument/2006/relationships" id="267" r:id="R7272f52e76dc480e"/>
    <p:sldId xmlns:r="http://schemas.openxmlformats.org/officeDocument/2006/relationships" id="268" r:id="Rb3bcb988ab1945ed"/>
    <p:sldId xmlns:r="http://schemas.openxmlformats.org/officeDocument/2006/relationships" id="269" r:id="Rb77d0e71bde64b47"/>
    <p:sldId xmlns:r="http://schemas.openxmlformats.org/officeDocument/2006/relationships" id="270" r:id="R4a7c371ca92d49a0"/>
    <p:sldId xmlns:r="http://schemas.openxmlformats.org/officeDocument/2006/relationships" id="271" r:id="R198967824f4e43a4"/>
    <p:sldId xmlns:r="http://schemas.openxmlformats.org/officeDocument/2006/relationships" id="272" r:id="R40cf43c244f9451d"/>
    <p:sldId xmlns:r="http://schemas.openxmlformats.org/officeDocument/2006/relationships" id="273" r:id="R78d5ca051e3f4afe"/>
    <p:sldId xmlns:r="http://schemas.openxmlformats.org/officeDocument/2006/relationships" id="274" r:id="Rf8337ee6c2da4373"/>
    <p:sldId xmlns:r="http://schemas.openxmlformats.org/officeDocument/2006/relationships" id="275" r:id="Rd41650f4fbc1496e"/>
    <p:sldId xmlns:r="http://schemas.openxmlformats.org/officeDocument/2006/relationships" id="276" r:id="R70b667979e1b45bd"/>
    <p:sldId xmlns:r="http://schemas.openxmlformats.org/officeDocument/2006/relationships" id="277" r:id="Rbc42f5d0713041e3"/>
    <p:sldId xmlns:r="http://schemas.openxmlformats.org/officeDocument/2006/relationships" id="278" r:id="Rd8021e1ac0c44159"/>
    <p:sldId xmlns:r="http://schemas.openxmlformats.org/officeDocument/2006/relationships" id="279" r:id="R21688649b48f476f"/>
    <p:sldId xmlns:r="http://schemas.openxmlformats.org/officeDocument/2006/relationships" id="280" r:id="Rb315fb29ad2b4d19"/>
    <p:sldId xmlns:r="http://schemas.openxmlformats.org/officeDocument/2006/relationships" id="281" r:id="R8f41425fe88f4b85"/>
    <p:sldId xmlns:r="http://schemas.openxmlformats.org/officeDocument/2006/relationships" id="282" r:id="Rcfae1380c9984bb3"/>
    <p:sldId xmlns:r="http://schemas.openxmlformats.org/officeDocument/2006/relationships" id="283" r:id="R46126270a8ea4ad1"/>
    <p:sldId xmlns:r="http://schemas.openxmlformats.org/officeDocument/2006/relationships" id="284" r:id="Re664b57c7d604dec"/>
    <p:sldId xmlns:r="http://schemas.openxmlformats.org/officeDocument/2006/relationships" id="285" r:id="R9a86c06528cc4949"/>
    <p:sldId xmlns:r="http://schemas.openxmlformats.org/officeDocument/2006/relationships" id="286" r:id="R0df81ba4eea54ed3"/>
    <p:sldId xmlns:r="http://schemas.openxmlformats.org/officeDocument/2006/relationships" id="287" r:id="R1a14acc37c0b4c7d"/>
    <p:sldId xmlns:r="http://schemas.openxmlformats.org/officeDocument/2006/relationships" id="288" r:id="R41e7a34382c14b36"/>
    <p:sldId xmlns:r="http://schemas.openxmlformats.org/officeDocument/2006/relationships" id="289" r:id="Re593fd0e3d5d43a6"/>
    <p:sldId xmlns:r="http://schemas.openxmlformats.org/officeDocument/2006/relationships" id="290" r:id="R90348d66b7434469"/>
    <p:sldId xmlns:r="http://schemas.openxmlformats.org/officeDocument/2006/relationships" id="291" r:id="R85ae7d2c67c74df1"/>
    <p:sldId xmlns:r="http://schemas.openxmlformats.org/officeDocument/2006/relationships" id="292" r:id="R6c38ba9607554ca7"/>
    <p:sldId xmlns:r="http://schemas.openxmlformats.org/officeDocument/2006/relationships" id="293" r:id="R24f9794f802a4927"/>
    <p:sldId xmlns:r="http://schemas.openxmlformats.org/officeDocument/2006/relationships" id="294" r:id="R70193b5646564abc"/>
    <p:sldId xmlns:r="http://schemas.openxmlformats.org/officeDocument/2006/relationships" id="295" r:id="R61a3389ec5854fde"/>
    <p:sldId xmlns:r="http://schemas.openxmlformats.org/officeDocument/2006/relationships" id="296" r:id="R04a60e4884a84976"/>
    <p:sldId xmlns:r="http://schemas.openxmlformats.org/officeDocument/2006/relationships" id="297" r:id="Rf0bc112bfc6b4bd3"/>
    <p:sldId xmlns:r="http://schemas.openxmlformats.org/officeDocument/2006/relationships" id="298" r:id="Rf594709c3d104b09"/>
    <p:sldId xmlns:r="http://schemas.openxmlformats.org/officeDocument/2006/relationships" id="299" r:id="R8414ea80114e4800"/>
    <p:sldId xmlns:r="http://schemas.openxmlformats.org/officeDocument/2006/relationships" id="300" r:id="R7c0c6c0eb7544ddd"/>
    <p:sldId xmlns:r="http://schemas.openxmlformats.org/officeDocument/2006/relationships" id="301" r:id="Rbffecbf8b08841fc"/>
    <p:sldId xmlns:r="http://schemas.openxmlformats.org/officeDocument/2006/relationships" id="302" r:id="Rd7c85cbe1a9f460b"/>
    <p:sldId xmlns:r="http://schemas.openxmlformats.org/officeDocument/2006/relationships" id="303" r:id="Rf672e2510f3f4e7a"/>
    <p:sldId xmlns:r="http://schemas.openxmlformats.org/officeDocument/2006/relationships" id="304" r:id="Rfffae32ec9384cce"/>
    <p:sldId xmlns:r="http://schemas.openxmlformats.org/officeDocument/2006/relationships" id="305" r:id="Re46816a365764660"/>
    <p:sldId xmlns:r="http://schemas.openxmlformats.org/officeDocument/2006/relationships" id="306" r:id="R5a09e8b59dd5448b"/>
    <p:sldId xmlns:r="http://schemas.openxmlformats.org/officeDocument/2006/relationships" id="307" r:id="R67b68ccfdf2049ae"/>
    <p:sldId xmlns:r="http://schemas.openxmlformats.org/officeDocument/2006/relationships" id="308" r:id="R6762b24566764e5c"/>
    <p:sldId xmlns:r="http://schemas.openxmlformats.org/officeDocument/2006/relationships" id="309" r:id="R7f6ec9770a0243c5"/>
    <p:sldId xmlns:r="http://schemas.openxmlformats.org/officeDocument/2006/relationships" id="310" r:id="R9eb1cc2388344de0"/>
    <p:sldId xmlns:r="http://schemas.openxmlformats.org/officeDocument/2006/relationships" id="311" r:id="Rd008db48db6c43ed"/>
    <p:sldId xmlns:r="http://schemas.openxmlformats.org/officeDocument/2006/relationships" id="312" r:id="R5b4265c70e104c4e"/>
    <p:sldId xmlns:r="http://schemas.openxmlformats.org/officeDocument/2006/relationships" id="313" r:id="R11cbde5a2f4348ae"/>
    <p:sldId xmlns:r="http://schemas.openxmlformats.org/officeDocument/2006/relationships" id="314" r:id="R4e267e6d14184612"/>
    <p:sldId xmlns:r="http://schemas.openxmlformats.org/officeDocument/2006/relationships" id="315" r:id="R93487d2026af4b22"/>
    <p:sldId xmlns:r="http://schemas.openxmlformats.org/officeDocument/2006/relationships" id="316" r:id="R6bec9cd0d16f4b36"/>
    <p:sldId xmlns:r="http://schemas.openxmlformats.org/officeDocument/2006/relationships" id="317" r:id="Rb2c4aadd5b634105"/>
    <p:sldId xmlns:r="http://schemas.openxmlformats.org/officeDocument/2006/relationships" id="318" r:id="R98933372f5f341e6"/>
    <p:sldId xmlns:r="http://schemas.openxmlformats.org/officeDocument/2006/relationships" id="319" r:id="Rbe3b4adb170944aa"/>
    <p:sldId xmlns:r="http://schemas.openxmlformats.org/officeDocument/2006/relationships" id="320" r:id="Ra4ce4f1f63e0442e"/>
    <p:sldId xmlns:r="http://schemas.openxmlformats.org/officeDocument/2006/relationships" id="321" r:id="Rad14e8eb5ad04eb1"/>
    <p:sldId xmlns:r="http://schemas.openxmlformats.org/officeDocument/2006/relationships" id="322" r:id="Ra6241347c1b844de"/>
    <p:sldId xmlns:r="http://schemas.openxmlformats.org/officeDocument/2006/relationships" id="323" r:id="R19b505f89e5a498f"/>
    <p:sldId xmlns:r="http://schemas.openxmlformats.org/officeDocument/2006/relationships" id="324" r:id="R854f4f4675a74d53"/>
    <p:sldId xmlns:r="http://schemas.openxmlformats.org/officeDocument/2006/relationships" id="325" r:id="Rb588c5423f274f37"/>
    <p:sldId xmlns:r="http://schemas.openxmlformats.org/officeDocument/2006/relationships" id="326" r:id="R0f9eec437d2e4cbd"/>
    <p:sldId xmlns:r="http://schemas.openxmlformats.org/officeDocument/2006/relationships" id="327" r:id="Rbd441df9faf248d9"/>
    <p:sldId xmlns:r="http://schemas.openxmlformats.org/officeDocument/2006/relationships" id="328" r:id="R8eb583f5fa044e4a"/>
    <p:sldId xmlns:r="http://schemas.openxmlformats.org/officeDocument/2006/relationships" id="329" r:id="Rb2356f0d64224897"/>
    <p:sldId xmlns:r="http://schemas.openxmlformats.org/officeDocument/2006/relationships" id="330" r:id="R27adcc39b63e4cd9"/>
    <p:sldId xmlns:r="http://schemas.openxmlformats.org/officeDocument/2006/relationships" id="331" r:id="Rb6e74fcaee7e437a"/>
    <p:sldId xmlns:r="http://schemas.openxmlformats.org/officeDocument/2006/relationships" id="332" r:id="R8d1a7d11393e47d9"/>
    <p:sldId xmlns:r="http://schemas.openxmlformats.org/officeDocument/2006/relationships" id="333" r:id="R5a4a0dde3f1848d4"/>
    <p:sldId xmlns:r="http://schemas.openxmlformats.org/officeDocument/2006/relationships" id="334" r:id="Rf95142c1376d42d7"/>
    <p:sldId xmlns:r="http://schemas.openxmlformats.org/officeDocument/2006/relationships" id="335" r:id="R5c37f5f4cf304a66"/>
    <p:sldId xmlns:r="http://schemas.openxmlformats.org/officeDocument/2006/relationships" id="336" r:id="R47a39f0494154d80"/>
    <p:sldId xmlns:r="http://schemas.openxmlformats.org/officeDocument/2006/relationships" id="337" r:id="R4716cac11ec54f2f"/>
    <p:sldId xmlns:r="http://schemas.openxmlformats.org/officeDocument/2006/relationships" id="338" r:id="R37de64208cd042e0"/>
    <p:sldId xmlns:r="http://schemas.openxmlformats.org/officeDocument/2006/relationships" id="339" r:id="R5cf5e8c3a1714a10"/>
    <p:sldId xmlns:r="http://schemas.openxmlformats.org/officeDocument/2006/relationships" id="340" r:id="Rc3a06b4cc5aa4e61"/>
    <p:sldId xmlns:r="http://schemas.openxmlformats.org/officeDocument/2006/relationships" id="341" r:id="R257f572305f84abc"/>
    <p:sldId xmlns:r="http://schemas.openxmlformats.org/officeDocument/2006/relationships" id="342" r:id="R19261128813c4169"/>
    <p:sldId xmlns:r="http://schemas.openxmlformats.org/officeDocument/2006/relationships" id="343" r:id="R69317a57824a4295"/>
    <p:sldId xmlns:r="http://schemas.openxmlformats.org/officeDocument/2006/relationships" id="344" r:id="R59a9052a5bd34581"/>
    <p:sldId xmlns:r="http://schemas.openxmlformats.org/officeDocument/2006/relationships" id="345" r:id="R2e688164f08e4260"/>
    <p:sldId xmlns:r="http://schemas.openxmlformats.org/officeDocument/2006/relationships" id="346" r:id="Rf4b86849b1ec408f"/>
    <p:sldId xmlns:r="http://schemas.openxmlformats.org/officeDocument/2006/relationships" id="347" r:id="R710f6d7e8ab24d28"/>
    <p:sldId xmlns:r="http://schemas.openxmlformats.org/officeDocument/2006/relationships" id="348" r:id="R839ab41006b14d2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9f2df39f2f04125" /><Relationship Type="http://schemas.openxmlformats.org/officeDocument/2006/relationships/slideMaster" Target="/ppt/slideMasters/slideMaster1.xml" Id="R66e65a98d0c84398" /><Relationship Type="http://schemas.openxmlformats.org/officeDocument/2006/relationships/notesMaster" Target="/ppt/notesMasters/notesMaster1.xml" Id="Ra4a4df27ac264ea0" /><Relationship Type="http://schemas.openxmlformats.org/officeDocument/2006/relationships/presProps" Target="/ppt/presProps.xml" Id="Re1b1f82068424c0a" /><Relationship Type="http://schemas.openxmlformats.org/officeDocument/2006/relationships/tableStyles" Target="/ppt/tableStyles.xml" Id="Ra292a47fbb074220" /><Relationship Type="http://schemas.openxmlformats.org/officeDocument/2006/relationships/slide" Target="/ppt/slides/slide1.xml" Id="R62a1418e0eab4d53" /><Relationship Type="http://schemas.openxmlformats.org/officeDocument/2006/relationships/slide" Target="/ppt/slides/slide2.xml" Id="R6f89513e200348e2" /><Relationship Type="http://schemas.openxmlformats.org/officeDocument/2006/relationships/slide" Target="/ppt/slides/slide3.xml" Id="R37730bd5946242cb" /><Relationship Type="http://schemas.openxmlformats.org/officeDocument/2006/relationships/slide" Target="/ppt/slides/slide4.xml" Id="R08b2134485f748a7" /><Relationship Type="http://schemas.openxmlformats.org/officeDocument/2006/relationships/slide" Target="/ppt/slides/slide5.xml" Id="R223369f8f7ad4876" /><Relationship Type="http://schemas.openxmlformats.org/officeDocument/2006/relationships/slide" Target="/ppt/slides/slide6.xml" Id="Re5852dbe3a95434c" /><Relationship Type="http://schemas.openxmlformats.org/officeDocument/2006/relationships/slide" Target="/ppt/slides/slide7.xml" Id="R15342ef347ab45dd" /><Relationship Type="http://schemas.openxmlformats.org/officeDocument/2006/relationships/slide" Target="/ppt/slides/slide8.xml" Id="Re6ef4f45c9364c62" /><Relationship Type="http://schemas.openxmlformats.org/officeDocument/2006/relationships/slide" Target="/ppt/slides/slide9.xml" Id="Rac64ab62f85641bc" /><Relationship Type="http://schemas.openxmlformats.org/officeDocument/2006/relationships/slide" Target="/ppt/slides/slide10.xml" Id="Red3739c7eb1441e2" /><Relationship Type="http://schemas.openxmlformats.org/officeDocument/2006/relationships/slide" Target="/ppt/slides/slide11.xml" Id="R1f3b9575f71c4689" /><Relationship Type="http://schemas.openxmlformats.org/officeDocument/2006/relationships/slide" Target="/ppt/slides/slide12.xml" Id="R7272f52e76dc480e" /><Relationship Type="http://schemas.openxmlformats.org/officeDocument/2006/relationships/slide" Target="/ppt/slides/slide13.xml" Id="Rb3bcb988ab1945ed" /><Relationship Type="http://schemas.openxmlformats.org/officeDocument/2006/relationships/slide" Target="/ppt/slides/slide14.xml" Id="Rb77d0e71bde64b47" /><Relationship Type="http://schemas.openxmlformats.org/officeDocument/2006/relationships/slide" Target="/ppt/slides/slide15.xml" Id="R4a7c371ca92d49a0" /><Relationship Type="http://schemas.openxmlformats.org/officeDocument/2006/relationships/slide" Target="/ppt/slides/slide16.xml" Id="R198967824f4e43a4" /><Relationship Type="http://schemas.openxmlformats.org/officeDocument/2006/relationships/slide" Target="/ppt/slides/slide17.xml" Id="R40cf43c244f9451d" /><Relationship Type="http://schemas.openxmlformats.org/officeDocument/2006/relationships/slide" Target="/ppt/slides/slide18.xml" Id="R78d5ca051e3f4afe" /><Relationship Type="http://schemas.openxmlformats.org/officeDocument/2006/relationships/slide" Target="/ppt/slides/slide19.xml" Id="Rf8337ee6c2da4373" /><Relationship Type="http://schemas.openxmlformats.org/officeDocument/2006/relationships/slide" Target="/ppt/slides/slide20.xml" Id="Rd41650f4fbc1496e" /><Relationship Type="http://schemas.openxmlformats.org/officeDocument/2006/relationships/slide" Target="/ppt/slides/slide21.xml" Id="R70b667979e1b45bd" /><Relationship Type="http://schemas.openxmlformats.org/officeDocument/2006/relationships/slide" Target="/ppt/slides/slide22.xml" Id="Rbc42f5d0713041e3" /><Relationship Type="http://schemas.openxmlformats.org/officeDocument/2006/relationships/slide" Target="/ppt/slides/slide23.xml" Id="Rd8021e1ac0c44159" /><Relationship Type="http://schemas.openxmlformats.org/officeDocument/2006/relationships/slide" Target="/ppt/slides/slide24.xml" Id="R21688649b48f476f" /><Relationship Type="http://schemas.openxmlformats.org/officeDocument/2006/relationships/slide" Target="/ppt/slides/slide25.xml" Id="Rb315fb29ad2b4d19" /><Relationship Type="http://schemas.openxmlformats.org/officeDocument/2006/relationships/slide" Target="/ppt/slides/slide26.xml" Id="R8f41425fe88f4b85" /><Relationship Type="http://schemas.openxmlformats.org/officeDocument/2006/relationships/slide" Target="/ppt/slides/slide27.xml" Id="Rcfae1380c9984bb3" /><Relationship Type="http://schemas.openxmlformats.org/officeDocument/2006/relationships/slide" Target="/ppt/slides/slide28.xml" Id="R46126270a8ea4ad1" /><Relationship Type="http://schemas.openxmlformats.org/officeDocument/2006/relationships/slide" Target="/ppt/slides/slide29.xml" Id="Re664b57c7d604dec" /><Relationship Type="http://schemas.openxmlformats.org/officeDocument/2006/relationships/slide" Target="/ppt/slides/slide30.xml" Id="R9a86c06528cc4949" /><Relationship Type="http://schemas.openxmlformats.org/officeDocument/2006/relationships/slide" Target="/ppt/slides/slide31.xml" Id="R0df81ba4eea54ed3" /><Relationship Type="http://schemas.openxmlformats.org/officeDocument/2006/relationships/slide" Target="/ppt/slides/slide32.xml" Id="R1a14acc37c0b4c7d" /><Relationship Type="http://schemas.openxmlformats.org/officeDocument/2006/relationships/slide" Target="/ppt/slides/slide33.xml" Id="R41e7a34382c14b36" /><Relationship Type="http://schemas.openxmlformats.org/officeDocument/2006/relationships/slide" Target="/ppt/slides/slide34.xml" Id="Re593fd0e3d5d43a6" /><Relationship Type="http://schemas.openxmlformats.org/officeDocument/2006/relationships/slide" Target="/ppt/slides/slide35.xml" Id="R90348d66b7434469" /><Relationship Type="http://schemas.openxmlformats.org/officeDocument/2006/relationships/slide" Target="/ppt/slides/slide36.xml" Id="R85ae7d2c67c74df1" /><Relationship Type="http://schemas.openxmlformats.org/officeDocument/2006/relationships/slide" Target="/ppt/slides/slide37.xml" Id="R6c38ba9607554ca7" /><Relationship Type="http://schemas.openxmlformats.org/officeDocument/2006/relationships/slide" Target="/ppt/slides/slide38.xml" Id="R24f9794f802a4927" /><Relationship Type="http://schemas.openxmlformats.org/officeDocument/2006/relationships/slide" Target="/ppt/slides/slide39.xml" Id="R70193b5646564abc" /><Relationship Type="http://schemas.openxmlformats.org/officeDocument/2006/relationships/slide" Target="/ppt/slides/slide40.xml" Id="R61a3389ec5854fde" /><Relationship Type="http://schemas.openxmlformats.org/officeDocument/2006/relationships/slide" Target="/ppt/slides/slide41.xml" Id="R04a60e4884a84976" /><Relationship Type="http://schemas.openxmlformats.org/officeDocument/2006/relationships/slide" Target="/ppt/slides/slide42.xml" Id="Rf0bc112bfc6b4bd3" /><Relationship Type="http://schemas.openxmlformats.org/officeDocument/2006/relationships/slide" Target="/ppt/slides/slide43.xml" Id="Rf594709c3d104b09" /><Relationship Type="http://schemas.openxmlformats.org/officeDocument/2006/relationships/slide" Target="/ppt/slides/slide44.xml" Id="R8414ea80114e4800" /><Relationship Type="http://schemas.openxmlformats.org/officeDocument/2006/relationships/slide" Target="/ppt/slides/slide45.xml" Id="R7c0c6c0eb7544ddd" /><Relationship Type="http://schemas.openxmlformats.org/officeDocument/2006/relationships/slide" Target="/ppt/slides/slide46.xml" Id="Rbffecbf8b08841fc" /><Relationship Type="http://schemas.openxmlformats.org/officeDocument/2006/relationships/slide" Target="/ppt/slides/slide47.xml" Id="Rd7c85cbe1a9f460b" /><Relationship Type="http://schemas.openxmlformats.org/officeDocument/2006/relationships/slide" Target="/ppt/slides/slide48.xml" Id="Rf672e2510f3f4e7a" /><Relationship Type="http://schemas.openxmlformats.org/officeDocument/2006/relationships/slide" Target="/ppt/slides/slide49.xml" Id="Rfffae32ec9384cce" /><Relationship Type="http://schemas.openxmlformats.org/officeDocument/2006/relationships/slide" Target="/ppt/slides/slide50.xml" Id="Re46816a365764660" /><Relationship Type="http://schemas.openxmlformats.org/officeDocument/2006/relationships/slide" Target="/ppt/slides/slide51.xml" Id="R5a09e8b59dd5448b" /><Relationship Type="http://schemas.openxmlformats.org/officeDocument/2006/relationships/slide" Target="/ppt/slides/slide52.xml" Id="R67b68ccfdf2049ae" /><Relationship Type="http://schemas.openxmlformats.org/officeDocument/2006/relationships/slide" Target="/ppt/slides/slide53.xml" Id="R6762b24566764e5c" /><Relationship Type="http://schemas.openxmlformats.org/officeDocument/2006/relationships/slide" Target="/ppt/slides/slide54.xml" Id="R7f6ec9770a0243c5" /><Relationship Type="http://schemas.openxmlformats.org/officeDocument/2006/relationships/slide" Target="/ppt/slides/slide55.xml" Id="R9eb1cc2388344de0" /><Relationship Type="http://schemas.openxmlformats.org/officeDocument/2006/relationships/slide" Target="/ppt/slides/slide56.xml" Id="Rd008db48db6c43ed" /><Relationship Type="http://schemas.openxmlformats.org/officeDocument/2006/relationships/slide" Target="/ppt/slides/slide57.xml" Id="R5b4265c70e104c4e" /><Relationship Type="http://schemas.openxmlformats.org/officeDocument/2006/relationships/slide" Target="/ppt/slides/slide58.xml" Id="R11cbde5a2f4348ae" /><Relationship Type="http://schemas.openxmlformats.org/officeDocument/2006/relationships/slide" Target="/ppt/slides/slide59.xml" Id="R4e267e6d14184612" /><Relationship Type="http://schemas.openxmlformats.org/officeDocument/2006/relationships/slide" Target="/ppt/slides/slide60.xml" Id="R93487d2026af4b22" /><Relationship Type="http://schemas.openxmlformats.org/officeDocument/2006/relationships/slide" Target="/ppt/slides/slide61.xml" Id="R6bec9cd0d16f4b36" /><Relationship Type="http://schemas.openxmlformats.org/officeDocument/2006/relationships/slide" Target="/ppt/slides/slide62.xml" Id="Rb2c4aadd5b634105" /><Relationship Type="http://schemas.openxmlformats.org/officeDocument/2006/relationships/slide" Target="/ppt/slides/slide63.xml" Id="R98933372f5f341e6" /><Relationship Type="http://schemas.openxmlformats.org/officeDocument/2006/relationships/slide" Target="/ppt/slides/slide64.xml" Id="Rbe3b4adb170944aa" /><Relationship Type="http://schemas.openxmlformats.org/officeDocument/2006/relationships/slide" Target="/ppt/slides/slide65.xml" Id="Ra4ce4f1f63e0442e" /><Relationship Type="http://schemas.openxmlformats.org/officeDocument/2006/relationships/slide" Target="/ppt/slides/slide66.xml" Id="Rad14e8eb5ad04eb1" /><Relationship Type="http://schemas.openxmlformats.org/officeDocument/2006/relationships/slide" Target="/ppt/slides/slide67.xml" Id="Ra6241347c1b844de" /><Relationship Type="http://schemas.openxmlformats.org/officeDocument/2006/relationships/slide" Target="/ppt/slides/slide68.xml" Id="R19b505f89e5a498f" /><Relationship Type="http://schemas.openxmlformats.org/officeDocument/2006/relationships/slide" Target="/ppt/slides/slide69.xml" Id="R854f4f4675a74d53" /><Relationship Type="http://schemas.openxmlformats.org/officeDocument/2006/relationships/slide" Target="/ppt/slides/slide70.xml" Id="Rb588c5423f274f37" /><Relationship Type="http://schemas.openxmlformats.org/officeDocument/2006/relationships/slide" Target="/ppt/slides/slide71.xml" Id="R0f9eec437d2e4cbd" /><Relationship Type="http://schemas.openxmlformats.org/officeDocument/2006/relationships/slide" Target="/ppt/slides/slide72.xml" Id="Rbd441df9faf248d9" /><Relationship Type="http://schemas.openxmlformats.org/officeDocument/2006/relationships/slide" Target="/ppt/slides/slide73.xml" Id="R8eb583f5fa044e4a" /><Relationship Type="http://schemas.openxmlformats.org/officeDocument/2006/relationships/slide" Target="/ppt/slides/slide74.xml" Id="Rb2356f0d64224897" /><Relationship Type="http://schemas.openxmlformats.org/officeDocument/2006/relationships/slide" Target="/ppt/slides/slide75.xml" Id="R27adcc39b63e4cd9" /><Relationship Type="http://schemas.openxmlformats.org/officeDocument/2006/relationships/slide" Target="/ppt/slides/slide76.xml" Id="Rb6e74fcaee7e437a" /><Relationship Type="http://schemas.openxmlformats.org/officeDocument/2006/relationships/slide" Target="/ppt/slides/slide77.xml" Id="R8d1a7d11393e47d9" /><Relationship Type="http://schemas.openxmlformats.org/officeDocument/2006/relationships/slide" Target="/ppt/slides/slide78.xml" Id="R5a4a0dde3f1848d4" /><Relationship Type="http://schemas.openxmlformats.org/officeDocument/2006/relationships/slide" Target="/ppt/slides/slide79.xml" Id="Rf95142c1376d42d7" /><Relationship Type="http://schemas.openxmlformats.org/officeDocument/2006/relationships/slide" Target="/ppt/slides/slide80.xml" Id="R5c37f5f4cf304a66" /><Relationship Type="http://schemas.openxmlformats.org/officeDocument/2006/relationships/slide" Target="/ppt/slides/slide81.xml" Id="R47a39f0494154d80" /><Relationship Type="http://schemas.openxmlformats.org/officeDocument/2006/relationships/slide" Target="/ppt/slides/slide82.xml" Id="R4716cac11ec54f2f" /><Relationship Type="http://schemas.openxmlformats.org/officeDocument/2006/relationships/slide" Target="/ppt/slides/slide83.xml" Id="R37de64208cd042e0" /><Relationship Type="http://schemas.openxmlformats.org/officeDocument/2006/relationships/slide" Target="/ppt/slides/slide84.xml" Id="R5cf5e8c3a1714a10" /><Relationship Type="http://schemas.openxmlformats.org/officeDocument/2006/relationships/slide" Target="/ppt/slides/slide85.xml" Id="Rc3a06b4cc5aa4e61" /><Relationship Type="http://schemas.openxmlformats.org/officeDocument/2006/relationships/slide" Target="/ppt/slides/slide86.xml" Id="R257f572305f84abc" /><Relationship Type="http://schemas.openxmlformats.org/officeDocument/2006/relationships/slide" Target="/ppt/slides/slide87.xml" Id="R19261128813c4169" /><Relationship Type="http://schemas.openxmlformats.org/officeDocument/2006/relationships/slide" Target="/ppt/slides/slide88.xml" Id="R69317a57824a4295" /><Relationship Type="http://schemas.openxmlformats.org/officeDocument/2006/relationships/slide" Target="/ppt/slides/slide89.xml" Id="R59a9052a5bd34581" /><Relationship Type="http://schemas.openxmlformats.org/officeDocument/2006/relationships/slide" Target="/ppt/slides/slide90.xml" Id="R2e688164f08e4260" /><Relationship Type="http://schemas.openxmlformats.org/officeDocument/2006/relationships/slide" Target="/ppt/slides/slide91.xml" Id="Rf4b86849b1ec408f" /><Relationship Type="http://schemas.openxmlformats.org/officeDocument/2006/relationships/slide" Target="/ppt/slides/slide92.xml" Id="R710f6d7e8ab24d28" /><Relationship Type="http://schemas.openxmlformats.org/officeDocument/2006/relationships/slide" Target="/ppt/slides/slide93.xml" Id="R839ab41006b14d2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ba04fbb4e1b467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78a6e56c5b541b3" /><Relationship Type="http://schemas.openxmlformats.org/officeDocument/2006/relationships/notesMaster" Target="/ppt/notesMasters/notesMaster1.xml" Id="Red4f161758e74cda" /></Relationships>
</file>

<file path=ppt/notesSlides/_rels/notesSlide2.xml.rels>&#65279;<?xml version="1.0" encoding="utf-8"?><Relationships xmlns="http://schemas.openxmlformats.org/package/2006/relationships"><Relationship Type="http://schemas.openxmlformats.org/officeDocument/2006/relationships/slide" Target="/ppt/slides/slide2.xml" Id="R19a2f4ded0e3455d" /><Relationship Type="http://schemas.openxmlformats.org/officeDocument/2006/relationships/notesMaster" Target="/ppt/notesMasters/notesMaster1.xml" Id="R745250d2f9a44600" /></Relationships>
</file>

<file path=ppt/notesSlides/_rels/notesSlide3.xml.rels>&#65279;<?xml version="1.0" encoding="utf-8"?><Relationships xmlns="http://schemas.openxmlformats.org/package/2006/relationships"><Relationship Type="http://schemas.openxmlformats.org/officeDocument/2006/relationships/slide" Target="/ppt/slides/slide3.xml" Id="R1e69fd010d7b4b4c" /><Relationship Type="http://schemas.openxmlformats.org/officeDocument/2006/relationships/notesMaster" Target="/ppt/notesMasters/notesMaster1.xml" Id="R2e200212ec5b4d7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9e576bd7b0c4286" /><Relationship Type="http://schemas.openxmlformats.org/officeDocument/2006/relationships/notesMaster" Target="/ppt/notesMasters/notesMaster1.xml" Id="R58510c234fc649c7" /></Relationships>
</file>

<file path=ppt/notesSlides/_rels/notesSlide5.xml.rels>&#65279;<?xml version="1.0" encoding="utf-8"?><Relationships xmlns="http://schemas.openxmlformats.org/package/2006/relationships"><Relationship Type="http://schemas.openxmlformats.org/officeDocument/2006/relationships/slide" Target="/ppt/slides/slide5.xml" Id="R291f563f03a74bd6" /><Relationship Type="http://schemas.openxmlformats.org/officeDocument/2006/relationships/notesMaster" Target="/ppt/notesMasters/notesMaster1.xml" Id="R347786c004794561" /></Relationships>
</file>

<file path=ppt/notesSlides/_rels/notesSlide6.xml.rels>&#65279;<?xml version="1.0" encoding="utf-8"?><Relationships xmlns="http://schemas.openxmlformats.org/package/2006/relationships"><Relationship Type="http://schemas.openxmlformats.org/officeDocument/2006/relationships/slide" Target="/ppt/slides/slide6.xml" Id="Ra85b5eb76f8942e5" /><Relationship Type="http://schemas.openxmlformats.org/officeDocument/2006/relationships/notesMaster" Target="/ppt/notesMasters/notesMaster1.xml" Id="R73fc8a07639244b3" /></Relationships>
</file>

<file path=ppt/notesSlides/_rels/notesSlide7.xml.rels>&#65279;<?xml version="1.0" encoding="utf-8"?><Relationships xmlns="http://schemas.openxmlformats.org/package/2006/relationships"><Relationship Type="http://schemas.openxmlformats.org/officeDocument/2006/relationships/slide" Target="/ppt/slides/slide7.xml" Id="Reafa668ed9414ce8" /><Relationship Type="http://schemas.openxmlformats.org/officeDocument/2006/relationships/notesMaster" Target="/ppt/notesMasters/notesMaster1.xml" Id="Raa65b6cde1874b4a" /></Relationships>
</file>

<file path=ppt/notesSlides/_rels/notesSlide8.xml.rels>&#65279;<?xml version="1.0" encoding="utf-8"?><Relationships xmlns="http://schemas.openxmlformats.org/package/2006/relationships"><Relationship Type="http://schemas.openxmlformats.org/officeDocument/2006/relationships/slide" Target="/ppt/slides/slide8.xml" Id="R5f817230055a4e80" /><Relationship Type="http://schemas.openxmlformats.org/officeDocument/2006/relationships/notesMaster" Target="/ppt/notesMasters/notesMaster1.xml" Id="Rcdbaa5e0bf1943ff" /></Relationships>
</file>

<file path=ppt/notesSlides/_rels/notesSlide9.xml.rels>&#65279;<?xml version="1.0" encoding="utf-8"?><Relationships xmlns="http://schemas.openxmlformats.org/package/2006/relationships"><Relationship Type="http://schemas.openxmlformats.org/officeDocument/2006/relationships/slide" Target="/ppt/slides/slide9.xml" Id="R0d36d611acd94162" /><Relationship Type="http://schemas.openxmlformats.org/officeDocument/2006/relationships/notesMaster" Target="/ppt/notesMasters/notesMaster1.xml" Id="R301e7931b8d6454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f705601a72f439a" /><Relationship Type="http://schemas.openxmlformats.org/officeDocument/2006/relationships/notesMaster" Target="/ppt/notesMasters/notesMaster1.xml" Id="R6cbe7d5036024e2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15359752a1d4cba" /><Relationship Type="http://schemas.openxmlformats.org/officeDocument/2006/relationships/notesMaster" Target="/ppt/notesMasters/notesMaster1.xml" Id="R806806b4c09d4f0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99190e63d0e4199" /><Relationship Type="http://schemas.openxmlformats.org/officeDocument/2006/relationships/notesMaster" Target="/ppt/notesMasters/notesMaster1.xml" Id="Rbb30a5a69b03468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3dab0fca0a84e10" /><Relationship Type="http://schemas.openxmlformats.org/officeDocument/2006/relationships/notesMaster" Target="/ppt/notesMasters/notesMaster1.xml" Id="R5c08847030494b0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1da7cb1e7114c08" /><Relationship Type="http://schemas.openxmlformats.org/officeDocument/2006/relationships/notesMaster" Target="/ppt/notesMasters/notesMaster1.xml" Id="R9e3e8d2905634c0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8551950a5f7412c" /><Relationship Type="http://schemas.openxmlformats.org/officeDocument/2006/relationships/notesMaster" Target="/ppt/notesMasters/notesMaster1.xml" Id="R07f1b98efd2746d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777aa751a59489b" /><Relationship Type="http://schemas.openxmlformats.org/officeDocument/2006/relationships/notesMaster" Target="/ppt/notesMasters/notesMaster1.xml" Id="Rea6923928321450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a788cb629724e84" /><Relationship Type="http://schemas.openxmlformats.org/officeDocument/2006/relationships/notesMaster" Target="/ppt/notesMasters/notesMaster1.xml" Id="R96746e94bbba495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9c1293b6d3448d1" /><Relationship Type="http://schemas.openxmlformats.org/officeDocument/2006/relationships/notesMaster" Target="/ppt/notesMasters/notesMaster1.xml" Id="Rdbbc04b4feb0483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478e41ef62647f9" /><Relationship Type="http://schemas.openxmlformats.org/officeDocument/2006/relationships/notesMaster" Target="/ppt/notesMasters/notesMaster1.xml" Id="Rd5d54fe814b9436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14b1263bf374a17" /><Relationship Type="http://schemas.openxmlformats.org/officeDocument/2006/relationships/notesMaster" Target="/ppt/notesMasters/notesMaster1.xml" Id="Ra1d4e6d39d38495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b74382d80fa40dc" /><Relationship Type="http://schemas.openxmlformats.org/officeDocument/2006/relationships/notesMaster" Target="/ppt/notesMasters/notesMaster1.xml" Id="Ra4969b03595f4cb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7b974b17654423e" /><Relationship Type="http://schemas.openxmlformats.org/officeDocument/2006/relationships/notesMaster" Target="/ppt/notesMasters/notesMaster1.xml" Id="Rccb4c53410434d4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b6dc395ac6349b2" /><Relationship Type="http://schemas.openxmlformats.org/officeDocument/2006/relationships/notesMaster" Target="/ppt/notesMasters/notesMaster1.xml" Id="R7fd6d9ea3d6b465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0963f820f0448e2" /><Relationship Type="http://schemas.openxmlformats.org/officeDocument/2006/relationships/notesMaster" Target="/ppt/notesMasters/notesMaster1.xml" Id="Rbbfcdea6f8c64e8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62421b62cd048d3" /><Relationship Type="http://schemas.openxmlformats.org/officeDocument/2006/relationships/notesMaster" Target="/ppt/notesMasters/notesMaster1.xml" Id="Rae760184d35c48b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fd39ba402e3407c" /><Relationship Type="http://schemas.openxmlformats.org/officeDocument/2006/relationships/notesMaster" Target="/ppt/notesMasters/notesMaster1.xml" Id="R5c7208e079e245a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cac2f0726d24be9" /><Relationship Type="http://schemas.openxmlformats.org/officeDocument/2006/relationships/notesMaster" Target="/ppt/notesMasters/notesMaster1.xml" Id="Rd85d5afb63864fc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c3875c7bc2045ef" /><Relationship Type="http://schemas.openxmlformats.org/officeDocument/2006/relationships/notesMaster" Target="/ppt/notesMasters/notesMaster1.xml" Id="R46d8b09bcd7b43d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c37739100234f48" /><Relationship Type="http://schemas.openxmlformats.org/officeDocument/2006/relationships/notesMaster" Target="/ppt/notesMasters/notesMaster1.xml" Id="Rf5aac213ed5743e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82dc565b23f45cc" /><Relationship Type="http://schemas.openxmlformats.org/officeDocument/2006/relationships/notesMaster" Target="/ppt/notesMasters/notesMaster1.xml" Id="R6426a7d95ed54ec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fb2b8d0d8564e60" /><Relationship Type="http://schemas.openxmlformats.org/officeDocument/2006/relationships/notesMaster" Target="/ppt/notesMasters/notesMaster1.xml" Id="Rcb9bf5594fd54aa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eb96e57c0b34a2f" /><Relationship Type="http://schemas.openxmlformats.org/officeDocument/2006/relationships/notesMaster" Target="/ppt/notesMasters/notesMaster1.xml" Id="R878113b7122246f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6451a90114e40fd" /><Relationship Type="http://schemas.openxmlformats.org/officeDocument/2006/relationships/notesMaster" Target="/ppt/notesMasters/notesMaster1.xml" Id="R575591221bdf4d7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bfac006aab644be" /><Relationship Type="http://schemas.openxmlformats.org/officeDocument/2006/relationships/notesMaster" Target="/ppt/notesMasters/notesMaster1.xml" Id="R7449d2ee41874d6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95a5907492142db" /><Relationship Type="http://schemas.openxmlformats.org/officeDocument/2006/relationships/notesMaster" Target="/ppt/notesMasters/notesMaster1.xml" Id="Ref4b1222b9f9458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2115d0eef054fc3" /><Relationship Type="http://schemas.openxmlformats.org/officeDocument/2006/relationships/notesMaster" Target="/ppt/notesMasters/notesMaster1.xml" Id="R9eff5048f3c5478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9795cc883e64a6c" /><Relationship Type="http://schemas.openxmlformats.org/officeDocument/2006/relationships/notesMaster" Target="/ppt/notesMasters/notesMaster1.xml" Id="R282317d85403443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3c1236b4a784834" /><Relationship Type="http://schemas.openxmlformats.org/officeDocument/2006/relationships/notesMaster" Target="/ppt/notesMasters/notesMaster1.xml" Id="R34440a59ef1c4725"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bdf997facb646f7" /><Relationship Type="http://schemas.openxmlformats.org/officeDocument/2006/relationships/notesMaster" Target="/ppt/notesMasters/notesMaster1.xml" Id="R14517da5df0a4c1d"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b8d2376fa714b0d" /><Relationship Type="http://schemas.openxmlformats.org/officeDocument/2006/relationships/notesMaster" Target="/ppt/notesMasters/notesMaster1.xml" Id="R8657110accd841f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30c5aef4a304d08" /><Relationship Type="http://schemas.openxmlformats.org/officeDocument/2006/relationships/notesMaster" Target="/ppt/notesMasters/notesMaster1.xml" Id="R5313a046a5d4470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083b6f39a29b49c6" /><Relationship Type="http://schemas.openxmlformats.org/officeDocument/2006/relationships/notesMaster" Target="/ppt/notesMasters/notesMaster1.xml" Id="R110170bd2ee540d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0cccd2c2fe9467f" /><Relationship Type="http://schemas.openxmlformats.org/officeDocument/2006/relationships/notesMaster" Target="/ppt/notesMasters/notesMaster1.xml" Id="R1142e17047a8488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ef000a28ed704767" /><Relationship Type="http://schemas.openxmlformats.org/officeDocument/2006/relationships/notesMaster" Target="/ppt/notesMasters/notesMaster1.xml" Id="R78da83ecbee945b5"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f6bf52bccd24419" /><Relationship Type="http://schemas.openxmlformats.org/officeDocument/2006/relationships/notesMaster" Target="/ppt/notesMasters/notesMaster1.xml" Id="R84936ffe9c9f46d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11e40340282c42ac" /><Relationship Type="http://schemas.openxmlformats.org/officeDocument/2006/relationships/notesMaster" Target="/ppt/notesMasters/notesMaster1.xml" Id="Rdf49b64853da46b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5036d039e6b3437c" /><Relationship Type="http://schemas.openxmlformats.org/officeDocument/2006/relationships/notesMaster" Target="/ppt/notesMasters/notesMaster1.xml" Id="Rda562d49d2de420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aad02b24100e462a" /><Relationship Type="http://schemas.openxmlformats.org/officeDocument/2006/relationships/notesMaster" Target="/ppt/notesMasters/notesMaster1.xml" Id="R86dcbebf9a194b9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032b6a36e0b94c7f" /><Relationship Type="http://schemas.openxmlformats.org/officeDocument/2006/relationships/notesMaster" Target="/ppt/notesMasters/notesMaster1.xml" Id="R53ec4c71b61e4a0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750140746254876" /><Relationship Type="http://schemas.openxmlformats.org/officeDocument/2006/relationships/notesMaster" Target="/ppt/notesMasters/notesMaster1.xml" Id="Re714dbd306d64e2b"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5da5264ced24a0c" /><Relationship Type="http://schemas.openxmlformats.org/officeDocument/2006/relationships/notesMaster" Target="/ppt/notesMasters/notesMaster1.xml" Id="R4ea6c084826a4cb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a01c0a5670b4043" /><Relationship Type="http://schemas.openxmlformats.org/officeDocument/2006/relationships/notesMaster" Target="/ppt/notesMasters/notesMaster1.xml" Id="Rfccd6f45e2f345cc"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a25467a25fc4176" /><Relationship Type="http://schemas.openxmlformats.org/officeDocument/2006/relationships/notesMaster" Target="/ppt/notesMasters/notesMaster1.xml" Id="R897e55e62c26495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873897c3b214806" /><Relationship Type="http://schemas.openxmlformats.org/officeDocument/2006/relationships/notesMaster" Target="/ppt/notesMasters/notesMaster1.xml" Id="Rc024594d24c144d8"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3ef72fd3d30845d3" /><Relationship Type="http://schemas.openxmlformats.org/officeDocument/2006/relationships/notesMaster" Target="/ppt/notesMasters/notesMaster1.xml" Id="Rb86226e8b532426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d637bbb68e11484c" /><Relationship Type="http://schemas.openxmlformats.org/officeDocument/2006/relationships/notesMaster" Target="/ppt/notesMasters/notesMaster1.xml" Id="R568854904f8143c8"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d54f925ab0040dd" /><Relationship Type="http://schemas.openxmlformats.org/officeDocument/2006/relationships/notesMaster" Target="/ppt/notesMasters/notesMaster1.xml" Id="R8147431d529b438d"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c13cbd6685614776" /><Relationship Type="http://schemas.openxmlformats.org/officeDocument/2006/relationships/notesMaster" Target="/ppt/notesMasters/notesMaster1.xml" Id="Refbfbf62a57548d3"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2231a51b95848ce" /><Relationship Type="http://schemas.openxmlformats.org/officeDocument/2006/relationships/notesMaster" Target="/ppt/notesMasters/notesMaster1.xml" Id="R5ee16a48d8024763"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bd44c1d26744fc1" /><Relationship Type="http://schemas.openxmlformats.org/officeDocument/2006/relationships/notesMaster" Target="/ppt/notesMasters/notesMaster1.xml" Id="R82e5f24a4a6e4a75"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4975cdeaa44547c2" /><Relationship Type="http://schemas.openxmlformats.org/officeDocument/2006/relationships/notesMaster" Target="/ppt/notesMasters/notesMaster1.xml" Id="R1140fbd440c147b9"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5a54f2c2ab714f19" /><Relationship Type="http://schemas.openxmlformats.org/officeDocument/2006/relationships/notesMaster" Target="/ppt/notesMasters/notesMaster1.xml" Id="R0bcdd27400844356"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8dafd2e7969480b" /><Relationship Type="http://schemas.openxmlformats.org/officeDocument/2006/relationships/notesMaster" Target="/ppt/notesMasters/notesMaster1.xml" Id="R19fe77f2dc864fc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27e308538ec341af" /><Relationship Type="http://schemas.openxmlformats.org/officeDocument/2006/relationships/notesMaster" Target="/ppt/notesMasters/notesMaster1.xml" Id="R56c8d39d56f8412b"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7bd6d0ef83c44622" /><Relationship Type="http://schemas.openxmlformats.org/officeDocument/2006/relationships/notesMaster" Target="/ppt/notesMasters/notesMaster1.xml" Id="Raff289c0b71b4f5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c5e5e01abf1748b2" /><Relationship Type="http://schemas.openxmlformats.org/officeDocument/2006/relationships/notesMaster" Target="/ppt/notesMasters/notesMaster1.xml" Id="R0d53c28d80ae4fc9"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0c3572a165c84607" /><Relationship Type="http://schemas.openxmlformats.org/officeDocument/2006/relationships/notesMaster" Target="/ppt/notesMasters/notesMaster1.xml" Id="R14b9e03c6a6249ee"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66b6186059964314" /><Relationship Type="http://schemas.openxmlformats.org/officeDocument/2006/relationships/notesMaster" Target="/ppt/notesMasters/notesMaster1.xml" Id="Rf1ef557d2e564532"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de962fe558934114" /><Relationship Type="http://schemas.openxmlformats.org/officeDocument/2006/relationships/notesMaster" Target="/ppt/notesMasters/notesMaster1.xml" Id="R28d5bfbff93f4211"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fe3428d28dab4054" /><Relationship Type="http://schemas.openxmlformats.org/officeDocument/2006/relationships/notesMaster" Target="/ppt/notesMasters/notesMaster1.xml" Id="R4df13bc770d14e0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973b9ed77736499c" /><Relationship Type="http://schemas.openxmlformats.org/officeDocument/2006/relationships/notesMaster" Target="/ppt/notesMasters/notesMaster1.xml" Id="R8d5a8b063bb2442b"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8fd71e9d34ea4df1" /><Relationship Type="http://schemas.openxmlformats.org/officeDocument/2006/relationships/notesMaster" Target="/ppt/notesMasters/notesMaster1.xml" Id="Ra6e15d70fc7a4fcb"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8e46d06ba01c4d03" /><Relationship Type="http://schemas.openxmlformats.org/officeDocument/2006/relationships/notesMaster" Target="/ppt/notesMasters/notesMaster1.xml" Id="Rc27add06837b4be8"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15ae9db4731b4f58" /><Relationship Type="http://schemas.openxmlformats.org/officeDocument/2006/relationships/notesMaster" Target="/ppt/notesMasters/notesMaster1.xml" Id="R9d3943ab06514ceb"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bf7936ecb465417e" /><Relationship Type="http://schemas.openxmlformats.org/officeDocument/2006/relationships/notesMaster" Target="/ppt/notesMasters/notesMaster1.xml" Id="R8159aad520524230"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bd015176695640b6" /><Relationship Type="http://schemas.openxmlformats.org/officeDocument/2006/relationships/notesMaster" Target="/ppt/notesMasters/notesMaster1.xml" Id="R17122ba415f34c2d"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54c6af9a235e4f56" /><Relationship Type="http://schemas.openxmlformats.org/officeDocument/2006/relationships/notesMaster" Target="/ppt/notesMasters/notesMaster1.xml" Id="Reb89bab90a244fc7"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787fdfb3418743cb" /><Relationship Type="http://schemas.openxmlformats.org/officeDocument/2006/relationships/notesMaster" Target="/ppt/notesMasters/notesMaster1.xml" Id="Ra27542d983e54d32"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aac0f2aa484047ac" /><Relationship Type="http://schemas.openxmlformats.org/officeDocument/2006/relationships/notesMaster" Target="/ppt/notesMasters/notesMaster1.xml" Id="Ra27e0873a8694d96"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da6856c44702438c" /><Relationship Type="http://schemas.openxmlformats.org/officeDocument/2006/relationships/notesMaster" Target="/ppt/notesMasters/notesMaster1.xml" Id="R5b1041fa65734f0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d1c904fa990b4634" /><Relationship Type="http://schemas.openxmlformats.org/officeDocument/2006/relationships/notesMaster" Target="/ppt/notesMasters/notesMaster1.xml" Id="Rd278fa01e1aa429a"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cc73037116be4420" /><Relationship Type="http://schemas.openxmlformats.org/officeDocument/2006/relationships/notesMaster" Target="/ppt/notesMasters/notesMaster1.xml" Id="R440ecbb396984953"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e26c3894d18348b3" /><Relationship Type="http://schemas.openxmlformats.org/officeDocument/2006/relationships/notesMaster" Target="/ppt/notesMasters/notesMaster1.xml" Id="Rb3485f79d6f245dc"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0cc6f8fef9f342e5" /><Relationship Type="http://schemas.openxmlformats.org/officeDocument/2006/relationships/notesMaster" Target="/ppt/notesMasters/notesMaster1.xml" Id="R5d97c4a99bb74251"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d1525021ca334d6f" /><Relationship Type="http://schemas.openxmlformats.org/officeDocument/2006/relationships/notesMaster" Target="/ppt/notesMasters/notesMaster1.xml" Id="R4c28c78b1fde4196"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a9f1113252cb4b39" /><Relationship Type="http://schemas.openxmlformats.org/officeDocument/2006/relationships/notesMaster" Target="/ppt/notesMasters/notesMaster1.xml" Id="R7ba1320b01d54ffc"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053bce533331444b" /><Relationship Type="http://schemas.openxmlformats.org/officeDocument/2006/relationships/notesMaster" Target="/ppt/notesMasters/notesMaster1.xml" Id="Rca363e2f6f334a3b"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c90db05f8298419e" /><Relationship Type="http://schemas.openxmlformats.org/officeDocument/2006/relationships/notesMaster" Target="/ppt/notesMasters/notesMaster1.xml" Id="Rcbc8127e45614c54"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cea5f6aeaba449cf" /><Relationship Type="http://schemas.openxmlformats.org/officeDocument/2006/relationships/notesMaster" Target="/ppt/notesMasters/notesMaster1.xml" Id="Ra833510ae90e4300"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ead5373db21d492c" /><Relationship Type="http://schemas.openxmlformats.org/officeDocument/2006/relationships/notesMaster" Target="/ppt/notesMasters/notesMaster1.xml" Id="Rc57cefebc5e84717"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8dcab362c8084c4e" /><Relationship Type="http://schemas.openxmlformats.org/officeDocument/2006/relationships/notesMaster" Target="/ppt/notesMasters/notesMaster1.xml" Id="Rc83d7dddcd6d4d41"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3a87703710c04cce" /><Relationship Type="http://schemas.openxmlformats.org/officeDocument/2006/relationships/notesMaster" Target="/ppt/notesMasters/notesMaster1.xml" Id="Rd62d4e3440aa48ee"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8096ab5dcaae4f28" /><Relationship Type="http://schemas.openxmlformats.org/officeDocument/2006/relationships/notesMaster" Target="/ppt/notesMasters/notesMaster1.xml" Id="Rcf3ba89ff8ed4d7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다음 구조를 선택할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DEC-0071의19필드·Demo3+Q&amp;A1분·역할 분담/통합 순서를 정렬했다. 최종 패키지·렌더·내장 Notes 대조는 production/evaluation/S59_ROLE_SPLIT_REVISION.md에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이제 작업이 끝난 뒤 무엇을 남길지로 질문을 바꾼다.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DEC-0073의19필드·Demo2+Case2분·Context에서 보존 후보와 다음 사용으로 이어지는 순서를 정렬했다. 최종 패키지·렌더·내장 Notes 대조는 production/evaluation/S61_CONTEXT_RETENTION_REVISION.md에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실제 Demo 지식의 원래 출처</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작업에 쓰인 구성의 역할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S62는 지식이 이미 어디에 있었는지 확인한 장이었다. 이제 실제 밝기 통계 작업 하나를 가운데 놓고 각 자료의 역할을 본다. 재구성 도식이며 실제 실행 화면이나 순서 trace가 아니다.</a:t>
            </a:r>
          </a:p>
          <a:p xmlns:a="http://schemas.openxmlformats.org/drawingml/2006/main">
            <a:r>
              <a:t>2. (0:20–0:50) 왼쪽 ‘목표’를 짚는다. TRIAL-008의 실제 요청은 image_statistics의 근거 있는 실행시간 또는 할당량 개선 가능성을 조사하고, 현재 출력6항목과 변경 범위를 보존하며 trade-off나 no-change 결과도 보고하라는 것이었다. 화면은 그 목표·조건의 요약이다. 최적화 수치 자체는 S58에서 다뤘다.</a:t>
            </a:r>
          </a:p>
          <a:p xmlns:a="http://schemas.openxmlformats.org/drawingml/2006/main">
            <a:r>
              <a:t>3. (0:50–1:15) ‘Context’는 프로젝트에서 사실로 확인할 명세·명령·참고 위치다. AGENTS.md와 상세 문서, 실제 코드·테스트에서 동작과 제약을 확인했다. S62의 원래 출처를 모두 화면에 다시 나열하지 않는다.</a:t>
            </a:r>
          </a:p>
          <a:p xmlns:a="http://schemas.openxmlformats.org/drawingml/2006/main">
            <a:r>
              <a:t>4. (1:15–1:40) ‘Skill’은 이번 작업의 답을 미리 담지 않고 기준선 확보·조사·변경·검증·비교 같은 재사용 수행 방법을 담았다. Repository Skill은 실제 CLI 기록에서 명시적으로 호출되어 본문이 포함됐고, 수행 근거는 작업 기록과 별도로 대조했다. 목표·Context·Skill에서 모이는 선은 한 작업에 적용한 서로 다른 입력을 뜻하며 이 셋을 차례로 실행한다는 순서가 아니다.</a:t>
            </a:r>
          </a:p>
          <a:p xmlns:a="http://schemas.openxmlformats.org/drawingml/2006/main">
            <a:r>
              <a:t>5. (1:40–2:30) 가운데 Agent의 조사·변경을 거쳐 오른쪽 ‘검증 도구’로 시선을 옮긴다. 테스트는 보존할 동작을 검사하고 benchmark는 같은 입력·환경에서 실행시간·할당량을 비교할 근거를 제공했다. TRIAL-008 후보와 정식 STATE-04-PERF의 검증은 별도 기록이며, 정식 상태에서는 재조사·동작 검사·CLI·diff review를 거쳐 변경을 고정했다. 검사 통과만으로 모든 동작의 정확성이나 각 Harness 요소의 단독 인과 효과가 증명된 것은 아니다. 사람이 이 근거와 미확인 사항을 검토한다.</a:t>
            </a:r>
          </a:p>
          <a:p xmlns:a="http://schemas.openxmlformats.org/drawingml/2006/main">
            <a:r>
              <a:t>6. (2:30–3:00) Subagent와 별도 Memory를 추가하지 않았다는 기존 선택을 회수한다. 이 사례에서 쓴 구성이며 보편적인 최적 개수나 필수 목록은 아니다. 다음 S64에서 이 실제 자료와 도구들의 관계를 교육용 작업 환경 모델로 묶는다.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출처→역할0.33, 목표0.5, Context0.42, Skill0.42, 작업·검증0.83, 선택 범위·전환0.5. 지연 시 파일명과 원문 요청 낭독을 생략하고 네 역할과 동작/측정 근거 구분은 유지한다.3분에 S64의 전체 관계도로 이동한다. 실제 리허설은 UNVERIFIED다.</a:t>
            </a:r>
          </a:p>
          <a:p xmlns:a="http://schemas.openxmlformats.org/drawingml/2006/main">
            <a:r>
              <a:t/>
            </a:r>
          </a:p>
          <a:p xmlns:a="http://schemas.openxmlformats.org/drawingml/2006/main">
            <a:r>
              <a:t>Fallback: LOCAL STATIC ARTIFACT — production/ACT_3.pptx의 S63, production/preview/act3/S63.png 및 production/preview/full/S63.png.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DEC-0075의19필드·Demo3분·실제 구성의 책임과 기존 Claim Boundary를 정렬했다. 최종 패키지/PNG/내장 Notes 대조는 production/evaluation/S63_TASK_ROLES_REVISION.md에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함께 작동하는 작업 환경, Harness</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Lecture) S63의 실제 밝기 통계 작업에서 본 배치를 이어 읽는다. 앞 장은 그 작업에서 무엇을 썼는지, 이번 장은 이 과정에서 Harness라 부르는 전체 작업 환경을 정리한다. 화면 전체를 두른 테두리는 하나의 환경이라는 뜻이며 특정 제품 화면이 아니다.</a:t>
            </a:r>
          </a:p>
          <a:p xmlns:a="http://schemas.openxmlformats.org/drawingml/2006/main">
            <a:r>
              <a:t>2. (0:40–1:30 / Lecture) 왼쪽의 목표·Context·Skill이 같은 Agent 작업에 적용된다. 개발자는 바꿀 것과 지킬 조건을 정한다. Context는 프로젝트 사실·명세이고 Skill은 재사용 수행 방법이다. 셋은 순차 실행 단계가 아니며, 특정 파일 하나가 Harness 전체를 대신하지 않는다.</a:t>
            </a:r>
          </a:p>
          <a:p xmlns:a="http://schemas.openxmlformats.org/drawingml/2006/main">
            <a:r>
              <a:t>3. (1:30–2:30 / Lecture) 가운데 Agent가 조사·판단·변경하고 오른쪽 테스트·benchmark가 동작과 측정 근거를 제공한다. 결과를 사람이 검토한다. ‘사람이 결과 검토’는 검증 도구 이름이 아니라 검증 이후 개발자의 책임을 나타낸다. 검사 통과와 원하는 변화의 충족 여부를 함께 판단하며 자동 정답 보장을 뜻하지 않는다.</a:t>
            </a:r>
          </a:p>
          <a:p xmlns:a="http://schemas.openxmlformats.org/drawingml/2006/main">
            <a:r>
              <a:t>4. (2:30–3:30 / Lecture) 아래 실행 환경에서 위로 연결된 선을 짚는다. Repository, 입력, 권한, 실행·측정 조건은 작업과 확인이 이뤄질 공통 기반이다. 단순히 파일이 있다는 것만으로 명령이 실행되거나 결과가 비교 가능해지는 것은 아니다. 화살표는 이 환경이 작업과 검증을 함께 뒷받침한다는 교육용 관계이며 실제 실행·재시도·시간순서 trace가 아니다.</a:t>
            </a:r>
          </a:p>
          <a:p xmlns:a="http://schemas.openxmlformats.org/drawingml/2006/main">
            <a:r>
              <a:t>5. (3:30–4:00 / Lecture) 이 구성을 의도적으로 연결해 Agent가 신뢰성 있게 일할 수 있게 설계하는 것이 이 과정의 Harness 운영 모델이다. 공식 OpenAI 정의나 보편적인 필수 목록이 아니다. Subagent와 별도 Memory를 모든 환경에 넣어야 한다는 의미도 없다.</a:t>
            </a:r>
          </a:p>
          <a:p xmlns:a="http://schemas.openxmlformats.org/drawingml/2006/main">
            <a:r>
              <a:t>6. (4:00–5:30 / Demo) CAPTURED 정적 구성 회수: S63의 기록을 화면에 대응한다. Context의 AGENTS.md·상세 문서, 재사용 성능 Skill, 실제 동작 검사·benchmark·입력/실행 조건이다. TRIAL-008 후보와 정식 STATE-04-PERF의 재조사·검증을 구분한다. 실제 파일과 기록에서 확인한 구성만 회수하며 큰 모델의 모든 환경 조건을 빠짐없이 감사했다는 뜻이 아니다. 제품 화면이나 새 명령을 실행하지 않는다.</a:t>
            </a:r>
          </a:p>
          <a:p xmlns:a="http://schemas.openxmlformats.org/drawingml/2006/main">
            <a:r>
              <a:t>7. (5:30–6:00 / Demo) 실제 구성은 그 범위의 성공 사례로 유지한다. 아래 실행 환경을 가리키며 ‘그 실행 조건이 Repository 파일만으로 모두 정해질까요?’로 S65를 연다. 전역 지침·경고의 상세 기록은 다음 장과 ACT4에 남긴다.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S63의 실제 구성 대응을 사용한다. AGENTS.md·상세 문서·repository Skill·테스트·benchmark는 보존된 실제 근거이며 환경 전체의 완전한 감사 증거는 아니다.</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S66에서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S63/STATE-04-PERF의 AGENTS.md·docs·Skill·tests·benchmark와 기록된 입력/실행 조건을 같은 도식에 대응하는 CAPTURED 정적 요약이다. 실제 실행 캡처가 아니며 제품·Agent·benchmark·Demo repository를 실행하거나 새 Trial을 만들지 않는다. S63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S63→전체 모델0.67, 세 입력0.83, 작업·검증·검토1, 실행 환경1, 정의·범위0.5. Demo2분: 기존 실제 구성 대응1.5, 환경 질문·전환0.5. 지연 시 파일명·용어 정의 반복을 줄이되 실행 환경의 두 연결과 사람의 검토 책임을 유지한다.6분에 S65로 넘긴다. 실제 운영 리허설은 UNVERIFIED다.</a:t>
            </a:r>
          </a:p>
          <a:p xmlns:a="http://schemas.openxmlformats.org/drawingml/2006/main">
            <a:r>
              <a:t/>
            </a:r>
          </a:p>
          <a:p xmlns:a="http://schemas.openxmlformats.org/drawingml/2006/main">
            <a:r>
              <a:t>Fallback: LOCAL STATIC ARTIFACT — production/ACT_3.pptx의 S64, production/preview/act3/S64.png 및 production/preview/full/S64.png.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DEC-0076의19필드·Lecture4+Demo2분·교육용 정의와 실제 구성 경계를 정렬했다. 최종 패키지/PNG/내장 Notes 대조는 production/evaluation/S64_HARNESS_STRUCTURE_REVISION.md에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저장소여도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“S64의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S64의 아래 실행 환경을 회수한다. 이번에는 한 Agent 실행으로 같은 Repository와 저장소 밖 조건이 함께 들어오는 관계를 본다. 위 도식은 실행 조건을 설명하는 교육용 구성으로, 환경 두 개를 비교 실행한 실험이나 과거 Trial의 정확한 파일 트리가 아니다.</a:t>
            </a:r>
          </a:p>
          <a:p xmlns:a="http://schemas.openxmlformats.org/drawingml/2006/main">
            <a:r>
              <a:t>2. (0:20–1:00) 왼쪽 코드·프로젝트 지침·문서를 짚고, 오른쪽 전역 지침/Skills, 모델·설정·권한을 짚는다. 외부의 점선과 ‘적용 확인’은 실제 세션에서 무엇이 적용됐는지 확인하라는 뜻이다. 같은 코드여도 세션에 들어오는 지침·사용할 모델/도구·허용된 작업 범위가 달라질 수 있다. 모든 항목이 이 Trial에서 달라졌거나 결과를 바꿨다고 말하지 않는다. OS/runtime도 기록할 조건이며 전체 환경 목록은 Notes에서 참고한다.</a:t>
            </a:r>
          </a:p>
          <a:p xmlns:a="http://schemas.openxmlformats.org/drawingml/2006/main">
            <a:r>
              <a:t>3. (1:00–1:50) ‘실제 관찰’로 이동한다. TRIAL-006의 보존 기록에 전역 Skills4개 포함과 Hook 구성 경고·MCP 연결/인증 시작 문제가 있었다. 화면은 이를 ‘전역 Skills 포함 / 시작 단계의 경고’로 요약했다. Hook은 실행 전후 동작을 연결하는 장치, MCP는 외부 도구 연결 방식이라는 최소 설명만 필요할 때 덧붙인다. 시작 중 경고가 나온 사실과 도구가 실제 작업에서 쓰였는지는 다르다. 완전한 전역 지침 주입 원문은 별도로 보존되지 않았으므로 화면의 관찰 목록에 전역 지침 전체 로딩을 확정해 넣지 않았다.</a:t>
            </a:r>
          </a:p>
          <a:p xmlns:a="http://schemas.openxmlformats.org/drawingml/2006/main">
            <a:r>
              <a:t>4. (1:50–2:35) ‘해석의 한계’를 읽는다. Hook이 실행돼 소스를 바꿨거나 MCP 결과가 작업에 기여했다는 근거는 없다. 모든 설정·권한의 전체 감사나 각 요소의 인과효과도 입증하지 않았다. TRIAL-006의 코드·동작 검사·benchmark는 해당 조건의 관찰로 유지하되 긴 Prompt만의 효과로 귀속하는 평가는 PARTIAL이다. 현재 Desktop 동작으로 확장하지 않는다. TRIAL-007의 보고와 stderr의 MCP 경고 불일치, TRIAL-008의 부분적 전역 영향 기록은 ACT4의 상세 Meta 사례에 남긴다.</a:t>
            </a:r>
          </a:p>
          <a:p xmlns:a="http://schemas.openxmlformats.org/drawingml/2006/main">
            <a:r>
              <a:t>5. (2:35–3:00) 결과를 해석하려면 코드·Prompt뿐 아니라 적용 지침·설정·권한·실행 조건도 함께 남겨야 한다는 판단을 회수한다. 새 실험이나 설정 변경을 요구하지 않는다. 기존 Transition으로 우리 C++ 검사 업무의 명세·빌드·검증 조건에 이 패턴을 옮길 S66을 연다.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S66에서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S64 환경 질문 회수0.33, 두 입력의 관계0.67, 실제 관찰0.83, 해석 경계0.75, 기록 판단/전환0.42. 지연 시 Skill4개 이름·Hook/MCP 정의·후속 Trial 상세를 생략한다. 관찰과 인과의 구분 및 설정/권한 적용 확인은 유지하고3분에 S66으로 넘긴다. 실제 리허설은 UNVERIFIED다.</a:t>
            </a:r>
          </a:p>
          <a:p xmlns:a="http://schemas.openxmlformats.org/drawingml/2006/main">
            <a:r>
              <a:t/>
            </a:r>
          </a:p>
          <a:p xmlns:a="http://schemas.openxmlformats.org/drawingml/2006/main">
            <a:r>
              <a:t>Fallback: LOCAL STATIC ARTIFACT — production/ACT_3.pptx의 S65, production/preview/act3/S65.png 및 production/preview/full/S65.png.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DEC-0077의19필드·Lecture3분·OBSERVED_META/TEACHING_MODEL 및 실제 관찰/추론 경계를 정렬했다. 최종 패키지/PNG/내장 Notes 대조는 production/evaluation/S65_EXTERNAL_CONDITIONS_REVISION.md에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통계의 판단을 C++ 검사에 적용하기</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“S65에서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S65의 조건 확인을 C++ 작업에 연결한다.</a:t>
            </a:r>
          </a:p>
          <a:p xmlns:a="http://schemas.openxmlformats.org/drawingml/2006/main">
            <a:r>
              <a:t>6. (4:40–5:00) 세 기준을 옮기는 것이며 실제 C++ Trial이나 회사 성과가 아니라는 범위를 회수한다. 다음 S67에서는 이 중 자기 업무에서 먼저 정리할 반복 한 가지와 검토·갱신 책임을 고르게 한다.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S67로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S65/삽화 연결0.75, 명세1, 수행 방법1, 검증 근거1.25, 실행 조건0.67, 적용 범위/전환0.33. 지연 시 도구 이름과 측정량 상세 설명을 줄이고 세 행의 대응·입력/빌드/장비 조건·교육용 범위는 유지한다.5분에 S67로 이동한다. 실제 리허설은 UNVERIFIED다.</a:t>
            </a:r>
          </a:p>
          <a:p xmlns:a="http://schemas.openxmlformats.org/drawingml/2006/main">
            <a:r>
              <a:t/>
            </a:r>
          </a:p>
          <a:p xmlns:a="http://schemas.openxmlformats.org/drawingml/2006/main">
            <a:r>
              <a:t>Fallback: LOCAL STATIC ARTIFACT — production/ACT_3.pptx의 S66, production/preview/act3/S66.png 및 production/preview/full/S66.png.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업무에서 먼저 정리할 한 가지</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“S66의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Reflection, R1) S66에서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아래 프로젝트 변화 질문으로 시선을 옮긴다. 방금 고른 구조와 정보가 프로젝트 변경 뒤에도 맞는지 점검할 필요를 묻되 실패나 원인을 미리 확정하지 않는다. 실제 STATE-04-PERF 성공은 기준점으로 유지하고 S68에서 짧게 회수한다. S69부터 별도의 가상 변화가 시작되며 실제 Demo의 실패 이력이 아니라는 기존 Transition을 유지한다.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S66의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추가 Demo가 아닌 정적 성찰 화면이다. 발표자는 R1에서 세 후보→하나 선택→위치/담당 질문, R2에서 같은 질문을 기준으로 Q&amp;A, R3에서 아래 변화 질문으로 시선을 옮긴다. 슬라이드 추가·애니메이션·제품/Agent/저장소 실행·새 Trial은 없다. 정적 화면 전체가 보이며 발표자의 가리키기와 설명 순서로 진행한다.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S68로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S67, production/preview/act3/S67.png 및 production/preview/full/S67.png.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DEC-0079의19필드·Reflection3→Q&amp;A5→Transition2분·선택/위치/유지 책임·실습 없음 경계를 정렬했다. 최종 패키지/PNG/내장 Notes 대조는 production/evaluation/S67_REFLECTION_OWNERSHIP_REVISION.md에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559f81ac245444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43925a42ca04c1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374274e48de4cd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4c769039d0842e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371ede66c46447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09fc97516e3417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E53434-F416-46DB-9088-4D3FE8CBD8F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8EEB12D-CEDC-491C-80DA-6FCED845CEB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39A1A22-544F-4636-86F7-9D87031B916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47F60DC-6844-4930-836D-5EA8094B161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3F5B359-3BFF-40F6-8EC9-0AA6E7E12FC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421405C-E693-4CB4-9FBB-119BF316756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06D776-2819-4210-BFD6-C981FF71562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0246FC1-0BE1-4C9A-AA87-29B613FD9D7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AA843CA-E0B0-450C-BDA1-A8731DBA91E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739CE6C-FC8A-4F7B-AA61-5E038A332F0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4670c9d1fa446be" /><Relationship Type="http://schemas.openxmlformats.org/officeDocument/2006/relationships/slideLayout" Target="/ppt/slideLayouts/slideLayout1.xml" Id="R0f2c859128494a19" /><Relationship Type="http://schemas.openxmlformats.org/officeDocument/2006/relationships/slideLayout" Target="/ppt/slideLayouts/slideLayout2.xml" Id="Reab96b4e690a44dd" /><Relationship Type="http://schemas.openxmlformats.org/officeDocument/2006/relationships/slideLayout" Target="/ppt/slideLayouts/slideLayout3.xml" Id="R91ee0906ae024454" /><Relationship Type="http://schemas.openxmlformats.org/officeDocument/2006/relationships/slideLayout" Target="/ppt/slideLayouts/slideLayout4.xml" Id="R31cd8fb4e3a24e83" /><Relationship Type="http://schemas.openxmlformats.org/officeDocument/2006/relationships/slideLayout" Target="/ppt/slideLayouts/slideLayout5.xml" Id="R91bfca0082cf47ea" /><Relationship Type="http://schemas.openxmlformats.org/officeDocument/2006/relationships/slideLayout" Target="/ppt/slideLayouts/slideLayout6.xml" Id="R6fbc6dae55d040f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f2c859128494a19"/>
    <p:sldLayoutId xmlns:r="http://schemas.openxmlformats.org/officeDocument/2006/relationships" id="2147483650" r:id="Reab96b4e690a44dd"/>
    <p:sldLayoutId xmlns:r="http://schemas.openxmlformats.org/officeDocument/2006/relationships" id="2147483651" r:id="R91ee0906ae024454"/>
    <p:sldLayoutId xmlns:r="http://schemas.openxmlformats.org/officeDocument/2006/relationships" id="2147483652" r:id="R31cd8fb4e3a24e83"/>
    <p:sldLayoutId xmlns:r="http://schemas.openxmlformats.org/officeDocument/2006/relationships" id="2147483653" r:id="R91bfca0082cf47ea"/>
    <p:sldLayoutId xmlns:r="http://schemas.openxmlformats.org/officeDocument/2006/relationships" id="2147483654" r:id="R6fbc6dae55d040f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bc204ed2f364579" /><Relationship Type="http://schemas.openxmlformats.org/officeDocument/2006/relationships/image" Target="/ppt/media/image.png" Id="Rb663e37d7b524290" /><Relationship Type="http://schemas.openxmlformats.org/officeDocument/2006/relationships/notesSlide" Target="/ppt/notesSlides/notesSlide1.xml" Id="R29069102aed54c0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1fd0792018242c9" /><Relationship Type="http://schemas.openxmlformats.org/officeDocument/2006/relationships/notesSlide" Target="/ppt/notesSlides/notesSlide2.xml" Id="Rff91ceb18698489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9576a33aeaa4b6a" /><Relationship Type="http://schemas.openxmlformats.org/officeDocument/2006/relationships/notesSlide" Target="/ppt/notesSlides/notesSlide3.xml" Id="R63749526dcce4b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efda6f6b2e948ac" /><Relationship Type="http://schemas.openxmlformats.org/officeDocument/2006/relationships/image" Target="/ppt/media/image2.png" Id="R1981021da7c44b1f" /><Relationship Type="http://schemas.openxmlformats.org/officeDocument/2006/relationships/notesSlide" Target="/ppt/notesSlides/notesSlide4.xml" Id="Ref6af94725474d5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3a05bdad3de48d1" /><Relationship Type="http://schemas.openxmlformats.org/officeDocument/2006/relationships/notesSlide" Target="/ppt/notesSlides/notesSlide5.xml" Id="R50a7fee1ed8d4a2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ae5035d21634277" /><Relationship Type="http://schemas.openxmlformats.org/officeDocument/2006/relationships/notesSlide" Target="/ppt/notesSlides/notesSlide6.xml" Id="Reb5b8f38323c49e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f66988bb9d543f2" /><Relationship Type="http://schemas.openxmlformats.org/officeDocument/2006/relationships/image" Target="/ppt/media/image3.png" Id="Rccc5ce6d3be64899" /><Relationship Type="http://schemas.openxmlformats.org/officeDocument/2006/relationships/notesSlide" Target="/ppt/notesSlides/notesSlide7.xml" Id="Rfdae8e22ead440e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435da5ec75e425d" /><Relationship Type="http://schemas.openxmlformats.org/officeDocument/2006/relationships/notesSlide" Target="/ppt/notesSlides/notesSlide8.xml" Id="R92decfc456d34ac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a19d8b0f1f04e5a" /><Relationship Type="http://schemas.openxmlformats.org/officeDocument/2006/relationships/image" Target="/ppt/media/image4.png" Id="R8802e63e264c40fe" /><Relationship Type="http://schemas.openxmlformats.org/officeDocument/2006/relationships/image" Target="/ppt/media/image5.png" Id="Ra727e90d244e4bda" /><Relationship Type="http://schemas.openxmlformats.org/officeDocument/2006/relationships/image" Target="/ppt/media/image6.png" Id="R909148a4046442f6" /><Relationship Type="http://schemas.openxmlformats.org/officeDocument/2006/relationships/notesSlide" Target="/ppt/notesSlides/notesSlide9.xml" Id="Rdd84ccc66e964ca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c6d57981f7b471f" /><Relationship Type="http://schemas.openxmlformats.org/officeDocument/2006/relationships/notesSlide" Target="/ppt/notesSlides/notesSlide10.xml" Id="Rdd2aaa44cc4b417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11cb72cbb6e4401" /><Relationship Type="http://schemas.openxmlformats.org/officeDocument/2006/relationships/image" Target="/ppt/media/image7.png" Id="R7913aef5c0d24940" /><Relationship Type="http://schemas.openxmlformats.org/officeDocument/2006/relationships/image" Target="/ppt/media/image8.png" Id="R7e2e987fbd374e8f" /><Relationship Type="http://schemas.openxmlformats.org/officeDocument/2006/relationships/image" Target="/ppt/media/image9.png" Id="Rbb90c670a4b74c81" /><Relationship Type="http://schemas.openxmlformats.org/officeDocument/2006/relationships/notesSlide" Target="/ppt/notesSlides/notesSlide11.xml" Id="R975ea9d53de24e6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89e154d77f048ad" /><Relationship Type="http://schemas.openxmlformats.org/officeDocument/2006/relationships/image" Target="/ppt/media/image10.png" Id="R877d67fe79ba4ac4" /><Relationship Type="http://schemas.openxmlformats.org/officeDocument/2006/relationships/notesSlide" Target="/ppt/notesSlides/notesSlide12.xml" Id="Re9f4ca02f1c64b3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455f2cf68404b65" /><Relationship Type="http://schemas.openxmlformats.org/officeDocument/2006/relationships/image" Target="/ppt/media/image11.png" Id="R3a936940bac647f4" /><Relationship Type="http://schemas.openxmlformats.org/officeDocument/2006/relationships/notesSlide" Target="/ppt/notesSlides/notesSlide13.xml" Id="R45f072a8e26e4e2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39ff7d5866240cd" /><Relationship Type="http://schemas.openxmlformats.org/officeDocument/2006/relationships/notesSlide" Target="/ppt/notesSlides/notesSlide14.xml" Id="Rc29067fd212c477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0b8c9e62643b444b" /><Relationship Type="http://schemas.openxmlformats.org/officeDocument/2006/relationships/notesSlide" Target="/ppt/notesSlides/notesSlide15.xml" Id="R5ee76f3bac0d4f3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607b2f3bddd4fd1" /><Relationship Type="http://schemas.openxmlformats.org/officeDocument/2006/relationships/notesSlide" Target="/ppt/notesSlides/notesSlide16.xml" Id="Rb131ced17b9f41c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39516f3b4064537" /><Relationship Type="http://schemas.openxmlformats.org/officeDocument/2006/relationships/notesSlide" Target="/ppt/notesSlides/notesSlide17.xml" Id="R07e520b0d75247a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dcf8908bfdb4f32" /><Relationship Type="http://schemas.openxmlformats.org/officeDocument/2006/relationships/notesSlide" Target="/ppt/notesSlides/notesSlide18.xml" Id="R1ea261578ace4c5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09dce38e6704a32" /><Relationship Type="http://schemas.openxmlformats.org/officeDocument/2006/relationships/notesSlide" Target="/ppt/notesSlides/notesSlide19.xml" Id="Rbf89dbe4c1e149b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c6037b060bf4d91" /><Relationship Type="http://schemas.openxmlformats.org/officeDocument/2006/relationships/notesSlide" Target="/ppt/notesSlides/notesSlide20.xml" Id="Rcb7efe0f06b44a9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cc8a61586c14e1c" /><Relationship Type="http://schemas.openxmlformats.org/officeDocument/2006/relationships/notesSlide" Target="/ppt/notesSlides/notesSlide21.xml" Id="R2488afb84866439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e01959313e4493e" /><Relationship Type="http://schemas.openxmlformats.org/officeDocument/2006/relationships/notesSlide" Target="/ppt/notesSlides/notesSlide22.xml" Id="R5462acaa7401403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df0914cf1f84997" /><Relationship Type="http://schemas.openxmlformats.org/officeDocument/2006/relationships/notesSlide" Target="/ppt/notesSlides/notesSlide23.xml" Id="Rbc2426044e4e408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f8a6c8965084917" /><Relationship Type="http://schemas.openxmlformats.org/officeDocument/2006/relationships/notesSlide" Target="/ppt/notesSlides/notesSlide24.xml" Id="Rf0de3687bbad429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e4ff521857146ec" /><Relationship Type="http://schemas.openxmlformats.org/officeDocument/2006/relationships/notesSlide" Target="/ppt/notesSlides/notesSlide25.xml" Id="Rc83db7bb75794a8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bec76cc16b24b84" /><Relationship Type="http://schemas.openxmlformats.org/officeDocument/2006/relationships/notesSlide" Target="/ppt/notesSlides/notesSlide26.xml" Id="R346e23ff674848b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f54ab82d69594d22" /><Relationship Type="http://schemas.openxmlformats.org/officeDocument/2006/relationships/notesSlide" Target="/ppt/notesSlides/notesSlide27.xml" Id="Rb58dd99abc18421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e8623292ca7a475a" /><Relationship Type="http://schemas.openxmlformats.org/officeDocument/2006/relationships/notesSlide" Target="/ppt/notesSlides/notesSlide28.xml" Id="R857dc9086e1d4a9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f13fd22abdbf42de" /><Relationship Type="http://schemas.openxmlformats.org/officeDocument/2006/relationships/notesSlide" Target="/ppt/notesSlides/notesSlide29.xml" Id="Re72a47b64d774d1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1c0cfbffcc5434f" /><Relationship Type="http://schemas.openxmlformats.org/officeDocument/2006/relationships/notesSlide" Target="/ppt/notesSlides/notesSlide30.xml" Id="Rfe79db5e812a423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823bf833ee545b6" /><Relationship Type="http://schemas.openxmlformats.org/officeDocument/2006/relationships/notesSlide" Target="/ppt/notesSlides/notesSlide31.xml" Id="Rbe4076b862264ca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597f7231e344ec8" /><Relationship Type="http://schemas.openxmlformats.org/officeDocument/2006/relationships/notesSlide" Target="/ppt/notesSlides/notesSlide32.xml" Id="R3f45f3d0b6c045d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d3cf3d3a11e44da" /><Relationship Type="http://schemas.openxmlformats.org/officeDocument/2006/relationships/notesSlide" Target="/ppt/notesSlides/notesSlide33.xml" Id="R707b2ef7a5034a1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a4f125cfe44b46fc" /><Relationship Type="http://schemas.openxmlformats.org/officeDocument/2006/relationships/notesSlide" Target="/ppt/notesSlides/notesSlide34.xml" Id="R32d0afcffb454af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60d37fc5a6c4d55" /><Relationship Type="http://schemas.openxmlformats.org/officeDocument/2006/relationships/image" Target="/ppt/media/image12.png" Id="Rc56215f41b514152" /><Relationship Type="http://schemas.openxmlformats.org/officeDocument/2006/relationships/image" Target="/ppt/media/image13.png" Id="Ra6a1e587830f4285" /><Relationship Type="http://schemas.openxmlformats.org/officeDocument/2006/relationships/notesSlide" Target="/ppt/notesSlides/notesSlide35.xml" Id="R79ffc1ba0df84dc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eb681db0471e40e4" /><Relationship Type="http://schemas.openxmlformats.org/officeDocument/2006/relationships/image" Target="/ppt/media/image14.png" Id="R2540ab2ed1954054" /><Relationship Type="http://schemas.openxmlformats.org/officeDocument/2006/relationships/notesSlide" Target="/ppt/notesSlides/notesSlide36.xml" Id="Rce1ec6b5122645ea"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e162ae4ae95347cf" /><Relationship Type="http://schemas.openxmlformats.org/officeDocument/2006/relationships/notesSlide" Target="/ppt/notesSlides/notesSlide37.xml" Id="R442fae6d115e457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5c7d1efea314645" /><Relationship Type="http://schemas.openxmlformats.org/officeDocument/2006/relationships/notesSlide" Target="/ppt/notesSlides/notesSlide38.xml" Id="R3a162f2fce1541b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e4f3b4ac2f94cb2" /><Relationship Type="http://schemas.openxmlformats.org/officeDocument/2006/relationships/notesSlide" Target="/ppt/notesSlides/notesSlide39.xml" Id="Ra6dd5771a102491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8497ce3867f40ba" /><Relationship Type="http://schemas.openxmlformats.org/officeDocument/2006/relationships/notesSlide" Target="/ppt/notesSlides/notesSlide40.xml" Id="R369ed31361654a1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350dd15835d744cf" /><Relationship Type="http://schemas.openxmlformats.org/officeDocument/2006/relationships/notesSlide" Target="/ppt/notesSlides/notesSlide41.xml" Id="R2246688ed1c24f62"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cec7490f37f4f6b" /><Relationship Type="http://schemas.openxmlformats.org/officeDocument/2006/relationships/notesSlide" Target="/ppt/notesSlides/notesSlide42.xml" Id="R1c7d910dc580449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9a3d7eb7bb464cf9" /><Relationship Type="http://schemas.openxmlformats.org/officeDocument/2006/relationships/notesSlide" Target="/ppt/notesSlides/notesSlide43.xml" Id="Rc8271ac4954c493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129ff40bd1a34b5e" /><Relationship Type="http://schemas.openxmlformats.org/officeDocument/2006/relationships/notesSlide" Target="/ppt/notesSlides/notesSlide44.xml" Id="Rfd9e9e7cf95845a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7229fb9b9eb84b96" /><Relationship Type="http://schemas.openxmlformats.org/officeDocument/2006/relationships/notesSlide" Target="/ppt/notesSlides/notesSlide45.xml" Id="R4c3577ffbdc445c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b2b030862b1a4b9d" /><Relationship Type="http://schemas.openxmlformats.org/officeDocument/2006/relationships/notesSlide" Target="/ppt/notesSlides/notesSlide46.xml" Id="R9996cda41a8444c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505ef7bc3e794432" /><Relationship Type="http://schemas.openxmlformats.org/officeDocument/2006/relationships/notesSlide" Target="/ppt/notesSlides/notesSlide47.xml" Id="R8f4f7c03e95e4c2a"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3d92c612a7e34191" /><Relationship Type="http://schemas.openxmlformats.org/officeDocument/2006/relationships/notesSlide" Target="/ppt/notesSlides/notesSlide48.xml" Id="Rc8a23b0ec3fd4ac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52a7229681ba406a" /><Relationship Type="http://schemas.openxmlformats.org/officeDocument/2006/relationships/notesSlide" Target="/ppt/notesSlides/notesSlide49.xml" Id="Rcb440f6642294a1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2ca8d11f2be74847" /><Relationship Type="http://schemas.openxmlformats.org/officeDocument/2006/relationships/image" Target="/ppt/media/image15.png" Id="Rc3b15d65bcb741ea" /><Relationship Type="http://schemas.openxmlformats.org/officeDocument/2006/relationships/image" Target="/ppt/media/image16.png" Id="R7399b8c157314c45" /><Relationship Type="http://schemas.openxmlformats.org/officeDocument/2006/relationships/notesSlide" Target="/ppt/notesSlides/notesSlide50.xml" Id="Rfcbb1f3449904b6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7bad06869a434183" /><Relationship Type="http://schemas.openxmlformats.org/officeDocument/2006/relationships/notesSlide" Target="/ppt/notesSlides/notesSlide51.xml" Id="R402edaedf94440a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8559103de2404c6b" /><Relationship Type="http://schemas.openxmlformats.org/officeDocument/2006/relationships/notesSlide" Target="/ppt/notesSlides/notesSlide52.xml" Id="R1a4584827698436a"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4f4fc788c78e49a7" /><Relationship Type="http://schemas.openxmlformats.org/officeDocument/2006/relationships/notesSlide" Target="/ppt/notesSlides/notesSlide53.xml" Id="Rae27bb078cd1496c"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c7a4660608204157" /><Relationship Type="http://schemas.openxmlformats.org/officeDocument/2006/relationships/notesSlide" Target="/ppt/notesSlides/notesSlide54.xml" Id="Rec7fe91b47a1480f"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0647729cb7c346e8" /><Relationship Type="http://schemas.openxmlformats.org/officeDocument/2006/relationships/notesSlide" Target="/ppt/notesSlides/notesSlide55.xml" Id="R2c13eff57b504c9a"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26943e97dcf643c0" /><Relationship Type="http://schemas.openxmlformats.org/officeDocument/2006/relationships/notesSlide" Target="/ppt/notesSlides/notesSlide56.xml" Id="Rf2634b26605b411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2329ed8e67dc471d" /><Relationship Type="http://schemas.openxmlformats.org/officeDocument/2006/relationships/notesSlide" Target="/ppt/notesSlides/notesSlide57.xml" Id="Rdf5f87d5edfd424c"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83dbd08555224bef" /><Relationship Type="http://schemas.openxmlformats.org/officeDocument/2006/relationships/chart" Target="/ppt/slides/charts/chart1.xml" Id="R3ae89a8a363147e0" /><Relationship Type="http://schemas.openxmlformats.org/officeDocument/2006/relationships/notesSlide" Target="/ppt/notesSlides/notesSlide58.xml" Id="Raef7b1d97d7342c4"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41fe430624ae4d7d" /><Relationship Type="http://schemas.openxmlformats.org/officeDocument/2006/relationships/notesSlide" Target="/ppt/notesSlides/notesSlide59.xml" Id="Ra8a999a1feca45be"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65edbd48998a4cb7" /><Relationship Type="http://schemas.openxmlformats.org/officeDocument/2006/relationships/notesSlide" Target="/ppt/notesSlides/notesSlide60.xml" Id="Rfa98e7b551284136"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12304fb78c1e4e34" /><Relationship Type="http://schemas.openxmlformats.org/officeDocument/2006/relationships/notesSlide" Target="/ppt/notesSlides/notesSlide61.xml" Id="R2f2fa1f419f740e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9477cd42bc654a6c" /><Relationship Type="http://schemas.openxmlformats.org/officeDocument/2006/relationships/notesSlide" Target="/ppt/notesSlides/notesSlide62.xml" Id="R674f4bf5c034494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7d4880886c314e48" /><Relationship Type="http://schemas.openxmlformats.org/officeDocument/2006/relationships/notesSlide" Target="/ppt/notesSlides/notesSlide63.xml" Id="Rad9208e21ea74a2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0f125e0f6d234023" /><Relationship Type="http://schemas.openxmlformats.org/officeDocument/2006/relationships/notesSlide" Target="/ppt/notesSlides/notesSlide64.xml" Id="Re64740b3962b4b2e"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c0fdf38873f648e0" /><Relationship Type="http://schemas.openxmlformats.org/officeDocument/2006/relationships/notesSlide" Target="/ppt/notesSlides/notesSlide65.xml" Id="R3c0f450d234e4d0d"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d7d5d8f2b7bc40a0" /><Relationship Type="http://schemas.openxmlformats.org/officeDocument/2006/relationships/image" Target="/ppt/media/image17.png" Id="R530c7a8e69ac4451" /><Relationship Type="http://schemas.openxmlformats.org/officeDocument/2006/relationships/notesSlide" Target="/ppt/notesSlides/notesSlide66.xml" Id="R613469589e4444f9"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d0f318a38b824655" /><Relationship Type="http://schemas.openxmlformats.org/officeDocument/2006/relationships/notesSlide" Target="/ppt/notesSlides/notesSlide67.xml" Id="Rcd538b42f4164dba"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f1720ebad53742d8" /><Relationship Type="http://schemas.openxmlformats.org/officeDocument/2006/relationships/notesSlide" Target="/ppt/notesSlides/notesSlide68.xml" Id="R96f3a6e310ee4442"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633367e1f7214f5f" /><Relationship Type="http://schemas.openxmlformats.org/officeDocument/2006/relationships/notesSlide" Target="/ppt/notesSlides/notesSlide69.xml" Id="Ra298228890294ec1"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26d069fe4c80477f" /><Relationship Type="http://schemas.openxmlformats.org/officeDocument/2006/relationships/notesSlide" Target="/ppt/notesSlides/notesSlide70.xml" Id="Rfbe92a8f44194937"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a49db42ba55e4e3f" /><Relationship Type="http://schemas.openxmlformats.org/officeDocument/2006/relationships/notesSlide" Target="/ppt/notesSlides/notesSlide71.xml" Id="R74de85a3e3d44193"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5979a02cac70484e" /><Relationship Type="http://schemas.openxmlformats.org/officeDocument/2006/relationships/notesSlide" Target="/ppt/notesSlides/notesSlide72.xml" Id="Rbd04d84eaa7d4dfa"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7502e7c0016b425e" /><Relationship Type="http://schemas.openxmlformats.org/officeDocument/2006/relationships/notesSlide" Target="/ppt/notesSlides/notesSlide73.xml" Id="R67391278ca46465a"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af0d7821af6f4368" /><Relationship Type="http://schemas.openxmlformats.org/officeDocument/2006/relationships/notesSlide" Target="/ppt/notesSlides/notesSlide74.xml" Id="R6fd09bf1bd184a03"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fbf9bbb2f8c04b91" /><Relationship Type="http://schemas.openxmlformats.org/officeDocument/2006/relationships/notesSlide" Target="/ppt/notesSlides/notesSlide75.xml" Id="R5b471eeb1bb04902"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ae8e6d8d44ac4473" /><Relationship Type="http://schemas.openxmlformats.org/officeDocument/2006/relationships/notesSlide" Target="/ppt/notesSlides/notesSlide76.xml" Id="R2f5cc476b76346eb"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b71da017a14e4494" /><Relationship Type="http://schemas.openxmlformats.org/officeDocument/2006/relationships/notesSlide" Target="/ppt/notesSlides/notesSlide77.xml" Id="R2b8e5670e0f4461e"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c2b61f8623de47e7" /><Relationship Type="http://schemas.openxmlformats.org/officeDocument/2006/relationships/notesSlide" Target="/ppt/notesSlides/notesSlide78.xml" Id="Rbd6c27bfa86b4849"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ec56725b24ec440d" /><Relationship Type="http://schemas.openxmlformats.org/officeDocument/2006/relationships/notesSlide" Target="/ppt/notesSlides/notesSlide79.xml" Id="R28f293d2e74548da"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b4a95d0486074531" /><Relationship Type="http://schemas.openxmlformats.org/officeDocument/2006/relationships/notesSlide" Target="/ppt/notesSlides/notesSlide80.xml" Id="R510600775f9a4adc"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05c50b1eac874668" /><Relationship Type="http://schemas.openxmlformats.org/officeDocument/2006/relationships/notesSlide" Target="/ppt/notesSlides/notesSlide81.xml" Id="Rac7ffa92968e4156"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87e03ea2e93b4e8c" /><Relationship Type="http://schemas.openxmlformats.org/officeDocument/2006/relationships/notesSlide" Target="/ppt/notesSlides/notesSlide82.xml" Id="R42acda9c3bf543c4"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d20ef3b921a54df6" /><Relationship Type="http://schemas.openxmlformats.org/officeDocument/2006/relationships/notesSlide" Target="/ppt/notesSlides/notesSlide83.xml" Id="Re1bb0aeee5e647de"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32b38e1b41534768" /><Relationship Type="http://schemas.openxmlformats.org/officeDocument/2006/relationships/notesSlide" Target="/ppt/notesSlides/notesSlide84.xml" Id="Rfbbbb068847840f0"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1ddb14b00cdd442f" /><Relationship Type="http://schemas.openxmlformats.org/officeDocument/2006/relationships/image" Target="/ppt/media/image18.png" Id="R896b13c33e524327" /><Relationship Type="http://schemas.openxmlformats.org/officeDocument/2006/relationships/notesSlide" Target="/ppt/notesSlides/notesSlide85.xml" Id="Rd7588be604e442d8"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621551cb3ff240e2" /><Relationship Type="http://schemas.openxmlformats.org/officeDocument/2006/relationships/notesSlide" Target="/ppt/notesSlides/notesSlide86.xml" Id="R35396c0067d648fe"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91c0b5d2fea74c49" /><Relationship Type="http://schemas.openxmlformats.org/officeDocument/2006/relationships/image" Target="/ppt/media/image19.png" Id="R7857c3c4752a4013" /><Relationship Type="http://schemas.openxmlformats.org/officeDocument/2006/relationships/image" Target="/ppt/media/image20.png" Id="Ra8a9e3d24f314d3c" /><Relationship Type="http://schemas.openxmlformats.org/officeDocument/2006/relationships/image" Target="/ppt/media/image21.png" Id="R69da4118165c453a" /><Relationship Type="http://schemas.openxmlformats.org/officeDocument/2006/relationships/notesSlide" Target="/ppt/notesSlides/notesSlide87.xml" Id="R9d0c78532f7b4d2e"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64dfce74776b4244" /><Relationship Type="http://schemas.openxmlformats.org/officeDocument/2006/relationships/notesSlide" Target="/ppt/notesSlides/notesSlide88.xml" Id="Ra8352df70bad4384"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c7ce9ca522d14d27" /><Relationship Type="http://schemas.openxmlformats.org/officeDocument/2006/relationships/notesSlide" Target="/ppt/notesSlides/notesSlide89.xml" Id="R978bc458aac541e6"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ff556f55c8db4341" /><Relationship Type="http://schemas.openxmlformats.org/officeDocument/2006/relationships/notesSlide" Target="/ppt/notesSlides/notesSlide90.xml" Id="Ra559c3cb28134cbd"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1278f1c8288f46a3" /><Relationship Type="http://schemas.openxmlformats.org/officeDocument/2006/relationships/notesSlide" Target="/ppt/notesSlides/notesSlide91.xml" Id="Rf51c656f10214ff8"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4928fab374b645c3" /><Relationship Type="http://schemas.openxmlformats.org/officeDocument/2006/relationships/notesSlide" Target="/ppt/notesSlides/notesSlide92.xml" Id="R4db02899f4984210"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9a166b9a3a1f464d" /><Relationship Type="http://schemas.openxmlformats.org/officeDocument/2006/relationships/notesSlide" Target="/ppt/notesSlides/notesSlide93.xml" Id="Rff5373978836452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CB243DC0-BD2C-4AD6-9D62-124584F87A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CAC3BFB8-E5FF-4D15-B002-E7C8E55A97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86F6B529-2B99-4E13-A36B-196BC86E3E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5BB1ED03-993B-48AC-8886-F6A990B7D6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7449BFBA-7B1A-4020-841F-2DD6177BD7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BC67F1A2-F24F-41D5-A60C-F216A803A3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FAF59CF9-DADB-4F7B-93FA-8208E934D06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3BC4D158-93BA-430A-91FF-5785F1D47BBE}"/>
              </a:ext>
            </a:extLst>
          </p:cNvPr>
          <p:cNvPicPr>
            <a:picLocks xmlns:a="http://schemas.openxmlformats.org/drawingml/2006/main" noChangeAspect="1"/>
          </p:cNvPicPr>
          <p:nvPr/>
        </p:nvPicPr>
        <p:blipFill>
          <a:blip xmlns:r="http://schemas.openxmlformats.org/officeDocument/2006/relationships" xmlns:a="http://schemas.openxmlformats.org/drawingml/2006/main" r:embed="Rb663e37d7b524290"/>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7D0D814F-FB83-4D8A-85E7-A3D7D29A7374}"/>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0257E0FF-DBA0-4217-BD9D-66E63C3E70C0}"/>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C5A2002D-9AC2-432E-BFE5-3D42D0F126F4}"/>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51A68E16-FAEE-4C8A-BD1E-A308AF3A27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4738150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BB38A026-F6D3-44E1-A92A-2DA3C5D17A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B852737C-D02C-44D7-92C4-0D6CE71574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0C524575-8017-422F-B36E-92A9F5EFB9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AFE2C842-0907-4058-BEF2-25AFD19252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08AE9E96-F367-4DF4-A6DF-0723443854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A1175044-03A2-4396-8783-BA03DE4663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0B1DE901-8D26-4CD2-8CCA-318EC590925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C6BD962A-266C-4210-80FE-DFA48D5E7981}"/>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3AB3A50A-67A2-49B9-82BF-855E2E02C08A}"/>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835760AB-4557-44C1-B565-56FB12B8DE56}"/>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AB81E8E-03DA-4536-88CB-81630B795C1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4619A93D-CC99-4439-8AB5-C73E95E60327}"/>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89ED7772-C300-4623-AFBE-3566798E8714}"/>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32D42E72-8E3F-47C1-8F39-275D4E209422}"/>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859AF697-DEBC-4596-8243-E95B34521402}"/>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C1FCDC42-D0CB-4295-A0F2-868A7512F87C}"/>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E57121B4-916D-4F23-BDE5-F19F3AEB7D78}"/>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38D91953-396B-4DB4-AD0A-E6A736B41613}"/>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BD93E10A-43AB-43FD-BB22-BF05A9D3D12B}"/>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A84E2C1C-778E-4DD3-8FDC-894A0905C57E}"/>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1F77F78-961F-4B52-B941-0D4550E8CEA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D019E9A0-EC4B-4C15-AB9F-7FDE26A430A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55FE9975-6F9A-449A-A986-4B51B87C9204}"/>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2400BE2-546B-4369-AD43-10015D1AAE4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C1C0E94A-C9AD-4464-AE62-E5A63077957D}"/>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1F38CBD0-2FB6-442D-B944-20B8FA4F91E5}"/>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B72A230A-388E-4F11-A02B-C0F50303ED40}"/>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46709365-AC65-426F-A577-520B5D0E734E}"/>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05732E40-11B2-4729-91A6-2AC846D3FC7A}"/>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D825E35-C532-4ECF-A324-056E1CDC3867}"/>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1FDDA0F6-ABD3-4253-A198-D9C8084E9401}"/>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AA9BBC47-2147-4405-8BD1-ECD794CCA51D}"/>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BEACFB85-F2F9-40F8-BA9A-34E5D5FAF449}"/>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9D74430E-474D-48BE-A788-DFDDF8A0973E}"/>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820CA7E7-93C1-49AA-8708-5D6D352E4D72}"/>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B3F0C023-70D7-4767-81AF-22C5F05338B9}"/>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05B6CC44-3098-478A-BF5C-077459EAB15A}"/>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B387F401-BC10-44D3-9D06-B8335B2A65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63072873"/>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067924D9-3F54-483B-92B1-30D08DB96D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6AE40EA4-EC7F-4555-93F5-C2BBA8105E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686AC8F4-466B-45A5-ADCC-2426403A4F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AD35883-23EE-4782-B7B2-8708324BE8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9FB2ECE9-C3FA-4475-97CA-031046ACF4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F2AA3ADD-F9C6-4B15-B77D-232FD88ABE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20A7BA6B-5C12-4412-A01D-A9C2E424A46C}"/>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428AE5A6-DF07-4FE9-8B79-E2F55A2EA307}"/>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71BB4C22-6A85-432A-8BFD-6ACBC0B7E5E2}"/>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90E4D204-2765-4246-8F1D-4B7D9D236116}"/>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80D4538E-0305-4716-B20C-2F4C32414DF9}"/>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D21E9D3A-3004-404A-B7BF-C1F483234A3B}"/>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75685AB9-E0C3-4CC7-8839-6B28BAD7F3CD}"/>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C37A2BF-D5D3-4FE6-A61C-2B3633F94411}"/>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FBA3A3C1-9A85-4B93-B401-D46D70BDDA6B}"/>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3C7D47C6-A085-4C57-8B3C-D8D4D7036998}"/>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C920534E-5A18-4145-8451-2FE169A0E2A9}"/>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4F3A941-CF24-43E1-A4C8-9D41BF40C7A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54746786-D216-4BA3-A52B-5F13D8D33F99}"/>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BEDD571F-3E1E-497B-88B2-00B7295A38D9}"/>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2FD6CEE8-60F7-49BF-BA6A-4CD21EB784A1}"/>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F48287EE-B7AC-4494-9D08-725277A8E2E1}"/>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764B7AD8-6516-44F2-B1B7-14484882BA5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C4436CFC-6D6C-4922-A5EF-39C83AAADCED}"/>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2F994483-CA25-4275-BEB4-FE854B956E45}"/>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5BBEE078-3F2E-4435-BE5F-CF376EFD2AD4}"/>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AE5B1586-6883-4DDD-ABB7-6FEAD04171A9}"/>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A4C44DED-7077-4A75-B02D-129EDB62DC33}"/>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8EECB2B5-9DF8-41BD-B117-C613D21B9DCF}"/>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5B65620C-5CC3-4A26-B86B-9797D359A8D4}"/>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CCD55220-1703-4721-8D40-E599A66273CC}"/>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8D90CD21-A038-4504-B9F4-4B98B395F1CA}"/>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2D2F7775-C6C4-41CD-AAF0-4FD965E0B1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39494624"/>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23B41206-90C7-405A-9573-D67F84CE31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C9602FE7-4DCA-4E75-B602-688898B1DA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41B9FDD1-2602-4053-B662-165064A0A3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028A9EA1-D927-49AC-9104-C6C432E4B4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24857873-9824-4BB9-9A81-75DB8A498F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E61295A8-D48C-4D89-A6C9-4F360CF6D5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BD0EF269-A68D-44A4-B35E-5788474F2392}"/>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53013D24-2B83-41D3-8A4E-BB67FC440F34}"/>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AEEDC78-AD80-4777-A25B-C0C1483B39F9}"/>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7698402B-4E7A-4019-A5FB-F1F9879BBE06}"/>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14AE7DFA-D64D-427F-B3C0-0D27115C8825}"/>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A696B4A3-8994-4677-9844-97F72D78DE1B}"/>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6FB2D9DB-82E9-4155-98E4-51933FCC64CE}"/>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ADC583CA-0F5D-4E08-A76D-640208A13CAC}"/>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A99696BA-895F-4720-AD2B-8677EF1FC3E9}"/>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D17A40B-5B64-453F-866A-343226DC3512}"/>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8839BD65-E699-408F-8494-0A38B8739982}"/>
              </a:ext>
            </a:extLst>
          </p:cNvPr>
          <p:cNvPicPr>
            <a:picLocks xmlns:a="http://schemas.openxmlformats.org/drawingml/2006/main" noChangeAspect="1"/>
          </p:cNvPicPr>
          <p:nvPr/>
        </p:nvPicPr>
        <p:blipFill>
          <a:blip xmlns:r="http://schemas.openxmlformats.org/officeDocument/2006/relationships" xmlns:a="http://schemas.openxmlformats.org/drawingml/2006/main" r:embed="R1981021da7c44b1f"/>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FAFD8CCC-C906-415D-905A-7426D6F042C5}"/>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7A1A998E-5E78-4AF3-932D-E51BEED5BA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1292391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44421494-03E4-489F-B1D2-52E11ADE16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1B1A79CD-0F3B-4ED0-91F2-9F967F7404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4708065D-2A27-4AFB-A84E-FD245F7E5A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789C6E87-C39F-477E-B50A-119975A78B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D5FBD2AA-0C2A-4883-A936-37AA653C62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F58B6B07-48FF-498D-BE27-5BFA3691AE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BC025B62-5796-4443-B76E-A42D160EB88F}"/>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78276763-C67A-430F-967A-69D5F6BB4969}"/>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C64E26AF-3D13-4C78-8F3C-C8D315E8745F}"/>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3F295AB4-DF36-49BB-9889-80870B8E74E1}"/>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24DA819B-B1CE-44D0-B9B6-E9573CAFB7CF}"/>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016ACE21-DDC2-48A6-946C-C536BB0AF4F0}"/>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5BAB7BF7-D7C4-4138-BC07-4DA412E87B86}"/>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01C79C2A-01C4-4628-94D1-05D8D6C784C5}"/>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835FF023-4535-4CFC-8F1B-5BE2A94D2BF3}"/>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A69CACDF-5518-40B9-88A1-31476CA3B12E}"/>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52DC60C4-DF10-49EE-A31A-AC862905ED59}"/>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60253695-E039-4D91-8C61-A0295961DC0F}"/>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FBB55A54-99DF-42EC-BA8B-BD2606491993}"/>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BA72C967-F509-498D-81FA-6938A51C2DEA}"/>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D39FB94C-D466-42F5-B660-845B8923845F}"/>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D9588182-69A1-4356-B736-CC3F61E670E5}"/>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ECFA1548-8E95-4636-BD53-9F29D90B0490}"/>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1C43D3F4-DAD7-43D7-9584-6EFB2B378491}"/>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40A6BCD5-6937-479B-8D50-957D240EA348}"/>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4B8A6B66-FBD8-4B56-ADC3-D74825F8DFA9}"/>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A2E6D913-C2CC-48AD-B747-600F4DFF63CE}"/>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1D6965E9-4FB7-449C-9BE2-C2D047712092}"/>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85D38578-C35C-4649-9042-A7D8344A5962}"/>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8BCA1AD0-115A-4F2A-8D72-CC09ABA3C1EB}"/>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3AD36702-1D5B-47A8-AD80-79BCB4F3C201}"/>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34EFBA6E-9064-4570-9AFB-2A408BDBA655}"/>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B74F4FC1-A216-4C6A-830A-F753FC916097}"/>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F1608307-F66B-43F5-9AFF-F17490202221}"/>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A9CB50DC-0846-4CEA-ADE3-3D5831F67497}"/>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1E3989E8-BC9B-4EA0-8E89-BDCC88B411AC}"/>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1BFF2650-FA75-4D73-ACC4-96FA7F14C24E}"/>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CC99DA62-FFF5-49C2-8EAC-D05B9110934A}"/>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1ACEDD7B-F0B9-48C7-B8D5-FCBE2E742A9D}"/>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E207925B-E1EB-4EBA-B1D3-5AA68DC63448}"/>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F064CB6A-47DB-4314-A6F7-6B571DADE01F}"/>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5CE26147-98C1-4BAC-ABE7-72058E0941D4}"/>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116D3292-ED47-47D3-8D7E-BD14001826B3}"/>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7AE4AA45-4DFA-4FAC-8D3C-2856DE9F035C}"/>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7218017B-4C6E-46BD-9CB6-B56CEA7140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3711146"/>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90014E62-2BFD-4D51-9920-143F290746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C7165B24-F4B4-4862-9EF1-41FDE62A6E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FDB73ADD-698E-4C01-82A3-E73BF14451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AC64DEC5-C2B0-4F95-8A45-2EC3EB6B78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E4A51B28-E2F0-40CE-8A74-BE39771937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761CBCAC-3D5D-42B6-949F-1D3294BF8A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E0B54EBF-4617-4D91-82F4-51229694762A}"/>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E9C55C4B-1241-4382-94D6-8C0EE95D9375}"/>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6FBC8713-9186-4C0B-AA2A-8F1580FACCCA}"/>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DC087BEB-AFE0-42A2-AE1A-DAE93ECD0E38}"/>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89931C7E-0F2C-4CE1-9198-D3EE2423C37C}"/>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EECA8376-4EE6-4C83-B8FE-E08EFA1F7415}"/>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62A14B69-D0C0-4D6B-AB46-19A3A40FA422}"/>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E1D358F5-7816-459D-B1E9-38A29D6B55C1}"/>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0C54B353-EF82-4EE3-9856-4C202E740563}"/>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64AE74EE-D0BD-4CDE-9225-64591843306B}"/>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ADC374B7-7A10-45B1-BCAD-D5F3008A9C58}"/>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E7901B31-528F-4E00-BD3C-8568F332B4A1}"/>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8AA5FD0C-541E-4DD1-AD37-68FD56400CA8}"/>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F6E21802-116B-49A0-8753-C6B8B0EB7F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51980003"/>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248B2EFA-11D4-47B2-B1D4-64F1DC4F48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744CD7B7-B31F-4DD2-A68A-68858861FA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4C8C2F6E-11EE-4418-ACB4-E3007E1AF91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569EAF11-F7E0-4BE2-A966-E09BD8E439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D02D9627-55C6-4A23-B90D-3533800A3A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19A931FD-CC50-4C0C-BCE5-7F740A1874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F48BAD08-C04A-4642-8028-F911E4322F75}"/>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D538AE5C-72E2-4D71-9FBA-6F0BA9D5D68C}"/>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849A67A7-D908-4926-BA0E-646F2F49313D}"/>
              </a:ext>
            </a:extLst>
          </p:cNvPr>
          <p:cNvPicPr>
            <a:picLocks xmlns:a="http://schemas.openxmlformats.org/drawingml/2006/main" noChangeAspect="1"/>
          </p:cNvPicPr>
          <p:nvPr/>
        </p:nvPicPr>
        <p:blipFill>
          <a:blip xmlns:r="http://schemas.openxmlformats.org/officeDocument/2006/relationships" xmlns:a="http://schemas.openxmlformats.org/drawingml/2006/main" r:embed="Rccc5ce6d3be64899"/>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7F3D5596-5D16-4EE4-8BB3-335C8914178A}"/>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803264FA-61A8-4DB3-8524-D1D3DD5B4AE9}"/>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558CF6FA-2A6D-494B-85D7-879A70343CB6}"/>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54C8E883-6894-403F-94AE-41F8E74A68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3475279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51A3CC77-F2B3-46B1-BA87-394566C8C3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6B65130A-80BF-40F2-BE75-BE04472FD8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C99B018D-F67B-43B4-B11B-9EEF9C19BA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416A774A-A912-465D-B1B2-E84779C60D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19146727-A1B9-41FE-95EA-57786EF9AC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C4747E45-9518-49BF-B5FF-582055C182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89D04D8C-7DD6-43C9-9CFF-9EF9FAC0B4B2}"/>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F6714646-5133-4FF3-A32F-BDEF3F8060E0}"/>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EDCDC068-0793-4234-BEC6-4AF5EF2C3094}"/>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869B91BE-D1F8-47DA-A74A-298EB6ADEF64}"/>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E117CC71-4724-48F7-BF2C-CF6C247B4EF3}"/>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B0FCD182-5E6B-4AA3-A5BC-CD3C09B43A1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9DA19706-7E2B-49B9-972E-FC99E8DBA0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0526CD50-FC7C-4D3E-A954-970FF3C28CBD}"/>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653C70F2-4250-4BF5-885B-F13F944A38D3}"/>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A5B30B65-E241-4CD1-A562-3881D9687EBE}"/>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3F0CDE31-606A-4EBD-A413-B6813A7B39D6}"/>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0ACB822A-CE02-4524-BC8B-1B8FB18BDE9B}"/>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33BE871F-5DD0-4DB2-B1DD-51A1C5CEECEC}"/>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CF0BB3C3-CC93-4281-A8F6-CCCC923C5802}"/>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F8EDA756-C620-4BF7-8E9E-CDE6087BF319}"/>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C8833126-340E-4548-9FCD-8C4C75FEF86D}"/>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C5E2615B-186D-4788-BA1B-88CB82C98DCB}"/>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1343468-8EA4-499E-B820-3F660684998C}"/>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6CDF3B0C-A445-414C-93B1-905C0DBAA881}"/>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EB6F3AEC-0A44-4C64-8F61-DD81C72A8501}"/>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B9E35045-135A-4FDE-9077-6C89098B2B59}"/>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273ACE1A-610B-4D2C-AFFB-AE2E5E6D52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76868926"/>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7D13BFDE-66F3-4DA3-92D0-AC0636742F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A75BDE7D-C5A5-404A-B2FD-D34F9272CE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8410C9E9-BBEA-425D-831A-F60ECC9BE2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3872D349-DEDC-4A79-8CF0-E222E4A127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A5F9DEEA-A7F9-4680-90EF-A3900C73BE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8DAF03C5-2707-480E-95B4-E32F267351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9B993A04-5BAB-4890-8BA8-4282C77A41DC}"/>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16EF1B0F-9FB1-426A-8215-9240E16587D1}"/>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149A3F19-3AA1-49BD-B5EC-AC8E5469C8B1}"/>
              </a:ext>
            </a:extLst>
          </p:cNvPr>
          <p:cNvPicPr>
            <a:picLocks xmlns:a="http://schemas.openxmlformats.org/drawingml/2006/main" noChangeAspect="1"/>
          </p:cNvPicPr>
          <p:nvPr/>
        </p:nvPicPr>
        <p:blipFill>
          <a:blip xmlns:r="http://schemas.openxmlformats.org/officeDocument/2006/relationships" xmlns:a="http://schemas.openxmlformats.org/drawingml/2006/main" r:embed="R8802e63e264c40fe"/>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8F95DDE6-D91D-438D-A3E6-B7D18365E940}"/>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3701B6A2-0B2B-4783-8BB8-7263ED2F92AF}"/>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24B26B79-7320-4DF4-AD30-D175E8FC24BB}"/>
              </a:ext>
            </a:extLst>
          </p:cNvPr>
          <p:cNvPicPr>
            <a:picLocks xmlns:a="http://schemas.openxmlformats.org/drawingml/2006/main" noChangeAspect="1"/>
          </p:cNvPicPr>
          <p:nvPr/>
        </p:nvPicPr>
        <p:blipFill>
          <a:blip xmlns:r="http://schemas.openxmlformats.org/officeDocument/2006/relationships" xmlns:a="http://schemas.openxmlformats.org/drawingml/2006/main" r:embed="Ra727e90d244e4bda"/>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0F547F4E-D6B0-442D-9035-F29C74E2CAD7}"/>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C0DA16AB-F136-4144-AAF6-8372A23D5E8A}"/>
              </a:ext>
            </a:extLst>
          </p:cNvPr>
          <p:cNvPicPr>
            <a:picLocks xmlns:a="http://schemas.openxmlformats.org/drawingml/2006/main" noChangeAspect="1"/>
          </p:cNvPicPr>
          <p:nvPr/>
        </p:nvPicPr>
        <p:blipFill>
          <a:blip xmlns:r="http://schemas.openxmlformats.org/officeDocument/2006/relationships" xmlns:a="http://schemas.openxmlformats.org/drawingml/2006/main" r:embed="R909148a4046442f6"/>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07253987-0341-4A34-8DAD-B1D3C504F5F2}"/>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B4826B5E-F694-4F91-AE2B-F485B02EE2E4}"/>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3DB01633-1AEE-49AA-9138-D773DA5DEA0D}"/>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2992FBB0-4754-4AA3-A0BF-F9668D984413}"/>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8AB65E8C-F6F8-4164-A35D-3FD1A05D8E5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5AF23B1A-1E0D-42E1-8D67-05CF7897C8FF}"/>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E264B12A-1E45-494D-89E6-CE26B3ACE417}"/>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5CF86DF5-AEB9-4D68-85D0-1FF84957BE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958823288"/>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C66534A9-0D36-4947-84A6-AAB4A281A3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D0716659-C769-4D66-BD93-3DB96DD6EA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C17AD98C-B4FE-402D-8AED-85AA3C87A6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750A2440-E462-4D54-AA57-DCC8E49916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32F851F4-E753-4CC1-BF4A-2285217739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681362AB-44AC-41B8-9913-6841E7AB33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52872153-3D53-4262-9F3C-B656406CD56C}"/>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4B420A80-DCE8-4BD1-9896-6DB77395AE87}"/>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4CE849D7-BC64-45A8-8406-DADD0A6201A6}"/>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183EB442-5EED-4186-B33B-7853B8B89955}"/>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D203A34F-1BBC-4D08-82C1-E0D839359F8C}"/>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A660BEF9-4A21-4314-8DC2-F2CF47DAF26E}"/>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06A42FA1-3454-499E-8CA8-2CB053809DFD}"/>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197782D-56F4-487A-A2D9-AD19D32E1398}"/>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3A104DFD-8452-4908-AC35-A3C6F7A9330D}"/>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702CC067-11EA-48B2-8B63-0E1DF8D74EE5}"/>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29645BEC-07B9-4808-8F3B-547DDFFEE991}"/>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4759A023-3D04-4D06-9680-6775C386C7EB}"/>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ACBA162-2C26-437F-BC3D-9F6309DF8F76}"/>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F0D26075-939D-4712-8C2D-15C51F3CDC72}"/>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9E40BF3B-805C-4305-9954-0799DE719FDA}"/>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E4999172-EF85-4CFD-B5CA-13E8FF5B091A}"/>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0481ABF0-9691-4581-BC38-64B4B6A9846D}"/>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CE2E3DE1-DCA5-4D82-A95B-309A87D0E2A2}"/>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CE3B21C6-6AA0-4EE2-81EA-1E5FFE914F0C}"/>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3A6807A7-A138-4020-B68F-FF25438E3DC0}"/>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14F6E9E9-B83C-4239-9C1B-73C6B0929103}"/>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9E6318E4-5445-42A8-9B00-FF80C9DCA62C}"/>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103DFF9B-7799-493A-A5BF-E57BBF599117}"/>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8CC51E47-1DE4-4012-9B6D-8F4DA4DFDD7E}"/>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00ADF8DC-A2F7-4CF4-8C36-58F5A4E6D82C}"/>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A8A2C7A0-4431-4F0C-8775-4C85118D2AD4}"/>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67312504-DDCF-4489-B626-335F3B42161E}"/>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4C6331E8-D0BD-4306-85AB-1306810FFC67}"/>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D99AD735-83F6-41EC-91FD-A2333E4EA4D3}"/>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A93BE9FE-9AE1-4F8B-8DBF-76209940CFE8}"/>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BAD2815A-0A1B-4C51-8797-64FB89E587B8}"/>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78FA96C7-389C-4B8A-84FD-93F2AEA44872}"/>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436FF2BD-B079-4226-8FD8-2C7763A4075E}"/>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5B7E659D-7898-4C4E-8F05-0715C1F965CA}"/>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DACA2356-8F45-4DD5-9F41-66C27E24149A}"/>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1E46A2B2-1188-4E04-B2B7-03E4113257A3}"/>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557FF725-B8D7-41B9-9AF7-81627A95B187}"/>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3B4620FF-6F9D-4CEF-A282-3558A8F94352}"/>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42E1E737-2DF8-40EF-ABEE-71554B8D6999}"/>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84B41D53-A0AE-41A4-8CCE-6D6C2FC90CA1}"/>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64317D3F-02CE-4B07-8E48-30E8B76BFB25}"/>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64DCA5D2-9337-4073-AD99-92D05270DF20}"/>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F531E1AE-CE07-4C4A-B2CD-CCB5CF2924B7}"/>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B9D7627C-56C4-4B62-ADE8-0D87D7C63594}"/>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3F20357F-578C-47FC-852C-E9460E6E814C}"/>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2A479D29-3DDA-43D9-AEA3-78CE0CAF0361}"/>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8B713BAD-C03A-4E0A-90BE-D5DF00C29B6E}"/>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3199ED78-600C-4119-AE30-29365915C6E9}"/>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8560FEF0-A276-473A-8A6C-EDA346622ED2}"/>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1D03592D-1B0C-4232-8265-C9A1425B3EC8}"/>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4CE2334C-FA8C-4A63-86F9-511F702AAA07}"/>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0AADDBAC-B8C9-4153-9DB6-F7F873BFE81E}"/>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D21615C7-924A-4B82-946B-717C782F903C}"/>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D27E868C-CCF4-4918-8E2D-3A0DC7F72423}"/>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C5D90F52-C3DF-4309-B353-B109BE5282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8708613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64D939D5-FB69-40F0-A3D1-29F119289F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CFEAD31B-1E9F-43AD-AA23-8F52E02A50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F840841E-1A94-4382-8DC4-05E3A9446D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F1F8CE61-B920-433B-ADA2-2536B7C484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E6A58D66-0163-4B26-B062-EAA4FE9FAD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0312D4BC-CD24-4A9C-A9BE-6C4839FD1C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C1A2392B-6EE6-4FA6-BC32-3D0406EFC881}"/>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629FB731-C9FF-420C-A0BF-F7B7CEECB525}"/>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C472A92A-AA22-479B-9A89-520D93FB15CC}"/>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0F6B297A-E3BD-451A-AD86-2FBA9AE9012E}"/>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0A97E322-3AFD-4678-B7F4-3DED195A85CE}"/>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C1A24B30-8AE1-4705-89F6-11AE6BA6F2BF}"/>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A0EBC737-9EBD-4A13-BC49-FBE56F978DF2}"/>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67D8F28-9C5D-4F15-8943-F90C92778BB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71CE60B0-B1B9-4D4F-910C-60597BE31C49}"/>
              </a:ext>
            </a:extLst>
          </p:cNvPr>
          <p:cNvPicPr>
            <a:picLocks xmlns:a="http://schemas.openxmlformats.org/drawingml/2006/main" noChangeAspect="1"/>
          </p:cNvPicPr>
          <p:nvPr/>
        </p:nvPicPr>
        <p:blipFill>
          <a:blip xmlns:r="http://schemas.openxmlformats.org/officeDocument/2006/relationships" xmlns:a="http://schemas.openxmlformats.org/drawingml/2006/main" r:embed="R7913aef5c0d24940"/>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36A25FE-141B-4815-9B37-33CCC5C84B55}"/>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A14A799A-B41C-42D6-91AB-5822EF224E92}"/>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0B42153C-52CA-4FE1-A2F1-CB80596EBE16}"/>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B7FAE76C-2DDC-4CB7-8139-72EF01E5A180}"/>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2D3C1987-3E93-4277-BC36-D296B890E2EE}"/>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0FA5BCF5-60FC-4C4F-B47B-A53D74D0486F}"/>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847D8C91-7E53-493C-96E9-E7141E679354}"/>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7E4532CB-16D7-465E-A54E-058B9A37C15E}"/>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DF8449A5-1686-42CC-BA78-BCEA6B327216}"/>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70DA1C7F-4B4C-4366-93E4-040893A1C1A5}"/>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BA7AE8F7-9F7D-4F0C-8981-EF7D3C6636D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89D3A1E8-3BB8-49DF-9386-7FCB735A37F0}"/>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2B33199B-027A-470C-958A-EBF323248E2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8D0710FF-8265-4580-A3A2-42D58FE540FB}"/>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CB621615-3722-4BD3-B8B1-E6E577407EA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F0A00680-877D-4318-B1E6-DA973DCC02AA}"/>
              </a:ext>
            </a:extLst>
          </p:cNvPr>
          <p:cNvPicPr>
            <a:picLocks xmlns:a="http://schemas.openxmlformats.org/drawingml/2006/main" noChangeAspect="1"/>
          </p:cNvPicPr>
          <p:nvPr/>
        </p:nvPicPr>
        <p:blipFill>
          <a:blip xmlns:r="http://schemas.openxmlformats.org/officeDocument/2006/relationships" xmlns:a="http://schemas.openxmlformats.org/drawingml/2006/main" r:embed="R7e2e987fbd374e8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46C52143-96B4-4A29-A133-E5CAA4EA0BD8}"/>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49E4B499-24D4-48AF-A7F0-80A96CFB2F46}"/>
              </a:ext>
            </a:extLst>
          </p:cNvPr>
          <p:cNvPicPr>
            <a:picLocks xmlns:a="http://schemas.openxmlformats.org/drawingml/2006/main" noChangeAspect="1"/>
          </p:cNvPicPr>
          <p:nvPr/>
        </p:nvPicPr>
        <p:blipFill>
          <a:blip xmlns:r="http://schemas.openxmlformats.org/officeDocument/2006/relationships" xmlns:a="http://schemas.openxmlformats.org/drawingml/2006/main" r:embed="Rbb90c670a4b74c81"/>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8924F7C-D0C2-4CB7-9317-7198D94E92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77940378"/>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3AF497EE-76D6-400B-B651-1C51A19F30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11407986-447E-4911-A983-221ABD533C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98A13DD4-8D1C-4C25-95F8-4A0EB0CC44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7C1F63AD-B0E6-42FF-8BA8-73D46714A7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4CA36CCF-ABB1-4FD2-B274-E02DBF99DE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41BDE173-88A0-4FE7-A50E-E08556AA39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0A6FADC7-DE00-4FDE-BB0C-8BE035DB311E}"/>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2CFE7D12-41EB-4C60-A46D-E33A12446C6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49C29DD2-CC4D-4CA2-B9C0-FE3247F7B7B8}"/>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9FA07873-B154-493F-B75F-D6EB99842268}"/>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003420F7-D357-4680-9854-4567265FA8A1}"/>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75EC8F0F-C3EB-4A78-B065-7FD93653E24A}"/>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3681B714-4533-4107-B39A-1E50BB1AF4F8}"/>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3C6BD8A-D230-40A1-84DC-DDBA338922E1}"/>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CFD08933-1E68-42A9-9A5D-F987C2864BAD}"/>
              </a:ext>
            </a:extLst>
          </p:cNvPr>
          <p:cNvPicPr>
            <a:picLocks xmlns:a="http://schemas.openxmlformats.org/drawingml/2006/main" noChangeAspect="1"/>
          </p:cNvPicPr>
          <p:nvPr/>
        </p:nvPicPr>
        <p:blipFill>
          <a:blip xmlns:r="http://schemas.openxmlformats.org/officeDocument/2006/relationships" xmlns:a="http://schemas.openxmlformats.org/drawingml/2006/main" r:embed="R877d67fe79ba4ac4"/>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4B8A515-C281-4C9D-97C7-1199F80E0EEA}"/>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6A1AA19D-5986-4D3D-9912-DB476444C779}"/>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93C727C6-5415-403B-B699-5B44E7EC416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94CBBE15-C17D-4ED5-A37A-BFF03027E48E}"/>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B80D9A47-E88E-4E66-B3FA-1B747D73A15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11BA93FA-2CD5-4F47-AA7E-E2C75B8C1BF1}"/>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AA38BFDB-3781-4C1D-A307-E106E3532F4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41469AF3-E25F-4D4B-AA4B-DAC97EF11571}"/>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1772D7D5-28D3-48AD-8CCF-7917697B9562}"/>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5BB779CC-C9CA-4063-A128-9B4D2FD3DE2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41A71A52-6060-45A7-947C-8A3890D7D7B9}"/>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DFAA2032-A0C3-46A9-B1F6-BFFD7D459FA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54DEF0FA-8A3A-4E7D-9461-373B1B3574C9}"/>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7DC886DB-9273-4860-AA77-C5D2ADE8B7AB}"/>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3B3F1958-988A-4471-A9C1-31390EFE54E3}"/>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B4201BE9-A96F-42D1-A586-0197FDCDFC29}"/>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B0DA2EB1-20BF-4F7B-A8ED-9DFCBD466BE9}"/>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2B434A20-ACCB-4BC8-818D-FF555C72C062}"/>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3679D350-4077-4D0D-95C4-1FE8FB5D00E4}"/>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1101EDD8-9AB2-4DF3-B2FD-8160197AE579}"/>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648E1E6B-B206-4341-AC3A-BA6203BD8EB7}"/>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4A1C1D5D-A3D5-421F-80F1-EA7DFC39D74F}"/>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91389D10-800C-446C-B65D-8BED802E41BB}"/>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EAAF44D3-3D26-45AE-B94B-CCC058032209}"/>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71299118-1AEB-4BB7-83AA-955C1DDFBA8F}"/>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C791C4EA-07B9-42AF-88FB-F030E9BC27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838078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36D3FEC0-9A96-4EAF-81AE-5F7D7CD2D6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AE733A25-55EA-4F32-9E5C-EDDD28382B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02649077-9CBB-4933-A00A-ACE9D453D4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506E3811-0FC6-47A3-8A9E-8F1A3AF6DB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E9ACD24D-4296-4462-B9E6-54EE2788AD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F70A9095-59A7-434D-AC5A-58B347DB98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C098C4D2-8C42-42F3-9A03-5F39F66755DA}"/>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B8222F10-F460-4E72-8122-DCEA64F79090}"/>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726179B7-C975-4607-B5CD-1777673C772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26192F67-D02B-43E3-9F4C-1E41433C8338}"/>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29627C80-4B9D-47A4-B8BE-3EEB756963A5}"/>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C05F6183-6D12-42D5-8666-0F0FB4FDEC66}"/>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28ADAF60-889C-438F-9AB9-70BF4678B09B}"/>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A9C89EBB-0276-4E5A-93AC-B20666F21CFC}"/>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BA51A8DA-7ACB-4E31-BC83-F0A56B8BAD20}"/>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7B950F62-4DFD-4E2A-82DA-5E51B581EBB9}"/>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5170C1ED-C61B-41CA-9AAC-A4AEDBEF2F83}"/>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796C8C32-3801-4937-94E2-4C90404D55E2}"/>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3A87B23C-1804-4740-A65D-5F1C39CF5534}"/>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39F8F6BB-A438-45CE-BBA6-E18D8A9C2C0E}"/>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A765CA5B-EF81-4775-9B48-638637555213}"/>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8C5E1E72-834C-428D-802A-6F388265421F}"/>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F526521-5462-45A4-BF74-547E35D1E230}"/>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65E82210-90D8-4960-947F-33A26F93BE78}"/>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93623298-2F61-4769-993F-53456ACD65CD}"/>
              </a:ext>
            </a:extLst>
          </p:cNvPr>
          <p:cNvPicPr>
            <a:picLocks xmlns:a="http://schemas.openxmlformats.org/drawingml/2006/main" noChangeAspect="1"/>
          </p:cNvPicPr>
          <p:nvPr/>
        </p:nvPicPr>
        <p:blipFill>
          <a:blip xmlns:r="http://schemas.openxmlformats.org/officeDocument/2006/relationships" xmlns:a="http://schemas.openxmlformats.org/drawingml/2006/main" r:embed="R3a936940bac647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2B00533F-B835-4228-B731-4961A0E5F97E}"/>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CA52DF1-4BED-4F37-8773-687D9F12645E}"/>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5116BB09-5B35-4AF8-9E71-3666C2027674}"/>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C0FF8583-F2A5-4CAC-8333-2195675DD1AC}"/>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5096A60B-1146-4DD5-8B8A-771A50E12CA2}"/>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E025767B-251F-4792-A2C5-2DC11D587E8D}"/>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E28E9481-FF13-4A48-A18F-CD04A1588F4B}"/>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B6F9F921-BF37-444F-A0B5-65B28F068CE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1732ADA2-38F8-4441-8C37-3D71FE69D701}"/>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42B80484-9036-4E01-88E4-899564CCB44A}"/>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B2DEDB04-85E9-4532-9E58-917FEDCC512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8F375700-EFE8-4694-96AB-B7D63C4DA899}"/>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F5AD75D3-1FBE-4CA4-B6FE-6D88C7354F0A}"/>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85F04CC3-C896-47AC-8A87-8442C67B9079}"/>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AC01362B-E291-4F7B-97A2-91552D48AD4D}"/>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EFD16AF0-B19E-4EA0-9F66-DDC87569912D}"/>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63204B3-7EE2-433B-A5EB-16AC13C63C74}"/>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ED26E2A4-3E08-4C4F-9B24-8556E52BA986}"/>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94A5C9F7-228D-4A4B-9247-671429254A9D}"/>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77EE9F3C-CBAC-4DF1-BC1A-16B53186A1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6170387"/>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67F1489B-AFC0-405E-B39E-FE81C6FFDC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A5301CCA-C3F9-4E9E-866A-E5299CCF46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EEB6CA5A-666D-404F-9AE5-3E741CDCFF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A615FB49-BED0-440F-8CC8-14EBDCCDE5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F3BF8487-839C-49EE-8B19-F91A7BA86D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28A298E9-D1B6-4EA5-BEA4-0F49BE46D5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71D0DB16-48F7-4D5E-B263-DD49BC3AE0E3}"/>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894AF226-C8C7-407E-B39C-E554CBAC275E}"/>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B881B99F-24B4-4737-8CC2-3253D4FA2DFA}"/>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201E9601-D0D0-41C8-9A16-093991CE06FA}"/>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E9125052-ACBD-4086-B576-BC15BA4CAB1D}"/>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DF7C7A2A-8FCF-4BD1-B7B7-D69146831E19}"/>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495433E0-F7E9-46CC-91B5-7933F2A680BC}"/>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FF6AB391-BE6B-4469-8629-3E4CDFB28D3E}"/>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DA7CF47-30EB-4B03-82D3-8979B34570D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7AFAFDF1-95DB-4D73-A931-7713EE096518}"/>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BF1ADFF7-E2E8-4D96-8531-8C385DC886CA}"/>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F93D2BBA-F41D-40A8-AC89-52F32105FDD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1C356809-7BA5-43CB-8717-817130B1E9FB}"/>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72E6C711-A3DF-4E2F-B64A-8C8CBCFC5133}"/>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668B42E2-C5DC-4989-AA6D-C0405D77A0E6}"/>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CDD2DE96-2126-4B2B-85F4-DFC650098038}"/>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5856578-5119-4A4C-8E56-D5F67C6EAA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50334658"/>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F5AB13F1-78A7-4D81-9BDD-F8066156C8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C63112B8-2360-4794-B5DB-3971B8F741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7BB120B5-CAF1-44ED-9A72-FCF2BF053B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2C867A20-D0F3-4891-B074-D8D32AF3E2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D29635B1-4C90-41E3-B836-43163A4443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F5F37718-900E-45E9-B6A8-32D695D226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6094FDA9-9C21-4AA6-8B1A-6C65310B7B6D}"/>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93959C93-6E68-47E8-9A93-DD3A7A613F28}"/>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8B6E901-2241-4A62-9B43-88478A879D7A}"/>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E86A3BBE-998D-4EE0-B215-E1800DBB82AE}"/>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82E4840D-5922-445D-9584-B9B301169587}"/>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1C79FC7-AE3C-45F6-87DA-0C0AA734D9F1}"/>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546EBA64-6D52-4EB6-89FE-095342A2B27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C2928A6A-5E8A-4838-B833-9FEF53B6B3FA}"/>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AE398237-860D-404B-922F-3B210CF87EF4}"/>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BD62B933-0CD3-4703-9D5E-FEF0BCF22624}"/>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C8A84D4A-630E-4743-91EC-ADEFF98CCD1B}"/>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79C62796-7705-420E-BD22-B4EDE33E0680}"/>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A5D9CCA1-2F22-4C36-A43B-2DD108629E26}"/>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6D27C939-57CF-4D9C-ADDD-0F46CB57E4EB}"/>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554D0EFA-AB9C-468B-AD0E-32C059831DFC}"/>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229CC4AB-A812-4B0D-9008-357DD8459BF4}"/>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91DB47A0-B277-4DC7-9D51-A2F14E228FF6}"/>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EC6BAB9B-1599-4D7D-BD3F-CFE632D14BBF}"/>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CBB60945-E34E-4870-9DBA-AFE42ED63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7181883"/>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4D19BBEA-483A-4C17-83D1-1D9650CF95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95829D47-3111-4F9F-8DD5-54EFA413A2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A34E257D-0514-46D7-9FB6-0A180C0851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3084184-FB98-430A-9458-1595E15DBE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7C01F79D-2992-4C57-AF4A-82E153715B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386A361A-0FDE-4B9E-ADDB-7EAAD8A8E5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B1D21F6A-CE9B-4DF7-86F8-4D6F10C88E83}"/>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9FCFDEBE-444C-48D5-8995-E0EE57547E10}"/>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0A565228-72D2-4B19-8E7C-391532A94523}"/>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24DED0E1-C726-4A98-A689-3162266FEE72}"/>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242BA0A9-316D-4F6B-B9A4-7DB0B98495EE}"/>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6054D6A8-EDBA-4EC4-903D-A7440E169554}"/>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F9273C54-5613-4202-9EA3-C04BA2FED85C}"/>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A9703B36-0689-4342-89A3-6F6EFB4C7CDF}"/>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221CCEE1-42DB-455F-84AF-2D8DDCB73B48}"/>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BE36BFD3-5D2B-4EC2-90FF-C81C0B1DF389}"/>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4E0833EB-24F9-4905-AC01-4338E934C400}"/>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304526FB-C904-4822-9AF3-FCBB962E1F87}"/>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AFBD3D5B-6E89-42A6-AD6E-F30FA9113AE2}"/>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3619AB5C-7B4B-445E-83A5-6F563FA152D2}"/>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DDEE2133-5900-4602-8AA9-59F0829AA3D1}"/>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539DCAF7-E8D5-465D-B18E-2B58A06D7C6A}"/>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75F6BA9A-DB3C-4254-B6E5-6681756B35AF}"/>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0C7D2F9-6921-4263-9BF9-C29F1DC50703}"/>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2BCD0719-1C65-4078-B47A-3984FC5A123F}"/>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FD2519BF-72B2-4359-B1A3-CA11ED82411C}"/>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6EFF4DF3-4EB7-4495-A57D-2685FE4E010C}"/>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F6A5DB04-83F7-4699-800A-90CF4237EE0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CB5D4FD5-88B4-458A-9F65-83BA342CA8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695678532"/>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B6508E32-2DEF-4B99-A8C7-55DB5BA5B8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1C422E5B-5D37-4915-860F-66A74EB3EF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AB00EFE6-F88E-4295-A0A4-89D9A15CF1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2251E4C1-547B-49DE-B4EB-F4472553D5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29606A93-646A-426B-ADC4-7A38F14D6A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4D3DDDD7-3D11-4CC5-BC78-A1C4C0C57A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E717A5C8-9E57-4206-9EB2-1B81A0C1395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D48BD19B-83CD-4FF4-B23A-51DC70F22F01}"/>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D429A9DA-6578-426F-A1E4-2380DD30E897}"/>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72A41BDC-6191-45FD-B0D1-D906906C9C34}"/>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211B9500-250D-4965-A7D5-EAB9FA58AD74}"/>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650AEFFD-4219-475E-9143-E3030C1A35D1}"/>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53F660F2-F7C8-4C72-9B57-1414EBFA5A48}"/>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16998C4D-4C66-47FE-8BC3-C74C5DADFBEB}"/>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69BB9D81-8661-4DEC-8A1E-AC5EB8A1130D}"/>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325A6A81-8633-48C5-B304-093D85FE4BE9}"/>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2FA804EC-4BDE-4479-A003-F7C746363258}"/>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4E28645E-E23C-4CA4-8532-6D4505B886F4}"/>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ABC9243C-78C9-48D8-BB57-D008990F12DC}"/>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9D904368-39D4-4A9D-91DF-980A764641F1}"/>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98A4F31A-6E7C-4181-8210-F2EBD8E1A73B}"/>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80E6A2EE-0AE9-4BFE-8833-AF58C579FB7C}"/>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E04BBA1D-9510-4E94-B89B-7C0498310B55}"/>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E4AEF265-7C2D-432D-8F86-6401C049C208}"/>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E5D93341-D87E-442A-943B-FABED0376A25}"/>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418AB7A8-BF9A-4B22-8623-4F7CDF9F5542}"/>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270732C1-C87F-4554-AEC2-2F73FA8ECB4E}"/>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EA4C3F7C-E7AA-46AF-B805-1539FE5AC98A}"/>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8C11C2F2-413B-485C-955C-72D8D1AA83A7}"/>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0104653C-0A98-4DEB-804B-5E1AD5E2A479}"/>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0F6FF448-B6AF-4B1C-A9EB-0797733D1ADD}"/>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F7590785-7B08-4746-99F2-BC11395F8445}"/>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446AF554-1442-4284-9F1F-E2A134EFE86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BC1D38D9-783A-4875-AD6C-4330A890C1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19606202"/>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E2B297BC-D6A3-4197-8299-80203ACDB7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952A7396-9F1E-4444-B31A-B7ADBB87BD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3F771C5A-1151-47E1-AA36-47EBBD45A2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E6858D5A-A82B-4535-A9F8-476447CB37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0EE1DABF-994A-40F3-9E83-BEEDF55823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3B93EC71-6F57-4E6D-A91C-5872DA077A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4E7344E7-26DC-48C5-A663-11B5CF9AE805}"/>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5717AF72-E9F1-4044-9AAC-CD3EFB3C97C1}"/>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1E8A717C-6D33-4471-B655-36CF839AD0D1}"/>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ED3F193-75DD-4395-ABF9-9F6BFD36A3D0}"/>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BA0D7448-EF92-4667-85F5-08945130511D}"/>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524032F0-19A2-43F6-8ED5-E6315BB4BBFE}"/>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0AB31CCC-398A-4372-8B0A-D1996E119B3D}"/>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BE80F5B2-23EE-4BC0-B24D-DE02BD508509}"/>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2ED44984-C7E3-4C74-AA69-4325FB23259C}"/>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06E11DF5-6F84-43EC-A4AC-7D3261027A3A}"/>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7251FEB1-359D-432E-93C0-8743B06B2833}"/>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0B76D45E-1772-457F-8975-0F6F00DE85CC}"/>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3C30891A-3FDF-41F5-9596-12FF1E0A7F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60572152"/>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CB78A940-0CEF-4737-8AB0-6458E02F05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878B15D4-FD09-4CEB-A313-3A8C7C44CF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DC59C598-7003-436E-9773-D4EBC18836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1FF8267C-2BA2-4444-83EE-420FC527BD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D3C08BAA-8993-43D1-9A87-37FC0BB439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9AD187AC-76C0-4916-8209-475A45D11C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EEC98316-D5FB-47A4-87E7-7B132D9C3778}"/>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A5566A32-DEE8-47B4-90C9-45096B367085}"/>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B69573FA-8996-4EBB-A02B-B692A5E6969B}"/>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C24A587A-2ABC-4DEA-B5DE-018DA2164EB0}"/>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57518004-9087-425B-8ADB-1914D5FE6754}"/>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C9E3B9CE-EB49-4671-99E3-1A6B3846F827}"/>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99B7A2D7-4ED5-4473-AD9B-4C7958114956}"/>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E96D7576-138E-47B6-8160-3F528EE29D47}"/>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6EBE9C5E-5299-4CCE-86EA-5A170361BEA4}"/>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3811996B-EA9D-43A3-89A0-DE8603739B75}"/>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02B51D75-9F0F-4DA7-B757-C9E2233E22D9}"/>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FBC9CE08-BD03-4C67-8E02-674F2F7BD168}"/>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3E1AF1EC-3EE4-4F45-96F5-77A25206993A}"/>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0E80F516-4746-4D04-919C-4A6B162AD1F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92AB707E-0684-4419-B46A-378CC56912EA}"/>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E75FFE7E-A1CF-42AC-B8CA-93D77AD7A4CA}"/>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10355EA9-BFA6-41F2-A364-008DE61A1F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87042354"/>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57D5FB72-114F-41D1-8FD5-4D0E14F266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DE648316-AACF-428D-87FF-1DABD4EA27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9FA71EC1-C252-489A-A18F-48D1ED808B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8E76E02D-9BB6-469B-8665-A69D3EB3B7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1065B5AB-1CDD-48B9-A02C-580533CF8F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1D582EC6-BE3A-4C63-8BA1-AB5884943A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6B7076D6-C16B-4C8A-BBEC-07A1A97C6685}"/>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B29D4E4-F4B7-426E-9D67-E38981B298DA}"/>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05E9C9CE-40E2-4469-A41D-E11207884419}"/>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A04FFE64-52D7-4A76-BB2E-DADCB62A023E}"/>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55A45E4D-1EC7-46B4-9B75-5EF80C895489}"/>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B4C54734-CE13-4223-AD23-6AE2AC55A0A3}"/>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9AD9A259-4368-4AED-A6C8-F0685FF3A93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A83BF17-3C1A-4BF8-9966-852875C70D4D}"/>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F3A8FF36-D904-4FED-87AD-8F3E51897762}"/>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A7FB4088-3A61-44CF-AC74-A378D91B99C9}"/>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B55303D3-80ED-4C9D-8F63-0D4304A915F4}"/>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957D2BD6-CE1B-48E7-9FBE-749F06864600}"/>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F7426408-70A1-4427-A613-415E3FBCF892}"/>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604D8CBA-5013-4434-8D62-C0E340FD0D0C}"/>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87F9DD13-1F1C-431A-9E9B-8F200710513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979A74C0-48CA-4F73-BC02-2B39B2EB2D91}"/>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E8768093-9ECE-48B2-95C3-B4582BE34A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269287159"/>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1CAB787D-AA27-484F-B9E0-83DB4A94DF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946C0532-C4BB-4DA3-A01F-6BF47F6A6F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8E702DC6-1B4D-45AA-A059-033CD0F71A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2CBEADC3-4DF8-43B5-9F76-90DCE87967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E1D18FEE-5917-418B-899A-F03217D409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593557DC-9A7A-4015-B3E6-67ACC37B34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957312AC-98AE-4963-9431-C2824274D0E7}"/>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C15EF09E-EAC7-48BB-AC3E-7FA280210D75}"/>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A73D8858-D5CB-41C5-8CB5-A2FB0BFD9A46}"/>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BB4AB95D-0373-492A-A429-E0D5853A8A93}"/>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7473EEC4-4591-4684-9670-D6F1D103674F}"/>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96BC4670-8723-426A-B513-E2FBD0B08861}"/>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73B8969F-2750-40D4-BA55-C96E2AE1419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93283AA5-D60F-4121-9C75-3CBD9F45F4D2}"/>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5C527030-8E00-4D14-A7CD-5F2900EC011A}"/>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10343D46-FF83-4DE3-97A9-04F8EBB46CC5}"/>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A168647C-D9AF-4EDC-A323-4EE50D96508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43A147BD-C847-4D3A-BA46-51E502910AEF}"/>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538A9BEA-B54E-4F23-9EBF-7667E678F3AA}"/>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37569366-1A14-45D8-B98A-CCBBB3448767}"/>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158285C9-1D6A-4CA5-A9AF-17AD0AA49BBF}"/>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E7548826-578B-433F-94A2-45AE39D2586B}"/>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F9752DDB-906A-4EE8-BCC5-13994B885FEF}"/>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E0B27E17-946B-4F19-B0C4-A6E39FBD6704}"/>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9C615EF4-43FC-43C5-9F71-8E548F50961B}"/>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5F18A868-8D50-4252-BA54-7635FCE58090}"/>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26ED9C8-26E9-436E-81A6-36B080DC630E}"/>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8F3576FE-A8DB-4FFA-A4EA-C23D4E639E98}"/>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74ADC1F7-627E-417F-931C-73D74359CB24}"/>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C98D4215-7B50-4D39-8EDB-F532197CA491}"/>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E96B7AD7-0577-4A9D-B910-AADFD6122437}"/>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3B580B98-8CFE-4B79-8ED5-A0DE19048DFA}"/>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2FC14E4B-23A4-49C5-883E-EE57562D1354}"/>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D244F4A8-AF3E-4E95-9812-31C4ADB6C87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BD0573A-4E8D-42E4-BD6A-E2592E151B96}"/>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C684E822-9D97-486F-996F-0D70F088789C}"/>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E98B7804-7F23-457D-9109-4C660501C77F}"/>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BDB7A6B4-EA7D-4A15-BA42-465A5E0AC326}"/>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C576EF82-B515-418A-A14E-16F00F23A515}"/>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1FDDBA2A-D550-4B69-AB11-AFAE863F0B9E}"/>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8CA54A9E-4B86-4716-AD05-48F5B2B99B53}"/>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B22369B6-E920-4320-B696-FB89376F2080}"/>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DB0CC63E-6902-494F-9FE9-CD10FD41A871}"/>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42513CC5-09E0-4ED4-AB0A-D4F8BAB33DFB}"/>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64F44743-C82C-4536-8595-384DCC2F8F22}"/>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E74D2773-882E-4C82-B6AD-9ADC3DEBDC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85012996"/>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A2E9EA6B-99E8-4478-B3F2-C682B29B7A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C85F2CB9-B736-4F8B-9811-20D5130F8D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0C6745E7-7680-4D3F-95C5-36AC7C2375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0EC5E139-D4E7-49EE-B305-26DD97F565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40402844-BB58-4EC0-B73E-1A05DFA847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7745074C-DCF8-40EE-995E-D93723B599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194E4DB8-2E53-47BC-B2B2-ED1DEDB1803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849C428-3933-46FD-BFA7-FBE30322F63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51FA42DF-FBBF-42BF-BA85-0729723C9C7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946BEB0C-DBEA-4C6D-ADB8-F6BEBD71010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C50D514-FEEA-4DF1-A295-18EC9E9CA7B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1530086-8D78-472C-8C50-7B19EF2EB62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4C3590E2-3FBC-416E-B1B1-FD6896188A9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EF6746D7-1848-4756-8F54-8AD180A6A02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7E2CD846-B168-4599-AD60-94F25017860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AD7C1F9-3BEA-45A8-8032-7899445E73E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0287DCBB-EBB0-4D74-995C-405F6482D85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D6FAABE1-51FF-4B5B-AEAB-61D5391487D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F5B31B60-5C2B-4B25-A259-8DD82AFA531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1A9531A2-9EAC-4F88-BA26-4B03AF0C1FA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92120BB0-4B14-4B97-8A91-0F42ACA6E7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06130558"/>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15D941B9-D49E-4ABB-A3A9-FCC961585E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51D783E1-91F9-49D0-B44F-95E9DAEC86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BD79E0C4-C844-468B-B0FD-67CF8F9D13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E2A28E5C-7E51-4C3B-A4A4-E17CF2AC6A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97190ABD-8A16-4CB2-8B1D-369CDB8941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517C979B-16DE-42BF-9C36-1D4696840C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A0AB668D-2CCE-4AAC-B3A5-15AEC282E9F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95F13C9-A932-4074-BE6A-4DABBB6F2C8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B110728D-F60D-4E78-BA87-B8319B9860F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F63A0092-3407-4219-BD5A-5B32BC503EF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8C62576-4566-495E-B5C7-0C71F647EEE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7943F94-6929-460E-BAF2-55D426E5B96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FFCB75A7-F144-4759-A506-8CD8B29CA53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95252C1D-D295-4771-84D2-F01CD2B4528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47F1CA88-7873-4582-83C0-41C6124993D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39CB93F3-6381-4DD5-B460-894E97953A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D9543A83-EC58-449D-98A2-B7AF8F8082D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20F2CF29-8802-4990-B402-8010834F51D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B9415D20-AFAF-4D89-BB79-B0659600610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A2A5AC9C-3033-4F67-8478-C3651FB7D9E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97948A60-79DA-4DD3-B097-AB6E171F6A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2461798"/>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423FDE78-C40A-433A-AD5C-78C00820FA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BCD401EB-0A22-4899-B4DF-69106DE80A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9812D63B-8406-44B0-8CAB-45930A4FCC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7A6806FD-6C70-48E0-B3EB-16019FAC28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030AD052-12CD-47D9-9214-F35F87FE67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6DEEA41B-D44F-4A08-ACDD-CE6DBD02B5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3339645C-A10F-4E4E-855B-ADE572700A5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5E55A54-2DD3-4A34-9AC6-ACF4ACBC4A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25EFEE6F-D8B4-49C1-AFC4-BA06F585676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49A690B7-4DA0-4D3B-8D9E-15672339919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F3A0C83-C656-4E9E-8705-D843752A7D8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A13E0A5-5839-4190-831B-A96A3DA0BEC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20BFBE2-C53B-41E5-8041-5CCABCA08BE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35DED45E-1BF4-4425-8D20-2B0021F2DD1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2A7F7ADC-40E4-4758-B57B-E833176F425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E8E784A9-AD66-46E7-97DF-BA0BE1156D1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88CA36E9-8D0D-4E1E-867A-092019627E7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103C5E87-1C85-4491-AD61-FAF1935A8B4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230442AE-768F-41DC-9EF3-FD7E1349F96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1ED40914-9AC7-477C-BA62-AC08022895C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9BA24058-5B04-4F42-96F3-0FB4DD6D1C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6185820"/>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30B3A5CB-05C2-446A-A596-C83ACB7901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D63EEE27-947B-4BB5-AD70-5B3C47E602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AF6A9795-92DC-4925-BE29-6DC367FE56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11D669DB-104F-4B72-91F9-3D73E3D427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93F4E963-66C7-4FA3-9DC3-BA500E60B2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A95378CE-CA12-4E2D-B81B-95A69525C0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7D82E5F2-077A-4BD5-A8F6-7D99796D2FA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85A5642-A275-4A33-BF23-30BF9880680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DEFCAB4B-C92C-4E7F-92DE-7CE795348A8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83593EFA-19D6-40C0-B6F2-FBC536FC7E2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E49E08A-0B6D-4868-8462-A303133AFE0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B32100C-1345-46FB-8BDF-9DFABE14D9B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CB4EABE2-3284-40EF-BDF7-C58FFA44B2F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5F1A88DF-F6D3-43A1-BAE2-40FAC9150B3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E89025D0-0B8F-4D9E-9E20-FB2DE8C49AB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A6680ACB-7109-47B6-AEA4-5FF58714087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695EC88A-A946-482B-9D0A-BC4FDB7F9D2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3F02412A-30E4-4503-B70A-B101F935F77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72365BDF-59E1-4900-A099-0590CF187B2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3F48FC71-4CC4-4113-A57B-91290A10B70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59C47FA4-CE98-40C0-B759-0CFE933478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33836580"/>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81595630-6DC4-4A51-A252-E3ACE707AA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4CC6628C-E075-4B58-92C9-90B80DF039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F65DAF08-BC12-4153-8053-C3E2F7BE4B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2BB626EA-1AEE-4BAA-A2E1-DD5801078E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07F0DBC1-C1FD-475D-9CE9-C622DCFC1C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D23241B6-5DCC-4573-8EB8-C2A219370D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C94D7816-AA04-411F-BA0D-3A2C58A33EF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9A5B39F-26E5-44BB-B7D0-CBE7FFC0800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86833AA5-8FD5-4147-BC8D-C8816BA00E9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42FB5B9-4087-4994-8352-7915FAD5BAE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76F6FE2-C161-44B3-9CF4-F60EE9D9EEC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E92B02B-3B7E-4B13-927E-4FBF5B1F30F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F3961E94-6E90-4791-A4DA-CFEA9297113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ED8375DB-6D70-4F5E-AAA7-5794D9B8DD2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263B380D-80C7-468D-8A61-E592709BA6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B3E37AAF-DF60-4F46-A1F9-32FACED81A8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682814CB-CCFC-4EA1-B2BC-2ABBAE6E68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DAB9227F-FB88-4FFF-9C94-E1FC27B8643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6C89C22D-187A-4AA5-AB95-860B9BB24A0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78FC65F6-1A8F-4490-8903-C183DF2127A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D1F4F20C-9FEA-446B-B4AA-EFCAE6BAB4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13415508"/>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D6EF9917-933C-4728-B83F-DA0B26137E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F97556FE-034B-4133-B88C-803F6E45FE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9C1246A6-F1C8-49A8-B845-7EF73696A1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D30963E-5134-437A-A8C4-547EEA22D1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0333D590-9279-4F54-BAB1-FF9A008D00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41EEB143-DEE4-4913-BD6A-0609529184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32F77B18-85AC-4D6B-B751-893C198F223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6773F2A-A8CF-43D2-91A3-21702D01E98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740020A4-B908-4A5B-942F-DEA247DB6BC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8D050DB2-EB31-4079-9C22-761F6585BCF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368E6D4-7D6E-4743-B4E8-0D3AF8EBC9D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8A44838-2917-44BA-BF81-6C94724A9C4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F985A24F-99D1-44CB-8B8A-C5BBBA517A9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B7825783-1708-4424-8D8E-BAE9E3F63D6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7AB6BF77-5091-4E7F-B083-B74FF7C0E9A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93B934DC-22E9-4F88-A3B9-FCC73BDC585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90594AF4-44D3-4D9A-8309-BCF33D0E1BC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D6B577A7-C5AF-4A17-B61F-0E866F24EE2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174404F0-538D-4596-9D22-45D80ECA7B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3237553A-8DAB-49D7-8A22-293C1471F60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DC93944E-8CB1-4472-A101-70C7BBD16B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40155060"/>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6A933606-AA41-4177-A7A1-2AA794E3C1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7CFFDA6E-365E-413E-995B-BD1DD8EA3E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B5C9198B-0A31-4309-8A7C-2E683F777D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0A48B4EB-0724-4539-B44A-96B446BBB2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8B38FD03-CD44-479B-9D28-75A5D098F2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E5FD3748-DA70-4A3A-895C-0EE54209AC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D7DCFED7-78CD-4210-9B30-C4FD8563403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D7F394E-3FD8-410E-B6C0-DF6810B2647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5A031D96-8732-4823-BE9D-157AA84CE1D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4DD7912A-5E85-4498-A7A3-F05F0ADF989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D506CF4-2E1D-427A-A860-FC80DE0B941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6704AC1-574B-447D-98E7-20D315CBB3C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19E8807D-AE53-4C3E-AFFE-F4FF7C44D2B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488AA956-905C-489D-8EF3-214C12FB6E5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36371E9D-296E-43D7-B350-7466268322E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00342E5D-C007-451B-A746-0086896CDD9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E95374CA-211F-4AA0-A4C0-C977BD38FC4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5CDC03F4-43D9-473A-983F-76F31D4C2D4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00997492-E71B-4A09-B739-A0F61AA3FEF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26C51B4B-443F-4DAC-AD54-46A5A1C2226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0502D52C-4AE2-4C6A-BDD6-1383679718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2260101"/>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9A978BC5-DA40-4C4D-9F3B-FA67A0DFC7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25D4B765-B40E-4378-AF14-858B247203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FDE71A37-E72E-4E94-8710-B64AC9DAE7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C99BA01D-AF16-4E6F-8E83-C7395A7A6C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5C9514BD-CE47-4656-8050-D131EE9E91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A790E333-4193-46A4-8883-15C7C1740E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0B3CAFEB-DC49-4B25-A040-4F489451753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3995D5A-3810-4510-81C1-BB4C131E662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4E0C6270-97E7-4905-AA72-B88CE22C750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1A8DF18F-3973-48A4-BA77-52AF85E9423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5CACA3F-0503-41F0-9266-B48ECC9970E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6136F99-085A-4397-AF35-F56AD20B027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BC280537-EF5C-42FF-AD27-AA26F2F6E06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97560D93-9355-47F8-AF4A-185396EA321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A3FF7B6F-C32E-4B4B-B1AA-5D2B1064F1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BE7F1CA6-AF64-410B-841D-552700F6721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F950D5A9-DCC8-420D-B65B-E131ED28D59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FB951FD8-406A-4FFB-B52A-E75761A2EEA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5FA083C8-4984-45D7-9C03-5087855F6C2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57C2489F-0FE0-4F19-87E0-CE008DB6C97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D7EA5F0F-0F4F-45B7-A53B-828C8AC809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73112183"/>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38C3D255-393F-4315-A5F5-04A06AD7BC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F1C42590-5B37-4FA6-B087-A21E03A5CF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8BE1D554-EE0F-4263-A3DB-8A3FF85ECB2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807EA561-79DC-4830-B9FC-5F1B5F84F3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65DC6D20-C9CC-4CCD-8F74-2423962EFE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3100939F-3EFA-44FD-ADC4-87781DD430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115AE887-37AA-4835-8906-232BCE7C3185}"/>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C502A22D-D8F9-43A0-B94D-ACA693C0D038}"/>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027BCDBF-EF85-44B6-8DF6-B2CC93FB6CF2}"/>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58E60C5E-DA92-4777-BA86-57EF56248697}"/>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8CFDCCF4-2743-4AEC-9445-391198220115}"/>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544362F0-FC5D-4CE8-B4A2-DB529066C686}"/>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C02D0F7B-E18E-4433-8F49-0C65D3DBE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42845860"/>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0B63E2F0-466B-48D3-BED2-CFDB170ABF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0C89777B-0D81-4835-B62F-24CCA1FDB1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D6303ADD-D610-47B8-A854-7E4463BD2D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D146663E-6A19-40EB-B38B-0F5E05215E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A3BB8C42-37AB-4F3F-8972-3FC076721E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0591BD4D-E50B-4DC5-85FC-CFDE0BC19C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0A2A75FC-DD6C-4EB7-BCBA-5ECE22FE8619}"/>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D8114C22-C1C6-4F3E-B62A-1CFD765A6396}"/>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C3EE7B3C-B5AD-4F26-99A8-E40DD11BA993}"/>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908C31D9-E9CE-4B6F-90B3-3FC83778AF92}"/>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B098EDCF-C033-4B42-9218-65236D90525F}"/>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AE904089-892D-468E-A42A-85BDB11D1AFC}"/>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5124492C-1754-440F-B083-789A0DADE500}"/>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58CF42E0-C2A3-4209-B936-1C2310B62765}"/>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72F7119B-A42E-4B18-BC84-E91BAB639D71}"/>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F29345D1-1D5C-4F5F-9EAC-277B5B14BF7F}"/>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A279A535-2786-490C-A250-2900AA9FCA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68490735"/>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3D154DDC-35F6-4A19-973E-7EC6E7E02A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2FFA7E32-84C1-433D-A766-68F6822C18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3B314046-4618-4494-9173-1144EFC530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8D0BD50-1773-467B-894A-4CF3B19112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E0846D49-1B92-4C4C-9674-898491471A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BF813792-F847-411D-BBC3-1FBAA29523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D455D49C-4E68-4426-AD87-85184C42A6DC}"/>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322F6610-40BE-4993-9FED-EFC011DB133D}"/>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2A429076-BDF2-4DF6-9A72-B29480ADE34A}"/>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1D2C20F0-28AA-4C11-8BDF-86AD1CD86A24}"/>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604FFFA-6B96-446C-A1A4-A9334F6F904C}"/>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DDD1DC68-B8DF-447B-AAA7-01CC8655C4F9}"/>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6931A25A-F79B-4D06-96A2-77FF97412790}"/>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59AA950B-E594-45A8-B02D-836B7E6508DB}"/>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6F32D45-E9E3-4EF6-8F4D-DF8C8C0CB472}"/>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2774895F-25CA-4ACE-9604-402B6B629EC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0F2B2F2-3A4E-432D-B875-B2A06A272BEB}"/>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6C60A2AA-96BF-48C8-8ADA-05F7E9A8091E}"/>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16CBE6F0-35DF-4E67-B1A3-50A4038A83D7}"/>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BA6C6A5-9404-4C4B-849E-1370F76FEDFB}"/>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CA536A5-312C-4A3C-87E4-823739FCF50C}"/>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58111E60-2D91-45EF-8F9E-741CE4591DC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03E32ECB-B099-4C0F-89B7-7D0309679E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73034602"/>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08E2D734-AFD1-46FD-B119-8A61ADE336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C1C38689-4EF7-4E01-AA6C-395A72A88F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A791244F-B3D2-4499-B779-788ED5582A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3E4CFE1D-43F4-4A5A-BCFD-3F802E39EC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213D4603-3EB6-47E7-AB1B-AA6C632725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7EDDF348-279D-4DB9-B62A-AD2E537117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310BFFE2-2EFC-4979-9ABB-952E201176BB}"/>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C4721791-7E21-42EB-B15B-F2805DFE077E}"/>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F4CE6CD4-8475-40C1-9E3D-5BF779ED875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FCACAB8E-634D-4702-9D76-6CD8BDF5AFFE}"/>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680C432A-26D1-4E19-ABAA-DF71CFB267BD}"/>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A11ABA49-9701-4B34-B117-3E56E97A0E01}"/>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8E46AA2C-944A-4CE8-BE48-89E5DE677D53}"/>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433601F6-AF3D-4677-B5B3-B09E0679EC0B}"/>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923DC555-DA09-49A8-9916-8026BB7DAA3D}"/>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719B4F7F-09FD-416E-A6EA-37FDE405C78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0FE2F0C5-625B-4133-8EF2-2D45EA6FFB46}"/>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51F4CA82-0D8A-4799-8DB0-90F0505B02A6}"/>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D0CB7800-7875-4E8C-91A6-ED4888D80870}"/>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F874DE0B-51E6-4228-8068-FEE82B415FD5}"/>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E69BAE63-CC11-4937-832C-55EE2DB97B8A}"/>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08DBA796-5ECC-40B5-90CD-97944C972AAA}"/>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B4EF9A8-D560-41EB-8185-73A971322A12}"/>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6AFB3033-8165-4C47-8148-AC3FEFD8306C}"/>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2E3FE517-9200-488F-A51D-B5259F8BB0FA}"/>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EA38CE14-FCA9-43BF-B197-592D5A4459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4378654"/>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642966C5-F841-4E44-9FE8-2CC527A661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D18C202D-C861-494C-8E76-4073EF9C5E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C99BFADF-0977-4163-80F3-56CF794BA8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D161D8EC-AF5C-4419-B7F1-6323E019BB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83E9CA08-F06B-4195-BF0D-DF385BAC40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F810CB0F-9357-4844-8924-E3D8983037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BFB182DF-24BA-4E60-8573-19764C9853B0}"/>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23484A72-45A2-4211-A159-7FF0C0642E74}"/>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C75A2F60-C065-4B13-B129-E187485E51E3}"/>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25265906-E726-4F5F-BFAB-773F463831AC}"/>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4862F943-9C5B-417B-B35F-B85C399032E6}"/>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24659AF2-C690-414F-B0CC-D3FDC9DF8676}"/>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3C209DFD-AA00-4E30-A067-7E59C9C2B5AD}"/>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BD2D5502-710D-44AE-AB41-5BEC859B8171}"/>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BA8EBCF5-493D-438F-81F7-2F0D09EA2FD6}"/>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18BC135E-3050-42B2-B469-5D07A6A74B74}"/>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7ED63C06-1500-482E-980D-A78B2FA26AC9}"/>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6EDD4F25-E3E2-45B1-BB2F-FFEF3E484F3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5D352830-D75D-4ACA-AFEB-FE9C0158F77F}"/>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16054C79-0D97-4E3C-83B3-EEB18CF76641}"/>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A19044F1-E2C1-42B2-8250-3D94B3B9CA67}"/>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031D5045-8C76-4ACA-B5C3-509EA9EECC17}"/>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4509B4E6-C908-4B86-9582-516962E276E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C05698D3-B82E-4273-A9C4-92E2F34DC79D}"/>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25AF7EFC-8AA2-4344-87B2-9FC94CEE1B29}"/>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078D565C-FA20-4E79-967C-DA302167994D}"/>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7D4FED46-E6CD-4A73-98C6-0559DE2F65D2}"/>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4FE26FC2-66CF-4D0D-A04C-809406B6DB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74662078"/>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CB27918C-589F-447C-8166-C3C7830074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2F38AEB3-F9FD-4525-8C40-9069E06C04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5B0C6EB6-AD86-48AF-8C56-5AD622FEBD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83FF3BDC-20A7-44C8-8314-8083D89727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CDB06CA0-3DF1-470F-9DED-25F6C1A6EE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54E8B7C3-5579-4983-9E25-AF0ED365F6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160CD970-1EF7-40C6-B58B-F43014D17502}"/>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51B7DE29-6CF4-466A-88F7-846C7F4AFEEA}"/>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00670433-DF3A-427D-AC3E-64B18A620AC9}"/>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69F289B7-873F-43F9-BE0C-047F79985717}"/>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A359342A-F611-4659-846B-2521784A0C20}"/>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E8C7AC07-7145-4B9B-8289-0D9AA62140E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71C450AF-8CDE-4506-AACE-4B0D5A1B6758}"/>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83BFCED1-2EA9-4987-90F2-E3F7D3F687C9}"/>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E215E21E-A1E0-4BFD-B625-5D440C1BC663}"/>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B179ACBD-BDDC-496E-B538-12CBDA2E802B}"/>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A18AA035-8464-4683-9FF3-18F791DD5466}"/>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6F413F2-857F-4688-9D49-028DB22E7FBC}"/>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B273D7C3-CAE7-4513-8F9F-03261027A0B3}"/>
              </a:ext>
            </a:extLst>
          </p:cNvPr>
          <p:cNvPicPr>
            <a:picLocks xmlns:a="http://schemas.openxmlformats.org/drawingml/2006/main" noChangeAspect="1"/>
          </p:cNvPicPr>
          <p:nvPr/>
        </p:nvPicPr>
        <p:blipFill>
          <a:blip xmlns:r="http://schemas.openxmlformats.org/officeDocument/2006/relationships" xmlns:a="http://schemas.openxmlformats.org/drawingml/2006/main" r:embed="Rc56215f41b514152"/>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26E83B06-EAA4-45EA-9BD6-3A3FB13D0768}"/>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CE2A251E-8847-48AF-BF64-DE0BC0BD748A}"/>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8FAB8DAF-3073-4C0F-96D4-33A68A7BFC8D}"/>
              </a:ext>
            </a:extLst>
          </p:cNvPr>
          <p:cNvPicPr>
            <a:picLocks xmlns:a="http://schemas.openxmlformats.org/drawingml/2006/main" noChangeAspect="1"/>
          </p:cNvPicPr>
          <p:nvPr/>
        </p:nvPicPr>
        <p:blipFill>
          <a:blip xmlns:r="http://schemas.openxmlformats.org/officeDocument/2006/relationships" xmlns:a="http://schemas.openxmlformats.org/drawingml/2006/main" r:embed="Ra6a1e587830f4285"/>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74CFD152-18A1-4900-8691-A62CD0CF2A9F}"/>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99949CB3-E819-4ADF-A9A0-FF40A50B2C6D}"/>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B58388E-C001-4BA6-AACD-D2F2D6252B6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2E80ABA4-C10F-449B-8B55-51B412C3DAE2}"/>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033AB378-9FC6-4E0E-B752-807C39348DA4}"/>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1F14ED4C-0526-41CD-92DA-89DFFA1B19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04958371"/>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20C2FE58-6DE1-440A-B2E8-CD3FDAB736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19F7E590-5567-4CCB-82B5-C689BCB426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070E30AA-EC11-43EE-85F4-F8169748F6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492887D9-AAED-4D2F-AC06-1248458497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30A2AB21-C9C1-47A4-975B-4132F00D47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9085E7D3-DE97-4B8B-ACBF-224E5CF2BA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12EFFC15-3875-479E-B9E5-FBBCAEE0909E}"/>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B70A8981-7F12-43BB-B77E-32B6791CAC03}"/>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EC637BC2-EB5D-4EE9-AB08-1787AC79B878}"/>
              </a:ext>
            </a:extLst>
          </p:cNvPr>
          <p:cNvPicPr>
            <a:picLocks xmlns:a="http://schemas.openxmlformats.org/drawingml/2006/main" noChangeAspect="1"/>
          </p:cNvPicPr>
          <p:nvPr/>
        </p:nvPicPr>
        <p:blipFill>
          <a:blip xmlns:r="http://schemas.openxmlformats.org/officeDocument/2006/relationships" xmlns:a="http://schemas.openxmlformats.org/drawingml/2006/main" r:embed="R2540ab2ed1954054"/>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4499CFAE-ED12-4C43-B292-E80C16A3CBD0}"/>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6246FBFD-DC13-432C-BD96-AD6337693015}"/>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B2C49F75-D6E3-4DEC-A5F4-9AE7B922F61A}"/>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CF3988B2-6FFE-4B11-BF2D-B07CEA3E21E9}"/>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C35B8C41-A21B-4C7A-B62C-D2F8E7D97E32}"/>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B19FC1C0-AC38-48BF-B7B1-2EB1E1898636}"/>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25A42F50-87BD-4FD8-8C88-9090933F9E20}"/>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61045993-59FC-4C72-98FC-45FE3252B139}"/>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C3059F49-9896-4410-8308-9E59FA465B98}"/>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1AC5EB18-3D0D-4FA9-B4E2-0E1DF489CEDE}"/>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9D2877D7-5508-4CF9-A79D-1EF0280B3FF1}"/>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981EB087-19A5-470E-A77B-85765C69517C}"/>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96BA70FC-1596-4546-B611-19B10252186D}"/>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6D075336-D5E1-4CD7-9F76-696E7F974152}"/>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8B371FC5-406A-4AAE-BE9E-3202113B05C0}"/>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AA61E4E4-669F-4E92-8634-97DD1EEB64A3}"/>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F755A6A2-BBF8-4013-A98F-FF0D87DD0AB9}"/>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19484C7D-5C17-43A3-948D-FBCFA98AFDC1}"/>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6316621D-7FBB-4368-9FFB-5894C3386ADD}"/>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0A9134A1-AE9A-4246-85DE-EDF00D7ABD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1872784"/>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F670268E-7B11-4DCE-AE87-E969C0E931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BC7E4E08-9A5D-43B6-8C6B-C17A72E7F6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63C3519A-C085-4F3A-BBB3-2CCA28CDC1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7CBFCAE5-A55A-4323-965D-53747A6849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BB7721F5-0869-4136-9845-443AD81373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2084DAE8-5A17-4534-BC4B-7C437BC719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046B3BDA-C25E-4388-970A-ABCBC9C4C461}"/>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DBB08A35-2FE6-401F-8C2E-53220F394E1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2D2A263D-6237-4AC9-AF85-C890974B003D}"/>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F04477D7-0BD8-41EF-920E-8995F7B4BCC9}"/>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99B5D-0BEA-4111-A87C-261ECF73229F}"/>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856EFA87-A944-4CBF-9952-A6520DB76D6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3707C9B0-042A-4E88-A335-01C2140220B6}"/>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23B2665-2407-45DE-9A1D-F9C1F457DCE6}"/>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5625F0FB-AAE5-4FE8-A268-AA329C62FFDF}"/>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2A109E97-C8E5-4509-B968-AE4F1D7791AF}"/>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F29ADC8D-A031-4648-A3F7-0687EE0B2B26}"/>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3671D8EC-A22F-468C-AFFF-EEAD273A5D8F}"/>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E1A40F81-BAC4-4E86-BE2D-A0FB5EDA0F74}"/>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88C5320-7CA7-4338-8561-BE585B945155}"/>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5816CE85-D6AF-4F8E-9A54-55B0E4A14078}"/>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632A04D7-1991-4774-A1D1-1EC9A713FE2B}"/>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089B3587-6D3F-4E63-9BD7-1F9176AB5F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5470486"/>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B5A65437-5A16-41D5-89D8-1407472751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C8241C92-14DC-43AD-A4F9-4AF9DACEE7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F58C1442-42FD-4435-8361-004D3F8EEA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DD7AA3A6-28A6-41F6-AD95-DE2691A991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BF31365E-956A-4D0D-8D9E-DA69163C68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73E14E05-E445-4CD8-8EF1-1360967DE5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E97544A5-2995-4208-B9D5-57114AB0DF55}"/>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0D208454-3027-4996-9797-1C3E7E1FC2D9}"/>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BC475BA-D3F6-49B7-99CF-E21C3DDE8623}"/>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E096C4C7-85C3-43E7-AB80-016990AA18C8}"/>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E227EDFD-0041-45F3-A029-DE4E1A4070F6}"/>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4DA437DB-AA55-47CA-BE47-AB7DDF3BCD20}"/>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5EEABA0F-F1DC-4DE3-9AF1-EBFBE3398766}"/>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D0198C50-DCE0-4D11-85D8-989A0FF75CC0}"/>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C2F2693C-817D-4A57-B8FF-71C5F2EC8EA6}"/>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AD2646E1-EA96-4A69-813E-0FD4ACDEB785}"/>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E74078E2-64C3-476E-BBD2-DBD43F07AA10}"/>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9D7E1B0F-1261-489B-AB7F-48E1B83BBEE6}"/>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6B377CA9-2994-4138-95C1-F5B2C5350929}"/>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EC936004-0023-4AF4-9D2E-4ACC87B870D9}"/>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1B43A97-B951-48E4-B524-6176104A0D26}"/>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BE4FB31E-7A60-477B-A268-BFA0BF7C9108}"/>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76639C79-0F4C-4431-93E2-462AD6381CFD}"/>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36A5C852-EAA9-480D-B741-E5EB75EF0C87}"/>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45C24B04-7FDF-4A41-B14E-1B4E32993ABF}"/>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53C70E52-7B71-4EAA-9136-221611935D62}"/>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D8F59747-A7CE-4509-8E83-64F975100B26}"/>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7658FDBB-C38E-4C7E-8C49-000813E4EF19}"/>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90DC626B-464A-4963-A3A1-E104C620F2F1}"/>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04AE41F6-DC5F-431B-87A3-2FBEB15397BD}"/>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89B00489-5D82-4B7D-910E-B3CD33C998E6}"/>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CF0500B-EC9F-4B53-A4EA-0A023298DB4C}"/>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5A1C3180-E238-42AD-9F4B-35C2D057FEFF}"/>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B5B341D9-C1A0-4A70-AF92-72894501E255}"/>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620CF9A6-E5A0-44E8-8D4B-405C3F1667A4}"/>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E1A0F0E9-3EE4-40A7-8C14-75171507180E}"/>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4175BBD5-B2ED-48FA-84C2-FE7E5B7F2881}"/>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839BF799-95C1-47F0-9482-515148C0FF9F}"/>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D8377292-C84B-4824-9BE5-01A9086E6748}"/>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18FD1DB-C8B0-4642-B28A-2A4F792EBF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98064080"/>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10E857DE-08B1-438C-81D0-68D4C4585D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55A6DFF1-E12D-4A85-B214-9D02EF45FD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77F205BA-DDA9-45DA-8C85-401BA969DA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C027C23B-BFD1-472F-99E2-DE527D9B10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37271444-138B-454C-983E-546D6E1028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0310CA41-679B-48C7-94ED-B9DF4E56C28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A8490FFF-8BE4-47A2-9360-B1F42E1DF09E}"/>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D39AD1C0-7482-47AE-A8E9-D69AB1578487}"/>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FDAD757C-C38F-4B0E-8EB1-05C400859532}"/>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CF7F1433-1378-47AE-81CC-7A24D56D0473}"/>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01380C7A-EA29-4C7B-8953-4D795EC51A27}"/>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8BA5F359-320C-444F-9996-68E36F9B342F}"/>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0A0B80D2-B5B6-448A-B294-0DF2BDA4A429}"/>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D68A7E5A-649E-40A4-BFF8-CAA9D08AC607}"/>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826E2C0D-73B0-48E3-A628-EA1375DC4DC6}"/>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27E0A0F2-57B6-46BA-A74F-C83C42418506}"/>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62633A10-BD00-4A2C-B8E3-83F563B0F2AC}"/>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65B4E9F6-918E-4103-B6C4-CEE25BCE7A9B}"/>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8CBF84DA-9117-4F8E-8B9D-9FF7E6525B85}"/>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A15CF33B-3574-41CC-A2CD-3E0DB82FF2E7}"/>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BB0008E4-A035-47C7-B365-0A30D23F715B}"/>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4FF1531B-2541-4A45-B02D-56D2664B5F95}"/>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7B8A773-2487-47B7-93ED-CAACC4ED49BD}"/>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0E90A0A9-BCDB-43E3-857E-34E5A3A8BCF1}"/>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CC4D3CE8-7012-4C62-B5B3-5ADE70E2F324}"/>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8C0D73A-C1EF-4754-8B08-5E76869608A1}"/>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D7680E2F-7C0F-4F00-8BAC-258E89D3F547}"/>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D7F79033-8E84-4991-B3DD-5559F26C0094}"/>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9DF54C1A-3A56-4A60-98AD-036EB0BFCDEC}"/>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F98E4028-631F-4723-A606-D9FF45378951}"/>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86C466E1-0395-47DD-B0AA-73F1A9B5E0A0}"/>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BAF1A3A3-06CB-4891-BDFF-168A7B37C498}"/>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DD2B5054-BB81-48B6-9C60-6A9229BC3377}"/>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38A8F7C2-3C80-4A75-8C9D-BDCC1409ABEC}"/>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E8385169-6C84-47EB-BDA7-D1A5DC942229}"/>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D2F3710A-D2B6-409F-9D31-ECE610B90C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4616407"/>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6DF65CD3-49E6-4F54-8527-75FEE42A2B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E422366A-5D80-400C-8850-B6785575A8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611B866F-DA21-446B-8501-AB1E14597C5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91E3B443-3C3F-4294-BA14-4DA63CE583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00FB2B44-4261-4C1B-A1C8-4106C2BD14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BD42A4F7-37BC-4543-AF12-B7106D345B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AC62BB74-1383-43F0-BB33-4ABC738EEB71}"/>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5F8AD120-81A3-4A4D-B1D0-3D2E0ED82D35}"/>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EAF44CC5-058D-44EF-BB6B-F5A5920CB99A}"/>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3925C25E-10B4-43F7-B063-2AE5972B851F}"/>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BFC3DBA1-BEE7-4676-A1D9-1773BA5840D5}"/>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3BF5B8B-8353-496A-BC2C-900148D80082}"/>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6DD73F7B-F424-44AD-B1FC-B4BA835431D3}"/>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37A77561-6BC7-4459-A8B9-AFFCF4BC0B04}"/>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93A37D1A-1593-4F18-BE3D-4A6A039F9B1D}"/>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2D3064C9-070E-4578-8724-585D57318650}"/>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93862796-72C6-472B-9535-0DA10EA20363}"/>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F8C1552D-CE86-468E-9912-D7AED01BFD2B}"/>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1B7E4360-2602-4F54-9BAB-C39CF8A2BABA}"/>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B2DBFCF1-6D49-4380-ACAE-CB7DF0FBE6C7}"/>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1C39928C-51FA-4950-AAEE-82E98258FBE3}"/>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66CAE420-DD19-4F7C-99BF-816B716B97E6}"/>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C19415CB-9C30-49B2-A872-AAA7ED9DC19C}"/>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4FC61E57-5BD6-4855-A542-24FA4B49528B}"/>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2C1DDFEB-F292-4753-871D-EEC7EB0EECEA}"/>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036FE849-9D96-473F-9BA8-753E789E6635}"/>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FA751577-32A0-44C0-A8CD-A6FD0D7F031A}"/>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44C8DBE3-DDC3-457B-8294-B01CD3E8C4C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E3AED0AC-FB43-4F31-BCBF-8D067DA63765}"/>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DC09DD00-5529-4C54-91BD-0980773CAD53}"/>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146D2A4A-6469-4391-B117-757EDABF5DB8}"/>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A6200B29-C9E5-46F7-A8E3-95B5EB588A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41216214"/>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FD3D3FEF-9A67-4FB6-A794-593042F444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06BE0AC7-201D-4A67-A989-AD92CA91E2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BAEF9865-1EBD-4A31-BB2F-5CC46BEEEF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4BB67DEC-6DAD-496E-9E29-7AF89CC32E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918D819A-E48B-4E04-8C19-80C7FB1DB5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42E0124B-8B07-4FF4-B51A-DB8AFDE220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3D15097E-CD62-40C4-8102-CC4C47F948D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38DEB2E5-EDDB-456A-9805-73A5BB2075B5}"/>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68BCABED-3174-4FA4-A1AE-7CADC9011EB8}"/>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2C4245C9-42FB-4941-AAA3-7607C1C3F89B}"/>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8913E8B2-0C3C-4BEF-AA11-0F8BECDC56B8}"/>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2FDAD2AD-5A28-4566-92C5-E0A2CD50FE18}"/>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546FDCB3-3E98-4AD9-A09E-07D6FD4DFDF3}"/>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DA40E3BE-9E28-4761-8711-35FCDD73737D}"/>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6934AF0F-79AE-4516-A2EF-4955BFC6A3E9}"/>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40DDF5F6-0423-47C6-98B2-1C8AB43220AB}"/>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B7799D9-B421-4889-A357-0075541B25B2}"/>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658809A9-60B8-4B57-BB5A-BB4EB196DB66}"/>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2E76DE4E-1C96-4215-8400-2258DE3243A9}"/>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50C18EFB-6E5B-4B88-9B29-52025F053355}"/>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DB9A55FA-4AD5-47A4-ACC3-E6127A6D6095}"/>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BF38B30-6741-498E-84E3-CC05B9B6A659}"/>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B454FD85-21A9-4980-8014-06395E1EBD6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A1F2CEBC-CB9F-495D-AC71-AE501BCEAE63}"/>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334EC28-9A51-4F02-ADD2-4F520E788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2313420"/>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B3B7A01E-2DAE-4DA4-AFBE-956CA4FCBE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94B0BE9E-0379-404E-9202-DF5C83D9C2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D6F3CD95-EC78-4D83-A3EE-43B7B260BD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9E725CEC-CF6E-43A9-AA35-66A3265B4A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EF6A4D7E-D429-40E2-9E36-526048873F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B2327593-392E-41DE-B985-40ABDB8844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0661C8AC-141D-4B05-8681-64BEF352C78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0C0583C3-3669-4BD7-A119-7EED2F1037BD}"/>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6B4DEF11-4051-4E76-A1A3-4800F9C134F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795EBB65-D861-4690-B302-FE9513720D41}"/>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E2D52888-A8F3-46E2-96D2-4E6F73510715}"/>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466DCFD2-A46B-4BD0-B53C-404A23782EE0}"/>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B26B0852-3F4C-4BD5-A53F-F814BF2CCE9F}"/>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EDCD9715-F9B7-4273-9365-1834D78A177C}"/>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05AA0990-712E-4D8B-83AB-F5CE2644F964}"/>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C9598E46-7073-42C6-8CBF-F29ED5C36D35}"/>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4EE0C4B3-410B-430C-86C2-AC39E78048BD}"/>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50ACF7A5-13B2-45DD-84A9-4289D19ADA9A}"/>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3B2052EA-A257-48B0-8295-15AA7786C5FC}"/>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D473B2A3-1A65-4B9F-AED1-103363AD48E5}"/>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4E8356ED-AE68-47B0-B7F4-E82C0F6C75A3}"/>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13E77DBF-0999-4FC5-BA14-D04FF9A66639}"/>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37D90B68-C87D-493F-B800-8335EE5AD0DE}"/>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D2C0ED47-7D15-4FDB-9404-CA528E532B8A}"/>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12DBE45D-DF69-419B-94F5-8A7A10B44606}"/>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6A7B2561-AFBB-4CFB-AC57-9537B48D8195}"/>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D4919AD8-763F-49CE-BFA5-2BDAC7658DB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A3F3A061-8517-422A-9397-F201423AACAE}"/>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20CF2AEE-6EE6-4BAB-9A9D-CEC3AB900C22}"/>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FF7BDA67-96CC-4022-9E02-1D787FA23866}"/>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E7353E3B-BF3E-4D67-8F0E-F37E59BD64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49914875"/>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D63785B8-1118-46A5-9D31-EEC6C28BC3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A7B6F572-0B04-43D5-8360-1CA34B3EFD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1FC644AE-42B1-486E-9B6D-3CF8C7BE12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CF348163-AE6A-45EA-BBEC-8474FFA844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19BCBA2A-13DB-43E3-A7C3-87E108CCA3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5A0CA868-7146-4063-BABA-633E8E6376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3C97559A-AD65-4174-BBD5-CA5DF2D2E59D}"/>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99F7C558-01E3-4835-A953-D52D4D19281D}"/>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973C6869-BE50-46A2-86D4-3753D72CC380}"/>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B0308877-A165-4927-A80B-DB371D6CAE31}"/>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83A84B94-EF52-46FB-B4CC-E25467138E64}"/>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DE0CB9E9-E30B-4E61-BC79-A200D8FB32EA}"/>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11EBE05A-BFCD-4755-9D03-4D84273105E8}"/>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487C1317-DC66-4554-8ABF-0AC661EE6791}"/>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9BF9A869-32E4-4590-9E9C-5AD1BE2EB13A}"/>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DE9A6FC8-9FB8-4C0F-B82B-5FDF9212FA2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C7255036-B8FA-4DAE-B2B2-FEF7C3C4A704}"/>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409FDE5-F4DF-45D6-AD1D-8B950EFD2DD2}"/>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B4F0907B-CF7E-41D0-9358-3B9E9ADE2CB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42697AB0-F96E-4431-B256-9F87F926275E}"/>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E8ED56D6-08B0-4247-9988-E95BED90C45E}"/>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C1E662E0-0F12-4650-A4E5-28E594352004}"/>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C84D6BB0-0E6C-4A9C-B073-470E91D68C0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21F05EA8-A756-4BFC-84BB-E0DFE4194FCF}"/>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9081FB74-C339-4D3F-B69A-0BD817A98A02}"/>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C73FFC7D-A327-4693-B410-69E6F2344E20}"/>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E443C061-123A-4069-86A9-A2EB3C3E88F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3299F995-5628-4A04-A615-83353B639D6D}"/>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9C6D4B1-30A2-436D-9539-0C53F249DC79}"/>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C0B73FDB-F649-4991-B77E-C901A921EE18}"/>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F4B2914-C6E5-4786-9D91-D9C2DD141447}"/>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514DF5D2-B299-4554-8417-7B6C3986E7C9}"/>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D936077-0568-4261-9C72-4D5C041744F2}"/>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F367C900-431F-47B0-A443-B0FCFFAD962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25F58F34-B0A2-48B3-A697-543E0E0FBB2D}"/>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F054CED1-74E4-4E4D-A164-E637C2DDC1C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94DF9297-8155-44DE-B734-E49E09A8107B}"/>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0093289-143C-47C7-8655-996EA57D545F}"/>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52D127F6-3E08-432E-94A5-93B64289F11B}"/>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BB447E23-7D5D-4FEC-B216-3103F7E766CE}"/>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7F6182C9-902B-4FD5-90F0-BE4766B6BC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06128880"/>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2AEE8923-0AAF-4D4C-83EE-72A6650906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4D5DBD82-9DB4-44F9-AFA2-6076D185BE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CAD8898E-56B5-492F-A4BB-183A18BF0B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9E3FEF23-FD91-4558-B53C-7A306B0B3C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97477352-FAAC-49B1-B988-6EF5DD8695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1EF4E3BE-B87D-40C4-AF05-71C61730B1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7A74963D-AE2B-4DA1-A9F4-CB7408ACE34E}"/>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2BB3F8B3-4C3C-4A26-B0C4-91CBC6D2E06B}"/>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443FB951-F685-4CAC-B9EE-2B2BAEC2114B}"/>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5C468837-701E-47E3-92E5-5541703699CA}"/>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851E849C-D41B-4FD1-BB45-3961B3F833E7}"/>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9EA60135-16D1-4A6A-9F53-EFB300C46E81}"/>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2075F334-5267-4A28-8503-7BBBB4E1AB1A}"/>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55C1C6C-78EF-4B06-B3EC-FAA1951AFD28}"/>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0D546911-2CDC-4916-9283-7681875D97B9}"/>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1AB8C8C6-6EDE-4128-B4FF-76613656A5AB}"/>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275954A1-1831-4673-8192-F8850A080900}"/>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EC48FCEE-A9CA-4307-A32F-1F47059FD570}"/>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212899C0-5912-41DA-B78C-DF1D2F376AFC}"/>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93843246-AD2E-4374-9556-9C49A3314FDC}"/>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CBA024F-23AF-4148-834A-9C65191599C8}"/>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60A0D4B9-C5DF-4222-97B8-3D6014CCE2F5}"/>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33D1CD3C-268B-4507-9800-DBA22EDD6EC7}"/>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06D57FC5-79CD-4340-86CC-B0DC3F640A63}"/>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7FFA9385-0BA7-4C97-A067-D211BCBC7960}"/>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88D01104-B3EF-40A4-A350-243A1114C350}"/>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1569AF0A-F596-45EA-AFA7-85D2082C9E38}"/>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3A9476B4-4185-4D0F-8C13-4286599C0455}"/>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2EE78B5B-1DAD-467D-A947-5F543A16CD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73383116"/>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B17681D3-979B-4A56-BB97-7614046881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CD4593B6-2B00-4078-B69B-8A81A603FC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F4682D2D-A3A8-4C40-A144-F6DFC0B1F2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66E716AA-6E0C-49B8-9E03-C020E58FA7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DA75B1B9-5B0C-4AA5-BEBB-4992D04698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776A89F8-A4CB-4DE4-BB33-102AB0DC4F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EB705E42-344C-4707-9F71-FCB9EB0CD6EE}"/>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114846D4-CFA9-4141-ABCA-C9E6831FFA8F}"/>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548FD8B6-8AFA-4A92-ACB0-F3EBFF24B940}"/>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43C00DB4-D0B4-4CA3-8EC6-6224560B4213}"/>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26E7AD7F-45B2-48E5-ADAD-AE4CD1735227}"/>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CAB00F89-D289-4097-81A9-AEE13540D6BA}"/>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C945AE0C-DB5D-4ABA-902A-398451482A12}"/>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F3A9A05B-3D70-4338-95C3-32656127D671}"/>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B3441589-A300-41BB-BEF1-E695184343F9}"/>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F5DA758D-0D79-4AD3-A0D4-AE6B41FFD09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F1AE8CF-3397-468C-B00F-0FA746484A85}"/>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6BB363C6-1F9F-43B2-BEE0-37BB3D17ABA1}"/>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0761F410-C94E-4CF6-922B-D6D993FA866F}"/>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53EC0096-18D9-44BD-8255-01C20A5D62F5}"/>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EAD0AC3A-88FE-4FDD-9585-C366761C4788}"/>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5E201BC-C7E2-4067-98E8-D500D5DEE6E5}"/>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3EDB6CCA-5B23-4392-8AF9-F0E3EFB387B9}"/>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A2CA315B-655F-4FFB-AF04-708553CD99C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2609E140-43BB-4B6A-BF5D-556178692258}"/>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94A9703A-6149-41C2-B0C7-BD85FEA4A6CB}"/>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F51765DC-A707-4935-8C89-2A97160BB477}"/>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1524B2B9-F6CA-4C3E-9BEB-7FBD916FE093}"/>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A5540D64-3F62-4D7F-BAF2-2EA1B573629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5D996E7B-D758-43C0-A261-91CFCDAD4E43}"/>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42DA1709-267A-47F9-8D74-536761009C7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5FC76824-7CBF-4EC6-9670-0E9662B23661}"/>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0EE7AC2E-02F5-41C7-9B96-F362391195E2}"/>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9FFA728B-08BB-4EBD-A6AF-3C18A93A8C7A}"/>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D9D15C04-F416-4239-A837-2CB3D17DB9C7}"/>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697E6EF0-227F-4463-B21B-F8A8EC81D6C1}"/>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AA3AE964-5B08-4746-BDB2-69BC979A76AE}"/>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6CB17106-562A-4390-A5F3-EB984357163E}"/>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14E708C3-D8B6-4C5D-A179-E12415BCC84C}"/>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C69ECE94-7695-46DB-9B89-F59F33D1ECFC}"/>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80F4858E-3DC7-47A0-9A47-CB13C7D4FBF9}"/>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DF2B884A-561B-4F15-AE1B-7A0A5517B22E}"/>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A895BB3E-DA76-4E64-B273-94D54B13A3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115149811"/>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CDEC3E7B-972C-49A3-AEE2-45D4B11CD4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17F24B49-A9AB-4065-91D8-9A23FC4C6B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84D45CA8-2245-41F7-AFED-C41115E820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68FFEEE6-67F4-4D58-B18A-440A3B3860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C87F6BC1-0DE6-4CBB-8ED6-8BB93961AF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8917C4A7-5FE4-4297-9656-5E9A08451D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BE14A987-9361-484A-8910-3AA9344858D3}"/>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D936D94-4EDB-4F19-AAE5-B5D9FB9EA215}"/>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E413ABCC-42FD-42CE-B4AD-F6CADF574BDA}"/>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A5A1CA58-6D4A-446A-8619-12271D8F7857}"/>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9F6BBA9B-19BA-44FB-A3EA-40F6343EF88F}"/>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873F2800-ADAD-4D80-8559-3A49BD69BCF2}"/>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5A491397-E84C-46DD-BB2A-060B64338ADD}"/>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AFBB003B-20B4-49D8-BE85-30972C76BC8F}"/>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C13C1366-EA4A-43C1-B5F6-BDAC65B1AFBE}"/>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A4CB3A21-1622-4668-A8B3-AF3BA8AE642B}"/>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86551DC8-D801-473D-BA1C-0CE2C9653710}"/>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A122C8A7-3F37-4083-95E5-A3291711228D}"/>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1B2BC093-D646-4CF9-80B5-096F9CDD9AC2}"/>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B932B2A3-69EB-4773-A74F-994DEEFA1941}"/>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8C8B596C-BBB8-4186-AD63-96A08A39796F}"/>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B332166C-4F0A-4B3E-9EA0-E495FFDF9CEE}"/>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29D46C51-AA20-4252-9EBB-4ABF359A5DC7}"/>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717F40F4-8438-47AC-AC1C-2C803CE2AFF8}"/>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A46E8BC2-95A5-4FDE-B160-293142E9F9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38941562"/>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8B8005F3-6D01-4734-853B-53F82CFA6E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FA216E8C-78ED-4A57-B8F6-50A9A09C43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4ABD590F-27B7-4DA1-85D2-DF5DC695CE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7EF91B94-0847-46BB-B478-1878070F98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73AD7E80-CA70-4910-AA44-1FB19A0BDF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759A5E55-221F-4A05-8B62-78E89F6A26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BBE353D9-D984-4F5E-9A75-B054C9DA337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2918DF77-DCC4-407F-B3ED-4EDBF0AC1A23}"/>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B3EAB255-B2E4-4EDA-B32C-2CA90D9DE519}"/>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DC02350E-FFF4-4267-B4C9-C3F9BE1D0F0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FC5596D2-AC57-4D67-B7E8-65497E1E840B}"/>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8D6400D3-9F40-4655-97E1-48C5AF739B62}"/>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06B2AF9C-C25F-476E-A4AA-BDF1D2845EE9}"/>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CF1B09CA-3C65-48CE-9A70-EC3C186658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48117935"/>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70C650E5-4D6F-4255-8AB5-C65A4E866F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03FE4B81-C3AC-4705-A1A2-3A02B66F86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6D714186-1923-482D-9F81-3EE185BE2B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8808E805-9F81-4D8D-AF12-D9D91143FA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A60F22D5-4788-4889-B5FF-A53D5B0D3A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CB671C6B-0BA5-4823-8180-64EEE3F411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3E77837B-94AF-45C6-9A15-D07A8255BF7A}"/>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27D5A87F-1F1B-45FE-9299-D735E6BB7CA4}"/>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E003207D-AA6F-4378-A7B3-D0416A8F03C9}"/>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7DAA686B-DBD3-4DC0-8FFF-D1C2405C6D01}"/>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84E76D4A-E1B3-4618-A8FC-D2393D5EADCA}"/>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23DB9D6A-AC88-44CE-AA46-A34EDCE08B43}"/>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779B916E-3AC1-43DF-91E5-A493A2F6410C}"/>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B9F04593-4AE9-400F-A0F2-A4ECC198F7F8}"/>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F898306F-BF87-4D0C-85B4-2E1B62DBB988}"/>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AAA36C4F-D985-4CF1-8376-A5A6C66DA2C2}"/>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1D905B5F-B7C9-4936-92A1-7511D2E9703A}"/>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0B0C5D42-4B3E-428E-B95E-D47069A2C95C}"/>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FFBDDFAE-AEE7-48AC-8526-32AD9AFDE882}"/>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79DC8137-F56B-478F-8815-5D0B637DEAA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29B91DBF-4B50-41A0-8794-EB6D944CE914}"/>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4880E78A-2BB7-4DEB-BDF9-B0831A5CF5A0}"/>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D3BCE284-D2CD-48A3-B24C-76C553E9C08C}"/>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8B787D6D-0104-4143-86C7-9C90471DAA88}"/>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9C2BF483-5C51-4FA1-A64E-B90A3E8DF148}"/>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10E1B84B-7657-4D3B-9EE0-7F6231DCE895}"/>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D653171A-59C4-4E82-A886-32E168333B2A}"/>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440C9D7B-752C-4306-BA2E-76F92F30788F}"/>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932FB4D8-9DF4-48D5-AC33-EE672D0ADDF5}"/>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595CA411-CB90-4FE5-8FA8-DB918E4CF3EB}"/>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3B1B270E-C860-4072-BC24-0BE1BE66CF19}"/>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F572F153-9538-48B6-BB89-A76A9B5152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15733710"/>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5B4C59D0-A1DE-46C9-B4F8-7521E81BD3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6E68ECF6-988D-43DC-A6C9-ECC7031256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C947D83F-30C7-4A62-B3B1-420B01D26F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AA22A27-211F-4780-B26E-6EC168D5BF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31F8108E-9032-4931-93CF-733D547D84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4DA805FF-383E-42D8-8741-6A113896C6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147B69DE-81C3-48F1-927E-7D57E8C9A8AD}"/>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735D1580-370F-4B35-B0DF-BCEBA4676BCD}"/>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2FD9AB2-91E4-48C4-B69F-B4B6FA095821}"/>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F5ECD28B-C905-4FD1-BE7A-5ECC045EE429}"/>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04205CC3-1A32-4B3A-87A1-5435ED595D58}"/>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0DEB8F4C-3BCF-4B26-A5A2-9D8AC4E6A1D2}"/>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53D40B2A-2AB2-4788-B1FC-10A4AB0AECCD}"/>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881B0B71-7656-4C69-BFEE-2E8E89FFE9EB}"/>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8FD65D6B-894F-423D-A003-693F07475FA6}"/>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CD769B95-8ECF-4FE5-B2BD-7BDC95F8E552}"/>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7F167834-5BDF-4062-9903-25937824070B}"/>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A93F0EC7-1A02-4EB9-A8C1-8F8AC617951B}"/>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DD04D3C3-6AD4-4A25-A4BB-7366387D155A}"/>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FBF7C7DB-DE6B-4581-8F02-06162E5BF57E}"/>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15943B46-E3AA-44D3-B029-F85DB1A3327B}"/>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16A6AD93-F26D-46E6-814F-F1B95EDE92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29160945"/>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1B072CAF-7B84-4B94-9332-FCCC6A594D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E7ED8719-77CD-4276-828B-6B54C935FF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B31B3292-CECF-40D0-9C7B-FD08B5C679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388551EB-092F-44B4-9AB3-51F59432C9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F58C5882-06FE-4AC5-B8C0-BA557D6389E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5DA74F39-DF22-41AF-9758-BF9DC8F08B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D8B9DEF4-817B-497A-BA15-9AEF5689F6EC}"/>
              </a:ext>
            </a:extLst>
          </p:cNvPr>
          <p:cNvPicPr>
            <a:picLocks xmlns:a="http://schemas.openxmlformats.org/drawingml/2006/main" noChangeAspect="1"/>
          </p:cNvPicPr>
          <p:nvPr/>
        </p:nvPicPr>
        <p:blipFill>
          <a:blip xmlns:r="http://schemas.openxmlformats.org/officeDocument/2006/relationships" xmlns:a="http://schemas.openxmlformats.org/drawingml/2006/main" r:embed="Rc3b15d65bcb741ea"/>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71D1986A-6DCC-4E4D-AE20-DED9B4ABB605}"/>
              </a:ext>
            </a:extLst>
          </p:cNvPr>
          <p:cNvPicPr>
            <a:picLocks xmlns:a="http://schemas.openxmlformats.org/drawingml/2006/main" noChangeAspect="1"/>
          </p:cNvPicPr>
          <p:nvPr/>
        </p:nvPicPr>
        <p:blipFill>
          <a:blip xmlns:r="http://schemas.openxmlformats.org/officeDocument/2006/relationships" xmlns:a="http://schemas.openxmlformats.org/drawingml/2006/main" r:embed="R7399b8c157314c45"/>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64981D83-D093-43F6-A17D-B83190CE8302}"/>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FEA481E9-E42F-4190-B0A2-BBF759B8A710}"/>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B279E82C-3AFF-4DAB-8887-9228AD8AEEE0}"/>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12676DF2-C6B7-46B8-809F-931D8607C795}"/>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7B75662C-FCF0-4B34-B174-E8CDC9D1858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83A2984D-2BB9-407C-B729-5EFA50C9C80C}"/>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12AF8B9F-12B4-4634-A854-B4B52E8EBB18}"/>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7BA30DAF-22F8-4D56-AAB9-6B24881053B3}"/>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8B85A10A-7789-4AD8-A85C-9B41AD27FF93}"/>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79820C6-B9CF-4017-808A-CE3BD0C422E4}"/>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60BA05D7-0DDD-4FE9-8289-8D20FACA7E25}"/>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06284D2C-EA34-46E5-AFD5-EC90FCCF316C}"/>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8C1D8256-9783-4420-A06D-BAA6612643BB}"/>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EA2E4E70-3FD3-43DC-B92C-CEC1518E1A8C}"/>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CCC182B8-41FD-4EFB-8D73-0F159AEE2BF7}"/>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B5672A21-0A7C-4E61-96EE-61CE693DBB56}"/>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F4B5CD65-C0B9-4D4B-8552-BABB08015965}"/>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1C8EA48A-960D-46AF-ABA0-B379744C2DE2}"/>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2BFC4833-DF42-42E5-BB0F-61AE105B98B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B9861FE6-1A67-4D95-B810-2FDE4F2BACBD}"/>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90198B39-BA8D-4A66-B13F-324DF30560FD}"/>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CC097E14-1709-4B68-8582-959862DC5DA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CEFB7D8B-2A81-4E76-B06D-E11A36EF37E7}"/>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92F27513-DA5E-45E4-8C2C-F01BDE0F8632}"/>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5E2AF7D5-541A-4FCE-B9DB-0D9C6B71ADFB}"/>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86A5AAFC-E943-4D30-AD6A-B8F3AF2834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914463644"/>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25185937-9A85-4A56-9B6F-7DC2915BF8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2F9E8CFA-6E00-4EDF-8975-EFC7F4D236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519A905B-B0D8-48C9-9BDC-30D3C707E9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9C2897BC-6D27-4300-8D50-7B0BCDF7A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F6D290E3-519B-4F61-9C47-53206E53C5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B9ADF2CC-49FC-4826-88A5-89D2C0C41E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4DBDE21C-45FA-4DDD-9BE8-922AE2D6C4D5}"/>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3452DBD7-D2F8-4838-AF4C-C820EDE2E54E}"/>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A3E8787E-F227-4569-8DED-C49B41F33931}"/>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A7EC0CD-AAB2-482E-8E6E-92956658E2BB}"/>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89888E99-AB30-46C2-8149-352EEF8D477B}"/>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48BCF520-CBEE-4713-813D-28484B60A1B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B3F887F6-99A0-4FFE-B96B-6DBBF33822AA}"/>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CCAB520C-7EAC-44E2-B7EB-CC5AD39FE036}"/>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C31352D2-3830-4ECC-9EDB-952692EF273F}"/>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C37303A2-8823-4CA2-8F77-F7C8141B851E}"/>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0A84141-F828-405D-99EA-781A2A11D933}"/>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ED26E36-341A-415C-B46C-6039F22D60F9}"/>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A10EA7FB-DAFD-4598-B9AF-14ACD4F2189E}"/>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20BA8A67-55E9-4A3E-A47F-BB9477BB239A}"/>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687B977-A203-4568-AF7C-84439C553FDA}"/>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0A4B346-51D0-4C0B-8D20-26C9F7B2ED6A}"/>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667F6FA-A688-43AD-82DF-4FAD35CD07AD}"/>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D5C7B34F-309A-4FC4-8BEF-DA937BD20BD3}"/>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11503E19-9D76-4C7C-8682-7F6466193A4E}"/>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4FA1D491-AA9B-401F-A35C-AD57C923335E}"/>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7E072CCF-BFEA-4022-957E-A492B5AD5E21}"/>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FB72D9A1-5064-463D-88CA-AB3607924622}"/>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5C430D1C-972C-44EC-B577-E00FE17C5FD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2A7A4D04-632E-4B4E-858D-24D093DC8793}"/>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E346E9D2-8594-4C1C-B192-D378538FB249}"/>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34D01CC0-9F2F-4CEA-944F-30C00CA7C8DF}"/>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E8466BD1-FF8A-4269-AB1B-40AF639C5C46}"/>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25E10993-0FE9-4B77-9933-A67202B1FEE9}"/>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C1F3AFC1-9BB1-4C42-8827-CA6C5924B0D1}"/>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8F611169-C159-4D9B-B5C3-B7E6DEA7CCBA}"/>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AD787467-16FF-403D-8826-DDEC00E693A1}"/>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24E684F1-87EC-44A1-AE06-E222627FE664}"/>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CD0941BE-84C9-4BE7-9E29-2BC69924BE60}"/>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8515D09A-217C-4E11-8DD2-7035B04FEE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74403013"/>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D9552533-9662-4D0B-A081-7B190149D5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E9981A3E-808D-4D94-AA1B-CE5952AD53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170F4E67-C568-4BFA-A892-F18487F89E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18031BFC-56E5-4CBD-89F8-CEB25ED7F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EB36CADB-6605-426C-A28D-FD81531FDC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51943366-02EF-41D4-A0D0-04A6748A6A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428AA602-B8C6-4328-BCFC-60AE4849ED2C}"/>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722C8ADF-2C24-41C1-9B56-50461B31A482}"/>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9F443ECB-22B6-451D-9E63-5D47B6FA203C}"/>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D10B58FB-2874-46F9-81DB-55567B702926}"/>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C9B74F-101A-41F5-9226-DFE269E9298A}"/>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D2B26F6F-1A06-44FA-86B0-63C3C9239C9C}"/>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49CA5E5B-01EF-41CB-9693-8ECF96DBD6AF}"/>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B03C994F-CE81-4A18-BC0C-43D8FB9C6F01}"/>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D0F285EA-E88D-4D92-8DEC-154BCE57942F}"/>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65D8AFBC-313A-44EA-AB7F-CBC743ED2964}"/>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6CF56FBF-D148-44D2-96AA-91172FF3E5F9}"/>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EE6ACC60-2B05-4016-80FF-1BC8C11344C1}"/>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ECC7E45C-CA9A-46B2-9D14-F7C7661576DE}"/>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A16A1963-9CB7-4CBD-88FC-E7ED0ABA9A16}"/>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28AF99A7-CFA7-47B3-91E9-76E8518062A2}"/>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3F281A4F-ED76-40F7-8754-3EECB39A226C}"/>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7C461805-4428-4990-9AEB-1B1676639A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74563527"/>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4D88B243-C861-4318-A35D-39ADF94D42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43A99F99-A375-4D05-9B3B-58972ECF1E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D528251B-B894-4C87-B3DE-2B1A6EBD48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76715C09-512D-4AE8-B2CB-44F61FCD1C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6CF3D6B7-E01B-4A31-846C-DB711CF6AE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7BF54878-BDAA-4A96-B4BE-8D3AE52D84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B283CDE1-C599-4957-956B-3DEF03013088}"/>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9E0EBCE-AA7B-4795-8B83-8838DF9B34D1}"/>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4CC8D66D-8526-4B58-BE13-26B657C856D8}"/>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0229E67E-A24E-4740-9761-64B47A4C8CE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A0632B2E-B45B-43C1-8918-8223F0BF88BE}"/>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E8F7B10B-6E61-4A8A-A49D-E4855FDDEF96}"/>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F3778E00-21CC-4870-9609-35357B605516}"/>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CA82BE2E-0298-4716-965D-99B785C49437}"/>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2C18DC8-3C75-4AAC-A9C0-E2D9CEF7317C}"/>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AFC504CF-F7C2-4AF7-9525-20E1F51C50BF}"/>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AB270E8-F091-47C4-BCC2-2482D07B2938}"/>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BCBBA4D9-47F5-4DA2-820E-0CBE1368BDA1}"/>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84C4B7B0-C3B8-475E-A20A-FF10DB61C6A8}"/>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9637BF34-2D9D-4924-816D-148550ABADB8}"/>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3E2506FF-B60E-4AE5-BC50-504E1B22C806}"/>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4450FF05-2CB0-4F39-9440-1713AF236E4B}"/>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D25F231F-CB7A-4D27-92A6-CB2F521BBA90}"/>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57BD0B07-7CCB-4E4E-9D4F-37630F6E6125}"/>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A7DD65B1-356B-43AA-88EA-65DF2A6021AB}"/>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3D2C360-5670-4C10-9D60-151CB3E1CED1}"/>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0B5C3B2D-A139-42D5-9D78-78F0154088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14960551"/>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A6A7D213-43FA-41BA-9BB5-82A814869B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F0156244-DF63-4DCF-8FC8-49CFAA0F2F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5C31E647-E78E-42A1-819A-2178FAECA7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0933FAAC-864E-42FF-828D-6EE2F84FB7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D487E9D8-7ED3-489C-8835-E0ECF99A41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00DDA6B8-ED06-4B6B-899A-F46A591D1A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C43F7ED-6CBE-4F0C-B855-6E94093CF62B}"/>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A0673EF9-E8F2-45D6-94BF-90FC31EA3F4C}"/>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C04D8C21-71D5-4328-AC1E-CEBFCBB775D2}"/>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DF085019-2210-43DA-AE1B-2E3953BE47A7}"/>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34B66968-2800-42D9-BC86-4AD0A5B383DA}"/>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5DA3ED46-34D1-4ED7-8DC9-499C7A844DCC}"/>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6976A3A4-7E20-4015-B6A1-6F6BE94CA40F}"/>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877223CB-1A04-457E-A7C8-3E22A58324F9}"/>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922FCAF7-5AA6-48C5-9AB4-18CE0D2669B4}"/>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A5EF4C1-B69D-4DCA-AD40-C66E04F06177}"/>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4AABD4B1-8831-4496-980E-3753038DA5B5}"/>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F9628996-B4A2-4EC2-ADB3-15C9AAC83B5F}"/>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0EF8CE25-1A44-4079-BA93-60EC2EF09CAC}"/>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919EA90A-6387-457C-A1B9-5E84EEE741B3}"/>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ADDDA41A-919F-4367-A37B-DD1A25C6167D}"/>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444D77E2-01E7-4343-B9FA-D274D1981AEA}"/>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5751D6E1-CFAF-4CAF-8CEE-5191D5761E1D}"/>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43B42BD4-8439-42E7-9178-FE1171D6010D}"/>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98B5ED99-6E72-4127-A75A-CA43A6E01D93}"/>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4F336E99-C163-4975-87F0-B4C9856EFE0D}"/>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7159366C-4B7D-43B4-89F3-A75C53B27D12}"/>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19666451-6B59-4D43-825C-BCC80AC17B7D}"/>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6798107B-8B84-4181-A23D-8C8887C56EB7}"/>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65D707BA-4246-4800-A5B8-0B2B56ED62A9}"/>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CDC6D3B7-DE0A-4747-B0AA-17E86EE381F1}"/>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5A1290E0-7342-4E40-99E2-573794B7FF0B}"/>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E4220FC6-B02C-4E36-8F61-B0E760A624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9754624"/>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A55EFAA5-6705-4631-9F25-A12A9F81E4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B4E480AB-A0C4-485B-88FB-32E541B6A57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2CBEEA4E-2880-4925-8B55-D8D8F94B32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6F74AD8E-CB58-4380-9DCD-93808ABF12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4ED48E61-2E94-44F7-8DA5-ABE6071261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1038B2C9-7955-4313-ADA0-CFF5E65441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549E1102-1D2A-4E84-864B-9A8F29C1DD7F}"/>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018F5422-8315-470E-A165-CAC6EEBF1773}"/>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73487FD1-AF81-4BD5-A0D4-226FEE20733B}"/>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8BA08479-32CA-448C-8166-BFE7130F022B}"/>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631589ED-9DC6-4050-85AE-9DF58A258425}"/>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FA98B345-1679-4222-BCBF-8B051073524B}"/>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0B3C6AA5-CFE8-4317-A1C9-6C1E8DBEF3D6}"/>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0D246D02-E6F4-4C26-B774-D96E0C2587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42742298"/>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AE446B55-1F9E-41C0-A118-8608B1FD81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354EF404-543C-4834-941E-CD4888682E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F787F32B-E681-43EE-BC92-F48FD3E507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99F947A6-BCD6-4B46-B3FA-34F0FE7D9D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E8DBAD5B-5C37-4FC5-9F20-49A9ADD99E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3AB998DF-0D5F-453D-A80B-B008D49B34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D8E1E1D1-7F42-425C-958A-2C0FA6763B9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9C5B6F06-4A90-467E-8E9E-D1F76DB59DA1}"/>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C255C998-2E7D-497C-BA1D-5E99813933EA}"/>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E91ECB38-DF68-4D65-9807-B8F28486519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3A0F3AF1-8ACA-4FB5-AD4D-5521B6427222}"/>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8D0E6BC3-9A85-450D-8DDB-D8BCC7183483}"/>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75E40F46-92AF-4C4D-8121-ECDB7B64204A}"/>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90A2AEF9-F6DA-4443-8A2D-13092ED9B9A1}"/>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1141C24D-2C50-40C3-AFCB-173852E32DAD}"/>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AD04224C-8744-467F-8A80-4969C7E1DE88}"/>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C51DCCE0-D1EC-49DE-8544-275FAA579D4B}"/>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20447C91-9D8C-4586-8A3C-02F0DF90A939}"/>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5426FE6D-17C4-4FB2-AAE4-918836D12427}"/>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2025823B-60B5-429C-98DB-49426C3F55B5}"/>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F318CFBA-921F-49BA-85E2-46384B9DFD67}"/>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EBB6FB3D-1096-48EE-BDFF-C97446868846}"/>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BDB69E34-DEF4-4D4D-B967-4E2746BF69DE}"/>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9C401C4C-E8DB-4FAB-8A0B-6480F6A557E6}"/>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66E80772-3F95-48E8-B708-54BE99EFECDD}"/>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3F4BD65E-27F5-4C15-AF93-E07134EE4421}"/>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3D026379-63E6-4712-A402-816BA8A620A6}"/>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65907ADE-7E7E-45B8-9C1C-AF52D056B74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DB8618F2-F7D0-45DB-B876-60F1C6E78C6F}"/>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CD230FC1-5AAA-4C97-BC6C-809F26D4B23E}"/>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6954639E-450D-4ACE-9735-7C3A32613566}"/>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7CD06B25-5C02-4084-BFEC-31BABFD44888}"/>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FDEEE56F-1BCA-4B4A-BF7A-5CEA75810071}"/>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A281F800-DEDD-4FFE-9A67-8693880B355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383D3635-81F7-438A-9202-A1E960F5098F}"/>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665F71B1-FD16-4E88-8585-0F7AA02114D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89B76B8E-048D-421B-B629-2EA00881264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ADD992F2-40F3-4200-8179-6A39BBFE0B7D}"/>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BD86E064-3DA7-4FF5-A55C-B390A672522F}"/>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41C53E7B-E351-4C72-813F-3810C3D9E0B1}"/>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519C10F8-21E9-43ED-A252-4E74C784CF99}"/>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F26031C9-F78C-4A6B-8C81-77D8E8FEB5DB}"/>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E8AC1DCB-7B0F-4F54-8EAC-3E65550D4AB9}"/>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B5AA5A69-CC59-4761-BE37-3866666455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344229814"/>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8C34B053-F93E-49C6-B807-055114E84D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D6EC017B-5DA5-418A-AECA-4DF54A38AE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C4C5C5D2-4CFE-47A6-9B6E-3496D71749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6AA6F378-3604-4D0A-8A7B-49CD1B7571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8DE882D0-BADD-4DC7-B4D7-1E0E2238D7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B57480E6-7353-4CF7-B568-006CFADDDB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B1987A55-1EC1-4252-BF91-4CE42DF9160C}"/>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C05E9FE7-DFFF-45D9-A559-07172A3A867B}"/>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40927B6D-B485-46DC-A745-C421E9EC4889}"/>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DCD13D5-ECF9-4D8B-8F78-4CF06AE2B5E2}"/>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82B8FA8C-BB0B-4608-8107-E313A0CC2105}"/>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556A8DEA-5EBD-4D6B-9E46-B9FB89711B62}"/>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724BD74B-B04B-4814-8C86-51DFE488E99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69A4F381-F4D3-4497-9E44-FA05C95E4B1C}"/>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A42E8C49-0E28-4FBB-BE6E-F1FCE19E1495}"/>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90667001-FF7C-417F-91F1-7BF3B5070298}"/>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F68AAB23-401F-4E2B-AFE4-2BDC37EF6440}"/>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7DD9E0A4-B407-479E-A5C6-33E3C2ECC1C0}"/>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729B509D-8444-4D81-AEBE-727B1C56C094}"/>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11FFB0C1-1C84-4724-B294-88CCDDCE9A61}"/>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DAFD6B5E-8622-4160-9DA4-44E869D3C63A}"/>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7604CCE7-58AC-47E7-B1AD-C4ED31FD7FC1}"/>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8D25D74-0C65-47E2-A53D-DC6FB03C9B8E}"/>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B592ADF7-E64C-443C-A5B5-CEEB2CB5A4C7}"/>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E0522AC1-0CB9-4D2C-857D-5C0C067977A3}"/>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A884D692-33D1-4C08-9307-F4A372C47710}"/>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A84A533A-6B5E-4147-B5CC-14F77A29B60D}"/>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CCFD2C9F-536E-4861-B357-646A66F62DA4}"/>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E75C43ED-9DAE-4223-BA00-830D5400C7C1}"/>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163AB39B-B075-4994-AB13-8D61CD294733}"/>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D17A3796-E87A-4473-907F-62EBF4BE9779}"/>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7DA05840-BF5C-41D6-A171-A58B9123FB89}"/>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BAD34A32-27D2-4D9A-A033-15D4CAB97460}"/>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A7BDA1D-3E38-4D3C-A553-F2979E31BCAC}"/>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686B0CD7-AC66-4DB8-BC55-4DAFB3011009}"/>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A4B915FB-E2CF-4B55-B7D9-157FBF6FA6EA}"/>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A574BB81-CFA0-4EDB-B603-212FD608C3A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21B76356-2709-4D26-9B13-53E32CC196B7}"/>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75AE0EC6-BEBD-4803-8678-EBB25C096B37}"/>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E29B274-C147-4484-BA90-FA5ABBC61E45}"/>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BC595661-724F-4B8B-A0F8-79EC7C8BC2AC}"/>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895C8BFE-6B5A-4ABF-BC4D-3738C4AB353A}"/>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CAE2DF5D-E920-4774-9824-7E9D8433381C}"/>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CB2909FE-A6F1-4A3D-9634-858A55689794}"/>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7FA6E69C-BE2A-46EE-ACE6-747872EA79F8}"/>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5E35CFB2-2EE4-4663-8970-597D43D73A96}"/>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302C41BE-12EF-4CDA-A14A-DF99B5376045}"/>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C35DDB75-C11C-4461-B2C1-0B3FE3C2F195}"/>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7EA06FF-E90F-4830-9E78-E222D0A7824A}"/>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592526CF-2BB7-4730-B42D-4ECC03A4687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DA29AAC5-5EE0-4E28-B45C-E466DECD60A6}"/>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A4CEC707-36B0-4B1D-A066-184EDFA7557B}"/>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11F63FCE-80C5-4149-A67B-E168D4757A12}"/>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6AF90100-8F10-4F92-9049-8CD3E415183D}"/>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25D30D52-8F4F-483D-8EA7-187FEAF6611D}"/>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86511C65-0BCE-4CF6-88B3-445A941DFEDE}"/>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7622CEE7-49F8-4F55-BB40-AD706918E5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2034757290"/>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A073D987-AE25-4B54-B9BC-CA439452B7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13524BFE-26C2-4CCC-9463-37C3E5CFEE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83780BDE-9690-4A35-8FC0-74C8C78AC9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8CF1F155-3AB7-4E2D-8B93-B18060D2B8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0C65BFD4-0AEE-4C34-B19E-FAC2AD1FB9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997545B4-69FB-4F52-95CD-0C44CAE669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B11A1E49-5B4A-4FA3-9560-BBD8EAAFD395}"/>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3A9A1D25-DCCF-4AC5-BB5B-541996830E12}"/>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2619E524-4741-4AED-95A0-49561EF93411}"/>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7A1374EF-E884-488F-B703-36D19D9FBE40}"/>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EAA737B3-F75C-4079-9797-E00C3C95B506}"/>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DDF8125-5B5D-47BC-941C-70300F16C959}"/>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4436325F-7278-4907-A1E8-7F67A218B417}"/>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4D18785D-CB5A-434D-8E3F-3A1F11CAC4E8}"/>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3ae89a8a363147e0"/>
          </a:graphicData>
        </a:graphic>
      </p:graphicFrame>
      <p:sp>
        <p:nvSpPr>
          <p:cNvPr id="15" name="Python 할당 피크">
            <a:extLst xmlns:a="http://schemas.openxmlformats.org/drawingml/2006/main">
              <a:ext uri="{FF2B5EF4-FFF2-40B4-BE49-F238E27FC236}">
                <a16:creationId xmlns:a16="http://schemas.microsoft.com/office/drawing/2014/main" id="{A1C6A81D-7DDA-4FEB-96E6-D6812CBE0D75}"/>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F2356DA3-4369-4496-A47C-AA3CE29E65CE}"/>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6DB1EA05-3A96-4AB3-B70A-566FBFE3E598}"/>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5BE99F81-07E4-4F38-A0D7-7DD436CAC7E0}"/>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B4BD908-B71B-4C6A-AC28-20A7883574C8}"/>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12F78CF-8A0F-4B38-9EFC-206D82B58F46}"/>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78270769-B694-4537-8C86-14263419F136}"/>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7DD2CBD3-60F8-4764-B282-A990C5418CC8}"/>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7E9544BD-1F93-4CF1-827D-69B21C219B81}"/>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10875857-D5A2-43ED-A867-ED54310EF154}"/>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759E87E6-01D6-4FF2-8937-5D482DB49F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769967624"/>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AE48C7E3-C91F-4B58-B899-56060C0468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7BDA331C-9C66-4A44-A453-80DDD62435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52527545-6552-4BB1-A9D9-3DE3C01C6F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1E85DA1-C768-4CD2-BA28-32820E2F0C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345C9FBB-109D-4BD6-A669-1173F9E17C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B4D2AE3A-F3FD-417A-BA92-4F9722DFC7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0C75CF7B-90F9-4BFB-9FF5-7F0A6D978DC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2E1A700D-A87F-40CA-B5D8-23B1B06E8BD4}"/>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F65FE333-E7E7-4F02-8380-F06E998B8C94}"/>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DDB26668-C4CB-45E3-89E5-55E5D8605CF2}"/>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730CEE5-7157-4C61-BFA7-E269D55790F1}"/>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AE2E015D-29AC-40EB-92D1-A820A5F5BA36}"/>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75C9A55F-57DC-404A-893B-36C029FCA442}"/>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4463D3ED-2DC0-4018-BBB7-DBB7050119C9}"/>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E2FD2BBF-A66D-4A95-BAD7-99C784797057}"/>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6EA7DE7-96FB-416E-8CB0-C11246EC85AE}"/>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91BEFCD8-78A3-4B94-B2F7-64D489BE024B}"/>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BCBE6199-C4BE-4CB2-BCE2-D917DD2168E9}"/>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E631910C-B6AA-4363-A4F5-CD28CB884C66}"/>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24308834-7F31-456D-B75A-9FCA3151351E}"/>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2AFB1F44-32C5-46F8-8B56-8AC2FF791636}"/>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E0EDE743-9E48-4E04-9CE0-39CBB011AD8C}"/>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5E06A9D4-6586-4E6E-BDFB-98403016C81F}"/>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1C96996E-474F-4232-A4B7-11C6814E1C2C}"/>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B6C0B64F-B9A5-4717-AD50-23C8AC162D6D}"/>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248292AA-DC0F-4F24-848A-2C23B7A0CD58}"/>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356411F5-55DD-49DE-A785-BEEBF33360C7}"/>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C7DF229C-7351-4463-B090-AE6BF9316428}"/>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7418F734-3B01-412D-9688-67101145A45B}"/>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5E2690A7-6E27-4EC4-8344-C82342879BDC}"/>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3B3D2E0B-62B5-4710-ADB7-BAB773B9088A}"/>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9C1A71D4-AA96-4E46-9A39-D9AA1BFE7E3D}"/>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7A0652EC-5AC6-4D1C-B00F-11F318DE069A}"/>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8FA21554-6D23-4ACC-B630-EA82C1312ABE}"/>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1BCA8D0B-BDC1-4206-A7A3-9825CC434EA4}"/>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6C694521-6168-4BF6-A531-E01FE5497DBC}"/>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537AFC99-7DA2-481C-BFDC-082D59B38118}"/>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80165C5C-E9B4-4962-BE8F-2A593B81DE95}"/>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D8FF3799-F56C-494E-92FD-6D25773E3888}"/>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768860E9-CD2B-43E4-B802-6F6C3F4EF367}"/>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211B8A25-3EA0-41E6-86E8-9A93B890AC4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6FEB7948-4D93-4141-8B12-ACA558C540C7}"/>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C2ADEEE9-87F5-48FB-B31F-7CD90E40200E}"/>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22445C5-CEB7-48F3-9ADB-711F8FBDBBAA}"/>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9FD6928A-FFC1-457C-9150-4DC23A935303}"/>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504B08DB-49B7-42D6-AFEB-BA494C2CE49B}"/>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36C99B7E-7676-4174-A129-6088D6FFE919}"/>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8612907B-52D1-4034-A2F1-F5642341C106}"/>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C7DBA0E-41C7-4F47-B3A0-5753B28EB3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9920296"/>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AB85CBB2-5B57-4AB5-BE7F-51EF9D9F18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98776E52-B2ED-47E0-9D12-DF24EBA1E1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DC23717D-6A10-48B1-A78E-F951487AF6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56C99D44-E74A-4A92-A409-17EFB1ACAF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62943B47-8994-48C9-93D6-B0F1C6C440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4740FE29-6859-444A-A261-22B0A99553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7948A22E-679C-42C4-BA1B-D3928137A307}"/>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D3C06583-D910-4E47-83E8-7F8939E2C9C7}"/>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1532A019-517B-408B-A628-F5C85B0621C1}"/>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B6AEF9E2-252E-4F93-9726-BC0714EC674F}"/>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69A090B7-5A77-4BF1-809E-FC168CC048FE}"/>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EC05D4B8-E670-4DDD-A24A-CF8506246BB9}"/>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96E99581-2748-4C13-A42D-5BADC07272A8}"/>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6ACD4DBA-F2D8-4138-8089-43956CB00AE5}"/>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75967B0E-5F18-4D19-8997-A177407C226D}"/>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4449DA22-2642-4634-88D6-091FBF4FB04F}"/>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E3D385DC-40FB-4887-B3E9-7ACB5FE819B7}"/>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FF170788-B432-4B6C-A24A-7D94EAC0F8C8}"/>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5FDC64D8-16A9-4F22-A217-DA43E8605FD4}"/>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39C8FD26-CE44-4756-9297-A6045CA3EADC}"/>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9407FB2A-931A-4358-A1BA-5EA5FD110DE1}"/>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752737E4-C897-41FC-A40E-9500C061EC3D}"/>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E6A560E-F173-4076-8C03-9130ACD561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58489748"/>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AA0EBB76-D0B6-4799-96B3-BA407117CC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83DD2EFB-47AC-4A48-A549-A35F2C789B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8EED6596-FF21-4D33-BF77-3874834878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8F271B42-C72B-4CB2-B8EB-418CDD07A1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13B25C22-9DC7-4725-9ADE-A0291AD3F6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7F58B618-7477-48C7-91FA-2B5C9D6F24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A06E15B4-6781-41F7-B2DF-88EA44E2A85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9B9DACC4-4A74-4DFF-AD73-D7B234086071}"/>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0078A086-ECAE-4914-84AF-F63CBF331CB5}"/>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920F643A-BF9F-43E1-A6B1-48ADFCADCD55}"/>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82C33B25-587B-4C46-9E83-15477C1C4C34}"/>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55CDC34C-7966-4861-81AA-260E01C4736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2720E93D-2370-4FCA-B7A9-AECE9825347B}"/>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FD12369D-70DF-46CA-81DA-2BD9EB33DAD2}"/>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A0F11D4F-BE36-4F26-B407-E72FD7C88C0A}"/>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4BEAF0AE-C210-46BB-A691-5A18FA141C03}"/>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2F44E913-3E4C-4071-8EE0-A178A561F9FF}"/>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9DA4683B-41AB-41F3-8C98-0CE1BAF8FD1D}"/>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209AC53D-0405-4035-AC34-1419DDD4B09A}"/>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D7C8ED90-0823-484F-AF31-A6555081C556}"/>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DCAD579A-C009-4917-A811-E98E6423E8A6}"/>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DF823993-8447-442F-9873-0866B25AADB6}"/>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0602329C-2441-4E01-84DA-14FD42AC37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09751670"/>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7A817B3A-0EF0-4158-A1F1-254D79330E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2">
            <a:extLst xmlns:a="http://schemas.openxmlformats.org/drawingml/2006/main">
              <a:ext uri="{FF2B5EF4-FFF2-40B4-BE49-F238E27FC236}">
                <a16:creationId xmlns:a16="http://schemas.microsoft.com/office/drawing/2014/main" id="{7F3B53AA-18CC-4B52-A3D5-D6948FE01F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제 Demo 지식의 원래 출처">
            <a:extLst xmlns:a="http://schemas.openxmlformats.org/drawingml/2006/main">
              <a:ext uri="{FF2B5EF4-FFF2-40B4-BE49-F238E27FC236}">
                <a16:creationId xmlns:a16="http://schemas.microsoft.com/office/drawing/2014/main" id="{0776FE07-54C6-4949-91EF-910479A9D2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A2EE396B-9A8F-401C-BFB9-C4E755A94C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972A358C-3556-4C25-827E-8FADBCB6D8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4D49D732-5ACD-478E-85AF-0E3826DB25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8E7E28F6-120C-47C0-94E9-A719793E793A}"/>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B842882B-DABD-4650-A7AC-C38A9DEEC41E}"/>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4E5408C5-6C83-4575-95B7-2702FD73278C}"/>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5B6A4C82-EFD3-4B98-BB81-277919C0CBF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7A6ED778-F12B-44F9-B429-FC9ACF6E5189}"/>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58AEA019-A4E5-4183-92D7-4CDD22A4EF1B}"/>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9984B996-336D-4991-A853-B3616A16C7A1}"/>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E26608B4-5F70-4FEB-8FCA-A507FBC9D5AE}"/>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BFB0D479-410C-41D5-B4E8-EAC381D37FA7}"/>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0B9071CE-DE72-4A98-98A9-D8599FFC3B3F}"/>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54ACCAD0-DD97-4628-AA6E-3E131143A1EB}"/>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470DE234-AE64-47AC-8587-335EB6FF3B4E}"/>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45029F88-86E1-433C-A942-CC3A07C26328}"/>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D9765672-4E72-4821-9C13-D90D37D44565}"/>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820C06CF-BC2A-4BA0-89A6-3C8347AB25C1}"/>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D643A575-EE22-44D4-81DB-298F5BBCB4AF}"/>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DAABA137-CD52-446A-8FD6-4A018CC1CB4D}"/>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69563F2D-8854-4CA7-9018-F203F37805EB}"/>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5314BF7E-DBC6-4189-90B3-ECDE75A301C7}"/>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CEC8A57-C89F-4FF2-99D0-16F9DFEAEB2A}"/>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D6351ACA-7D98-47E3-A24A-AF210EFE0126}"/>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5B6F9F68-6C05-4A75-BD80-C09E9D6D7716}"/>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514D52B2-1884-4934-B03D-34B8CE040D2B}"/>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58D38F77-D5FF-49D7-812C-4803AD423B03}"/>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C4995198-A076-4C6F-A10E-54B80B9C7A50}"/>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4A62F6E-1F2F-4433-B98A-A8F82E454937}"/>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289BF76F-3E44-4F72-BA51-79EFF56F809A}"/>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5C6B8912-F399-4CD7-96BF-1544DDED8D1B}"/>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3ACA709-2729-41F1-B9CC-BB3EEC2D7F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8063082"/>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B7096C99-34D8-4DC9-876F-4199138AE2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3">
            <a:extLst xmlns:a="http://schemas.openxmlformats.org/drawingml/2006/main">
              <a:ext uri="{FF2B5EF4-FFF2-40B4-BE49-F238E27FC236}">
                <a16:creationId xmlns:a16="http://schemas.microsoft.com/office/drawing/2014/main" id="{733D1CB4-3A34-4F39-8045-0A7B40D275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에 쓰인 구성의 역할">
            <a:extLst xmlns:a="http://schemas.openxmlformats.org/drawingml/2006/main">
              <a:ext uri="{FF2B5EF4-FFF2-40B4-BE49-F238E27FC236}">
                <a16:creationId xmlns:a16="http://schemas.microsoft.com/office/drawing/2014/main" id="{DD6F2D5D-9A32-4AC2-99CB-9D4A4F84E9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28801742-2A8C-4F16-AE8E-7778EB5F8E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130282E5-F8DB-4CFD-B6FB-35ACF4BB40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71106E1F-8081-4D70-B5C3-7EB94528FC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141E0E23-0C3F-47AA-BF8A-AA6759A67748}"/>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4C9E02DE-138F-4C54-973B-89D9C49C8489}"/>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D34CE32C-109F-47B2-9E01-10E626430D2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50C588C-EC7D-44ED-906C-3EAA5D4D5B1D}"/>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F21612DD-858D-42B1-91EE-99596FEC9618}"/>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4480E3C3-27E3-4639-BE69-1B0DA8AF7EEA}"/>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9D4967C9-BBF2-458F-93EA-E84732C6F396}"/>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86B61EAB-6E60-452D-A270-16BD424510B1}"/>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BEBCB552-416B-476E-8E6C-15BA553902C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B6A4CDC9-74BE-4B50-A523-ABAEA7C0F673}"/>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1A10B20A-40AA-4BBE-B131-64C2BA787400}"/>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7E969707-2A4E-4523-AF46-4A3F015D699D}"/>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52029D78-9240-4E11-9F88-165B90FBCAAA}"/>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4D9D63EE-306A-4D94-A20E-4F3A4169ABB3}"/>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64D6108-1A20-4CF2-8890-A1014BEA09B5}"/>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D2D5ACC6-6434-4973-9CB8-2F52F038DE01}"/>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134CC89F-6F62-492F-9260-15F71A1B26AB}"/>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00A5EFF2-E0C0-4084-B585-BA211AA751C2}"/>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CC5EFF39-9F4A-47D0-B72C-C382CCAB95A0}"/>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6CDEDEBD-02B7-4E2F-B9FC-D10DEF8F9A6E}"/>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D40066EF-AC7A-4106-BC61-A7F6F950721D}"/>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E9D885C9-C851-4958-81A2-2839208A8494}"/>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EF6044CA-33DD-41B4-B9D8-5DAF6EF70C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3851898"/>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실제 작업의 구성에서 전체 작업 환경으로">
            <a:extLst xmlns:a="http://schemas.openxmlformats.org/drawingml/2006/main">
              <a:ext uri="{FF2B5EF4-FFF2-40B4-BE49-F238E27FC236}">
                <a16:creationId xmlns:a16="http://schemas.microsoft.com/office/drawing/2014/main" id="{B3173058-191B-419C-92F9-6AC4E2AC61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작업의 구성에서 전체 작업 환경으로</a:t>
            </a:r>
          </a:p>
        </p:txBody>
      </p:sp>
      <p:sp>
        <p:nvSpPr>
          <p:cNvPr id="2" name="S64">
            <a:extLst xmlns:a="http://schemas.openxmlformats.org/drawingml/2006/main">
              <a:ext uri="{FF2B5EF4-FFF2-40B4-BE49-F238E27FC236}">
                <a16:creationId xmlns:a16="http://schemas.microsoft.com/office/drawing/2014/main" id="{22D6D397-4473-4BF8-9029-F936E7FB79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함께 작동하는 작업 환경, Harness">
            <a:extLst xmlns:a="http://schemas.openxmlformats.org/drawingml/2006/main">
              <a:ext uri="{FF2B5EF4-FFF2-40B4-BE49-F238E27FC236}">
                <a16:creationId xmlns:a16="http://schemas.microsoft.com/office/drawing/2014/main" id="{9E724213-DB52-4606-9E7B-1B5F1E3589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4F8F0DF6-58AB-429B-B982-D757C8009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6D8CAFE0-6AEB-48ED-9B60-C432F99B2D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19CC6642-63CA-4D40-9B72-B7D874562A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4DCD59ED-3886-40BD-B1DD-92E4B9D9C4A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7C9CF74-A236-4294-9BBE-C803CC34B246}"/>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245AA56A-A816-4A47-8F42-C55AF7558320}"/>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9E7CA1F-CEA2-494E-AEF4-D1A706F5200A}"/>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84E60CF3-EEDE-481C-9DFC-E6FBCCFAA762}"/>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AA8AAB29-74D0-4A2C-8917-6E55372D061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5B74EE0E-AB60-421A-9A4C-5D4B6974D0F7}"/>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A5E8CC46-C510-4BE6-A7C3-421673C8587B}"/>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90CEC8DE-F230-4367-B8BB-D592935EF415}"/>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AC3375C9-FFD9-441F-A954-8AB444CE3458}"/>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574C4EA5-3804-4C52-B761-4979FD558D1C}"/>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9470ADED-74BE-47DE-9854-1167E548782C}"/>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4DCDC399-DBBA-4E75-916F-022FFF2DF159}"/>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A0398D68-A8AB-43A5-BFBE-72714A85CDA7}"/>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D2F0F85-957B-4C88-A71E-355B39A9144F}"/>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F61E6077-8EFC-4453-BA06-31D8B8B0D9B1}"/>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AA70DEEE-D2DA-4695-B883-5A55F4D4E56D}"/>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9A4B09AF-A645-446E-A12C-44E8F28EA62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FA516CAD-126D-444A-91CF-86D3DC168718}"/>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B365BAB-F441-4296-959F-FC938B28E5CD}"/>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1D3A7434-712B-497B-89C0-A532EF95F7C6}"/>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F1B5B397-9C0B-415C-A1E2-B0F9144AC57C}"/>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결과 검토">
            <a:extLst xmlns:a="http://schemas.openxmlformats.org/drawingml/2006/main">
              <a:ext uri="{FF2B5EF4-FFF2-40B4-BE49-F238E27FC236}">
                <a16:creationId xmlns:a16="http://schemas.microsoft.com/office/drawing/2014/main" id="{C1F6E6FC-36A2-42DF-9657-7A20917C0B79}"/>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사람이 결과 검토</a:t>
            </a:r>
          </a:p>
        </p:txBody>
      </p:sp>
      <p:cxnSp>
        <p:nvCxnSpPr>
          <p:cNvPr id="30" name="">
            <a:extLst xmlns:a="http://schemas.openxmlformats.org/drawingml/2006/main">
              <a:ext uri="{FF2B5EF4-FFF2-40B4-BE49-F238E27FC236}">
                <a16:creationId xmlns:a16="http://schemas.microsoft.com/office/drawing/2014/main" id="{DAFFC0E3-DEED-403D-B390-A5A4E7E76253}"/>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C390C785-7502-4DBF-8233-D0A5C3107D7A}"/>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5F1FEF53-1E7E-4FDE-93BB-39224B84595F}"/>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07EF711C-8964-4CCC-9A89-66B08C6D95E1}"/>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DE41E4A9-1A0C-4AD9-8347-7EC5E30A43C2}"/>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13FA256F-D1CA-4C6C-B8BB-FED84E8BD6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20972346"/>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07CEECF6-A122-47A8-8792-FE8ACCA466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5">
            <a:extLst xmlns:a="http://schemas.openxmlformats.org/drawingml/2006/main">
              <a:ext uri="{FF2B5EF4-FFF2-40B4-BE49-F238E27FC236}">
                <a16:creationId xmlns:a16="http://schemas.microsoft.com/office/drawing/2014/main" id="{F3B282A5-E612-419D-94AE-CA8B044C60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저장소여도 실행 조건은 다를 수 있다">
            <a:extLst xmlns:a="http://schemas.openxmlformats.org/drawingml/2006/main">
              <a:ext uri="{FF2B5EF4-FFF2-40B4-BE49-F238E27FC236}">
                <a16:creationId xmlns:a16="http://schemas.microsoft.com/office/drawing/2014/main" id="{8496D67E-3A29-43DE-BA91-783F9882CE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413CE1E8-7BFB-43D5-B59D-C22A5988CF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A76AA18-EC1C-4173-B0A3-F88C6E435E9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2B70A926-22B7-4E40-9B20-BEF0C78D22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3E016894-B8B8-402E-8787-2FB95CD5F0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95067BEE-3A7E-4721-9D7A-940AB4E1C79D}"/>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AB12B06F-B6A9-4332-8EA6-64DA93A1E97A}"/>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CD596BE9-AC14-4B29-8DCA-F06A9A71979C}"/>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BCEE7B04-52D6-4EC0-BD0A-765C489A2130}"/>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C505F41-07F9-4BF8-BFFF-5417157CCA83}"/>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D39E5D91-8C29-42A5-9AF3-B9922A323F75}"/>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8E830D65-774D-46A4-80F3-8AE9AF73BA53}"/>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8CF0CEB5-237D-41EE-996A-7F57F1C69973}"/>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B63A8E4D-B3BB-4FA3-9E20-54B4D5666F0F}"/>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D9E5BE92-F4A7-474E-A6A5-E17B70F12C51}"/>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C789FAC2-0E44-4B2B-8A74-17A67296AE0B}"/>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8792B869-7FA1-4FFE-ABDB-C2D31DCC6817}"/>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3BBE332B-7121-4BEC-B12A-F77903E31C2F}"/>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4D229C83-037A-4AA1-85FB-12FBFA6227F0}"/>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FC7B7830-F7E7-46BD-9DA6-1F6E1BB3D502}"/>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72FA65AA-D38E-491F-B9B6-3E48B706E6FC}"/>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0D0DA7AB-15A3-4BA5-BDB5-7A1436AD19FC}"/>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A1164B3A-3E09-47BB-A6F4-1A2383E00D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811157582"/>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우리 검사 업무에 적용하기">
            <a:extLst xmlns:a="http://schemas.openxmlformats.org/drawingml/2006/main">
              <a:ext uri="{FF2B5EF4-FFF2-40B4-BE49-F238E27FC236}">
                <a16:creationId xmlns:a16="http://schemas.microsoft.com/office/drawing/2014/main" id="{CF00D80E-99CD-4D02-90CF-9187D8E1B5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66">
            <a:extLst xmlns:a="http://schemas.openxmlformats.org/drawingml/2006/main">
              <a:ext uri="{FF2B5EF4-FFF2-40B4-BE49-F238E27FC236}">
                <a16:creationId xmlns:a16="http://schemas.microsoft.com/office/drawing/2014/main" id="{AB8206C3-CAAB-496C-B70A-320B2AB6B4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의 판단을 C++ 검사에 적용하기">
            <a:extLst xmlns:a="http://schemas.openxmlformats.org/drawingml/2006/main">
              <a:ext uri="{FF2B5EF4-FFF2-40B4-BE49-F238E27FC236}">
                <a16:creationId xmlns:a16="http://schemas.microsoft.com/office/drawing/2014/main" id="{5067D0E7-F5A5-4836-9F45-31D440F5E9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7CD229B5-6D10-4EFF-AFC3-51F916D9CF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12B9513A-EA6B-473B-ABE2-728BE00914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4BF93D1F-E237-49BF-9BCB-029DDAC131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D959FFDB-B609-4D2F-A183-375A2F1CEA29}"/>
              </a:ext>
            </a:extLst>
          </p:cNvPr>
          <p:cNvPicPr>
            <a:picLocks xmlns:a="http://schemas.openxmlformats.org/drawingml/2006/main" noChangeAspect="1"/>
          </p:cNvPicPr>
          <p:nvPr/>
        </p:nvPicPr>
        <p:blipFill>
          <a:blip xmlns:r="http://schemas.openxmlformats.org/officeDocument/2006/relationships" xmlns:a="http://schemas.openxmlformats.org/drawingml/2006/main" r:embed="R530c7a8e69ac4451"/>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AC60ACDE-D234-46DA-814B-AAE974C56804}"/>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96081977-090F-4419-990A-AF7DBAA1F8D5}"/>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FB7E2B77-2090-445E-B9C1-5E678879C1E6}"/>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2F2971B1-2F5B-4AE8-AA6C-4FDE767C6CD0}"/>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84F27ED8-5461-4199-8B14-2F639A41076C}"/>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F996BD83-AE3A-45D2-9955-E3F55C78E3EF}"/>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BC541589-CAD1-4B0B-9542-4948C323D741}"/>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FB3D1576-4ADE-46DE-808D-92D2ACED1057}"/>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E3D8F25B-1D29-4A4F-9495-C9A0D24BBFC6}"/>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E07D17FD-AD68-4DEF-B69B-D5FB8E176A55}"/>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6A49CADF-AEB6-4293-B623-884E3A0ADC13}"/>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32EA0023-E974-4744-A33F-0E48AE181E27}"/>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4C77F070-041A-45F4-8606-6B59792FB8BD}"/>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C1052B6D-59DB-47DF-9C99-119AB3387A78}"/>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CB3EFD1F-EA72-48EA-97B6-10DB456A4F1A}"/>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E7E575B3-FED7-4418-832C-31E9BA008B01}"/>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Legacy module connection">
            <a:extLst xmlns:a="http://schemas.openxmlformats.org/drawingml/2006/main">
              <a:ext uri="{FF2B5EF4-FFF2-40B4-BE49-F238E27FC236}">
                <a16:creationId xmlns:a16="http://schemas.microsoft.com/office/drawing/2014/main" id="{3EB9C5F7-FB40-4D61-9A45-5E26F64487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8592075"/>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17965493-28C9-4F93-9F19-8F5B7846A3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67">
            <a:extLst xmlns:a="http://schemas.openxmlformats.org/drawingml/2006/main">
              <a:ext uri="{FF2B5EF4-FFF2-40B4-BE49-F238E27FC236}">
                <a16:creationId xmlns:a16="http://schemas.microsoft.com/office/drawing/2014/main" id="{98123B15-DAE2-47CB-BD0D-07B6AD96EF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업무에서 먼저 정리할 한 가지">
            <a:extLst xmlns:a="http://schemas.openxmlformats.org/drawingml/2006/main">
              <a:ext uri="{FF2B5EF4-FFF2-40B4-BE49-F238E27FC236}">
                <a16:creationId xmlns:a16="http://schemas.microsoft.com/office/drawing/2014/main" id="{81AD23C8-BD1F-436A-8ECC-EE4EC9C311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75B1F0C0-5F53-4B92-A43D-31016062FA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0A76B22C-3962-4ABC-AA4C-FB838F6AF2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5E1B3ADF-4324-4D8E-AF40-F2F085B631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4D09FCEE-E647-4893-886B-0AB38F7FB9B1}"/>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2D462D26-A61D-49C9-A185-968A81335B29}"/>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CDD67E06-EF36-428A-BADF-CC205F2D614D}"/>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FDE11C1B-F77E-4DE6-A357-5D44D367F67C}"/>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709A2088-791F-412F-9726-2B5528ED2152}"/>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01A383DC-2231-4C40-B989-C49861D860BE}"/>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AC1173CF-47E9-4D22-A277-8F67E32DC06E}"/>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1904538F-FC8F-4977-A477-71A314E252FB}"/>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AE1EB0B9-FB80-4857-B5A8-78B68A0EDD86}"/>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BD278732-9092-431D-AB35-FF82DDF3CA12}"/>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C9CDEBB3-E1AA-4933-A367-7085B2E8AF63}"/>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2B51C2EF-877D-41F9-A02F-26890BF5EE03}"/>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B21F8D07-4CA8-4A9B-A20D-2B480D62B0B2}"/>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D52C0B07-FF99-4342-AB4D-C4BAD0CBBDB2}"/>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A8252B05-B89A-4DE8-8F8E-FB826F2AC54B}"/>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5F86B793-335F-4E15-9BA5-EBBE15ACE470}"/>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6D1D8CDA-4AE8-468A-BB9F-CD4FE8C2383A}"/>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CFAF1020-0938-44E4-AFCB-3A49C7DAB66A}"/>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5C661B54-9579-4AE3-BF37-F91B05F2A9F8}"/>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8254E1F8-7BC1-4BAB-8AC8-1A6EAD512A16}"/>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23241218-9BB1-45C1-9CE1-9E2F72C378E9}"/>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19672504-4709-4AF7-BC2B-973D9F67C6BA}"/>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639913D0-5EB9-4291-AB61-DCFD4381813E}"/>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714E4CA1-B48D-4D5F-AC6E-86F4A412367E}"/>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다음: 프로젝트가 바뀌면 어떻게 점검할까?">
            <a:extLst xmlns:a="http://schemas.openxmlformats.org/drawingml/2006/main">
              <a:ext uri="{FF2B5EF4-FFF2-40B4-BE49-F238E27FC236}">
                <a16:creationId xmlns:a16="http://schemas.microsoft.com/office/drawing/2014/main" id="{26B735D2-0935-4ACD-BE66-106C0115C4D1}"/>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프로젝트가 바뀌면 어떻게 점검할까?</a:t>
            </a:r>
          </a:p>
        </p:txBody>
      </p:sp>
      <p:sp>
        <p:nvSpPr>
          <p:cNvPr id="32" name="Legacy module connection">
            <a:extLst xmlns:a="http://schemas.openxmlformats.org/drawingml/2006/main">
              <a:ext uri="{FF2B5EF4-FFF2-40B4-BE49-F238E27FC236}">
                <a16:creationId xmlns:a16="http://schemas.microsoft.com/office/drawing/2014/main" id="{4BA57B14-DE15-4BE2-A1B8-18FAB9D563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95488697"/>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8B255B8A-EF28-4DB1-9318-81A4A3AF54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2815597B-2391-4AB9-A093-D2BAB981DA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AB652EB1-8B90-417C-AE0C-B5506B6771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DA92D104-1DCA-4EB4-8EEA-1F462F68E8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D2B5289D-A99C-4676-960F-0003990B78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06D33C5D-C8B5-4FF9-83A1-8670C5F7E3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4A1C2D86-AEEC-457E-910B-E825D4107422}"/>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0DEBD035-FF42-465C-825C-791199A8F769}"/>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E93F806F-AD1F-4049-B75C-34C1D2515E91}"/>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3E17B62D-D8AE-4263-9365-4002DEBBAAA0}"/>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11F8ABEC-1DC8-4C0D-8344-DA456C6C818E}"/>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0ACA39EC-60E4-470C-9FE7-CA749A297916}"/>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C72BC1A9-B93E-462B-BE12-CBD2B71E4BAE}"/>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EBBF849E-ABA7-415D-A0BB-10E97FFAB605}"/>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69E53712-CA16-4AB2-AD84-64C7ACC70263}"/>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A534D215-E8E5-4BA1-9C4E-28AED72330C6}"/>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D3DBD0F0-2934-47E2-8DD4-11AD3F6D5220}"/>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C4FCB807-BF49-4BC9-B312-FA87425209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75484641"/>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D0DBEF9F-5C89-4327-8190-07B835A8B3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141C1346-BB64-4F43-84B2-FC56BC4A29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C919D9F0-8E61-4DDE-884C-39A6F6D1BF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EAF53C59-006F-4626-9BF8-FD0A6BF458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E96B5E8C-AB95-495C-B8A2-02AB7E2F5C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E1F02AF9-CA14-4001-BECB-15E4A32CF7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C184D1EE-CF27-4730-A940-92ED441ACA7E}"/>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D6C44218-C2CE-4B8C-9E8B-75471D767220}"/>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F8D3CB9A-283F-42F3-B54F-CB28387AD899}"/>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0893B08D-FBDC-497D-BA7F-C82DAB086BC0}"/>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20B92639-4F52-40C5-B025-ED0E5E3D2274}"/>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9657273C-FCA9-458A-A9F9-6C0A36E40142}"/>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1C698C3B-76EA-4ADB-A9BB-8D6A47A40ABD}"/>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54F76996-2E0E-455E-819E-707AD391664C}"/>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011F4965-3FA2-47F8-8BE9-6282D2410BEC}"/>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67D2C8A5-0648-432B-95FE-E8F76F8EF8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08671110"/>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EBD1E4C9-BB4B-450B-8EE1-B327A460FD6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6360E745-79CC-485E-85B1-E3059BD235D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DC42EE71-046B-4584-BB63-202B948A64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2D4D726C-6E79-418E-8356-7A445A9BB9CC}"/>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EDC509EB-C292-4F7D-8269-CF4BBDF3F374}"/>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3BC6E443-8C9E-48B7-8062-FBE0322C7D00}"/>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FD79738C-B5D9-4C4A-9F43-4C2021B35FE7}"/>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1FC785DA-643C-4271-BD40-834A12D9D57A}"/>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28E94216-4A48-4E85-B321-AEFD6B3136CD}"/>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EDDAF16B-C147-41DC-8D7B-6784BD98972D}"/>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1886794A-931B-4AA1-91CD-51316EB9A36A}"/>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B468B93D-B4BC-4226-AD81-AB7265651D31}"/>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9B584BAD-0CBC-4DFD-B4CC-591562AD3B48}"/>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15B3B87D-93DB-4AAB-9E16-933B0761AB3A}"/>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478D9D81-E35B-407F-9DF8-47216592119D}"/>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86E7CE58-829B-446E-B3C1-7040B1617327}"/>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BCBA7492-88B2-4E98-9B6E-5BBCED323752}"/>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872341AF-C5D8-4265-95D8-7DF67AC1513F}"/>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AF242B75-353C-4EE9-BDBE-B05FD79F51CC}"/>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2976B6DA-2343-40A6-A28F-29E147ACEAB5}"/>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28840339-617F-4EE6-8E20-0E8AA6ACCCF6}"/>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DC3AB721-145D-4C90-A202-D4CADEE7A9B1}"/>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2D3D66C-F78A-4283-8BB6-1A867F811BD9}"/>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FD7F67D7-4B52-4849-9A23-04997010ABCE}"/>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4C2B172A-9EDD-42E5-ADF5-94A093A8E58D}"/>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33DBEC25-EF09-4CDD-9065-5BBE55A9E9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A4AD8A73-F4CF-4874-8A61-9D03DF4C91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4DAEE3D8-5F7C-45AE-894E-B2818057A8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AB7F947E-0CD7-46D9-9B00-1EA09BEF17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74900115"/>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5C020CAB-D90F-479E-B737-391054E7CC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5134E0DB-7476-4729-BEBB-E5BFD9A36C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1B651C10-4EBF-43A8-A710-72B55FACA9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3F3E3104-B3D8-4230-B169-07C6D25B36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4F5EC407-F243-4DD3-ABDE-49ACBE4538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3AD947A2-25FA-4894-BA16-E4671FCFFE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A527A6BE-D449-4A5D-B01F-3341EEF79D88}"/>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085627BC-751F-4B48-944F-BCBA872A169A}"/>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3F94D2B1-CC77-40E5-B46C-258766DEDDAF}"/>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EE9EB8BF-D729-49A2-BD93-8309F86B0088}"/>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CE87D9A2-6F7E-4D1F-90AA-C2CCD0DF31E9}"/>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2140DDA0-72F3-45A1-9286-436EF76F7CA5}"/>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3459C8F5-B280-4F6C-A257-679C073575F6}"/>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C8400619-9919-40ED-8249-9B9A2B02C8F7}"/>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F9E2F7EB-7679-4F17-ACF8-2DD76FBE97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86741982"/>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9A60C3C4-182C-479D-8EA4-B51F8724AB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10FB417A-B13F-48DB-9D49-FC38127DD9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7B8C8326-C4E3-435F-8844-E9DA9E7F6C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4D5495ED-B556-4F85-A213-E0E39A175F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A87B2FDC-6265-4004-ABB1-EBC1999F92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ED84010F-2F8A-41B1-BA25-E74C05AC82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8D8D36DF-1AB7-42DA-9234-DE6005C74713}"/>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6B5BE7BF-4055-4381-8479-1CA300D8F46D}"/>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D7E0A15D-7BDF-4CF5-95B0-E821E4ECD219}"/>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D5646CCE-D83C-449C-91F3-1BD2DE67CC08}"/>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79CDE6EB-31A3-4B00-BACC-C74CF4756800}"/>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EDEDA257-C570-4AB7-BB08-47A80A05C6D6}"/>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64529E39-6C95-4769-8AD5-A4402AFE1D99}"/>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D3496E25-567C-443F-A8FB-C99D09D3736B}"/>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C9E2CC9C-0173-4086-BF6F-5A22D91A8801}"/>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7207472D-9CA6-43B8-B9D8-7177807B2FF0}"/>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1ABDDD60-1FFF-4DF5-9077-44AA38349817}"/>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530FC3CB-6C11-4BF5-AF65-E14081704F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3773689"/>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2AFA21F8-3336-4AAC-848A-9CC7CDC3BF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82A49B12-53CD-4A82-A4AB-80FA3E08AB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510BEE0D-248A-4993-81F6-5071BF8714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C3D8DD81-2520-435F-85F6-ED55D4E67E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00EAE09C-70D6-455F-88AA-0A5F38C0C4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A62029D6-0F43-4FD0-B1B0-19EC896CD3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9275C868-982D-45C2-A1E4-B66720D766D6}"/>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D29FD4B5-8FE4-473F-8270-2BC2045FBC52}"/>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280DE4A5-5E7F-4134-911E-93000A7674A2}"/>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7563350A-F8FC-4764-922A-6A6FE5E0CCD0}"/>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FDAD924C-0AF6-4F79-906E-D63E2A1ADB88}"/>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229F5F03-C3FD-446C-924E-FABF9FFCE849}"/>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8E227D48-8153-4D51-AC0D-1CFE7DED0745}"/>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B360F1BE-ED0E-4C5E-A249-F1C995C494EE}"/>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B9252313-5A40-4A93-99C1-44D89AD391A4}"/>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3F68042B-ADC1-47DE-B198-2F09D47C653F}"/>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4A5690BB-A417-42A3-9EA5-BC6EFB520DC2}"/>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038CD6A3-12CA-4EC9-8337-1F6006A9FE0A}"/>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237C3C8C-C66C-46D4-91E5-6D6F01EA304F}"/>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6BD65590-2642-4300-B7A8-C6888E36A44C}"/>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2494301C-B31B-42BF-A4FF-0CDDC74613A0}"/>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F50C8B96-2781-479D-A468-61E13E7D18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24547579"/>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B2B60814-3313-46D4-8133-473AA00687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251E2445-0ADF-4201-8C0C-FF75430955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88606E47-E155-4BC0-9034-F72C540B55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7446D059-BF26-43F0-8043-1F935BE13C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9D9E2946-703A-4B12-8437-356D9C6A7A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98198245-F7AB-409D-A453-966E0F4BDF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BD88FDDE-A784-4F01-B70C-FA507ACC7C82}"/>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001C1929-F6F5-457C-A908-499024257F32}"/>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AC4572B6-657C-4D30-A002-D5BF593FE4B5}"/>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DA43704-981F-4D31-988B-A7FAE8C14957}"/>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AAABE22C-95FA-4352-A898-0AC668BCF8D4}"/>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2D485DC1-F5A6-4192-AAC3-539C288429FF}"/>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4ECA1B46-7AA4-4507-A479-D1ECC7240A27}"/>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8CBE749B-7B98-4592-BACD-1BAD8E625A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00831850"/>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7DF57FD7-8ACC-4639-AB23-C367063C97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7077C6A1-E2A7-48D6-B623-E3DB13111B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578A012C-95DD-4A73-84E8-F40031E8AF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B0948312-6536-40C6-8300-3306B50E83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8627AB27-40CF-4EEF-9DD3-2442F18971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892F3EA6-3B15-48D0-A29C-1647639966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0BAC8571-3593-43D8-ADD4-7190C6C5831D}"/>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35623853-571B-4207-959C-C432021257D2}"/>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86A17F55-5D6E-412C-BDD0-8F20BAA0C5D9}"/>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8D517BAF-1F36-4B67-AEC7-7A592123305F}"/>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CCA095EC-3829-4173-9AA4-6D96A7865FE5}"/>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7D3DD3A6-4A3B-4B6C-8B45-199C275C2625}"/>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E680CE0F-8DB2-4869-8F93-83E572F0D0BF}"/>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BCC0EA5D-D4C7-4FA3-B3D2-29854270B98B}"/>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7B3E4FEA-5E07-46ED-B5CA-428073CC21B9}"/>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0B271A1A-DCED-4805-B73B-E0ED5BAD13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61164185"/>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67BBFE73-4A78-4753-BDBC-D0156B53F4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EA0FCBD4-828C-4987-AE3C-0F5EC7406A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7A3B2322-AB9D-45B6-A1E0-D8D749308D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CADB3C96-3C0E-4C27-9001-DE6EEFFDD5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914F7B77-3647-457D-A529-FCAE490CAB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B220D984-CB52-4DE4-97B2-0D0A298E58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3A3E9CEA-68F3-4FC6-941E-6579E1C89299}"/>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9D33FF02-A552-44AE-BB5A-3E5C91A8441F}"/>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A9754468-9D7B-448A-A90A-9F8A3F935D33}"/>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5B99FF3-4243-4AAF-9A14-3EA50A8CC5ED}"/>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89408112-A4B4-4DA8-AF81-13DF3A5E8771}"/>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6DAAE3D4-7C16-4F1B-A47D-96D58ED548B3}"/>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4393ED83-190D-4559-98D0-197AB26A7A9B}"/>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E472687B-0099-44F2-8BED-6A8F184433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66140011"/>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AE299C79-14A9-49A7-8E0E-58FDC580CDC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DC91DF98-04BC-4D49-9AE2-06DA91E7C9D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148B731C-14CC-4B8D-B5CD-ED6DF47D13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D93769A0-F61C-4B21-912D-276D8BC3F6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C4A15B29-FE29-4BBF-A818-B1EB3BDB12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26D82CFA-B24C-4536-900B-E58721B610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A203F901-E28E-43B3-9863-CEFE65BB2F6C}"/>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AF56F244-50EC-45C1-9851-DBBCE361C3EA}"/>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09235B6C-7686-4DDC-B452-A6453E51FF83}"/>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679156DC-CF71-4BD3-B5CF-7AA989E92EFB}"/>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91CE0553-E5DC-4729-B04B-B77F4D310A67}"/>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831BE103-19D7-4079-9AE9-976890987737}"/>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8225A3B0-725A-40D8-B02C-4AA0C8BF6573}"/>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16C0C083-7ED3-457B-B141-2DBD44D16C96}"/>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AA16994C-4256-41BA-B42A-67867E9028F2}"/>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89A5D1AD-BAB7-4E16-916D-320F7BB63550}"/>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EAFFE527-365F-41A5-BC84-E4DFA4970AD7}"/>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0727757B-023F-4254-A274-A148180EA39D}"/>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A97F695D-99FE-4CFE-883F-822EC1F5FC5C}"/>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2AAD40EA-4F4B-4763-982E-07559CE52EE0}"/>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2DDA52BD-2395-4D96-A47A-9237CB900591}"/>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BD1EE61A-ABFF-4E8B-AA1A-DC2C4CC8B891}"/>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7F3A2106-1821-4C6D-851D-B5DBC44DCABC}"/>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937CBF4F-3329-459A-BDFC-33BA2C62538B}"/>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A033574E-CE5D-4512-85B3-8612A19966B9}"/>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7F87B564-9C83-4E90-B8F0-707559B1CCB3}"/>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B1ACC91F-077D-4DF9-B784-E5FE220830A3}"/>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D09397D7-A36E-4480-88CF-EB8257A79A88}"/>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F59A5AC9-7CF7-40B5-836C-A821D76D5A43}"/>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7B16247E-757F-4034-8FAF-B34961E7E0C7}"/>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A3890EB2-917E-469D-B0A0-7D16C06E7452}"/>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3FB85E88-0CD3-435C-8F72-97E4F90DFD99}"/>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48C3DFF0-4BD3-4DD5-8286-1C3AD5DAA7E6}"/>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FBFCF327-C0FC-41A0-91B2-F8810C163015}"/>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A9F3990E-6E42-4E36-857A-7BE957344BA1}"/>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8760B558-4AB1-422A-94A5-6E67DB23F6A9}"/>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4A359B49-430A-42D8-BAB2-C9F5CB9C90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59997983"/>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079816EF-5020-49E5-888F-F0F877F54F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805F5D4C-4CF9-4995-B118-2C087A769A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3AC06935-9CC1-462E-99AF-C0DFAF020CF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393A8678-2E3F-40DC-9A7A-82C32C777F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E8123645-C716-4B38-B536-FC1430B9A2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3CB5BADD-DAAD-4C88-A860-93263E4936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1B6132AA-0832-4356-A357-12D2E7CE387A}"/>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22FF7A6D-C538-4FFD-B4AF-8C60CE651525}"/>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D533149F-E986-4365-BBBA-9ACBC42E94A1}"/>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ED73AB4A-69B4-436D-A395-45F008C2CB29}"/>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9200C4E6-29F0-421E-9D52-15B0F43A5392}"/>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100C94AA-6BB5-4441-8001-C9A30C712552}"/>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D217FF2E-B1AF-4E07-95FA-9F0C3171D193}"/>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A02F7526-A7EE-44E2-AADB-E9DBDC5EC1B4}"/>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A15A31F1-2158-46A0-8757-90035358155B}"/>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8BDAC74A-A9FB-49AE-8002-385D6DEE67EA}"/>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C3F94123-6B5A-402E-86AB-F690C4910C70}"/>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E5DF526B-9BFD-4D22-9D32-213BF07598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94291566"/>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C744CDFC-7006-489D-8F3A-F42CABF66A3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3F0007D6-02C2-4F14-B45A-79668F90732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A600809A-7105-42CB-8B68-4B74271945A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9115F261-186B-44AD-8129-8D564D4D70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1920D842-58CF-44FD-B0C2-909ADDF52F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8E215AE6-F1BE-44D1-BB0C-AD272013F4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364B9ADC-85A2-41CA-AD24-BA0C6E303EAE}"/>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EFCECACF-6768-4F0F-AAD8-237381E8F65A}"/>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9252F049-08AF-406E-B3B0-23A8F0C3D025}"/>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EB967B12-C045-4F1A-8E5B-A90DC6BC6344}"/>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57A4BBE7-2A7B-4712-B69F-89CD8B4C3DF6}"/>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1207CFB5-F7C6-42B8-8214-157CED2DF238}"/>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92CE9A5C-6E17-4CC8-892D-E27C69C98C36}"/>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996EFA04-8810-4EDC-9B91-6582DBE27444}"/>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A46B3EEA-B0E0-4B7C-BDF9-40F236D3ED32}"/>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461EA1A7-AE44-4920-81EB-EF0C404BD801}"/>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8E5C43A4-7428-41CF-9B35-54A44DFF39A3}"/>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A850D074-8827-424C-9311-A6BE4B3C61FB}"/>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7A7BF36F-C201-4580-B9AC-9683CFE7BC68}"/>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A9AA3F3C-6458-459A-947C-C802CF322B69}"/>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45556C8A-6F76-439F-A1BB-4A29961674F8}"/>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C936ABD2-E5E7-49D6-99F0-62C9BA48C7F8}"/>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95CF3CD3-02E5-484D-9EE6-84A87A09F8C6}"/>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6F1ACA19-2D6C-4A0A-9D8E-881480A928AB}"/>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6F2FCCE5-706D-4F5B-9834-BD2171BCA2BC}"/>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F1E91579-59A8-402C-922D-EB465DD1BA35}"/>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D600B48A-6F37-43EC-B1CB-EFF15F466BD2}"/>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04790818-9199-4619-8E40-F7B6830B16E3}"/>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05B756CB-61CF-4204-AA81-C7169EEB035E}"/>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245291A8-A79D-47A1-AC8F-153BF85A0832}"/>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A880B45E-95CD-4647-AC7C-0F85F8EA5C2D}"/>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31375BF9-624F-41CB-851F-E7DFF60CB649}"/>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8C3C37F1-03BE-4773-B379-15563227D4EF}"/>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87A4A35D-415B-45A1-8707-499973824EC3}"/>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BF29C84C-C936-4634-992F-B38AEC62F294}"/>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05F13466-B12A-410F-BC98-B9F4D3569168}"/>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3AEE5FCF-16A2-4EFB-83C1-A630B852CBAB}"/>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19320245-B0B4-4CDD-B14A-C9597BCF1B65}"/>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D67B740B-FBE8-4F13-9D4E-02F3C3834289}"/>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A9F0CEF5-6F5F-4DA6-9B75-957592DA8574}"/>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5BDBC95B-7BD3-470B-A378-589367EA6FC6}"/>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922FB456-6C96-47CD-BEA5-9C97713BAC72}"/>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67B58E86-7C7B-4EEA-9A56-6FA7F65BBC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504762419"/>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7EF293D2-EAEB-4B69-A569-E6792B387A6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50D8E11B-B680-442F-9930-59AC72F2FE8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42491E37-2A43-49FC-8038-282D978B03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9855F270-9840-4431-B6C6-AF89B2D602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0129F1E-08CF-414D-A708-52575BEECF8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4801D871-E46A-49C4-85C7-63A79CFF19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2A416DE3-5D01-41D6-BBD0-D987B3BA95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3A3AE6F7-E42E-46CC-908D-C000E1BED277}"/>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E7CE60B6-080A-4397-90FA-EB63F8661D33}"/>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2E9607B8-2836-4BA4-98B1-E4290CA261F1}"/>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2DFFDBD0-C944-49F0-BB8F-D19D73E50E1C}"/>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AF9E5B32-D743-42D3-BD81-D7FB327F03AA}"/>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2C5837F7-A05A-4561-8844-143AC0016629}"/>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C617060F-59EB-4056-9206-38CE79080A85}"/>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CB8B7F5F-7621-466D-B378-53C11C4F6893}"/>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3BAA644A-99E2-4F95-B5B2-733338258A43}"/>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2AC49D54-18D8-4288-81BF-95E55D34A8FE}"/>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B695A9D6-A20F-4B2F-9B66-39C9453FF9E3}"/>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1CAA686A-4B46-42D9-A710-A08FCF64A1DF}"/>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119F518B-1B9A-403C-8ECF-90FC6FC999BD}"/>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C4230C7A-7272-4160-8ABF-2B52BAE8F78C}"/>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91B2C941-D561-433C-AD35-D03CA1CAC514}"/>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F63F7B13-44D5-465C-9F10-0D7C57D70E23}"/>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F0D01239-D5B5-4EF1-AC5C-4CBDF5755A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77697917"/>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BA8276F9-8C6D-4182-B85B-349A5E0E2F9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AF6A2446-D2E9-466A-95CB-32C810CCEC8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613B8396-A31F-4144-8C92-C811AE9890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2C62A2CC-43D8-4211-9B14-F90136F7C6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661AB0E-A25A-4B80-86B6-352AC31E3E1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C081E685-E959-471D-83A6-19CDE3BAF1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A8C27A5E-B12A-4A9E-9190-F028D18727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177BA4B6-6159-4363-9FE8-207A78EB4F46}"/>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667AC844-5B2E-4FE0-AF32-FC30602A2035}"/>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4758132D-6A7C-4929-9D84-177778566DD3}"/>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9503F003-47D7-4968-B777-FC14EC43D6A9}"/>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134CFF84-217A-425E-AFB1-740A359B524A}"/>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C9DCD6E0-B59F-47C2-86CB-FA901F7E53BA}"/>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62DF65D7-D6E4-4BC0-B9D0-AECCF6029C2C}"/>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77FA72A2-C3F1-4A22-943C-9FB0CD8A6915}"/>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B420F156-0909-469D-99B8-41A575BA4A49}"/>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254D7980-8C8D-43BC-A2CF-222A20B05B93}"/>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C339EAAE-B829-4577-9255-FD69F8CF5C04}"/>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B492112B-337C-42C6-B588-FBB1CF5EC9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717182"/>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7FB7C449-708A-4F67-B49F-E7214159837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A27919A6-785A-4E22-AB02-B2527F59691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1306733B-A566-4418-AF05-631D3E6738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6057126F-485A-4B10-B3DB-2B6101F36B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133BD1B-C5F9-4028-B74B-FD936C9D42E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A8E69743-0AC0-49A4-B821-E1EB78E7F8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64BF46C7-97BB-4469-8F67-50249B9A90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94BA9EDF-F6FC-427D-85B7-EABEC2165B12}"/>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4E6A90D5-4E29-49C2-BF4A-425D73C589A6}"/>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E5C938D3-DC7C-4FD5-A335-98B17BF7AA9D}"/>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48645053-43A1-4E88-8A42-B93A92E36559}"/>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AF96E884-C952-432F-A0FA-E50FAD09E7B7}"/>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33AD7174-4E05-408B-9D38-1ECE1C6DB0E4}"/>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66D8FD4-D433-4BC9-A2DF-647AB756C825}"/>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516F2597-8B67-43BB-BE91-10F7F84A91EB}"/>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7691E5B1-E1DD-435E-9526-32E12300EB6A}"/>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A9D3D89C-0214-4EBF-9253-751BD3414866}"/>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CCB2060-5071-4A38-A0A0-E5F5CCE07C36}"/>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AE780856-872C-4F47-888E-3871E30D038E}"/>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556BAF04-8881-48B7-99C9-4972F92E6DA5}"/>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1E9B0461-4C3D-4C92-B89D-5FDE3B81975A}"/>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51577F40-066F-4AA4-AFDB-1A560ED5E9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418766"/>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47787B69-68BA-488F-8026-46014F3BFFC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74414195-6FB3-417D-8F67-7DD76458AAB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DE144028-6A9A-42F5-AC8C-9ABC65892B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B846F25B-B4CE-4C7F-A434-90EE2D158C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B50C062-9A4F-4C75-8534-AD5A7D9BD6B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DA0F6498-30D9-437C-9FEC-A1924AC76D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7E5CEE6B-8406-44D3-BDC9-EB190C6B1B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AA84007A-B5FA-4906-AD6E-22B3ADF49FB4}"/>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390EB93B-E5ED-43BF-9EC8-BF07C178AF34}"/>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71CCBF99-2C2C-489B-B23C-8DBE4FCC302D}"/>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8222C417-6AB4-4480-88C4-210630CE5A4E}"/>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B7A82448-9F51-469A-8DF9-271449DC782D}"/>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EBA23473-4B8B-471E-9745-6417D8FE8CD7}"/>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61287EBB-3EF3-4A0B-81B9-A4D5AD371C57}"/>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CC6C1385-702D-46DA-A38F-666FC4C328DE}"/>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D4148DE5-663A-462E-BD89-85050FD4F581}"/>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9C0D2032-C2FD-47CD-8600-100BB0EFB548}"/>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A039A464-00D6-49AC-982B-1F5C3AE49A11}"/>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346B0794-381B-4543-9BA7-25D0173A8BF1}"/>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842D79C4-3C33-4469-AACF-49C946110683}"/>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4DAFB0B1-CC1B-4FF9-926A-2727B521CAB0}"/>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81A55938-0129-48DF-AC58-EB6F4C072F4F}"/>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19F97C98-FDC7-46E1-BCDF-7077A0405577}"/>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0AB3717A-B967-4856-9264-3283621AB6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84560123"/>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B09AB5AC-BB62-4D65-A7FA-F1C9FC36B57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B253C32F-95F5-41DB-A749-1CA7E32C003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5932D724-16A9-4F4A-A059-47CC91C29E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B8C70695-7892-4998-820E-10314058FB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0A1A791-9A6F-4367-83C5-1962D9A7E68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D86AC005-F2F5-4691-9449-709E3CFAB8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C4FEAAC5-E2BF-470A-A2E8-41E7B15688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872EE57B-4257-46F7-B1DC-B1CC9BC0409D}"/>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FFB7D44E-2FEE-42CF-8E5A-CDE0C65663F8}"/>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D22B364F-F8FD-4CB3-B8B4-84B320A00A9F}"/>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5516DFF8-A0B0-4622-968E-FF2B2177844C}"/>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ED1C483F-1194-4531-AF60-9E6AFAD9FA5C}"/>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E948A5D7-8E50-4353-AA27-BF81165D7B22}"/>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C223909A-C800-4ECB-872A-C47988EB678E}"/>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D248259F-AA04-4E58-B6A1-D10E67B30AA6}"/>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F381009F-EFE9-4BFF-98A3-5349B154F75C}"/>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61C1A5D3-4D19-45F8-8E7F-13E5AF25E9F0}"/>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26802A01-C51C-4DB7-9221-F88B74EA4637}"/>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CF1AAC74-3169-4142-BE07-F087BFB4FF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40602880"/>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1E0DB4CD-3A1E-4B2C-8608-8C358851BE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845ACD04-26E1-44E5-A347-1CA2987295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7DD0BF6B-AF34-4EDB-B1CA-9902E6E1F50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1A918E4E-81FE-48AF-B11A-3610A15627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0E71143F-3459-48C0-AB2A-3A97EE444C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E1C9E8B1-3C72-4CB9-A098-41D5D6C978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6335D840-F87B-4688-BCA2-C0CA49AA7CA5}"/>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953BD352-832B-4961-970D-A2268623BF0B}"/>
              </a:ext>
            </a:extLst>
          </p:cNvPr>
          <p:cNvPicPr>
            <a:picLocks xmlns:a="http://schemas.openxmlformats.org/drawingml/2006/main" noChangeAspect="1"/>
          </p:cNvPicPr>
          <p:nvPr/>
        </p:nvPicPr>
        <p:blipFill>
          <a:blip xmlns:r="http://schemas.openxmlformats.org/officeDocument/2006/relationships" xmlns:a="http://schemas.openxmlformats.org/drawingml/2006/main" r:embed="R896b13c33e524327"/>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5BF1F986-E9B5-4185-AB2B-7D4281C7FA40}"/>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094DEF01-7694-448A-B678-A058A0A643DE}"/>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77724C56-7B87-4192-AE54-C68C84863314}"/>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EE347C4D-5E57-420D-A7A1-40B6A6EC14E1}"/>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FA886EC2-4CC3-4ABB-AF37-B1192029F7FC}"/>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19265D60-CDF6-4F12-B0E0-83E59BAF4CD7}"/>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C669C437-A1FB-4C1C-BB84-930CC686CED7}"/>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E36FC78D-9A13-46FE-AB73-C3AA9072DFE5}"/>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41B4D16B-E0C1-42E2-A390-ED78CE513878}"/>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2BA3ED0E-FFBE-41B3-89BC-A5133E6D9D73}"/>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3A6EDFEB-F65C-4796-92BD-1053B4EB8743}"/>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249E27C6-D15D-42BE-9162-08A7C039F539}"/>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3D5504E9-0EEA-4991-A3C3-AC6553FAF833}"/>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E72AC6FC-61B0-49B7-8722-BCA6B3C15819}"/>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553D21B9-9A47-48CB-A911-79DE6B3739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64743979"/>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D34F76F8-0090-4D5D-967E-B32F23DFE6A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AD71CCFB-59D6-439B-BCBB-E84A368D3DC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2FC05448-410D-42F2-8B59-903953E694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A496ADBF-DE20-4ACC-A8A1-ABD0498998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777B3969-4534-4F5A-8B1C-FA7AEE595F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3BDCCE0E-CD71-4C62-99C1-65AA030FFF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1C44CB76-5501-4BC3-AEA9-DC8FB97107AF}"/>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6B319B36-4307-4778-BF4B-509351EA07FA}"/>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7D6BA6F6-A422-4B76-9466-36FA8C0CBC60}"/>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A4E7F1A3-3C53-4707-B620-47AADFEBB844}"/>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127B452F-7801-4A29-8D52-D3400EFE7D0D}"/>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7196D36E-907A-4D8E-AA31-6014CE789E23}"/>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DC306FFF-B616-4E22-A0F8-7F4E66205093}"/>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3234C5E0-8406-42F4-96DF-8F675347BCB3}"/>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AC6ADE46-46DA-45D0-879A-4EF360C6D0A2}"/>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D2FF4177-5819-4CA6-BDC3-10ED1BB3C95B}"/>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AEF510A0-C5EC-408D-AB1C-605E897DED6D}"/>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4E471E5B-8A81-47C6-BE93-40F6D7F6D5F2}"/>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EFB733C1-194F-47EB-8CC6-14223624B892}"/>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8397585E-E563-4D81-8C81-555A5ADF808E}"/>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290EC426-AC36-4A52-BFF6-141E359A948E}"/>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42F01A52-9E96-4456-B381-171949673C51}"/>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A202698C-595F-48F1-8001-41043D0B9AC7}"/>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A8AF58A9-A5FC-40CD-94D2-E37BD56415C9}"/>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E0132228-36B6-4C50-A6D2-8EB23CA75EE1}"/>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B9B54A5B-F18E-418D-9B38-FC3808242E67}"/>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DAEF2D57-18BB-4B4C-9380-7C099662A530}"/>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F29216AE-98DE-4067-AACD-C5AE479329A6}"/>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3FE1AA0B-8714-45BF-8B35-3437432BB155}"/>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1D2AF675-D395-4993-B249-6475F58BB60C}"/>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AD9BA24B-CB0B-494A-8EF2-36116F9C9503}"/>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50B4CC20-A737-493C-A99E-2644F6F51A37}"/>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31EB42E6-B4F7-4B72-829E-D02890ED58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593639379"/>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3D064315-674A-47B4-A280-8624A47DAF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621F0081-EB9F-4DA5-BEAE-4317A10027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B19EC702-12E5-4174-B4F9-A2874D414D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49D766AF-EEF8-4C76-A820-F2E7C0CC2B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6DC2770F-29E0-4C8B-A910-FEED75098C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6B087B3E-7ACF-4F64-A899-C0C00DD661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F3ED639C-EB15-4BE5-9E61-AA5A2821929B}"/>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62187342-DAE7-43A5-A428-97BFFBCFB9B5}"/>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14C88BD3-FCF4-4B09-B671-DDD38FE5E0EE}"/>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56907F15-A04D-4070-8377-B1FDE7E20DA3}"/>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A11736DF-033F-497E-A519-B83077288A92}"/>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5472EAA-2098-4C05-AD48-3CCA8C085EC3}"/>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709DC864-EAC8-417F-8D36-60299E0FD7C7}"/>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F2976CDA-9DCE-4C00-9781-6D1267DBC733}"/>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423BE4CB-96F8-4610-8484-60B048C214C6}"/>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11726C7C-845F-40A5-A29D-2194E57234D2}"/>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0098725-7C1D-402C-A151-4A61CC106A83}"/>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BD966D25-C667-4D65-A037-FB6B880995FC}"/>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1D05922F-3C2A-478B-AEFE-85707A9239E0}"/>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4C059D25-0B6B-456C-933E-5E5D0B4637E2}"/>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F4881FED-DD18-46AA-8107-C41508BEEB21}"/>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6F6D5775-1E69-4692-A079-2C1790E7B132}"/>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86BEF084-569B-4413-BEBA-A40DE991852E}"/>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D23E60A0-DBC4-449A-B751-2FB1BD5877A7}"/>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809CA68C-AC8E-4999-A831-8C9B08349042}"/>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4F232111-4823-4588-A890-D662F0E0C493}"/>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89A83FCD-DA47-44EA-94BF-10FA14340A4B}"/>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CC5ED360-900E-4260-B9B4-3228F71DD271}"/>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7A796C63-5FBC-4BA7-B7C8-80E71CF54428}"/>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0ACB6A55-B2CE-4CB6-90C9-1FBB23ADAD22}"/>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01F23E07-90CC-4168-A3E0-3868A9D377A3}"/>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54F2D062-10BA-424B-9125-B79EB5D17FFD}"/>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A3B5F65F-913A-494F-A7F6-1162E9DEBCDD}"/>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38F0D081-2462-4068-B9BA-1ADA9CD4A1D0}"/>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175D180B-9246-42AD-989B-F7067B74DE8A}"/>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7F5AC1C0-5398-4FF9-9509-47128FF4E8D6}"/>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5E2B911D-8309-4234-9A4E-9B76ECA10161}"/>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129C2CDB-69B3-4D41-8BE3-4ED8D35F75F6}"/>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8FFD1F1C-A170-4E1B-8ED8-6E3AA34D8C03}"/>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967F9E64-5885-4C7B-A2C8-F13BBF91DECD}"/>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98981EB-67E2-4AE8-86FF-2161F97A0D77}"/>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15EDF56F-9663-4B01-BA1A-8EC8F4D9BFB5}"/>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EC7A122B-8CB6-442B-97BC-B4D6B2738FA2}"/>
              </a:ext>
            </a:extLst>
          </p:cNvPr>
          <p:cNvPicPr>
            <a:picLocks xmlns:a="http://schemas.openxmlformats.org/drawingml/2006/main" noChangeAspect="1"/>
          </p:cNvPicPr>
          <p:nvPr/>
        </p:nvPicPr>
        <p:blipFill>
          <a:blip xmlns:r="http://schemas.openxmlformats.org/officeDocument/2006/relationships" xmlns:a="http://schemas.openxmlformats.org/drawingml/2006/main" r:embed="R7857c3c4752a4013"/>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1842F07D-8D2E-4945-95BC-E75E2A8FB09E}"/>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BF029497-09E8-40C2-B478-5EE432E66EBB}"/>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4F946D1E-DBA8-430C-8239-8EEE284317E5}"/>
              </a:ext>
            </a:extLst>
          </p:cNvPr>
          <p:cNvPicPr>
            <a:picLocks xmlns:a="http://schemas.openxmlformats.org/drawingml/2006/main" noChangeAspect="1"/>
          </p:cNvPicPr>
          <p:nvPr/>
        </p:nvPicPr>
        <p:blipFill>
          <a:blip xmlns:r="http://schemas.openxmlformats.org/officeDocument/2006/relationships" xmlns:a="http://schemas.openxmlformats.org/drawingml/2006/main" r:embed="Ra8a9e3d24f314d3c"/>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8949C726-F037-4185-8EA0-893A1AC55CA5}"/>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3A5D4860-60C9-4795-87A0-0E7842A63DB1}"/>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F8BC88DF-E64C-42D3-BC6E-4367359EA39B}"/>
              </a:ext>
            </a:extLst>
          </p:cNvPr>
          <p:cNvPicPr>
            <a:picLocks xmlns:a="http://schemas.openxmlformats.org/drawingml/2006/main" noChangeAspect="1"/>
          </p:cNvPicPr>
          <p:nvPr/>
        </p:nvPicPr>
        <p:blipFill>
          <a:blip xmlns:r="http://schemas.openxmlformats.org/officeDocument/2006/relationships" xmlns:a="http://schemas.openxmlformats.org/drawingml/2006/main" r:embed="R69da4118165c453a"/>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862C47BA-8B6B-4301-B4E6-1A38EE8C460A}"/>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6EE4CC44-8A8D-4012-A279-42C65A7AF303}"/>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EF1BF535-F432-4B09-8646-F084D7EA50C5}"/>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F07BB2ED-DCF4-4C17-9F22-3D8B6B0418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48675830"/>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D9C0A354-777C-42EE-8353-DAAF266619A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EE6294C7-FFB8-4FC3-A877-F25F46661C5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E790872E-3EFD-430E-9E06-97B0CF63D1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EB5E7D5C-E769-43A1-910D-C2B441FE27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DB8DB2FA-1230-435C-9452-AA9DBDA8FA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FBA306DD-1D6E-4FEF-910D-3E698C70DC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5EF9E143-B58F-41AE-804D-01FD07E370D5}"/>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9794B477-51B1-452E-8072-B5973737F27D}"/>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04AA64A6-23AC-48E5-96FC-9FC401E06F61}"/>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99413AE4-2BDD-473C-A574-683AA52E2EB6}"/>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A79A941D-B64C-4053-B9F7-7413C09F1FCD}"/>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E1EA1AE5-8A3E-4841-A9C3-93A5CA1FD0AD}"/>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EA71D901-2502-40A0-991B-0C2A64B66E95}"/>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3BCE0495-9C6A-45E0-8193-13ACB588AA58}"/>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458807DE-59E6-4912-9858-35ED2880C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579505444"/>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72A29967-956F-4CF6-85C4-DA94FC6A78B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71DA72F4-78C7-4D9B-BBAE-64C3B1E3AE5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9B43CFB2-6AE7-4106-A540-68B00D274F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80EB7217-8089-4BFE-A49A-661F348DDE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F0D823F7-4CBD-43C1-A1C6-EB13AA6FF7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F8532FED-506C-4B6D-A120-7651CE980F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16633C32-7FCC-4E8A-890B-6C7C5A5F9352}"/>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275F0D91-27A5-4A7B-A2D4-82C19C40F700}"/>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12A7FAE0-3F3A-4376-9F8A-43EEC6718199}"/>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AA38E33F-EA7F-4AE1-94AB-C71BA22B9BC5}"/>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B3FB4466-DA9E-49B9-9A5F-092B7BB878FF}"/>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950DA47C-5649-43BA-AE40-2152225D3ECE}"/>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852A2205-2FFD-4256-A160-E56EC1A27D7E}"/>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FD83ED52-59FE-4515-A842-34D5DA072B17}"/>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84E0C899-6610-41BE-8309-60ECDA7C4F35}"/>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C522A3C7-E394-4D0D-9C91-10521922A44D}"/>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57E66C38-6DAB-4F02-B8A9-30E2F6B10BBA}"/>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945D8F7B-B518-45F5-AECB-A6EADE6A89BD}"/>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93CDDCF9-083C-45D7-8023-27969754F433}"/>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C795DEDC-626C-4561-B1B2-47A2A6512B7E}"/>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A22FD5D6-6010-425B-AEED-A2D596B6355E}"/>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F4FCB041-9184-4C57-9D81-292BF5CC18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191362326"/>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6C9E1A35-79D3-42F3-AF2E-2AB7B24514E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9F776795-CFBC-4D63-8758-1653E958136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E4BDC5D5-429A-4183-A606-D7078504786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F4287B97-40A2-4E1A-95C9-6C38116E3D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C501E24C-1115-4FC1-B26E-CEBAD0B1E8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0E8E53BB-E887-44FE-BBAF-A51FCBC92B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C16CF990-CC9E-41AB-9297-1BB7C3F78B58}"/>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03395CDF-9F15-4905-95C8-70D408AE6CD9}"/>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947FD895-43DF-4FC6-BD32-438F24A49D03}"/>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F2B8879A-D763-463B-BE92-BA46F2AF808E}"/>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E1108281-00C8-43C1-99D5-71A7CADE14C5}"/>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C221EF59-C9CE-4F2E-A562-1E8AC8275084}"/>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6B4BA98F-45E6-4CA7-8CFF-62A308F9CEB6}"/>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04896D0C-18B8-489C-A43E-4EAD19B70E99}"/>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3FD1CFC8-B1CA-473C-9587-825C48673082}"/>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65788B1B-C5B3-4E89-B72D-B2ED06BF9757}"/>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C021A44C-D93D-494B-AA5B-0E766B0EF4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9714912"/>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AB4D0DEB-9D87-49E1-AFAB-79C7781DF16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CA99195C-E0A8-474A-8E6A-482C28A9678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CDA4D1F4-0C09-4930-8E4D-895133DF33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63FEAC9D-89EE-4423-9869-A70DE25A84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AAC080A8-A372-45DE-A171-86E6BC7D16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B25538AD-DCA1-4B5A-96B8-7FB97C128B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E43C7BC9-DA05-44F5-9FD2-8EC748545EA4}"/>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82387B41-8304-4397-BBAB-08BF57246126}"/>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416EA47B-C27C-4280-B6B6-C44B8B1F9968}"/>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AD25178-5499-44AE-B45C-89F0B0867A9F}"/>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A42B9005-72AA-4E77-8EE8-F7F2096FCBB3}"/>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5ADE5839-3452-48B8-B7C2-A44D2F20F9E6}"/>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FF87A52D-ADE9-4884-9CD4-A70025FFC886}"/>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FEDE3CE-80B8-4BDE-9C90-A52088CA9CAE}"/>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58EBB7F5-D722-46E3-908C-F26F715206AB}"/>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C69ADCF5-BBF6-4C0D-B8EE-59BE6AB03A1B}"/>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2D23C8BC-7CB9-4961-9A35-B8357C022639}"/>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65EA6786-5FA9-4D78-A29E-57CFF3E7B25B}"/>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28BD82C-2642-4FD9-8901-AAB659EAC6F7}"/>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6C0C054A-D76A-49C7-A9D2-0FD192C302D6}"/>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30810217-8F3D-4C92-831A-017CFE99B329}"/>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78EF3BE6-C864-4D12-A974-7513773C57E6}"/>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BF309E61-F2EE-49F4-9B39-9CFD1BC721A7}"/>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99546C8-2E58-4513-A576-0D6FD71F0D4D}"/>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9DD6719B-8A4F-4EEC-8D66-9DDFB8F551A1}"/>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148D2DA8-556B-46C4-A8FE-69AFFA6BD8F8}"/>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07C1D9D9-5B86-493D-86C4-9BC7DDB9C774}"/>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88EA9F8A-6EEB-4318-B489-1275C9B53DA3}"/>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E72632D6-7623-484C-82D4-C75ABE9ECF75}"/>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030A2584-779C-4262-A5F8-794A60E82920}"/>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D7B3405C-86A0-4E48-B99E-3A11ACD1C144}"/>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708D3865-2DE8-45CF-B0B1-16B086463A34}"/>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91CFBF5B-F090-418D-A9AF-60315B1104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3243298"/>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096237BC-257C-470D-9A03-5EBBC148A17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226DFD19-740F-4164-BB8E-F4D13310543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E4805F6C-9ACF-422C-8AFD-1805DB5741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798A88FF-C23D-4E84-B07C-99353D3303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1D2553EB-73A2-4ABB-987A-CB9A80AEC6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5617108A-3079-4659-B504-F674584EC8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2AC0936E-3760-445D-BD28-8DCC518EA612}"/>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5DB1CA80-7237-4496-9CF0-1C5EDB35C4BB}"/>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CA66E40E-EE60-4978-8565-61BFCAD293F9}"/>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3A45A3B0-FAD8-4D50-B8B0-28171FF61F65}"/>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F5C1E165-9CA1-4078-9496-7934DE11F4AF}"/>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CA777014-7F6F-438D-AD6C-1F52C60514E0}"/>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2ED943E2-0B26-4789-A3AD-640DD6832FF6}"/>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F1B4DFDF-5E7B-4748-BABF-4A935770879C}"/>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E4E18F9A-E827-41B3-898F-572C69153F46}"/>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8C704EC4-AF96-49DF-A04C-3AD92EDEF10A}"/>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24F7A11B-E58B-48C2-89AB-B6624E746B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2084323667"/>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CE66DC3B-5307-43A6-AA86-C7A1453C27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75DD0459-B730-4EB6-B67A-6C804307C7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824B61A1-69A8-4C34-9499-3F20DC939F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5D732A4-4EC0-49B3-8FE7-7FCE0D334D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438235CD-2ED8-4671-BF23-320ADF4EC6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B3A12469-17E5-4A8D-B573-C367A6D91D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415416FD-BA1E-41DD-B5C5-52AB14B18587}"/>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3BC8E62D-BC62-4B6B-A982-E63769FABF45}"/>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62DC6FB8-3412-4D25-817D-14CF40B2B128}"/>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6A66167F-483D-4E58-B3FD-230B5CE3F29C}"/>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EE36DC33-8361-4F49-98DA-9703AF9AED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15553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2026-10-24T04:56:29.6040000Z</dcterms:created>
  <dcterms:modified xsi:type="dcterms:W3CDTF">2026-10-24T04:56:29.6040000Z</dcterms:modified>
</coreProperties>
</file>