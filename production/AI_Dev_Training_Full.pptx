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 /><Relationship Type="http://schemas.openxmlformats.org/officeDocument/2006/relationships/notesMaster" Target="/ppt/notesMasters/notesMaster1.xml" Id="R772b29c6f08a48a9" /></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 /><Relationship Type="http://schemas.openxmlformats.org/officeDocument/2006/relationships/notesMaster" Target="/ppt/notesMasters/notesMaster1.xml" Id="Rc9843874f9a745f4" /></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 /><Relationship Type="http://schemas.openxmlformats.org/officeDocument/2006/relationships/notesMaster" Target="/ppt/notesMasters/notesMaster1.xml" Id="R14cd720d54274fa1" /></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 /><Relationship Type="http://schemas.openxmlformats.org/officeDocument/2006/relationships/notesMaster" Target="/ppt/notesMasters/notesMaster1.xml" Id="R733e545b2c744b6f" /></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 /><Relationship Type="http://schemas.openxmlformats.org/officeDocument/2006/relationships/notesMaster" Target="/ppt/notesMasters/notesMaster1.xml" Id="R592735f8936f47da" /></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 /><Relationship Type="http://schemas.openxmlformats.org/officeDocument/2006/relationships/notesMaster" Target="/ppt/notesMasters/notesMaster1.xml" Id="R8adb15f9dad74c78" /></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 /><Relationship Type="http://schemas.openxmlformats.org/officeDocument/2006/relationships/notesMaster" Target="/ppt/notesMasters/notesMaster1.xml" Id="Rf406a0ad792440e8" /></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 /><Relationship Type="http://schemas.openxmlformats.org/officeDocument/2006/relationships/notesMaster" Target="/ppt/notesMasters/notesMaster1.xml" Id="Rfe8ae5366316458c" /></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 /><Relationship Type="http://schemas.openxmlformats.org/officeDocument/2006/relationships/notesMaster" Target="/ppt/notesMasters/notesMaster1.xml" Id="R733d4ec229824b70" /></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 /><Relationship Type="http://schemas.openxmlformats.org/officeDocument/2006/relationships/notesMaster" Target="/ppt/notesMasters/notesMaster1.xml" Id="R150fc5a78fd140b6" /></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 /><Relationship Type="http://schemas.openxmlformats.org/officeDocument/2006/relationships/notesMaster" Target="/ppt/notesMasters/notesMaster1.xml" Id="R886e991404294ab7" /></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 /><Relationship Type="http://schemas.openxmlformats.org/officeDocument/2006/relationships/notesMaster" Target="/ppt/notesMasters/notesMaster1.xml" Id="R63d921fc331b4280" /></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 /><Relationship Type="http://schemas.openxmlformats.org/officeDocument/2006/relationships/notesMaster" Target="/ppt/notesMasters/notesMaster1.xml" Id="R318b408e272c4369" /></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 /><Relationship Type="http://schemas.openxmlformats.org/officeDocument/2006/relationships/notesMaster" Target="/ppt/notesMasters/notesMaster1.xml" Id="Raa78ffb4470f4114" /></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 /><Relationship Type="http://schemas.openxmlformats.org/officeDocument/2006/relationships/notesMaster" Target="/ppt/notesMasters/notesMaster1.xml" Id="Re69af64665704edd" /></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 /><Relationship Type="http://schemas.openxmlformats.org/officeDocument/2006/relationships/notesMaster" Target="/ppt/notesMasters/notesMaster1.xml" Id="Rae8aa6d06c57427d" /></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 /><Relationship Type="http://schemas.openxmlformats.org/officeDocument/2006/relationships/notesMaster" Target="/ppt/notesMasters/notesMaster1.xml" Id="R2e5242e14e0a4391" /></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 /><Relationship Type="http://schemas.openxmlformats.org/officeDocument/2006/relationships/notesMaster" Target="/ppt/notesMasters/notesMaster1.xml" Id="Rbfbf5fb2658247a4" /></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 /><Relationship Type="http://schemas.openxmlformats.org/officeDocument/2006/relationships/notesMaster" Target="/ppt/notesMasters/notesMaster1.xml" Id="R881e018f7d3a4212" /></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 /><Relationship Type="http://schemas.openxmlformats.org/officeDocument/2006/relationships/notesMaster" Target="/ppt/notesMasters/notesMaster1.xml" Id="R74aabc30838745da" /></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 /><Relationship Type="http://schemas.openxmlformats.org/officeDocument/2006/relationships/notesMaster" Target="/ppt/notesMasters/notesMaster1.xml" Id="R98c0d1f05ec04ed7" /></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 /><Relationship Type="http://schemas.openxmlformats.org/officeDocument/2006/relationships/notesMaster" Target="/ppt/notesMasters/notesMaster1.xml" Id="Rda5d90d4963145f2" /></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 /><Relationship Type="http://schemas.openxmlformats.org/officeDocument/2006/relationships/notesMaster" Target="/ppt/notesMasters/notesMaster1.xml" Id="R7955f82dd04b405c" /></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 /><Relationship Type="http://schemas.openxmlformats.org/officeDocument/2006/relationships/notesMaster" Target="/ppt/notesMasters/notesMaster1.xml" Id="Rf3b67b75301c4e34" /></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 /><Relationship Type="http://schemas.openxmlformats.org/officeDocument/2006/relationships/notesMaster" Target="/ppt/notesMasters/notesMaster1.xml" Id="R28d9e3e5c7be4691" /></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 /><Relationship Type="http://schemas.openxmlformats.org/officeDocument/2006/relationships/notesMaster" Target="/ppt/notesMasters/notesMaster1.xml" Id="R9b6a1a62bcff403c" /></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 /><Relationship Type="http://schemas.openxmlformats.org/officeDocument/2006/relationships/notesMaster" Target="/ppt/notesMasters/notesMaster1.xml" Id="Raf8067029d9042b1" /></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 /><Relationship Type="http://schemas.openxmlformats.org/officeDocument/2006/relationships/notesMaster" Target="/ppt/notesMasters/notesMaster1.xml" Id="R2d73c16ab9a64e3a" /></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 /><Relationship Type="http://schemas.openxmlformats.org/officeDocument/2006/relationships/notesMaster" Target="/ppt/notesMasters/notesMaster1.xml" Id="Reee7ba3618f64ddd" /></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 /><Relationship Type="http://schemas.openxmlformats.org/officeDocument/2006/relationships/notesMaster" Target="/ppt/notesMasters/notesMaster1.xml" Id="Rc9bcb6b574a24d5c" /></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 /><Relationship Type="http://schemas.openxmlformats.org/officeDocument/2006/relationships/notesMaster" Target="/ppt/notesMasters/notesMaster1.xml" Id="R8b690a0caba34ba7" /></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 /><Relationship Type="http://schemas.openxmlformats.org/officeDocument/2006/relationships/notesMaster" Target="/ppt/notesMasters/notesMaster1.xml" Id="Rb8ac526fdffe42d6" /></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 /><Relationship Type="http://schemas.openxmlformats.org/officeDocument/2006/relationships/notesMaster" Target="/ppt/notesMasters/notesMaster1.xml" Id="R57b5507cc7b3492b" /></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 /><Relationship Type="http://schemas.openxmlformats.org/officeDocument/2006/relationships/notesMaster" Target="/ppt/notesMasters/notesMaster1.xml" Id="R27be2f8e114f43a0" /></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 /><Relationship Type="http://schemas.openxmlformats.org/officeDocument/2006/relationships/notesMaster" Target="/ppt/notesMasters/notesMaster1.xml" Id="Rd151ca23e93d4eaf" /></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 /><Relationship Type="http://schemas.openxmlformats.org/officeDocument/2006/relationships/notesMaster" Target="/ppt/notesMasters/notesMaster1.xml" Id="R7e6a7ed19e3a40cb" /></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 /><Relationship Type="http://schemas.openxmlformats.org/officeDocument/2006/relationships/notesMaster" Target="/ppt/notesMasters/notesMaster1.xml" Id="R7a670bf595fa4529" /></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 /><Relationship Type="http://schemas.openxmlformats.org/officeDocument/2006/relationships/notesMaster" Target="/ppt/notesMasters/notesMaster1.xml" Id="R04c69684547247e2" /></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 /><Relationship Type="http://schemas.openxmlformats.org/officeDocument/2006/relationships/notesMaster" Target="/ppt/notesMasters/notesMaster1.xml" Id="R7ace7c5f8e04458f" /></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 /><Relationship Type="http://schemas.openxmlformats.org/officeDocument/2006/relationships/notesMaster" Target="/ppt/notesMasters/notesMaster1.xml" Id="R7d1404e76a174da2" /></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 /><Relationship Type="http://schemas.openxmlformats.org/officeDocument/2006/relationships/notesMaster" Target="/ppt/notesMasters/notesMaster1.xml" Id="R89005aee29154fdf" /></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 /><Relationship Type="http://schemas.openxmlformats.org/officeDocument/2006/relationships/notesMaster" Target="/ppt/notesMasters/notesMaster1.xml" Id="R7b112601c2a64208" /></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 /><Relationship Type="http://schemas.openxmlformats.org/officeDocument/2006/relationships/notesMaster" Target="/ppt/notesMasters/notesMaster1.xml" Id="R2956a2047df44dcc" /></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 /><Relationship Type="http://schemas.openxmlformats.org/officeDocument/2006/relationships/notesMaster" Target="/ppt/notesMasters/notesMaster1.xml" Id="R8078dc63f9ad408a" /></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 /><Relationship Type="http://schemas.openxmlformats.org/officeDocument/2006/relationships/notesMaster" Target="/ppt/notesMasters/notesMaster1.xml" Id="Ra4cbf48a85004011" /></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 /><Relationship Type="http://schemas.openxmlformats.org/officeDocument/2006/relationships/notesMaster" Target="/ppt/notesMasters/notesMaster1.xml" Id="R59b9d3aca398484b" /></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 /><Relationship Type="http://schemas.openxmlformats.org/officeDocument/2006/relationships/notesMaster" Target="/ppt/notesMasters/notesMaster1.xml" Id="Ra809662fe7414499" /></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 /><Relationship Type="http://schemas.openxmlformats.org/officeDocument/2006/relationships/notesMaster" Target="/ppt/notesMasters/notesMaster1.xml" Id="R789f04a5ee1340b9" /></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 /><Relationship Type="http://schemas.openxmlformats.org/officeDocument/2006/relationships/notesMaster" Target="/ppt/notesMasters/notesMaster1.xml" Id="R498467402c07474b" /></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 /><Relationship Type="http://schemas.openxmlformats.org/officeDocument/2006/relationships/notesMaster" Target="/ppt/notesMasters/notesMaster1.xml" Id="Rd231d4a707e548bc" /></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 /><Relationship Type="http://schemas.openxmlformats.org/officeDocument/2006/relationships/notesMaster" Target="/ppt/notesMasters/notesMaster1.xml" Id="R49e2134f87444dec" /></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 /><Relationship Type="http://schemas.openxmlformats.org/officeDocument/2006/relationships/notesMaster" Target="/ppt/notesMasters/notesMaster1.xml" Id="Rcf79b18562284a12" /></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 /><Relationship Type="http://schemas.openxmlformats.org/officeDocument/2006/relationships/notesMaster" Target="/ppt/notesMasters/notesMaster1.xml" Id="Re73de6cf821b4c89" /></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 /><Relationship Type="http://schemas.openxmlformats.org/officeDocument/2006/relationships/notesMaster" Target="/ppt/notesMasters/notesMaster1.xml" Id="R9ce33fbf1e97475c" /></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 /><Relationship Type="http://schemas.openxmlformats.org/officeDocument/2006/relationships/notesMaster" Target="/ppt/notesMasters/notesMaster1.xml" Id="Rd6d4f46725ed4448" /></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 /><Relationship Type="http://schemas.openxmlformats.org/officeDocument/2006/relationships/notesMaster" Target="/ppt/notesMasters/notesMaster1.xml" Id="Rc6bf7d350d8f400a" /></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 /><Relationship Type="http://schemas.openxmlformats.org/officeDocument/2006/relationships/notesMaster" Target="/ppt/notesMasters/notesMaster1.xml" Id="R67ed9e5ab2d544b5" /></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 /><Relationship Type="http://schemas.openxmlformats.org/officeDocument/2006/relationships/notesMaster" Target="/ppt/notesMasters/notesMaster1.xml" Id="R44c72230652f43f5" /></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 /><Relationship Type="http://schemas.openxmlformats.org/officeDocument/2006/relationships/notesMaster" Target="/ppt/notesMasters/notesMaster1.xml" Id="R9b2585fdc2c843bb" /></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 /><Relationship Type="http://schemas.openxmlformats.org/officeDocument/2006/relationships/notesMaster" Target="/ppt/notesMasters/notesMaster1.xml" Id="Rf35708420cc741cc" /></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AI를 Repository로 데려가기</a:t>
            </a:r>
          </a:p>
          <a:p>
            <a:r>
              <a:t xml:space="preserve"/>
            </a:r>
          </a:p>
          <a:p>
            <a:r>
              <a:t xml:space="preserve">**Slide ID:**</a:t>
            </a:r>
          </a:p>
          <a:p>
            <a:r>
              <a:t xml:space="preserve">S01</a:t>
            </a:r>
          </a:p>
          <a:p>
            <a:r>
              <a:t xml:space="preserve"/>
            </a:r>
          </a:p>
          <a:p>
            <a:r>
              <a:t xml:space="preserve">**Working Title:**</a:t>
            </a:r>
          </a:p>
          <a:p>
            <a:r>
              <a:t xml:space="preserve">AI를 Repository로 데려가기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AI를 Repository로 데려가기 — Chatbot → Repository Agent</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0의 제목 “AI를 Repository로 데려가기”을 가리키며 구간을 연다.</a:t>
            </a:r>
          </a:p>
          <a:p>
            <a:r>
              <a:t xml:space="preserve">2. (0:20–0:40 / Transition) 부제 “Chatbot → Repository Agent”는 이번 구간의 관점만 안내한다. 구체적 기능·해결 방법·결과는 앞서 설명하지 않는다.</a:t>
            </a:r>
          </a:p>
          <a:p>
            <a:r>
              <a:t xml:space="preserve">3. (0:40–1:00 / Transition) S02의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 Repository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Repository의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Repository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Repository 접근과 실제 도구/실행 권한은 별개다. 조직의 실제 허용·금지 목록이나 제품 보안 보장을 새로 확정하지 않는다.</a:t>
            </a:r>
          </a:p>
          <a:p>
            <a:r>
              <a:t xml:space="preserve">4. (1:50–2:00 / Lecture) “이 교육에서는 어디에서 Repository를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Repository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Repository를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Repository 작업은 Codex에서 시작한다</a:t>
            </a:r>
          </a:p>
          <a:p>
            <a:r>
              <a:t xml:space="preserve"/>
            </a:r>
          </a:p>
          <a:p>
            <a:r>
              <a:t xml:space="preserve">Slide ID: S13</a:t>
            </a:r>
          </a:p>
          <a:p>
            <a:r>
              <a:t xml:space="preserve"/>
            </a:r>
          </a:p>
          <a:p>
            <a:r>
              <a:t xml:space="preserve">Working Title: Repository 작업은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 이 교육에서 Repository를 조사하는 개발 작업은 ChatGPT 데스크톱 앱의 ChatGPT 메뉴에서 Codex를 선택해 시작한다.</a:t>
            </a:r>
          </a:p>
          <a:p>
            <a:r>
              <a:t xml:space="preserve"/>
            </a:r>
          </a:p>
          <a:p>
            <a:r>
              <a:t xml:space="preserve">Opening Question: “Repository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**REPOSITORY (0:30–0:45):** 허용된 Repository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 작은 코드 질문을 하던 대화에서 Repository 조사로 옮길 때, 이 교육에서는 Codex를 선택하는 진입점을 사용한다.</a:t>
            </a:r>
          </a:p>
          <a:p>
            <a:r>
              <a:t xml:space="preserve"/>
            </a:r>
          </a:p>
          <a:p>
            <a:r>
              <a:t xml:space="preserve">Advanced Insight: 제품 표면의 선택, Repository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 “Repository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Repository 접근과 Task 의도는 별개다</a:t>
            </a:r>
          </a:p>
          <a:p>
            <a:r>
              <a:t xml:space="preserve"/>
            </a:r>
          </a:p>
          <a:p>
            <a:r>
              <a:t xml:space="preserve">Slide ID: S14</a:t>
            </a:r>
          </a:p>
          <a:p>
            <a:r>
              <a:t xml:space="preserve"/>
            </a:r>
          </a:p>
          <a:p>
            <a:r>
              <a:t xml:space="preserve">Working Title: Repository 접근과 Task 의도는 별개다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 Repository 탐색은 Context 수집에 도움을 줄 수 있지만, Task의 목표와 완료 조건까지 대신 정하지 않는다.</a:t>
            </a:r>
          </a:p>
          <a:p>
            <a:r>
              <a:t xml:space="preserve"/>
            </a:r>
          </a:p>
          <a:p>
            <a:r>
              <a:t xml:space="preserve">Opening Question: “Repository를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Repository를 보면 내가 원하는 것까지 알까?</a:t>
            </a:r>
          </a:p>
          <a:p>
            <a:r>
              <a:t xml:space="preserve"/>
            </a:r>
          </a:p>
          <a:p>
            <a:r>
              <a:t xml:space="preserve">Slide ID: S15</a:t>
            </a:r>
          </a:p>
          <a:p>
            <a:r>
              <a:t xml:space="preserve"/>
            </a:r>
          </a:p>
          <a:p>
            <a:r>
              <a:t xml:space="preserve">Working Title: Repository를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 Repository를 볼 수 있다는 사실만으로 Task의 의도가 정해지지는 않는다.</a:t>
            </a:r>
          </a:p>
          <a:p>
            <a:r>
              <a:t xml:space="preserve"/>
            </a:r>
          </a:p>
          <a:p>
            <a:r>
              <a:t xml:space="preserve">Opening Question: “지금 이 저장소에 어떤 일을 맡기고 싶으신가요?” 제조 라인 검사장비로 확장한다는 가정 아래 원하는 검사 작업을 떠올리게 한다.</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Repository를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교육용 기준이며 RepoQA의 채점 기준이 아니다.</a:t>
            </a:r>
          </a:p>
          <a:p>
            <a:r>
              <a:t xml:space="preserve"/>
            </a:r>
          </a:p>
          <a:p>
            <a:r>
              <a:t xml:space="preserve">Opening Question: “AI가 필요한 코드를 찾았다는 것을 무엇으로 확인할까?”</a:t>
            </a:r>
          </a:p>
          <a:p>
            <a:r>
              <a:t xml:space="preserve"/>
            </a:r>
          </a:p>
          <a:p>
            <a:r>
              <a:t xml:space="preserve">Speaker Flow: 1. (0:00–0:40) S46에서 정보의 존재와 활용을 구분한 뒤, 코드에서도 찾았다는 답을 무엇으로 확인할지 묻는다. 왼쪽 요청은 교육용이며 새로 실행한 Prompt가 아니다.</a:t>
            </a:r>
          </a:p>
          <a:p>
            <a:r>
              <a:t xml:space="preserve">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a:r>
              <a:t xml:space="preserve">3. (2:40–3:20) 보조 영역 RepoQA를 짧게 소개한다. 기능 설명으로 긴 코드 속 함수를 찾는 과제를 따로 평가했다. 이번 세 질문은 그 논문의 채점 기준이 아니다.</a:t>
            </a:r>
          </a:p>
          <a:p>
            <a:r>
              <a:t xml:space="preserve">4. (3:20–4:00) 이제 확인할 근거를 어디서 찾게 할지 S48의 위치 안내 설계로 넘긴다.</a:t>
            </a:r>
          </a:p>
          <a:p>
            <a:r>
              <a:t xml:space="preserve"/>
            </a:r>
          </a:p>
          <a:p>
            <a:r>
              <a:t xml:space="preserve">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도입40초, 세 확인 질문2분, RepoQA 보조40초, S48 handoff40초.50/5/500,16K, 모델 순위·채점 구현은 발표 화면에서 강의하지 않고 필요한 질문 때만 Notes의 범위 안에서 설명한다.</a:t>
            </a:r>
          </a:p>
          <a:p>
            <a:r>
              <a:t xml:space="preserve"/>
            </a:r>
          </a:p>
          <a:p>
            <a:r>
              <a:t xml:space="preserve">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실무 적용 팁 · 작업 환경과 기준</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S56–S58, S62, S67, S72, S74, S84, S103다.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새 S56–S58은 “AGENTS.md의 위치와 적용 범위” 한 항목으로 묶어 위치만 짚는다. 전체 팁을 다시 설명하지 않고 기존1분을 유지한다.</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xmlns:a="http://schemas.openxmlformats.org/drawingml/2006/main">
            <a:r>
              <a:t>3. (0:45–1:00 / Lecture) 요청 작성 팁 목록 S118으로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S67/S72은 SRC-0111/0112와 CLM-0041/0042의 공식 안내 각색이며 모든 팁의 실제 관찰/연구/가상 경계는 해당 장을 따른다.</a:t>
            </a:r>
          </a:p>
          <a:p xmlns:a="http://schemas.openxmlformats.org/drawingml/2006/main">
            <a:r>
              <a:t/>
            </a:r>
          </a:p>
          <a:p xmlns:a="http://schemas.openxmlformats.org/drawingml/2006/main">
            <a:r>
              <a:t>보존된 상세 출처: 기존 팁의 제목·Slide ID를 모은 찾아보기 · DEC-0088</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보존된 상세 범위: 배지는 활용 목적 표시 · 각 팁의 실제 관찰·교육용 예시·제품 확인 범위는 해당 장을 따른다.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S118으로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9.xml" Id="Raa20956d6d1b4479"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60.xml" Id="R54ba7668537b43fe"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61.xml" Id="Rf4394eb0efae4bc2"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62.xml" Id="Rf2667cbaf12645c5"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3.xml" Id="Rd8f3f37e8c0e4855"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4.xml" Id="R85a14c9750344ec0"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5.xml" Id="Raf1d5a7b0c524dfa"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6.xml" Id="Rad52161ddcca407b"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7.xml" Id="R16825de3fab740bf"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8.xml" Id="R8b0233aae6a140ac"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9.xml" Id="R3d7c7a685cac4014"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70.xml" Id="Raff3ca3ec59a4149"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71.xml" Id="R1cbda8e4c54b4dd1"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72.xml" Id="Rc8ffa309e5c34af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3.xml" Id="Rf159e342b5e341d6"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4.xml" Id="R63b536d641b84715"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5.xml" Id="R32d6c074a7e4497a"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6.xml" Id="Rc54545c27dea4caf"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7.xml" Id="R7f78e7867aa5421f"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8.xml" Id="R089a47929ed34abd"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9.xml" Id="R3b61134a2a454803"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80.xml" Id="R9e690c9a8b01411e"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81.xml" Id="Rcaebcb7911fd42e4"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82.xml" Id="R6bc44724aebe46dd"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3.xml" Id="R3aedd29c6ea7436c"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4.xml" Id="Rae1cfc68b74141de"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5.xml" Id="R30e64919739f4c81"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6.xml" Id="R7da67322bac34beb"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7.xml" Id="R983ef1b4941f47df"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8.xml" Id="R2bb221648fd04a50"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9.xml" Id="R87b72ed4cafc40d3"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90.xml" Id="Re6d646379adb4da1"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91.xml" Id="Rc4e6ef3588d54767"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92.xml" Id="R3bb29d806ae04c5c"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3.xml" Id="R4191341ed86e4215"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4.xml" Id="R36180a95ed3c43fa"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5.xml" Id="R5ef00a4c4bb04823"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6.xml" Id="R1e275696a25b470a"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7.xml" Id="Reafb085964c34056"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8.xml" Id="R7ea86b7511cd4629"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9.xml" Id="Rd241e076ae0c4c89"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100.xml" Id="R9fd9b4d481214a08"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101.xml" Id="R212a1ecf528b465a"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102.xml" Id="R7c714979becd470e"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3.xml" Id="R068559301c3945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4.xml" Id="R24afd0dfb79d41f0"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5.xml" Id="R908895dc2cd64f82"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6.xml" Id="R9030d1fdb5114f76"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7.xml" Id="R311f6d7d4b35439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8.xml" Id="R5248189ceda34d20"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9.xml" Id="Rb075385bb68b49a3"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10.xml" Id="Rfca130f2343a4cf9"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11.xml" Id="R0a5721e8688f465f"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12.xml" Id="Ree3d1ac02cbb4442"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3.xml" Id="Rd75f8c7cfc1e4c42"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4.xml" Id="R2fbfac11f8a04b0a"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5.xml" Id="Rfb9c411f0bc743b8"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6.xml" Id="R690e88ea3d1c4b3f"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8.xml" Id="Ra6812a34cdf44996" /></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9.xml" Id="R619b15d573e54123" /></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20.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RepoQA(2024) · 연구 참고</a:t>
            </a:r>
          </a:p>
        </p:txBody>
      </p:sp>
      <p:sp>
        <p:nvSpPr>
          <p:cNvPr id="6" name="Audience footer 2">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Codex나 이 Routing의 업무 성능을 검증한 결과는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Repository 작업은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Repository 작업은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