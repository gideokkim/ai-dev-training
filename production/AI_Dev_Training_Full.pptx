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slides/charts/chart1.xml" ContentType="application/vnd.openxmlformats-officedocument.drawingml.chart+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slides/charts/chart2.xml" ContentType="application/vnd.openxmlformats-officedocument.drawingml.chart+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Override PartName="/ppt/slides/slide120.xml" ContentType="application/vnd.openxmlformats-officedocument.presentationml.slide+xml"/>
  <Override PartName="/ppt/notesSlides/notesSlide120.xml" ContentType="application/vnd.openxmlformats-officedocument.presentationml.notesSlide+xml"/>
  <Override PartName="/ppt/slides/slide121.xml" ContentType="application/vnd.openxmlformats-officedocument.presentationml.slide+xml"/>
  <Override PartName="/ppt/notesSlides/notesSlide121.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xmlns:r="http://schemas.openxmlformats.org/officeDocument/2006/relationships">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id="376" r:id="R562e068ad94c4fc2"/>
    <p:sldId id="377" r:id="R4300360358964814"/>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2324ea7a59984abf"/><Relationship Type="http://schemas.openxmlformats.org/officeDocument/2006/relationships/slide" Target="/ppt/slides/slide16.xml" Id="Rf88a5bd1ecff4210"/><Relationship Type="http://schemas.openxmlformats.org/officeDocument/2006/relationships/slide" Target="/ppt/slides/slide17.xml" Id="R1421b08bfab84d0b"/><Relationship Type="http://schemas.openxmlformats.org/officeDocument/2006/relationships/slide" Target="/ppt/slides/slide18.xml" Id="Red86b0ab0212481f"/><Relationship Type="http://schemas.openxmlformats.org/officeDocument/2006/relationships/slide" Target="/ppt/slides/slide19.xml" Id="R41b4a79e1bc846f7"/><Relationship Type="http://schemas.openxmlformats.org/officeDocument/2006/relationships/slide" Target="/ppt/slides/slide20.xml" Id="R3dbb0943ab734dff"/><Relationship Type="http://schemas.openxmlformats.org/officeDocument/2006/relationships/slide" Target="/ppt/slides/slide21.xml" Id="R96043fbd1ea34e90"/><Relationship Type="http://schemas.openxmlformats.org/officeDocument/2006/relationships/slide" Target="/ppt/slides/slide22.xml" Id="Rb8c818146ddd40f3"/><Relationship Type="http://schemas.openxmlformats.org/officeDocument/2006/relationships/slide" Target="/ppt/slides/slide23.xml" Id="R267ceaad1ce848fb"/><Relationship Type="http://schemas.openxmlformats.org/officeDocument/2006/relationships/slide" Target="/ppt/slides/slide24.xml" Id="R3f5116ae7ea24a19"/><Relationship Type="http://schemas.openxmlformats.org/officeDocument/2006/relationships/slide" Target="/ppt/slides/slide25.xml" Id="Rd68979a1358147e4"/><Relationship Type="http://schemas.openxmlformats.org/officeDocument/2006/relationships/slide" Target="/ppt/slides/slide26.xml" Id="Rb19074434f8346ca"/><Relationship Type="http://schemas.openxmlformats.org/officeDocument/2006/relationships/slide" Target="/ppt/slides/slide29.xml" Id="R7431d4144bfb45e0"/><Relationship Type="http://schemas.openxmlformats.org/officeDocument/2006/relationships/slide" Target="/ppt/slides/slide30.xml" Id="R5fd00b26e77d4d8a"/><Relationship Type="http://schemas.openxmlformats.org/officeDocument/2006/relationships/slide" Target="/ppt/slides/slide31.xml" Id="R85f246664a6b4475"/><Relationship Type="http://schemas.openxmlformats.org/officeDocument/2006/relationships/slide" Target="/ppt/slides/slide32.xml" Id="R02259bf88f1f434a"/><Relationship Type="http://schemas.openxmlformats.org/officeDocument/2006/relationships/slide" Target="/ppt/slides/slide33.xml" Id="R008ac74c83d248ae"/><Relationship Type="http://schemas.openxmlformats.org/officeDocument/2006/relationships/slide" Target="/ppt/slides/slide34.xml" Id="R4c6458d3ca354107"/><Relationship Type="http://schemas.openxmlformats.org/officeDocument/2006/relationships/slide" Target="/ppt/slides/slide35.xml" Id="R5687a354316a49c5"/><Relationship Type="http://schemas.openxmlformats.org/officeDocument/2006/relationships/slide" Target="/ppt/slides/slide36.xml" Id="Rd0a7c9b7d513408f"/><Relationship Type="http://schemas.openxmlformats.org/officeDocument/2006/relationships/slide" Target="/ppt/slides/slide37.xml" Id="R06b70f05dae648da"/><Relationship Type="http://schemas.openxmlformats.org/officeDocument/2006/relationships/slide" Target="/ppt/slides/slide38.xml" Id="Rabf37e1304b44b86"/><Relationship Type="http://schemas.openxmlformats.org/officeDocument/2006/relationships/slide" Target="/ppt/slides/slide39.xml" Id="Ra1f62a646d394675"/><Relationship Type="http://schemas.openxmlformats.org/officeDocument/2006/relationships/slide" Target="/ppt/slides/slide40.xml" Id="R872650c42533492c"/><Relationship Type="http://schemas.openxmlformats.org/officeDocument/2006/relationships/slide" Target="/ppt/slides/slide41.xml" Id="Rf6fdc925b4ff45ad"/><Relationship Type="http://schemas.openxmlformats.org/officeDocument/2006/relationships/slide" Target="/ppt/slides/slide42.xml" Id="R9da1e5fdd36d426e"/><Relationship Type="http://schemas.openxmlformats.org/officeDocument/2006/relationships/slide" Target="/ppt/slides/slide43.xml" Id="Re8343b9254ab455d"/><Relationship Type="http://schemas.openxmlformats.org/officeDocument/2006/relationships/slide" Target="/ppt/slides/slide44.xml" Id="Rebe61671e2cb4992"/><Relationship Type="http://schemas.openxmlformats.org/officeDocument/2006/relationships/slide" Target="/ppt/slides/slide45.xml" Id="R66e6b1bf27944450"/><Relationship Type="http://schemas.openxmlformats.org/officeDocument/2006/relationships/slide" Target="/ppt/slides/slide46.xml" Id="R21190c309c1a42b7"/><Relationship Type="http://schemas.openxmlformats.org/officeDocument/2006/relationships/slide" Target="/ppt/slides/slide47.xml" Id="R024ebead023b47f0"/><Relationship Type="http://schemas.openxmlformats.org/officeDocument/2006/relationships/slide" Target="/ppt/slides/slide48.xml" Id="Rb349d4f97bb340d5"/><Relationship Type="http://schemas.openxmlformats.org/officeDocument/2006/relationships/slide" Target="/ppt/slides/slide49.xml" Id="Rd3ee7d1b086e47c2"/><Relationship Type="http://schemas.openxmlformats.org/officeDocument/2006/relationships/slide" Target="/ppt/slides/slide50.xml" Id="R535a7442298f4e3e"/><Relationship Type="http://schemas.openxmlformats.org/officeDocument/2006/relationships/slide" Target="/ppt/slides/slide51.xml" Id="Ra282229850754500"/><Relationship Type="http://schemas.openxmlformats.org/officeDocument/2006/relationships/slide" Target="/ppt/slides/slide52.xml" Id="Re64547d29423440b"/><Relationship Type="http://schemas.openxmlformats.org/officeDocument/2006/relationships/slide" Target="/ppt/slides/slide53.xml" Id="Rccc98b2c3a0547af"/><Relationship Type="http://schemas.openxmlformats.org/officeDocument/2006/relationships/slide" Target="/ppt/slides/slide54.xml" Id="R154038c08e0749a2"/><Relationship Type="http://schemas.openxmlformats.org/officeDocument/2006/relationships/slide" Target="/ppt/slides/slide55.xml" Id="Rd03e5053aad04699"/><Relationship Type="http://schemas.openxmlformats.org/officeDocument/2006/relationships/slide" Target="/ppt/slides/slide56.xml" Id="Ra6755f3e811642d2"/><Relationship Type="http://schemas.openxmlformats.org/officeDocument/2006/relationships/slide" Target="/ppt/slides/slide60.xml" Id="R72ff6461cb0746fc"/><Relationship Type="http://schemas.openxmlformats.org/officeDocument/2006/relationships/slide" Target="/ppt/slides/slide61.xml" Id="R87f28cc747584435"/><Relationship Type="http://schemas.openxmlformats.org/officeDocument/2006/relationships/slide" Target="/ppt/slides/slide62.xml" Id="R0e388af578a5444a"/><Relationship Type="http://schemas.openxmlformats.org/officeDocument/2006/relationships/slide" Target="/ppt/slides/slide63.xml" Id="R4e80fc39125a409a"/><Relationship Type="http://schemas.openxmlformats.org/officeDocument/2006/relationships/slide" Target="/ppt/slides/slide64.xml" Id="Rb7fc36f3748e4e7e"/><Relationship Type="http://schemas.openxmlformats.org/officeDocument/2006/relationships/slide" Target="/ppt/slides/slide65.xml" Id="Rb594a747736746eb"/><Relationship Type="http://schemas.openxmlformats.org/officeDocument/2006/relationships/slide" Target="/ppt/slides/slide66.xml" Id="Rf904dae589414f4f"/><Relationship Type="http://schemas.openxmlformats.org/officeDocument/2006/relationships/slide" Target="/ppt/slides/slide67.xml" Id="R895eb660f69e4832"/><Relationship Type="http://schemas.openxmlformats.org/officeDocument/2006/relationships/slide" Target="/ppt/slides/slide68.xml" Id="R367ed24082b94b6a"/><Relationship Type="http://schemas.openxmlformats.org/officeDocument/2006/relationships/slide" Target="/ppt/slides/slide69.xml" Id="R78b603dd886a4965"/><Relationship Type="http://schemas.openxmlformats.org/officeDocument/2006/relationships/slide" Target="/ppt/slides/slide70.xml" Id="R7ded63a3ac80466c"/><Relationship Type="http://schemas.openxmlformats.org/officeDocument/2006/relationships/slide" Target="/ppt/slides/slide71.xml" Id="Ra7181b8897284bc1"/><Relationship Type="http://schemas.openxmlformats.org/officeDocument/2006/relationships/slide" Target="/ppt/slides/slide72.xml" Id="R0fd1a67510f34c5f"/><Relationship Type="http://schemas.openxmlformats.org/officeDocument/2006/relationships/slide" Target="/ppt/slides/slide73.xml" Id="R9f16bb685f974f5e"/><Relationship Type="http://schemas.openxmlformats.org/officeDocument/2006/relationships/slide" Target="/ppt/slides/slide74.xml" Id="R5eeb4ae768104820"/><Relationship Type="http://schemas.openxmlformats.org/officeDocument/2006/relationships/slide" Target="/ppt/slides/slide75.xml" Id="Ref8225c5602949ad"/><Relationship Type="http://schemas.openxmlformats.org/officeDocument/2006/relationships/slide" Target="/ppt/slides/slide76.xml" Id="R7597ca53a04c459b"/><Relationship Type="http://schemas.openxmlformats.org/officeDocument/2006/relationships/slide" Target="/ppt/slides/slide77.xml" Id="Rc773ae6f18264ef1"/><Relationship Type="http://schemas.openxmlformats.org/officeDocument/2006/relationships/slide" Target="/ppt/slides/slide78.xml" Id="R7b53866a56f3425e"/><Relationship Type="http://schemas.openxmlformats.org/officeDocument/2006/relationships/slide" Target="/ppt/slides/slide79.xml" Id="R2153275503b2476a"/><Relationship Type="http://schemas.openxmlformats.org/officeDocument/2006/relationships/slide" Target="/ppt/slides/slide80.xml" Id="R608ce4adbdcf4ccb"/><Relationship Type="http://schemas.openxmlformats.org/officeDocument/2006/relationships/slide" Target="/ppt/slides/slide81.xml" Id="R4678d8fca4c642b9"/><Relationship Type="http://schemas.openxmlformats.org/officeDocument/2006/relationships/slide" Target="/ppt/slides/slide82.xml" Id="Re835f6281a3e439f"/><Relationship Type="http://schemas.openxmlformats.org/officeDocument/2006/relationships/slide" Target="/ppt/slides/slide83.xml" Id="Rcacc6d5c4ad749f0"/><Relationship Type="http://schemas.openxmlformats.org/officeDocument/2006/relationships/slide" Target="/ppt/slides/slide84.xml" Id="R016396d127394e1a"/><Relationship Type="http://schemas.openxmlformats.org/officeDocument/2006/relationships/slide" Target="/ppt/slides/slide85.xml" Id="R5f303c360e3a43f7"/><Relationship Type="http://schemas.openxmlformats.org/officeDocument/2006/relationships/slide" Target="/ppt/slides/slide86.xml" Id="R70a347417a0e4436"/><Relationship Type="http://schemas.openxmlformats.org/officeDocument/2006/relationships/slide" Target="/ppt/slides/slide87.xml" Id="R427f8faf69084bf2"/><Relationship Type="http://schemas.openxmlformats.org/officeDocument/2006/relationships/slide" Target="/ppt/slides/slide88.xml" Id="R7b1929d697764fed"/><Relationship Type="http://schemas.openxmlformats.org/officeDocument/2006/relationships/slide" Target="/ppt/slides/slide89.xml" Id="R7b8f7c435d8b461f"/><Relationship Type="http://schemas.openxmlformats.org/officeDocument/2006/relationships/slide" Target="/ppt/slides/slide90.xml" Id="R507d9a6a7b414991"/><Relationship Type="http://schemas.openxmlformats.org/officeDocument/2006/relationships/slide" Target="/ppt/slides/slide91.xml" Id="Rae9abd65533e4896"/><Relationship Type="http://schemas.openxmlformats.org/officeDocument/2006/relationships/slide" Target="/ppt/slides/slide92.xml" Id="R972055e3d0974d3d"/><Relationship Type="http://schemas.openxmlformats.org/officeDocument/2006/relationships/slide" Target="/ppt/slides/slide93.xml" Id="Rfab2baeaf6c2489e"/><Relationship Type="http://schemas.openxmlformats.org/officeDocument/2006/relationships/slide" Target="/ppt/slides/slide94.xml" Id="R1a08854b15af4bcd"/><Relationship Type="http://schemas.openxmlformats.org/officeDocument/2006/relationships/slide" Target="/ppt/slides/slide95.xml" Id="R78079090e17c4a8c"/><Relationship Type="http://schemas.openxmlformats.org/officeDocument/2006/relationships/slide" Target="/ppt/slides/slide96.xml" Id="R5b1111aade374262"/><Relationship Type="http://schemas.openxmlformats.org/officeDocument/2006/relationships/slide" Target="/ppt/slides/slide97.xml" Id="Rf817ae0da26b49b8"/><Relationship Type="http://schemas.openxmlformats.org/officeDocument/2006/relationships/slide" Target="/ppt/slides/slide98.xml" Id="R5cc79f0d8ad94df8"/><Relationship Type="http://schemas.openxmlformats.org/officeDocument/2006/relationships/slide" Target="/ppt/slides/slide99.xml" Id="R7e79aaa9bff346fa"/><Relationship Type="http://schemas.openxmlformats.org/officeDocument/2006/relationships/slide" Target="/ppt/slides/slide100.xml" Id="R0063c448f38e4336"/><Relationship Type="http://schemas.openxmlformats.org/officeDocument/2006/relationships/slide" Target="/ppt/slides/slide101.xml" Id="Rb0627c4a99df4d4f"/><Relationship Type="http://schemas.openxmlformats.org/officeDocument/2006/relationships/slide" Target="/ppt/slides/slide102.xml" Id="Ra10a0e13a2184135"/><Relationship Type="http://schemas.openxmlformats.org/officeDocument/2006/relationships/slide" Target="/ppt/slides/slide103.xml" Id="R9b60d9b4a2e44dd3"/><Relationship Type="http://schemas.openxmlformats.org/officeDocument/2006/relationships/slide" Target="/ppt/slides/slide104.xml" Id="Rc17d36dd79264453"/><Relationship Type="http://schemas.openxmlformats.org/officeDocument/2006/relationships/slide" Target="/ppt/slides/slide105.xml" Id="R603e33c25b484f54"/><Relationship Type="http://schemas.openxmlformats.org/officeDocument/2006/relationships/slide" Target="/ppt/slides/slide106.xml" Id="R6fd503a3177f4d06"/><Relationship Type="http://schemas.openxmlformats.org/officeDocument/2006/relationships/slide" Target="/ppt/slides/slide107.xml" Id="Rd07a9a0a0d094a1f"/><Relationship Type="http://schemas.openxmlformats.org/officeDocument/2006/relationships/slide" Target="/ppt/slides/slide108.xml" Id="R718f7d508df64340"/><Relationship Type="http://schemas.openxmlformats.org/officeDocument/2006/relationships/slide" Target="/ppt/slides/slide109.xml" Id="Rb2144a6581f3498a"/><Relationship Type="http://schemas.openxmlformats.org/officeDocument/2006/relationships/slide" Target="/ppt/slides/slide110.xml" Id="R7e193bf32174419f"/><Relationship Type="http://schemas.openxmlformats.org/officeDocument/2006/relationships/slide" Target="/ppt/slides/slide111.xml" Id="R3b2b3b2837f345d7"/><Relationship Type="http://schemas.openxmlformats.org/officeDocument/2006/relationships/slide" Target="/ppt/slides/slide112.xml" Id="Rc8d64c078fdb4e93"/><Relationship Type="http://schemas.openxmlformats.org/officeDocument/2006/relationships/slide" Target="/ppt/slides/slide113.xml" Id="R14761046fa0449ad"/><Relationship Type="http://schemas.openxmlformats.org/officeDocument/2006/relationships/slide" Target="/ppt/slides/slide114.xml" Id="R308e5dcf86374f7a"/><Relationship Type="http://schemas.openxmlformats.org/officeDocument/2006/relationships/slide" Target="/ppt/slides/slide115.xml" Id="Rb70d6e328be74d60"/><Relationship Type="http://schemas.openxmlformats.org/officeDocument/2006/relationships/slide" Target="/ppt/slides/slide116.xml" Id="Re9f94e65c1024047"/><Relationship Type="http://schemas.openxmlformats.org/officeDocument/2006/relationships/slide" Target="/ppt/slides/slide117.xml" Id="R44280ecc75ac417f"/><Relationship Type="http://schemas.openxmlformats.org/officeDocument/2006/relationships/slide" Target="/ppt/slides/slide118.xml" Id="R350e5087273b43f8"/><Relationship Type="http://schemas.openxmlformats.org/officeDocument/2006/relationships/slide" Target="/ppt/slides/slide119.xml" Id="R99aa14256c364cca"/><Relationship Type="http://schemas.openxmlformats.org/officeDocument/2006/relationships/slide" Target="/ppt/slides/slide120.xml" Id="Re7befaa2280e40d8"/><Relationship Type="http://schemas.openxmlformats.org/officeDocument/2006/relationships/slide" Target="/ppt/slides/slide121.xml" Id="Rb72241cc12ab4b73"/><Relationship Id="CopilotTipAfterS03" Type="http://schemas.openxmlformats.org/officeDocument/2006/relationships/slide" Target="/ppt/slides/slide4.xml"/><Relationship Id="AgentsScopeTip1" Type="http://schemas.openxmlformats.org/officeDocument/2006/relationships/slide" Target="/ppt/slides/slide57.xml"/><Relationship Id="AgentsScopeTip2" Type="http://schemas.openxmlformats.org/officeDocument/2006/relationships/slide" Target="/ppt/slides/slide58.xml"/><Relationship Id="AgentsScopeTip3" Type="http://schemas.openxmlformats.org/officeDocument/2006/relationships/slide" Target="/ppt/slides/slide59.xml"/><Relationship Type="http://schemas.openxmlformats.org/officeDocument/2006/relationships/slide" Target="/ppt/slides/slide27.xml" Id="R562e068ad94c4fc2"/><Relationship Type="http://schemas.openxmlformats.org/officeDocument/2006/relationships/slide" Target="/ppt/slides/slide28.xml" Id="R4300360358964814"/></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2cf5e4e08ef949c1"/><Relationship Type="http://schemas.openxmlformats.org/officeDocument/2006/relationships/notesMaster" Target="/ppt/notesMasters/notesMaster1.xml" Id="Rb0de13c330b04519"/></Relationships>
</file>

<file path=ppt/notesSlides/_rels/notesSlide16.xml.rels><?xml version="1.0" encoding="utf-8"?><Relationships xmlns="http://schemas.openxmlformats.org/package/2006/relationships"><Relationship Type="http://schemas.openxmlformats.org/officeDocument/2006/relationships/slide" Target="/ppt/slides/slide16.xml" Id="R7301750abf6f4a83"/><Relationship Type="http://schemas.openxmlformats.org/officeDocument/2006/relationships/notesMaster" Target="/ppt/notesMasters/notesMaster1.xml" Id="Rc66635230a774473"/></Relationships>
</file>

<file path=ppt/notesSlides/_rels/notesSlide17.xml.rels><?xml version="1.0" encoding="utf-8"?><Relationships xmlns="http://schemas.openxmlformats.org/package/2006/relationships"><Relationship Type="http://schemas.openxmlformats.org/officeDocument/2006/relationships/slide" Target="/ppt/slides/slide17.xml" Id="Re6fa6a9d378647c4"/><Relationship Type="http://schemas.openxmlformats.org/officeDocument/2006/relationships/notesMaster" Target="/ppt/notesMasters/notesMaster1.xml" Id="Rd04df728b5b1496b"/></Relationships>
</file>

<file path=ppt/notesSlides/_rels/notesSlide18.xml.rels><?xml version="1.0" encoding="utf-8"?><Relationships xmlns="http://schemas.openxmlformats.org/package/2006/relationships"><Relationship Type="http://schemas.openxmlformats.org/officeDocument/2006/relationships/slide" Target="/ppt/slides/slide18.xml" Id="Rc49004c64dcc4114"/><Relationship Type="http://schemas.openxmlformats.org/officeDocument/2006/relationships/notesMaster" Target="/ppt/notesMasters/notesMaster1.xml" Id="R8597ca8eebd94fe2"/></Relationships>
</file>

<file path=ppt/notesSlides/_rels/notesSlide19.xml.rels><?xml version="1.0" encoding="utf-8"?><Relationships xmlns="http://schemas.openxmlformats.org/package/2006/relationships"><Relationship Type="http://schemas.openxmlformats.org/officeDocument/2006/relationships/slide" Target="/ppt/slides/slide19.xml" Id="R029c79815b914f6e"/><Relationship Type="http://schemas.openxmlformats.org/officeDocument/2006/relationships/notesMaster" Target="/ppt/notesMasters/notesMaster1.xml" Id="R3d15e51f2b8c46c6"/></Relationships>
</file>

<file path=ppt/notesSlides/_rels/notesSlide20.xml.rels><?xml version="1.0" encoding="utf-8"?><Relationships xmlns="http://schemas.openxmlformats.org/package/2006/relationships"><Relationship Type="http://schemas.openxmlformats.org/officeDocument/2006/relationships/slide" Target="/ppt/slides/slide20.xml" Id="R9e178c6ca04b403f"/><Relationship Type="http://schemas.openxmlformats.org/officeDocument/2006/relationships/notesMaster" Target="/ppt/notesMasters/notesMaster1.xml" Id="R4bba528c2e944dd4"/></Relationships>
</file>

<file path=ppt/notesSlides/_rels/notesSlide21.xml.rels><?xml version="1.0" encoding="utf-8"?><Relationships xmlns="http://schemas.openxmlformats.org/package/2006/relationships"><Relationship Type="http://schemas.openxmlformats.org/officeDocument/2006/relationships/slide" Target="/ppt/slides/slide21.xml" Id="R73db2b646f9f4c5d"/><Relationship Type="http://schemas.openxmlformats.org/officeDocument/2006/relationships/notesMaster" Target="/ppt/notesMasters/notesMaster1.xml" Id="R8c8e0b0a71694e52"/></Relationships>
</file>

<file path=ppt/notesSlides/_rels/notesSlide22.xml.rels><?xml version="1.0" encoding="utf-8"?><Relationships xmlns="http://schemas.openxmlformats.org/package/2006/relationships"><Relationship Type="http://schemas.openxmlformats.org/officeDocument/2006/relationships/slide" Target="/ppt/slides/slide22.xml" Id="R4ca6d8b892654ee8"/><Relationship Type="http://schemas.openxmlformats.org/officeDocument/2006/relationships/notesMaster" Target="/ppt/notesMasters/notesMaster1.xml" Id="R614a5fd6875b4611"/></Relationships>
</file>

<file path=ppt/notesSlides/_rels/notesSlide23.xml.rels><?xml version="1.0" encoding="utf-8"?><Relationships xmlns="http://schemas.openxmlformats.org/package/2006/relationships"><Relationship Type="http://schemas.openxmlformats.org/officeDocument/2006/relationships/slide" Target="/ppt/slides/slide23.xml" Id="Rd63b94f958c64bfc"/><Relationship Type="http://schemas.openxmlformats.org/officeDocument/2006/relationships/notesMaster" Target="/ppt/notesMasters/notesMaster1.xml" Id="R33ff3b357a2e4278"/></Relationships>
</file>

<file path=ppt/notesSlides/_rels/notesSlide24.xml.rels><?xml version="1.0" encoding="utf-8"?><Relationships xmlns="http://schemas.openxmlformats.org/package/2006/relationships"><Relationship Type="http://schemas.openxmlformats.org/officeDocument/2006/relationships/slide" Target="/ppt/slides/slide24.xml" Id="R8d9284509cb040bf"/><Relationship Type="http://schemas.openxmlformats.org/officeDocument/2006/relationships/notesMaster" Target="/ppt/notesMasters/notesMaster1.xml" Id="R94341f82308244b7"/></Relationships>
</file>

<file path=ppt/notesSlides/_rels/notesSlide25.xml.rels><?xml version="1.0" encoding="utf-8"?><Relationships xmlns="http://schemas.openxmlformats.org/package/2006/relationships"><Relationship Type="http://schemas.openxmlformats.org/officeDocument/2006/relationships/slide" Target="/ppt/slides/slide25.xml" Id="Rf121fc86bf444ad2"/><Relationship Type="http://schemas.openxmlformats.org/officeDocument/2006/relationships/notesMaster" Target="/ppt/notesMasters/notesMaster1.xml" Id="R3478b766b2b34cb1"/></Relationships>
</file>

<file path=ppt/notesSlides/_rels/notesSlide26.xml.rels><?xml version="1.0" encoding="utf-8"?><Relationships xmlns="http://schemas.openxmlformats.org/package/2006/relationships"><Relationship Type="http://schemas.openxmlformats.org/officeDocument/2006/relationships/slide" Target="/ppt/slides/slide26.xml" Id="R7ac060aac17e48a6"/><Relationship Type="http://schemas.openxmlformats.org/officeDocument/2006/relationships/notesMaster" Target="/ppt/notesMasters/notesMaster1.xml" Id="Rda8a433128fa4b16"/></Relationships>
</file>

<file path=ppt/notesSlides/_rels/notesSlide27.xml.rels><?xml version="1.0" encoding="utf-8"?><Relationships xmlns="http://schemas.openxmlformats.org/package/2006/relationships"><Relationship Type="http://schemas.openxmlformats.org/officeDocument/2006/relationships/slide" Target="/ppt/slides/slide27.xml" Id="R7ac060aac17e48a6"/><Relationship Type="http://schemas.openxmlformats.org/officeDocument/2006/relationships/notesMaster" Target="/ppt/notesMasters/notesMaster1.xml" Id="Rda8a433128fa4b16"/></Relationships>
</file>

<file path=ppt/notesSlides/_rels/notesSlide28.xml.rels><?xml version="1.0" encoding="utf-8"?><Relationships xmlns="http://schemas.openxmlformats.org/package/2006/relationships"><Relationship Type="http://schemas.openxmlformats.org/officeDocument/2006/relationships/slide" Target="/ppt/slides/slide28.xml" Id="R7ac060aac17e48a6"/><Relationship Type="http://schemas.openxmlformats.org/officeDocument/2006/relationships/notesMaster" Target="/ppt/notesMasters/notesMaster1.xml" Id="Rda8a433128fa4b16"/></Relationships>
</file>

<file path=ppt/notesSlides/_rels/notesSlide29.xml.rels><?xml version="1.0" encoding="utf-8"?><Relationships xmlns="http://schemas.openxmlformats.org/package/2006/relationships"><Relationship Type="http://schemas.openxmlformats.org/officeDocument/2006/relationships/slide" Target="/ppt/slides/slide29.xml" Id="R30253838b6a944c8"/><Relationship Type="http://schemas.openxmlformats.org/officeDocument/2006/relationships/notesMaster" Target="/ppt/notesMasters/notesMaster1.xml" Id="R92f313188ba24d0c"/></Relationships>
</file>

<file path=ppt/notesSlides/_rels/notesSlide30.xml.rels><?xml version="1.0" encoding="utf-8"?><Relationships xmlns="http://schemas.openxmlformats.org/package/2006/relationships"><Relationship Type="http://schemas.openxmlformats.org/officeDocument/2006/relationships/slide" Target="/ppt/slides/slide30.xml" Id="R64844f16deea4e23"/><Relationship Type="http://schemas.openxmlformats.org/officeDocument/2006/relationships/notesMaster" Target="/ppt/notesMasters/notesMaster1.xml" Id="R1059aaca941e4630"/></Relationships>
</file>

<file path=ppt/notesSlides/_rels/notesSlide31.xml.rels><?xml version="1.0" encoding="utf-8"?><Relationships xmlns="http://schemas.openxmlformats.org/package/2006/relationships"><Relationship Type="http://schemas.openxmlformats.org/officeDocument/2006/relationships/slide" Target="/ppt/slides/slide31.xml" Id="Ra8d2cc47a4194b8f"/><Relationship Type="http://schemas.openxmlformats.org/officeDocument/2006/relationships/notesMaster" Target="/ppt/notesMasters/notesMaster1.xml" Id="R153d5f827a8646a6"/></Relationships>
</file>

<file path=ppt/notesSlides/_rels/notesSlide32.xml.rels><?xml version="1.0" encoding="utf-8"?><Relationships xmlns="http://schemas.openxmlformats.org/package/2006/relationships"><Relationship Type="http://schemas.openxmlformats.org/officeDocument/2006/relationships/slide" Target="/ppt/slides/slide32.xml" Id="R5d7b3273780543a3"/><Relationship Type="http://schemas.openxmlformats.org/officeDocument/2006/relationships/notesMaster" Target="/ppt/notesMasters/notesMaster1.xml" Id="R6fc6def0efcb4d94"/></Relationships>
</file>

<file path=ppt/notesSlides/_rels/notesSlide33.xml.rels><?xml version="1.0" encoding="utf-8"?><Relationships xmlns="http://schemas.openxmlformats.org/package/2006/relationships"><Relationship Type="http://schemas.openxmlformats.org/officeDocument/2006/relationships/slide" Target="/ppt/slides/slide33.xml" Id="R42c1c747efc94d4b"/><Relationship Type="http://schemas.openxmlformats.org/officeDocument/2006/relationships/notesMaster" Target="/ppt/notesMasters/notesMaster1.xml" Id="R5d345cc6a40b4ef8"/></Relationships>
</file>

<file path=ppt/notesSlides/_rels/notesSlide34.xml.rels><?xml version="1.0" encoding="utf-8"?><Relationships xmlns="http://schemas.openxmlformats.org/package/2006/relationships"><Relationship Type="http://schemas.openxmlformats.org/officeDocument/2006/relationships/slide" Target="/ppt/slides/slide34.xml" Id="Rd01433e4a9974d3f"/><Relationship Type="http://schemas.openxmlformats.org/officeDocument/2006/relationships/notesMaster" Target="/ppt/notesMasters/notesMaster1.xml" Id="R6e020c48cfce4997"/></Relationships>
</file>

<file path=ppt/notesSlides/_rels/notesSlide35.xml.rels><?xml version="1.0" encoding="utf-8"?><Relationships xmlns="http://schemas.openxmlformats.org/package/2006/relationships"><Relationship Type="http://schemas.openxmlformats.org/officeDocument/2006/relationships/slide" Target="/ppt/slides/slide35.xml" Id="R292051762edb4e89"/><Relationship Type="http://schemas.openxmlformats.org/officeDocument/2006/relationships/notesMaster" Target="/ppt/notesMasters/notesMaster1.xml" Id="R75de794708ea41ad"/></Relationships>
</file>

<file path=ppt/notesSlides/_rels/notesSlide36.xml.rels><?xml version="1.0" encoding="utf-8"?><Relationships xmlns="http://schemas.openxmlformats.org/package/2006/relationships"><Relationship Type="http://schemas.openxmlformats.org/officeDocument/2006/relationships/slide" Target="/ppt/slides/slide36.xml" Id="R5037d43ddf884859"/><Relationship Type="http://schemas.openxmlformats.org/officeDocument/2006/relationships/notesMaster" Target="/ppt/notesMasters/notesMaster1.xml" Id="R6e1a705c247c45d5"/></Relationships>
</file>

<file path=ppt/notesSlides/_rels/notesSlide37.xml.rels><?xml version="1.0" encoding="utf-8"?><Relationships xmlns="http://schemas.openxmlformats.org/package/2006/relationships"><Relationship Type="http://schemas.openxmlformats.org/officeDocument/2006/relationships/slide" Target="/ppt/slides/slide37.xml" Id="R7f3213dd031e4b59"/><Relationship Type="http://schemas.openxmlformats.org/officeDocument/2006/relationships/notesMaster" Target="/ppt/notesMasters/notesMaster1.xml" Id="R3c74c6a455244d15"/></Relationships>
</file>

<file path=ppt/notesSlides/_rels/notesSlide38.xml.rels><?xml version="1.0" encoding="utf-8"?><Relationships xmlns="http://schemas.openxmlformats.org/package/2006/relationships"><Relationship Type="http://schemas.openxmlformats.org/officeDocument/2006/relationships/slide" Target="/ppt/slides/slide38.xml" Id="R3cf109f7c5a44be6"/><Relationship Type="http://schemas.openxmlformats.org/officeDocument/2006/relationships/notesMaster" Target="/ppt/notesMasters/notesMaster1.xml" Id="Reee8baa74f6e44fc"/></Relationships>
</file>

<file path=ppt/notesSlides/_rels/notesSlide39.xml.rels><?xml version="1.0" encoding="utf-8"?><Relationships xmlns="http://schemas.openxmlformats.org/package/2006/relationships"><Relationship Type="http://schemas.openxmlformats.org/officeDocument/2006/relationships/slide" Target="/ppt/slides/slide39.xml" Id="Ref837ed02f204b7d"/><Relationship Type="http://schemas.openxmlformats.org/officeDocument/2006/relationships/notesMaster" Target="/ppt/notesMasters/notesMaster1.xml" Id="R0a067a864a764a6e"/></Relationships>
</file>

<file path=ppt/notesSlides/_rels/notesSlide40.xml.rels><?xml version="1.0" encoding="utf-8"?><Relationships xmlns="http://schemas.openxmlformats.org/package/2006/relationships"><Relationship Type="http://schemas.openxmlformats.org/officeDocument/2006/relationships/slide" Target="/ppt/slides/slide40.xml" Id="R8d85cfc379044e0c"/><Relationship Type="http://schemas.openxmlformats.org/officeDocument/2006/relationships/notesMaster" Target="/ppt/notesMasters/notesMaster1.xml" Id="R690345a37f2240d5"/></Relationships>
</file>

<file path=ppt/notesSlides/_rels/notesSlide41.xml.rels><?xml version="1.0" encoding="utf-8"?><Relationships xmlns="http://schemas.openxmlformats.org/package/2006/relationships"><Relationship Type="http://schemas.openxmlformats.org/officeDocument/2006/relationships/slide" Target="/ppt/slides/slide41.xml" Id="R57c1475feed6472d"/><Relationship Type="http://schemas.openxmlformats.org/officeDocument/2006/relationships/notesMaster" Target="/ppt/notesMasters/notesMaster1.xml" Id="R9a1b31d13d1e488c"/></Relationships>
</file>

<file path=ppt/notesSlides/_rels/notesSlide42.xml.rels><?xml version="1.0" encoding="utf-8"?><Relationships xmlns="http://schemas.openxmlformats.org/package/2006/relationships"><Relationship Type="http://schemas.openxmlformats.org/officeDocument/2006/relationships/slide" Target="/ppt/slides/slide42.xml" Id="R6f6958abbd7a4c3f"/><Relationship Type="http://schemas.openxmlformats.org/officeDocument/2006/relationships/notesMaster" Target="/ppt/notesMasters/notesMaster1.xml" Id="Rb3c5eb7838514888"/></Relationships>
</file>

<file path=ppt/notesSlides/_rels/notesSlide43.xml.rels><?xml version="1.0" encoding="utf-8"?><Relationships xmlns="http://schemas.openxmlformats.org/package/2006/relationships"><Relationship Type="http://schemas.openxmlformats.org/officeDocument/2006/relationships/slide" Target="/ppt/slides/slide43.xml" Id="R27bd3f62056f43f8"/><Relationship Type="http://schemas.openxmlformats.org/officeDocument/2006/relationships/notesMaster" Target="/ppt/notesMasters/notesMaster1.xml" Id="R1a9e99f102ab47bb"/></Relationships>
</file>

<file path=ppt/notesSlides/_rels/notesSlide44.xml.rels><?xml version="1.0" encoding="utf-8"?><Relationships xmlns="http://schemas.openxmlformats.org/package/2006/relationships"><Relationship Type="http://schemas.openxmlformats.org/officeDocument/2006/relationships/slide" Target="/ppt/slides/slide44.xml" Id="R9fd50eb02b3049c1"/><Relationship Type="http://schemas.openxmlformats.org/officeDocument/2006/relationships/notesMaster" Target="/ppt/notesMasters/notesMaster1.xml" Id="R4932c0f27fd44bfe"/></Relationships>
</file>

<file path=ppt/notesSlides/_rels/notesSlide45.xml.rels><?xml version="1.0" encoding="utf-8"?><Relationships xmlns="http://schemas.openxmlformats.org/package/2006/relationships"><Relationship Type="http://schemas.openxmlformats.org/officeDocument/2006/relationships/slide" Target="/ppt/slides/slide45.xml" Id="R1159c2cb82274f7b"/><Relationship Type="http://schemas.openxmlformats.org/officeDocument/2006/relationships/notesMaster" Target="/ppt/notesMasters/notesMaster1.xml" Id="Rc3d8815449fa4306"/></Relationships>
</file>

<file path=ppt/notesSlides/_rels/notesSlide46.xml.rels><?xml version="1.0" encoding="utf-8"?><Relationships xmlns="http://schemas.openxmlformats.org/package/2006/relationships"><Relationship Type="http://schemas.openxmlformats.org/officeDocument/2006/relationships/slide" Target="/ppt/slides/slide46.xml" Id="Ra3a068cf27c84edc"/><Relationship Type="http://schemas.openxmlformats.org/officeDocument/2006/relationships/notesMaster" Target="/ppt/notesMasters/notesMaster1.xml" Id="Rfed2bd914ede4447"/></Relationships>
</file>

<file path=ppt/notesSlides/_rels/notesSlide47.xml.rels><?xml version="1.0" encoding="utf-8"?><Relationships xmlns="http://schemas.openxmlformats.org/package/2006/relationships"><Relationship Type="http://schemas.openxmlformats.org/officeDocument/2006/relationships/slide" Target="/ppt/slides/slide47.xml" Id="R2f5eb6ea7a5045b7"/><Relationship Type="http://schemas.openxmlformats.org/officeDocument/2006/relationships/notesMaster" Target="/ppt/notesMasters/notesMaster1.xml" Id="R38c9e617f9274904"/></Relationships>
</file>

<file path=ppt/notesSlides/_rels/notesSlide48.xml.rels><?xml version="1.0" encoding="utf-8"?><Relationships xmlns="http://schemas.openxmlformats.org/package/2006/relationships"><Relationship Type="http://schemas.openxmlformats.org/officeDocument/2006/relationships/slide" Target="/ppt/slides/slide48.xml" Id="R38f08979cbdc4aa7"/><Relationship Type="http://schemas.openxmlformats.org/officeDocument/2006/relationships/notesMaster" Target="/ppt/notesMasters/notesMaster1.xml" Id="R998ca9207282418a"/></Relationships>
</file>

<file path=ppt/notesSlides/_rels/notesSlide49.xml.rels><?xml version="1.0" encoding="utf-8"?><Relationships xmlns="http://schemas.openxmlformats.org/package/2006/relationships"><Relationship Type="http://schemas.openxmlformats.org/officeDocument/2006/relationships/slide" Target="/ppt/slides/slide49.xml" Id="R798f62ab99724546"/><Relationship Type="http://schemas.openxmlformats.org/officeDocument/2006/relationships/notesMaster" Target="/ppt/notesMasters/notesMaster1.xml" Id="Rd38075829c4a4204"/></Relationships>
</file>

<file path=ppt/notesSlides/_rels/notesSlide50.xml.rels><?xml version="1.0" encoding="utf-8"?><Relationships xmlns="http://schemas.openxmlformats.org/package/2006/relationships"><Relationship Type="http://schemas.openxmlformats.org/officeDocument/2006/relationships/slide" Target="/ppt/slides/slide50.xml" Id="Rc2c632e10d4d4eda"/><Relationship Type="http://schemas.openxmlformats.org/officeDocument/2006/relationships/notesMaster" Target="/ppt/notesMasters/notesMaster1.xml" Id="Ra035fd65003543d4"/></Relationships>
</file>

<file path=ppt/notesSlides/_rels/notesSlide51.xml.rels><?xml version="1.0" encoding="utf-8"?><Relationships xmlns="http://schemas.openxmlformats.org/package/2006/relationships"><Relationship Type="http://schemas.openxmlformats.org/officeDocument/2006/relationships/slide" Target="/ppt/slides/slide51.xml" Id="Reea3724f70a04c47"/><Relationship Type="http://schemas.openxmlformats.org/officeDocument/2006/relationships/notesMaster" Target="/ppt/notesMasters/notesMaster1.xml" Id="Rff4917388cae47d6"/></Relationships>
</file>

<file path=ppt/notesSlides/_rels/notesSlide52.xml.rels><?xml version="1.0" encoding="utf-8"?><Relationships xmlns="http://schemas.openxmlformats.org/package/2006/relationships"><Relationship Type="http://schemas.openxmlformats.org/officeDocument/2006/relationships/slide" Target="/ppt/slides/slide52.xml" Id="R976db653e93640ce"/><Relationship Type="http://schemas.openxmlformats.org/officeDocument/2006/relationships/notesMaster" Target="/ppt/notesMasters/notesMaster1.xml" Id="Rb201c12cec194cc2"/></Relationships>
</file>

<file path=ppt/notesSlides/_rels/notesSlide53.xml.rels><?xml version="1.0" encoding="utf-8"?><Relationships xmlns="http://schemas.openxmlformats.org/package/2006/relationships"><Relationship Type="http://schemas.openxmlformats.org/officeDocument/2006/relationships/slide" Target="/ppt/slides/slide53.xml" Id="R1a2575755a454006"/><Relationship Type="http://schemas.openxmlformats.org/officeDocument/2006/relationships/notesMaster" Target="/ppt/notesMasters/notesMaster1.xml" Id="R98b78708a46841a7"/></Relationships>
</file>

<file path=ppt/notesSlides/_rels/notesSlide54.xml.rels><?xml version="1.0" encoding="utf-8"?><Relationships xmlns="http://schemas.openxmlformats.org/package/2006/relationships"><Relationship Type="http://schemas.openxmlformats.org/officeDocument/2006/relationships/slide" Target="/ppt/slides/slide54.xml" Id="Rfff9974287694fbd"/><Relationship Type="http://schemas.openxmlformats.org/officeDocument/2006/relationships/notesMaster" Target="/ppt/notesMasters/notesMaster1.xml" Id="R5d4d024401be4f35"/></Relationships>
</file>

<file path=ppt/notesSlides/_rels/notesSlide55.xml.rels><?xml version="1.0" encoding="utf-8"?><Relationships xmlns="http://schemas.openxmlformats.org/package/2006/relationships"><Relationship Type="http://schemas.openxmlformats.org/officeDocument/2006/relationships/slide" Target="/ppt/slides/slide55.xml" Id="R296f2cf620ab4fef"/><Relationship Type="http://schemas.openxmlformats.org/officeDocument/2006/relationships/notesMaster" Target="/ppt/notesMasters/notesMaster1.xml" Id="R2beee451bb4f417e"/></Relationships>
</file>

<file path=ppt/notesSlides/_rels/notesSlide56.xml.rels><?xml version="1.0" encoding="utf-8"?><Relationships xmlns="http://schemas.openxmlformats.org/package/2006/relationships"><Relationship Type="http://schemas.openxmlformats.org/officeDocument/2006/relationships/slide" Target="/ppt/slides/slide56.xml" Id="R2270b65c7d824e97"/><Relationship Type="http://schemas.openxmlformats.org/officeDocument/2006/relationships/notesMaster" Target="/ppt/notesMasters/notesMaster1.xml" Id="Rec895c04a376450f"/></Relationships>
</file>

<file path=ppt/notesSlides/_rels/notesSlide57.xml.rels><?xml version="1.0" encoding="utf-8"?><Relationships xmlns="http://schemas.openxmlformats.org/package/2006/relationships"><Relationship Type="http://schemas.openxmlformats.org/officeDocument/2006/relationships/slide" Target="/ppt/slides/slide57.xml" Id="Rc318f49d3acc4830"/><Relationship Type="http://schemas.openxmlformats.org/officeDocument/2006/relationships/notesMaster" Target="/ppt/notesMasters/notesMaster1.xml" Id="Rab283a938dc64efe"/></Relationships>
</file>

<file path=ppt/notesSlides/_rels/notesSlide58.xml.rels><?xml version="1.0" encoding="utf-8"?><Relationships xmlns="http://schemas.openxmlformats.org/package/2006/relationships"><Relationship Type="http://schemas.openxmlformats.org/officeDocument/2006/relationships/slide" Target="/ppt/slides/slide58.xml" Id="R37b3914b36894636"/><Relationship Type="http://schemas.openxmlformats.org/officeDocument/2006/relationships/notesMaster" Target="/ppt/notesMasters/notesMaster1.xml" Id="Rd01408e265974e05"/></Relationships>
</file>

<file path=ppt/notesSlides/_rels/notesSlide59.xml.rels><?xml version="1.0" encoding="utf-8"?><Relationships xmlns="http://schemas.openxmlformats.org/package/2006/relationships"><Relationship Type="http://schemas.openxmlformats.org/officeDocument/2006/relationships/slide" Target="/ppt/slides/slide59.xml" Id="R04c54d61fbfb4c39"/><Relationship Type="http://schemas.openxmlformats.org/officeDocument/2006/relationships/notesMaster" Target="/ppt/notesMasters/notesMaster1.xml" Id="R50058a4ee4ca4c37"/></Relationships>
</file>

<file path=ppt/notesSlides/_rels/notesSlide60.xml.rels><?xml version="1.0" encoding="utf-8"?><Relationships xmlns="http://schemas.openxmlformats.org/package/2006/relationships"><Relationship Type="http://schemas.openxmlformats.org/officeDocument/2006/relationships/slide" Target="/ppt/slides/slide60.xml" Id="R34c2dfb647954740"/><Relationship Type="http://schemas.openxmlformats.org/officeDocument/2006/relationships/notesMaster" Target="/ppt/notesMasters/notesMaster1.xml" Id="R772b29c6f08a48a9"/></Relationships>
</file>

<file path=ppt/notesSlides/_rels/notesSlide61.xml.rels><?xml version="1.0" encoding="utf-8"?><Relationships xmlns="http://schemas.openxmlformats.org/package/2006/relationships"><Relationship Type="http://schemas.openxmlformats.org/officeDocument/2006/relationships/slide" Target="/ppt/slides/slide61.xml" Id="R34d6c63d743b4d95"/><Relationship Type="http://schemas.openxmlformats.org/officeDocument/2006/relationships/notesMaster" Target="/ppt/notesMasters/notesMaster1.xml" Id="Rc9843874f9a745f4"/></Relationships>
</file>

<file path=ppt/notesSlides/_rels/notesSlide62.xml.rels><?xml version="1.0" encoding="utf-8"?><Relationships xmlns="http://schemas.openxmlformats.org/package/2006/relationships"><Relationship Type="http://schemas.openxmlformats.org/officeDocument/2006/relationships/slide" Target="/ppt/slides/slide62.xml" Id="Rb66f601fa32245e6"/><Relationship Type="http://schemas.openxmlformats.org/officeDocument/2006/relationships/notesMaster" Target="/ppt/notesMasters/notesMaster1.xml" Id="R14cd720d54274fa1"/></Relationships>
</file>

<file path=ppt/notesSlides/_rels/notesSlide63.xml.rels><?xml version="1.0" encoding="utf-8"?><Relationships xmlns="http://schemas.openxmlformats.org/package/2006/relationships"><Relationship Type="http://schemas.openxmlformats.org/officeDocument/2006/relationships/slide" Target="/ppt/slides/slide63.xml" Id="R25ede0acb2394a3e"/><Relationship Type="http://schemas.openxmlformats.org/officeDocument/2006/relationships/notesMaster" Target="/ppt/notesMasters/notesMaster1.xml" Id="R733e545b2c744b6f"/></Relationships>
</file>

<file path=ppt/notesSlides/_rels/notesSlide64.xml.rels><?xml version="1.0" encoding="utf-8"?><Relationships xmlns="http://schemas.openxmlformats.org/package/2006/relationships"><Relationship Type="http://schemas.openxmlformats.org/officeDocument/2006/relationships/slide" Target="/ppt/slides/slide64.xml" Id="Rf7349916333445a4"/><Relationship Type="http://schemas.openxmlformats.org/officeDocument/2006/relationships/notesMaster" Target="/ppt/notesMasters/notesMaster1.xml" Id="R592735f8936f47da"/></Relationships>
</file>

<file path=ppt/notesSlides/_rels/notesSlide65.xml.rels><?xml version="1.0" encoding="utf-8"?><Relationships xmlns="http://schemas.openxmlformats.org/package/2006/relationships"><Relationship Type="http://schemas.openxmlformats.org/officeDocument/2006/relationships/slide" Target="/ppt/slides/slide65.xml" Id="R17b760d51b6e468a"/><Relationship Type="http://schemas.openxmlformats.org/officeDocument/2006/relationships/notesMaster" Target="/ppt/notesMasters/notesMaster1.xml" Id="R8adb15f9dad74c78"/></Relationships>
</file>

<file path=ppt/notesSlides/_rels/notesSlide66.xml.rels><?xml version="1.0" encoding="utf-8"?><Relationships xmlns="http://schemas.openxmlformats.org/package/2006/relationships"><Relationship Type="http://schemas.openxmlformats.org/officeDocument/2006/relationships/slide" Target="/ppt/slides/slide66.xml" Id="Rf6ecd46fd4544049"/><Relationship Type="http://schemas.openxmlformats.org/officeDocument/2006/relationships/notesMaster" Target="/ppt/notesMasters/notesMaster1.xml" Id="Rf406a0ad792440e8"/></Relationships>
</file>

<file path=ppt/notesSlides/_rels/notesSlide67.xml.rels><?xml version="1.0" encoding="utf-8"?><Relationships xmlns="http://schemas.openxmlformats.org/package/2006/relationships"><Relationship Type="http://schemas.openxmlformats.org/officeDocument/2006/relationships/slide" Target="/ppt/slides/slide67.xml" Id="Re0bd13ceb21948cb"/><Relationship Type="http://schemas.openxmlformats.org/officeDocument/2006/relationships/notesMaster" Target="/ppt/notesMasters/notesMaster1.xml" Id="Rfe8ae5366316458c"/></Relationships>
</file>

<file path=ppt/notesSlides/_rels/notesSlide68.xml.rels><?xml version="1.0" encoding="utf-8"?><Relationships xmlns="http://schemas.openxmlformats.org/package/2006/relationships"><Relationship Type="http://schemas.openxmlformats.org/officeDocument/2006/relationships/slide" Target="/ppt/slides/slide68.xml" Id="R4f047f8673e04507"/><Relationship Type="http://schemas.openxmlformats.org/officeDocument/2006/relationships/notesMaster" Target="/ppt/notesMasters/notesMaster1.xml" Id="R733d4ec229824b70"/></Relationships>
</file>

<file path=ppt/notesSlides/_rels/notesSlide69.xml.rels><?xml version="1.0" encoding="utf-8"?><Relationships xmlns="http://schemas.openxmlformats.org/package/2006/relationships"><Relationship Type="http://schemas.openxmlformats.org/officeDocument/2006/relationships/slide" Target="/ppt/slides/slide69.xml" Id="R62d2e02935a7486a"/><Relationship Type="http://schemas.openxmlformats.org/officeDocument/2006/relationships/notesMaster" Target="/ppt/notesMasters/notesMaster1.xml" Id="R150fc5a78fd140b6"/></Relationships>
</file>

<file path=ppt/notesSlides/_rels/notesSlide70.xml.rels><?xml version="1.0" encoding="utf-8"?><Relationships xmlns="http://schemas.openxmlformats.org/package/2006/relationships"><Relationship Type="http://schemas.openxmlformats.org/officeDocument/2006/relationships/slide" Target="/ppt/slides/slide70.xml" Id="Rcad2e2ecdc5646dd"/><Relationship Type="http://schemas.openxmlformats.org/officeDocument/2006/relationships/notesMaster" Target="/ppt/notesMasters/notesMaster1.xml" Id="R886e991404294ab7"/></Relationships>
</file>

<file path=ppt/notesSlides/_rels/notesSlide71.xml.rels><?xml version="1.0" encoding="utf-8"?><Relationships xmlns="http://schemas.openxmlformats.org/package/2006/relationships"><Relationship Type="http://schemas.openxmlformats.org/officeDocument/2006/relationships/slide" Target="/ppt/slides/slide71.xml" Id="R4673147063e34b11"/><Relationship Type="http://schemas.openxmlformats.org/officeDocument/2006/relationships/notesMaster" Target="/ppt/notesMasters/notesMaster1.xml" Id="R63d921fc331b4280"/></Relationships>
</file>

<file path=ppt/notesSlides/_rels/notesSlide72.xml.rels><?xml version="1.0" encoding="utf-8"?><Relationships xmlns="http://schemas.openxmlformats.org/package/2006/relationships"><Relationship Type="http://schemas.openxmlformats.org/officeDocument/2006/relationships/slide" Target="/ppt/slides/slide72.xml" Id="R1e80c3c74e264b95"/><Relationship Type="http://schemas.openxmlformats.org/officeDocument/2006/relationships/notesMaster" Target="/ppt/notesMasters/notesMaster1.xml" Id="R318b408e272c4369"/></Relationships>
</file>

<file path=ppt/notesSlides/_rels/notesSlide73.xml.rels><?xml version="1.0" encoding="utf-8"?><Relationships xmlns="http://schemas.openxmlformats.org/package/2006/relationships"><Relationship Type="http://schemas.openxmlformats.org/officeDocument/2006/relationships/slide" Target="/ppt/slides/slide73.xml" Id="Rd42e793e8c8f4085"/><Relationship Type="http://schemas.openxmlformats.org/officeDocument/2006/relationships/notesMaster" Target="/ppt/notesMasters/notesMaster1.xml" Id="Raa78ffb4470f4114"/></Relationships>
</file>

<file path=ppt/notesSlides/_rels/notesSlide74.xml.rels><?xml version="1.0" encoding="utf-8"?><Relationships xmlns="http://schemas.openxmlformats.org/package/2006/relationships"><Relationship Type="http://schemas.openxmlformats.org/officeDocument/2006/relationships/slide" Target="/ppt/slides/slide74.xml" Id="R9061ea39fbf8475e"/><Relationship Type="http://schemas.openxmlformats.org/officeDocument/2006/relationships/notesMaster" Target="/ppt/notesMasters/notesMaster1.xml" Id="Re69af64665704edd"/></Relationships>
</file>

<file path=ppt/notesSlides/_rels/notesSlide75.xml.rels><?xml version="1.0" encoding="utf-8"?><Relationships xmlns="http://schemas.openxmlformats.org/package/2006/relationships"><Relationship Type="http://schemas.openxmlformats.org/officeDocument/2006/relationships/slide" Target="/ppt/slides/slide75.xml" Id="R27bfc235a3304140"/><Relationship Type="http://schemas.openxmlformats.org/officeDocument/2006/relationships/notesMaster" Target="/ppt/notesMasters/notesMaster1.xml" Id="Rae8aa6d06c57427d"/></Relationships>
</file>

<file path=ppt/notesSlides/_rels/notesSlide76.xml.rels><?xml version="1.0" encoding="utf-8"?><Relationships xmlns="http://schemas.openxmlformats.org/package/2006/relationships"><Relationship Type="http://schemas.openxmlformats.org/officeDocument/2006/relationships/slide" Target="/ppt/slides/slide76.xml" Id="Re5ea548712ec48dd"/><Relationship Type="http://schemas.openxmlformats.org/officeDocument/2006/relationships/notesMaster" Target="/ppt/notesMasters/notesMaster1.xml" Id="R2e5242e14e0a4391"/></Relationships>
</file>

<file path=ppt/notesSlides/_rels/notesSlide77.xml.rels><?xml version="1.0" encoding="utf-8"?><Relationships xmlns="http://schemas.openxmlformats.org/package/2006/relationships"><Relationship Type="http://schemas.openxmlformats.org/officeDocument/2006/relationships/slide" Target="/ppt/slides/slide77.xml" Id="R9547e52616064d1f"/><Relationship Type="http://schemas.openxmlformats.org/officeDocument/2006/relationships/notesMaster" Target="/ppt/notesMasters/notesMaster1.xml" Id="Rbfbf5fb2658247a4"/></Relationships>
</file>

<file path=ppt/notesSlides/_rels/notesSlide78.xml.rels><?xml version="1.0" encoding="utf-8"?><Relationships xmlns="http://schemas.openxmlformats.org/package/2006/relationships"><Relationship Type="http://schemas.openxmlformats.org/officeDocument/2006/relationships/slide" Target="/ppt/slides/slide78.xml" Id="R0b3e933c4e3345fb"/><Relationship Type="http://schemas.openxmlformats.org/officeDocument/2006/relationships/notesMaster" Target="/ppt/notesMasters/notesMaster1.xml" Id="R881e018f7d3a4212"/></Relationships>
</file>

<file path=ppt/notesSlides/_rels/notesSlide79.xml.rels><?xml version="1.0" encoding="utf-8"?><Relationships xmlns="http://schemas.openxmlformats.org/package/2006/relationships"><Relationship Type="http://schemas.openxmlformats.org/officeDocument/2006/relationships/slide" Target="/ppt/slides/slide79.xml" Id="R6163cd5fdb3a40c7"/><Relationship Type="http://schemas.openxmlformats.org/officeDocument/2006/relationships/notesMaster" Target="/ppt/notesMasters/notesMaster1.xml" Id="R74aabc30838745da"/></Relationships>
</file>

<file path=ppt/notesSlides/_rels/notesSlide80.xml.rels><?xml version="1.0" encoding="utf-8"?><Relationships xmlns="http://schemas.openxmlformats.org/package/2006/relationships"><Relationship Type="http://schemas.openxmlformats.org/officeDocument/2006/relationships/slide" Target="/ppt/slides/slide80.xml" Id="R2d64f837e3af43c0"/><Relationship Type="http://schemas.openxmlformats.org/officeDocument/2006/relationships/notesMaster" Target="/ppt/notesMasters/notesMaster1.xml" Id="R98c0d1f05ec04ed7"/></Relationships>
</file>

<file path=ppt/notesSlides/_rels/notesSlide81.xml.rels><?xml version="1.0" encoding="utf-8"?><Relationships xmlns="http://schemas.openxmlformats.org/package/2006/relationships"><Relationship Type="http://schemas.openxmlformats.org/officeDocument/2006/relationships/slide" Target="/ppt/slides/slide81.xml" Id="Race410cb1044427e"/><Relationship Type="http://schemas.openxmlformats.org/officeDocument/2006/relationships/notesMaster" Target="/ppt/notesMasters/notesMaster1.xml" Id="Rda5d90d4963145f2"/></Relationships>
</file>

<file path=ppt/notesSlides/_rels/notesSlide82.xml.rels><?xml version="1.0" encoding="utf-8"?><Relationships xmlns="http://schemas.openxmlformats.org/package/2006/relationships"><Relationship Type="http://schemas.openxmlformats.org/officeDocument/2006/relationships/slide" Target="/ppt/slides/slide82.xml" Id="R21c7f53710cc4461"/><Relationship Type="http://schemas.openxmlformats.org/officeDocument/2006/relationships/notesMaster" Target="/ppt/notesMasters/notesMaster1.xml" Id="R7955f82dd04b405c"/></Relationships>
</file>

<file path=ppt/notesSlides/_rels/notesSlide83.xml.rels><?xml version="1.0" encoding="utf-8"?><Relationships xmlns="http://schemas.openxmlformats.org/package/2006/relationships"><Relationship Type="http://schemas.openxmlformats.org/officeDocument/2006/relationships/slide" Target="/ppt/slides/slide83.xml" Id="R79b12de649d04f9e"/><Relationship Type="http://schemas.openxmlformats.org/officeDocument/2006/relationships/notesMaster" Target="/ppt/notesMasters/notesMaster1.xml" Id="Rf3b67b75301c4e34"/></Relationships>
</file>

<file path=ppt/notesSlides/_rels/notesSlide84.xml.rels><?xml version="1.0" encoding="utf-8"?><Relationships xmlns="http://schemas.openxmlformats.org/package/2006/relationships"><Relationship Type="http://schemas.openxmlformats.org/officeDocument/2006/relationships/slide" Target="/ppt/slides/slide84.xml" Id="R1926d21be99e477c"/><Relationship Type="http://schemas.openxmlformats.org/officeDocument/2006/relationships/notesMaster" Target="/ppt/notesMasters/notesMaster1.xml" Id="R28d9e3e5c7be4691"/></Relationships>
</file>

<file path=ppt/notesSlides/_rels/notesSlide85.xml.rels><?xml version="1.0" encoding="utf-8"?><Relationships xmlns="http://schemas.openxmlformats.org/package/2006/relationships"><Relationship Type="http://schemas.openxmlformats.org/officeDocument/2006/relationships/slide" Target="/ppt/slides/slide85.xml" Id="R84d7346d013f4f98"/><Relationship Type="http://schemas.openxmlformats.org/officeDocument/2006/relationships/notesMaster" Target="/ppt/notesMasters/notesMaster1.xml" Id="R9b6a1a62bcff403c"/></Relationships>
</file>

<file path=ppt/notesSlides/_rels/notesSlide86.xml.rels><?xml version="1.0" encoding="utf-8"?><Relationships xmlns="http://schemas.openxmlformats.org/package/2006/relationships"><Relationship Type="http://schemas.openxmlformats.org/officeDocument/2006/relationships/slide" Target="/ppt/slides/slide86.xml" Id="R7f388a0b87bc41a4"/><Relationship Type="http://schemas.openxmlformats.org/officeDocument/2006/relationships/notesMaster" Target="/ppt/notesMasters/notesMaster1.xml" Id="Raf8067029d9042b1"/></Relationships>
</file>

<file path=ppt/notesSlides/_rels/notesSlide87.xml.rels><?xml version="1.0" encoding="utf-8"?><Relationships xmlns="http://schemas.openxmlformats.org/package/2006/relationships"><Relationship Type="http://schemas.openxmlformats.org/officeDocument/2006/relationships/slide" Target="/ppt/slides/slide87.xml" Id="R7bff9e49879f4dc3"/><Relationship Type="http://schemas.openxmlformats.org/officeDocument/2006/relationships/notesMaster" Target="/ppt/notesMasters/notesMaster1.xml" Id="R2d73c16ab9a64e3a"/></Relationships>
</file>

<file path=ppt/notesSlides/_rels/notesSlide88.xml.rels><?xml version="1.0" encoding="utf-8"?><Relationships xmlns="http://schemas.openxmlformats.org/package/2006/relationships"><Relationship Type="http://schemas.openxmlformats.org/officeDocument/2006/relationships/slide" Target="/ppt/slides/slide88.xml" Id="Rbc671a57a8154956"/><Relationship Type="http://schemas.openxmlformats.org/officeDocument/2006/relationships/notesMaster" Target="/ppt/notesMasters/notesMaster1.xml" Id="Reee7ba3618f64ddd"/></Relationships>
</file>

<file path=ppt/notesSlides/_rels/notesSlide89.xml.rels><?xml version="1.0" encoding="utf-8"?><Relationships xmlns="http://schemas.openxmlformats.org/package/2006/relationships"><Relationship Type="http://schemas.openxmlformats.org/officeDocument/2006/relationships/slide" Target="/ppt/slides/slide89.xml" Id="R7aca11c5c68a4641"/><Relationship Type="http://schemas.openxmlformats.org/officeDocument/2006/relationships/notesMaster" Target="/ppt/notesMasters/notesMaster1.xml" Id="Rc9bcb6b574a24d5c"/></Relationships>
</file>

<file path=ppt/notesSlides/_rels/notesSlide90.xml.rels><?xml version="1.0" encoding="utf-8"?><Relationships xmlns="http://schemas.openxmlformats.org/package/2006/relationships"><Relationship Type="http://schemas.openxmlformats.org/officeDocument/2006/relationships/slide" Target="/ppt/slides/slide90.xml" Id="Redeb9fcbb3244743"/><Relationship Type="http://schemas.openxmlformats.org/officeDocument/2006/relationships/notesMaster" Target="/ppt/notesMasters/notesMaster1.xml" Id="R8b690a0caba34ba7"/></Relationships>
</file>

<file path=ppt/notesSlides/_rels/notesSlide91.xml.rels><?xml version="1.0" encoding="utf-8"?><Relationships xmlns="http://schemas.openxmlformats.org/package/2006/relationships"><Relationship Type="http://schemas.openxmlformats.org/officeDocument/2006/relationships/slide" Target="/ppt/slides/slide91.xml" Id="R3de799a0b79b4526"/><Relationship Type="http://schemas.openxmlformats.org/officeDocument/2006/relationships/notesMaster" Target="/ppt/notesMasters/notesMaster1.xml" Id="Rb8ac526fdffe42d6"/></Relationships>
</file>

<file path=ppt/notesSlides/_rels/notesSlide92.xml.rels><?xml version="1.0" encoding="utf-8"?><Relationships xmlns="http://schemas.openxmlformats.org/package/2006/relationships"><Relationship Type="http://schemas.openxmlformats.org/officeDocument/2006/relationships/slide" Target="/ppt/slides/slide92.xml" Id="R4659f865bd5d4fdb"/><Relationship Type="http://schemas.openxmlformats.org/officeDocument/2006/relationships/notesMaster" Target="/ppt/notesMasters/notesMaster1.xml" Id="R57b5507cc7b3492b"/></Relationships>
</file>

<file path=ppt/notesSlides/_rels/notesSlide93.xml.rels><?xml version="1.0" encoding="utf-8"?><Relationships xmlns="http://schemas.openxmlformats.org/package/2006/relationships"><Relationship Type="http://schemas.openxmlformats.org/officeDocument/2006/relationships/slide" Target="/ppt/slides/slide93.xml" Id="R211db036e4e840df"/><Relationship Type="http://schemas.openxmlformats.org/officeDocument/2006/relationships/notesMaster" Target="/ppt/notesMasters/notesMaster1.xml" Id="R27be2f8e114f43a0"/></Relationships>
</file>

<file path=ppt/notesSlides/_rels/notesSlide94.xml.rels><?xml version="1.0" encoding="utf-8"?><Relationships xmlns="http://schemas.openxmlformats.org/package/2006/relationships"><Relationship Type="http://schemas.openxmlformats.org/officeDocument/2006/relationships/slide" Target="/ppt/slides/slide94.xml" Id="Rb4c0a11d27d9406b"/><Relationship Type="http://schemas.openxmlformats.org/officeDocument/2006/relationships/notesMaster" Target="/ppt/notesMasters/notesMaster1.xml" Id="Rd151ca23e93d4eaf"/></Relationships>
</file>

<file path=ppt/notesSlides/_rels/notesSlide95.xml.rels><?xml version="1.0" encoding="utf-8"?><Relationships xmlns="http://schemas.openxmlformats.org/package/2006/relationships"><Relationship Type="http://schemas.openxmlformats.org/officeDocument/2006/relationships/slide" Target="/ppt/slides/slide95.xml" Id="R691b5c445fe543d4"/><Relationship Type="http://schemas.openxmlformats.org/officeDocument/2006/relationships/notesMaster" Target="/ppt/notesMasters/notesMaster1.xml" Id="R7e6a7ed19e3a40cb"/></Relationships>
</file>

<file path=ppt/notesSlides/_rels/notesSlide96.xml.rels><?xml version="1.0" encoding="utf-8"?><Relationships xmlns="http://schemas.openxmlformats.org/package/2006/relationships"><Relationship Type="http://schemas.openxmlformats.org/officeDocument/2006/relationships/slide" Target="/ppt/slides/slide96.xml" Id="R9d98e90578e745c7"/><Relationship Type="http://schemas.openxmlformats.org/officeDocument/2006/relationships/notesMaster" Target="/ppt/notesMasters/notesMaster1.xml" Id="R7a670bf595fa4529"/></Relationships>
</file>

<file path=ppt/notesSlides/_rels/notesSlide97.xml.rels><?xml version="1.0" encoding="utf-8"?><Relationships xmlns="http://schemas.openxmlformats.org/package/2006/relationships"><Relationship Type="http://schemas.openxmlformats.org/officeDocument/2006/relationships/slide" Target="/ppt/slides/slide97.xml" Id="R5b141234bd884dcf"/><Relationship Type="http://schemas.openxmlformats.org/officeDocument/2006/relationships/notesMaster" Target="/ppt/notesMasters/notesMaster1.xml" Id="R04c69684547247e2"/></Relationships>
</file>

<file path=ppt/notesSlides/_rels/notesSlide98.xml.rels><?xml version="1.0" encoding="utf-8"?><Relationships xmlns="http://schemas.openxmlformats.org/package/2006/relationships"><Relationship Type="http://schemas.openxmlformats.org/officeDocument/2006/relationships/slide" Target="/ppt/slides/slide98.xml" Id="R0127c760534f42a4"/><Relationship Type="http://schemas.openxmlformats.org/officeDocument/2006/relationships/notesMaster" Target="/ppt/notesMasters/notesMaster1.xml" Id="R7ace7c5f8e04458f"/></Relationships>
</file>

<file path=ppt/notesSlides/_rels/notesSlide99.xml.rels><?xml version="1.0" encoding="utf-8"?><Relationships xmlns="http://schemas.openxmlformats.org/package/2006/relationships"><Relationship Type="http://schemas.openxmlformats.org/officeDocument/2006/relationships/slide" Target="/ppt/slides/slide99.xml" Id="R45271ed003694ba9"/><Relationship Type="http://schemas.openxmlformats.org/officeDocument/2006/relationships/notesMaster" Target="/ppt/notesMasters/notesMaster1.xml" Id="R7d1404e76a174da2"/></Relationships>
</file>

<file path=ppt/notesSlides/_rels/notesSlide100.xml.rels><?xml version="1.0" encoding="utf-8"?><Relationships xmlns="http://schemas.openxmlformats.org/package/2006/relationships"><Relationship Type="http://schemas.openxmlformats.org/officeDocument/2006/relationships/slide" Target="/ppt/slides/slide100.xml" Id="R8a7c9e37e6e14582"/><Relationship Type="http://schemas.openxmlformats.org/officeDocument/2006/relationships/notesMaster" Target="/ppt/notesMasters/notesMaster1.xml" Id="R89005aee29154fdf"/></Relationships>
</file>

<file path=ppt/notesSlides/_rels/notesSlide101.xml.rels><?xml version="1.0" encoding="utf-8"?><Relationships xmlns="http://schemas.openxmlformats.org/package/2006/relationships"><Relationship Type="http://schemas.openxmlformats.org/officeDocument/2006/relationships/slide" Target="/ppt/slides/slide101.xml" Id="R0063070daffd43e4"/><Relationship Type="http://schemas.openxmlformats.org/officeDocument/2006/relationships/notesMaster" Target="/ppt/notesMasters/notesMaster1.xml" Id="R7b112601c2a64208"/></Relationships>
</file>

<file path=ppt/notesSlides/_rels/notesSlide102.xml.rels><?xml version="1.0" encoding="utf-8"?><Relationships xmlns="http://schemas.openxmlformats.org/package/2006/relationships"><Relationship Type="http://schemas.openxmlformats.org/officeDocument/2006/relationships/slide" Target="/ppt/slides/slide102.xml" Id="R560a355944224827"/><Relationship Type="http://schemas.openxmlformats.org/officeDocument/2006/relationships/notesMaster" Target="/ppt/notesMasters/notesMaster1.xml" Id="R2956a2047df44dcc"/></Relationships>
</file>

<file path=ppt/notesSlides/_rels/notesSlide103.xml.rels><?xml version="1.0" encoding="utf-8"?><Relationships xmlns="http://schemas.openxmlformats.org/package/2006/relationships"><Relationship Type="http://schemas.openxmlformats.org/officeDocument/2006/relationships/slide" Target="/ppt/slides/slide103.xml" Id="R4df44b7c0ec54bcb"/><Relationship Type="http://schemas.openxmlformats.org/officeDocument/2006/relationships/notesMaster" Target="/ppt/notesMasters/notesMaster1.xml" Id="R8078dc63f9ad408a"/></Relationships>
</file>

<file path=ppt/notesSlides/_rels/notesSlide104.xml.rels><?xml version="1.0" encoding="utf-8"?><Relationships xmlns="http://schemas.openxmlformats.org/package/2006/relationships"><Relationship Type="http://schemas.openxmlformats.org/officeDocument/2006/relationships/slide" Target="/ppt/slides/slide104.xml" Id="R9ec1be889abf4747"/><Relationship Type="http://schemas.openxmlformats.org/officeDocument/2006/relationships/notesMaster" Target="/ppt/notesMasters/notesMaster1.xml" Id="Ra4cbf48a85004011"/></Relationships>
</file>

<file path=ppt/notesSlides/_rels/notesSlide105.xml.rels><?xml version="1.0" encoding="utf-8"?><Relationships xmlns="http://schemas.openxmlformats.org/package/2006/relationships"><Relationship Type="http://schemas.openxmlformats.org/officeDocument/2006/relationships/slide" Target="/ppt/slides/slide105.xml" Id="R4118d3e401d44e6c"/><Relationship Type="http://schemas.openxmlformats.org/officeDocument/2006/relationships/notesMaster" Target="/ppt/notesMasters/notesMaster1.xml" Id="R59b9d3aca398484b"/></Relationships>
</file>

<file path=ppt/notesSlides/_rels/notesSlide106.xml.rels><?xml version="1.0" encoding="utf-8"?><Relationships xmlns="http://schemas.openxmlformats.org/package/2006/relationships"><Relationship Type="http://schemas.openxmlformats.org/officeDocument/2006/relationships/slide" Target="/ppt/slides/slide106.xml" Id="R28d3a752c1654d93"/><Relationship Type="http://schemas.openxmlformats.org/officeDocument/2006/relationships/notesMaster" Target="/ppt/notesMasters/notesMaster1.xml" Id="Ra809662fe7414499"/></Relationships>
</file>

<file path=ppt/notesSlides/_rels/notesSlide107.xml.rels><?xml version="1.0" encoding="utf-8"?><Relationships xmlns="http://schemas.openxmlformats.org/package/2006/relationships"><Relationship Type="http://schemas.openxmlformats.org/officeDocument/2006/relationships/slide" Target="/ppt/slides/slide107.xml" Id="R30e45e9a0633454a"/><Relationship Type="http://schemas.openxmlformats.org/officeDocument/2006/relationships/notesMaster" Target="/ppt/notesMasters/notesMaster1.xml" Id="R789f04a5ee1340b9"/></Relationships>
</file>

<file path=ppt/notesSlides/_rels/notesSlide108.xml.rels><?xml version="1.0" encoding="utf-8"?><Relationships xmlns="http://schemas.openxmlformats.org/package/2006/relationships"><Relationship Type="http://schemas.openxmlformats.org/officeDocument/2006/relationships/slide" Target="/ppt/slides/slide108.xml" Id="R6d958c84c0a24bdb"/><Relationship Type="http://schemas.openxmlformats.org/officeDocument/2006/relationships/notesMaster" Target="/ppt/notesMasters/notesMaster1.xml" Id="R498467402c07474b"/></Relationships>
</file>

<file path=ppt/notesSlides/_rels/notesSlide109.xml.rels><?xml version="1.0" encoding="utf-8"?><Relationships xmlns="http://schemas.openxmlformats.org/package/2006/relationships"><Relationship Type="http://schemas.openxmlformats.org/officeDocument/2006/relationships/slide" Target="/ppt/slides/slide109.xml" Id="R339477906d8e4199"/><Relationship Type="http://schemas.openxmlformats.org/officeDocument/2006/relationships/notesMaster" Target="/ppt/notesMasters/notesMaster1.xml" Id="Rd231d4a707e548bc"/></Relationships>
</file>

<file path=ppt/notesSlides/_rels/notesSlide110.xml.rels><?xml version="1.0" encoding="utf-8"?><Relationships xmlns="http://schemas.openxmlformats.org/package/2006/relationships"><Relationship Type="http://schemas.openxmlformats.org/officeDocument/2006/relationships/slide" Target="/ppt/slides/slide110.xml" Id="R7135a359516b4f01"/><Relationship Type="http://schemas.openxmlformats.org/officeDocument/2006/relationships/notesMaster" Target="/ppt/notesMasters/notesMaster1.xml" Id="R49e2134f87444dec"/></Relationships>
</file>

<file path=ppt/notesSlides/_rels/notesSlide111.xml.rels><?xml version="1.0" encoding="utf-8"?><Relationships xmlns="http://schemas.openxmlformats.org/package/2006/relationships"><Relationship Type="http://schemas.openxmlformats.org/officeDocument/2006/relationships/slide" Target="/ppt/slides/slide111.xml" Id="R73e62c672b6149a9"/><Relationship Type="http://schemas.openxmlformats.org/officeDocument/2006/relationships/notesMaster" Target="/ppt/notesMasters/notesMaster1.xml" Id="Rcf79b18562284a12"/></Relationships>
</file>

<file path=ppt/notesSlides/_rels/notesSlide112.xml.rels><?xml version="1.0" encoding="utf-8"?><Relationships xmlns="http://schemas.openxmlformats.org/package/2006/relationships"><Relationship Type="http://schemas.openxmlformats.org/officeDocument/2006/relationships/slide" Target="/ppt/slides/slide112.xml" Id="Rcbbf893184ea4b4f"/><Relationship Type="http://schemas.openxmlformats.org/officeDocument/2006/relationships/notesMaster" Target="/ppt/notesMasters/notesMaster1.xml" Id="Re73de6cf821b4c89"/></Relationships>
</file>

<file path=ppt/notesSlides/_rels/notesSlide113.xml.rels><?xml version="1.0" encoding="utf-8"?><Relationships xmlns="http://schemas.openxmlformats.org/package/2006/relationships"><Relationship Type="http://schemas.openxmlformats.org/officeDocument/2006/relationships/slide" Target="/ppt/slides/slide113.xml" Id="R7702ee77e1344abd"/><Relationship Type="http://schemas.openxmlformats.org/officeDocument/2006/relationships/notesMaster" Target="/ppt/notesMasters/notesMaster1.xml" Id="R9ce33fbf1e97475c"/></Relationships>
</file>

<file path=ppt/notesSlides/_rels/notesSlide114.xml.rels><?xml version="1.0" encoding="utf-8"?><Relationships xmlns="http://schemas.openxmlformats.org/package/2006/relationships"><Relationship Type="http://schemas.openxmlformats.org/officeDocument/2006/relationships/slide" Target="/ppt/slides/slide114.xml" Id="R7d0b24138dea41be"/><Relationship Type="http://schemas.openxmlformats.org/officeDocument/2006/relationships/notesMaster" Target="/ppt/notesMasters/notesMaster1.xml" Id="Rd6d4f46725ed4448"/></Relationships>
</file>

<file path=ppt/notesSlides/_rels/notesSlide115.xml.rels><?xml version="1.0" encoding="utf-8"?><Relationships xmlns="http://schemas.openxmlformats.org/package/2006/relationships"><Relationship Type="http://schemas.openxmlformats.org/officeDocument/2006/relationships/slide" Target="/ppt/slides/slide115.xml" Id="R45e579cfd1b74751"/><Relationship Type="http://schemas.openxmlformats.org/officeDocument/2006/relationships/notesMaster" Target="/ppt/notesMasters/notesMaster1.xml" Id="Rc6bf7d350d8f400a"/></Relationships>
</file>

<file path=ppt/notesSlides/_rels/notesSlide116.xml.rels><?xml version="1.0" encoding="utf-8"?><Relationships xmlns="http://schemas.openxmlformats.org/package/2006/relationships"><Relationship Type="http://schemas.openxmlformats.org/officeDocument/2006/relationships/slide" Target="/ppt/slides/slide116.xml" Id="Rae043a76808647db"/><Relationship Type="http://schemas.openxmlformats.org/officeDocument/2006/relationships/notesMaster" Target="/ppt/notesMasters/notesMaster1.xml" Id="R67ed9e5ab2d544b5"/></Relationships>
</file>

<file path=ppt/notesSlides/_rels/notesSlide117.xml.rels><?xml version="1.0" encoding="utf-8"?><Relationships xmlns="http://schemas.openxmlformats.org/package/2006/relationships"><Relationship Type="http://schemas.openxmlformats.org/officeDocument/2006/relationships/slide" Target="/ppt/slides/slide117.xml" Id="Redcec79e7d494b53"/><Relationship Type="http://schemas.openxmlformats.org/officeDocument/2006/relationships/notesMaster" Target="/ppt/notesMasters/notesMaster1.xml" Id="R44c72230652f43f5"/></Relationships>
</file>

<file path=ppt/notesSlides/_rels/notesSlide118.xml.rels><?xml version="1.0" encoding="utf-8"?><Relationships xmlns="http://schemas.openxmlformats.org/package/2006/relationships"><Relationship Type="http://schemas.openxmlformats.org/officeDocument/2006/relationships/slide" Target="/ppt/slides/slide118.xml" Id="R58179a36448c4275"/><Relationship Type="http://schemas.openxmlformats.org/officeDocument/2006/relationships/notesMaster" Target="/ppt/notesMasters/notesMaster1.xml" Id="R38560c6956584fa4"/></Relationships>
</file>

<file path=ppt/notesSlides/_rels/notesSlide119.xml.rels><?xml version="1.0" encoding="utf-8"?><Relationships xmlns="http://schemas.openxmlformats.org/package/2006/relationships"><Relationship Type="http://schemas.openxmlformats.org/officeDocument/2006/relationships/slide" Target="/ppt/slides/slide119.xml" Id="Rb745a901479e4157"/><Relationship Type="http://schemas.openxmlformats.org/officeDocument/2006/relationships/notesMaster" Target="/ppt/notesMasters/notesMaster1.xml" Id="R9b2585fdc2c843bb"/></Relationships>
</file>

<file path=ppt/notesSlides/_rels/notesSlide120.xml.rels><?xml version="1.0" encoding="utf-8"?><Relationships xmlns="http://schemas.openxmlformats.org/package/2006/relationships"><Relationship Type="http://schemas.openxmlformats.org/officeDocument/2006/relationships/slide" Target="/ppt/slides/slide120.xml" Id="Re9189c18ad9a47e6"/><Relationship Type="http://schemas.openxmlformats.org/officeDocument/2006/relationships/notesMaster" Target="/ppt/notesMasters/notesMaster1.xml" Id="Rf35708420cc741cc"/></Relationships>
</file>

<file path=ppt/notesSlides/_rels/notesSlide121.xml.rels><?xml version="1.0" encoding="utf-8"?><Relationships xmlns="http://schemas.openxmlformats.org/package/2006/relationships"><Relationship Type="http://schemas.openxmlformats.org/officeDocument/2006/relationships/slide" Target="/ppt/slides/slide121.xml" Id="Rf7e4586e1afd46f0"/><Relationship Type="http://schemas.openxmlformats.org/officeDocument/2006/relationships/notesMaster" Target="/ppt/notesMasters/notesMaster1.xml" Id="R9a58555e79244a2d"/></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ChatGPT 웹 첨부/요청창을 따라간다. UI는 자료 전달 방식을 재구성했으며 실제 Chatbot 응답은 보여 주지 않는다.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DEC-0107의 오른쪽 UI: assets/product-ui/S11-chatgpt-web.png.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DEC-0107: 오른쪽 대화창을 ChatGPT 웹 UI 재구성으로 바꾼다. 사람이 골라 둔 코드·테스트·명세와 로그·권한 정보를 첨부하고 crop 오류 설명을 요청하는 모습만 보여 준다. 응답이나 실제 비교 결과를 추가하지 않는다. 왼쪽 다섯 자료·가운데 사람·연결선·우측 상단의 기존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 Codex UI는 과거 CLI에서 관찰한 조사 내용을 담은 재구성이다. 실제 Desktop 실행 화면이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DEC-0107의 오른쪽 UI: assets/product-ui/S12-codex-project.png.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DEC-0107: 오른쪽 결과 영역을 프로젝트가 열린 Codex UI 재구성으로 바꾼다. 테스트·관련 코드, Crop 명세와 구현 차이, 실행 중 권한 제한이라는 기존 CLI 조사 요약을 담는다. “화면 재구성 · 근거는 CLI 조사 기록”을 바로 아래 표시한다. 실제 Desktop 실행·새 로그·권한 해결을 뜻하지 않는다. 왼쪽 자료·가운데 Agent·연결선·우측 상단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a:t>
            </a:r>
          </a:p>
          <a:p>
            <a:r>
              <a:t xml:space="preserve">ACT 0 / 0E–0F</a:t>
            </a:r>
          </a:p>
          <a:p>
            <a:r>
              <a:t xml:space="preserve"/>
            </a:r>
          </a:p>
          <a:p>
            <a:r>
              <a:t xml:space="preserve">Allocated Time:</a:t>
            </a:r>
          </a:p>
          <a:p>
            <a:r>
              <a:t xml:space="preserve">5 minutes</a:t>
            </a:r>
          </a:p>
          <a:p>
            <a:r>
              <a:t xml:space="preserve"/>
            </a:r>
          </a:p>
          <a:p>
            <a:r>
              <a:t xml:space="preserve">Mode Split:</a:t>
            </a:r>
          </a:p>
          <a:p>
            <a:r>
              <a:t xml:space="preserve">Lecture 2 minutes + Q&amp;A 3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**CLOSE (1:30–2:00 / Lecture):** 이전 화면의 마지막 문장 “Agent는 제안하고, 사람은 최종 선택·승인한다”로 역할과 책임을 묶는다. 화면에 별도 요청 작성 문장은 없으며 ACT1의 기법·사례 답을 미리 설명하지 않는다.</a:t>
            </a:r>
          </a:p>
          <a:p>
            <a:r>
              <a:t xml:space="preserve">5. **Q&amp;A (2:00–5:00):** ACT0의 자발적인 질문을 받는다. 질문이 없으면 자료 접근과 사람의 최종 책임 구분을 짧게 회수한다. 응답·실습을 강제하지 않는다. Q&amp;A 종료 후 S15의 ACT1 제목으로 이동한다.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a:t>
            </a:r>
          </a:p>
          <a:p>
            <a:r>
              <a:t xml:space="preserve">Lecture2분의 역할 구분을 관찰한 뒤 ACT0 Q&amp;A3분을 운영한다. 질문은 선택 사항이며 실습·공개 답변·새 작업 설계를 요구하지 않는다.</a:t>
            </a:r>
          </a:p>
          <a:p>
            <a:r>
              <a:t xml:space="preserve"/>
            </a:r>
          </a:p>
          <a:p>
            <a:r>
              <a:t xml:space="preserve">**Transition:**</a:t>
            </a:r>
          </a:p>
          <a:p>
            <a:r>
              <a:t xml:space="preserve">“이제 원하는 작업을 요청으로 어떻게 전달할지 보겠습니다.”라고 S15의 ACT1 제목을 연 뒤 S16의 기존 모호한 요청 사례로 이어간다.</a:t>
            </a:r>
          </a:p>
          <a:p>
            <a:r>
              <a:t xml:space="preserve"/>
            </a:r>
          </a:p>
          <a:p>
            <a:r>
              <a:t xml:space="preserve">Time Management:</a:t>
            </a:r>
          </a:p>
          <a:p>
            <a:r>
              <a:t xml:space="preserve">Lecture2분 + Q&amp;A3분 = 5분. 기존 S14의 설명2분과 삭제한 이전 S15의 Q&amp;A3분을 합친다. 이전 전환3분은 삭제하여 ACT0는42분, 전체417분이다. 다음 ACT 제목의 Transition1분과 중복 계산하지 않는다. 실측 리허설은 UNVERIFIED.</a:t>
            </a:r>
          </a:p>
          <a:p>
            <a:r>
              <a:t xml:space="preserve"/>
            </a:r>
          </a:p>
          <a:p>
            <a:r>
              <a:t xml:space="preserve">Fallback:</a:t>
            </a:r>
          </a:p>
          <a:p>
            <a:r>
              <a:t xml:space="preserve">production/preview/full/S14.png 또는 production/preview/act0/S14.png의 이전 역할 도식을 사용한다. “자료는 함께 살펴보고, 목표·허용 범위·완료 수용은 사람이 최종 정합니다”라고 설명한 뒤 ACT0 Q&amp;A를 마무리하고 S15로 이동한다. Agent의 제안 가능성과 사람의 최종 책임을 유지한다.</a:t>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전체417분이다.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이 요청에는 무엇이 빠졌을까?</a:t>
            </a:r>
          </a:p>
          <a:p>
            <a:r>
              <a:t xml:space="preserve"/>
            </a:r>
          </a:p>
          <a:p>
            <a:r>
              <a:t xml:space="preserve">Slide ID:</a:t>
            </a:r>
          </a:p>
          <a:p>
            <a:r>
              <a:t xml:space="preserve">S16</a:t>
            </a:r>
          </a:p>
          <a:p>
            <a:r>
              <a:t xml:space="preserve"/>
            </a:r>
          </a:p>
          <a:p>
            <a:r>
              <a:t xml:space="preserve">Working Title: 이 요청에는 무엇이 빠졌을까?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crop 수정 목표는 같아도 보존 기준·허용 범위·확인 및 보고할 근거를 요청에서 더 분명히 할 수 있다.</a:t>
            </a:r>
          </a:p>
          <a:p>
            <a:r>
              <a:t xml:space="preserve"/>
            </a:r>
          </a:p>
          <a:p>
            <a:r>
              <a:t xml:space="preserve">Opening Question: “같은 crop 실패를 고칠 때, 지킬 기준·수정 범위·완료 근거 중 무엇을 요청에 더할까?”</a:t>
            </a:r>
          </a:p>
          <a:p>
            <a:r>
              <a:t xml:space="preserve"/>
            </a:r>
          </a:p>
          <a:p>
            <a:r>
              <a:t xml:space="preserve">Speaker Flow:</a:t>
            </a:r>
          </a:p>
          <a:p>
            <a:r>
              <a:t xml:space="preserve">1. **SAME CASE (0:00–1:30):** 앞서 조사한 crop 실패를 고친다는 목표를 회수하고 “crop test 고쳐줘”를 읽는다. S14의 역할 설명과 S15 제목을 다시 설명하지 않는다. 화면은 실제 Trial Prompt가 아닌 교육용 요청이다.</a:t>
            </a:r>
          </a:p>
          <a:p>
            <a:r>
              <a:t xml:space="preserve">2. **SCOPE QUESTIONS (1:30–4:00):** 지킬 기준, 수정 범위, 완료 근거를 짚는다. 명세·구현 위치는 저장소에서 조사할 수 있다. 사람은 어떤 변경을 허용하고 어떤 근거로 수용할지 알려 준다. Agent가 명세를 보고 올바른 수정을 추론할 수 없다는 뜻은 아니다.</a:t>
            </a:r>
          </a:p>
          <a:p>
            <a:r>
              <a:t xml:space="preserve">3. **COST CONCEPT (4:00–5:30):** 기존 토큰·작업 시간 이미지는 재탐색·재시도가 길어질 수 있다는 정성 개념도다. 실측·기하급수 법칙·비용 절감 성과로 설명하지 않는다. 그림은 질문을 보조하며 핵심은 요청의 경계다.</a:t>
            </a:r>
          </a:p>
          <a:p>
            <a:r>
              <a:t xml:space="preserve">4. **COMPARE SCOPE (5:30–7:00):** 같은 crop 요청을 유지한 채 테스트 기대값 변경·구현 수정·추가 확인이 각각 어떤 조건에서 허용되는지 다음 장에서 비교한다.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DEC-0110: 같은 crop 요청의 연결을 정리한 편집 결정이며 새 Trial·제품 실행·비용 절감 근거가 아니다.</a:t>
            </a:r>
          </a:p>
          <a:p>
            <a:r>
              <a:t xml:space="preserve"/>
            </a:r>
          </a:p>
          <a:p>
            <a:r>
              <a:t xml:space="preserve">Claim Boundary: 교육용 crop 요청과 정성 비용 도식이다. 실제 Agent 실패·정지·내부 추론·반복 실행·총 토큰/시간 증가나 절감 측정이 아니다. Agent는 저장소 명세와 테스트에서 올바른 수정을 추론하거나 필요한 사항을 질문할 수 있다. 실제 TRIAL-002 Prompt와 구분한다.</a:t>
            </a:r>
          </a:p>
          <a:p>
            <a:r>
              <a:t xml:space="preserve"/>
            </a:r>
          </a:p>
          <a:p>
            <a:r>
              <a:t xml:space="preserve">Beginner Explanation: “crop test 고쳐줘”에 더해 기존 명세·기대값을 지킬지, 구현 중 어디까지 바꿀지, 무엇을 확인하고 보고할지를 분명히 한다. 저장소 사실을 사람이 모두 복사할 필요는 없다.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“같은 crop 요청에서, 어떤 변경을 허용한 것인지 비교해 보겠습니다.”라고 S17로 이동한다.</a:t>
            </a:r>
          </a:p>
          <a:p>
            <a:r>
              <a:t xml:space="preserve"/>
            </a:r>
          </a:p>
          <a:p>
            <a:r>
              <a:t xml:space="preserve">Time Management: Case 7분. 같은 요청 1분30초, 세 질문 2분30초, 비용 개념 1분30초, 같은 사례의 범위 비교 1분30초. 다른 filter 성능 사례나 토큰 단가 강의를 추가하지 않는다. 실측 리허설은 UNVERIFIED다.</a:t>
            </a:r>
          </a:p>
          <a:p>
            <a:r>
              <a:t xml:space="preserve"/>
            </a:r>
          </a:p>
          <a:p>
            <a:r>
              <a:t xml:space="preserve">Fallback: 정적 기본 경로 — `production/ACT_1.pptx` S16 또는 `production/preview/act1/S16.png`를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어디까지 바꾸라는 요청일까?</a:t>
            </a:r>
          </a:p>
          <a:p>
            <a:r>
              <a:t xml:space="preserve"/>
            </a:r>
          </a:p>
          <a:p>
            <a:r>
              <a:t xml:space="preserve">Slide ID:</a:t>
            </a:r>
          </a:p>
          <a:p>
            <a:r>
              <a:t xml:space="preserve">S17</a:t>
            </a:r>
          </a:p>
          <a:p>
            <a:r>
              <a:t xml:space="preserve"/>
            </a:r>
          </a:p>
          <a:p>
            <a:r>
              <a:t xml:space="preserve">Working Title: 어디까지 바꾸라는 요청일까?</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기존 명세·기대값이 유효한 이 사례에서는 구현을 명세에 맞춘다. 기대값 변경에는 명세 변경의 정당성·승인이 필요하고, 의도·명세·조건이 충돌하면 먼저 확인한다.</a:t>
            </a:r>
          </a:p>
          <a:p>
            <a:r>
              <a:t xml:space="preserve"/>
            </a:r>
          </a:p>
          <a:p>
            <a:r>
              <a:t xml:space="preserve">Opening Question: “같은 crop 요청에서 어떤 변경을 허용했을까?”</a:t>
            </a:r>
          </a:p>
          <a:p>
            <a:r>
              <a:t xml:space="preserve"/>
            </a:r>
          </a:p>
          <a:p>
            <a:r>
              <a:t xml:space="preserve">Speaker Flow:</a:t>
            </a:r>
          </a:p>
          <a:p>
            <a:r>
              <a:t xml:space="preserve">1. **SAME REQUEST (0:00–0:30):** 앞 장과 동일한 “crop test 고쳐줘”를 그대로 읽는다. 예시나 실행 환경을 바꾸지 않는다. 실제 TRIAL-002 Prompt가 아닌 교육용 구성이다.</a:t>
            </a:r>
          </a:p>
          <a:p>
            <a:r>
              <a:t xml:space="preserve">2. **CONDITIONAL PATHS (0:30–1:20):** 테스트 기대값 변경에는 명세 변경의 정당성과 승인이 필요하다. 기존 명세·기대값이 유효한 이 사례의 수용 경로는 구현 수정이다. 의도·명세·조건이 충돌하거나 변경 범위가 불분명하면 먼저 질문한다. 세 경로를 동등하게 정당한 답이나 실제 반복 결과로 읽지 않는다.</a:t>
            </a:r>
          </a:p>
          <a:p>
            <a:r>
              <a:t xml:space="preserve">3. **MAKE INTENT EXPLICIT (1:20–2:00):** 아래 다섯 항목은 요청에서 더 분명히 할 정보다. 모두 저장소에 없는 사실이라는 뜻은 아니다. 다음 장에서 기존 명세를 지키고 구현만 고치려는 범위를 명시한다.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평행 경로는 검토할 선택의 조건을 설명한 교육용 도식이며 실제 실행·선택 확률·동시 Subagent가 아니다. 테스트 기대값 변경을 유효한 기존 명세를 어기는 구현 수정과 동등하게 정당화하지 않는다. 정당한 명세 변경·승인이 있으면 테스트도 바뀔 수 있다. Agent가 저장소에서 올바른 수정을 추론하지 못한다는 주장을 하지 않는다.</a:t>
            </a:r>
          </a:p>
          <a:p>
            <a:r>
              <a:t xml:space="preserve"/>
            </a:r>
          </a:p>
          <a:p>
            <a:r>
              <a:t xml:space="preserve">Beginner Explanation: 이 예시에서는 기대값을 유지하고 구현을 맞춘다. 기대값 변경은 명세 자체를 정당하게 바꾸는 경우에 따로 검토하고, 의도·명세·조건이나 권한이 충돌하면 확인한다.</a:t>
            </a:r>
          </a:p>
          <a:p>
            <a:r>
              <a:t xml:space="preserve"/>
            </a:r>
          </a:p>
          <a:p>
            <a:r>
              <a:t xml:space="preserve">Advanced Insight: The paths compare change authority and preservation criteria, not measured nondeterminism. Repository evidence can support the correct implementation fix; clarify unresolved intent, conflicting specifications or unclear task conditions.</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요청에서 각 변경이 허용될 조건을 눈으로 비교한다. 세 가지를 똑같이 옳은 선택으로 고르게 하거나 응답·실습을 요구하지 않는다.</a:t>
            </a:r>
          </a:p>
          <a:p>
            <a:r>
              <a:t xml:space="preserve"/>
            </a:r>
          </a:p>
          <a:p>
            <a:r>
              <a:t xml:space="preserve">Transition:</a:t>
            </a:r>
          </a:p>
          <a:p>
            <a:r>
              <a:t xml:space="preserve">“이 사례에서는 기존 명세·기대값을 지키고 구현만 고치려 합니다. 그 범위와 확인·보고 조건을 요청에 담아 보겠습니다.”라고 S18로 이동한다.</a:t>
            </a:r>
          </a:p>
          <a:p>
            <a:r>
              <a:t xml:space="preserve"/>
            </a:r>
          </a:p>
          <a:p>
            <a:r>
              <a:t xml:space="preserve">Time Management: Case 2분. 같은 요청 30초, 조건부 경로 비교 50초, 명시할 정보와 다음 요청 연결 40초. S18과 합쳐 Case 4분을 유지한다. 실측 리허설은 UNVERIFIED다.</a:t>
            </a:r>
          </a:p>
          <a:p>
            <a:r>
              <a:t xml:space="preserve"/>
            </a:r>
          </a:p>
          <a:p>
            <a:r>
              <a:t xml:space="preserve">Fallback: 정적 기본 경로 — `production/ACT_1.pptx` S17 또는 `production/preview/act1/S17.png`를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변경 범위를 요청에 담는다</a:t>
            </a:r>
          </a:p>
          <a:p>
            <a:r>
              <a:t xml:space="preserve"/>
            </a:r>
          </a:p>
          <a:p>
            <a:r>
              <a:t xml:space="preserve">Slide ID:</a:t>
            </a:r>
          </a:p>
          <a:p>
            <a:r>
              <a:t xml:space="preserve">S18</a:t>
            </a:r>
          </a:p>
          <a:p>
            <a:r>
              <a:t xml:space="preserve"/>
            </a:r>
          </a:p>
          <a:p>
            <a:r>
              <a:t xml:space="preserve">Working Title: 원하는 변경 범위를 요청에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같은 요청에 기존 명세·기대값 보존, crop 구현 최소 수정, 관련·전체 테스트 확인, 변경·검증·미확인 사항 보고를 담는다. 의도한 경로와 실제 검증 결과는 별개다.</a:t>
            </a:r>
          </a:p>
          <a:p>
            <a:r>
              <a:t xml:space="preserve"/>
            </a:r>
          </a:p>
          <a:p>
            <a:r>
              <a:t xml:space="preserve">Opening Question: “어떤 변경을 원하고, 어떤 근거를 보고 완료를 판단할지 보이나요?”</a:t>
            </a:r>
          </a:p>
          <a:p>
            <a:r>
              <a:t xml:space="preserve"/>
            </a:r>
          </a:p>
          <a:p>
            <a:r>
              <a:t xml:space="preserve">Speaker Flow:</a:t>
            </a:r>
          </a:p>
          <a:p>
            <a:r>
              <a:t xml:space="preserve">1. **NATURAL REQUEST (0:00–0:45):** 같은 “crop test 고쳐줘”에 더한 네 문장을 읽는다. 기존 명세·테스트 기대값 보존, 어긋난 crop 구현 최소 수정, 관련·전체 테스트 확인, 변경·검증·미확인 사항 보고다. 입력창 위 기대값은 끝 좌표를 제외하는 기존 명세를 떠올리는 작은 예시이며 전체 함수 signature가 아니다.</a:t>
            </a:r>
          </a:p>
          <a:p>
            <a:r>
              <a:t xml:space="preserve">2. **INTENDED SCOPE (0:45–1:30):** 오른쪽 구현 수정 경로는 사람이 명시한 변경 범위다. 실제 선택·실행·성공·PASS를 보여주지 않는다. “관련 테스트”는 바뀐 동작과 관련된 검사를 고르는 것이고 “전체 테스트”는 프로젝트 suite다. 이 장에서 CLI·도구 용어를 늘리지 않는다. 명세·코드·테스트 위치는 Agent가 조사할 수 있다.</a:t>
            </a:r>
          </a:p>
          <a:p>
            <a:r>
              <a:t xml:space="preserve">3. **GENERALIZE (1:30–2:00):** S19에서 사람이 정할 질문, S20에서 다섯 항목, S21에서 각 문장의 역할로 정리한다. S21에서 실제 TRIAL-002 요청을 읽고 S22 이후에서 같은 요청의 행동·변경·검증 기록을 확인한다.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요청에 지킬 기준·허용 범위·확인·보고 조건을 자연스러운 문장으로 더한다. 강조한 선은 사람이 원하는 경로이며 실제 테스트 통과 결과가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같은 요청에 더해진 네 문장과 구현 수정 범위의 연결을 확인하게 한다. 직접 작성·공유·실습은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 Case 2분. 자연스러운 요청 45초, 변경 범위·검증 경계 45초, 다음 질문으로 연결 30초. S17과 합쳐 Case 4분을 유지한다. 실제 발화·리허설 시간은 UNVERIFIED다.</a:t>
            </a:r>
          </a:p>
          <a:p>
            <a:r>
              <a:t xml:space="preserve"/>
            </a:r>
          </a:p>
          <a:p>
            <a:r>
              <a:t xml:space="preserve">Fallback: 정적 기본 경로 — `production/ACT_1.pptx` S18 또는 `production/preview/act1/S18.png`를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실제로 보낸 요청 문장의 어디에 들어가는지 보겠습니다.”라고 S21의 TRIAL-002 요청 발췌·번역으로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실제 요청에는 무엇을 담았을까?</a:t>
            </a:r>
          </a:p>
          <a:p>
            <a:r>
              <a:t xml:space="preserve"/>
            </a:r>
          </a:p>
          <a:p>
            <a:r>
              <a:t xml:space="preserve">Slide ID:</a:t>
            </a:r>
          </a:p>
          <a:p>
            <a:r>
              <a:t xml:space="preserve">S21</a:t>
            </a:r>
          </a:p>
          <a:p>
            <a:r>
              <a:t xml:space="preserve"/>
            </a:r>
          </a:p>
          <a:p>
            <a:r>
              <a:t xml:space="preserve">Working Title: 실제 요청에는 무엇을 담았을까?</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실제 요청은 Goal/Constraints/Process/Verification의 네 제목으로 작성됐다. 다섯 역할은 원문을 읽는 교육용 틀이며 Context는 관련 구현·호출 경로 등 조사 대상에서 읽는다. 원문에 없는 Context 문단을 만들지 않는다.</a:t>
            </a:r>
          </a:p>
          <a:p>
            <a:r>
              <a:t xml:space="preserve"/>
            </a:r>
          </a:p>
          <a:p>
            <a:r>
              <a:t xml:space="preserve">Opening Question: “실제로 보낸 요청에는 목표·맥락·제약·과정·검증이 어디에 담겨 있을까?”</a:t>
            </a:r>
          </a:p>
          <a:p>
            <a:r>
              <a:t xml:space="preserve"/>
            </a:r>
          </a:p>
          <a:p>
            <a:r>
              <a:t xml:space="preserve">Speaker Flow:</a:t>
            </a:r>
          </a:p>
          <a:p>
            <a:r>
              <a:t xml:space="preserve">1. (0:00–1:00 / Lecture) S20의 다섯 역할로 실제 TRIAL-002 요청을 읽는다고 밝힌다. 왼쪽은 실제 입력의 핵심 발췌·번역, 오른쪽은 교육용 주석이다. S16–S18 교육용 요청을 그대로 실행했다는 뜻이 아니다.</a:t>
            </a:r>
          </a:p>
          <a:p>
            <a:r>
              <a:t xml:space="preserve">2. (1:00–2:15 / Lecture) 원문의 Goal과 Constraints에서 crop 경계 실패 수정, 끝 좌표 제외 명세, 무관한 API·의존성·최소 변경 조건을 짚는다. 네 원문 제목을 다섯 개로 바꾸지 않는다.</a:t>
            </a:r>
          </a:p>
          <a:p>
            <a:r>
              <a:t xml:space="preserve">3. (2:15–3:45 / Lecture) Process의 01 실패 재현, 02 관련 구현·호출 경로 조사, 03 수정 전 계획 보고 후 승인 대기 없이 진행을 읽는다. 같은 문장을 S22에서 행동 기록과 대조하므로 여기서는 결과를 먼저 설명하지 않는다. 필요한 코드만 변경하라는 원문의 후속 절도 최소 수정 조건과 연결한다.</a:t>
            </a:r>
          </a:p>
          <a:p>
            <a:r>
              <a:t xml:space="preserve">4. (3:45–4:45 / Lecture) Context 주석은 02의 조사 대상·위치를 가리킨다. “이 저장소”도 작업 위치를 지정한다. 같은 문장이 맥락과 과정 역할을 함께 할 수 있고, 사람이 관련 내용을 모두 복사할 필요는 없다. 별도 Context 문단은 실제 입력에 없다.</a:t>
            </a:r>
          </a:p>
          <a:p>
            <a:r>
              <a:t xml:space="preserve">5. (4:45–6:00 / Lecture) Verification의 관련·전체 테스트, 가능한 경우 기존 합성 입력 CLI 실행, 최종 diff, 변경 파일·정확한 검증 근거 보고를 짚는다. 실제 승인 대기 없이 진행은 이 Trial의 조건이며 모든 업무의 승인 정책으로 일반화하지 않는다.</a:t>
            </a:r>
          </a:p>
          <a:p>
            <a:r>
              <a:t xml:space="preserve">6. (6:00–7:30 / Case) 요청 영역 밖의 명세 해석 예를 확인한다.4열 입력에 crop1 3이면 열1·2/폭2다. 실제 Prompt의 끝 좌표 제외 명세를 설명하는 예이며, 이 수치 예제가 그대로 입력됐다는 뜻은 아니다. C++ 출력·API/ABI·Release 검증은 필요할 때 Notes의 기존 적용 예로만 짧게 회수한다.</a:t>
            </a:r>
          </a:p>
          <a:p>
            <a:r>
              <a:t xml:space="preserve">7. (7:30–9:00 / Case) 목표·조사 대상·지킬 조건·진행·완료 근거가 어디에 드러나는지 정리한다. 이제 같은 요청의 과정 01–03이 실제 관찰 기록에서 어떻게 확인되는지 S22로 이동한다.</a:t>
            </a:r>
          </a:p>
          <a:p>
            <a:r>
              <a:t xml:space="preserve"/>
            </a:r>
          </a:p>
          <a:p>
            <a:r>
              <a:t xml:space="preserve">Evidence / Source: OBSERVED_PRODUCT / TEACHING_MODEL. plan/DEMO_MATRIX.md의 TRIAL-002 / Prompt used가 실제 입력 근거다.2026-09-28 macOS Codex CLI0.154.0 단일 실행의 보존 기록이며 화면은 원문 스크린샷이 아닌 핵심 발췌·번역이다. 아래 전문은 변경하지 않는다. 다섯 주석과 명세 예는 교육용 해석이며 Context 제목/문단을 원문에 추가하지 않는다. DEC-0111.</a:t>
            </a:r>
          </a:p>
          <a:p>
            <a:r>
              <a:t xml:space="preserve"/>
            </a:r>
          </a:p>
          <a:p>
            <a:r>
              <a:t xml:space="preserve">Actual Prompt (preserved source):</a:t>
            </a:r>
          </a:p>
          <a:p>
            <a:r>
              <a:t xml:space="preserve"/>
            </a:r>
          </a:p>
          <a:p>
            <a:r>
              <a:t xml:space="preserve">```text</a:t>
            </a:r>
          </a:p>
          <a:p>
            <a:r>
              <a:t xml:space="preserve">Goal: Investigate and fix the failing crop-boundary test in this repository.</a:t>
            </a:r>
          </a:p>
          <a:p>
            <a:r>
              <a:t xml:space="preserve">Constraints: preserve the public crop contract [x_start, x_end); do not change</a:t>
            </a:r>
          </a:p>
          <a:p>
            <a:r>
              <a:t xml:space="preserve">unrelated APIs; add no dependencies; keep the change minimal.</a:t>
            </a:r>
          </a:p>
          <a:p>
            <a:r>
              <a:t xml:space="preserve">Process: first reproduce the current failure; inspect the related</a:t>
            </a:r>
          </a:p>
          <a:p>
            <a:r>
              <a:t xml:space="preserve">implementation and call path; before editing, send a concise user-visible</a:t>
            </a:r>
          </a:p>
          <a:p>
            <a:r>
              <a:t xml:space="preserve">change plan and then continue without waiting for approval; make only the</a:t>
            </a:r>
          </a:p>
          <a:p>
            <a:r>
              <a:t xml:space="preserve">necessary code change.</a:t>
            </a:r>
          </a:p>
          <a:p>
            <a:r>
              <a:t xml:space="preserve">Verification: run the focused crop test and the full test suite; run a CLI</a:t>
            </a:r>
          </a:p>
          <a:p>
            <a:r>
              <a:t xml:space="preserve">smoke test using the existing synthetic input if practical; inspect the final</a:t>
            </a:r>
          </a:p>
          <a:p>
            <a:r>
              <a:t xml:space="preserve">diff; report changed files and exact verification evidence.</a:t>
            </a:r>
          </a:p>
          <a:p>
            <a:r>
              <a:t xml:space="preserve">Do not reveal or assume a particular code expression in advance. Do not</a:t>
            </a:r>
          </a:p>
          <a:p>
            <a:r>
              <a:t xml:space="preserve">modify the STATE-00 tag, create a STATE-00-FIXED commit or tag, add project</a:t>
            </a:r>
          </a:p>
          <a:p>
            <a:r>
              <a:t xml:space="preserve">guidance or other Harness files, or modify anything outside this isolated</a:t>
            </a:r>
          </a:p>
          <a:p>
            <a:r>
              <a:t xml:space="preserve">worktree. Leave the reviewed change uncommitted for the state-recording</a:t>
            </a:r>
          </a:p>
          <a:p>
            <a:r>
              <a:t xml:space="preserve">decision.</a:t>
            </a:r>
          </a:p>
          <a:p>
            <a:r>
              <a:t xml:space="preserve">```</a:t>
            </a:r>
          </a:p>
          <a:p>
            <a:r>
              <a:t xml:space="preserve"/>
            </a:r>
          </a:p>
          <a:p>
            <a:r>
              <a:t xml:space="preserve">Displayed excerpt selection: 원문의 네 제목을 유지한다. Process의 필요한 코드만 변경하라는 절은 Constraints의 최소 수정과 함께 설명하며 화면에는 세 핵심 지시를 번호로 표시한다. 사전 정답 표현 금지, 격리 worktree, State/tag·Harness·커밋 관련 실험 통제는 화면에서 생략하고 위 전문에 보존한다. 기존 crop 관련 테스트 묶음의3건을 crop만의3건으로 바꾸지 않는다. CLM-0029, BEAT-005, INV-VERIFY-001.</a:t>
            </a:r>
          </a:p>
          <a:p>
            <a:r>
              <a:t xml:space="preserve"/>
            </a:r>
          </a:p>
          <a:p>
            <a:r>
              <a:t xml:space="preserve">Claim Boundary: 실제 입력 발췌·번역과 교육용 분류를 구분한다. 실제 원문에는 Context 제목이 없다. 원문에 없는 조사·승인·완료 조건을 실제 입력처럼 추가하지 않는다. 하단 열1·2/폭2는 명세 해석 예이며 원문에 들어간 수치 예제가 아니다. 짧은 요청과의 비교 실험·Prompt 단독 인과·우월성·비용 절감·결정론적 준수·현재 Desktop 재현을 주장하지 않는다. 실제 변경·검증 결과는 다음 장들에서 기존 기록으로 확인한다.</a:t>
            </a:r>
          </a:p>
          <a:p>
            <a:r>
              <a:t xml:space="preserve"/>
            </a:r>
          </a:p>
          <a:p>
            <a:r>
              <a:t xml:space="preserve">Beginner Explanation: 다섯 역할은 반드시 다섯 문단으로 작성해야 하는 규칙이 아니다. 이 저장소와 관련 구현·호출 경로를 지정하는 문장에서 조사할 맥락을 읽는다. 같은 문장이 무엇을 조사할지와 어떤 순서로 일할지를 함께 담을 수 있다.</a:t>
            </a:r>
          </a:p>
          <a:p>
            <a:r>
              <a:t xml:space="preserve"/>
            </a:r>
          </a:p>
          <a:p>
            <a:r>
              <a:t xml:space="preserve">Advanced Insight: Distinguish actual input provenance from the teaching taxonomy. Preserve four original headings; annotate Context as task location and investigation target without adding a synthetic paragraph. Separate source correspondence from causal attribution.</a:t>
            </a:r>
          </a:p>
          <a:p>
            <a:r>
              <a:t xml:space="preserve"/>
            </a:r>
          </a:p>
          <a:p>
            <a:r>
              <a:t xml:space="preserve">C++ Vision Bridge: SUPPORTING Notes cue only. 출력·API/ABI 보존 범위와 Release 검증 조건을 요청에 담는 기존 C++ 적용 예를 보존한다. 실제 TRIAL-002는 Python이며 이 C++ 예는 원문 입력·Windows 검증·새 실행의 근거가 아니다. 화면 주석과 혼잡해지지 않도록 Notes에서 필요할 때만 짧게 연결한다.</a:t>
            </a:r>
          </a:p>
          <a:p>
            <a:r>
              <a:t xml:space="preserve"/>
            </a:r>
          </a:p>
          <a:p>
            <a:r>
              <a:t xml:space="preserve">Demo Operation: 실제 TRIAL-002 요청의 정적 읽기다. S22에서 같은 Process01–03의 관찰 요약, S23에서 diff, S24에서 검증 근거를 확인한다. S21의 Lecture6/Case3은 기존 CAPTURED Demo8분에 더해 세지 않는다. 새 제품 실행·Trial·원시 터미널 캡처를 보여주지 않는다.</a:t>
            </a:r>
          </a:p>
          <a:p>
            <a:r>
              <a:t xml:space="preserve"/>
            </a:r>
          </a:p>
          <a:p>
            <a:r>
              <a:t xml:space="preserve">Audience Interaction: 원문 밖 주석을 따라 다섯 역할이 어디에 드러나는지 확인하게 한다. Case3분에는 명세 해석 예90초와 정보의 위치·같은 요청 연결90초를 사용한다. 작성·공유·실습·공개 답변을 요구하지 않는다.</a:t>
            </a:r>
          </a:p>
          <a:p>
            <a:r>
              <a:t xml:space="preserve"/>
            </a:r>
          </a:p>
          <a:p>
            <a:r>
              <a:t xml:space="preserve">Transition:</a:t>
            </a:r>
          </a:p>
          <a:p>
            <a:r>
              <a:t xml:space="preserve">“이 요청의 과정 지시 01–03이 실제 기록에는 어떻게 남았을까요?”라고 같은 요청과 관찰 기록을 대조하는 S22로 이동한다.</a:t>
            </a:r>
          </a:p>
          <a:p>
            <a:r>
              <a:t xml:space="preserve"/>
            </a:r>
          </a:p>
          <a:p>
            <a:r>
              <a:t xml:space="preserve">Time Management: Lecture6분: 출처1분, 목표·제약1분15초, 과정1분30초, 맥락1분, 검증1분15초. Case3분: 원문 밖 명세 해석90초, 항목 회수·같은 요청 전환90초.9분과 기존 Mode를 유지하고 S22의 관찰 결과를 미리 강의하지 않는다. 실측 리허설은 UNVERIFIED다.</a:t>
            </a:r>
          </a:p>
          <a:p>
            <a:r>
              <a:t xml:space="preserve"/>
            </a:r>
          </a:p>
          <a:p>
            <a:r>
              <a:t xml:space="preserve">Fallback: production/ACT_1.pptx S21 또는 production/preview/act1/S21.png의 검증된 정적 화면을 사용한다. 전문은 plan/DEMO_MATRIX.md의 TRIAL-002 / Prompt used와 본 Notes에 보존한다. 실제 입력과 교육용 주석의 경계를 유지한다. 최종 로컬 대조는 production/evaluation/S21_TRIAL_REQUEST_REVISION.md를 따른다.</a:t>
            </a:r>
          </a:p>
          <a:p>
            <a:r>
              <a:t xml:space="preserve"/>
            </a:r>
          </a:p>
          <a:p>
            <a:r>
              <a:t xml:space="preserve">Validation Status: ALIGNED — DEC-0111의 실제 요청·주석·S22 연결 기준이다.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S21에서 본 같은 TRIAL-002 요청의 Process01–03을 왼쪽에서 회수한다. 입력이 바뀌는 장이 아니다. 오른쪽은 보존된 관찰 요약이며 원시 CLI 로그나 계획 발언 원문 캡처가 아니다.</a:t>
            </a:r>
          </a:p>
          <a:p>
            <a:r>
              <a:t xml:space="preserve">2. (0:15–0:45 / 01) “먼저 현재 실패를 재현해줘”와 실패 crop 테스트를 찾아 재현했다는 Trial 기록을 대조한다. test_crop_excludes_end_coordinate는 TRIAL-001/STATE-00 코드에서 대조한 대상이다. TRIAL-002 원문 실패 로그가 남아 있다는 뜻이 아니므로 명령·출력·수치를 만들지 않는다.</a:t>
            </a:r>
          </a:p>
          <a:p>
            <a:r>
              <a:t xml:space="preserve">3. (0:45–1:10 / 02) “관련 구현과 호출 경로를 조사해줘”와 CLI-to-pipeline-to-crop 확인 기록을 대조한다. cli.main / pipeline.process_image / transform.crop는 제품 호출 관계이며 파일 읽기 순서·내부 사고 경로가 아니다. S21에서는 이 조사 대상을 Context 주석으로도 읽었다.</a:t>
            </a:r>
          </a:p>
          <a:p>
            <a:r>
              <a:t xml:space="preserve">4. (1:10–1:40 / 03) “수정 전 짧은 계획을 알리고, 승인 대기 없이 계속해줘”와 파일 변경 이벤트 전 끝 좌표·기존 테스트·API 보존 계획 보고를 대조한다. 승인 대기를 새 절차로 추가하지 않는다. 계획 발언 원문·원시 이벤트 시각이 미확인이므로 당시 발언처럼 따옴표로 만들지 않는다.</a:t>
            </a:r>
          </a:p>
          <a:p>
            <a:r>
              <a:t xml:space="preserve">5. (1:40–2:00) 같은 요청의04 최소 수정은 S23,05 확인·보고 결과는 S24로 이어짐을 가리킨다. 여기서는 diff·너비·통과 수치를 설명하지 않는다.</a:t>
            </a:r>
          </a:p>
          <a:p>
            <a:r>
              <a:t xml:space="preserve"/>
            </a:r>
          </a:p>
          <a:p>
            <a:r>
              <a:t xml:space="preserve">Evidence / Source: OBSERVED_PRODUCT. plan/DEMO_MATRIX.md의 TRIAL-002 / Prompt used 및 Investigation and visible plan checkpoint가 실제 요청·관찰 요약의 근거다. S21과 같은 요청이며 원문은 S21 Notes에도 보존한다. 테스트명·호출 기호는 TRIAL-001 및 Demo STATE-00 tests/test_transform.py, src/graypipe/cli.py, pipeline.py, transform.py의 실제 대상 식별자다. DEC-0044와 DEC-0111은 교육 표현·연결 수정이며 새 실험 근거가 아니다. 날짜2026-09-28, macOS Codex CLI0.154.0. 화면은 발췌·번역과 기록 요약이며 원시 CLI 캡처가 아니다.</a:t>
            </a:r>
          </a:p>
          <a:p>
            <a:r>
              <a:t xml:space="preserve"/>
            </a:r>
          </a:p>
          <a:p>
            <a:r>
              <a:t xml:space="preserve">Claim Boundary: S21과 같은 실제 요청을 단일 TRIAL-002의 관찰 요약과 대조한다. 원시 CLI 이벤트 파일·시각, 최초 재현 명령·실패 출력·계획 발언 원문은 미확인이다. 대상 코드 식별자를 로그 발췌로 위장하지 않는다. 입력과 행동의 대응을 Prompt 단독 효과·반복성·결정론적 준수·현재 Desktop/계정·다른 모델의 근거로 확대하지 않는다. S16–S18의 교육용 요청을 그대로 실행했다는 뜻이 아니다. 전체 실험 제약은 원문에 보존한다.</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 DEMO-05의 정적 도입으로 Lecture2분 유지. S21과 같은 요청의01–03을 왼쪽에서 회수해 오른쪽 관찰과 짝짓는다.04 실제 diff는 S23,05 검증 결과는 S24다. 관찰 요약·실제 대상 코드 식별자와 원시 로그를 구분한다. 새 Trial·현재 제품 실행·가짜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 production/ACT_1.pptx S22 또는 production/preview/act1/S22.png의 정적 대응 표를 사용한다. 원시 CLI 캡처가 없어도 기존 관찰 요약의 한계를 밝히고 S23/S24로 이어간다. 최종 로컬 대조는 production/evaluation/S21_TRIAL_REQUEST_REVISION.md를 따른다.</a:t>
            </a:r>
          </a:p>
          <a:p>
            <a:r>
              <a:t xml:space="preserve"/>
            </a:r>
          </a:p>
          <a:p>
            <a:r>
              <a:t xml:space="preserve">Validation Status: ALIGNED — DEC-0111에 따라 S21과 같은 실제 입력으로 연결하고 기존 관찰을 유지한다. 최종 PPT·내장 Notes·렌더 대조는 production/evaluation/S21_TRIAL_REQUEST_REVISION.md에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S21의 실제 요청에 대응하는 결과이며 S16–S18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확인 범위 선택 뒤 S27/S28의 ON-SCREEN SUPPORTING vector·GoogleTest 예시로 완료 조건을 요청하는 방법을 연결한다. 주요 C++ 패턴 전이는 S77에서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판단할 근거를 요청할 때, 어떤 검사와 기대값까지 명시해야 할까요?”라고 S26의 확인 범위 선택으로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무엇을 확인해 달라고 요청할까?</a:t>
            </a:r>
          </a:p>
          <a:p>
            <a:r>
              <a:t xml:space="preserve"/>
            </a:r>
          </a:p>
          <a:p>
            <a:r>
              <a:t xml:space="preserve">Slide ID:</a:t>
            </a:r>
          </a:p>
          <a:p>
            <a:r>
              <a:t xml:space="preserve">S26</a:t>
            </a:r>
          </a:p>
          <a:p>
            <a:r>
              <a:t xml:space="preserve"/>
            </a:r>
          </a:p>
          <a:p>
            <a:r>
              <a:t xml:space="preserve">Working Title:</a:t>
            </a:r>
          </a:p>
          <a:p>
            <a:r>
              <a:t xml:space="preserve">무엇을 확인해 달라고 요청할까?</a:t>
            </a:r>
          </a:p>
          <a:p>
            <a:r>
              <a:t xml:space="preserve"/>
            </a:r>
          </a:p>
          <a:p>
            <a:r>
              <a:t xml:space="preserve">ACT / Section:</a:t>
            </a:r>
          </a:p>
          <a:p>
            <a:r>
              <a:t xml:space="preserve">ACT 1 / 1E + 1F</a:t>
            </a:r>
          </a:p>
          <a:p>
            <a:r>
              <a:t xml:space="preserve"/>
            </a:r>
          </a:p>
          <a:p>
            <a:r>
              <a:t xml:space="preserve">Allocated Time:</a:t>
            </a:r>
          </a:p>
          <a:p>
            <a:r>
              <a:t xml:space="preserve">1.5 minutes</a:t>
            </a:r>
          </a:p>
          <a:p>
            <a:r>
              <a:t xml:space="preserve"/>
            </a:r>
          </a:p>
          <a:p>
            <a:r>
              <a:t xml:space="preserve">Mode Split:</a:t>
            </a:r>
          </a:p>
          <a:p>
            <a:r>
              <a:t xml:space="preserve">Lecture 1.5 minutes</a:t>
            </a:r>
          </a:p>
          <a:p>
            <a:r>
              <a:t xml:space="preserve"/>
            </a:r>
          </a:p>
          <a:p>
            <a:r>
              <a:t xml:space="preserve">Primary Message:</a:t>
            </a:r>
          </a:p>
          <a:p>
            <a:r>
              <a:t xml:space="preserve">관련 동작·회귀·통합 경로·변경 범위·성능은 서로 다른 확인을 필요로 한다. 검사 이름만으로 모든 정확성을 증명하지 않는다.</a:t>
            </a:r>
          </a:p>
          <a:p>
            <a:r>
              <a:t xml:space="preserve"/>
            </a:r>
          </a:p>
          <a:p>
            <a:r>
              <a:t xml:space="preserve">Opening Question:</a:t>
            </a:r>
          </a:p>
          <a:p>
            <a:r>
              <a:t xml:space="preserve">“무엇을 확인해 달라고 요청할까?”</a:t>
            </a:r>
          </a:p>
          <a:p>
            <a:r>
              <a:t xml:space="preserve"/>
            </a:r>
          </a:p>
          <a:p>
            <a:r>
              <a:t xml:space="preserve">Speaker Flow:</a:t>
            </a:r>
          </a:p>
          <a:p>
            <a:r>
              <a:t xml:space="preserve">1. (0:00–0:15 / Lecture) S25의 사람 수용 판단을 받아 어떤 확인을 요청해야 하는지 묻는다.</a:t>
            </a:r>
          </a:p>
          <a:p>
            <a:r>
              <a:t xml:space="preserve">2. (0:15–1:15 / Lecture) 관련 동작 테스트는 해당 입력·조건, 전체 테스트는 현재 테스트의 회귀 범위, CLI 샘플은 해당 통합 경로, diff 확인은 변경 범위를 뒷받침함을 행별로 짚는다. 관련3건에는 resize도 있어 crop만의3건이라고 하지 않는다.</a:t>
            </a:r>
          </a:p>
          <a:p>
            <a:r>
              <a:t xml:space="preserve">3. (1:15–1:30 / Lecture) 성능은 지정 입력·환경의 별도 측정이 필요하며 TRIAL-002에서는 측정하지 않았음을 밝힌다. 이제 검사 조건이 원하는 명세 위반을 구별하는지 S27로 이동한다.</a:t>
            </a:r>
          </a:p>
          <a:p>
            <a:r>
              <a:t xml:space="preserve"/>
            </a:r>
          </a:p>
          <a:p>
            <a:r>
              <a:t xml:space="preserve">Evidence / Source:</a:t>
            </a:r>
          </a:p>
          <a:p>
            <a:r>
              <a:t xml:space="preserve">OBSERVED_PRODUCT / TEACHING_MODEL. plan/DEMO_MATRIX.md TRIAL-002의 기존 기록. 관련·전체 테스트, CLI 샘플, diff 확인은 실제 Python 관찰이다. 검사와 주장 범위의 대응은 교육 모델이고 benchmark는 미실행이다.</a:t>
            </a:r>
          </a:p>
          <a:p>
            <a:r>
              <a:t xml:space="preserve"/>
            </a:r>
          </a:p>
          <a:p>
            <a:r>
              <a:t xml:space="preserve">Claim Boundary:</a:t>
            </a:r>
          </a:p>
          <a:p>
            <a:r>
              <a:t xml:space="preserve">FROZEN WITH SCOPE / TEACHING MODEL — TRIAL-002에서 실제 수행한 관련·전체 테스트, CLI 샘플, diff 확인은 기존 Python 기록에 한정한다. 검사와 주장 범위의 대응은 교육 모델이며 성능 측정은 미실행이다.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완료를 판단하려는 질문에 맞는 확인을 요청한다.</a:t>
            </a:r>
          </a:p>
          <a:p>
            <a:r>
              <a:t xml:space="preserve"/>
            </a:r>
          </a:p>
          <a:p>
            <a:r>
              <a:t xml:space="preserve">Advanced Insight:</a:t>
            </a:r>
          </a:p>
          <a:p>
            <a:r>
              <a:t xml:space="preserve">검사 범위를 통과 범위 이상으로 일반화하지 않는다.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화면에는 C++ 예시를 넣지 않는다. 다음 S27/S28에서 기존 DEC-0041의 vector·GoogleTest 교육용 예시를 분리한다. 선택적 Release/API/ABI·측정 조건 대응은 Notes에만 보존한다.</a:t>
            </a:r>
          </a:p>
          <a:p>
            <a:r>
              <a:t xml:space="preserve"/>
            </a:r>
          </a:p>
          <a:p>
            <a:r>
              <a:t xml:space="preserve">Demo Operation:</a:t>
            </a:r>
          </a:p>
          <a:p>
            <a:r>
              <a:t xml:space="preserve">실제 TRIAL-002 확인 기록을 회수하되 새로운 Demo 시간·실행·비교를 추가하지 않는다. 이 구간은 Lecture/Reflection이고 DEMO-05의8분과 중복 계산하지 않는다. 정적 화면을 설명하며 Live 실행을 하지 않는다.</a:t>
            </a:r>
          </a:p>
          <a:p>
            <a:r>
              <a:t xml:space="preserve"/>
            </a:r>
          </a:p>
          <a:p>
            <a:r>
              <a:t xml:space="preserve">Audience Interaction:</a:t>
            </a:r>
          </a:p>
          <a:p>
            <a:r>
              <a:t xml:space="preserve">설명 중 자발적인 질문은 기존 ACT1 Q&amp;A 범위로 회수한다. 이 장에 별도 실습·답변 시간을 추가하지 않는다.</a:t>
            </a:r>
          </a:p>
          <a:p>
            <a:r>
              <a:t xml:space="preserve"/>
            </a:r>
          </a:p>
          <a:p>
            <a:r>
              <a:t xml:space="preserve">Transition:</a:t>
            </a:r>
          </a:p>
          <a:p>
            <a:r>
              <a:t xml:space="preserve">“관련 테스트를 실행해도, 그 조건이 원하는 명세 위반을 구별할까요?”라고 S27의 교육용 반례를 연다.</a:t>
            </a:r>
          </a:p>
          <a:p>
            <a:r>
              <a:t xml:space="preserve"/>
            </a:r>
          </a:p>
          <a:p>
            <a:r>
              <a:t xml:space="preserve">Time Management:</a:t>
            </a:r>
          </a:p>
          <a:p>
            <a:r>
              <a:t xml:space="preserve">Lecture90초. 세부 도구 사용법이나 다음 장을 먼저 설명하지 않는다.</a:t>
            </a:r>
          </a:p>
          <a:p>
            <a:r>
              <a:t xml:space="preserve"/>
            </a:r>
          </a:p>
          <a:p>
            <a:r>
              <a:t xml:space="preserve">Fallback:</a:t>
            </a:r>
          </a:p>
          <a:p>
            <a:r>
              <a:t xml:space="preserve">production/ACT_1.pptx S26 또는 production/preview/act1/S26.png의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비어 있지 않으면 올바른 결과일까?</a:t>
            </a:r>
          </a:p>
          <a:p>
            <a:r>
              <a:t xml:space="preserve"/>
            </a:r>
          </a:p>
          <a:p>
            <a:r>
              <a:t xml:space="preserve">Slide ID:</a:t>
            </a:r>
          </a:p>
          <a:p>
            <a:r>
              <a:t xml:space="preserve">S27</a:t>
            </a:r>
          </a:p>
          <a:p>
            <a:r>
              <a:t xml:space="preserve"/>
            </a:r>
          </a:p>
          <a:p>
            <a:r>
              <a:t xml:space="preserve">Working Title:</a:t>
            </a:r>
          </a:p>
          <a:p>
            <a:r>
              <a:t xml:space="preserve">비어 있지 않으면 올바른 결과일까?</a:t>
            </a:r>
          </a:p>
          <a:p>
            <a:r>
              <a:t xml:space="preserve"/>
            </a:r>
          </a:p>
          <a:p>
            <a:r>
              <a:t xml:space="preserve">ACT / Section:</a:t>
            </a:r>
          </a:p>
          <a:p>
            <a:r>
              <a:t xml:space="preserve">ACT 1 / 1E + 1F</a:t>
            </a:r>
          </a:p>
          <a:p>
            <a:r>
              <a:t xml:space="preserve"/>
            </a:r>
          </a:p>
          <a:p>
            <a:r>
              <a:t xml:space="preserve">Allocated Time:</a:t>
            </a:r>
          </a:p>
          <a:p>
            <a:r>
              <a:t xml:space="preserve">1.5 minutes</a:t>
            </a:r>
          </a:p>
          <a:p>
            <a:r>
              <a:t xml:space="preserve"/>
            </a:r>
          </a:p>
          <a:p>
            <a:r>
              <a:t xml:space="preserve">Mode Split:</a:t>
            </a:r>
          </a:p>
          <a:p>
            <a:r>
              <a:t xml:space="preserve">Lecture 1.5 minutes</a:t>
            </a:r>
          </a:p>
          <a:p>
            <a:r>
              <a:t xml:space="preserve"/>
            </a:r>
          </a:p>
          <a:p>
            <a:r>
              <a:t xml:space="preserve">Primary Message:</a:t>
            </a:r>
          </a:p>
          <a:p>
            <a:r>
              <a:t xml:space="preserve">기대 {2,3}과 명세를 어긴 {2,3,4}는 모두 비어 있지 않다. 결과 존재 여부만으로 해당 crop 명세를 확인할 수 없다.</a:t>
            </a:r>
          </a:p>
          <a:p>
            <a:r>
              <a:t xml:space="preserve"/>
            </a:r>
          </a:p>
          <a:p>
            <a:r>
              <a:t xml:space="preserve">Opening Question:</a:t>
            </a:r>
          </a:p>
          <a:p>
            <a:r>
              <a:t xml:space="preserve">“비어 있지 않으면 올바른 결과일까?”</a:t>
            </a:r>
          </a:p>
          <a:p>
            <a:r>
              <a:t xml:space="preserve"/>
            </a:r>
          </a:p>
          <a:p>
            <a:r>
              <a:t xml:space="preserve">Speaker Flow:</a:t>
            </a:r>
          </a:p>
          <a:p>
            <a:r>
              <a:t xml:space="preserve">1. (0:00–0:20 / Lecture) 여기부터 실제 Python 기록을 재생하는 것이 아닌 C++ 교육용 예시임을 밝힌다.0기반 인덱스의 입력 {1,2,3,4}, crop [1,3)은2와3을 포함한다.</a:t>
            </a:r>
          </a:p>
          <a:p>
            <a:r>
              <a:t xml:space="preserve">2. (0:20–0:55 / Lecture) 기대 {2,3}·2개와 명세를 어긴 {2,3,4}·3개에서 추가 원소4를 비교한다. 잘못된 vector는 설명용 반례이며 실제 Trial에서 통과한 결과가 아니다.</a:t>
            </a:r>
          </a:p>
          <a:p>
            <a:r>
              <a:t xml:space="preserve">3. (0:55–1:20 / Lecture) EXPECT_FALSE(actual.empty());는 두 경우 모두 비어 있지 않다는 점만 확인한다. 새 실행을 하지 않았고 PASS/FAIL 결과 화면이 아니다. 검사 횟수보다 어떤 오류를 구별할 조건인지가 핵심이다.</a:t>
            </a:r>
          </a:p>
          <a:p>
            <a:r>
              <a:t xml:space="preserve">4. (1:20–1:30 / Lecture) 이 입력에서 기대하는 값과 길이를 요청에 적는 다음 장으로 이동한다.</a:t>
            </a:r>
          </a:p>
          <a:p>
            <a:r>
              <a:t xml:space="preserve"/>
            </a:r>
          </a:p>
          <a:p>
            <a:r>
              <a:t xml:space="preserve">Evidence / Source:</a:t>
            </a:r>
          </a:p>
          <a:p>
            <a:r>
              <a:t xml:space="preserve">TEACHING_MODEL. 기존 반열림 crop 명세를 C++ vector와 GoogleTest로 재표현한 교육용 예시다. DEC-0041, DEC-0042, DEC-0112. [GoogleTest Primer](https://google.github.io/googletest/primer.html), [Microsoft vector operators](https://learn.microsoft.com/en-us/cpp/standard-library/vector-operators?view=msvc-170). 공식 의미 확인2026-10-27. 기술 의미를 설명하는 출처이며 예시 실행·당시 Trial 도구의 근거가 아니다.</a:t>
            </a:r>
          </a:p>
          <a:p>
            <a:r>
              <a:t xml:space="preserve"/>
            </a:r>
          </a:p>
          <a:p>
            <a:r>
              <a:t xml:space="preserve">Claim Boundary:</a:t>
            </a:r>
          </a:p>
          <a:p>
            <a:r>
              <a:t xml:space="preserve">TEACHING MODEL — C++ vector·GoogleTest는 기존 crop 명세를 설명하는 실행하지 않은 예시다. 실제 TRIAL-002의 assertion 원문이나 잘못된 결과의 PASS 기록이 아니다.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테스트가 실행됐는지와 원하는 오류를 구별하는지는 다른 질문임을 본다.</a:t>
            </a:r>
          </a:p>
          <a:p>
            <a:r>
              <a:t xml:space="preserve"/>
            </a:r>
          </a:p>
          <a:p>
            <a:r>
              <a:t xml:space="preserve">Advanced Insight:</a:t>
            </a:r>
          </a:p>
          <a:p>
            <a:r>
              <a:t xml:space="preserve">기대하는 위반에 맞춰 assertion 조건을 선택한다. 한 반례가 전체 테스트 품질을 평가하는 것은 아니다.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ON-SCREEN SUPPORTING — native vector 원소 칸과 EXPECT_FALSE 조건만 비교한다. GoogleTest 설치·실행을 가르치지 않는다.</a:t>
            </a:r>
          </a:p>
          <a:p>
            <a:r>
              <a:t xml:space="preserve"/>
            </a:r>
          </a:p>
          <a:p>
            <a:r>
              <a:t xml:space="preserve">Demo Operation:</a:t>
            </a:r>
          </a:p>
          <a:p>
            <a:r>
              <a:t xml:space="preserve">TRIAL-002의 반열림 crop 명세를 C++로 재표현한 교육용 반례이며 새 Trial·실제 실행 결과가 아니다. 이 구간은 Lecture/Reflection이고 DEMO-05의8분과 중복 계산하지 않는다. 정적 화면을 설명하며 Live 실행을 하지 않는다.</a:t>
            </a:r>
          </a:p>
          <a:p>
            <a:r>
              <a:t xml:space="preserve"/>
            </a:r>
          </a:p>
          <a:p>
            <a:r>
              <a:t xml:space="preserve">Audience Interaction:</a:t>
            </a:r>
          </a:p>
          <a:p>
            <a:r>
              <a:t xml:space="preserve">설명 중 자발적인 질문은 기존 ACT1 Q&amp;A 범위로 회수한다. 이 장에 별도 실습·답변 시간을 추가하지 않는다.</a:t>
            </a:r>
          </a:p>
          <a:p>
            <a:r>
              <a:t xml:space="preserve"/>
            </a:r>
          </a:p>
          <a:p>
            <a:r>
              <a:t xml:space="preserve">Transition:</a:t>
            </a:r>
          </a:p>
          <a:p>
            <a:r>
              <a:t xml:space="preserve">“그렇다면 이 입력의 기대 결과를 요청에 어떻게 적을까요?”라고 S28의 완료 조건 요청으로 이동한다.</a:t>
            </a:r>
          </a:p>
          <a:p>
            <a:r>
              <a:t xml:space="preserve"/>
            </a:r>
          </a:p>
          <a:p>
            <a:r>
              <a:t xml:space="preserve">Time Management:</a:t>
            </a:r>
          </a:p>
          <a:p>
            <a:r>
              <a:t xml:space="preserve">Lecture90초. 세부 도구 사용법이나 다음 장을 먼저 설명하지 않는다.</a:t>
            </a:r>
          </a:p>
          <a:p>
            <a:r>
              <a:t xml:space="preserve"/>
            </a:r>
          </a:p>
          <a:p>
            <a:r>
              <a:t xml:space="preserve">Fallback:</a:t>
            </a:r>
          </a:p>
          <a:p>
            <a:r>
              <a:t xml:space="preserve">production/ACT_1.pptx S27 또는 production/preview/act1/S27.png의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기대 결과를 요청에 적는다</a:t>
            </a:r>
          </a:p>
          <a:p>
            <a:r>
              <a:t xml:space="preserve"/>
            </a:r>
          </a:p>
          <a:p>
            <a:r>
              <a:t xml:space="preserve">Slide ID:</a:t>
            </a:r>
          </a:p>
          <a:p>
            <a:r>
              <a:t xml:space="preserve">S28</a:t>
            </a:r>
          </a:p>
          <a:p>
            <a:r>
              <a:t xml:space="preserve"/>
            </a:r>
          </a:p>
          <a:p>
            <a:r>
              <a:t xml:space="preserve">Working Title:</a:t>
            </a:r>
          </a:p>
          <a:p>
            <a:r>
              <a:t xml:space="preserve">기대 결과를 요청에 적는다</a:t>
            </a:r>
          </a:p>
          <a:p>
            <a:r>
              <a:t xml:space="preserve"/>
            </a:r>
          </a:p>
          <a:p>
            <a:r>
              <a:t xml:space="preserve">ACT / Section:</a:t>
            </a:r>
          </a:p>
          <a:p>
            <a:r>
              <a:t xml:space="preserve">ACT 1 / 1E + 1F</a:t>
            </a:r>
          </a:p>
          <a:p>
            <a:r>
              <a:t xml:space="preserve"/>
            </a:r>
          </a:p>
          <a:p>
            <a:r>
              <a:t xml:space="preserve">Allocated Time:</a:t>
            </a:r>
          </a:p>
          <a:p>
            <a:r>
              <a:t xml:space="preserve">2 minutes</a:t>
            </a:r>
          </a:p>
          <a:p>
            <a:r>
              <a:t xml:space="preserve"/>
            </a:r>
          </a:p>
          <a:p>
            <a:r>
              <a:t xml:space="preserve">Mode Split:</a:t>
            </a:r>
          </a:p>
          <a:p>
            <a:r>
              <a:t xml:space="preserve">Lecture 1 minute + Reflection 1 minute</a:t>
            </a:r>
          </a:p>
          <a:p>
            <a:r>
              <a:t xml:space="preserve"/>
            </a:r>
          </a:p>
          <a:p>
            <a:r>
              <a:t xml:space="preserve">Primary Message:</a:t>
            </a:r>
          </a:p>
          <a:p>
            <a:r>
              <a:t xml:space="preserve">입력·기대 값과 길이·확인 방법·보고할 결과와 미확인을 요청에 담는다. 검증 설명을 작업 요청의 완료 조건으로 연결한다.</a:t>
            </a:r>
          </a:p>
          <a:p>
            <a:r>
              <a:t xml:space="preserve"/>
            </a:r>
          </a:p>
          <a:p>
            <a:r>
              <a:t xml:space="preserve">Opening Question:</a:t>
            </a:r>
          </a:p>
          <a:p>
            <a:r>
              <a:t xml:space="preserve">“어떤 기대 결과를 비교하고 보고해 달라고 요청할까?”</a:t>
            </a:r>
          </a:p>
          <a:p>
            <a:r>
              <a:t xml:space="preserve"/>
            </a:r>
          </a:p>
          <a:p>
            <a:r>
              <a:t xml:space="preserve">Speaker Flow:</a:t>
            </a:r>
          </a:p>
          <a:p>
            <a:r>
              <a:t xml:space="preserve">1. (0:00–0:30 / Lecture) 큰 요청 창에서 입력·crop 범위·기대 {2,3}와 길이2를 짚는다. 실제 TRIAL-002 입력 발췌가 아닌 교육용 요청이다.</a:t>
            </a:r>
          </a:p>
          <a:p>
            <a:r>
              <a:t xml:space="preserve">2. (0:30–0:50 / Lecture) 실행한 검사·결과·미확인 보고까지 요청함을 짚는다. 아래 expected 선언과 EXPECT_EQ(actual, expected);는 해당 입력의 길이·순서별 값을 비교하는 보조 코드이며 실제 실행·PASS/FAIL이 아니다.</a:t>
            </a:r>
          </a:p>
          <a:p>
            <a:r>
              <a:t xml:space="preserve">3. (0:50–1:00 / Lecture) 이 한 입력으로 모든 정확성을 입증하지 않는다는 범위를 유지한다.</a:t>
            </a:r>
          </a:p>
          <a:p>
            <a:r>
              <a:t xml:space="preserve">4. (1:00–2:00 / Reflection) 각자 익숙한 작업에서 어떤 입력과 기대 결과를 확인해 달라고 요청할지 조용히 생각하게 한다. 작성·공유·실습을 요구하지 않는다.2분에 S29 요청 문장 도구로 이동한다.</a:t>
            </a:r>
          </a:p>
          <a:p>
            <a:r>
              <a:t xml:space="preserve"/>
            </a:r>
          </a:p>
          <a:p>
            <a:r>
              <a:t xml:space="preserve">Evidence / Source:</a:t>
            </a:r>
          </a:p>
          <a:p>
            <a:r>
              <a:t xml:space="preserve">TEACHING_MODEL. 기존 반열림 crop 명세를 C++ vector와 GoogleTest로 재표현한 교육용 예시다. DEC-0041, DEC-0042, DEC-0112. [GoogleTest Primer](https://google.github.io/googletest/primer.html), [Microsoft vector operators](https://learn.microsoft.com/en-us/cpp/standard-library/vector-operators?view=msvc-170). 공식 의미 확인2026-10-27. 기술 의미를 설명하는 출처이며 예시 실행·당시 Trial 도구의 근거가 아니다.</a:t>
            </a:r>
          </a:p>
          <a:p>
            <a:r>
              <a:t xml:space="preserve"/>
            </a:r>
          </a:p>
          <a:p>
            <a:r>
              <a:t xml:space="preserve">Claim Boundary:</a:t>
            </a:r>
          </a:p>
          <a:p>
            <a:r>
              <a:t xml:space="preserve">TEACHING MODEL — C++ 예시 요청과 assertion은 실제 TRIAL-002 입력·수행 결과가 아니다. 실행하지 않았으며 PASS/FAIL·Prompt 우월성·모든 정확성을 주장하지 않는다. 한 입력의 비교는 다른 입력·경계·플랫폼의 정확성을 보장하지 않는다. 새 Trial·컴파일·실험·성능 측정·제품 재현·Prompt 단독 성과의 근거가 아니다.</a:t>
            </a:r>
          </a:p>
          <a:p>
            <a:r>
              <a:t xml:space="preserve"/>
            </a:r>
          </a:p>
          <a:p>
            <a:r>
              <a:t xml:space="preserve">Beginner Explanation:</a:t>
            </a:r>
          </a:p>
          <a:p>
            <a:r>
              <a:t xml:space="preserve">“테스트해줘”보다 구체적인 완료 판단 요청을 읽는다.</a:t>
            </a:r>
          </a:p>
          <a:p>
            <a:r>
              <a:t xml:space="preserve"/>
            </a:r>
          </a:p>
          <a:p>
            <a:r>
              <a:t xml:space="preserve">Advanced Insight:</a:t>
            </a:r>
          </a:p>
          <a:p>
            <a:r>
              <a:t xml:space="preserve">std::vector&lt;int&gt; 동등 비교는 길이와 순서별 값을 비교한다. size assertion의 교육상 중복 의미는 Notes에 보존하며 코드 양을 늘리는 강의로 확장하지 않는다. For std::vector&lt;int&gt;, equality checks size and corresponding values in order. An explicit EXPECT_EQ(actual.size(), 2u); can expose the width criterion but is redundant with equality. Keep it as optional explanation rather than an extra on-screen condition.</a:t>
            </a:r>
          </a:p>
          <a:p>
            <a:r>
              <a:t xml:space="preserve"/>
            </a:r>
          </a:p>
          <a:p>
            <a:r>
              <a:t xml:space="preserve">C++ Vision Bridge:</a:t>
            </a:r>
          </a:p>
          <a:p>
            <a:r>
              <a:t xml:space="preserve">ON-SCREEN SUPPORTING — expected{2,3}와 vector 동등 비교를 사용한다. 기존 명시적 size 확인의 의미는 Notes에 보존한다. 새 컴파일·GoogleTest·Windows 실행을 뜻하지 않는다.</a:t>
            </a:r>
          </a:p>
          <a:p>
            <a:r>
              <a:t xml:space="preserve"/>
            </a:r>
          </a:p>
          <a:p>
            <a:r>
              <a:t xml:space="preserve">Demo Operation:</a:t>
            </a:r>
          </a:p>
          <a:p>
            <a:r>
              <a:t xml:space="preserve">S27의 동일 C++ 교육용 반례를 완료 조건 요청으로 이어간다. S21–S24 실제 입력·관찰과 분리한다. 이 구간은 Lecture/Reflection이고 DEMO-05의8분과 중복 계산하지 않는다. 정적 화면을 설명하며 Live 실행을 하지 않는다.</a:t>
            </a:r>
          </a:p>
          <a:p>
            <a:r>
              <a:t xml:space="preserve"/>
            </a:r>
          </a:p>
          <a:p>
            <a:r>
              <a:t xml:space="preserve">Audience Interaction:</a:t>
            </a:r>
          </a:p>
          <a:p>
            <a:r>
              <a:t xml:space="preserve">마지막1분은 어떤 입력·기대 결과가 해당 명세 위반을 구별할지 조용히 생각한다. 작성·공유·공개 답변을 요구하지 않는다.</a:t>
            </a:r>
          </a:p>
          <a:p>
            <a:r>
              <a:t xml:space="preserve"/>
            </a:r>
          </a:p>
          <a:p>
            <a:r>
              <a:t xml:space="preserve">Transition:</a:t>
            </a:r>
          </a:p>
          <a:p>
            <a:r>
              <a:t xml:space="preserve">“요청에 담을 내용은 정했습니다. 이제 상황에 맞게 전달하는 문장 도구를 보겠습니다.”라고 S29의 실무 적용 팁으로 연결한다.</a:t>
            </a:r>
          </a:p>
          <a:p>
            <a:r>
              <a:t xml:space="preserve"/>
            </a:r>
          </a:p>
          <a:p>
            <a:r>
              <a:t xml:space="preserve">Time Management:</a:t>
            </a:r>
          </a:p>
          <a:p>
            <a:r>
              <a:t xml:space="preserve">Lecture60초+Reflection60초=2분. 세 장 합계5분=Lecture4+Reflection1이다.2분에 S29로 넘기며 실제 운영 적합성은 리허설 전까지 UNVERIFIED다.</a:t>
            </a:r>
          </a:p>
          <a:p>
            <a:r>
              <a:t xml:space="preserve"/>
            </a:r>
          </a:p>
          <a:p>
            <a:r>
              <a:t xml:space="preserve">Fallback:</a:t>
            </a:r>
          </a:p>
          <a:p>
            <a:r>
              <a:t xml:space="preserve">production/ACT_1.pptx S28 또는 production/preview/act1/S28.png의 정적 화면을 사용한다. 화면과 본 Notes의 실제 관찰/교육용 예시 경계를 유지한다. 새 실행을 시연하지 않는다.</a:t>
            </a:r>
          </a:p>
          <a:p>
            <a:r>
              <a:t xml:space="preserve"/>
            </a:r>
          </a:p>
          <a:p>
            <a:r>
              <a:t xml:space="preserve">Validation Status:</a:t>
            </a:r>
          </a:p>
          <a:p>
            <a:r>
              <a:t xml:space="preserve">ALIGNED — DEC-0112의3장 분할·기존5분·근거 경계 기준이다. 최종 렌더·내장 Notes 검증은 production/evaluation/S26_REQUEST_SPLIT_REVISION.md를 따른다. Windows·교육장·제품/계정·실측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지시와 참고 자료의 구분</a:t>
            </a:r>
          </a:p>
          <a:p>
            <a:r>
              <a:t xml:space="preserve"/>
            </a:r>
          </a:p>
          <a:p>
            <a:r>
              <a:t xml:space="preserve">Slide ID:</a:t>
            </a:r>
          </a:p>
          <a:p>
            <a:r>
              <a:t xml:space="preserve">S29</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입력과 기대 결과의 작은 예시</a:t>
            </a:r>
          </a:p>
          <a:p>
            <a:r>
              <a:t xml:space="preserve"/>
            </a:r>
          </a:p>
          <a:p>
            <a:r>
              <a:t xml:space="preserve">Slide ID:</a:t>
            </a:r>
          </a:p>
          <a:p>
            <a:r>
              <a:t xml:space="preserve">S30</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바로 검토할 수 있는 결과 형식</a:t>
            </a:r>
          </a:p>
          <a:p>
            <a:r>
              <a:t xml:space="preserve"/>
            </a:r>
          </a:p>
          <a:p>
            <a:r>
              <a:t xml:space="preserve">Slide ID:</a:t>
            </a:r>
          </a:p>
          <a:p>
            <a:r>
              <a:t xml:space="preserve">S31</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근거가 있는 설명과 미확인의 구분</a:t>
            </a:r>
          </a:p>
          <a:p>
            <a:r>
              <a:t xml:space="preserve"/>
            </a:r>
          </a:p>
          <a:p>
            <a:r>
              <a:t xml:space="preserve">Slide ID:</a:t>
            </a:r>
          </a:p>
          <a:p>
            <a:r>
              <a:t xml:space="preserve">S32</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결과를 바꾸는 결정에서 확인 질문</a:t>
            </a:r>
          </a:p>
          <a:p>
            <a:r>
              <a:t xml:space="preserve"/>
            </a:r>
          </a:p>
          <a:p>
            <a:r>
              <a:t xml:space="preserve">Slide ID:</a:t>
            </a:r>
          </a:p>
          <a:p>
            <a:r>
              <a:t xml:space="preserve">S33</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큰 작업을 검토할 결과물로 나누기</a:t>
            </a:r>
          </a:p>
          <a:p>
            <a:r>
              <a:t xml:space="preserve"/>
            </a:r>
          </a:p>
          <a:p>
            <a:r>
              <a:t xml:space="preserve">Slide ID:</a:t>
            </a:r>
          </a:p>
          <a:p>
            <a:r>
              <a:t xml:space="preserve">S34</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기준을 지정한 코드 리뷰 요청</a:t>
            </a:r>
          </a:p>
          <a:p>
            <a:r>
              <a:t xml:space="preserve"/>
            </a:r>
          </a:p>
          <a:p>
            <a:r>
              <a:t xml:space="preserve">Slide ID:</a:t>
            </a:r>
          </a:p>
          <a:p>
            <a:r>
              <a:t xml:space="preserve">S35</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S35 또는 production/preview/act1/S35.png.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구체적인 근거로 수정 방향 피드백</a:t>
            </a:r>
          </a:p>
          <a:p>
            <a:r>
              <a:t xml:space="preserve"/>
            </a:r>
          </a:p>
          <a:p>
            <a:r>
              <a:t xml:space="preserve">Slide ID:</a:t>
            </a:r>
          </a:p>
          <a:p>
            <a:r>
              <a:t xml:space="preserve">S36</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“요청을 구체화해도 다음 작업에 다시 적게 될 문장이 있습니다. 같은 crop 요청에서 찾아볼까요?”라고 S37로 연결한다.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“요청을 구체화해도 다음 작업에 다시 적게 될 문장이 있습니다. 같은 crop 요청에서 찾아볼까요?”라고 S37로 연결한다.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S36 또는 production/preview/act1/S36.png.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다음 작업에도 이 내용을 다시 적어야 할까?</a:t>
            </a:r>
          </a:p>
          <a:p>
            <a:r>
              <a:t xml:space="preserve"/>
            </a:r>
          </a:p>
          <a:p>
            <a:r>
              <a:t xml:space="preserve">Slide ID:</a:t>
            </a:r>
          </a:p>
          <a:p>
            <a:r>
              <a:t xml:space="preserve">S37</a:t>
            </a:r>
          </a:p>
          <a:p>
            <a:r>
              <a:t xml:space="preserve"/>
            </a:r>
          </a:p>
          <a:p>
            <a:r>
              <a:t xml:space="preserve">Working Title:</a:t>
            </a:r>
          </a:p>
          <a:p>
            <a:r>
              <a:t xml:space="preserve">다음 작업에도 이 내용을 다시 적어야 할까?</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a:t>
            </a:r>
          </a:p>
          <a:p>
            <a:r>
              <a:t xml:space="preserve">잘 작성한 요청에도 이번 목표와 여러 작업에서 다시 참고할 기준이 함께 들어갈 수 있다. 먼저 반복할 내용을 생각하고 다음 장에서 범위를 구분한다.</a:t>
            </a:r>
          </a:p>
          <a:p>
            <a:r>
              <a:t xml:space="preserve"/>
            </a:r>
          </a:p>
          <a:p>
            <a:r>
              <a:t xml:space="preserve">Opening Question:</a:t>
            </a:r>
          </a:p>
          <a:p>
            <a:r>
              <a:t xml:space="preserve">“작업이 바뀌어도 다시 말하게 될 문장은 무엇일까요?”</a:t>
            </a:r>
          </a:p>
          <a:p>
            <a:r>
              <a:t xml:space="preserve"/>
            </a:r>
          </a:p>
          <a:p>
            <a:r>
              <a:t xml:space="preserve">Speaker Flow:</a:t>
            </a:r>
          </a:p>
          <a:p>
            <a:r>
              <a:t xml:space="preserve">1. (0:00–0:15 / Reflection) S36에서 제안의 어긋난 부분을 고치고 유지할 조건을 적었다는 점을 회수한다. 화면의 짧은 요청은 같은 crop 사례를 되돌아보는 교육용 예시이며 실제 TRIAL-002 발췌가 아님을 밝힌다. 세 문장의 범주나 정답을 먼저 설명하지 않는다.</a:t>
            </a:r>
          </a:p>
          <a:p>
            <a:r>
              <a:t xml:space="preserve">2. (0:15–1:00 / Reflection) “작업이 바뀌어도 다시 말하게 될 문장은?”을 보고 조용히 생각할 시간을 둔다. 빈 Bucket이나 분류표 대신 요청 문장을 그대로 관찰하게 한다. 작성·공유·응답을 요구하지 않는다.</a:t>
            </a:r>
          </a:p>
          <a:p>
            <a:r>
              <a:t xml:space="preserve">3. (1:00–3:00 / Q&amp;A) 자발적인 질문을 받는다. 질문이 없으면 “이번 목표와 다음 작업에도 지킬 조건이 같은 수명일까요?”를 한 번 짚고 침묵을 허용한다. 이 시간에 AGENTS.md나 공통 지침의 정답을 먼저 강의하지 않는다.</a:t>
            </a:r>
          </a:p>
          <a:p>
            <a:r>
              <a:t xml:space="preserve">4. (3:00) 같은 세 문장을 유지한 S38로 이동한다.</a:t>
            </a:r>
          </a:p>
          <a:p>
            <a:r>
              <a:t xml:space="preserve"/>
            </a:r>
          </a:p>
          <a:p>
            <a:r>
              <a:t xml:space="preserve">Evidence / Source:</a:t>
            </a:r>
          </a:p>
          <a:p>
            <a:r>
              <a:t xml:space="preserve">TEACHING_MODEL. BEAT-007 → BEAT-008, CLM-0029, CLM-0027, CLM-0003, CLM-0005, DEC-0042, DEC-0113. S36의 crop·API 보존 요청과 기존 프로젝트 테스트 기준을 짧게 각색한 교육용 요청이다. 실제 TRIAL-002 입력·행동 로그·제품 화면이나 새 실험의 근거가 아니다.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구체적인 문장에서 반복할 내용을 떠올리는 교육용 Reflection이다. 실제 Trial에서 이 요청을 사용했다거나 정답·현재 제품 기능·효과를 확인했다고 표현하지 않는다. 문장의 적용 범위는 다음 장에서 프로젝트 합의 조건과 함께 검토한다.</a:t>
            </a:r>
          </a:p>
          <a:p>
            <a:r>
              <a:t xml:space="preserve"/>
            </a:r>
          </a:p>
          <a:p>
            <a:r>
              <a:t xml:space="preserve">Beginner Explanation:</a:t>
            </a:r>
          </a:p>
          <a:p>
            <a:r>
              <a:t xml:space="preserve">요청을 잘 작성해도 이번 목표와 여러 작업에서 다시 참고할 조건이 함께 들어갈 수 있다. 같은 짧은 요청에서 다음에도 다시 말할 문장을 생각한다.</a:t>
            </a:r>
          </a:p>
          <a:p>
            <a:r>
              <a:t xml:space="preserve"/>
            </a:r>
          </a:p>
          <a:p>
            <a:r>
              <a:t xml:space="preserve">Advanced Insight:</a:t>
            </a:r>
          </a:p>
          <a:p>
            <a:r>
              <a:t xml:space="preserve">Separate the recurrence question from storage design. A repeated sentence does not automatically deserve global instruction scope.</a:t>
            </a:r>
          </a:p>
          <a:p>
            <a:r>
              <a:t xml:space="preserve"/>
            </a:r>
          </a:p>
          <a:p>
            <a:r>
              <a:t xml:space="preserve">C++ Vision Bridge: N/A.</a:t>
            </a:r>
          </a:p>
          <a:p>
            <a:r>
              <a:t xml:space="preserve"/>
            </a:r>
          </a:p>
          <a:p>
            <a:r>
              <a:t xml:space="preserve">Demo Operation:</a:t>
            </a:r>
          </a:p>
          <a:p>
            <a:r>
              <a:t xml:space="preserve">N/A — 정적 교육용 요청과 Reflection/Q&amp;A다. 새 Trial·모델 호출·Demo 시간·테스트 실행·결과 화면을 추가하지 않는다.</a:t>
            </a:r>
          </a:p>
          <a:p>
            <a:r>
              <a:t xml:space="preserve"/>
            </a:r>
          </a:p>
          <a:p>
            <a:r>
              <a:t xml:space="preserve">Audience Interaction:</a:t>
            </a:r>
          </a:p>
          <a:p>
            <a:r>
              <a:t xml:space="preserve">Reflection1분(안내15초+개인적 생각45초) 후 자발적 Q&amp;A2분이다. 문장 선택·답안 작성·공유·개인 업무 공개를 요구하지 않는다. 답이 없어도 정시에 진행한다.</a:t>
            </a:r>
          </a:p>
          <a:p>
            <a:r>
              <a:t xml:space="preserve"/>
            </a:r>
          </a:p>
          <a:p>
            <a:r>
              <a:t xml:space="preserve">Transition:</a:t>
            </a:r>
          </a:p>
          <a:p>
            <a:r>
              <a:t xml:space="preserve">“방금 본 같은 요청에서 이번 목표와 계속 쓰기로 한 기준을 나눠 보겠습니다.”라고 S38로 이동한다.</a:t>
            </a:r>
          </a:p>
          <a:p>
            <a:r>
              <a:t xml:space="preserve"/>
            </a:r>
          </a:p>
          <a:p>
            <a:r>
              <a:t xml:space="preserve">Time Management:</a:t>
            </a:r>
          </a:p>
          <a:p>
            <a:r>
              <a:t xml:space="preserve">Reflection1분 + Q&amp;A2분 = 3분. 요청을 이해할 단서3개만 제공한다. 별도 Lecture·설명 시간이나 필수 응답을 추가하지 않는다. 실제 운영 적합성은 리허설 전까지 UNVERIFIED다.</a:t>
            </a:r>
          </a:p>
          <a:p>
            <a:r>
              <a:t xml:space="preserve"/>
            </a:r>
          </a:p>
          <a:p>
            <a:r>
              <a:t xml:space="preserve">Fallback:</a:t>
            </a:r>
          </a:p>
          <a:p>
            <a:r>
              <a:t xml:space="preserve">production/ACT_1.pptx S37 또는 production/preview/act1/S37.png의 정적 요청을 사용한다. 질문이 없으면 요청의 세 문장을 읽어 보게 하고3분에 같은 문장을 분리한 S38로 넘긴다.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작업마다 바뀌는 목표, 계속 쓰는 기준</a:t>
            </a:r>
          </a:p>
          <a:p>
            <a:r>
              <a:t xml:space="preserve"/>
            </a:r>
          </a:p>
          <a:p>
            <a:r>
              <a:t xml:space="preserve">Slide ID:</a:t>
            </a:r>
          </a:p>
          <a:p>
            <a:r>
              <a:t xml:space="preserve">S38</a:t>
            </a:r>
          </a:p>
          <a:p>
            <a:r>
              <a:t xml:space="preserve"/>
            </a:r>
          </a:p>
          <a:p>
            <a:r>
              <a:t xml:space="preserve">Working Title:</a:t>
            </a:r>
          </a:p>
          <a:p>
            <a:r>
              <a:t xml:space="preserve">작업마다 바뀌는 목표, 계속 쓰는 기준</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a:t>
            </a:r>
          </a:p>
          <a:p>
            <a:r>
              <a:t xml:space="preserve">crop 수정 목표는 작업마다 달라지고, 프로젝트에서 합의해 계속 적용할 API·테스트 기준은 여러 작업에서 다시 참고할 수 있다. 적용 범위를 먼저 확인하고 저장 위치는 다음 ACT에서 다룬다.</a:t>
            </a:r>
          </a:p>
          <a:p>
            <a:r>
              <a:t xml:space="preserve"/>
            </a:r>
          </a:p>
          <a:p>
            <a:r>
              <a:t xml:space="preserve">Opening Question:</a:t>
            </a:r>
          </a:p>
          <a:p>
            <a:r>
              <a:t xml:space="preserve">“이 공통 기준을 어디에 두고 다시 참고할까요?”</a:t>
            </a:r>
          </a:p>
          <a:p>
            <a:r>
              <a:t xml:space="preserve"/>
            </a:r>
          </a:p>
          <a:p>
            <a:r>
              <a:t xml:space="preserve">**Speaker Flow:**</a:t>
            </a:r>
          </a:p>
          <a:p>
            <a:r>
              <a:t xml:space="preserve">1. (0:00–1:00 / Reflection) S37과 문장이 하나도 바뀌지 않았음을 확인하게 한다. 각자 업무에서 어떤 조건을 여러 작업에 계속 적용하기로 합의했는지 조용히 생각한다. 앞 장의 문장 찾기를 반복 시험하거나 공개 분류를 요구하지 않는다.</a:t>
            </a:r>
          </a:p>
          <a:p>
            <a:r>
              <a:t xml:space="preserve">2. (1:00–2:00 / Transition) 위 한 줄의 crop 수정은 이번 작업 목표이고 작업이 달라지면 바뀐다는 점을 가리킨다. 새로운 README Task나 성능 사례를 여기서 추가하지 않는다.</a:t>
            </a:r>
          </a:p>
          <a:p>
            <a:r>
              <a:t xml:space="preserve">3. (2:00–3:00 / Transition) 아래 두 줄의 공개 API 유지·정해진 테스트 명령은 이 프로젝트에서 계속 적용하기로 합의한 경우 여러 작업에서 참고할 기준이다. 반복된다고 무조건 전역 지침이 되는 것은 아니다. 어떤 테스트를 언제 돌릴지는 프로젝트의 실제 기준과 작업 조건을 확인한다. 여러 단계의 작업 절차를 여기서 Skill/Workflow로 분류하지 않는다.</a:t>
            </a:r>
          </a:p>
          <a:p>
            <a:r>
              <a:t xml:space="preserve">4. (3:00–4:00 / Transition) 요청에는 목표·조건·완료 근거를 담는다는 ACT1 원칙을 유지한다. 공통 기준을 매번 복사하는 문제와 어디에 두고 참고할지라는 질문만 남긴다. AGENTS.md·자동 수집·효과를 답으로 제시하지 않는다. 세 가지 다른 Task에 같은 설명이 반복되는 장면은 ACT2 S40에서 확대한다.</a:t>
            </a:r>
          </a:p>
          <a:p>
            <a:r>
              <a:t xml:space="preserve">5. (4:00–6:00 / Q&amp;A) 자발적인 질문을 받는다. 질문이 없으면 “다음 요청에도 같은 기준이 필요하면, 어디에 두고 다시 참고할까요?”를 설명용 질문으로 회수하고6분에 S39로 넘긴다. S39 제목의 Transition1분과 시간을 중복 계산하지 않는다.</a:t>
            </a:r>
          </a:p>
          <a:p>
            <a:r>
              <a:t xml:space="preserve"/>
            </a:r>
          </a:p>
          <a:p>
            <a:r>
              <a:t xml:space="preserve">Evidence / Source:</a:t>
            </a:r>
          </a:p>
          <a:p>
            <a:r>
              <a:t xml:space="preserve">TEACHING_MODEL / CONCEPTUAL. BEAT-007, BEAT-008, TRANS-003, CLM-0029, CLM-0027, CLM-0003, CLM-0005, DEC-0042, DEC-0113. S37과 완전히 같은3문장을 사용한다. 구분과 적용 범위는 교육용 예시이며 실제 STATE-01/Trial의 지침 원문·자동 적용·수행 결과가 아니다. 실제 기록과 기존 정책의 조건은 DEMO_MATRIX.md에 보존한다.</a:t>
            </a:r>
          </a:p>
          <a:p>
            <a:r>
              <a:t xml:space="preserve"/>
            </a:r>
          </a:p>
          <a:p>
            <a:r>
              <a:t xml:space="preserve">On-screen teaching request:</a:t>
            </a:r>
          </a:p>
          <a:p>
            <a:r>
              <a:t xml:space="preserve"/>
            </a:r>
          </a:p>
          <a:p>
            <a:r>
              <a:t xml:space="preserve">```text</a:t>
            </a:r>
          </a:p>
          <a:p>
            <a:r>
              <a:t xml:space="preserve">crop 경계 오류를 고쳐줘.</a:t>
            </a:r>
          </a:p>
          <a:p>
            <a:r>
              <a:t xml:space="preserve">기존 공개 API는 유지해.</a:t>
            </a:r>
          </a:p>
          <a:p>
            <a:r>
              <a:t xml:space="preserve">프로젝트에 정해진 테스트 명령으로 확인해.</a:t>
            </a:r>
          </a:p>
          <a:p>
            <a:r>
              <a:t xml:space="preserve">```</a:t>
            </a:r>
          </a:p>
          <a:p>
            <a:r>
              <a:t xml:space="preserve"/>
            </a:r>
          </a:p>
          <a:p>
            <a:r>
              <a:t xml:space="preserve">Claim Boundary:</a:t>
            </a:r>
          </a:p>
          <a:p>
            <a:r>
              <a:t xml:space="preserve">공개 API와 테스트 기준을 프로젝트에서 합의해 계속 적용하기로 한 경우의 교육용 구분이다. 모든 반복 조건이 영구·전역 지침이거나 모든 요청에 전체 테스트가 필수라고 일반화하지 않는다. 실제 TRIAL-002 입력·STATE-01 원문·새 실행·측정·자동 지침 적용·효과를 주장하지 않는다. 저장 메커니즘과 AGENTS.md는 아직 답으로 보여주지 않는다.</a:t>
            </a:r>
          </a:p>
          <a:p>
            <a:r>
              <a:t xml:space="preserve"/>
            </a:r>
          </a:p>
          <a:p>
            <a:r>
              <a:t xml:space="preserve">Beginner Explanation:</a:t>
            </a:r>
          </a:p>
          <a:p>
            <a:r>
              <a:t xml:space="preserve">위의 목표는 작업이 바뀌면 달라지고 아래의 합의된 기준은 여러 작업에서 다시 참고할 수 있다. 같은 요청 문장에서 역할을 나누므로 새 예시를 다시 해석할 필요가 없다.</a:t>
            </a:r>
          </a:p>
          <a:p>
            <a:r>
              <a:t xml:space="preserve"/>
            </a:r>
          </a:p>
          <a:p>
            <a:r>
              <a:t xml:space="preserve">Advanced Insight:</a:t>
            </a:r>
          </a:p>
          <a:p>
            <a:r>
              <a:t xml:space="preserve">Scope and lifetime require project agreement. Check whether an API-preservation condition or test entry applies to future tasks; do not promote every repeated sentence into universal policy. 기존 화면의 의존성 예시는 Notes의 선택 참고로 보존한다. 실제 STATE-01은 작업상 정당한 근거가 있을 때 추가할 수 있다는 조건이며 무조건 금지로 바꾸지 않는다. README는 다음 ACT의 작업 예로 남기고 여기서 새 사례를 추가하지 않는다.</a:t>
            </a:r>
          </a:p>
          <a:p>
            <a:r>
              <a:t xml:space="preserve"/>
            </a:r>
          </a:p>
          <a:p>
            <a:r>
              <a:t xml:space="preserve">C++ Vision Bridge: N/A.</a:t>
            </a:r>
          </a:p>
          <a:p>
            <a:r>
              <a:t xml:space="preserve"/>
            </a:r>
          </a:p>
          <a:p>
            <a:r>
              <a:t xml:space="preserve">Demo Operation:</a:t>
            </a:r>
          </a:p>
          <a:p>
            <a:r>
              <a:t xml:space="preserve">N/A — S37의 동일한 교육용 요청을 범위별로 설명하는 정적 장이다. 새로운 Prompt 입력·Trial·C++/Python 실행·현재 제품 수집 동작·성과를 보여주지 않는다.</a:t>
            </a:r>
          </a:p>
          <a:p>
            <a:r>
              <a:t xml:space="preserve"/>
            </a:r>
          </a:p>
          <a:p>
            <a:r>
              <a:t xml:space="preserve">Audience Interaction:</a:t>
            </a:r>
          </a:p>
          <a:p>
            <a:r>
              <a:t xml:space="preserve">Reflection1분은 어떤 기준을 공통으로 합의할지 생각한다. Transition3분 뒤 자발적 Q&amp;A2분이다. 정답 분류·업무 공개·실습을 요구하지 않는다. 질문이 없으면 마지막 위치 질문을 회수하고6분에 다음 ACT로 넘어간다.</a:t>
            </a:r>
          </a:p>
          <a:p>
            <a:r>
              <a:t xml:space="preserve"/>
            </a:r>
          </a:p>
          <a:p>
            <a:r>
              <a:t xml:space="preserve">**Transition:**</a:t>
            </a:r>
          </a:p>
          <a:p>
            <a:r>
              <a:t xml:space="preserve">“공통 기준이 다음 요청에도 필요하다면 어디에 두고 다시 참고할까요? 다음 구간에서는 서로 다른 작업에도 같은 설명이 반복되는 장면부터 보겠습니다.”라고 ACT2 제목 S39를 거쳐 S40으로 이어간다.</a:t>
            </a:r>
          </a:p>
          <a:p>
            <a:r>
              <a:t xml:space="preserve"/>
            </a:r>
          </a:p>
          <a:p>
            <a:r>
              <a:t xml:space="preserve">Time Management:</a:t>
            </a:r>
          </a:p>
          <a:p>
            <a:r>
              <a:t xml:space="preserve">0–1분 Reflection,1–4분 Transition,4–6분 Q&amp;A를 유지한다. S39 ACT2 제목의1분은 별도다. 두 장 합계9분과 Reflection2/Transition3/Q&amp;A4를 보존한다. 실측 시간 적합성은 UNVERIFIED다.</a:t>
            </a:r>
          </a:p>
          <a:p>
            <a:r>
              <a:t xml:space="preserve"/>
            </a:r>
          </a:p>
          <a:p>
            <a:r>
              <a:t xml:space="preserve">Fallback:</a:t>
            </a:r>
          </a:p>
          <a:p>
            <a:r>
              <a:t xml:space="preserve">production/ACT_1.pptx S38 또는 production/preview/act1/S38.png의 정적 분리 도식을 사용한다. 프로젝트 합의·조건 범위를 밝히고 S39 제목→S40의 세 작업 반복 장면으로 이어간다. 저장 방법을 먼저 설명하지 않는다.</a:t>
            </a:r>
          </a:p>
          <a:p>
            <a:r>
              <a:t xml:space="preserve"/>
            </a:r>
          </a:p>
          <a:p>
            <a:r>
              <a:t xml:space="preserve">Validation Status:</a:t>
            </a:r>
          </a:p>
          <a:p>
            <a:r>
              <a:t xml:space="preserve">ALIGNED — DEC-0113. 최종 PPT/Notes/렌더 대조는 production/evaluation/ACT1_CONTEXT_HANDOFF_REVISION.md에 기록한다. Windows·교육장·현재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필요한 정보를 찾아 쓰게 하기</a:t>
            </a:r>
          </a:p>
          <a:p>
            <a:r>
              <a:t xml:space="preserve"/>
            </a:r>
          </a:p>
          <a:p>
            <a:r>
              <a:t xml:space="preserve">**Slide ID:**</a:t>
            </a:r>
          </a:p>
          <a:p>
            <a:r>
              <a:t xml:space="preserve">S39</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S40의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S40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S40로 넘긴다. 실측 리허설 UNVERIFIED.</a:t>
            </a:r>
          </a:p>
          <a:p>
            <a:r>
              <a:t xml:space="preserve"/>
            </a:r>
          </a:p>
          <a:p>
            <a:r>
              <a:t xml:space="preserve">**Fallback:**</a:t>
            </a:r>
          </a:p>
          <a:p>
            <a:r>
              <a:t xml:space="preserve">LOCAL STATIC ARTIFACT — production/preview/full/S39.png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다른 Task에 같은 설명이 반복된다</a:t>
            </a:r>
          </a:p>
          <a:p>
            <a:r>
              <a:t xml:space="preserve"/>
            </a:r>
          </a:p>
          <a:p>
            <a:r>
              <a:t xml:space="preserve">Slide ID:</a:t>
            </a:r>
          </a:p>
          <a:p>
            <a:r>
              <a:t xml:space="preserve">S40</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a:t>
            </a:r>
          </a:p>
          <a:p>
            <a:r>
              <a:t xml:space="preserve">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작은 Project Context의 첫 기록</a:t>
            </a:r>
          </a:p>
          <a:p>
            <a:r>
              <a:t xml:space="preserve"/>
            </a:r>
          </a:p>
          <a:p>
            <a:r>
              <a:t xml:space="preserve">Slide ID:</a:t>
            </a:r>
          </a:p>
          <a:p>
            <a:r>
              <a:t xml:space="preserve">S41</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S42로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a:t>
            </a:r>
          </a:p>
          <a:p>
            <a:r>
              <a:t xml:space="preserve">실제 파일이 그 상태에 존재했다는 근거다. 성능, 정확도, 토큰 절감 또는 AGENTS.md 단독 인과효과를 주장하지 않는다. 제품 코드·테스트·README는 그 상태 전환에서 바뀌지 않았다. S42의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a:t>
            </a:r>
          </a:p>
          <a:p>
            <a:r>
              <a:t xml:space="preserve">`production/ACT_2.pptx`의 S41 및 `production/preview/act2/S41.png`에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a:t>
            </a:r>
          </a:p>
          <a:p>
            <a:r>
              <a:t xml:space="preserve">Demo 4분 유지. 1분 상태 전환, 2분 네 발췌, 1분 의미와 S42 handoff. 명령어 옵션별 설명은 생략한다.</a:t>
            </a:r>
          </a:p>
          <a:p>
            <a:r>
              <a:t xml:space="preserve"/>
            </a:r>
          </a:p>
          <a:p>
            <a:r>
              <a:t xml:space="preserve">Fallback:</a:t>
            </a:r>
          </a:p>
          <a:p>
            <a:r>
              <a:t xml:space="preserve">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AGENTS.md의 지침대로 검증했다</a:t>
            </a:r>
          </a:p>
          <a:p>
            <a:r>
              <a:t xml:space="preserve"/>
            </a:r>
          </a:p>
          <a:p>
            <a:r>
              <a:t xml:space="preserve">Slide ID:</a:t>
            </a:r>
          </a:p>
          <a:p>
            <a:r>
              <a:t xml:space="preserve">S42</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S43로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a:t>
            </a:r>
          </a:p>
          <a:p>
            <a:r>
              <a:t xml:space="preserve">1분 실제 요청과 외부 주석,1분 프로젝트 작업 지침,1분 테스트 실행·11/11 결과,1분 해석 한계와 S43 연결. Demo4분·기존 Mode는 유지하며 실측 리허설은 UNVERIFIED다.</a:t>
            </a:r>
          </a:p>
          <a:p>
            <a:r>
              <a:t xml:space="preserve"/>
            </a:r>
          </a:p>
          <a:p>
            <a:r>
              <a:t xml:space="preserve">Fallback:</a:t>
            </a:r>
          </a:p>
          <a:p>
            <a:r>
              <a:t xml:space="preserve">production/ACT_2.pptx S42 또는 production/preview/act2/S42.png를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Task Prompt와 Project Context</a:t>
            </a:r>
          </a:p>
          <a:p>
            <a:r>
              <a:t xml:space="preserve"/>
            </a:r>
          </a:p>
          <a:p>
            <a:r>
              <a:t xml:space="preserve">Slide ID:</a:t>
            </a:r>
          </a:p>
          <a:p>
            <a:r>
              <a:t xml:space="preserve">S43</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S41–S39.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a:t>
            </a:r>
          </a:p>
          <a:p>
            <a:r>
              <a:t xml:space="preserve">LOCAL STATIC ARTIFACT — production/ACT_2.pptx의 S43 또는 production/preview/act2/S43.png를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정확한 정보도 계속 늘어난다</a:t>
            </a:r>
          </a:p>
          <a:p>
            <a:r>
              <a:t xml:space="preserve"/>
            </a:r>
          </a:p>
          <a:p>
            <a:r>
              <a:t xml:space="preserve">Slide ID:</a:t>
            </a:r>
          </a:p>
          <a:p>
            <a:r>
              <a:t xml:space="preserve">S44</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S45의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a:t>
            </a:r>
          </a:p>
          <a:p>
            <a:r>
              <a:t xml:space="preserve">LOCAL STATIC ARTIFACT — production/ACT_2.pptx의 S44 또는 production/preview/act2/S44.png를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정확하지만 이번 작업에는 불필요한 정보</a:t>
            </a:r>
          </a:p>
          <a:p>
            <a:r>
              <a:t xml:space="preserve"/>
            </a:r>
          </a:p>
          <a:p>
            <a:r>
              <a:t xml:space="preserve">Slide ID:</a:t>
            </a:r>
          </a:p>
          <a:p>
            <a:r>
              <a:t xml:space="preserve">S45</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1. (0:00–1:00 / Demo) S44의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S46에서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a:t>
            </a:r>
          </a:p>
          <a:p>
            <a:r>
              <a:t xml:space="preserve">LOCAL STATIC ARTIFACT — production/ACT_2.pptx의 S45 또는 production/preview/act2/S45.png를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정보의 범위와 제공 시점</a:t>
            </a:r>
          </a:p>
          <a:p>
            <a:r>
              <a:t xml:space="preserve"/>
            </a:r>
          </a:p>
          <a:p>
            <a:r>
              <a:t xml:space="preserve">Slide ID:</a:t>
            </a:r>
          </a:p>
          <a:p>
            <a:r>
              <a:t xml:space="preserve">S46</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S46/TRIAL-004의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a:t>
            </a:r>
          </a:p>
          <a:p>
            <a:r>
              <a:t xml:space="preserve">FROZEN — 93장 구조·Story·시간·Demo 범위; TEACHING_MODEL; CONCEPTUAL. OpenAI의 공식 분류 체계로 표현하지 않는다. S45의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a:t>
            </a:r>
          </a:p>
          <a:p>
            <a:r>
              <a:t xml:space="preserve">S45 회수30초, 공통 안내1분, 요청별 상세1분, 재사용 절차1분, 경계·S47 연결30초로 Lecture4분을 유지한다. 제품 기능이나 Skill 호출 설명으로 확장하지 않는다.</a:t>
            </a:r>
          </a:p>
          <a:p>
            <a:r>
              <a:t xml:space="preserve"/>
            </a:r>
          </a:p>
          <a:p>
            <a:r>
              <a:t xml:space="preserve">Fallback:</a:t>
            </a:r>
          </a:p>
          <a:p>
            <a:r>
              <a:t xml:space="preserve">LOCAL STATIC ARTIFACT — production/ACT_2.pptx의 S46 또는 production/preview/act2/S46.png를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많이 담아도 같은 근거를 똑같이 쓰는가?</a:t>
            </a:r>
          </a:p>
          <a:p>
            <a:r>
              <a:t xml:space="preserve"/>
            </a:r>
          </a:p>
          <a:p>
            <a:r>
              <a:t xml:space="preserve">Slide ID:</a:t>
            </a:r>
          </a:p>
          <a:p>
            <a:r>
              <a:t xml:space="preserve">S47</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a:t>
            </a:r>
          </a:p>
          <a:p>
            <a:r>
              <a:t xml:space="preserve">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S48으로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a:t>
            </a:r>
          </a:p>
          <a:p>
            <a:r>
              <a:t xml:space="preserve">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연구·S47/S46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AI가 필요한 코드를 찾았다는 것을 무엇으로 확인할까?</a:t>
            </a:r>
          </a:p>
          <a:p>
            <a:r>
              <a:t xml:space="preserve"/>
            </a:r>
          </a:p>
          <a:p>
            <a:r>
              <a:t xml:space="preserve">Slide ID:</a:t>
            </a:r>
          </a:p>
          <a:p>
            <a:r>
              <a:t xml:space="preserve">S48</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a:t>
            </a:r>
          </a:p>
          <a:p>
            <a:r>
              <a:t xml:space="preserve">1. (0:00–0:40) S47의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S49의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a:t>
            </a:r>
          </a:p>
          <a:p>
            <a:r>
              <a:t xml:space="preserve">Lecture4분 유지. S47 연결40초, 위치 확인40초, 명세·코드 대응60초, 주변 근거60초, S49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a:t>
            </a:r>
          </a:p>
          <a:p>
            <a:r>
              <a:t xml:space="preserve">LOCAL STATIC ARTIFACT — production/ACT_2.pptx / S48; production/preview/act2/S48.png.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a:t>
            </a:r>
          </a:p>
          <a:p>
            <a:r>
              <a:t xml:space="preserve">DEC-0105 — S47→S48→S49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필요한 상세 정보로 가는 길</a:t>
            </a:r>
          </a:p>
          <a:p>
            <a:r>
              <a:t xml:space="preserve"/>
            </a:r>
          </a:p>
          <a:p>
            <a:r>
              <a:t xml:space="preserve">Slide ID:</a:t>
            </a:r>
          </a:p>
          <a:p>
            <a:r>
              <a:t xml:space="preserve">S49</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S47–S48의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a:t>
            </a:r>
          </a:p>
          <a:p>
            <a:r>
              <a:t xml:space="preserve">LOCAL STATIC ARTIFACT — production/ACT_2.pptx / S49; production/preview/act2/S49.png.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연구·S47/S46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AGENTS.md에는 무엇을 남길까?</a:t>
            </a:r>
          </a:p>
          <a:p>
            <a:r>
              <a:t xml:space="preserve"/>
            </a:r>
          </a:p>
          <a:p>
            <a:r>
              <a:t xml:space="preserve">Slide ID:</a:t>
            </a:r>
          </a:p>
          <a:p>
            <a:r>
              <a:t xml:space="preserve">S50</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S52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S51, 문서 접근의 관찰과 한계는 S53–S55에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a:t>
            </a:r>
          </a:p>
          <a:p>
            <a:r>
              <a:t xml:space="preserve">LOCAL STATIC ARTIFACT — production/ACT_2.pptx의 S50 또는 production/preview/act2/S50.png를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정보를 지우지 않고 위치를 나누기</a:t>
            </a:r>
          </a:p>
          <a:p>
            <a:r>
              <a:t xml:space="preserve"/>
            </a:r>
          </a:p>
          <a:p>
            <a:r>
              <a:t xml:space="preserve">Slide ID:</a:t>
            </a:r>
          </a:p>
          <a:p>
            <a:r>
              <a:t xml:space="preserve">S51</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S53–S55에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a:t>
            </a:r>
          </a:p>
          <a:p>
            <a:r>
              <a:t xml:space="preserve">LOCAL STATIC ARTIFACT — production/ACT_2.pptx의 S51 또는 production/preview/full/S51.png, production/preview/act2/S51.png를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서로 다른 두 Task가 무엇을 읽을까?</a:t>
            </a:r>
          </a:p>
          <a:p>
            <a:r>
              <a:t xml:space="preserve"/>
            </a:r>
          </a:p>
          <a:p>
            <a:r>
              <a:t xml:space="preserve">Slide ID:</a:t>
            </a:r>
          </a:p>
          <a:p>
            <a:r>
              <a:t xml:space="preserve">S52</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S54–S55.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S53–S55의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a:t>
            </a:r>
          </a:p>
          <a:p>
            <a:r>
              <a:t xml:space="preserve">LOCAL STATIC ARTIFACT — production/ACT_2.pptx의 S52 또는 production/preview/act2/S52.png를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Crop Task에서 관찰한 접근</a:t>
            </a:r>
          </a:p>
          <a:p>
            <a:r>
              <a:t xml:space="preserve"/>
            </a:r>
          </a:p>
          <a:p>
            <a:r>
              <a:t xml:space="preserve">Slide ID:</a:t>
            </a:r>
          </a:p>
          <a:p>
            <a:r>
              <a:t xml:space="preserve">S53</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a:t>
            </a:r>
          </a:p>
          <a:p>
            <a:r>
              <a:t xml:space="preserve">RECONSTRUCTED RECORD — 실제 접근 기록과 명세·답의 요약을 S53 정적 화면으로 보여준다. 입력창 Screenshot이나 실행 로그처럼 꾸미지 않는다. 현재 제품에서 명령을 실행하지 않고 전체 접근 로그를 읽지 않는다. Task B의 접근 차이는 S55에서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a:t>
            </a:r>
          </a:p>
          <a:p>
            <a:r>
              <a:t xml:space="preserve">요청·접근 요약1분, 명세1분, 답 대조1분, 넓은 접근·실행 간 차이1분, 한계 회수·S55 연결1분으로 Case5분을 유지한다. 파일명 전체나 Python 구현 문법 설명이 길어지면 줄이고 명세와 열1·2/폭2/끝 제외를 먼저 회수한다.</a:t>
            </a:r>
          </a:p>
          <a:p>
            <a:r>
              <a:t xml:space="preserve"/>
            </a:r>
          </a:p>
          <a:p>
            <a:r>
              <a:t xml:space="preserve">Fallback:</a:t>
            </a:r>
          </a:p>
          <a:p>
            <a:r>
              <a:t xml:space="preserve">LOCAL STATIC ARTIFACT — production/ACT_2.pptx의 S53 또는 production/preview/act2/S53.png가 발표 기본 경로다. 동일한 Full S53·ACT2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의존성 질문은 설정과 소스로 답했다</a:t>
            </a:r>
          </a:p>
          <a:p>
            <a:r>
              <a:t xml:space="preserve"/>
            </a:r>
          </a:p>
          <a:p>
            <a:r>
              <a:t xml:space="preserve">Slide ID:</a:t>
            </a:r>
          </a:p>
          <a:p>
            <a:r>
              <a:t xml:space="preserve">S54</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a:t>
            </a:r>
          </a:p>
          <a:p>
            <a:r>
              <a:t xml:space="preserve">1. (0–1분) S52의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a:t>
            </a:r>
          </a:p>
          <a:p>
            <a:r>
              <a:t xml:space="preserve">LOCAL STATIC ARTIFACT — production/ACT_2.pptx / S54; production/preview/act2/S54.png.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Task별 접근은 달랐지만 완벽하지는 않다</a:t>
            </a:r>
          </a:p>
          <a:p>
            <a:r>
              <a:t xml:space="preserve"/>
            </a:r>
          </a:p>
          <a:p>
            <a:r>
              <a:t xml:space="preserve">Slide ID:</a:t>
            </a:r>
          </a:p>
          <a:p>
            <a:r>
              <a:t xml:space="preserve">S55</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a:t>
            </a:r>
          </a:p>
          <a:p>
            <a:r>
              <a:t xml:space="preserve">LOCAL STATIC ARTIFACT — production/ACT_2.pptx의 S55 또는 production/preview/full/S55.png를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S56 — Context 정리에서 확인한 네 가지</a:t>
            </a:r>
          </a:p>
          <a:p>
            <a:r>
              <a:t xml:space="preserve"/>
            </a:r>
          </a:p>
          <a:p>
            <a:r>
              <a:t xml:space="preserve">Slide ID:</a:t>
            </a:r>
          </a:p>
          <a:p>
            <a:r>
              <a:t xml:space="preserve">S56</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S57–S59의 팁을 거친 뒤 S60의 기존 수행 방법 질문으로 돌아간다.</a:t>
            </a:r>
          </a:p>
          <a:p>
            <a:r>
              <a:t xml:space="preserve"/>
            </a:r>
          </a:p>
          <a:p>
            <a:r>
              <a:t xml:space="preserve">Time Management: Lecture2+Reflection1분. 과거 Trial을 다시 시연하지 않는다.</a:t>
            </a:r>
          </a:p>
          <a:p>
            <a:r>
              <a:t xml:space="preserve"/>
            </a:r>
          </a:p>
          <a:p>
            <a:r>
              <a:t xml:space="preserve">Fallback:</a:t>
            </a:r>
          </a:p>
          <a:p>
            <a:r>
              <a:t xml:space="preserve">LOCAL STATIC ARTIFACT — production/ACT_2.pptx / S56; production/preview/act2/S56.png.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S57 — AGENTS.md는 어디에 둘까?</a:t>
            </a:r>
          </a:p>
          <a:p>
            <a:r>
              <a:t xml:space="preserve"/>
            </a:r>
          </a:p>
          <a:p>
            <a:r>
              <a:t xml:space="preserve">**Slide ID:**</a:t>
            </a:r>
          </a:p>
          <a:p>
            <a:r>
              <a:t xml:space="preserve">S57</a:t>
            </a:r>
          </a:p>
          <a:p>
            <a:r>
              <a:t xml:space="preserve"/>
            </a:r>
          </a:p>
          <a:p>
            <a:r>
              <a:t xml:space="preserve">**Working Title:**</a:t>
            </a:r>
          </a:p>
          <a:p>
            <a:r>
              <a:t xml:space="preserve">AGENTS.md는 어디에 둘까?</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개인 기본값과 프로젝트 공통 규칙, 모듈별 지침을 구분해 두고 현재 작업에 해당하는 범위를 확인한다.</a:t>
            </a:r>
          </a:p>
          <a:p>
            <a:r>
              <a:t xml:space="preserve"/>
            </a:r>
          </a:p>
          <a:p>
            <a:r>
              <a:t xml:space="preserve">**Opening Question:**</a:t>
            </a:r>
          </a:p>
          <a:p>
            <a:r>
              <a:t xml:space="preserve">“공통 규칙과 특정 모듈 규칙을 어디에 둘까?”</a:t>
            </a:r>
          </a:p>
          <a:p>
            <a:r>
              <a:t xml:space="preserve"/>
            </a:r>
          </a:p>
          <a:p>
            <a:r>
              <a:t xml:space="preserve">**Speaker Flow:**</a:t>
            </a:r>
          </a:p>
          <a:p>
            <a:r>
              <a:t xml:space="preserve">1. (0–1분) S56는 실제 Demo의 Context 정리 회수였다. 여기부터 공식 지침을 적용한 별도 검사 프로젝트 예다. 개인 기본값의 언어/Git 규칙을 가리킨다.</a:t>
            </a:r>
          </a:p>
          <a:p>
            <a:r>
              <a:t xml:space="preserve">2. (1–2분) 루트 공통 API 보존과 vision의 ROI 명세를 폴더 위치에 연결한다. device의 하드웨어 연동 규칙은 형제 모듈 규칙이다.</a:t>
            </a:r>
          </a:p>
          <a:p>
            <a:r>
              <a:t xml:space="preserve">3. (2–3분) crop.cpp가 속한 가지를 짚는다. 이 그림은 적용 범위를 설명하며 전체 하위 파일의 자동 로드를 뜻하지 않는다. 다음은 공통·전용 규칙의 결합이다.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루트의 공통 규칙과 작업 폴더에만 필요한 규칙을 구분한다.</a:t>
            </a:r>
          </a:p>
          <a:p>
            <a:r>
              <a:t xml:space="preserve"/>
            </a:r>
          </a:p>
          <a:p>
            <a:r>
              <a:t xml:space="preserve">**Advanced Insight:**</a:t>
            </a:r>
          </a:p>
          <a:p>
            <a:r>
              <a:t xml:space="preserve">규칙의 논리적 범위와 런타임 수집 여부를 혼동하지 않고 다음 장에서 병합 관계를 본다.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“crop.cpp를 수정할 때, 공통 지침과 vision 지침은 어떻게 함께 적용될까요?” S58로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S57; production/preview/act2/S57.png.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S58 — 공통 지침에 모듈 지침을 더한다</a:t>
            </a:r>
          </a:p>
          <a:p>
            <a:r>
              <a:t xml:space="preserve"/>
            </a:r>
          </a:p>
          <a:p>
            <a:r>
              <a:t xml:space="preserve">**Slide ID:**</a:t>
            </a:r>
          </a:p>
          <a:p>
            <a:r>
              <a:t xml:space="preserve">S58</a:t>
            </a:r>
          </a:p>
          <a:p>
            <a:r>
              <a:t xml:space="preserve"/>
            </a:r>
          </a:p>
          <a:p>
            <a:r>
              <a:t xml:space="preserve">**Working Title:**</a:t>
            </a:r>
          </a:p>
          <a:p>
            <a:r>
              <a:t xml:space="preserve">공통 지침에 모듈 지침을 더한다</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공통 지침을 유지하면서 모듈 전용 지침을 더한다. 충돌하는 기본값은 더 가까운 지침을 우선한다.</a:t>
            </a:r>
          </a:p>
          <a:p>
            <a:r>
              <a:t xml:space="preserve"/>
            </a:r>
          </a:p>
          <a:p>
            <a:r>
              <a:t xml:space="preserve">**Opening Question:**</a:t>
            </a:r>
          </a:p>
          <a:p>
            <a:r>
              <a:t xml:space="preserve">“모듈 지침이 있으면 루트 지침은 없어질까?”</a:t>
            </a:r>
          </a:p>
          <a:p>
            <a:r>
              <a:t xml:space="preserve"/>
            </a:r>
          </a:p>
          <a:p>
            <a:r>
              <a:t xml:space="preserve">**Speaker Flow:**</a:t>
            </a:r>
          </a:p>
          <a:p>
            <a:r>
              <a:t xml:space="preserve">1. (0–1분) 수정 대상은 같은 src/vision/crop.cpp다. 루트의 공개 API 유지와 기본 검증 진입점을 읽는다.</a:t>
            </a:r>
          </a:p>
          <a:p>
            <a:r>
              <a:t xml:space="preserve">2. (1–2분) vision의 ROI 명세와 전용 검증 진입점을 더한다. 결합한 목록에서 공개 API 유지가 사라지지 않았음을 확인한다.</a:t>
            </a:r>
          </a:p>
          <a:p>
            <a:r>
              <a:t xml:space="preserve">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모듈 규칙을 추가해도 공통 제약이 남는다는 점을 이해한다.</a:t>
            </a:r>
          </a:p>
          <a:p>
            <a:r>
              <a:t xml:space="preserve"/>
            </a:r>
          </a:p>
          <a:p>
            <a:r>
              <a:t xml:space="preserve">**Advanced Insight:**</a:t>
            </a:r>
          </a:p>
          <a:p>
            <a:r>
              <a:t xml:space="preserve">상속과 충돌 해결을 구별하고 검증 진입점 기본값과 필수 검증 의무를 혼동하지 않는다.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“적용할 규칙을 배치했다면, Codex가 실제로 그 파일을 읽었을까요?” S59로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S58; production/preview/act2/S58.png.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적용할 지침을 실제로 읽었을까?</a:t>
            </a:r>
          </a:p>
          <a:p>
            <a:r>
              <a:t xml:space="preserve"/>
            </a:r>
          </a:p>
          <a:p>
            <a:r>
              <a:t xml:space="preserve">**Slide ID:**</a:t>
            </a:r>
          </a:p>
          <a:p>
            <a:r>
              <a:t xml:space="preserve">S59</a:t>
            </a:r>
          </a:p>
          <a:p>
            <a:r>
              <a:t xml:space="preserve"/>
            </a:r>
          </a:p>
          <a:p>
            <a:r>
              <a:t xml:space="preserve">**Working Title:**</a:t>
            </a:r>
          </a:p>
          <a:p>
            <a:r>
              <a:t xml:space="preserve">적용할 지침을 실제로 읽었을까?</a:t>
            </a:r>
          </a:p>
          <a:p>
            <a:r>
              <a:t xml:space="preserve"/>
            </a:r>
          </a:p>
          <a:p>
            <a:r>
              <a:t xml:space="preserve">**ACT / Section:**</a:t>
            </a:r>
          </a:p>
          <a:p>
            <a:r>
              <a:t xml:space="preserve">ACT 2 / 2I Discussion·Transition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시작 시 자동 수집은 루트에서 시작 작업 폴더까지의 경로를 따른다. 작업에 필요한 하위 지침은 적용 경로와 본문을 확인해 읽도록 요청한다.</a:t>
            </a:r>
          </a:p>
          <a:p>
            <a:r>
              <a:t xml:space="preserve"/>
            </a:r>
          </a:p>
          <a:p>
            <a:r>
              <a:t xml:space="preserve">**Opening Question:**</a:t>
            </a:r>
          </a:p>
          <a:p>
            <a:r>
              <a:t xml:space="preserve">“파일이 그 위치에 있으면 반드시 읽혔다고 볼 수 있을까?”</a:t>
            </a:r>
          </a:p>
          <a:p>
            <a:r>
              <a:t xml:space="preserve"/>
            </a:r>
          </a:p>
          <a:p>
            <a:r>
              <a:t xml:space="preserve">**Speaker Flow:**</a:t>
            </a:r>
          </a:p>
          <a:p>
            <a:r>
              <a:t xml:space="preserve">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a:r>
              <a:t xml:space="preserve">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a:r>
              <a:t xml:space="preserve"/>
            </a:r>
          </a:p>
          <a:p>
            <a:r>
              <a:t xml:space="preserve">**Beginner Explanation:**</a:t>
            </a:r>
          </a:p>
          <a:p>
            <a:r>
              <a:t xml:space="preserve">파일을 두는 것과 실제로 읽히는 것을 구분하고 확인할 요청을 쓸 수 있다.</a:t>
            </a:r>
          </a:p>
          <a:p>
            <a:r>
              <a:t xml:space="preserve"/>
            </a:r>
          </a:p>
          <a:p>
            <a:r>
              <a:t xml:space="preserve">**Advanced Insight:**</a:t>
            </a:r>
          </a:p>
          <a:p>
            <a:r>
              <a:t xml:space="preserve">시작 시 instruction chain과 이후 명시적 파일 읽기를 구분하며 경로·내용·필요 시 로그를 대조한다.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“지침의 위치와 읽을 범위를 정리해도, 작업마다 같은 수행 절차를 다시 요청하는 문제는 남습니다.” S60의 기존 Harness 질문으로 돌아간다.</a:t>
            </a:r>
          </a:p>
          <a:p>
            <a:r>
              <a:t xml:space="preserve"/>
            </a:r>
          </a:p>
          <a:p>
            <a:r>
              <a:t xml:space="preserve">**Time Management:**</a:t>
            </a:r>
          </a:p>
          <a:p>
            <a:r>
              <a:t xml:space="preserve">Lecture 2분. 화면의 질문·도식·다음 질문을 정해진 순서로 짚고 시간에 넘긴다. 실제 리허설 UNVERIFIED.</a:t>
            </a:r>
          </a:p>
          <a:p>
            <a:r>
              <a:t xml:space="preserve"/>
            </a:r>
          </a:p>
          <a:p>
            <a:r>
              <a:t xml:space="preserve">**Fallback:**</a:t>
            </a:r>
          </a:p>
          <a:p>
            <a:r>
              <a:t xml:space="preserve">LOCAL STATIC ARTIFACT — production/ACT_2.pptx / S59; production/preview/act2/S59.png.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지식은 정리됐지만 절차는 반복된다</a:t>
            </a:r>
          </a:p>
          <a:p>
            <a:r>
              <a:t xml:space="preserve"/>
            </a:r>
          </a:p>
          <a:p>
            <a:r>
              <a:t xml:space="preserve">Slide ID:</a:t>
            </a:r>
          </a:p>
          <a:p>
            <a:r>
              <a:t xml:space="preserve">S60</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S62으로 넘긴다.</a:t>
            </a:r>
          </a:p>
          <a:p>
            <a:r>
              <a:t xml:space="preserve">기존 연결 질문을 유지한 채 ACT 3 제목 S61를 거쳐 S62의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a:t>
            </a:r>
          </a:p>
          <a:p>
            <a:r>
              <a:t xml:space="preserve">FROZEN — 93장 구조·Story·시간·Demo 범위; TEACHING_MODEL; Context 정리는 ACT 2의 주제이며, 다음 절차 반복 예시는 ACT 3의 질문이다. Trial Prompt만으로 전체 절차의 원인을 귀속하지 않는다. S56의 성과를 반복 해설하지 않고 수행 방법을 누가 유지할지 질문한다. Transition4 뒤 Q&amp;A6은 팀의 반복되는 방법을 묻고 마지막20초에 다음 기록으로 넘어간다. 두 실제 요청의 대응 기록은 S62에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a:t>
            </a:r>
          </a:p>
          <a:p>
            <a:r>
              <a:t xml:space="preserve">N/A — native 문서 배치와 두 성능 요청의 압축 요약을 정적으로 보여준다. Prompt 전문·실제 Screenshot·현재 제품 실행으로 표현하지 않는다. 이 장은 새 Trial이나 추가 Demo 시간이 아니다. 다음 S62에서 기록의 반복 구조를 확인한다.</a:t>
            </a:r>
          </a:p>
          <a:p>
            <a:r>
              <a:t xml:space="preserve"/>
            </a:r>
          </a:p>
          <a:p>
            <a:r>
              <a:t xml:space="preserve">Audience Interaction:</a:t>
            </a:r>
          </a:p>
          <a:p>
            <a:r>
              <a:t xml:space="preserve">Q&amp;A6分은 팀에서 반복하는 작업 방법을 묻는다. S55의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S61를 거쳐 S62의 첫 문제로 이어간다. 제목의 Transition1분은 다음 ACT에 별도로 배정한다.</a:t>
            </a:r>
          </a:p>
          <a:p>
            <a:r>
              <a:t xml:space="preserve"/>
            </a:r>
          </a:p>
          <a:p>
            <a:r>
              <a:t xml:space="preserve">Time Management:</a:t>
            </a:r>
          </a:p>
          <a:p>
            <a:r>
              <a:t xml:space="preserve">Transition4분 후 Q&amp;A6분을 유지한다. 두 실제 요청 전문 비교는 여기서 하지 않는다. 질문은9:40에 마무리하고 마지막20초에 S62으로 handoff한다.</a:t>
            </a:r>
          </a:p>
          <a:p>
            <a:r>
              <a:t xml:space="preserve"/>
            </a:r>
          </a:p>
          <a:p>
            <a:r>
              <a:t xml:space="preserve">Fallback:</a:t>
            </a:r>
          </a:p>
          <a:p>
            <a:r>
              <a:t xml:space="preserve">LOCAL STATIC ARTIFACT — production/ACT_2.pptx의 S60 또는 production/preview/act2/S60.png를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AI가 일할 방법과 환경 설계하기</a:t>
            </a:r>
          </a:p>
          <a:p>
            <a:r>
              <a:t xml:space="preserve"/>
            </a:r>
          </a:p>
          <a:p>
            <a:r>
              <a:t xml:space="preserve">**Slide ID:**</a:t>
            </a:r>
          </a:p>
          <a:p>
            <a:r>
              <a:t xml:space="preserve">S61</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S62의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S62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S62로 넘긴다. 실측 리허설 UNVERIFIED.</a:t>
            </a:r>
          </a:p>
          <a:p>
            <a:r>
              <a:t xml:space="preserve"/>
            </a:r>
          </a:p>
          <a:p>
            <a:r>
              <a:t xml:space="preserve">**Fallback:**</a:t>
            </a:r>
          </a:p>
          <a:p>
            <a:r>
              <a:t xml:space="preserve">LOCAL STATIC ARTIFACT — production/preview/full/S61.png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두 실제 요청에 같은 절차가 반복됐다</a:t>
            </a:r>
          </a:p>
          <a:p>
            <a:r>
              <a:t xml:space="preserve"/>
            </a:r>
          </a:p>
          <a:p>
            <a:r>
              <a:t xml:space="preserve">Slide ID:</a:t>
            </a:r>
          </a:p>
          <a:p>
            <a:r>
              <a:t xml:space="preserve">S62</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1. (0:00–1:00) S60의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a:t>
            </a:r>
          </a:p>
          <a:p>
            <a:r>
              <a:t xml:space="preserve">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테스트 명령을 언제 쓰고 무엇을 판단할까?</a:t>
            </a:r>
          </a:p>
          <a:p>
            <a:r>
              <a:t xml:space="preserve"/>
            </a:r>
          </a:p>
          <a:p>
            <a:r>
              <a:t xml:space="preserve">Slide ID:</a:t>
            </a:r>
          </a:p>
          <a:p>
            <a:r>
              <a:t xml:space="preserve">S63</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S62의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S64의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a:t>
            </a:r>
          </a:p>
          <a:p>
            <a:r>
              <a:t xml:space="preserve">Lecture4분: 반복 요청·상단 정보0.75, 변경 전/후1.5, 완료 판단1, S64 연결0.75. 시간이 부족하면 기존 실패의 확장 예를 줄이고 같은 명령/다른 질문과 교육용 경계는 유지한다.</a:t>
            </a:r>
          </a:p>
          <a:p>
            <a:r>
              <a:t xml:space="preserve"/>
            </a:r>
          </a:p>
          <a:p>
            <a:r>
              <a:t xml:space="preserve">Fallback:</a:t>
            </a:r>
          </a:p>
          <a:p>
            <a:r>
              <a:t xml:space="preserve">LOCAL STATIC ARTIFACT — production/ACT_3.pptx / S63, production/preview/act3/S63.png 및 production/preview/full/S63.png.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목표·기준·방법을 한 작업에 적용한다</a:t>
            </a:r>
          </a:p>
          <a:p>
            <a:r>
              <a:t xml:space="preserve"/>
            </a:r>
          </a:p>
          <a:p>
            <a:r>
              <a:t xml:space="preserve">Slide ID:</a:t>
            </a:r>
          </a:p>
          <a:p>
            <a:r>
              <a:t xml:space="preserve">S64</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1. (0:00–1:00) S63에서 명령의 사용 시점·판단 기준까지 정한 방법을 봤음을 한 문장으로 회수한다. 상단 이번 목표 ‘normalize 성능을 조사해줘’를 읽고, 아래 작업 영역으로 들어가는 연결을 짚는다. S63의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S65에서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a:t>
            </a:r>
          </a:p>
          <a:p>
            <a:r>
              <a:t xml:space="preserve">Lecture5분: S63 회수·목표1, 기준·한 작업1.5, 방법 적용1.5, S65 재사용 질문1. 시간이 부족하면 다른 Task 예시는 생략하고 세 요소가 같은 작업에 적용된다는 관계와 교육용 경계를 유지한다.</a:t>
            </a:r>
          </a:p>
          <a:p>
            <a:r>
              <a:t xml:space="preserve"/>
            </a:r>
          </a:p>
          <a:p>
            <a:r>
              <a:t xml:space="preserve">Fallback:</a:t>
            </a:r>
          </a:p>
          <a:p>
            <a:r>
              <a:t xml:space="preserve">LOCAL STATIC ARTIFACT — production/ACT_3.pptx / S64, production/preview/act3/S64.png 및 production/preview/full/S64.png.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반복 절차를 Skill로 모으는 이유</a:t>
            </a:r>
          </a:p>
          <a:p>
            <a:r>
              <a:t xml:space="preserve"/>
            </a:r>
          </a:p>
          <a:p>
            <a:r>
              <a:t xml:space="preserve">Slide ID:</a:t>
            </a:r>
          </a:p>
          <a:p>
            <a:r>
              <a:t xml:space="preserve">S65</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1. (0:00–0:45) S64의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S64의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S63에서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S66의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S67에서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a:t>
            </a:r>
          </a:p>
          <a:p>
            <a:r>
              <a:t xml:space="preserve">Lecture4분: S64 회수0.75, 요청/기준 구분1, 공통 Skill과 관리 이유1.25, 선택 범위/S62 연결1. 시간이 부족하면 절차 항목 설명을 줄이고 Task별 정보·한 곳의 방법·설계 경계는 유지한다.</a:t>
            </a:r>
          </a:p>
          <a:p>
            <a:r>
              <a:t xml:space="preserve"/>
            </a:r>
          </a:p>
          <a:p>
            <a:r>
              <a:t xml:space="preserve">Fallback:</a:t>
            </a:r>
          </a:p>
          <a:p>
            <a:r>
              <a:t xml:space="preserve">LOCAL STATIC ARTIFACT — production/ACT_3.pptx / S65, production/preview/act3/S65.png 및 production/preview/full/S65.png.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Skill 발견·호출·본문 포함의 근거</a:t>
            </a:r>
          </a:p>
          <a:p>
            <a:r>
              <a:t xml:space="preserve"/>
            </a:r>
          </a:p>
          <a:p>
            <a:r>
              <a:t xml:space="preserve">Slide ID:</a:t>
            </a:r>
          </a:p>
          <a:p>
            <a:r>
              <a:t xml:space="preserve">S66</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1. (0:00–0:45) S65의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S67에서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a:t>
            </a:r>
          </a:p>
          <a:p>
            <a:r>
              <a:t xml:space="preserve">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S67로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a:t>
            </a:r>
          </a:p>
          <a:p>
            <a:r>
              <a:t xml:space="preserve">Demo5분: S65 회수·업무 목적0.75, 목록1, 요청1, trace1.5, 범위·S67 전환0.75. 시간이 부족하면 영문 설명과 경로를 낭독하지 않고 세 근거의 차이를 짚는다. 본문 포함과 실제 준수의 구분은 생략하지 않는다.</a:t>
            </a:r>
          </a:p>
          <a:p>
            <a:r>
              <a:t xml:space="preserve"/>
            </a:r>
          </a:p>
          <a:p>
            <a:r>
              <a:t xml:space="preserve">Fallback:</a:t>
            </a:r>
          </a:p>
          <a:p>
            <a:r>
              <a:t xml:space="preserve">LOCAL STATIC ARTIFACT — production/ACT_3.pptx / S66, production/preview/act3/S66.png 및 production/preview/full/S66.png.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Skill 지침과 실제 작업 기록의 대응</a:t>
            </a:r>
          </a:p>
          <a:p>
            <a:r>
              <a:t xml:space="preserve"/>
            </a:r>
          </a:p>
          <a:p>
            <a:r>
              <a:t xml:space="preserve">Slide ID:</a:t>
            </a:r>
          </a:p>
          <a:p>
            <a:r>
              <a:t xml:space="preserve">S67</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1. (0:00–0:30, Demo) 상단 왼쪽에서 S66의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S69에서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a:t>
            </a:r>
          </a:p>
          <a:p>
            <a:r>
              <a:t xml:space="preserve">LOCAL STATIC RECORD — S66의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S70–S71로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S68 팁 뒤 S69에서 절차와 작업별 답의 경계를 회수한다.</a:t>
            </a:r>
          </a:p>
          <a:p>
            <a:r>
              <a:t xml:space="preserve"/>
            </a:r>
          </a:p>
          <a:p>
            <a:r>
              <a:t xml:space="preserve">Time Management:</a:t>
            </a:r>
          </a:p>
          <a:p>
            <a:r>
              <a:t xml:space="preserve">Demo3분(본문 포함 회수0.5, 기준선0.75, 계획·diff0.75, 검증1) + Case3분(근거 구분·요청 책임1.5, 범위·S69 연결1.5). 지연 시 명령과 테스트 이름을 낭독하지 않고 행별 대응을 짚는다. 조건부 계획, 입력/수행 구분, 단독 효과 미입증은 생략하지 않는다. 6분에 S69으로 이동한다.</a:t>
            </a:r>
          </a:p>
          <a:p>
            <a:r>
              <a:t xml:space="preserve"/>
            </a:r>
          </a:p>
          <a:p>
            <a:r>
              <a:t xml:space="preserve">Fallback:</a:t>
            </a:r>
          </a:p>
          <a:p>
            <a:r>
              <a:t xml:space="preserve">LOCAL STATIC ARTIFACT — production/ACT_3.pptx의 S67, production/preview/act3/S67.png 및 production/preview/full/S67.png.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대화로 재사용할 Skill 만들기</a:t>
            </a:r>
          </a:p>
          <a:p>
            <a:r>
              <a:t xml:space="preserve"/>
            </a:r>
          </a:p>
          <a:p>
            <a:r>
              <a:t xml:space="preserve">**Slide ID:**</a:t>
            </a:r>
          </a:p>
          <a:p>
            <a:r>
              <a:t xml:space="preserve">S68</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S67에서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S69의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S68이 이동한 S69로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S68 / production/preview/full/S68.png.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절차는 재사용하고, 답은 근거로 정한다</a:t>
            </a:r>
          </a:p>
          <a:p>
            <a:r>
              <a:t xml:space="preserve"/>
            </a:r>
          </a:p>
          <a:p>
            <a:r>
              <a:t xml:space="preserve">Slide ID:</a:t>
            </a:r>
          </a:p>
          <a:p>
            <a:r>
              <a:t xml:space="preserve">S69</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S68에서 대화로 Skill 초안을 만들 수 있음을 봤다. 이제 그 지침 안에서 다음 작업에도 유지할 수행 절차와 이번 Task의 근거로 결정할 답을 나눈다. 앞의 S67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S70에서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a:t>
            </a:r>
          </a:p>
          <a:p>
            <a:r>
              <a:t xml:space="preserve">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S70/S66보다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a:t>
            </a:r>
          </a:p>
          <a:p>
            <a:r>
              <a:t xml:space="preserve">Lecture3분: S67 회수0.5, 재사용 방법0.75, 이번 근거·답1, 채택/보류와 S70 연결0.75. 지연 시 지침 원문과 세 질문을 전부 낭독하지 않는다. 허용된 보류와 실제 결과의 구분은 생략하지 않고3분에 S70으로 이동한다.</a:t>
            </a:r>
          </a:p>
          <a:p>
            <a:r>
              <a:t xml:space="preserve"/>
            </a:r>
          </a:p>
          <a:p>
            <a:r>
              <a:t xml:space="preserve">Fallback:</a:t>
            </a:r>
          </a:p>
          <a:p>
            <a:r>
              <a:t xml:space="preserve">LOCAL STATIC ARTIFACT — production/ACT_3.pptx의 S69, production/preview/act3/S69.png 및 production/preview/full/S69.png.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밝기 통계 계산의 성능 개선 후보</a:t>
            </a:r>
          </a:p>
          <a:p>
            <a:r>
              <a:t xml:space="preserve"/>
            </a:r>
          </a:p>
          <a:p>
            <a:r>
              <a:t xml:space="preserve">Slide ID:</a:t>
            </a:r>
          </a:p>
          <a:p>
            <a:r>
              <a:t xml:space="preserve">S70</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1. (0:00–0:45) S69의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S71은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a:t>
            </a:r>
          </a:p>
          <a:p>
            <a:r>
              <a:t xml:space="preserve">S70에는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S71의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a:t>
            </a:r>
          </a:p>
          <a:p>
            <a:r>
              <a:t xml:space="preserve">LOCAL STATIC ARTIFACT — production/ACT_3.pptx의 S70, production/preview/act3/S70.png 및 production/preview/full/S70.png.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선택한 변경의 시간·메모리·동작 확인</a:t>
            </a:r>
          </a:p>
          <a:p>
            <a:r>
              <a:t xml:space="preserve"/>
            </a:r>
          </a:p>
          <a:p>
            <a:r>
              <a:t xml:space="preserve">Slide ID:</a:t>
            </a:r>
          </a:p>
          <a:p>
            <a:r>
              <a:t xml:space="preserve">S71</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1. (0:00–0:45) S70에서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a:t>
            </a:r>
          </a:p>
          <a:p>
            <a:r>
              <a:t xml:space="preserve">LOCAL STATIC ARTIFACT — production/ACT_3.pptx의 S71, production/preview/act3/S71.png 및 production/preview/full/S71.png.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한 Agent 조사와 Subagent 역할 분리</a:t>
            </a:r>
          </a:p>
          <a:p>
            <a:r>
              <a:t xml:space="preserve"/>
            </a:r>
          </a:p>
          <a:p>
            <a:r>
              <a:t xml:space="preserve">Slide ID:</a:t>
            </a:r>
          </a:p>
          <a:p>
            <a:r>
              <a:t xml:space="preserve">S72</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1. (0:00–0:30 / Demo) S71의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S74의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S75에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S73 제작 팁을 거친 뒤 S74의 실제 밝기 통계 판단으로 돌아온다.</a:t>
            </a:r>
          </a:p>
          <a:p>
            <a:r>
              <a:t xml:space="preserve"/>
            </a:r>
          </a:p>
          <a:p>
            <a:r>
              <a:t xml:space="preserve">Time Management:</a:t>
            </a:r>
          </a:p>
          <a:p>
            <a:r>
              <a:t xml:space="preserve">Demo3분(VISUAL): 앞 장 회수·가정0.5, 단일 Agent0.75, 역할 분담1, 통합·비용0.75. Q&amp;A1분: 질문·회수0.75, cutoff·전환0.25. 지연 시 조사별 세부 자료 낭독을 줄이고 독립성, 같은 주 Agent의 통합 책임, 가정이라는 경계를 유지한다. 4분에 S74으로 이동한다.</a:t>
            </a:r>
          </a:p>
          <a:p>
            <a:r>
              <a:t xml:space="preserve"/>
            </a:r>
          </a:p>
          <a:p>
            <a:r>
              <a:t xml:space="preserve">Fallback:</a:t>
            </a:r>
          </a:p>
          <a:p>
            <a:r>
              <a:t xml:space="preserve">LOCAL STATIC ARTIFACT — production/ACT_3.pptx의 S72, production/preview/act3/S72.png 및 production/preview/full/S72.png.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대화로 조사 Agent 만들기</a:t>
            </a:r>
          </a:p>
          <a:p>
            <a:r>
              <a:t xml:space="preserve"/>
            </a:r>
          </a:p>
          <a:p>
            <a:r>
              <a:t xml:space="preserve">**Slide ID:**</a:t>
            </a:r>
          </a:p>
          <a:p>
            <a:r>
              <a:t xml:space="preserve">S73</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S72의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S74의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S72이 이동한 S74에서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S73 / production/preview/full/S73.png.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밝기 통계 작업을 나누지 않은 이유</a:t>
            </a:r>
          </a:p>
          <a:p>
            <a:r>
              <a:t xml:space="preserve"/>
            </a:r>
          </a:p>
          <a:p>
            <a:r>
              <a:t xml:space="preserve">Slide ID:</a:t>
            </a:r>
          </a:p>
          <a:p>
            <a:r>
              <a:t xml:space="preserve">S74</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a:t>
            </a:r>
          </a:p>
          <a:p>
            <a:r>
              <a:t xml:space="preserve">“S72의 독립 조사 기준을 이 밝기 통계 작업에도 적용할 수 있었을까요?”</a:t>
            </a:r>
          </a:p>
          <a:p>
            <a:r>
              <a:t xml:space="preserve"/>
            </a:r>
          </a:p>
          <a:p>
            <a:r>
              <a:t xml:space="preserve">Speaker Flow:</a:t>
            </a:r>
          </a:p>
          <a:p>
            <a:r>
              <a:t xml:space="preserve">1. (0:00–1:00 / Lecture) S72에서는 성능·빌드·테스트 조사가 서로 기다리지 않아도 된다고 가정했다. 이제 S70/S66의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S70에서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S71에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a:t>
            </a:r>
          </a:p>
          <a:p>
            <a:r>
              <a:t xml:space="preserve">S72의 C++ 독립 조사 가정과 이 Python 밝기 통계 작업을 같은 관찰로 섞지 않는다. 이번 화면은 실제 작업 판단만 보여준다.</a:t>
            </a:r>
          </a:p>
          <a:p>
            <a:r>
              <a:t xml:space="preserve"/>
            </a:r>
          </a:p>
          <a:p>
            <a:r>
              <a:t xml:space="preserve">Demo Operation:</a:t>
            </a:r>
          </a:p>
          <a:p>
            <a:r>
              <a:t xml:space="preserve">LOCAL STATIC VISUAL — 상단 같은 함수·명세 → 왼쪽 조사 → 조사 결과 화살표 → 가운데 코드 변경 → 바뀐 코드 화살표 → 오른쪽 출력·테스트·시간·할당량 확인 → 아래 한 Agent 유지 판단. S72의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a:t>
            </a:r>
          </a:p>
          <a:p>
            <a:r>
              <a:t xml:space="preserve">Lecture1분(S72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S75로 이동한다.</a:t>
            </a:r>
          </a:p>
          <a:p>
            <a:r>
              <a:t xml:space="preserve"/>
            </a:r>
          </a:p>
          <a:p>
            <a:r>
              <a:t xml:space="preserve">Fallback:</a:t>
            </a:r>
          </a:p>
          <a:p>
            <a:r>
              <a:t xml:space="preserve">LOCAL STATIC ARTIFACT — production/ACT_3.pptx의 S74, production/preview/act3/S74.png 및 production/preview/full/S74.png.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이번 Context와 다시 쓸 지식</a:t>
            </a:r>
          </a:p>
          <a:p>
            <a:r>
              <a:t xml:space="preserve"/>
            </a:r>
          </a:p>
          <a:p>
            <a:r>
              <a:t xml:space="preserve">Slide ID:</a:t>
            </a:r>
          </a:p>
          <a:p>
            <a:r>
              <a:t xml:space="preserve">S75</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S74에서는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S76에서는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S77에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a:t>
            </a:r>
          </a:p>
          <a:p>
            <a:r>
              <a:t xml:space="preserve">Demo2분: S74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S76로 이동한다.</a:t>
            </a:r>
          </a:p>
          <a:p>
            <a:r>
              <a:t xml:space="preserve"/>
            </a:r>
          </a:p>
          <a:p>
            <a:r>
              <a:t xml:space="preserve">Fallback:</a:t>
            </a:r>
          </a:p>
          <a:p>
            <a:r>
              <a:t xml:space="preserve">LOCAL STATIC ARTIFACT — production/ACT_3.pptx의 S75, production/preview/act3/S75.png 및 production/preview/full/S75.png.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실제 Demo 지식의 원래 출처</a:t>
            </a:r>
          </a:p>
          <a:p>
            <a:r>
              <a:t xml:space="preserve"/>
            </a:r>
          </a:p>
          <a:p>
            <a:r>
              <a:t xml:space="preserve">Slide ID:</a:t>
            </a:r>
          </a:p>
          <a:p>
            <a:r>
              <a:t xml:space="preserve">S76</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a:t>
            </a:r>
          </a:p>
          <a:p>
            <a:r>
              <a:t xml:space="preserve">“S75의 보존 기준으로 실제 Demo를 보면, 새로 남길 지식은 어디에 있었을까요?”</a:t>
            </a:r>
          </a:p>
          <a:p>
            <a:r>
              <a:t xml:space="preserve"/>
            </a:r>
          </a:p>
          <a:p>
            <a:r>
              <a:t xml:space="preserve">Speaker Flow:</a:t>
            </a:r>
          </a:p>
          <a:p>
            <a:r>
              <a:t xml:space="preserve">1. (0:00–0:30) S75의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a:t>
            </a:r>
          </a:p>
          <a:p>
            <a:r>
              <a:t xml:space="preserve">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S77으로 이동한다.</a:t>
            </a:r>
          </a:p>
          <a:p>
            <a:r>
              <a:t xml:space="preserve"/>
            </a:r>
          </a:p>
          <a:p>
            <a:r>
              <a:t xml:space="preserve">Fallback:</a:t>
            </a:r>
          </a:p>
          <a:p>
            <a:r>
              <a:t xml:space="preserve">LOCAL STATIC ARTIFACT — production/ACT_3.pptx의 S76, production/preview/act3/S76.png 및 production/preview/full/S76.png.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밝기 통계 작업에 쓰인 구성의 역할</a:t>
            </a:r>
          </a:p>
          <a:p>
            <a:r>
              <a:t xml:space="preserve"/>
            </a:r>
          </a:p>
          <a:p>
            <a:r>
              <a:t xml:space="preserve">Slide ID:</a:t>
            </a:r>
          </a:p>
          <a:p>
            <a:r>
              <a:t xml:space="preserve">S77</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a:t>
            </a:r>
          </a:p>
          <a:p>
            <a:r>
              <a:t xml:space="preserve">“S76에서 본 자료들이 실제 밝기 통계 작업에서는 각각 무엇을 맡았을까요?”</a:t>
            </a:r>
          </a:p>
          <a:p>
            <a:r>
              <a:t xml:space="preserve"/>
            </a:r>
          </a:p>
          <a:p>
            <a:r>
              <a:t xml:space="preserve">Speaker Flow:</a:t>
            </a:r>
          </a:p>
          <a:p>
            <a:r>
              <a:t xml:space="preserve">1. (0:00–0:30 / Demo) S76의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S66/S63에서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S71처럼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a:t>
            </a:r>
          </a:p>
          <a:p>
            <a:r>
              <a:t xml:space="preserve">CAPTURED 정적 기본 경로 — S76의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S78에서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a:t>
            </a:r>
          </a:p>
          <a:p>
            <a:r>
              <a:t xml:space="preserve">Demo3분(CAPTURED 정적 요약): 실제 작업으로 복귀0.5, 입력 역할을 함께 회수1, 검증 근거1, 실행 조건·검토 책임으로 연결0.5. S66–S71의 지침·수치 설명을 반복하지 않는다. 실제3분 리허설은 UNVERIFIED다.</a:t>
            </a:r>
          </a:p>
          <a:p>
            <a:r>
              <a:t xml:space="preserve"/>
            </a:r>
          </a:p>
          <a:p>
            <a:r>
              <a:t xml:space="preserve">Fallback:</a:t>
            </a:r>
          </a:p>
          <a:p>
            <a:r>
              <a:t xml:space="preserve">LOCAL STATIC ARTIFACT — production/ACT_3.pptx의 S77, production/preview/act3/S77.png 및 production/preview/full/S77.png.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함께 작동하는 작업 환경, Harness</a:t>
            </a:r>
          </a:p>
          <a:p>
            <a:r>
              <a:t xml:space="preserve"/>
            </a:r>
          </a:p>
          <a:p>
            <a:r>
              <a:t xml:space="preserve">Slide ID:</a:t>
            </a:r>
          </a:p>
          <a:p>
            <a:r>
              <a:t xml:space="preserve">S78</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a:t>
            </a:r>
          </a:p>
          <a:p>
            <a:r>
              <a:t xml:space="preserve">“S77의 구성에 실행·검증 환경까지 함께 연결하면, Agent가 일하는 전체 구조는 어떻게 보일까요?”</a:t>
            </a:r>
          </a:p>
          <a:p>
            <a:r>
              <a:t xml:space="preserve"/>
            </a:r>
          </a:p>
          <a:p>
            <a:r>
              <a:t xml:space="preserve">**Speaker Flow:**</a:t>
            </a:r>
          </a:p>
          <a:p>
            <a:r>
              <a:t xml:space="preserve">1. (0:00–0:30 / Lecture) S77의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S79–S80를 연다. 제품이나 새 명령을 실행하지 않는다.</a:t>
            </a:r>
          </a:p>
          <a:p>
            <a:r>
              <a:t xml:space="preserve">마지막 연결은 다음 프로젝트에서도 사용할 기반의 가치다. 실행 조건의 세부는 S81–S85에서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S78의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S79–S80은 여러 프로젝트에 적용할 공통 기반과 프로젝트별 조건의 교육용 설계다.</a:t>
            </a:r>
          </a:p>
          <a:p>
            <a:r>
              <a:t xml:space="preserve"/>
            </a:r>
          </a:p>
          <a:p>
            <a:r>
              <a:t xml:space="preserve">Demo Operation:</a:t>
            </a:r>
          </a:p>
          <a:p>
            <a:r>
              <a:t xml:space="preserve">Lecture4분에는 왼쪽 세 입력 → Agent → 검증·사람의 검토, 아래 실행 환경 → 작업/검증의 관계를 설명한다. 이후 Demo2분은 기존 S77/STATE-04-PERF의 AGENTS.md·docs·Skill·tests·benchmark와 기록된 입력/실행 조건을 같은 도식에 대응하는 CAPTURED 정적 요약이다. 실제 실행 캡처가 아니며 제품·Agent·benchmark·Demo repository를 실행하거나 새 Trial을 만들지 않는다. S77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a:t>
            </a:r>
          </a:p>
          <a:p>
            <a:r>
              <a:t xml:space="preserve">LOCAL STATIC ARTIFACT — production/ACT_3.pptx의 S78, production/preview/act3/S78.png 및 production/preview/full/S78.png.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만든 Harness를 다음 프로젝트의 기반으로</a:t>
            </a:r>
          </a:p>
          <a:p>
            <a:r>
              <a:t xml:space="preserve"/>
            </a:r>
          </a:p>
          <a:p>
            <a:r>
              <a:t xml:space="preserve">**Slide ID:**</a:t>
            </a:r>
          </a:p>
          <a:p>
            <a:r>
              <a:t xml:space="preserve">S79</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S78의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S79 또는 production/preview/full/S79.png.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공통 기반에 프로젝트 기준을 연결한다</a:t>
            </a:r>
          </a:p>
          <a:p>
            <a:r>
              <a:t xml:space="preserve"/>
            </a:r>
          </a:p>
          <a:p>
            <a:r>
              <a:t xml:space="preserve">**Slide ID:**</a:t>
            </a:r>
          </a:p>
          <a:p>
            <a:r>
              <a:t xml:space="preserve">S80</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S81의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S80 또는 production/preview/full/S80.png.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이번 성공만으로 다음 작업까지 확인되지는 않는다</a:t>
            </a:r>
          </a:p>
          <a:p>
            <a:r>
              <a:t xml:space="preserve"/>
            </a:r>
          </a:p>
          <a:p>
            <a:r>
              <a:t xml:space="preserve">**Slide ID:**</a:t>
            </a:r>
          </a:p>
          <a:p>
            <a:r>
              <a:t xml:space="preserve">S81</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S80의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S82을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S81 또는 production/preview/full/S81.png.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첫 결과 뒤에도, 확인할 일이 남는다면?</a:t>
            </a:r>
          </a:p>
          <a:p>
            <a:r>
              <a:t xml:space="preserve"/>
            </a:r>
          </a:p>
          <a:p>
            <a:r>
              <a:t xml:space="preserve">**Slide ID:**</a:t>
            </a:r>
          </a:p>
          <a:p>
            <a:r>
              <a:t xml:space="preserve">S82</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S83로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S83로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남은 문제를 다음 수정으로 이어주는 사람</a:t>
            </a:r>
          </a:p>
          <a:p>
            <a:r>
              <a:t xml:space="preserve"/>
            </a:r>
          </a:p>
          <a:p>
            <a:r>
              <a:t xml:space="preserve">**Slide ID:**</a:t>
            </a:r>
          </a:p>
          <a:p>
            <a:r>
              <a:t xml:space="preserve">S83</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S84로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S84로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같은 목표의 수정과 검토가 끊기지 않게</a:t>
            </a:r>
          </a:p>
          <a:p>
            <a:r>
              <a:t xml:space="preserve"/>
            </a:r>
          </a:p>
          <a:p>
            <a:r>
              <a:t xml:space="preserve">**Slide ID:**</a:t>
            </a:r>
          </a:p>
          <a:p>
            <a:r>
              <a:t xml:space="preserve">S84</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S85에서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S85에서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다음 수정에 넘길 기록</a:t>
            </a:r>
          </a:p>
          <a:p>
            <a:r>
              <a:t xml:space="preserve"/>
            </a:r>
          </a:p>
          <a:p>
            <a:r>
              <a:t xml:space="preserve">**Slide ID:**</a:t>
            </a:r>
          </a:p>
          <a:p>
            <a:r>
              <a:t xml:space="preserve">S85</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S86에서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S86에서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S85; production/preview/act3/S85.png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내가 매번 이어 주는 다음 단계는 무엇일까?</a:t>
            </a:r>
          </a:p>
          <a:p>
            <a:r>
              <a:t xml:space="preserve"/>
            </a:r>
          </a:p>
          <a:p>
            <a:r>
              <a:t xml:space="preserve">**Slide ID:**</a:t>
            </a:r>
          </a:p>
          <a:p>
            <a:r>
              <a:t xml:space="preserve">S86</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S87의 목표 기반 실행·검토 시스템 제목을 거쳐 S88의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S87의 목표 기반 실행·검토 시스템 제목을 거쳐 S88의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S86; production/preview/act3/S86.png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목표를 이룰 때까지 수정하고 검토하기</a:t>
            </a:r>
          </a:p>
          <a:p>
            <a:r>
              <a:t xml:space="preserve"/>
            </a:r>
          </a:p>
          <a:p>
            <a:r>
              <a:t xml:space="preserve">**Slide ID:**</a:t>
            </a:r>
          </a:p>
          <a:p>
            <a:r>
              <a:t xml:space="preserve">S87</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S88으로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다음 수정도 사람이 매번 이어줘야 할까?</a:t>
            </a:r>
          </a:p>
          <a:p>
            <a:r>
              <a:t xml:space="preserve"/>
            </a:r>
          </a:p>
          <a:p>
            <a:r>
              <a:t xml:space="preserve">**Slide ID:**</a:t>
            </a:r>
          </a:p>
          <a:p>
            <a:r>
              <a:t xml:space="preserve">S88</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S86의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S89의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먼저, 무엇이 되면 완료인지 정한다</a:t>
            </a:r>
          </a:p>
          <a:p>
            <a:r>
              <a:t xml:space="preserve"/>
            </a:r>
          </a:p>
          <a:p>
            <a:r>
              <a:t xml:space="preserve">**Slide ID:**</a:t>
            </a:r>
          </a:p>
          <a:p>
            <a:r>
              <a:t xml:space="preserve">S89</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모델 A가 첫 변경 후보를 만든다</a:t>
            </a:r>
          </a:p>
          <a:p>
            <a:r>
              <a:t xml:space="preserve"/>
            </a:r>
          </a:p>
          <a:p>
            <a:r>
              <a:t xml:space="preserve">**Slide ID:**</a:t>
            </a:r>
          </a:p>
          <a:p>
            <a:r>
              <a:t xml:space="preserve">S90</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실제 동작과 비용은 도구로 확인한다</a:t>
            </a:r>
          </a:p>
          <a:p>
            <a:r>
              <a:t xml:space="preserve"/>
            </a:r>
          </a:p>
          <a:p>
            <a:r>
              <a:t xml:space="preserve">**Slide ID:**</a:t>
            </a:r>
          </a:p>
          <a:p>
            <a:r>
              <a:t xml:space="preserve">S91</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모델 B는 무엇을 근거로 검토할까?</a:t>
            </a:r>
          </a:p>
          <a:p>
            <a:r>
              <a:t xml:space="preserve"/>
            </a:r>
          </a:p>
          <a:p>
            <a:r>
              <a:t xml:space="preserve">**Slide ID:**</a:t>
            </a:r>
          </a:p>
          <a:p>
            <a:r>
              <a:t xml:space="preserve">S92</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지적이 다음 수정으로 이어진다</a:t>
            </a:r>
          </a:p>
          <a:p>
            <a:r>
              <a:t xml:space="preserve"/>
            </a:r>
          </a:p>
          <a:p>
            <a:r>
              <a:t xml:space="preserve">**Slide ID:**</a:t>
            </a:r>
          </a:p>
          <a:p>
            <a:r>
              <a:t xml:space="preserve">S93</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고쳤다면, 같은 기준으로 다시 본다</a:t>
            </a:r>
          </a:p>
          <a:p>
            <a:r>
              <a:t xml:space="preserve"/>
            </a:r>
          </a:p>
          <a:p>
            <a:r>
              <a:t xml:space="preserve">**Slide ID:**</a:t>
            </a:r>
          </a:p>
          <a:p>
            <a:r>
              <a:t xml:space="preserve">S94</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같은 목표의 구현·검토 루프</a:t>
            </a:r>
          </a:p>
          <a:p>
            <a:r>
              <a:t xml:space="preserve"/>
            </a:r>
          </a:p>
          <a:p>
            <a:r>
              <a:t xml:space="preserve">**Slide ID:**</a:t>
            </a:r>
          </a:p>
          <a:p>
            <a:r>
              <a:t xml:space="preserve">S95</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언제 계속하고, 언제 끝낼까?</a:t>
            </a:r>
          </a:p>
          <a:p>
            <a:r>
              <a:t xml:space="preserve"/>
            </a:r>
          </a:p>
          <a:p>
            <a:r>
              <a:t xml:space="preserve">**Slide ID:**</a:t>
            </a:r>
          </a:p>
          <a:p>
            <a:r>
              <a:t xml:space="preserve">S96</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구현한 모델에게 다시 물으면 충분할까?</a:t>
            </a:r>
          </a:p>
          <a:p>
            <a:r>
              <a:t xml:space="preserve"/>
            </a:r>
          </a:p>
          <a:p>
            <a:r>
              <a:t xml:space="preserve">**Slide ID:**</a:t>
            </a:r>
          </a:p>
          <a:p>
            <a:r>
              <a:t xml:space="preserve">S97</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다른 모델의 관점이 도움이 된 실험</a:t>
            </a:r>
          </a:p>
          <a:p>
            <a:r>
              <a:t xml:space="preserve"/>
            </a:r>
          </a:p>
          <a:p>
            <a:r>
              <a:t xml:space="preserve">**Slide ID:**</a:t>
            </a:r>
          </a:p>
          <a:p>
            <a:r>
              <a:t xml:space="preserve">S98</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잘 만드는 능력과 잘 검토하는 능력</a:t>
            </a:r>
          </a:p>
          <a:p>
            <a:r>
              <a:t xml:space="preserve"/>
            </a:r>
          </a:p>
          <a:p>
            <a:r>
              <a:t xml:space="preserve">**Slide ID:**</a:t>
            </a:r>
          </a:p>
          <a:p>
            <a:r>
              <a:t xml:space="preserve">S99</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구현과 검토에 모델을 어떻게 나눌까?</a:t>
            </a:r>
          </a:p>
          <a:p>
            <a:r>
              <a:t xml:space="preserve"/>
            </a:r>
          </a:p>
          <a:p>
            <a:r>
              <a:t xml:space="preserve">**Slide ID:**</a:t>
            </a:r>
          </a:p>
          <a:p>
            <a:r>
              <a:t xml:space="preserve">S100</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검토 모델의 말도 확인해야 한다</a:t>
            </a:r>
          </a:p>
          <a:p>
            <a:r>
              <a:t xml:space="preserve"/>
            </a:r>
          </a:p>
          <a:p>
            <a:r>
              <a:t xml:space="preserve">**Slide ID:**</a:t>
            </a:r>
          </a:p>
          <a:p>
            <a:r>
              <a:t xml:space="preserve">S101</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반복하려면 무엇을 이어받아야 할까?</a:t>
            </a:r>
          </a:p>
          <a:p>
            <a:r>
              <a:t xml:space="preserve"/>
            </a:r>
          </a:p>
          <a:p>
            <a:r>
              <a:t xml:space="preserve">**Slide ID:**</a:t>
            </a:r>
          </a:p>
          <a:p>
            <a:r>
              <a:t xml:space="preserve">S102</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S102; production/preview/act4/S102.png 및 production/preview/full/S102.png.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확인한 근거와 아직 실행하지 않은 설계</a:t>
            </a:r>
          </a:p>
          <a:p>
            <a:r>
              <a:t xml:space="preserve"/>
            </a:r>
          </a:p>
          <a:p>
            <a:r>
              <a:t xml:space="preserve">**Slide ID:**</a:t>
            </a:r>
          </a:p>
          <a:p>
            <a:r>
              <a:t xml:space="preserve">S103</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S103; production/preview/act4/S103.png 및 production/preview/full/S103.png.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Goal이 목표와 다음 작업을 이어준다</a:t>
            </a:r>
          </a:p>
          <a:p>
            <a:r>
              <a:t xml:space="preserve"/>
            </a:r>
          </a:p>
          <a:p>
            <a:r>
              <a:t xml:space="preserve">**Slide ID:**</a:t>
            </a:r>
          </a:p>
          <a:p>
            <a:r>
              <a:t xml:space="preserve">S104</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S104, production/preview/full/S104.png.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Goal에는 완료 근거와 멈출 조건을 담는다</a:t>
            </a:r>
          </a:p>
          <a:p>
            <a:r>
              <a:t xml:space="preserve"/>
            </a:r>
          </a:p>
          <a:p>
            <a:r>
              <a:t xml:space="preserve">**Slide ID:**</a:t>
            </a:r>
          </a:p>
          <a:p>
            <a:r>
              <a:t xml:space="preserve">S105</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S106에서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S105, production/preview/full/S105.png.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우리 작업에는 어떤 루프가 필요할까?</a:t>
            </a:r>
          </a:p>
          <a:p>
            <a:r>
              <a:t xml:space="preserve"/>
            </a:r>
          </a:p>
          <a:p>
            <a:r>
              <a:t xml:space="preserve">**Slide ID:**</a:t>
            </a:r>
          </a:p>
          <a:p>
            <a:r>
              <a:t xml:space="preserve">S106</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S107의 ACT5 제목을 거쳐 S108의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S107의 ACT5 제목을 거쳐 S108에서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S106; production/preview/act4/S106.png 및 production/preview/full/S106.png.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내 업무에 맞게 조합하고 덜어내기</a:t>
            </a:r>
          </a:p>
          <a:p>
            <a:r>
              <a:t xml:space="preserve"/>
            </a:r>
          </a:p>
          <a:p>
            <a:r>
              <a:t xml:space="preserve">**Slide ID:**</a:t>
            </a:r>
          </a:p>
          <a:p>
            <a:r>
              <a:t xml:space="preserve">S107</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S108의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S108에서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S108로 넘긴다. 실측 리허설 UNVERIFIED.</a:t>
            </a:r>
          </a:p>
          <a:p>
            <a:r>
              <a:t xml:space="preserve"/>
            </a:r>
          </a:p>
          <a:p>
            <a:r>
              <a:t xml:space="preserve">**Fallback:**</a:t>
            </a:r>
          </a:p>
          <a:p>
            <a:r>
              <a:t xml:space="preserve">LOCAL STATIC ARTIFACT — production/preview/full/S107.png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AI에게 맡기는 범위가 넓어졌다</a:t>
            </a:r>
          </a:p>
          <a:p>
            <a:r>
              <a:t xml:space="preserve"/>
            </a:r>
          </a:p>
          <a:p>
            <a:r>
              <a:t xml:space="preserve">**Slide ID:**</a:t>
            </a:r>
          </a:p>
          <a:p>
            <a:r>
              <a:t xml:space="preserve">S108</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S109의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S116/S117에서만 진행한다.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작업은 요청부터 검토·수정까지 이어진다</a:t>
            </a:r>
          </a:p>
          <a:p>
            <a:r>
              <a:t xml:space="preserve"/>
            </a:r>
          </a:p>
          <a:p>
            <a:r>
              <a:t xml:space="preserve">**Slide ID:**</a:t>
            </a:r>
          </a:p>
          <a:p>
            <a:r>
              <a:t xml:space="preserve">S109</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S110의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작업 흐름에는 정보·절차·도구가 연결된다</a:t>
            </a:r>
          </a:p>
          <a:p>
            <a:r>
              <a:t xml:space="preserve"/>
            </a:r>
          </a:p>
          <a:p>
            <a:r>
              <a:t xml:space="preserve">**Slide ID:**</a:t>
            </a:r>
          </a:p>
          <a:p>
            <a:r>
              <a:t xml:space="preserve">S110</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S109의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S111의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그렇게 얻은 결과를 완료 보고만으로 받아들일 수 있을까요? S111에서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결과를 수용할지는 사람이 판단한다</a:t>
            </a:r>
          </a:p>
          <a:p>
            <a:r>
              <a:t xml:space="preserve"/>
            </a:r>
          </a:p>
          <a:p>
            <a:r>
              <a:t xml:space="preserve">**Slide ID:**</a:t>
            </a:r>
          </a:p>
          <a:p>
            <a:r>
              <a:t xml:space="preserve">S111</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S110에서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S112로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이 수용 판단까지 연결되도록 작업 조건을 설계하고 운영하는 관점을 S112에서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S111와 production/preview/act5/S111.png.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AI가 일할 조건과 확인 경로를 설계한다</a:t>
            </a:r>
          </a:p>
          <a:p>
            <a:r>
              <a:t xml:space="preserve"/>
            </a:r>
          </a:p>
          <a:p>
            <a:r>
              <a:t xml:space="preserve">**Slide ID:**</a:t>
            </a:r>
          </a:p>
          <a:p>
            <a:r>
              <a:t xml:space="preserve">S112</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S108의 범위 확대, S109의 작업 흐름, S110의 수행 조건과 S111의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S113–S115에, 개인 문제와 다음 행동은 S116–S117에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S116/S117에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S116/S117에 남긴다.</a:t>
            </a:r>
          </a:p>
          <a:p>
            <a:r>
              <a:t xml:space="preserve"/>
            </a:r>
          </a:p>
          <a:p>
            <a:r>
              <a:t xml:space="preserve">**Transition:**</a:t>
            </a:r>
          </a:p>
          <a:p>
            <a:r>
              <a:t xml:space="preserve">이렇게 설계한 작업 방식도 모델·플랫폼이 달라지면 그대로 필요할까요? S113부터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S112와 production/preview/act5/S112.png.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모델·플랫폼이 바뀌면 Harness도 다시 본다</a:t>
            </a:r>
          </a:p>
          <a:p>
            <a:r>
              <a:t xml:space="preserve"/>
            </a:r>
          </a:p>
          <a:p>
            <a:r>
              <a:t xml:space="preserve">**Slide ID:**</a:t>
            </a:r>
          </a:p>
          <a:p>
            <a:r>
              <a:t xml:space="preserve">S113</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S112의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S114의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S116/S115에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무엇을 남기고, 무엇을 덜어낼까?</a:t>
            </a:r>
          </a:p>
          <a:p>
            <a:r>
              <a:t xml:space="preserve"/>
            </a:r>
          </a:p>
          <a:p>
            <a:r>
              <a:t xml:space="preserve">**Slide ID:**</a:t>
            </a:r>
          </a:p>
          <a:p>
            <a:r>
              <a:t xml:space="preserve">S114</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S113의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S115으로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S116/S115에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S114와 production/preview/act5/S114.png.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덜어낸 뒤에도 필요한 일을 하는가?</a:t>
            </a:r>
          </a:p>
          <a:p>
            <a:r>
              <a:t xml:space="preserve"/>
            </a:r>
          </a:p>
          <a:p>
            <a:r>
              <a:t xml:space="preserve">**Slide ID:**</a:t>
            </a:r>
          </a:p>
          <a:p>
            <a:r>
              <a:t xml:space="preserve">S115</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S114에서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S116에서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S116/S115에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S115와 production/preview/act5/S115.png.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내 업무에서는 무엇이 반복해서 막힐까?</a:t>
            </a:r>
          </a:p>
          <a:p>
            <a:r>
              <a:t xml:space="preserve"/>
            </a:r>
          </a:p>
          <a:p>
            <a:r>
              <a:t xml:space="preserve">**Slide ID:**</a:t>
            </a:r>
          </a:p>
          <a:p>
            <a:r>
              <a:t xml:space="preserve">S116</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S117에서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S117의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S116와 production/preview/act5/S116.png를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고른 문제에서, 다음 행동 하나로</a:t>
            </a:r>
          </a:p>
          <a:p>
            <a:r>
              <a:t xml:space="preserve"/>
            </a:r>
          </a:p>
          <a:p>
            <a:r>
              <a:t xml:space="preserve">**Slide ID:**</a:t>
            </a:r>
          </a:p>
          <a:p>
            <a:r>
              <a:t xml:space="preserve">S117</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S116에서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S118–S120의 찾아보기에서 팁 위치만 짚고 S121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S116과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S118의 마지막 찾아보기를 연다.</a:t>
            </a:r>
          </a:p>
          <a:p>
            <a:r>
              <a:t xml:space="preserve"/>
            </a:r>
          </a:p>
          <a:p>
            <a:r>
              <a:t xml:space="preserve">**Time Management:**</a:t>
            </a:r>
          </a:p>
          <a:p>
            <a:r>
              <a:t xml:space="preserve">Lecture2분+Reflection2분=4분. S116의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S117와 production/preview/act5/S117.png를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작업 환경과 기준</a:t>
            </a:r>
          </a:p>
          <a:p>
            <a:r>
              <a:t xml:space="preserve"/>
            </a:r>
          </a:p>
          <a:p>
            <a:r>
              <a:t xml:space="preserve">**Slide ID:**</a:t>
            </a:r>
          </a:p>
          <a:p>
            <a:r>
              <a:t xml:space="preserve">S118</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S50, S57–S59, S63, S68, S73, S75, S85, S104다.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S57–S59은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S50 AGENTS.md에는 무엇을 남길까? / S63 테스트 명령을 언제 쓰고 무엇을 판단할까? / S68 대화로 재사용할 Skill 만들기 / S73 대화로 조사 Agent 만들기 / S75 이번 Context와 다시 쓸 지식 / S85 반복 보정을 개선으로 잇는 기록. 새 S68/S73을 포함해 제목·위치만 짚고 본문을 다시 강의하지 않는다.</a:t>
            </a:r>
          </a:p>
          <a:p>
            <a:r>
              <a:t xml:space="preserve">3. (0:45–1:00 / Lecture) 요청 작성 팁 목록 S119으로 이어간다.</a:t>
            </a:r>
          </a:p>
          <a:p>
            <a:r>
              <a:t xml:space="preserve"/>
            </a:r>
          </a:p>
          <a:p>
            <a:r>
              <a:t xml:space="preserve">**Evidence / Source:**</a:t>
            </a:r>
          </a:p>
          <a:p>
            <a:r>
              <a:t xml:space="preserve">DEC-0088, DEC-0093. 현재 Slide Map의 제목·ID와 실무 팁 목록. S69/S74은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S119으로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실무 적용 팁 · 요청 작성</a:t>
            </a:r>
          </a:p>
          <a:p>
            <a:r>
              <a:t xml:space="preserve"/>
            </a:r>
          </a:p>
          <a:p>
            <a:r>
              <a:t xml:space="preserve">**Slide ID:**</a:t>
            </a:r>
          </a:p>
          <a:p>
            <a:r>
              <a:t xml:space="preserve">S119</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S29, S30, S31, S32, S33, S34, S35, S36다.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S29 지시와 참고 자료의 구분 / S30 입력과 기대 결과의 작은 예시 / S31 바로 검토할 수 있는 결과 형식 / S32 근거가 있는 설명과 미확인의 구분 / S33 결과를 바꾸는 결정에서 확인 질문 / S34 큰 작업을 검토할 결과물로 나누기 / S35 기준을 지정한 코드 리뷰 요청 / S36 구체적인 근거로 수정 방향 피드백. 제목·위치만 짚고 본문을 다시 강의하지 않는다.</a:t>
            </a:r>
          </a:p>
          <a:p>
            <a:r>
              <a:t xml:space="preserve">3. (0:45–1:00 / Lecture) S120로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S120로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production/preview/full/S119.png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S120 — 실무 적용 팁 · 검증과 개선</a:t>
            </a:r>
          </a:p>
          <a:p>
            <a:r>
              <a:t xml:space="preserve"/>
            </a:r>
          </a:p>
          <a:p>
            <a:r>
              <a:t xml:space="preserve">**Slide ID:**</a:t>
            </a:r>
          </a:p>
          <a:p>
            <a:r>
              <a:t xml:space="preserve">S120</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S92, S96, S105, S114, S115이다.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S92 원인을 고르기 전에 확인할 기록 / S96 지침을 고친 뒤, 무엇을 다시 확인할까? / S114 무엇을 남기고, 무엇을 덜어낼까? / S115 덜어낸 뒤에도 필요한 일을 하는가?. 제목·위치만 짚고 본문을 다시 강의하지 않는다.</a:t>
            </a:r>
          </a:p>
          <a:p>
            <a:r>
              <a:t xml:space="preserve">3. (0:45–1:00 / Lecture) S121로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production/preview/full/S120.png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S121 — Q&amp;A와 교육 마무리</a:t>
            </a:r>
          </a:p>
          <a:p>
            <a:r>
              <a:t xml:space="preserve"/>
            </a:r>
          </a:p>
          <a:p>
            <a:r>
              <a:t xml:space="preserve">**Slide ID:**</a:t>
            </a:r>
          </a:p>
          <a:p>
            <a:r>
              <a:t xml:space="preserve">S121</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S117에서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S108과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S117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S121와 production/preview/act5/S121.png를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Relationship Type="http://schemas.openxmlformats.org/officeDocument/2006/relationships/image" Target="/ppt/media/image3.png" Id="Rc4b2358a560b4548"/><Relationship Type="http://schemas.openxmlformats.org/officeDocument/2006/relationships/notesSlide" Target="/ppt/notesSlides/notesSlide11.xml" Id="R149468e77d4d43d2"/><Relationship Id="rIdProductUi" Type="http://schemas.openxmlformats.org/officeDocument/2006/relationships/image" Target="../media/S11-chatgpt-web.png"/></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Relationship Type="http://schemas.openxmlformats.org/officeDocument/2006/relationships/image" Target="/ppt/media/image4.png" Id="R31004c676db84349"/><Relationship Type="http://schemas.openxmlformats.org/officeDocument/2006/relationships/notesSlide" Target="/ppt/notesSlides/notesSlide12.xml" Id="R6fc04e52d96b45fc"/><Relationship Id="rIdProductUi" Type="http://schemas.openxmlformats.org/officeDocument/2006/relationships/image" Target="../media/S12-codex-project.png"/></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bc86d1ae9543496c"/><Relationship Type="http://schemas.openxmlformats.org/officeDocument/2006/relationships/notesSlide" Target="/ppt/notesSlides/notesSlide15.xml" Id="R2cc36672ded34c82"/></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94f82fb1fd3d49e1"/><Relationship Type="http://schemas.openxmlformats.org/officeDocument/2006/relationships/image" Target="/ppt/media/image8.png" Id="R2efa1f36d4c346d5"/><Relationship Type="http://schemas.openxmlformats.org/officeDocument/2006/relationships/image" Target="/ppt/media/image9.png" Id="R5a17842974b84b23"/><Relationship Type="http://schemas.openxmlformats.org/officeDocument/2006/relationships/image" Target="/ppt/media/image10.png" Id="Rc8496ccfbdb24bbd"/><Relationship Type="http://schemas.openxmlformats.org/officeDocument/2006/relationships/notesSlide" Target="/ppt/notesSlides/notesSlide16.xml" Id="Rc08dc7fbcbd84338"/></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f942763dc26745cc"/><Relationship Type="http://schemas.openxmlformats.org/officeDocument/2006/relationships/image" Target="/ppt/media/image11.png" Id="Rb45237697da14b98"/><Relationship Type="http://schemas.openxmlformats.org/officeDocument/2006/relationships/notesSlide" Target="/ppt/notesSlides/notesSlide17.xml" Id="R06f8a877baaf45b2"/></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6e647ebdd4334133"/><Relationship Type="http://schemas.openxmlformats.org/officeDocument/2006/relationships/image" Target="/ppt/media/image12.png" Id="R81713f9dcd884bf4"/><Relationship Type="http://schemas.openxmlformats.org/officeDocument/2006/relationships/notesSlide" Target="/ppt/notesSlides/notesSlide18.xml" Id="R6fb5276abe7941d0"/></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39de8e9d68904bb8"/><Relationship Type="http://schemas.openxmlformats.org/officeDocument/2006/relationships/notesSlide" Target="/ppt/notesSlides/notesSlide19.xml" Id="Rc75a195855f14ad6"/></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693d96199f1f4efb"/><Relationship Type="http://schemas.openxmlformats.org/officeDocument/2006/relationships/notesSlide" Target="/ppt/notesSlides/notesSlide20.xml" Id="Ra6ad3e79cf3245b4"/></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d1df4d96fb934631"/><Relationship Type="http://schemas.openxmlformats.org/officeDocument/2006/relationships/notesSlide" Target="/ppt/notesSlides/notesSlide21.xml" Id="R4792164f98424cd4"/></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5d6fdb91f6c749e9"/><Relationship Type="http://schemas.openxmlformats.org/officeDocument/2006/relationships/notesSlide" Target="/ppt/notesSlides/notesSlide22.xml" Id="R54f20733bb7944bf"/></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14e40d28c8eb402a"/><Relationship Type="http://schemas.openxmlformats.org/officeDocument/2006/relationships/notesSlide" Target="/ppt/notesSlides/notesSlide23.xml" Id="Rd9144291845145ef"/></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57b46db97083401e"/><Relationship Type="http://schemas.openxmlformats.org/officeDocument/2006/relationships/notesSlide" Target="/ppt/notesSlides/notesSlide24.xml" Id="R576996315fe9456a"/></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f719519429ab499f"/><Relationship Type="http://schemas.openxmlformats.org/officeDocument/2006/relationships/notesSlide" Target="/ppt/notesSlides/notesSlide25.xml" Id="R5b0a6ebd2da54a31"/></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6.xml" Id="R67557043997c4b2f"/></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7.xml" Id="R67557043997c4b2f"/></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8.xml" Id="R67557043997c4b2f"/></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c258987384ac4d43"/><Relationship Type="http://schemas.openxmlformats.org/officeDocument/2006/relationships/notesSlide" Target="/ppt/notesSlides/notesSlide29.xml" Id="Rff27a015abf24948"/></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fb901af085124628"/><Relationship Type="http://schemas.openxmlformats.org/officeDocument/2006/relationships/notesSlide" Target="/ppt/notesSlides/notesSlide30.xml" Id="R3a498e5233dc4a5a"/></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dc5bb51bb3434724"/><Relationship Type="http://schemas.openxmlformats.org/officeDocument/2006/relationships/notesSlide" Target="/ppt/notesSlides/notesSlide31.xml" Id="Rca442c894a154a13"/></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528a4ac3a8344e6f"/><Relationship Type="http://schemas.openxmlformats.org/officeDocument/2006/relationships/notesSlide" Target="/ppt/notesSlides/notesSlide32.xml" Id="R613eb6ac2da543d3"/></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0ad4ae7139c54630"/><Relationship Type="http://schemas.openxmlformats.org/officeDocument/2006/relationships/notesSlide" Target="/ppt/notesSlides/notesSlide33.xml" Id="R3f20303f114447e2"/></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5a097e6674c64ad9"/><Relationship Type="http://schemas.openxmlformats.org/officeDocument/2006/relationships/notesSlide" Target="/ppt/notesSlides/notesSlide34.xml" Id="R0acbc4fac3ad4c39"/></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7f50f77b0e5b4bf4"/><Relationship Type="http://schemas.openxmlformats.org/officeDocument/2006/relationships/notesSlide" Target="/ppt/notesSlides/notesSlide35.xml" Id="R840a07ea16114c83"/></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391973fa4d4c4528"/><Relationship Type="http://schemas.openxmlformats.org/officeDocument/2006/relationships/notesSlide" Target="/ppt/notesSlides/notesSlide36.xml" Id="Re0b8525972544589"/></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2c002f7bc4514c33"/><Relationship Type="http://schemas.openxmlformats.org/officeDocument/2006/relationships/notesSlide" Target="/ppt/notesSlides/notesSlide37.xml" Id="R7efc610a93a54954"/></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ec5a23af53ca4c78"/><Relationship Type="http://schemas.openxmlformats.org/officeDocument/2006/relationships/notesSlide" Target="/ppt/notesSlides/notesSlide38.xml" Id="R497580c3f0c3424c"/></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c9eaaf9a90b14d53"/><Relationship Type="http://schemas.openxmlformats.org/officeDocument/2006/relationships/notesSlide" Target="/ppt/notesSlides/notesSlide39.xml" Id="Rd075c9a9e36d48b4"/></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1b16e5cacac4c41"/><Relationship Type="http://schemas.openxmlformats.org/officeDocument/2006/relationships/notesSlide" Target="/ppt/notesSlides/notesSlide40.xml" Id="Ra72fc7dcfd7b41b1"/></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007511a518ff4525"/><Relationship Type="http://schemas.openxmlformats.org/officeDocument/2006/relationships/notesSlide" Target="/ppt/notesSlides/notesSlide41.xml" Id="R68e31d9f2fc14051"/></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06e56cb0a35a44a6"/><Relationship Type="http://schemas.openxmlformats.org/officeDocument/2006/relationships/notesSlide" Target="/ppt/notesSlides/notesSlide42.xml" Id="R1c812969c94f4890"/></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c63960e478f44ba0"/><Relationship Type="http://schemas.openxmlformats.org/officeDocument/2006/relationships/image" Target="/ppt/media/image13.png" Id="Ra2c2df2b248644e1"/><Relationship Type="http://schemas.openxmlformats.org/officeDocument/2006/relationships/image" Target="/ppt/media/image14.png" Id="R72384f96cf10468c"/><Relationship Type="http://schemas.openxmlformats.org/officeDocument/2006/relationships/notesSlide" Target="/ppt/notesSlides/notesSlide43.xml" Id="R9dcd712c96cb4920"/></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0b891b6ae719447b"/><Relationship Type="http://schemas.openxmlformats.org/officeDocument/2006/relationships/image" Target="/ppt/media/image15.png" Id="R05dd841e246a4bca"/><Relationship Type="http://schemas.openxmlformats.org/officeDocument/2006/relationships/notesSlide" Target="/ppt/notesSlides/notesSlide44.xml" Id="Rb3607c7c5ecc4fd4"/></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2cc15d7163564e26"/><Relationship Type="http://schemas.openxmlformats.org/officeDocument/2006/relationships/notesSlide" Target="/ppt/notesSlides/notesSlide45.xml" Id="R3f6a00bc3ef44a1b"/></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9311ca4a8a8348f3"/><Relationship Type="http://schemas.openxmlformats.org/officeDocument/2006/relationships/notesSlide" Target="/ppt/notesSlides/notesSlide46.xml" Id="R1c76f09a75e243d8"/></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6967597e80c34965"/><Relationship Type="http://schemas.openxmlformats.org/officeDocument/2006/relationships/notesSlide" Target="/ppt/notesSlides/notesSlide47.xml" Id="R4c7fbbd0eaca47b2"/></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91d0bd7a350c402d"/><Relationship Type="http://schemas.openxmlformats.org/officeDocument/2006/relationships/notesSlide" Target="/ppt/notesSlides/notesSlide48.xml" Id="R7fc76b79800c4517"/></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d316b761801843be"/><Relationship Type="http://schemas.openxmlformats.org/officeDocument/2006/relationships/notesSlide" Target="/ppt/notesSlides/notesSlide49.xml" Id="Rddf3b25f9736491c"/></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1a9f7b09a7b7459d"/><Relationship Type="http://schemas.openxmlformats.org/officeDocument/2006/relationships/notesSlide" Target="/ppt/notesSlides/notesSlide50.xml" Id="R3e24ddfd65984de7"/></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2ca8a0b691624094"/><Relationship Type="http://schemas.openxmlformats.org/officeDocument/2006/relationships/notesSlide" Target="/ppt/notesSlides/notesSlide51.xml" Id="Rf4c40cfa733f4d6f"/></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3428ef6e2ec24726"/><Relationship Type="http://schemas.openxmlformats.org/officeDocument/2006/relationships/notesSlide" Target="/ppt/notesSlides/notesSlide52.xml" Id="R57634cd0349c4959"/></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20e9d29fdb1c43a0"/><Relationship Type="http://schemas.openxmlformats.org/officeDocument/2006/relationships/notesSlide" Target="/ppt/notesSlides/notesSlide53.xml" Id="Re888c36c54cf4b94"/></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155d617a4fe64e7b"/><Relationship Type="http://schemas.openxmlformats.org/officeDocument/2006/relationships/notesSlide" Target="/ppt/notesSlides/notesSlide54.xml" Id="R47ee9cce5b494bbf"/></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c660c7b0c7044d2a"/><Relationship Type="http://schemas.openxmlformats.org/officeDocument/2006/relationships/notesSlide" Target="/ppt/notesSlides/notesSlide55.xml" Id="R65929069c5bf430e"/></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e9bc63cfa05c4c8d"/><Relationship Type="http://schemas.openxmlformats.org/officeDocument/2006/relationships/notesSlide" Target="/ppt/notesSlides/notesSlide56.xml" Id="Rcdd85d3d7ee74629"/></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7.xml" Id="R2fb43c6f70404522"/></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8.xml" Id="R20a4959413924f22"/></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9.xml" Id="R438ccbd9d6504e36"/></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3d60f040df744a36"/><Relationship Type="http://schemas.openxmlformats.org/officeDocument/2006/relationships/notesSlide" Target="/ppt/notesSlides/notesSlide60.xml" Id="Raa20956d6d1b4479"/></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cef566e4003a4b25"/><Relationship Type="http://schemas.openxmlformats.org/officeDocument/2006/relationships/notesSlide" Target="/ppt/notesSlides/notesSlide61.xml" Id="R54ba7668537b43fe"/></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3337c18cf1e045bd"/><Relationship Type="http://schemas.openxmlformats.org/officeDocument/2006/relationships/image" Target="/ppt/media/image16.png" Id="R2d4c45c5b4fd41f7"/><Relationship Type="http://schemas.openxmlformats.org/officeDocument/2006/relationships/image" Target="/ppt/media/image17.png" Id="Rc08951a4c1184da2"/><Relationship Type="http://schemas.openxmlformats.org/officeDocument/2006/relationships/notesSlide" Target="/ppt/notesSlides/notesSlide62.xml" Id="Rf4394eb0efae4bc2"/></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2d18b6cf2a8242bb"/><Relationship Type="http://schemas.openxmlformats.org/officeDocument/2006/relationships/notesSlide" Target="/ppt/notesSlides/notesSlide63.xml" Id="Rf2667cbaf12645c5"/></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af5c822f6d824712"/><Relationship Type="http://schemas.openxmlformats.org/officeDocument/2006/relationships/notesSlide" Target="/ppt/notesSlides/notesSlide64.xml" Id="Rd8f3f37e8c0e4855"/></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4555fbd5a9d746b3"/><Relationship Type="http://schemas.openxmlformats.org/officeDocument/2006/relationships/notesSlide" Target="/ppt/notesSlides/notesSlide65.xml" Id="R85a14c9750344ec0"/></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512eccc3c88542ce"/><Relationship Type="http://schemas.openxmlformats.org/officeDocument/2006/relationships/notesSlide" Target="/ppt/notesSlides/notesSlide66.xml" Id="Raf1d5a7b0c524dfa"/></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5063de0ef4a442ab"/><Relationship Type="http://schemas.openxmlformats.org/officeDocument/2006/relationships/notesSlide" Target="/ppt/notesSlides/notesSlide67.xml" Id="Rad52161ddcca407b"/></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6c202077a84e4c02"/><Relationship Type="http://schemas.openxmlformats.org/officeDocument/2006/relationships/notesSlide" Target="/ppt/notesSlides/notesSlide68.xml" Id="R16825de3fab740bf"/></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f1a717a3fb9647c8"/><Relationship Type="http://schemas.openxmlformats.org/officeDocument/2006/relationships/notesSlide" Target="/ppt/notesSlides/notesSlide69.xml" Id="R8b0233aae6a140ac"/></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000fadb9970d441f"/><Relationship Type="http://schemas.openxmlformats.org/officeDocument/2006/relationships/notesSlide" Target="/ppt/notesSlides/notesSlide70.xml" Id="R3d7c7a685cac4014"/></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93c3e6aad380400e"/><Relationship Type="http://schemas.openxmlformats.org/officeDocument/2006/relationships/chart" Target="/ppt/slides/charts/chart1.xml" Id="R17f0dc71d73a47f9"/><Relationship Type="http://schemas.openxmlformats.org/officeDocument/2006/relationships/notesSlide" Target="/ppt/notesSlides/notesSlide71.xml" Id="Raff3ca3ec59a4149"/></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2e17a19683704424"/><Relationship Type="http://schemas.openxmlformats.org/officeDocument/2006/relationships/notesSlide" Target="/ppt/notesSlides/notesSlide72.xml" Id="R1cbda8e4c54b4dd1"/></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0a88614b8bfd47c8"/><Relationship Type="http://schemas.openxmlformats.org/officeDocument/2006/relationships/notesSlide" Target="/ppt/notesSlides/notesSlide73.xml" Id="Rc8ffa309e5c34afa"/></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1b39ea3a0c344e75"/><Relationship Type="http://schemas.openxmlformats.org/officeDocument/2006/relationships/notesSlide" Target="/ppt/notesSlides/notesSlide74.xml" Id="Rf159e342b5e341d6"/></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cc7c79556b3c44e8"/><Relationship Type="http://schemas.openxmlformats.org/officeDocument/2006/relationships/notesSlide" Target="/ppt/notesSlides/notesSlide75.xml" Id="R63b536d641b84715"/></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35f3978e82494274"/><Relationship Type="http://schemas.openxmlformats.org/officeDocument/2006/relationships/notesSlide" Target="/ppt/notesSlides/notesSlide76.xml" Id="R32d6c074a7e4497a"/></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6fe0dca14c1f4fd3"/><Relationship Type="http://schemas.openxmlformats.org/officeDocument/2006/relationships/notesSlide" Target="/ppt/notesSlides/notesSlide77.xml" Id="Rc54545c27dea4caf"/></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88f114412418432e"/><Relationship Type="http://schemas.openxmlformats.org/officeDocument/2006/relationships/notesSlide" Target="/ppt/notesSlides/notesSlide78.xml" Id="R7f78e7867aa5421f"/></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f02938cab19f4130"/><Relationship Type="http://schemas.openxmlformats.org/officeDocument/2006/relationships/notesSlide" Target="/ppt/notesSlides/notesSlide79.xml" Id="R089a47929ed34abd"/></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b33c76af76314bef"/><Relationship Type="http://schemas.openxmlformats.org/officeDocument/2006/relationships/notesSlide" Target="/ppt/notesSlides/notesSlide80.xml" Id="R3b61134a2a454803"/></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5ed7a40cfc3e478b"/><Relationship Type="http://schemas.openxmlformats.org/officeDocument/2006/relationships/notesSlide" Target="/ppt/notesSlides/notesSlide81.xml" Id="R9e690c9a8b01411e"/></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1804990a871b4b14"/><Relationship Type="http://schemas.openxmlformats.org/officeDocument/2006/relationships/notesSlide" Target="/ppt/notesSlides/notesSlide82.xml" Id="Rcaebcb7911fd42e4"/></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11cd231f382843c6"/><Relationship Type="http://schemas.openxmlformats.org/officeDocument/2006/relationships/notesSlide" Target="/ppt/notesSlides/notesSlide83.xml" Id="R6bc44724aebe46dd"/></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55b225ea4f5b4aa2"/><Relationship Type="http://schemas.openxmlformats.org/officeDocument/2006/relationships/notesSlide" Target="/ppt/notesSlides/notesSlide84.xml" Id="R3aedd29c6ea7436c"/></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3bb9d0d8532148bf"/><Relationship Type="http://schemas.openxmlformats.org/officeDocument/2006/relationships/notesSlide" Target="/ppt/notesSlides/notesSlide85.xml" Id="Rae1cfc68b74141de"/></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6a218b8d785e4ded"/><Relationship Type="http://schemas.openxmlformats.org/officeDocument/2006/relationships/notesSlide" Target="/ppt/notesSlides/notesSlide86.xml" Id="R30e64919739f4c81"/></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9ec76ef1877f4d6a"/><Relationship Type="http://schemas.openxmlformats.org/officeDocument/2006/relationships/notesSlide" Target="/ppt/notesSlides/notesSlide87.xml" Id="R7da67322bac34beb"/></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81d29e1c6eb74e99"/><Relationship Type="http://schemas.openxmlformats.org/officeDocument/2006/relationships/notesSlide" Target="/ppt/notesSlides/notesSlide88.xml" Id="R983ef1b4941f47df"/></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ad9329a05df54960"/><Relationship Type="http://schemas.openxmlformats.org/officeDocument/2006/relationships/notesSlide" Target="/ppt/notesSlides/notesSlide89.xml" Id="R2bb221648fd04a50"/></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1286b6491ead4c4e"/><Relationship Type="http://schemas.openxmlformats.org/officeDocument/2006/relationships/notesSlide" Target="/ppt/notesSlides/notesSlide90.xml" Id="R87b72ed4cafc40d3"/></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ee1a9567d1114f97"/><Relationship Type="http://schemas.openxmlformats.org/officeDocument/2006/relationships/notesSlide" Target="/ppt/notesSlides/notesSlide91.xml" Id="Re6d646379adb4da1"/></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de6b98ba60334ffc"/><Relationship Type="http://schemas.openxmlformats.org/officeDocument/2006/relationships/notesSlide" Target="/ppt/notesSlides/notesSlide92.xml" Id="Rc4e6ef3588d54767"/></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c63ed8f256e046ae"/><Relationship Type="http://schemas.openxmlformats.org/officeDocument/2006/relationships/notesSlide" Target="/ppt/notesSlides/notesSlide93.xml" Id="R3bb29d806ae04c5c"/></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306159353bd44048"/><Relationship Type="http://schemas.openxmlformats.org/officeDocument/2006/relationships/notesSlide" Target="/ppt/notesSlides/notesSlide94.xml" Id="R4191341ed86e4215"/></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ae85677103a54aa9"/><Relationship Type="http://schemas.openxmlformats.org/officeDocument/2006/relationships/notesSlide" Target="/ppt/notesSlides/notesSlide95.xml" Id="R36180a95ed3c43fa"/></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d9d78715b41345c9"/><Relationship Type="http://schemas.openxmlformats.org/officeDocument/2006/relationships/notesSlide" Target="/ppt/notesSlides/notesSlide96.xml" Id="R5ef00a4c4bb04823"/></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d9c6691b946b4f7e"/><Relationship Type="http://schemas.openxmlformats.org/officeDocument/2006/relationships/notesSlide" Target="/ppt/notesSlides/notesSlide97.xml" Id="R1e275696a25b470a"/></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051f2b1126c74b66"/><Relationship Type="http://schemas.openxmlformats.org/officeDocument/2006/relationships/chart" Target="/ppt/slides/charts/chart2.xml" Id="R8424e74d430f440d"/><Relationship Type="http://schemas.openxmlformats.org/officeDocument/2006/relationships/notesSlide" Target="/ppt/notesSlides/notesSlide98.xml" Id="Reafb085964c34056"/></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79fae1ba01bf44f1"/><Relationship Type="http://schemas.openxmlformats.org/officeDocument/2006/relationships/notesSlide" Target="/ppt/notesSlides/notesSlide99.xml" Id="R7ea86b7511cd4629"/></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78a51a7220e14aff"/><Relationship Type="http://schemas.openxmlformats.org/officeDocument/2006/relationships/notesSlide" Target="/ppt/notesSlides/notesSlide100.xml" Id="Rd241e076ae0c4c89"/></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df1856371da24377"/><Relationship Type="http://schemas.openxmlformats.org/officeDocument/2006/relationships/notesSlide" Target="/ppt/notesSlides/notesSlide101.xml" Id="R9fd9b4d481214a08"/></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178e0f3a90104f65"/><Relationship Type="http://schemas.openxmlformats.org/officeDocument/2006/relationships/notesSlide" Target="/ppt/notesSlides/notesSlide102.xml" Id="R212a1ecf528b465a"/></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b2dc162891be401c"/><Relationship Type="http://schemas.openxmlformats.org/officeDocument/2006/relationships/notesSlide" Target="/ppt/notesSlides/notesSlide103.xml" Id="R7c714979becd470e"/></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299602d0ca914412"/><Relationship Type="http://schemas.openxmlformats.org/officeDocument/2006/relationships/notesSlide" Target="/ppt/notesSlides/notesSlide104.xml" Id="R068559301c394576"/></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a9f8ae37510c4d76"/><Relationship Type="http://schemas.openxmlformats.org/officeDocument/2006/relationships/notesSlide" Target="/ppt/notesSlides/notesSlide105.xml" Id="R24afd0dfb79d41f0"/></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9a1aacd4ca7047da"/><Relationship Type="http://schemas.openxmlformats.org/officeDocument/2006/relationships/notesSlide" Target="/ppt/notesSlides/notesSlide106.xml" Id="R908895dc2cd64f82"/></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8dbaf0c429c24e9c"/><Relationship Type="http://schemas.openxmlformats.org/officeDocument/2006/relationships/notesSlide" Target="/ppt/notesSlides/notesSlide107.xml" Id="R9030d1fdb5114f76"/></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7beed766b02548d0"/><Relationship Type="http://schemas.openxmlformats.org/officeDocument/2006/relationships/notesSlide" Target="/ppt/notesSlides/notesSlide108.xml" Id="R311f6d7d4b354399"/></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9f22b112e6e94dd4"/><Relationship Type="http://schemas.openxmlformats.org/officeDocument/2006/relationships/notesSlide" Target="/ppt/notesSlides/notesSlide109.xml" Id="R5248189ceda34d20"/></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2045274a7abc4a46"/><Relationship Type="http://schemas.openxmlformats.org/officeDocument/2006/relationships/notesSlide" Target="/ppt/notesSlides/notesSlide110.xml" Id="Rb075385bb68b49a3"/></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581eabaa06924d52"/><Relationship Type="http://schemas.openxmlformats.org/officeDocument/2006/relationships/notesSlide" Target="/ppt/notesSlides/notesSlide111.xml" Id="Rfca130f2343a4cf9"/></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4b6940130d634b17"/><Relationship Type="http://schemas.openxmlformats.org/officeDocument/2006/relationships/notesSlide" Target="/ppt/notesSlides/notesSlide112.xml" Id="R0a5721e8688f465f"/></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411120660fc84ee3"/><Relationship Type="http://schemas.openxmlformats.org/officeDocument/2006/relationships/notesSlide" Target="/ppt/notesSlides/notesSlide113.xml" Id="Ree3d1ac02cbb4442"/></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855433a5e91a4c16"/><Relationship Type="http://schemas.openxmlformats.org/officeDocument/2006/relationships/notesSlide" Target="/ppt/notesSlides/notesSlide114.xml" Id="Rd75f8c7cfc1e4c42"/></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0475320a47d34ddd"/><Relationship Type="http://schemas.openxmlformats.org/officeDocument/2006/relationships/notesSlide" Target="/ppt/notesSlides/notesSlide115.xml" Id="R2fbfac11f8a04b0a"/></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fbd2458269354b52"/><Relationship Type="http://schemas.openxmlformats.org/officeDocument/2006/relationships/notesSlide" Target="/ppt/notesSlides/notesSlide116.xml" Id="Rfb9c411f0bc743b8"/></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785446bd54374fad"/><Relationship Type="http://schemas.openxmlformats.org/officeDocument/2006/relationships/notesSlide" Target="/ppt/notesSlides/notesSlide117.xml" Id="R690e88ea3d1c4b3f"/></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8.xml" Id="R4a5121eea5284374"/></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966b7a57abd049bd"/><Relationship Type="http://schemas.openxmlformats.org/officeDocument/2006/relationships/notesSlide" Target="/ppt/notesSlides/notesSlide119.xml" Id="Ra6812a34cdf44996"/></Relationships>
</file>

<file path=ppt/slides/_rels/slide120.xml.rels><?xml version="1.0" encoding="utf-8"?><Relationships xmlns="http://schemas.openxmlformats.org/package/2006/relationships"><Relationship Type="http://schemas.openxmlformats.org/officeDocument/2006/relationships/slideLayout" Target="/ppt/slideLayouts/slideLayout6.xml" Id="Rc6ffb81ea8f44af4"/><Relationship Type="http://schemas.openxmlformats.org/officeDocument/2006/relationships/notesSlide" Target="/ppt/notesSlides/notesSlide120.xml" Id="R619b15d573e54123"/></Relationships>
</file>

<file path=ppt/slides/_rels/slide121.xml.rels><?xml version="1.0" encoding="utf-8"?><Relationships xmlns="http://schemas.openxmlformats.org/package/2006/relationships"><Relationship Type="http://schemas.openxmlformats.org/officeDocument/2006/relationships/slideLayout" Target="/ppt/slideLayouts/slideLayout6.xml" Id="R160ffd9a6510466b"/><Relationship Type="http://schemas.openxmlformats.org/officeDocument/2006/relationships/notesSlide" Target="/ppt/notesSlides/notesSlide121.xml" Id="R48d24d913b224978"/></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2C7A60BD-CA87-4107-89CB-7BE5DD3D6B5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ChatGPT 웹 · 자료 첨부 예시">
            <a:extLst xmlns:a="http://schemas.openxmlformats.org/drawingml/2006/main">
              <a:ext uri="{FF2B5EF4-FFF2-40B4-BE49-F238E27FC236}">
                <a16:creationId xmlns:a16="http://schemas.microsoft.com/office/drawing/2014/main" id="{758BF9A0-4B5A-45E3-ACAD-03A1C493C28E}"/>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ChatGPT 웹 · 자료 첨부 예시</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ABE9A0FC-5F21-455D-BA0E-EA8090B7DC1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화면 재구성 · 근거는 CLI 조사 기록">
            <a:extLst xmlns:a="http://schemas.openxmlformats.org/drawingml/2006/main">
              <a:ext uri="{FF2B5EF4-FFF2-40B4-BE49-F238E27FC236}">
                <a16:creationId xmlns:a16="http://schemas.microsoft.com/office/drawing/2014/main" id="{F66D9DDF-5ED8-4AD4-8CD3-B9215EC9BB37}"/>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화면 재구성 · 근거는 CLI 조사 기록</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에 남은 목표·조건·완료 근거">
            <a:extLst xmlns:a="http://schemas.openxmlformats.org/drawingml/2006/main">
              <a:ext uri="{FF2B5EF4-FFF2-40B4-BE49-F238E27FC236}">
                <a16:creationId xmlns:a16="http://schemas.microsoft.com/office/drawing/2014/main" id="{06F0204F-07B9-4D21-B195-F0CD5BBE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6BE0CA-0C17-43BC-A1CC-2980029E7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이 요청에는 무엇이 빠졌을까?">
            <a:extLst xmlns:a="http://schemas.openxmlformats.org/drawingml/2006/main">
              <a:ext uri="{FF2B5EF4-FFF2-40B4-BE49-F238E27FC236}">
                <a16:creationId xmlns:a16="http://schemas.microsoft.com/office/drawing/2014/main" id="{22E8CE61-D4D9-4C33-8157-D689401E7C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요청에는 무엇이 빠졌을까?</a:t>
            </a:r>
          </a:p>
        </p:txBody>
      </p:sp>
      <p:sp>
        <p:nvSpPr>
          <p:cNvPr id="4" name="">
            <a:extLst xmlns:a="http://schemas.openxmlformats.org/drawingml/2006/main">
              <a:ext uri="{FF2B5EF4-FFF2-40B4-BE49-F238E27FC236}">
                <a16:creationId xmlns:a16="http://schemas.microsoft.com/office/drawing/2014/main" id="{4743F3D4-232D-4ABD-B71D-267B0D0B3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1E70709-6C85-4D09-B704-A76D82C3D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개념도 · 실측 아님</a:t>
            </a:r>
          </a:p>
        </p:txBody>
      </p:sp>
      <p:sp>
        <p:nvSpPr>
          <p:cNvPr id="7" name="앞서 본 crop 실패를 고치려 합니다.">
            <a:extLst xmlns:a="http://schemas.openxmlformats.org/drawingml/2006/main">
              <a:ext uri="{FF2B5EF4-FFF2-40B4-BE49-F238E27FC236}">
                <a16:creationId xmlns:a16="http://schemas.microsoft.com/office/drawing/2014/main" id="{498FE008-9BD3-43E5-BFCF-FF66D0F826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앞서 본 crop 실패를 고치려 합니다.</a:t>
            </a:r>
          </a:p>
        </p:txBody>
      </p:sp>
      <p:sp>
        <p:nvSpPr>
          <p:cNvPr id="8" name="">
            <a:extLst xmlns:a="http://schemas.openxmlformats.org/drawingml/2006/main">
              <a:ext uri="{FF2B5EF4-FFF2-40B4-BE49-F238E27FC236}">
                <a16:creationId xmlns:a16="http://schemas.microsoft.com/office/drawing/2014/main" id="{2FE798FF-D119-47A9-A270-867D7EF4CCB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260EED1-FCA9-4537-B0BC-64236AAD8B6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CE2AF43-D46D-4C82-BF28-96719394D15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97DB4E4-E848-4C67-80C5-2A93D152906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E1D6E89-D418-4EAF-9EA5-CB55581F807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AC0AA85-65B1-4998-814C-F88AD97935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D4EDD-4A4B-490A-AA0F-70AD00BA412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468C77E-9A6B-4B24-8846-C963D75966A0}"/>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요청의 경계를 확인">
            <a:extLst xmlns:a="http://schemas.openxmlformats.org/drawingml/2006/main">
              <a:ext uri="{FF2B5EF4-FFF2-40B4-BE49-F238E27FC236}">
                <a16:creationId xmlns:a16="http://schemas.microsoft.com/office/drawing/2014/main" id="{F21096BD-8B66-423D-B0C5-C4190489951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요청의 경계를 확인</a:t>
            </a:r>
          </a:p>
        </p:txBody>
      </p:sp>
      <p:sp>
        <p:nvSpPr>
          <p:cNvPr id="17" name="지킬 기준">
            <a:extLst xmlns:a="http://schemas.openxmlformats.org/drawingml/2006/main">
              <a:ext uri="{FF2B5EF4-FFF2-40B4-BE49-F238E27FC236}">
                <a16:creationId xmlns:a16="http://schemas.microsoft.com/office/drawing/2014/main" id="{2C1C2789-2FA6-480A-B28E-72E906586F7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지킬 기준</a:t>
            </a:r>
          </a:p>
        </p:txBody>
      </p:sp>
      <p:sp>
        <p:nvSpPr>
          <p:cNvPr id="18" name="명세·기대값을 유지할까?">
            <a:extLst xmlns:a="http://schemas.openxmlformats.org/drawingml/2006/main">
              <a:ext uri="{FF2B5EF4-FFF2-40B4-BE49-F238E27FC236}">
                <a16:creationId xmlns:a16="http://schemas.microsoft.com/office/drawing/2014/main" id="{5FCA3724-2E53-4282-8E8D-3D1F5B2338E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명세·기대값을 유지할까?</a:t>
            </a:r>
          </a:p>
        </p:txBody>
      </p:sp>
      <p:sp>
        <p:nvSpPr>
          <p:cNvPr id="19" name="?">
            <a:extLst xmlns:a="http://schemas.openxmlformats.org/drawingml/2006/main">
              <a:ext uri="{FF2B5EF4-FFF2-40B4-BE49-F238E27FC236}">
                <a16:creationId xmlns:a16="http://schemas.microsoft.com/office/drawing/2014/main" id="{9D915E23-096E-4F24-B72C-61DD62D094A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F24E939-0C6A-4958-B764-40433AF7BC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수정 범위">
            <a:extLst xmlns:a="http://schemas.openxmlformats.org/drawingml/2006/main">
              <a:ext uri="{FF2B5EF4-FFF2-40B4-BE49-F238E27FC236}">
                <a16:creationId xmlns:a16="http://schemas.microsoft.com/office/drawing/2014/main" id="{C1DB3A4B-BC36-4E7E-BF5F-92112DA0C7C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수정 범위</a:t>
            </a:r>
          </a:p>
        </p:txBody>
      </p:sp>
      <p:sp>
        <p:nvSpPr>
          <p:cNvPr id="22" name="어디까지 바꿔도 될까?">
            <a:extLst xmlns:a="http://schemas.openxmlformats.org/drawingml/2006/main">
              <a:ext uri="{FF2B5EF4-FFF2-40B4-BE49-F238E27FC236}">
                <a16:creationId xmlns:a16="http://schemas.microsoft.com/office/drawing/2014/main" id="{0B36D5F5-DEED-4B26-AAE3-126F303F119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어디까지 바꿔도 될까?</a:t>
            </a:r>
          </a:p>
        </p:txBody>
      </p:sp>
      <p:sp>
        <p:nvSpPr>
          <p:cNvPr id="23" name="?">
            <a:extLst xmlns:a="http://schemas.openxmlformats.org/drawingml/2006/main">
              <a:ext uri="{FF2B5EF4-FFF2-40B4-BE49-F238E27FC236}">
                <a16:creationId xmlns:a16="http://schemas.microsoft.com/office/drawing/2014/main" id="{5A5C4292-1CCA-4511-83E0-C8EE2A59C6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7D7D3B5-95DA-4B2A-8DA4-F4B3FB9011B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2876F7-5341-4EE6-894A-142D37E4135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확인·보고받을까?">
            <a:extLst xmlns:a="http://schemas.openxmlformats.org/drawingml/2006/main">
              <a:ext uri="{FF2B5EF4-FFF2-40B4-BE49-F238E27FC236}">
                <a16:creationId xmlns:a16="http://schemas.microsoft.com/office/drawing/2014/main" id="{1E72D222-C2A9-4CD2-B446-2F87EEB22C7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확인·보고받을까?</a:t>
            </a:r>
          </a:p>
        </p:txBody>
      </p:sp>
      <p:sp>
        <p:nvSpPr>
          <p:cNvPr id="27" name="?">
            <a:extLst xmlns:a="http://schemas.openxmlformats.org/drawingml/2006/main">
              <a:ext uri="{FF2B5EF4-FFF2-40B4-BE49-F238E27FC236}">
                <a16:creationId xmlns:a16="http://schemas.microsoft.com/office/drawing/2014/main" id="{B518CF2F-9815-476B-A0BA-61A8F7BD665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F7CC914-E802-423D-A6B8-1469A01E8AE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C9175B0-0EDF-4BE6-9B7C-9BDB2D23902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DEBAA5D-243B-4844-8EDA-1F665613575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39625F-5A06-487B-9BB6-AE2E84E80A67}"/>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EDCE266-446D-4717-A8B1-36430FC5C0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0F5380-5E10-4936-9F35-6F8A9FB01A8C}"/>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192FC3F-79E9-450A-A183-5683ABBD5A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서 검토할 변경 범위">
            <a:extLst xmlns:a="http://schemas.openxmlformats.org/drawingml/2006/main">
              <a:ext uri="{FF2B5EF4-FFF2-40B4-BE49-F238E27FC236}">
                <a16:creationId xmlns:a16="http://schemas.microsoft.com/office/drawing/2014/main" id="{7FFE4435-DC20-4BDC-BEA2-CB2AD0BF3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요청에서 검토할 변경 범위</a:t>
            </a:r>
          </a:p>
        </p:txBody>
      </p:sp>
      <p:sp>
        <p:nvSpPr>
          <p:cNvPr id="2" name="S17">
            <a:extLst xmlns:a="http://schemas.openxmlformats.org/drawingml/2006/main">
              <a:ext uri="{FF2B5EF4-FFF2-40B4-BE49-F238E27FC236}">
                <a16:creationId xmlns:a16="http://schemas.microsoft.com/office/drawing/2014/main" id="{F43F2368-B4FE-4B79-B1E4-80155F719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어디까지 바꾸라는 요청일까?">
            <a:extLst xmlns:a="http://schemas.openxmlformats.org/drawingml/2006/main">
              <a:ext uri="{FF2B5EF4-FFF2-40B4-BE49-F238E27FC236}">
                <a16:creationId xmlns:a16="http://schemas.microsoft.com/office/drawing/2014/main" id="{AE5CC8A8-D092-4A13-9713-BA5FA633B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어디까지 바꾸라는 요청일까?</a:t>
            </a:r>
          </a:p>
        </p:txBody>
      </p:sp>
      <p:sp>
        <p:nvSpPr>
          <p:cNvPr id="4" name="">
            <a:extLst xmlns:a="http://schemas.openxmlformats.org/drawingml/2006/main">
              <a:ext uri="{FF2B5EF4-FFF2-40B4-BE49-F238E27FC236}">
                <a16:creationId xmlns:a16="http://schemas.microsoft.com/office/drawing/2014/main" id="{797A831E-B37D-4F6B-9BA7-349DD25AF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BA18B96-18A8-41CF-B5AC-41EE9F9CB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가능한 해석의 예시</a:t>
            </a:r>
          </a:p>
        </p:txBody>
      </p:sp>
      <p:sp>
        <p:nvSpPr>
          <p:cNvPr id="7" name="같은 crop 요청에서, 허용할 변경 범위를 비교한다.">
            <a:extLst xmlns:a="http://schemas.openxmlformats.org/drawingml/2006/main">
              <a:ext uri="{FF2B5EF4-FFF2-40B4-BE49-F238E27FC236}">
                <a16:creationId xmlns:a16="http://schemas.microsoft.com/office/drawing/2014/main" id="{C70AE28E-84A0-4D3C-9BBF-AD221CA421F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crop 요청에서, 허용할 변경 범위를 비교한다.</a:t>
            </a:r>
          </a:p>
        </p:txBody>
      </p:sp>
      <p:sp>
        <p:nvSpPr>
          <p:cNvPr id="8" name="">
            <a:extLst xmlns:a="http://schemas.openxmlformats.org/drawingml/2006/main">
              <a:ext uri="{FF2B5EF4-FFF2-40B4-BE49-F238E27FC236}">
                <a16:creationId xmlns:a16="http://schemas.microsoft.com/office/drawing/2014/main" id="{5844A962-CD67-4952-8C19-63016D45F09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BC61572-4FA9-49B0-BF55-5480360D018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9DEF9BB-06A2-4FE7-9825-07F4660273B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674A8DA-E648-4275-A3A0-18CB57A209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B4FFE2-930A-4BDB-BBF0-D8F34CFF8CE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1C1159-0A02-4E11-9F98-B3E223E240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5226B6-5237-4D6A-BB40-810BB835520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2CBE7B2-E1FB-4E7D-91C6-01E8BAF8CF23}"/>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DB63F8B-1D99-41B2-ACC1-4CAADB2F28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2B12B9-D59A-4AB3-924D-71FE4805E37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떤 변경을 허용했을까?">
            <a:extLst xmlns:a="http://schemas.openxmlformats.org/drawingml/2006/main">
              <a:ext uri="{FF2B5EF4-FFF2-40B4-BE49-F238E27FC236}">
                <a16:creationId xmlns:a16="http://schemas.microsoft.com/office/drawing/2014/main" id="{96C4DB45-2CD3-45EE-8811-3E909793D5F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어떤 변경을 허용했을까?</a:t>
            </a:r>
          </a:p>
        </p:txBody>
      </p:sp>
      <p:sp>
        <p:nvSpPr>
          <p:cNvPr id="19" name="">
            <a:extLst xmlns:a="http://schemas.openxmlformats.org/drawingml/2006/main">
              <a:ext uri="{FF2B5EF4-FFF2-40B4-BE49-F238E27FC236}">
                <a16:creationId xmlns:a16="http://schemas.microsoft.com/office/drawing/2014/main" id="{CEC8D3AB-9724-499A-B1EE-0FEB4D5E8E9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1C165B6-8AF4-4709-8DB8-72E957E3BC3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5C4C970-C2D5-49A5-AED6-C8293FC7691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7C752B4-B505-4178-A4AA-4A5950FBC82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 기대값 변경">
            <a:extLst xmlns:a="http://schemas.openxmlformats.org/drawingml/2006/main">
              <a:ext uri="{FF2B5EF4-FFF2-40B4-BE49-F238E27FC236}">
                <a16:creationId xmlns:a16="http://schemas.microsoft.com/office/drawing/2014/main" id="{C7F2F664-2545-48A6-AB5A-6A0D9558F8A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 기대값 변경</a:t>
            </a:r>
          </a:p>
        </p:txBody>
      </p:sp>
      <p:sp>
        <p:nvSpPr>
          <p:cNvPr id="24" name="명세 변경의 정당성·승인 필요">
            <a:extLst xmlns:a="http://schemas.openxmlformats.org/drawingml/2006/main">
              <a:ext uri="{FF2B5EF4-FFF2-40B4-BE49-F238E27FC236}">
                <a16:creationId xmlns:a16="http://schemas.microsoft.com/office/drawing/2014/main" id="{78DE7C6C-1756-40F6-88DD-3D85D28C276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명세 변경의 정당성·승인 필요</a:t>
            </a:r>
          </a:p>
        </p:txBody>
      </p:sp>
      <p:sp>
        <p:nvSpPr>
          <p:cNvPr id="25" name="Possible interpretation B">
            <a:extLst xmlns:a="http://schemas.openxmlformats.org/drawingml/2006/main">
              <a:ext uri="{FF2B5EF4-FFF2-40B4-BE49-F238E27FC236}">
                <a16:creationId xmlns:a16="http://schemas.microsoft.com/office/drawing/2014/main" id="{965E4EA9-0004-4AB2-AC9C-1E0327F45A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74FF49-ED87-4E4D-8829-33EF9B1484A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602A658-E68D-4244-B2F3-4DCC9AC1A07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명세에 맞춤">
            <a:extLst xmlns:a="http://schemas.openxmlformats.org/drawingml/2006/main">
              <a:ext uri="{FF2B5EF4-FFF2-40B4-BE49-F238E27FC236}">
                <a16:creationId xmlns:a16="http://schemas.microsoft.com/office/drawing/2014/main" id="{0AFC7FC6-85BF-4758-8EAB-2E32C21A2DD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명세에 맞춤</a:t>
            </a:r>
          </a:p>
        </p:txBody>
      </p:sp>
      <p:sp>
        <p:nvSpPr>
          <p:cNvPr id="29" name="기존 명세·기대값을 유지">
            <a:extLst xmlns:a="http://schemas.openxmlformats.org/drawingml/2006/main">
              <a:ext uri="{FF2B5EF4-FFF2-40B4-BE49-F238E27FC236}">
                <a16:creationId xmlns:a16="http://schemas.microsoft.com/office/drawing/2014/main" id="{27233418-DEEF-41D2-ACE2-7944606499C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기존 명세·기대값을 유지</a:t>
            </a:r>
          </a:p>
        </p:txBody>
      </p:sp>
      <p:sp>
        <p:nvSpPr>
          <p:cNvPr id="30" name="Possible interpretation C">
            <a:extLst xmlns:a="http://schemas.openxmlformats.org/drawingml/2006/main">
              <a:ext uri="{FF2B5EF4-FFF2-40B4-BE49-F238E27FC236}">
                <a16:creationId xmlns:a16="http://schemas.microsoft.com/office/drawing/2014/main" id="{DBCD67B9-1930-4F18-85DF-854CD50B72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2FF0909-9A2A-4563-931D-214AD327C2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5C6E5D3-1038-426D-A263-D4304D2FBB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변경 범위를 먼저 확인">
            <a:extLst xmlns:a="http://schemas.openxmlformats.org/drawingml/2006/main">
              <a:ext uri="{FF2B5EF4-FFF2-40B4-BE49-F238E27FC236}">
                <a16:creationId xmlns:a16="http://schemas.microsoft.com/office/drawing/2014/main" id="{EA73B432-8F5C-4526-B8F7-32757528B11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변경 범위를 먼저 확인</a:t>
            </a:r>
          </a:p>
        </p:txBody>
      </p:sp>
      <p:sp>
        <p:nvSpPr>
          <p:cNvPr id="34" name="의도·명세·조건이 충돌하면 질문">
            <a:extLst xmlns:a="http://schemas.openxmlformats.org/drawingml/2006/main">
              <a:ext uri="{FF2B5EF4-FFF2-40B4-BE49-F238E27FC236}">
                <a16:creationId xmlns:a16="http://schemas.microsoft.com/office/drawing/2014/main" id="{CD143874-C78D-411A-A67B-60D98061885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의도·명세·조건이 충돌하면 질문</a:t>
            </a:r>
          </a:p>
        </p:txBody>
      </p:sp>
      <p:sp>
        <p:nvSpPr>
          <p:cNvPr id="35" name="요청에서 더 분명히 할 정보">
            <a:extLst xmlns:a="http://schemas.openxmlformats.org/drawingml/2006/main">
              <a:ext uri="{FF2B5EF4-FFF2-40B4-BE49-F238E27FC236}">
                <a16:creationId xmlns:a16="http://schemas.microsoft.com/office/drawing/2014/main" id="{8B2AC5E0-3595-4AE6-BC0F-5EE2A34F12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요청에서 더 분명히 할 정보</a:t>
            </a:r>
          </a:p>
        </p:txBody>
      </p:sp>
      <p:sp>
        <p:nvSpPr>
          <p:cNvPr id="36" name="목표의 세부 ?">
            <a:extLst xmlns:a="http://schemas.openxmlformats.org/drawingml/2006/main">
              <a:ext uri="{FF2B5EF4-FFF2-40B4-BE49-F238E27FC236}">
                <a16:creationId xmlns:a16="http://schemas.microsoft.com/office/drawing/2014/main" id="{98BDD084-BCA5-47A7-87B7-501C5511DFB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4116FF4-9053-47B1-8EED-7D5739C121D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60A52D-7C56-4AC8-86A8-2F2051A4632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DC41C7C-C222-4B0F-B771-53F68AE786F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A7D8D3A-B066-4E81-A487-17685B3FA3F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1CABEEA-E1AC-4747-96C1-0CAB45A91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 보존·수정·확인 조건 추가">
            <a:extLst xmlns:a="http://schemas.openxmlformats.org/drawingml/2006/main">
              <a:ext uri="{FF2B5EF4-FFF2-40B4-BE49-F238E27FC236}">
                <a16:creationId xmlns:a16="http://schemas.microsoft.com/office/drawing/2014/main" id="{9D241A21-FF03-43B9-B1AF-1557C146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 보존·수정·확인 조건 추가</a:t>
            </a:r>
          </a:p>
        </p:txBody>
      </p:sp>
      <p:sp>
        <p:nvSpPr>
          <p:cNvPr id="2" name="S18">
            <a:extLst xmlns:a="http://schemas.openxmlformats.org/drawingml/2006/main">
              <a:ext uri="{FF2B5EF4-FFF2-40B4-BE49-F238E27FC236}">
                <a16:creationId xmlns:a16="http://schemas.microsoft.com/office/drawing/2014/main" id="{E33C8A01-BF65-4EE6-9F62-393392138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변경 범위를 요청에 담는다">
            <a:extLst xmlns:a="http://schemas.openxmlformats.org/drawingml/2006/main">
              <a:ext uri="{FF2B5EF4-FFF2-40B4-BE49-F238E27FC236}">
                <a16:creationId xmlns:a16="http://schemas.microsoft.com/office/drawing/2014/main" id="{64C44081-A580-4454-94C5-89BC9F3E9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변경 범위를 요청에 담는다</a:t>
            </a:r>
          </a:p>
        </p:txBody>
      </p:sp>
      <p:sp>
        <p:nvSpPr>
          <p:cNvPr id="4" name="">
            <a:extLst xmlns:a="http://schemas.openxmlformats.org/drawingml/2006/main">
              <a:ext uri="{FF2B5EF4-FFF2-40B4-BE49-F238E27FC236}">
                <a16:creationId xmlns:a16="http://schemas.microsoft.com/office/drawing/2014/main" id="{12A1B347-3D40-4FB0-A4BC-5E4AC709C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5A18278-B765-476D-8563-FED4A8726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요청 예시 · 의도한 경로</a:t>
            </a:r>
          </a:p>
        </p:txBody>
      </p:sp>
      <p:sp>
        <p:nvSpPr>
          <p:cNvPr id="7" name="기대값 · crop(1, 3) → 열 1·2, 폭 2">
            <a:extLst xmlns:a="http://schemas.openxmlformats.org/drawingml/2006/main">
              <a:ext uri="{FF2B5EF4-FFF2-40B4-BE49-F238E27FC236}">
                <a16:creationId xmlns:a16="http://schemas.microsoft.com/office/drawing/2014/main" id="{446D0072-8C59-46C0-BDD8-87183CB72BCB}"/>
              </a:ext>
            </a:extLst>
          </p:cNvPr>
          <p:cNvSpPr>
            <a:spLocks xmlns:a="http://schemas.openxmlformats.org/drawingml/2006/main" noGrp="1"/>
          </p:cNvSpPr>
          <p:nvPr/>
        </p:nvSpPr>
        <p:spPr>
          <a:xfrm xmlns:a="http://schemas.openxmlformats.org/drawingml/2006/main">
            <a:off x="609600" y="16668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기대값 · crop(1, 3) → 열 1·2, 폭 2</a:t>
            </a:r>
          </a:p>
        </p:txBody>
      </p:sp>
      <p:sp>
        <p:nvSpPr>
          <p:cNvPr id="8" name="">
            <a:extLst xmlns:a="http://schemas.openxmlformats.org/drawingml/2006/main">
              <a:ext uri="{FF2B5EF4-FFF2-40B4-BE49-F238E27FC236}">
                <a16:creationId xmlns:a16="http://schemas.microsoft.com/office/drawing/2014/main" id="{B01A7D90-73AE-4BA7-B1A5-2784A41D0414}"/>
              </a:ext>
            </a:extLst>
          </p:cNvPr>
          <p:cNvSpPr>
            <a:spLocks xmlns:a="http://schemas.openxmlformats.org/drawingml/2006/main" noGrp="1"/>
          </p:cNvSpPr>
          <p:nvPr/>
        </p:nvSpPr>
        <p:spPr>
          <a:xfrm xmlns:a="http://schemas.openxmlformats.org/drawingml/2006/main">
            <a:off x="609600" y="2057400"/>
            <a:ext cx="523875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B2B7B0C-42EF-48F9-AE0E-CFEE69E5075C}"/>
              </a:ext>
            </a:extLst>
          </p:cNvPr>
          <p:cNvSpPr>
            <a:spLocks xmlns:a="http://schemas.openxmlformats.org/drawingml/2006/main" noGrp="1"/>
          </p:cNvSpPr>
          <p:nvPr/>
        </p:nvSpPr>
        <p:spPr>
          <a:xfrm xmlns:a="http://schemas.openxmlformats.org/drawingml/2006/main">
            <a:off x="781050" y="215265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C75870D-4D17-40D6-B733-AB591AA145DB}"/>
              </a:ext>
            </a:extLst>
          </p:cNvPr>
          <p:cNvSpPr>
            <a:spLocks xmlns:a="http://schemas.openxmlformats.org/drawingml/2006/main" noGrp="1"/>
          </p:cNvSpPr>
          <p:nvPr/>
        </p:nvSpPr>
        <p:spPr>
          <a:xfrm xmlns:a="http://schemas.openxmlformats.org/drawingml/2006/main">
            <a:off x="781050" y="250507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342A2DB-E7A5-4736-94E6-68BE4B27028E}"/>
              </a:ext>
            </a:extLst>
          </p:cNvPr>
          <p:cNvSpPr>
            <a:spLocks xmlns:a="http://schemas.openxmlformats.org/drawingml/2006/main" noGrp="1"/>
          </p:cNvSpPr>
          <p:nvPr/>
        </p:nvSpPr>
        <p:spPr>
          <a:xfrm xmlns:a="http://schemas.openxmlformats.org/drawingml/2006/main">
            <a:off x="800100" y="260032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2" name="기존 명세와 테스트 기대값은 유지하고,">
            <a:extLst xmlns:a="http://schemas.openxmlformats.org/drawingml/2006/main">
              <a:ext uri="{FF2B5EF4-FFF2-40B4-BE49-F238E27FC236}">
                <a16:creationId xmlns:a16="http://schemas.microsoft.com/office/drawing/2014/main" id="{BDD91A19-8EDC-4192-8733-E9F9F4DFE7F3}"/>
              </a:ext>
            </a:extLst>
          </p:cNvPr>
          <p:cNvSpPr>
            <a:spLocks xmlns:a="http://schemas.openxmlformats.org/drawingml/2006/main" noGrp="1"/>
          </p:cNvSpPr>
          <p:nvPr/>
        </p:nvSpPr>
        <p:spPr>
          <a:xfrm xmlns:a="http://schemas.openxmlformats.org/drawingml/2006/main">
            <a:off x="800100" y="30384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기존 명세와 테스트 기대값은 유지하고,</a:t>
            </a:r>
          </a:p>
        </p:txBody>
      </p:sp>
      <p:sp>
        <p:nvSpPr>
          <p:cNvPr id="13" name="명세에 어긋난 crop 구현만 최소 수정해.">
            <a:extLst xmlns:a="http://schemas.openxmlformats.org/drawingml/2006/main">
              <a:ext uri="{FF2B5EF4-FFF2-40B4-BE49-F238E27FC236}">
                <a16:creationId xmlns:a16="http://schemas.microsoft.com/office/drawing/2014/main" id="{423A07F2-2B64-4D52-8DC5-CC85C955F5F9}"/>
              </a:ext>
            </a:extLst>
          </p:cNvPr>
          <p:cNvSpPr>
            <a:spLocks xmlns:a="http://schemas.openxmlformats.org/drawingml/2006/main" noGrp="1"/>
          </p:cNvSpPr>
          <p:nvPr/>
        </p:nvSpPr>
        <p:spPr>
          <a:xfrm xmlns:a="http://schemas.openxmlformats.org/drawingml/2006/main">
            <a:off x="800100" y="34480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명세에 어긋난 crop 구현만 최소 수정해.</a:t>
            </a:r>
          </a:p>
        </p:txBody>
      </p:sp>
      <p:sp>
        <p:nvSpPr>
          <p:cNvPr id="14" name="관련 테스트와 전체 테스트를 확인하고,">
            <a:extLst xmlns:a="http://schemas.openxmlformats.org/drawingml/2006/main">
              <a:ext uri="{FF2B5EF4-FFF2-40B4-BE49-F238E27FC236}">
                <a16:creationId xmlns:a16="http://schemas.microsoft.com/office/drawing/2014/main" id="{8F3C3345-6AB8-42CC-B86F-F7308CC6DD0B}"/>
              </a:ext>
            </a:extLst>
          </p:cNvPr>
          <p:cNvSpPr>
            <a:spLocks xmlns:a="http://schemas.openxmlformats.org/drawingml/2006/main" noGrp="1"/>
          </p:cNvSpPr>
          <p:nvPr/>
        </p:nvSpPr>
        <p:spPr>
          <a:xfrm xmlns:a="http://schemas.openxmlformats.org/drawingml/2006/main">
            <a:off x="800100" y="385762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관련 테스트와 전체 테스트를 확인하고,</a:t>
            </a:r>
          </a:p>
        </p:txBody>
      </p:sp>
      <p:sp>
        <p:nvSpPr>
          <p:cNvPr id="15" name="변경 내용·검증 결과·미확인 사항을 보고해.">
            <a:extLst xmlns:a="http://schemas.openxmlformats.org/drawingml/2006/main">
              <a:ext uri="{FF2B5EF4-FFF2-40B4-BE49-F238E27FC236}">
                <a16:creationId xmlns:a16="http://schemas.microsoft.com/office/drawing/2014/main" id="{E1965744-3EA6-4F3E-BD37-D3C91335BFF4}"/>
              </a:ext>
            </a:extLst>
          </p:cNvPr>
          <p:cNvSpPr>
            <a:spLocks xmlns:a="http://schemas.openxmlformats.org/drawingml/2006/main" noGrp="1"/>
          </p:cNvSpPr>
          <p:nvPr/>
        </p:nvSpPr>
        <p:spPr>
          <a:xfrm xmlns:a="http://schemas.openxmlformats.org/drawingml/2006/main">
            <a:off x="800100" y="426720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변경 내용·검증 결과·미확인 사항을 보고해.</a:t>
            </a:r>
          </a:p>
        </p:txBody>
      </p:sp>
      <p:sp>
        <p:nvSpPr>
          <p:cNvPr id="16" name="+">
            <a:extLst xmlns:a="http://schemas.openxmlformats.org/drawingml/2006/main">
              <a:ext uri="{FF2B5EF4-FFF2-40B4-BE49-F238E27FC236}">
                <a16:creationId xmlns:a16="http://schemas.microsoft.com/office/drawing/2014/main" id="{6E48DC58-6E06-44C7-9878-7A8D0EBFF53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41271080-6058-45EC-BD2E-4026967DD3A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2601EF-2E0F-4C93-90C2-8B75332FA78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9" name="사람이 원하는 경로를 명시">
            <a:extLst xmlns:a="http://schemas.openxmlformats.org/drawingml/2006/main">
              <a:ext uri="{FF2B5EF4-FFF2-40B4-BE49-F238E27FC236}">
                <a16:creationId xmlns:a16="http://schemas.microsoft.com/office/drawing/2014/main" id="{128A45D3-8E63-47F4-810F-847A888E251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0" name="">
            <a:extLst xmlns:a="http://schemas.openxmlformats.org/drawingml/2006/main">
              <a:ext uri="{FF2B5EF4-FFF2-40B4-BE49-F238E27FC236}">
                <a16:creationId xmlns:a16="http://schemas.microsoft.com/office/drawing/2014/main" id="{B2BB2F6D-DE14-48C4-AA26-A6DEFEE0048A}"/>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783943CC-0A24-440B-BA6B-6619C8114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EFE61B2-5FF9-45DC-A513-3EEED92603B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Possible interpretation A">
            <a:extLst xmlns:a="http://schemas.openxmlformats.org/drawingml/2006/main">
              <a:ext uri="{FF2B5EF4-FFF2-40B4-BE49-F238E27FC236}">
                <a16:creationId xmlns:a16="http://schemas.microsoft.com/office/drawing/2014/main" id="{E5784F8A-99DC-452E-8FDD-7E94C30DD8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4" name="">
            <a:extLst xmlns:a="http://schemas.openxmlformats.org/drawingml/2006/main">
              <a:ext uri="{FF2B5EF4-FFF2-40B4-BE49-F238E27FC236}">
                <a16:creationId xmlns:a16="http://schemas.microsoft.com/office/drawing/2014/main" id="{892E9FD1-DA50-429B-A6BB-B9AACA6ACE1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25" name="A">
            <a:extLst xmlns:a="http://schemas.openxmlformats.org/drawingml/2006/main">
              <a:ext uri="{FF2B5EF4-FFF2-40B4-BE49-F238E27FC236}">
                <a16:creationId xmlns:a16="http://schemas.microsoft.com/office/drawing/2014/main" id="{3BA13A51-6F71-4A87-B356-0C9B468E10B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26" name="테스트 기대값 변경">
            <a:extLst xmlns:a="http://schemas.openxmlformats.org/drawingml/2006/main">
              <a:ext uri="{FF2B5EF4-FFF2-40B4-BE49-F238E27FC236}">
                <a16:creationId xmlns:a16="http://schemas.microsoft.com/office/drawing/2014/main" id="{E01055DC-E883-4F8D-BCDD-FCB2D91E9B8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27" name="보존 조건과 맞지 않음">
            <a:extLst xmlns:a="http://schemas.openxmlformats.org/drawingml/2006/main">
              <a:ext uri="{FF2B5EF4-FFF2-40B4-BE49-F238E27FC236}">
                <a16:creationId xmlns:a16="http://schemas.microsoft.com/office/drawing/2014/main" id="{9EEE3863-B337-4C22-9938-095B45B64B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28" name="Possible interpretation B">
            <a:extLst xmlns:a="http://schemas.openxmlformats.org/drawingml/2006/main">
              <a:ext uri="{FF2B5EF4-FFF2-40B4-BE49-F238E27FC236}">
                <a16:creationId xmlns:a16="http://schemas.microsoft.com/office/drawing/2014/main" id="{2561AAA7-8C4C-4853-8261-19FDDC729B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29" name="">
            <a:extLst xmlns:a="http://schemas.openxmlformats.org/drawingml/2006/main">
              <a:ext uri="{FF2B5EF4-FFF2-40B4-BE49-F238E27FC236}">
                <a16:creationId xmlns:a16="http://schemas.microsoft.com/office/drawing/2014/main" id="{B765727E-FC73-4799-B103-575BA2327EA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0" name="B">
            <a:extLst xmlns:a="http://schemas.openxmlformats.org/drawingml/2006/main">
              <a:ext uri="{FF2B5EF4-FFF2-40B4-BE49-F238E27FC236}">
                <a16:creationId xmlns:a16="http://schemas.microsoft.com/office/drawing/2014/main" id="{9B48729F-BEA0-461B-AABC-6A89C1DD812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1" name="crop 구현 최소 수정">
            <a:extLst xmlns:a="http://schemas.openxmlformats.org/drawingml/2006/main">
              <a:ext uri="{FF2B5EF4-FFF2-40B4-BE49-F238E27FC236}">
                <a16:creationId xmlns:a16="http://schemas.microsoft.com/office/drawing/2014/main" id="{4E0A2A87-1D0A-4BE9-BBB2-77D711DCAED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2" name="사람이 명시한 변경 범위">
            <a:extLst xmlns:a="http://schemas.openxmlformats.org/drawingml/2006/main">
              <a:ext uri="{FF2B5EF4-FFF2-40B4-BE49-F238E27FC236}">
                <a16:creationId xmlns:a16="http://schemas.microsoft.com/office/drawing/2014/main" id="{6660C6F9-42D3-41CD-B5DD-267039366E8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변경 범위</a:t>
            </a:r>
          </a:p>
        </p:txBody>
      </p:sp>
      <p:sp>
        <p:nvSpPr>
          <p:cNvPr id="33" name="Possible interpretation C">
            <a:extLst xmlns:a="http://schemas.openxmlformats.org/drawingml/2006/main">
              <a:ext uri="{FF2B5EF4-FFF2-40B4-BE49-F238E27FC236}">
                <a16:creationId xmlns:a16="http://schemas.microsoft.com/office/drawing/2014/main" id="{47F67505-8A72-48EC-8E86-5EB4263E6F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4" name="">
            <a:extLst xmlns:a="http://schemas.openxmlformats.org/drawingml/2006/main">
              <a:ext uri="{FF2B5EF4-FFF2-40B4-BE49-F238E27FC236}">
                <a16:creationId xmlns:a16="http://schemas.microsoft.com/office/drawing/2014/main" id="{76EE1144-D23F-47B1-B863-004BC3AEC39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5" name="C">
            <a:extLst xmlns:a="http://schemas.openxmlformats.org/drawingml/2006/main">
              <a:ext uri="{FF2B5EF4-FFF2-40B4-BE49-F238E27FC236}">
                <a16:creationId xmlns:a16="http://schemas.microsoft.com/office/drawing/2014/main" id="{53B5C1A8-574A-42FC-9684-BA7AF92B70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36" name="추가 질문 후 진행">
            <a:extLst xmlns:a="http://schemas.openxmlformats.org/drawingml/2006/main">
              <a:ext uri="{FF2B5EF4-FFF2-40B4-BE49-F238E27FC236}">
                <a16:creationId xmlns:a16="http://schemas.microsoft.com/office/drawing/2014/main" id="{355ECB45-9065-4BF2-8047-4EA38FF1D8A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37" name="필요한 정보가 남으면 확인">
            <a:extLst xmlns:a="http://schemas.openxmlformats.org/drawingml/2006/main">
              <a:ext uri="{FF2B5EF4-FFF2-40B4-BE49-F238E27FC236}">
                <a16:creationId xmlns:a16="http://schemas.microsoft.com/office/drawing/2014/main" id="{FDF7BBED-4AFA-4786-8D0A-7459732155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38" name="">
            <a:extLst xmlns:a="http://schemas.openxmlformats.org/drawingml/2006/main">
              <a:ext uri="{FF2B5EF4-FFF2-40B4-BE49-F238E27FC236}">
                <a16:creationId xmlns:a16="http://schemas.microsoft.com/office/drawing/2014/main" id="{429A2E22-F23D-47A4-9F87-3F36E25C15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9" name="원하는 변화·조건·완료 근거를 요청에 담는다.">
            <a:extLst xmlns:a="http://schemas.openxmlformats.org/drawingml/2006/main">
              <a:ext uri="{FF2B5EF4-FFF2-40B4-BE49-F238E27FC236}">
                <a16:creationId xmlns:a16="http://schemas.microsoft.com/office/drawing/2014/main" id="{77D4D292-3FA2-4552-AE16-95D24C85B6F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0" name="Legacy module connection">
            <a:extLst xmlns:a="http://schemas.openxmlformats.org/drawingml/2006/main">
              <a:ext uri="{FF2B5EF4-FFF2-40B4-BE49-F238E27FC236}">
                <a16:creationId xmlns:a16="http://schemas.microsoft.com/office/drawing/2014/main" id="{46B18696-57AB-49E1-B13B-A93FA6723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에서 다섯 항목 찾기">
            <a:extLst xmlns:a="http://schemas.openxmlformats.org/drawingml/2006/main">
              <a:ext uri="{FF2B5EF4-FFF2-40B4-BE49-F238E27FC236}">
                <a16:creationId xmlns:a16="http://schemas.microsoft.com/office/drawing/2014/main" id="{CAF24CE7-B0D0-42FC-B8C3-1404FBCADB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요청에서 다섯 항목 찾기</a:t>
            </a:r>
          </a:p>
        </p:txBody>
      </p:sp>
      <p:sp>
        <p:nvSpPr>
          <p:cNvPr id="2" name="S21">
            <a:extLst xmlns:a="http://schemas.openxmlformats.org/drawingml/2006/main">
              <a:ext uri="{FF2B5EF4-FFF2-40B4-BE49-F238E27FC236}">
                <a16:creationId xmlns:a16="http://schemas.microsoft.com/office/drawing/2014/main" id="{19F59DC5-EBE6-40ED-B90A-854B343B27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실제 요청에는 무엇을 담았을까?">
            <a:extLst xmlns:a="http://schemas.openxmlformats.org/drawingml/2006/main">
              <a:ext uri="{FF2B5EF4-FFF2-40B4-BE49-F238E27FC236}">
                <a16:creationId xmlns:a16="http://schemas.microsoft.com/office/drawing/2014/main" id="{D3F0A365-DABF-45AF-8718-9035D533AA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요청에는 무엇을 담았을까?</a:t>
            </a:r>
          </a:p>
        </p:txBody>
      </p:sp>
      <p:sp>
        <p:nvSpPr>
          <p:cNvPr id="4" name="">
            <a:extLst xmlns:a="http://schemas.openxmlformats.org/drawingml/2006/main">
              <a:ext uri="{FF2B5EF4-FFF2-40B4-BE49-F238E27FC236}">
                <a16:creationId xmlns:a16="http://schemas.microsoft.com/office/drawing/2014/main" id="{54BDE431-0E13-4A14-883C-90FBF9A234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C8B1E-D26B-422D-9DA7-D79B655F41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발췌·번역 · 다섯 항목은 교육용 주석</a:t>
            </a:r>
          </a:p>
        </p:txBody>
      </p:sp>
      <p:sp>
        <p:nvSpPr>
          <p:cNvPr id="7" name="">
            <a:extLst xmlns:a="http://schemas.openxmlformats.org/drawingml/2006/main">
              <a:ext uri="{FF2B5EF4-FFF2-40B4-BE49-F238E27FC236}">
                <a16:creationId xmlns:a16="http://schemas.microsoft.com/office/drawing/2014/main" id="{B94DB7ED-AB79-4D59-97E3-6DFE7231D6A9}"/>
              </a:ext>
            </a:extLst>
          </p:cNvPr>
          <p:cNvSpPr>
            <a:spLocks xmlns:a="http://schemas.openxmlformats.org/drawingml/2006/main" noGrp="1"/>
          </p:cNvSpPr>
          <p:nvPr/>
        </p:nvSpPr>
        <p:spPr>
          <a:xfrm xmlns:a="http://schemas.openxmlformats.org/drawingml/2006/main">
            <a:off x="609600" y="1752600"/>
            <a:ext cx="8096250" cy="36385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TRIAL-002 · 실제 요청 발췌·번역">
            <a:extLst xmlns:a="http://schemas.openxmlformats.org/drawingml/2006/main">
              <a:ext uri="{FF2B5EF4-FFF2-40B4-BE49-F238E27FC236}">
                <a16:creationId xmlns:a16="http://schemas.microsoft.com/office/drawing/2014/main" id="{0513606C-1F1B-42ED-951F-596A6D422079}"/>
              </a:ext>
            </a:extLst>
          </p:cNvPr>
          <p:cNvSpPr>
            <a:spLocks xmlns:a="http://schemas.openxmlformats.org/drawingml/2006/main" noGrp="1"/>
          </p:cNvSpPr>
          <p:nvPr/>
        </p:nvSpPr>
        <p:spPr>
          <a:xfrm xmlns:a="http://schemas.openxmlformats.org/drawingml/2006/main">
            <a:off x="800100" y="1847850"/>
            <a:ext cx="7715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17212B"/>
                </a:solidFill>
                <a:latin typeface="Malgun Gothic"/>
                <a:ea typeface="Malgun Gothic"/>
                <a:cs typeface="Malgun Gothic"/>
              </a:defRPr>
            </a:defPPr>
            <a:lvl1pPr algn="l">
              <a:defRPr sz="1725" b="1">
                <a:solidFill>
                  <a:srgbClr val="17212B"/>
                </a:solidFill>
                <a:latin typeface="Malgun Gothic"/>
                <a:ea typeface="Malgun Gothic"/>
                <a:cs typeface="Malgun Gothic"/>
              </a:defRPr>
            </a:lvl1pPr>
            <a:lvl2pPr algn="l">
              <a:defRPr sz="1725" b="1">
                <a:solidFill>
                  <a:srgbClr val="17212B"/>
                </a:solidFill>
                <a:latin typeface="Malgun Gothic"/>
                <a:ea typeface="Malgun Gothic"/>
                <a:cs typeface="Malgun Gothic"/>
              </a:defRPr>
            </a:lvl2pPr>
            <a:lvl3pPr algn="l">
              <a:defRPr sz="1725" b="1">
                <a:solidFill>
                  <a:srgbClr val="17212B"/>
                </a:solidFill>
                <a:latin typeface="Malgun Gothic"/>
                <a:ea typeface="Malgun Gothic"/>
                <a:cs typeface="Malgun Gothic"/>
              </a:defRPr>
            </a:lvl3pPr>
            <a:lvl4pPr algn="l">
              <a:defRPr sz="1725" b="1">
                <a:solidFill>
                  <a:srgbClr val="17212B"/>
                </a:solidFill>
                <a:latin typeface="Malgun Gothic"/>
                <a:ea typeface="Malgun Gothic"/>
                <a:cs typeface="Malgun Gothic"/>
              </a:defRPr>
            </a:lvl4pPr>
            <a:lvl5pPr algn="l">
              <a:defRPr sz="1725" b="1">
                <a:solidFill>
                  <a:srgbClr val="17212B"/>
                </a:solidFill>
                <a:latin typeface="Malgun Gothic"/>
                <a:ea typeface="Malgun Gothic"/>
                <a:cs typeface="Malgun Gothic"/>
              </a:defRPr>
            </a:lvl5pPr>
            <a:lvl6pPr algn="l">
              <a:defRPr sz="1725" b="1">
                <a:solidFill>
                  <a:srgbClr val="17212B"/>
                </a:solidFill>
                <a:latin typeface="Malgun Gothic"/>
                <a:ea typeface="Malgun Gothic"/>
                <a:cs typeface="Malgun Gothic"/>
              </a:defRPr>
            </a:lvl6pPr>
            <a:lvl7pPr algn="l">
              <a:defRPr sz="1725" b="1">
                <a:solidFill>
                  <a:srgbClr val="17212B"/>
                </a:solidFill>
                <a:latin typeface="Malgun Gothic"/>
                <a:ea typeface="Malgun Gothic"/>
                <a:cs typeface="Malgun Gothic"/>
              </a:defRPr>
            </a:lvl7pPr>
            <a:lvl8pPr algn="l">
              <a:defRPr sz="1725" b="1">
                <a:solidFill>
                  <a:srgbClr val="17212B"/>
                </a:solidFill>
                <a:latin typeface="Malgun Gothic"/>
                <a:ea typeface="Malgun Gothic"/>
                <a:cs typeface="Malgun Gothic"/>
              </a:defRPr>
            </a:lvl8pPr>
            <a:lvl9pPr algn="l">
              <a:defRPr sz="1725" b="1">
                <a:solidFill>
                  <a:srgbClr val="17212B"/>
                </a:solidFill>
                <a:latin typeface="Malgun Gothic"/>
                <a:ea typeface="Malgun Gothic"/>
                <a:cs typeface="Malgun Gothic"/>
              </a:defRPr>
            </a:lvl9pPr>
          </a:lstStyle>
          <a:p xmlns:a="http://schemas.openxmlformats.org/drawingml/2006/main">
            <a:pPr algn="l">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TRIAL-002 · 실제 요청 발췌·번역</a:t>
            </a:r>
          </a:p>
        </p:txBody>
      </p:sp>
      <p:sp>
        <p:nvSpPr>
          <p:cNvPr id="9" name="">
            <a:extLst xmlns:a="http://schemas.openxmlformats.org/drawingml/2006/main">
              <a:ext uri="{FF2B5EF4-FFF2-40B4-BE49-F238E27FC236}">
                <a16:creationId xmlns:a16="http://schemas.microsoft.com/office/drawing/2014/main" id="{AFE434DE-07E1-4719-9F9E-0F8AA593AA8F}"/>
              </a:ext>
            </a:extLst>
          </p:cNvPr>
          <p:cNvSpPr>
            <a:spLocks xmlns:a="http://schemas.openxmlformats.org/drawingml/2006/main" noGrp="1"/>
          </p:cNvSpPr>
          <p:nvPr/>
        </p:nvSpPr>
        <p:spPr>
          <a:xfrm xmlns:a="http://schemas.openxmlformats.org/drawingml/2006/main">
            <a:off x="800100" y="2181225"/>
            <a:ext cx="7715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Goal:">
            <a:extLst xmlns:a="http://schemas.openxmlformats.org/drawingml/2006/main">
              <a:ext uri="{FF2B5EF4-FFF2-40B4-BE49-F238E27FC236}">
                <a16:creationId xmlns:a16="http://schemas.microsoft.com/office/drawing/2014/main" id="{F303349C-A1EF-4FBA-BF7B-5D2E726196E1}"/>
              </a:ext>
            </a:extLst>
          </p:cNvPr>
          <p:cNvSpPr>
            <a:spLocks xmlns:a="http://schemas.openxmlformats.org/drawingml/2006/main" noGrp="1"/>
          </p:cNvSpPr>
          <p:nvPr/>
        </p:nvSpPr>
        <p:spPr>
          <a:xfrm xmlns:a="http://schemas.openxmlformats.org/drawingml/2006/main">
            <a:off x="800100" y="2276475"/>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Goal:</a:t>
            </a:r>
          </a:p>
        </p:txBody>
      </p:sp>
      <p:sp>
        <p:nvSpPr>
          <p:cNvPr id="11" name="이 저장소의 crop 경계 테스트 실패를 조사하고 고쳐줘.">
            <a:extLst xmlns:a="http://schemas.openxmlformats.org/drawingml/2006/main">
              <a:ext uri="{FF2B5EF4-FFF2-40B4-BE49-F238E27FC236}">
                <a16:creationId xmlns:a16="http://schemas.microsoft.com/office/drawing/2014/main" id="{6FE8D38D-8B10-4E26-AFF6-0221428F283E}"/>
              </a:ext>
            </a:extLst>
          </p:cNvPr>
          <p:cNvSpPr>
            <a:spLocks xmlns:a="http://schemas.openxmlformats.org/drawingml/2006/main" noGrp="1"/>
          </p:cNvSpPr>
          <p:nvPr/>
        </p:nvSpPr>
        <p:spPr>
          <a:xfrm xmlns:a="http://schemas.openxmlformats.org/drawingml/2006/main">
            <a:off x="2381250" y="22764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이 저장소의 crop 경계 테스트 실패를 조사하고 고쳐줘.</a:t>
            </a:r>
          </a:p>
        </p:txBody>
      </p:sp>
      <p:sp>
        <p:nvSpPr>
          <p:cNvPr id="12" name="Constraints:">
            <a:extLst xmlns:a="http://schemas.openxmlformats.org/drawingml/2006/main">
              <a:ext uri="{FF2B5EF4-FFF2-40B4-BE49-F238E27FC236}">
                <a16:creationId xmlns:a16="http://schemas.microsoft.com/office/drawing/2014/main" id="{C89AF1F7-C4DD-47EC-A88A-CD086DEC1DE1}"/>
              </a:ext>
            </a:extLst>
          </p:cNvPr>
          <p:cNvSpPr>
            <a:spLocks xmlns:a="http://schemas.openxmlformats.org/drawingml/2006/main" noGrp="1"/>
          </p:cNvSpPr>
          <p:nvPr/>
        </p:nvSpPr>
        <p:spPr>
          <a:xfrm xmlns:a="http://schemas.openxmlformats.org/drawingml/2006/main">
            <a:off x="800100" y="268605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Constraints:</a:t>
            </a:r>
          </a:p>
        </p:txBody>
      </p:sp>
      <p:sp>
        <p:nvSpPr>
          <p:cNvPr id="13" name="끝 좌표 제외 명세 [x_start, x_end)를 지켜줘.">
            <a:extLst xmlns:a="http://schemas.openxmlformats.org/drawingml/2006/main">
              <a:ext uri="{FF2B5EF4-FFF2-40B4-BE49-F238E27FC236}">
                <a16:creationId xmlns:a16="http://schemas.microsoft.com/office/drawing/2014/main" id="{A9C622D7-8594-4C29-B6FB-028F06AB222D}"/>
              </a:ext>
            </a:extLst>
          </p:cNvPr>
          <p:cNvSpPr>
            <a:spLocks xmlns:a="http://schemas.openxmlformats.org/drawingml/2006/main" noGrp="1"/>
          </p:cNvSpPr>
          <p:nvPr/>
        </p:nvSpPr>
        <p:spPr>
          <a:xfrm xmlns:a="http://schemas.openxmlformats.org/drawingml/2006/main">
            <a:off x="2381250" y="266700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끝 좌표 제외 명세 [x_start, x_end)를 지켜줘.</a:t>
            </a:r>
          </a:p>
        </p:txBody>
      </p:sp>
      <p:sp>
        <p:nvSpPr>
          <p:cNvPr id="14" name="무관한 API 변경·의존성 추가 없이 최소 수정해줘.">
            <a:extLst xmlns:a="http://schemas.openxmlformats.org/drawingml/2006/main">
              <a:ext uri="{FF2B5EF4-FFF2-40B4-BE49-F238E27FC236}">
                <a16:creationId xmlns:a16="http://schemas.microsoft.com/office/drawing/2014/main" id="{F718ED0C-F5FF-4F9A-B521-7891C3861998}"/>
              </a:ext>
            </a:extLst>
          </p:cNvPr>
          <p:cNvSpPr>
            <a:spLocks xmlns:a="http://schemas.openxmlformats.org/drawingml/2006/main" noGrp="1"/>
          </p:cNvSpPr>
          <p:nvPr/>
        </p:nvSpPr>
        <p:spPr>
          <a:xfrm xmlns:a="http://schemas.openxmlformats.org/drawingml/2006/main">
            <a:off x="2381250" y="2952750"/>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무관한 API 변경·의존성 추가 없이 최소 수정해줘.</a:t>
            </a:r>
          </a:p>
        </p:txBody>
      </p:sp>
      <p:sp>
        <p:nvSpPr>
          <p:cNvPr id="15" name="Process:">
            <a:extLst xmlns:a="http://schemas.openxmlformats.org/drawingml/2006/main">
              <a:ext uri="{FF2B5EF4-FFF2-40B4-BE49-F238E27FC236}">
                <a16:creationId xmlns:a16="http://schemas.microsoft.com/office/drawing/2014/main" id="{A175321D-6561-43CF-B670-3EEEFEAE93EF}"/>
              </a:ext>
            </a:extLst>
          </p:cNvPr>
          <p:cNvSpPr>
            <a:spLocks xmlns:a="http://schemas.openxmlformats.org/drawingml/2006/main" noGrp="1"/>
          </p:cNvSpPr>
          <p:nvPr/>
        </p:nvSpPr>
        <p:spPr>
          <a:xfrm xmlns:a="http://schemas.openxmlformats.org/drawingml/2006/main">
            <a:off x="800100" y="33528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Process:</a:t>
            </a:r>
          </a:p>
        </p:txBody>
      </p:sp>
      <p:sp>
        <p:nvSpPr>
          <p:cNvPr id="16" name="01  먼저 현재 실패를 재현해줘.">
            <a:extLst xmlns:a="http://schemas.openxmlformats.org/drawingml/2006/main">
              <a:ext uri="{FF2B5EF4-FFF2-40B4-BE49-F238E27FC236}">
                <a16:creationId xmlns:a16="http://schemas.microsoft.com/office/drawing/2014/main" id="{44D8C053-A35F-4EE0-9906-9E50471862DE}"/>
              </a:ext>
            </a:extLst>
          </p:cNvPr>
          <p:cNvSpPr>
            <a:spLocks xmlns:a="http://schemas.openxmlformats.org/drawingml/2006/main" noGrp="1"/>
          </p:cNvSpPr>
          <p:nvPr/>
        </p:nvSpPr>
        <p:spPr>
          <a:xfrm xmlns:a="http://schemas.openxmlformats.org/drawingml/2006/main">
            <a:off x="2381250" y="33432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01  먼저 현재 실패를 재현해줘.</a:t>
            </a:r>
          </a:p>
        </p:txBody>
      </p:sp>
      <p:sp>
        <p:nvSpPr>
          <p:cNvPr id="17" name="">
            <a:extLst xmlns:a="http://schemas.openxmlformats.org/drawingml/2006/main">
              <a:ext uri="{FF2B5EF4-FFF2-40B4-BE49-F238E27FC236}">
                <a16:creationId xmlns:a16="http://schemas.microsoft.com/office/drawing/2014/main" id="{0CC46AB1-AB5D-4E49-B957-5F094C79922A}"/>
              </a:ext>
            </a:extLst>
          </p:cNvPr>
          <p:cNvSpPr>
            <a:spLocks xmlns:a="http://schemas.openxmlformats.org/drawingml/2006/main" noGrp="1"/>
          </p:cNvSpPr>
          <p:nvPr/>
        </p:nvSpPr>
        <p:spPr>
          <a:xfrm xmlns:a="http://schemas.openxmlformats.org/drawingml/2006/main">
            <a:off x="2733675" y="3648075"/>
            <a:ext cx="1981200" cy="2762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8" name="02  관련 구현과 호출 경로를 조사해줘.">
            <a:extLst xmlns:a="http://schemas.openxmlformats.org/drawingml/2006/main">
              <a:ext uri="{FF2B5EF4-FFF2-40B4-BE49-F238E27FC236}">
                <a16:creationId xmlns:a16="http://schemas.microsoft.com/office/drawing/2014/main" id="{FEC6B8F7-3530-4795-9663-9139DFD09430}"/>
              </a:ext>
            </a:extLst>
          </p:cNvPr>
          <p:cNvSpPr>
            <a:spLocks xmlns:a="http://schemas.openxmlformats.org/drawingml/2006/main" noGrp="1"/>
          </p:cNvSpPr>
          <p:nvPr/>
        </p:nvSpPr>
        <p:spPr>
          <a:xfrm xmlns:a="http://schemas.openxmlformats.org/drawingml/2006/main">
            <a:off x="2381250" y="36480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02  관련 구현과 호출 경로를 조사해줘.</a:t>
            </a:r>
          </a:p>
        </p:txBody>
      </p:sp>
      <p:sp>
        <p:nvSpPr>
          <p:cNvPr id="19" name="03  수정 전 짧은 계획을 알리고, 승인 대기 없이 계속해줘.">
            <a:extLst xmlns:a="http://schemas.openxmlformats.org/drawingml/2006/main">
              <a:ext uri="{FF2B5EF4-FFF2-40B4-BE49-F238E27FC236}">
                <a16:creationId xmlns:a16="http://schemas.microsoft.com/office/drawing/2014/main" id="{D1BFFDEC-9EAC-4820-9A13-40729C3B0557}"/>
              </a:ext>
            </a:extLst>
          </p:cNvPr>
          <p:cNvSpPr>
            <a:spLocks xmlns:a="http://schemas.openxmlformats.org/drawingml/2006/main" noGrp="1"/>
          </p:cNvSpPr>
          <p:nvPr/>
        </p:nvSpPr>
        <p:spPr>
          <a:xfrm xmlns:a="http://schemas.openxmlformats.org/drawingml/2006/main">
            <a:off x="2381250" y="39528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03  수정 전 짧은 계획을 알리고, 승인 대기 없이 계속해줘.</a:t>
            </a:r>
          </a:p>
        </p:txBody>
      </p:sp>
      <p:sp>
        <p:nvSpPr>
          <p:cNvPr id="20" name="Verification:">
            <a:extLst xmlns:a="http://schemas.openxmlformats.org/drawingml/2006/main">
              <a:ext uri="{FF2B5EF4-FFF2-40B4-BE49-F238E27FC236}">
                <a16:creationId xmlns:a16="http://schemas.microsoft.com/office/drawing/2014/main" id="{5569F929-ECE2-49A5-9544-2EC46D444A17}"/>
              </a:ext>
            </a:extLst>
          </p:cNvPr>
          <p:cNvSpPr>
            <a:spLocks xmlns:a="http://schemas.openxmlformats.org/drawingml/2006/main" noGrp="1"/>
          </p:cNvSpPr>
          <p:nvPr/>
        </p:nvSpPr>
        <p:spPr>
          <a:xfrm xmlns:a="http://schemas.openxmlformats.org/drawingml/2006/main">
            <a:off x="800100" y="4572000"/>
            <a:ext cx="1466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Verification:</a:t>
            </a:r>
          </a:p>
        </p:txBody>
      </p:sp>
      <p:sp>
        <p:nvSpPr>
          <p:cNvPr id="21" name="관련·전체 테스트를 실행해줘.">
            <a:extLst xmlns:a="http://schemas.openxmlformats.org/drawingml/2006/main">
              <a:ext uri="{FF2B5EF4-FFF2-40B4-BE49-F238E27FC236}">
                <a16:creationId xmlns:a16="http://schemas.microsoft.com/office/drawing/2014/main" id="{38DF296C-246A-49E9-B25E-4F8C55C93588}"/>
              </a:ext>
            </a:extLst>
          </p:cNvPr>
          <p:cNvSpPr>
            <a:spLocks xmlns:a="http://schemas.openxmlformats.org/drawingml/2006/main" noGrp="1"/>
          </p:cNvSpPr>
          <p:nvPr/>
        </p:nvSpPr>
        <p:spPr>
          <a:xfrm xmlns:a="http://schemas.openxmlformats.org/drawingml/2006/main">
            <a:off x="2381250" y="45434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관련·전체 테스트를 실행해줘.</a:t>
            </a:r>
          </a:p>
        </p:txBody>
      </p:sp>
      <p:sp>
        <p:nvSpPr>
          <p:cNvPr id="22" name="가능하면 기존 입력으로 CLI를 실행하고, 최종 변경을 확인해줘.">
            <a:extLst xmlns:a="http://schemas.openxmlformats.org/drawingml/2006/main">
              <a:ext uri="{FF2B5EF4-FFF2-40B4-BE49-F238E27FC236}">
                <a16:creationId xmlns:a16="http://schemas.microsoft.com/office/drawing/2014/main" id="{53FBDD3A-445F-4A77-8EBB-0FAFF2D335CF}"/>
              </a:ext>
            </a:extLst>
          </p:cNvPr>
          <p:cNvSpPr>
            <a:spLocks xmlns:a="http://schemas.openxmlformats.org/drawingml/2006/main" noGrp="1"/>
          </p:cNvSpPr>
          <p:nvPr/>
        </p:nvSpPr>
        <p:spPr>
          <a:xfrm xmlns:a="http://schemas.openxmlformats.org/drawingml/2006/main">
            <a:off x="2381250" y="482917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가능하면 기존 입력으로 CLI를 실행하고, 최종 변경을 확인해줘.</a:t>
            </a:r>
          </a:p>
        </p:txBody>
      </p:sp>
      <p:sp>
        <p:nvSpPr>
          <p:cNvPr id="23" name="변경 파일과 정확한 검증 근거를 보고해줘.">
            <a:extLst xmlns:a="http://schemas.openxmlformats.org/drawingml/2006/main">
              <a:ext uri="{FF2B5EF4-FFF2-40B4-BE49-F238E27FC236}">
                <a16:creationId xmlns:a16="http://schemas.microsoft.com/office/drawing/2014/main" id="{C313FBBF-037D-4F1F-B59A-ED95F287E80A}"/>
              </a:ext>
            </a:extLst>
          </p:cNvPr>
          <p:cNvSpPr>
            <a:spLocks xmlns:a="http://schemas.openxmlformats.org/drawingml/2006/main" noGrp="1"/>
          </p:cNvSpPr>
          <p:nvPr/>
        </p:nvSpPr>
        <p:spPr>
          <a:xfrm xmlns:a="http://schemas.openxmlformats.org/drawingml/2006/main">
            <a:off x="2381250" y="5114925"/>
            <a:ext cx="6134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63" b="0">
                <a:solidFill>
                  <a:srgbClr val="17212B"/>
                </a:solidFill>
                <a:latin typeface="Malgun Gothic"/>
                <a:ea typeface="Malgun Gothic"/>
                <a:cs typeface="Malgun Gothic"/>
              </a:defRPr>
            </a:defPPr>
            <a:lvl1pPr algn="l">
              <a:defRPr sz="1763" b="0">
                <a:solidFill>
                  <a:srgbClr val="17212B"/>
                </a:solidFill>
                <a:latin typeface="Malgun Gothic"/>
                <a:ea typeface="Malgun Gothic"/>
                <a:cs typeface="Malgun Gothic"/>
              </a:defRPr>
            </a:lvl1pPr>
            <a:lvl2pPr algn="l">
              <a:defRPr sz="1763" b="0">
                <a:solidFill>
                  <a:srgbClr val="17212B"/>
                </a:solidFill>
                <a:latin typeface="Malgun Gothic"/>
                <a:ea typeface="Malgun Gothic"/>
                <a:cs typeface="Malgun Gothic"/>
              </a:defRPr>
            </a:lvl2pPr>
            <a:lvl3pPr algn="l">
              <a:defRPr sz="1763" b="0">
                <a:solidFill>
                  <a:srgbClr val="17212B"/>
                </a:solidFill>
                <a:latin typeface="Malgun Gothic"/>
                <a:ea typeface="Malgun Gothic"/>
                <a:cs typeface="Malgun Gothic"/>
              </a:defRPr>
            </a:lvl3pPr>
            <a:lvl4pPr algn="l">
              <a:defRPr sz="1763" b="0">
                <a:solidFill>
                  <a:srgbClr val="17212B"/>
                </a:solidFill>
                <a:latin typeface="Malgun Gothic"/>
                <a:ea typeface="Malgun Gothic"/>
                <a:cs typeface="Malgun Gothic"/>
              </a:defRPr>
            </a:lvl4pPr>
            <a:lvl5pPr algn="l">
              <a:defRPr sz="1763" b="0">
                <a:solidFill>
                  <a:srgbClr val="17212B"/>
                </a:solidFill>
                <a:latin typeface="Malgun Gothic"/>
                <a:ea typeface="Malgun Gothic"/>
                <a:cs typeface="Malgun Gothic"/>
              </a:defRPr>
            </a:lvl5pPr>
            <a:lvl6pPr algn="l">
              <a:defRPr sz="1763" b="0">
                <a:solidFill>
                  <a:srgbClr val="17212B"/>
                </a:solidFill>
                <a:latin typeface="Malgun Gothic"/>
                <a:ea typeface="Malgun Gothic"/>
                <a:cs typeface="Malgun Gothic"/>
              </a:defRPr>
            </a:lvl6pPr>
            <a:lvl7pPr algn="l">
              <a:defRPr sz="1763" b="0">
                <a:solidFill>
                  <a:srgbClr val="17212B"/>
                </a:solidFill>
                <a:latin typeface="Malgun Gothic"/>
                <a:ea typeface="Malgun Gothic"/>
                <a:cs typeface="Malgun Gothic"/>
              </a:defRPr>
            </a:lvl7pPr>
            <a:lvl8pPr algn="l">
              <a:defRPr sz="1763" b="0">
                <a:solidFill>
                  <a:srgbClr val="17212B"/>
                </a:solidFill>
                <a:latin typeface="Malgun Gothic"/>
                <a:ea typeface="Malgun Gothic"/>
                <a:cs typeface="Malgun Gothic"/>
              </a:defRPr>
            </a:lvl8pPr>
            <a:lvl9pPr algn="l">
              <a:defRPr sz="1763" b="0">
                <a:solidFill>
                  <a:srgbClr val="17212B"/>
                </a:solidFill>
                <a:latin typeface="Malgun Gothic"/>
                <a:ea typeface="Malgun Gothic"/>
                <a:cs typeface="Malgun Gothic"/>
              </a:defRPr>
            </a:lvl9pPr>
          </a:lstStyle>
          <a:p xmlns:a="http://schemas.openxmlformats.org/drawingml/2006/main">
            <a:pPr algn="l">
              <a:defRPr sz="1763" b="0">
                <a:solidFill>
                  <a:srgbClr val="17212B"/>
                </a:solidFill>
                <a:latin typeface="Malgun Gothic"/>
                <a:ea typeface="Malgun Gothic"/>
                <a:cs typeface="Malgun Gothic"/>
              </a:defRPr>
            </a:pPr>
            <a:r>
              <a:rPr sz="1763" b="0">
                <a:solidFill>
                  <a:srgbClr val="17212B"/>
                </a:solidFill>
                <a:latin typeface="Malgun Gothic"/>
                <a:ea typeface="Malgun Gothic"/>
                <a:cs typeface="Malgun Gothic"/>
              </a:rPr>
              <a:t>변경 파일과 정확한 검증 근거를 보고해줘.</a:t>
            </a:r>
          </a:p>
        </p:txBody>
      </p:sp>
      <p:sp>
        <p:nvSpPr>
          <p:cNvPr id="24" name="요청에서 읽는 다섯 역할">
            <a:extLst xmlns:a="http://schemas.openxmlformats.org/drawingml/2006/main">
              <a:ext uri="{FF2B5EF4-FFF2-40B4-BE49-F238E27FC236}">
                <a16:creationId xmlns:a16="http://schemas.microsoft.com/office/drawing/2014/main" id="{1FF51671-2F5F-41A8-B865-AA6BCD3C6C9A}"/>
              </a:ext>
            </a:extLst>
          </p:cNvPr>
          <p:cNvSpPr>
            <a:spLocks xmlns:a="http://schemas.openxmlformats.org/drawingml/2006/main" noGrp="1"/>
          </p:cNvSpPr>
          <p:nvPr/>
        </p:nvSpPr>
        <p:spPr>
          <a:xfrm xmlns:a="http://schemas.openxmlformats.org/drawingml/2006/main">
            <a:off x="9201150" y="18478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요청에서 읽는 다섯 역할</a:t>
            </a:r>
          </a:p>
        </p:txBody>
      </p:sp>
      <p:sp>
        <p:nvSpPr>
          <p:cNvPr id="25" name="">
            <a:extLst xmlns:a="http://schemas.openxmlformats.org/drawingml/2006/main">
              <a:ext uri="{FF2B5EF4-FFF2-40B4-BE49-F238E27FC236}">
                <a16:creationId xmlns:a16="http://schemas.microsoft.com/office/drawing/2014/main" id="{8E2A9D8F-D860-475F-944E-DB429B0C5B09}"/>
              </a:ext>
            </a:extLst>
          </p:cNvPr>
          <p:cNvSpPr>
            <a:spLocks xmlns:a="http://schemas.openxmlformats.org/drawingml/2006/main" noGrp="1"/>
          </p:cNvSpPr>
          <p:nvPr/>
        </p:nvSpPr>
        <p:spPr>
          <a:xfrm xmlns:a="http://schemas.openxmlformats.org/drawingml/2006/main">
            <a:off x="8705850" y="24098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6" name="목표 · Goal">
            <a:extLst xmlns:a="http://schemas.openxmlformats.org/drawingml/2006/main">
              <a:ext uri="{FF2B5EF4-FFF2-40B4-BE49-F238E27FC236}">
                <a16:creationId xmlns:a16="http://schemas.microsoft.com/office/drawing/2014/main" id="{D0945D77-354F-4F9D-A3BB-8F68D00D4B7D}"/>
              </a:ext>
            </a:extLst>
          </p:cNvPr>
          <p:cNvSpPr>
            <a:spLocks xmlns:a="http://schemas.openxmlformats.org/drawingml/2006/main" noGrp="1"/>
          </p:cNvSpPr>
          <p:nvPr/>
        </p:nvSpPr>
        <p:spPr>
          <a:xfrm xmlns:a="http://schemas.openxmlformats.org/drawingml/2006/main">
            <a:off x="9201150" y="22764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목표 · Goal</a:t>
            </a:r>
          </a:p>
        </p:txBody>
      </p:sp>
      <p:sp>
        <p:nvSpPr>
          <p:cNvPr id="27" name="고칠 실패">
            <a:extLst xmlns:a="http://schemas.openxmlformats.org/drawingml/2006/main">
              <a:ext uri="{FF2B5EF4-FFF2-40B4-BE49-F238E27FC236}">
                <a16:creationId xmlns:a16="http://schemas.microsoft.com/office/drawing/2014/main" id="{7959DC65-398A-4576-AFD7-AB3AB839863C}"/>
              </a:ext>
            </a:extLst>
          </p:cNvPr>
          <p:cNvSpPr>
            <a:spLocks xmlns:a="http://schemas.openxmlformats.org/drawingml/2006/main" noGrp="1"/>
          </p:cNvSpPr>
          <p:nvPr/>
        </p:nvSpPr>
        <p:spPr>
          <a:xfrm xmlns:a="http://schemas.openxmlformats.org/drawingml/2006/main">
            <a:off x="9201150" y="25717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고칠 실패</a:t>
            </a:r>
          </a:p>
        </p:txBody>
      </p:sp>
      <p:sp>
        <p:nvSpPr>
          <p:cNvPr id="28" name="">
            <a:extLst xmlns:a="http://schemas.openxmlformats.org/drawingml/2006/main">
              <a:ext uri="{FF2B5EF4-FFF2-40B4-BE49-F238E27FC236}">
                <a16:creationId xmlns:a16="http://schemas.microsoft.com/office/drawing/2014/main" id="{1E042827-29A9-4869-99A2-0B642E5C6044}"/>
              </a:ext>
            </a:extLst>
          </p:cNvPr>
          <p:cNvSpPr>
            <a:spLocks xmlns:a="http://schemas.openxmlformats.org/drawingml/2006/main" noGrp="1"/>
          </p:cNvSpPr>
          <p:nvPr/>
        </p:nvSpPr>
        <p:spPr>
          <a:xfrm xmlns:a="http://schemas.openxmlformats.org/drawingml/2006/main">
            <a:off x="8705850" y="29241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29" name="제약 · Constraints">
            <a:extLst xmlns:a="http://schemas.openxmlformats.org/drawingml/2006/main">
              <a:ext uri="{FF2B5EF4-FFF2-40B4-BE49-F238E27FC236}">
                <a16:creationId xmlns:a16="http://schemas.microsoft.com/office/drawing/2014/main" id="{69569D60-D6F9-4D2E-963D-6D7D403E3381}"/>
              </a:ext>
            </a:extLst>
          </p:cNvPr>
          <p:cNvSpPr>
            <a:spLocks xmlns:a="http://schemas.openxmlformats.org/drawingml/2006/main" noGrp="1"/>
          </p:cNvSpPr>
          <p:nvPr/>
        </p:nvSpPr>
        <p:spPr>
          <a:xfrm xmlns:a="http://schemas.openxmlformats.org/drawingml/2006/main">
            <a:off x="9201150" y="27908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제약 · Constraints</a:t>
            </a:r>
          </a:p>
        </p:txBody>
      </p:sp>
      <p:sp>
        <p:nvSpPr>
          <p:cNvPr id="30" name="보존·허용 범위">
            <a:extLst xmlns:a="http://schemas.openxmlformats.org/drawingml/2006/main">
              <a:ext uri="{FF2B5EF4-FFF2-40B4-BE49-F238E27FC236}">
                <a16:creationId xmlns:a16="http://schemas.microsoft.com/office/drawing/2014/main" id="{71EDF814-BF3E-438E-A7DC-0EAA0D910662}"/>
              </a:ext>
            </a:extLst>
          </p:cNvPr>
          <p:cNvSpPr>
            <a:spLocks xmlns:a="http://schemas.openxmlformats.org/drawingml/2006/main" noGrp="1"/>
          </p:cNvSpPr>
          <p:nvPr/>
        </p:nvSpPr>
        <p:spPr>
          <a:xfrm xmlns:a="http://schemas.openxmlformats.org/drawingml/2006/main">
            <a:off x="9201150" y="30861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보존·허용 범위</a:t>
            </a:r>
          </a:p>
        </p:txBody>
      </p:sp>
      <p:sp>
        <p:nvSpPr>
          <p:cNvPr id="31" name="">
            <a:extLst xmlns:a="http://schemas.openxmlformats.org/drawingml/2006/main">
              <a:ext uri="{FF2B5EF4-FFF2-40B4-BE49-F238E27FC236}">
                <a16:creationId xmlns:a16="http://schemas.microsoft.com/office/drawing/2014/main" id="{C3A4A48C-CF81-4A97-B600-3BBF39D22103}"/>
              </a:ext>
            </a:extLst>
          </p:cNvPr>
          <p:cNvSpPr>
            <a:spLocks xmlns:a="http://schemas.openxmlformats.org/drawingml/2006/main" noGrp="1"/>
          </p:cNvSpPr>
          <p:nvPr/>
        </p:nvSpPr>
        <p:spPr>
          <a:xfrm xmlns:a="http://schemas.openxmlformats.org/drawingml/2006/main">
            <a:off x="8705850" y="351472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2" name="과정 · Process">
            <a:extLst xmlns:a="http://schemas.openxmlformats.org/drawingml/2006/main">
              <a:ext uri="{FF2B5EF4-FFF2-40B4-BE49-F238E27FC236}">
                <a16:creationId xmlns:a16="http://schemas.microsoft.com/office/drawing/2014/main" id="{F7A58FC7-6297-4666-AD3A-3336BAB11643}"/>
              </a:ext>
            </a:extLst>
          </p:cNvPr>
          <p:cNvSpPr>
            <a:spLocks xmlns:a="http://schemas.openxmlformats.org/drawingml/2006/main" noGrp="1"/>
          </p:cNvSpPr>
          <p:nvPr/>
        </p:nvSpPr>
        <p:spPr>
          <a:xfrm xmlns:a="http://schemas.openxmlformats.org/drawingml/2006/main">
            <a:off x="9201150" y="338137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과정 · Process</a:t>
            </a:r>
          </a:p>
        </p:txBody>
      </p:sp>
      <p:sp>
        <p:nvSpPr>
          <p:cNvPr id="33" name="작업 순서·수정 전 보고">
            <a:extLst xmlns:a="http://schemas.openxmlformats.org/drawingml/2006/main">
              <a:ext uri="{FF2B5EF4-FFF2-40B4-BE49-F238E27FC236}">
                <a16:creationId xmlns:a16="http://schemas.microsoft.com/office/drawing/2014/main" id="{6E68268C-0D49-44CB-B0FB-6EF1ACED526F}"/>
              </a:ext>
            </a:extLst>
          </p:cNvPr>
          <p:cNvSpPr>
            <a:spLocks xmlns:a="http://schemas.openxmlformats.org/drawingml/2006/main" noGrp="1"/>
          </p:cNvSpPr>
          <p:nvPr/>
        </p:nvSpPr>
        <p:spPr>
          <a:xfrm xmlns:a="http://schemas.openxmlformats.org/drawingml/2006/main">
            <a:off x="9201150" y="367665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작업 순서·수정 전 보고</a:t>
            </a:r>
          </a:p>
        </p:txBody>
      </p:sp>
      <p:sp>
        <p:nvSpPr>
          <p:cNvPr id="34" name="">
            <a:extLst xmlns:a="http://schemas.openxmlformats.org/drawingml/2006/main">
              <a:ext uri="{FF2B5EF4-FFF2-40B4-BE49-F238E27FC236}">
                <a16:creationId xmlns:a16="http://schemas.microsoft.com/office/drawing/2014/main" id="{A61AAA22-268D-4024-B833-1B781B7241CE}"/>
              </a:ext>
            </a:extLst>
          </p:cNvPr>
          <p:cNvSpPr>
            <a:spLocks xmlns:a="http://schemas.openxmlformats.org/drawingml/2006/main" noGrp="1"/>
          </p:cNvSpPr>
          <p:nvPr/>
        </p:nvSpPr>
        <p:spPr>
          <a:xfrm xmlns:a="http://schemas.openxmlformats.org/drawingml/2006/main">
            <a:off x="8705850" y="4029075"/>
            <a:ext cx="34290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35" name="맥락 · Context">
            <a:extLst xmlns:a="http://schemas.openxmlformats.org/drawingml/2006/main">
              <a:ext uri="{FF2B5EF4-FFF2-40B4-BE49-F238E27FC236}">
                <a16:creationId xmlns:a16="http://schemas.microsoft.com/office/drawing/2014/main" id="{9743C7DA-D4D9-492C-ADCC-A49E99892DCC}"/>
              </a:ext>
            </a:extLst>
          </p:cNvPr>
          <p:cNvSpPr>
            <a:spLocks xmlns:a="http://schemas.openxmlformats.org/drawingml/2006/main" noGrp="1"/>
          </p:cNvSpPr>
          <p:nvPr/>
        </p:nvSpPr>
        <p:spPr>
          <a:xfrm xmlns:a="http://schemas.openxmlformats.org/drawingml/2006/main">
            <a:off x="9201150" y="3895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맥락 · Context</a:t>
            </a:r>
          </a:p>
        </p:txBody>
      </p:sp>
      <p:sp>
        <p:nvSpPr>
          <p:cNvPr id="36" name="조사할 대상·위치">
            <a:extLst xmlns:a="http://schemas.openxmlformats.org/drawingml/2006/main">
              <a:ext uri="{FF2B5EF4-FFF2-40B4-BE49-F238E27FC236}">
                <a16:creationId xmlns:a16="http://schemas.microsoft.com/office/drawing/2014/main" id="{79C3B4B2-45E7-4363-9484-A5B9F9414269}"/>
              </a:ext>
            </a:extLst>
          </p:cNvPr>
          <p:cNvSpPr>
            <a:spLocks xmlns:a="http://schemas.openxmlformats.org/drawingml/2006/main" noGrp="1"/>
          </p:cNvSpPr>
          <p:nvPr/>
        </p:nvSpPr>
        <p:spPr>
          <a:xfrm xmlns:a="http://schemas.openxmlformats.org/drawingml/2006/main">
            <a:off x="9201150" y="4191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조사할 대상·위치</a:t>
            </a:r>
          </a:p>
        </p:txBody>
      </p:sp>
      <p:sp>
        <p:nvSpPr>
          <p:cNvPr id="37" name="">
            <a:extLst xmlns:a="http://schemas.openxmlformats.org/drawingml/2006/main">
              <a:ext uri="{FF2B5EF4-FFF2-40B4-BE49-F238E27FC236}">
                <a16:creationId xmlns:a16="http://schemas.microsoft.com/office/drawing/2014/main" id="{E55D91FB-20EE-4E41-B953-3E113E5E2BC3}"/>
              </a:ext>
            </a:extLst>
          </p:cNvPr>
          <p:cNvSpPr>
            <a:spLocks xmlns:a="http://schemas.openxmlformats.org/drawingml/2006/main" noGrp="1"/>
          </p:cNvSpPr>
          <p:nvPr/>
        </p:nvSpPr>
        <p:spPr>
          <a:xfrm xmlns:a="http://schemas.openxmlformats.org/drawingml/2006/main">
            <a:off x="8705850" y="4791075"/>
            <a:ext cx="342900" cy="0"/>
          </a:xfrm>
          <a:prstGeom xmlns:a="http://schemas.openxmlformats.org/drawingml/2006/main" prst="line">
            <a:avLst/>
          </a:prstGeom>
          <a:noFill xmlns:a="http://schemas.openxmlformats.org/drawingml/2006/main"/>
          <a:ln xmlns:a="http://schemas.openxmlformats.org/drawingml/2006/main" w="14288">
            <a:solidFill>
              <a:srgbClr val="0B6172"/>
            </a:solidFill>
            <a:prstDash val="solid"/>
          </a:ln>
        </p:spPr>
      </p:sp>
      <p:sp>
        <p:nvSpPr>
          <p:cNvPr id="38" name="검증 · Verification">
            <a:extLst xmlns:a="http://schemas.openxmlformats.org/drawingml/2006/main">
              <a:ext uri="{FF2B5EF4-FFF2-40B4-BE49-F238E27FC236}">
                <a16:creationId xmlns:a16="http://schemas.microsoft.com/office/drawing/2014/main" id="{1CD80F1A-FBB5-4288-ABBD-2684D16796A8}"/>
              </a:ext>
            </a:extLst>
          </p:cNvPr>
          <p:cNvSpPr>
            <a:spLocks xmlns:a="http://schemas.openxmlformats.org/drawingml/2006/main" noGrp="1"/>
          </p:cNvSpPr>
          <p:nvPr/>
        </p:nvSpPr>
        <p:spPr>
          <a:xfrm xmlns:a="http://schemas.openxmlformats.org/drawingml/2006/main">
            <a:off x="9201150" y="4657725"/>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검증 · Verification</a:t>
            </a:r>
          </a:p>
        </p:txBody>
      </p:sp>
      <p:sp>
        <p:nvSpPr>
          <p:cNvPr id="39" name="확인·보고할 근거">
            <a:extLst xmlns:a="http://schemas.openxmlformats.org/drawingml/2006/main">
              <a:ext uri="{FF2B5EF4-FFF2-40B4-BE49-F238E27FC236}">
                <a16:creationId xmlns:a16="http://schemas.microsoft.com/office/drawing/2014/main" id="{94B70B2B-15C9-4AED-B780-1736062E3A97}"/>
              </a:ext>
            </a:extLst>
          </p:cNvPr>
          <p:cNvSpPr>
            <a:spLocks xmlns:a="http://schemas.openxmlformats.org/drawingml/2006/main" noGrp="1"/>
          </p:cNvSpPr>
          <p:nvPr/>
        </p:nvSpPr>
        <p:spPr>
          <a:xfrm xmlns:a="http://schemas.openxmlformats.org/drawingml/2006/main">
            <a:off x="9201150" y="4953000"/>
            <a:ext cx="238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확인·보고할 근거</a:t>
            </a:r>
          </a:p>
        </p:txBody>
      </p:sp>
      <p:sp>
        <p:nvSpPr>
          <p:cNvPr id="40" name="">
            <a:extLst xmlns:a="http://schemas.openxmlformats.org/drawingml/2006/main">
              <a:ext uri="{FF2B5EF4-FFF2-40B4-BE49-F238E27FC236}">
                <a16:creationId xmlns:a16="http://schemas.microsoft.com/office/drawing/2014/main" id="{2E2D3279-6F5B-49C4-9A0F-5371DB5750C8}"/>
              </a:ext>
            </a:extLst>
          </p:cNvPr>
          <p:cNvSpPr>
            <a:spLocks xmlns:a="http://schemas.openxmlformats.org/drawingml/2006/main" noGrp="1"/>
          </p:cNvSpPr>
          <p:nvPr/>
        </p:nvSpPr>
        <p:spPr>
          <a:xfrm xmlns:a="http://schemas.openxmlformats.org/drawingml/2006/main">
            <a:off x="2752725" y="3924300"/>
            <a:ext cx="1924050" cy="0"/>
          </a:xfrm>
          <a:prstGeom xmlns:a="http://schemas.openxmlformats.org/drawingml/2006/main" prst="line">
            <a:avLst/>
          </a:prstGeom>
          <a:noFill xmlns:a="http://schemas.openxmlformats.org/drawingml/2006/main"/>
          <a:ln xmlns:a="http://schemas.openxmlformats.org/drawingml/2006/main" w="14288">
            <a:solidFill>
              <a:srgbClr val="805400"/>
            </a:solidFill>
            <a:prstDash val="solid"/>
          </a:ln>
        </p:spPr>
      </p:sp>
      <p:sp>
        <p:nvSpPr>
          <p:cNvPr id="41" name="Context annotation leader">
            <a:extLst xmlns:a="http://schemas.openxmlformats.org/drawingml/2006/main">
              <a:ext uri="{FF2B5EF4-FFF2-40B4-BE49-F238E27FC236}">
                <a16:creationId xmlns:a16="http://schemas.microsoft.com/office/drawing/2014/main" id="{43DB6445-B036-4608-8022-73BB5426ACC1}"/>
              </a:ext>
            </a:extLst>
          </p:cNvPr>
          <p:cNvSpPr>
            <a:spLocks xmlns:a="http://schemas.openxmlformats.org/drawingml/2006/main" noGrp="1"/>
          </p:cNvSpPr>
          <p:nvPr/>
        </p:nvSpPr>
        <p:spPr>
          <a:xfrm xmlns:a="http://schemas.openxmlformats.org/drawingml/2006/main">
            <a:off x="4676775" y="3924300"/>
            <a:ext cx="4029075" cy="104775"/>
          </a:xfrm>
          <a:custGeom xmlns:a="http://schemas.openxmlformats.org/drawingml/2006/main">
            <a:pathLst>
              <a:path w="4029075" h="104775">
                <a:moveTo>
                  <a:pt x="0" y="0"/>
                </a:moveTo>
                <a:lnTo>
                  <a:pt x="3895725" y="0"/>
                </a:lnTo>
                <a:lnTo>
                  <a:pt x="3895725" y="104775"/>
                </a:lnTo>
                <a:lnTo>
                  <a:pt x="4029075" y="104775"/>
                </a:lnTo>
              </a:path>
            </a:pathLst>
          </a:custGeom>
          <a:noFill xmlns:a="http://schemas.openxmlformats.org/drawingml/2006/main"/>
          <a:ln xmlns:a="http://schemas.openxmlformats.org/drawingml/2006/main" w="14288">
            <a:solidFill>
              <a:srgbClr val="805400"/>
            </a:solidFill>
          </a:ln>
        </p:spPr>
      </p:sp>
      <p:sp>
        <p:nvSpPr>
          <p:cNvPr id="42" name="">
            <a:extLst xmlns:a="http://schemas.openxmlformats.org/drawingml/2006/main">
              <a:ext uri="{FF2B5EF4-FFF2-40B4-BE49-F238E27FC236}">
                <a16:creationId xmlns:a16="http://schemas.microsoft.com/office/drawing/2014/main" id="{B8204B12-1E53-4DDA-BFF1-6233D2C2CAE0}"/>
              </a:ext>
            </a:extLst>
          </p:cNvPr>
          <p:cNvSpPr>
            <a:spLocks xmlns:a="http://schemas.openxmlformats.org/drawingml/2006/main" noGrp="1"/>
          </p:cNvSpPr>
          <p:nvPr/>
        </p:nvSpPr>
        <p:spPr>
          <a:xfrm xmlns:a="http://schemas.openxmlformats.org/drawingml/2006/main">
            <a:off x="609600" y="5505450"/>
            <a:ext cx="10972800" cy="2571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3" name="명세 해석 예 · 4열 입력의 crop 1 3 → 원본 열 1·2, 폭 2">
            <a:extLst xmlns:a="http://schemas.openxmlformats.org/drawingml/2006/main">
              <a:ext uri="{FF2B5EF4-FFF2-40B4-BE49-F238E27FC236}">
                <a16:creationId xmlns:a16="http://schemas.microsoft.com/office/drawing/2014/main" id="{1374D5EE-3272-4916-AFB1-3577A1E9376B}"/>
              </a:ext>
            </a:extLst>
          </p:cNvPr>
          <p:cNvSpPr>
            <a:spLocks xmlns:a="http://schemas.openxmlformats.org/drawingml/2006/main" noGrp="1"/>
          </p:cNvSpPr>
          <p:nvPr/>
        </p:nvSpPr>
        <p:spPr>
          <a:xfrm xmlns:a="http://schemas.openxmlformats.org/drawingml/2006/main">
            <a:off x="762000" y="5505450"/>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명세 해석 예 · 4열 입력의 crop 1 3 → 원본 열 1·2, 폭 2</a:t>
            </a:r>
          </a:p>
        </p:txBody>
      </p:sp>
      <p:sp>
        <p:nvSpPr>
          <p:cNvPr id="44" name="Legacy module connection">
            <a:extLst xmlns:a="http://schemas.openxmlformats.org/drawingml/2006/main">
              <a:ext uri="{FF2B5EF4-FFF2-40B4-BE49-F238E27FC236}">
                <a16:creationId xmlns:a16="http://schemas.microsoft.com/office/drawing/2014/main" id="{CB5FCEA6-4C27-4AAC-9202-6D2F7ED5FF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실제 요청과 관찰된 행동의 대응">
            <a:extLst xmlns:a="http://schemas.openxmlformats.org/drawingml/2006/main">
              <a:ext uri="{FF2B5EF4-FFF2-40B4-BE49-F238E27FC236}">
                <a16:creationId xmlns:a16="http://schemas.microsoft.com/office/drawing/2014/main" id="{BA3C5B34-C794-445F-BCC5-5765221B6A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DA376A91-0FC2-4238-911F-C43D61FF2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E42F6182-079C-449C-8FBE-1D801F8F3A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7E4133-F424-4812-912F-EEFA52522B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547DD90-B7EB-45CF-88B8-10FAA0C899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같은 요청의 과정 지시와 관찰 기록 · 단일 CLI 실행</a:t>
            </a:r>
          </a:p>
        </p:txBody>
      </p:sp>
      <p:sp>
        <p:nvSpPr>
          <p:cNvPr id="7" name="">
            <a:extLst xmlns:a="http://schemas.openxmlformats.org/drawingml/2006/main">
              <a:ext uri="{FF2B5EF4-FFF2-40B4-BE49-F238E27FC236}">
                <a16:creationId xmlns:a16="http://schemas.microsoft.com/office/drawing/2014/main" id="{B5CC72E1-6818-41C2-A083-4229DDA69792}"/>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4B6C3F35-5B8D-435F-9FBD-15701BB06339}"/>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3D1EA112-8CE9-4248-AD11-4B2E61F0B2A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3D3A483C-5106-4D94-98DB-A454D3E75D87}"/>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앞 장의 같은 요청 · 과정 지시 01–03">
            <a:extLst xmlns:a="http://schemas.openxmlformats.org/drawingml/2006/main">
              <a:ext uri="{FF2B5EF4-FFF2-40B4-BE49-F238E27FC236}">
                <a16:creationId xmlns:a16="http://schemas.microsoft.com/office/drawing/2014/main" id="{82183EE5-D5C9-4AFC-849B-41D2E644E997}"/>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앞 장의 같은 요청 · 과정 지시 01–03</a:t>
            </a:r>
          </a:p>
        </p:txBody>
      </p:sp>
      <p:sp>
        <p:nvSpPr>
          <p:cNvPr id="12" name="기록 요약과 대상 코드의 식별자를 대조">
            <a:extLst xmlns:a="http://schemas.openxmlformats.org/drawingml/2006/main">
              <a:ext uri="{FF2B5EF4-FFF2-40B4-BE49-F238E27FC236}">
                <a16:creationId xmlns:a16="http://schemas.microsoft.com/office/drawing/2014/main" id="{B0F837C4-EEBA-4FD6-BB19-298F528ED7B2}"/>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F15526CF-E2EE-43A5-8EA8-0ECA593397C8}"/>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56532B9D-DAC9-4351-BC13-DEA501896E0B}"/>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3829C3D2-C450-4919-BC69-092F8F785C67}"/>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6E4A3085-26E7-4C1C-9181-B79681632408}"/>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539CA7B4-0267-46E6-B55E-85D6344785E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2965936-D103-4AEA-87F7-AB480DCFE7C5}"/>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43B8E78E-5E66-4BB7-9DBC-621289000FC8}"/>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509349B8-8FC5-449D-9BC2-B9266C54847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76AF741D-4116-4B25-956E-1ACD13822C9E}"/>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79FFBAFA-1107-433A-93C2-BC09DC4FDC60}"/>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75305CF8-D8E7-443E-898A-641188C02DD7}"/>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7B78A176-2DD6-493E-86FD-B8778516C0B6}"/>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10593B80-4DD5-450C-88C0-AA751FE1D7E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170A09F-96FC-4F34-87B8-B67BD4347FDC}"/>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447697B0-5BA2-4ABA-9428-0BEEABE614E5}"/>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F0BDF6B9-8B69-49B9-9054-3422996E468F}"/>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83C10A2-10C0-4A23-8B38-370FDD8EC0DE}"/>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502601F0-81C6-4DB6-8068-70FC63AE5442}"/>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72360C9B-E21F-41FC-B56C-21BC60C2C5D3}"/>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84F4477D-AD33-4751-8524-D203EAFB68F2}"/>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S23</a:t>
            </a:r>
          </a:p>
        </p:txBody>
      </p:sp>
      <p:sp>
        <p:nvSpPr>
          <p:cNvPr id="33" name="05 확인·보고 결과  ·  S24">
            <a:extLst xmlns:a="http://schemas.openxmlformats.org/drawingml/2006/main">
              <a:ext uri="{FF2B5EF4-FFF2-40B4-BE49-F238E27FC236}">
                <a16:creationId xmlns:a16="http://schemas.microsoft.com/office/drawing/2014/main" id="{9A1B28AB-8857-45AA-B772-05D4AAAE8C9E}"/>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S24</a:t>
            </a:r>
          </a:p>
        </p:txBody>
      </p:sp>
      <p:sp>
        <p:nvSpPr>
          <p:cNvPr id="34" name="Legacy module connection">
            <a:extLst xmlns:a="http://schemas.openxmlformats.org/drawingml/2006/main">
              <a:ext uri="{FF2B5EF4-FFF2-40B4-BE49-F238E27FC236}">
                <a16:creationId xmlns:a16="http://schemas.microsoft.com/office/drawing/2014/main" id="{578F0365-F11C-471B-9440-90B6F7E9F1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완료 조건을 요청에 담기">
            <a:extLst xmlns:a="http://schemas.openxmlformats.org/drawingml/2006/main">
              <a:ext uri="{FF2B5EF4-FFF2-40B4-BE49-F238E27FC236}">
                <a16:creationId xmlns:a16="http://schemas.microsoft.com/office/drawing/2014/main" id="{F8D550D5-35FA-43A9-A28A-F1199D8E4D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6">
            <a:extLst xmlns:a="http://schemas.openxmlformats.org/drawingml/2006/main">
              <a:ext uri="{FF2B5EF4-FFF2-40B4-BE49-F238E27FC236}">
                <a16:creationId xmlns:a16="http://schemas.microsoft.com/office/drawing/2014/main" id="{48E676E2-1943-4327-B895-B77D6EE5FF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무엇을 확인해 달라고 요청할까?">
            <a:extLst xmlns:a="http://schemas.openxmlformats.org/drawingml/2006/main">
              <a:ext uri="{FF2B5EF4-FFF2-40B4-BE49-F238E27FC236}">
                <a16:creationId xmlns:a16="http://schemas.microsoft.com/office/drawing/2014/main" id="{B0D5CC6E-C16B-4FD3-8452-0DD901AB05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확인해 달라고 요청할까?</a:t>
            </a:r>
          </a:p>
        </p:txBody>
      </p:sp>
      <p:sp>
        <p:nvSpPr>
          <p:cNvPr id="4" name="">
            <a:extLst xmlns:a="http://schemas.openxmlformats.org/drawingml/2006/main">
              <a:ext uri="{FF2B5EF4-FFF2-40B4-BE49-F238E27FC236}">
                <a16:creationId xmlns:a16="http://schemas.microsoft.com/office/drawing/2014/main" id="{5F75EB83-E0FD-4393-BA5E-6F71E0ECA8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는 Python 검증 기록 · 성능 측정은 수행하지 않음">
            <a:extLst xmlns:a="http://schemas.openxmlformats.org/drawingml/2006/main">
              <a:ext uri="{FF2B5EF4-FFF2-40B4-BE49-F238E27FC236}">
                <a16:creationId xmlns:a16="http://schemas.microsoft.com/office/drawing/2014/main" id="{4B480702-5CE2-49DC-8148-4257DB7020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TRIAL-002는 Python 검증 기록 · 성능 측정은 수행하지 않음</a:t>
            </a:r>
          </a:p>
        </p:txBody>
      </p:sp>
      <p:sp>
        <p:nvSpPr>
          <p:cNvPr id="6" name="M 연계 · M5 / M6">
            <a:extLst xmlns:a="http://schemas.openxmlformats.org/drawingml/2006/main">
              <a:ext uri="{FF2B5EF4-FFF2-40B4-BE49-F238E27FC236}">
                <a16:creationId xmlns:a16="http://schemas.microsoft.com/office/drawing/2014/main" id="{EFF0FC17-F209-4E21-BD3E-B72C505848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요청할 확인">
            <a:extLst xmlns:a="http://schemas.openxmlformats.org/drawingml/2006/main">
              <a:ext uri="{FF2B5EF4-FFF2-40B4-BE49-F238E27FC236}">
                <a16:creationId xmlns:a16="http://schemas.microsoft.com/office/drawing/2014/main" id="{CCFB0299-9798-4678-89E4-AEC1321B1A55}"/>
              </a:ext>
            </a:extLst>
          </p:cNvPr>
          <p:cNvSpPr>
            <a:spLocks xmlns:a="http://schemas.openxmlformats.org/drawingml/2006/main" noGrp="1"/>
          </p:cNvSpPr>
          <p:nvPr/>
        </p:nvSpPr>
        <p:spPr>
          <a:xfrm xmlns:a="http://schemas.openxmlformats.org/drawingml/2006/main">
            <a:off x="762000" y="18669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요청할 확인</a:t>
            </a:r>
          </a:p>
        </p:txBody>
      </p:sp>
      <p:sp>
        <p:nvSpPr>
          <p:cNvPr id="8" name="그 확인으로 알 수 있는 범위">
            <a:extLst xmlns:a="http://schemas.openxmlformats.org/drawingml/2006/main">
              <a:ext uri="{FF2B5EF4-FFF2-40B4-BE49-F238E27FC236}">
                <a16:creationId xmlns:a16="http://schemas.microsoft.com/office/drawing/2014/main" id="{B3529739-9017-4E70-A15B-2392FC44B79D}"/>
              </a:ext>
            </a:extLst>
          </p:cNvPr>
          <p:cNvSpPr>
            <a:spLocks xmlns:a="http://schemas.openxmlformats.org/drawingml/2006/main" noGrp="1"/>
          </p:cNvSpPr>
          <p:nvPr/>
        </p:nvSpPr>
        <p:spPr>
          <a:xfrm xmlns:a="http://schemas.openxmlformats.org/drawingml/2006/main">
            <a:off x="4876800" y="1866900"/>
            <a:ext cx="6553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그 확인으로 알 수 있는 범위</a:t>
            </a:r>
          </a:p>
        </p:txBody>
      </p:sp>
      <p:sp>
        <p:nvSpPr>
          <p:cNvPr id="9" name="">
            <a:extLst xmlns:a="http://schemas.openxmlformats.org/drawingml/2006/main">
              <a:ext uri="{FF2B5EF4-FFF2-40B4-BE49-F238E27FC236}">
                <a16:creationId xmlns:a16="http://schemas.microsoft.com/office/drawing/2014/main" id="{20FD95F9-B040-44C3-B9C4-1D214204E737}"/>
              </a:ext>
            </a:extLst>
          </p:cNvPr>
          <p:cNvSpPr>
            <a:spLocks xmlns:a="http://schemas.openxmlformats.org/drawingml/2006/main" noGrp="1"/>
          </p:cNvSpPr>
          <p:nvPr/>
        </p:nvSpPr>
        <p:spPr>
          <a:xfrm xmlns:a="http://schemas.openxmlformats.org/drawingml/2006/main">
            <a:off x="762000" y="23717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동작 테스트">
            <a:extLst xmlns:a="http://schemas.openxmlformats.org/drawingml/2006/main">
              <a:ext uri="{FF2B5EF4-FFF2-40B4-BE49-F238E27FC236}">
                <a16:creationId xmlns:a16="http://schemas.microsoft.com/office/drawing/2014/main" id="{AC7D0B95-9207-4654-B672-AFFA598F5C56}"/>
              </a:ext>
            </a:extLst>
          </p:cNvPr>
          <p:cNvSpPr>
            <a:spLocks xmlns:a="http://schemas.openxmlformats.org/drawingml/2006/main" noGrp="1"/>
          </p:cNvSpPr>
          <p:nvPr/>
        </p:nvSpPr>
        <p:spPr>
          <a:xfrm xmlns:a="http://schemas.openxmlformats.org/drawingml/2006/main">
            <a:off x="762000" y="24479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관련 동작 테스트</a:t>
            </a:r>
          </a:p>
        </p:txBody>
      </p:sp>
      <p:sp>
        <p:nvSpPr>
          <p:cNvPr id="11" name="바뀐 동작의 해당 입력·조건">
            <a:extLst xmlns:a="http://schemas.openxmlformats.org/drawingml/2006/main">
              <a:ext uri="{FF2B5EF4-FFF2-40B4-BE49-F238E27FC236}">
                <a16:creationId xmlns:a16="http://schemas.microsoft.com/office/drawing/2014/main" id="{A2F65C20-A7C1-4C15-91FA-02F6F00F1837}"/>
              </a:ext>
            </a:extLst>
          </p:cNvPr>
          <p:cNvSpPr>
            <a:spLocks xmlns:a="http://schemas.openxmlformats.org/drawingml/2006/main" noGrp="1"/>
          </p:cNvSpPr>
          <p:nvPr/>
        </p:nvSpPr>
        <p:spPr>
          <a:xfrm xmlns:a="http://schemas.openxmlformats.org/drawingml/2006/main">
            <a:off x="4876800" y="244792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바뀐 동작의 해당 입력·조건</a:t>
            </a:r>
          </a:p>
        </p:txBody>
      </p:sp>
      <p:sp>
        <p:nvSpPr>
          <p:cNvPr id="12" name="">
            <a:extLst xmlns:a="http://schemas.openxmlformats.org/drawingml/2006/main">
              <a:ext uri="{FF2B5EF4-FFF2-40B4-BE49-F238E27FC236}">
                <a16:creationId xmlns:a16="http://schemas.microsoft.com/office/drawing/2014/main" id="{0FD976AD-FCD2-4B49-A48A-E21D34DCEB07}"/>
              </a:ext>
            </a:extLst>
          </p:cNvPr>
          <p:cNvSpPr>
            <a:spLocks xmlns:a="http://schemas.openxmlformats.org/drawingml/2006/main" noGrp="1"/>
          </p:cNvSpPr>
          <p:nvPr/>
        </p:nvSpPr>
        <p:spPr>
          <a:xfrm xmlns:a="http://schemas.openxmlformats.org/drawingml/2006/main">
            <a:off x="762000" y="295275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전체 테스트">
            <a:extLst xmlns:a="http://schemas.openxmlformats.org/drawingml/2006/main">
              <a:ext uri="{FF2B5EF4-FFF2-40B4-BE49-F238E27FC236}">
                <a16:creationId xmlns:a16="http://schemas.microsoft.com/office/drawing/2014/main" id="{EEF3396F-EDC5-4166-B9DC-AD8CB9445ED1}"/>
              </a:ext>
            </a:extLst>
          </p:cNvPr>
          <p:cNvSpPr>
            <a:spLocks xmlns:a="http://schemas.openxmlformats.org/drawingml/2006/main" noGrp="1"/>
          </p:cNvSpPr>
          <p:nvPr/>
        </p:nvSpPr>
        <p:spPr>
          <a:xfrm xmlns:a="http://schemas.openxmlformats.org/drawingml/2006/main">
            <a:off x="762000" y="3028950"/>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프로젝트 전체 테스트</a:t>
            </a:r>
          </a:p>
        </p:txBody>
      </p:sp>
      <p:sp>
        <p:nvSpPr>
          <p:cNvPr id="14" name="현재 테스트가 다루는 회귀 범위">
            <a:extLst xmlns:a="http://schemas.openxmlformats.org/drawingml/2006/main">
              <a:ext uri="{FF2B5EF4-FFF2-40B4-BE49-F238E27FC236}">
                <a16:creationId xmlns:a16="http://schemas.microsoft.com/office/drawing/2014/main" id="{F0E34D62-32FD-4CEA-A6DE-3D641A2DBBE7}"/>
              </a:ext>
            </a:extLst>
          </p:cNvPr>
          <p:cNvSpPr>
            <a:spLocks xmlns:a="http://schemas.openxmlformats.org/drawingml/2006/main" noGrp="1"/>
          </p:cNvSpPr>
          <p:nvPr/>
        </p:nvSpPr>
        <p:spPr>
          <a:xfrm xmlns:a="http://schemas.openxmlformats.org/drawingml/2006/main">
            <a:off x="4876800" y="3028950"/>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현재 테스트가 다루는 회귀 범위</a:t>
            </a:r>
          </a:p>
        </p:txBody>
      </p:sp>
      <p:sp>
        <p:nvSpPr>
          <p:cNvPr id="15" name="">
            <a:extLst xmlns:a="http://schemas.openxmlformats.org/drawingml/2006/main">
              <a:ext uri="{FF2B5EF4-FFF2-40B4-BE49-F238E27FC236}">
                <a16:creationId xmlns:a16="http://schemas.microsoft.com/office/drawing/2014/main" id="{31DE6FAE-38ED-4DD9-818C-AB91466F1019}"/>
              </a:ext>
            </a:extLst>
          </p:cNvPr>
          <p:cNvSpPr>
            <a:spLocks xmlns:a="http://schemas.openxmlformats.org/drawingml/2006/main" noGrp="1"/>
          </p:cNvSpPr>
          <p:nvPr/>
        </p:nvSpPr>
        <p:spPr>
          <a:xfrm xmlns:a="http://schemas.openxmlformats.org/drawingml/2006/main">
            <a:off x="762000" y="353377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BA55C306-9A8C-4C3A-A536-A11127F08738}"/>
              </a:ext>
            </a:extLst>
          </p:cNvPr>
          <p:cNvSpPr>
            <a:spLocks xmlns:a="http://schemas.openxmlformats.org/drawingml/2006/main" noGrp="1"/>
          </p:cNvSpPr>
          <p:nvPr/>
        </p:nvSpPr>
        <p:spPr>
          <a:xfrm xmlns:a="http://schemas.openxmlformats.org/drawingml/2006/main">
            <a:off x="762000" y="360997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CLI 샘플 실행</a:t>
            </a:r>
          </a:p>
        </p:txBody>
      </p:sp>
      <p:sp>
        <p:nvSpPr>
          <p:cNvPr id="17" name="그 샘플의 통합 실행 경로">
            <a:extLst xmlns:a="http://schemas.openxmlformats.org/drawingml/2006/main">
              <a:ext uri="{FF2B5EF4-FFF2-40B4-BE49-F238E27FC236}">
                <a16:creationId xmlns:a16="http://schemas.microsoft.com/office/drawing/2014/main" id="{D360897C-330F-4F6D-9366-2CFB689CD32D}"/>
              </a:ext>
            </a:extLst>
          </p:cNvPr>
          <p:cNvSpPr>
            <a:spLocks xmlns:a="http://schemas.openxmlformats.org/drawingml/2006/main" noGrp="1"/>
          </p:cNvSpPr>
          <p:nvPr/>
        </p:nvSpPr>
        <p:spPr>
          <a:xfrm xmlns:a="http://schemas.openxmlformats.org/drawingml/2006/main">
            <a:off x="4876800" y="360997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그 샘플의 통합 실행 경로</a:t>
            </a:r>
          </a:p>
        </p:txBody>
      </p:sp>
      <p:sp>
        <p:nvSpPr>
          <p:cNvPr id="18" name="">
            <a:extLst xmlns:a="http://schemas.openxmlformats.org/drawingml/2006/main">
              <a:ext uri="{FF2B5EF4-FFF2-40B4-BE49-F238E27FC236}">
                <a16:creationId xmlns:a16="http://schemas.microsoft.com/office/drawing/2014/main" id="{B78BFFB0-BA0D-49FF-A093-9DAD473EEF4F}"/>
              </a:ext>
            </a:extLst>
          </p:cNvPr>
          <p:cNvSpPr>
            <a:spLocks xmlns:a="http://schemas.openxmlformats.org/drawingml/2006/main" noGrp="1"/>
          </p:cNvSpPr>
          <p:nvPr/>
        </p:nvSpPr>
        <p:spPr>
          <a:xfrm xmlns:a="http://schemas.openxmlformats.org/drawingml/2006/main">
            <a:off x="762000" y="4114800"/>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D684DE09-1BC8-4D17-AA04-B7BF29F7B75B}"/>
              </a:ext>
            </a:extLst>
          </p:cNvPr>
          <p:cNvSpPr>
            <a:spLocks xmlns:a="http://schemas.openxmlformats.org/drawingml/2006/main" noGrp="1"/>
          </p:cNvSpPr>
          <p:nvPr/>
        </p:nvSpPr>
        <p:spPr>
          <a:xfrm xmlns:a="http://schemas.openxmlformats.org/drawingml/2006/main">
            <a:off x="762000" y="4191000"/>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내용 확인</a:t>
            </a:r>
          </a:p>
        </p:txBody>
      </p:sp>
      <p:sp>
        <p:nvSpPr>
          <p:cNvPr id="20" name="수정 범위와 의도치 않은 변경">
            <a:extLst xmlns:a="http://schemas.openxmlformats.org/drawingml/2006/main">
              <a:ext uri="{FF2B5EF4-FFF2-40B4-BE49-F238E27FC236}">
                <a16:creationId xmlns:a16="http://schemas.microsoft.com/office/drawing/2014/main" id="{5A4B711F-897E-4A43-AE04-72464BC1EB53}"/>
              </a:ext>
            </a:extLst>
          </p:cNvPr>
          <p:cNvSpPr>
            <a:spLocks xmlns:a="http://schemas.openxmlformats.org/drawingml/2006/main" noGrp="1"/>
          </p:cNvSpPr>
          <p:nvPr/>
        </p:nvSpPr>
        <p:spPr>
          <a:xfrm xmlns:a="http://schemas.openxmlformats.org/drawingml/2006/main">
            <a:off x="4876800" y="4191000"/>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수정 범위와 의도치 않은 변경</a:t>
            </a:r>
          </a:p>
        </p:txBody>
      </p:sp>
      <p:sp>
        <p:nvSpPr>
          <p:cNvPr id="21" name="">
            <a:extLst xmlns:a="http://schemas.openxmlformats.org/drawingml/2006/main">
              <a:ext uri="{FF2B5EF4-FFF2-40B4-BE49-F238E27FC236}">
                <a16:creationId xmlns:a16="http://schemas.microsoft.com/office/drawing/2014/main" id="{23150A3B-8789-43AD-8A9D-4B482D4EBBF3}"/>
              </a:ext>
            </a:extLst>
          </p:cNvPr>
          <p:cNvSpPr>
            <a:spLocks xmlns:a="http://schemas.openxmlformats.org/drawingml/2006/main" noGrp="1"/>
          </p:cNvSpPr>
          <p:nvPr/>
        </p:nvSpPr>
        <p:spPr>
          <a:xfrm xmlns:a="http://schemas.openxmlformats.org/drawingml/2006/main">
            <a:off x="762000" y="4695825"/>
            <a:ext cx="10668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F4C01624-4F58-421A-A089-B0976B9C95EF}"/>
              </a:ext>
            </a:extLst>
          </p:cNvPr>
          <p:cNvSpPr>
            <a:spLocks xmlns:a="http://schemas.openxmlformats.org/drawingml/2006/main" noGrp="1"/>
          </p:cNvSpPr>
          <p:nvPr/>
        </p:nvSpPr>
        <p:spPr>
          <a:xfrm xmlns:a="http://schemas.openxmlformats.org/drawingml/2006/main">
            <a:off x="762000" y="4772025"/>
            <a:ext cx="3714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12337203-58B2-4C48-8EF2-D84732387A83}"/>
              </a:ext>
            </a:extLst>
          </p:cNvPr>
          <p:cNvSpPr>
            <a:spLocks xmlns:a="http://schemas.openxmlformats.org/drawingml/2006/main" noGrp="1"/>
          </p:cNvSpPr>
          <p:nvPr/>
        </p:nvSpPr>
        <p:spPr>
          <a:xfrm xmlns:a="http://schemas.openxmlformats.org/drawingml/2006/main">
            <a:off x="4876800" y="4772025"/>
            <a:ext cx="6553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17212B"/>
                </a:solidFill>
                <a:latin typeface="Malgun Gothic"/>
                <a:ea typeface="Malgun Gothic"/>
                <a:cs typeface="Malgun Gothic"/>
              </a:defRPr>
            </a:defPPr>
            <a:lvl1pPr algn="l">
              <a:defRPr sz="2400" b="0">
                <a:solidFill>
                  <a:srgbClr val="17212B"/>
                </a:solidFill>
                <a:latin typeface="Malgun Gothic"/>
                <a:ea typeface="Malgun Gothic"/>
                <a:cs typeface="Malgun Gothic"/>
              </a:defRPr>
            </a:lvl1pPr>
            <a:lvl2pPr algn="l">
              <a:defRPr sz="2400" b="0">
                <a:solidFill>
                  <a:srgbClr val="17212B"/>
                </a:solidFill>
                <a:latin typeface="Malgun Gothic"/>
                <a:ea typeface="Malgun Gothic"/>
                <a:cs typeface="Malgun Gothic"/>
              </a:defRPr>
            </a:lvl2pPr>
            <a:lvl3pPr algn="l">
              <a:defRPr sz="2400" b="0">
                <a:solidFill>
                  <a:srgbClr val="17212B"/>
                </a:solidFill>
                <a:latin typeface="Malgun Gothic"/>
                <a:ea typeface="Malgun Gothic"/>
                <a:cs typeface="Malgun Gothic"/>
              </a:defRPr>
            </a:lvl3pPr>
            <a:lvl4pPr algn="l">
              <a:defRPr sz="2400" b="0">
                <a:solidFill>
                  <a:srgbClr val="17212B"/>
                </a:solidFill>
                <a:latin typeface="Malgun Gothic"/>
                <a:ea typeface="Malgun Gothic"/>
                <a:cs typeface="Malgun Gothic"/>
              </a:defRPr>
            </a:lvl4pPr>
            <a:lvl5pPr algn="l">
              <a:defRPr sz="2400" b="0">
                <a:solidFill>
                  <a:srgbClr val="17212B"/>
                </a:solidFill>
                <a:latin typeface="Malgun Gothic"/>
                <a:ea typeface="Malgun Gothic"/>
                <a:cs typeface="Malgun Gothic"/>
              </a:defRPr>
            </a:lvl5pPr>
            <a:lvl6pPr algn="l">
              <a:defRPr sz="2400" b="0">
                <a:solidFill>
                  <a:srgbClr val="17212B"/>
                </a:solidFill>
                <a:latin typeface="Malgun Gothic"/>
                <a:ea typeface="Malgun Gothic"/>
                <a:cs typeface="Malgun Gothic"/>
              </a:defRPr>
            </a:lvl6pPr>
            <a:lvl7pPr algn="l">
              <a:defRPr sz="2400" b="0">
                <a:solidFill>
                  <a:srgbClr val="17212B"/>
                </a:solidFill>
                <a:latin typeface="Malgun Gothic"/>
                <a:ea typeface="Malgun Gothic"/>
                <a:cs typeface="Malgun Gothic"/>
              </a:defRPr>
            </a:lvl7pPr>
            <a:lvl8pPr algn="l">
              <a:defRPr sz="2400" b="0">
                <a:solidFill>
                  <a:srgbClr val="17212B"/>
                </a:solidFill>
                <a:latin typeface="Malgun Gothic"/>
                <a:ea typeface="Malgun Gothic"/>
                <a:cs typeface="Malgun Gothic"/>
              </a:defRPr>
            </a:lvl8pPr>
            <a:lvl9pPr algn="l">
              <a:defRPr sz="2400" b="0">
                <a:solidFill>
                  <a:srgbClr val="17212B"/>
                </a:solidFill>
                <a:latin typeface="Malgun Gothic"/>
                <a:ea typeface="Malgun Gothic"/>
                <a:cs typeface="Malgun Gothic"/>
              </a:defRPr>
            </a:lvl9pPr>
          </a:lstStyle>
          <a:p xmlns:a="http://schemas.openxmlformats.org/drawingml/2006/main">
            <a:pPr algn="l">
              <a:defRPr sz="2400" b="0">
                <a:solidFill>
                  <a:srgbClr val="17212B"/>
                </a:solidFill>
                <a:latin typeface="Malgun Gothic"/>
                <a:ea typeface="Malgun Gothic"/>
                <a:cs typeface="Malgun Gothic"/>
              </a:defRPr>
            </a:pPr>
            <a:r>
              <a:rPr sz="2400" b="0">
                <a:solidFill>
                  <a:srgbClr val="17212B"/>
                </a:solidFill>
                <a:latin typeface="Malgun Gothic"/>
                <a:ea typeface="Malgun Gothic"/>
                <a:cs typeface="Malgun Gothic"/>
              </a:rPr>
              <a:t>측정한 입력·환경에서의 성능</a:t>
            </a:r>
          </a:p>
        </p:txBody>
      </p:sp>
    </p:spTree>
    <p:extLst>
      <p:ext uri="{BB962C8B-B14F-4D97-AF65-F5344CB8AC3E}">
        <p14:creationId xmlns:p14="http://schemas.microsoft.com/office/powerpoint/2010/main" val="445639950"/>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완료 조건을 요청에 담기">
            <a:extLst xmlns:a="http://schemas.openxmlformats.org/drawingml/2006/main">
              <a:ext uri="{FF2B5EF4-FFF2-40B4-BE49-F238E27FC236}">
                <a16:creationId xmlns:a16="http://schemas.microsoft.com/office/drawing/2014/main" id="{9F84E703-0474-4A5A-A94C-0A4449B5F3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7">
            <a:extLst xmlns:a="http://schemas.openxmlformats.org/drawingml/2006/main">
              <a:ext uri="{FF2B5EF4-FFF2-40B4-BE49-F238E27FC236}">
                <a16:creationId xmlns:a16="http://schemas.microsoft.com/office/drawing/2014/main" id="{F37A8C0C-F68F-40E6-9A15-44309232C9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비어 있지 않으면 올바른 결과일까?">
            <a:extLst xmlns:a="http://schemas.openxmlformats.org/drawingml/2006/main">
              <a:ext uri="{FF2B5EF4-FFF2-40B4-BE49-F238E27FC236}">
                <a16:creationId xmlns:a16="http://schemas.microsoft.com/office/drawing/2014/main" id="{AA585562-0B04-4C36-8FF1-475690C8F6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비어 있지 않으면 올바른 결과일까?</a:t>
            </a:r>
          </a:p>
        </p:txBody>
      </p:sp>
      <p:sp>
        <p:nvSpPr>
          <p:cNvPr id="4" name="">
            <a:extLst xmlns:a="http://schemas.openxmlformats.org/drawingml/2006/main">
              <a:ext uri="{FF2B5EF4-FFF2-40B4-BE49-F238E27FC236}">
                <a16:creationId xmlns:a16="http://schemas.microsoft.com/office/drawing/2014/main" id="{0E3A450F-41F3-4C31-AA92-896C4ED42B4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교육용 반례 · 실제 Trial의 assertion이나 실행 결과가 아님">
            <a:extLst xmlns:a="http://schemas.openxmlformats.org/drawingml/2006/main">
              <a:ext uri="{FF2B5EF4-FFF2-40B4-BE49-F238E27FC236}">
                <a16:creationId xmlns:a16="http://schemas.microsoft.com/office/drawing/2014/main" id="{23CA58DD-AAE0-4063-B79C-A424C715EA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 교육용 반례 · 실제 Trial의 assertion이나 실행 결과가 아님</a:t>
            </a:r>
          </a:p>
        </p:txBody>
      </p:sp>
      <p:sp>
        <p:nvSpPr>
          <p:cNvPr id="6" name="M 연계 · M5 / M6">
            <a:extLst xmlns:a="http://schemas.openxmlformats.org/drawingml/2006/main">
              <a:ext uri="{FF2B5EF4-FFF2-40B4-BE49-F238E27FC236}">
                <a16:creationId xmlns:a16="http://schemas.microsoft.com/office/drawing/2014/main" id="{4D757D37-0CC5-4DE8-B8D6-E8CFB6D84E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입력 {1, 2, 3, 4}에서 crop [1, 3)">
            <a:extLst xmlns:a="http://schemas.openxmlformats.org/drawingml/2006/main">
              <a:ext uri="{FF2B5EF4-FFF2-40B4-BE49-F238E27FC236}">
                <a16:creationId xmlns:a16="http://schemas.microsoft.com/office/drawing/2014/main" id="{7FCF7C9D-5C31-486F-B914-78449E72798B}"/>
              </a:ext>
            </a:extLst>
          </p:cNvPr>
          <p:cNvSpPr>
            <a:spLocks xmlns:a="http://schemas.openxmlformats.org/drawingml/2006/main" noGrp="1"/>
          </p:cNvSpPr>
          <p:nvPr/>
        </p:nvSpPr>
        <p:spPr>
          <a:xfrm xmlns:a="http://schemas.openxmlformats.org/drawingml/2006/main">
            <a:off x="609600" y="1790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Consolas"/>
                <a:ea typeface="Consolas"/>
                <a:cs typeface="Consolas"/>
              </a:defRPr>
            </a:defPPr>
            <a:lvl1pPr algn="l">
              <a:defRPr sz="2325" b="0">
                <a:solidFill>
                  <a:srgbClr val="4D5A68"/>
                </a:solidFill>
                <a:latin typeface="Consolas"/>
                <a:ea typeface="Consolas"/>
                <a:cs typeface="Consolas"/>
              </a:defRPr>
            </a:lvl1pPr>
            <a:lvl2pPr algn="l">
              <a:defRPr sz="2325" b="0">
                <a:solidFill>
                  <a:srgbClr val="4D5A68"/>
                </a:solidFill>
                <a:latin typeface="Consolas"/>
                <a:ea typeface="Consolas"/>
                <a:cs typeface="Consolas"/>
              </a:defRPr>
            </a:lvl2pPr>
            <a:lvl3pPr algn="l">
              <a:defRPr sz="2325" b="0">
                <a:solidFill>
                  <a:srgbClr val="4D5A68"/>
                </a:solidFill>
                <a:latin typeface="Consolas"/>
                <a:ea typeface="Consolas"/>
                <a:cs typeface="Consolas"/>
              </a:defRPr>
            </a:lvl3pPr>
            <a:lvl4pPr algn="l">
              <a:defRPr sz="2325" b="0">
                <a:solidFill>
                  <a:srgbClr val="4D5A68"/>
                </a:solidFill>
                <a:latin typeface="Consolas"/>
                <a:ea typeface="Consolas"/>
                <a:cs typeface="Consolas"/>
              </a:defRPr>
            </a:lvl4pPr>
            <a:lvl5pPr algn="l">
              <a:defRPr sz="2325" b="0">
                <a:solidFill>
                  <a:srgbClr val="4D5A68"/>
                </a:solidFill>
                <a:latin typeface="Consolas"/>
                <a:ea typeface="Consolas"/>
                <a:cs typeface="Consolas"/>
              </a:defRPr>
            </a:lvl5pPr>
            <a:lvl6pPr algn="l">
              <a:defRPr sz="2325" b="0">
                <a:solidFill>
                  <a:srgbClr val="4D5A68"/>
                </a:solidFill>
                <a:latin typeface="Consolas"/>
                <a:ea typeface="Consolas"/>
                <a:cs typeface="Consolas"/>
              </a:defRPr>
            </a:lvl6pPr>
            <a:lvl7pPr algn="l">
              <a:defRPr sz="2325" b="0">
                <a:solidFill>
                  <a:srgbClr val="4D5A68"/>
                </a:solidFill>
                <a:latin typeface="Consolas"/>
                <a:ea typeface="Consolas"/>
                <a:cs typeface="Consolas"/>
              </a:defRPr>
            </a:lvl7pPr>
            <a:lvl8pPr algn="l">
              <a:defRPr sz="2325" b="0">
                <a:solidFill>
                  <a:srgbClr val="4D5A68"/>
                </a:solidFill>
                <a:latin typeface="Consolas"/>
                <a:ea typeface="Consolas"/>
                <a:cs typeface="Consolas"/>
              </a:defRPr>
            </a:lvl8pPr>
            <a:lvl9pPr algn="l">
              <a:defRPr sz="2325" b="0">
                <a:solidFill>
                  <a:srgbClr val="4D5A68"/>
                </a:solidFill>
                <a:latin typeface="Consolas"/>
                <a:ea typeface="Consolas"/>
                <a:cs typeface="Consolas"/>
              </a:defRPr>
            </a:lvl9pPr>
          </a:lstStyle>
          <a:p xmlns:a="http://schemas.openxmlformats.org/drawingml/2006/main">
            <a:pPr algn="l">
              <a:defRPr sz="2325" b="0">
                <a:solidFill>
                  <a:srgbClr val="4D5A68"/>
                </a:solidFill>
                <a:latin typeface="Consolas"/>
                <a:ea typeface="Consolas"/>
                <a:cs typeface="Consolas"/>
              </a:defRPr>
            </a:pPr>
            <a:r>
              <a:rPr sz="2325" b="0">
                <a:solidFill>
                  <a:srgbClr val="4D5A68"/>
                </a:solidFill>
                <a:latin typeface="Consolas"/>
                <a:ea typeface="Consolas"/>
                <a:cs typeface="Consolas"/>
              </a:rPr>
              <a:t>입력 {1, 2, 3, 4}에서 crop [1, 3)</a:t>
            </a:r>
          </a:p>
        </p:txBody>
      </p:sp>
      <p:sp>
        <p:nvSpPr>
          <p:cNvPr id="8" name="명세의 기대 결과">
            <a:extLst xmlns:a="http://schemas.openxmlformats.org/drawingml/2006/main">
              <a:ext uri="{FF2B5EF4-FFF2-40B4-BE49-F238E27FC236}">
                <a16:creationId xmlns:a16="http://schemas.microsoft.com/office/drawing/2014/main" id="{5C405560-C36E-4145-9C06-8D80158BBCE5}"/>
              </a:ext>
            </a:extLst>
          </p:cNvPr>
          <p:cNvSpPr>
            <a:spLocks xmlns:a="http://schemas.openxmlformats.org/drawingml/2006/main" noGrp="1"/>
          </p:cNvSpPr>
          <p:nvPr/>
        </p:nvSpPr>
        <p:spPr>
          <a:xfrm xmlns:a="http://schemas.openxmlformats.org/drawingml/2006/main">
            <a:off x="762000" y="255270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명세의 기대 결과</a:t>
            </a:r>
          </a:p>
        </p:txBody>
      </p:sp>
      <p:sp>
        <p:nvSpPr>
          <p:cNvPr id="9" name="">
            <a:extLst xmlns:a="http://schemas.openxmlformats.org/drawingml/2006/main">
              <a:ext uri="{FF2B5EF4-FFF2-40B4-BE49-F238E27FC236}">
                <a16:creationId xmlns:a16="http://schemas.microsoft.com/office/drawing/2014/main" id="{628F590F-451F-4D51-B579-DF26A3B8F879}"/>
              </a:ext>
            </a:extLst>
          </p:cNvPr>
          <p:cNvSpPr>
            <a:spLocks xmlns:a="http://schemas.openxmlformats.org/drawingml/2006/main" noGrp="1"/>
          </p:cNvSpPr>
          <p:nvPr/>
        </p:nvSpPr>
        <p:spPr>
          <a:xfrm xmlns:a="http://schemas.openxmlformats.org/drawingml/2006/main">
            <a:off x="7620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0" name="2">
            <a:extLst xmlns:a="http://schemas.openxmlformats.org/drawingml/2006/main">
              <a:ext uri="{FF2B5EF4-FFF2-40B4-BE49-F238E27FC236}">
                <a16:creationId xmlns:a16="http://schemas.microsoft.com/office/drawing/2014/main" id="{348B7144-76CC-4082-AB95-3D5E341B43B1}"/>
              </a:ext>
            </a:extLst>
          </p:cNvPr>
          <p:cNvSpPr>
            <a:spLocks xmlns:a="http://schemas.openxmlformats.org/drawingml/2006/main" noGrp="1"/>
          </p:cNvSpPr>
          <p:nvPr/>
        </p:nvSpPr>
        <p:spPr>
          <a:xfrm xmlns:a="http://schemas.openxmlformats.org/drawingml/2006/main">
            <a:off x="7620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2</a:t>
            </a:r>
          </a:p>
        </p:txBody>
      </p:sp>
      <p:sp>
        <p:nvSpPr>
          <p:cNvPr id="11" name="">
            <a:extLst xmlns:a="http://schemas.openxmlformats.org/drawingml/2006/main">
              <a:ext uri="{FF2B5EF4-FFF2-40B4-BE49-F238E27FC236}">
                <a16:creationId xmlns:a16="http://schemas.microsoft.com/office/drawing/2014/main" id="{D6961BDB-130B-4C5F-AC49-8A9B3B80E795}"/>
              </a:ext>
            </a:extLst>
          </p:cNvPr>
          <p:cNvSpPr>
            <a:spLocks xmlns:a="http://schemas.openxmlformats.org/drawingml/2006/main" noGrp="1"/>
          </p:cNvSpPr>
          <p:nvPr/>
        </p:nvSpPr>
        <p:spPr>
          <a:xfrm xmlns:a="http://schemas.openxmlformats.org/drawingml/2006/main">
            <a:off x="17145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3">
            <a:extLst xmlns:a="http://schemas.openxmlformats.org/drawingml/2006/main">
              <a:ext uri="{FF2B5EF4-FFF2-40B4-BE49-F238E27FC236}">
                <a16:creationId xmlns:a16="http://schemas.microsoft.com/office/drawing/2014/main" id="{38A6D9EC-3673-4BD7-BD01-446475BAB42F}"/>
              </a:ext>
            </a:extLst>
          </p:cNvPr>
          <p:cNvSpPr>
            <a:spLocks xmlns:a="http://schemas.openxmlformats.org/drawingml/2006/main" noGrp="1"/>
          </p:cNvSpPr>
          <p:nvPr/>
        </p:nvSpPr>
        <p:spPr>
          <a:xfrm xmlns:a="http://schemas.openxmlformats.org/drawingml/2006/main">
            <a:off x="17145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3</a:t>
            </a:r>
          </a:p>
        </p:txBody>
      </p:sp>
      <p:sp>
        <p:nvSpPr>
          <p:cNvPr id="13" name="2개">
            <a:extLst xmlns:a="http://schemas.openxmlformats.org/drawingml/2006/main">
              <a:ext uri="{FF2B5EF4-FFF2-40B4-BE49-F238E27FC236}">
                <a16:creationId xmlns:a16="http://schemas.microsoft.com/office/drawing/2014/main" id="{455F6586-916D-4C41-A133-5CC25A61286B}"/>
              </a:ext>
            </a:extLst>
          </p:cNvPr>
          <p:cNvSpPr>
            <a:spLocks xmlns:a="http://schemas.openxmlformats.org/drawingml/2006/main" noGrp="1"/>
          </p:cNvSpPr>
          <p:nvPr/>
        </p:nvSpPr>
        <p:spPr>
          <a:xfrm xmlns:a="http://schemas.openxmlformats.org/drawingml/2006/main">
            <a:off x="3943350" y="3248025"/>
            <a:ext cx="1714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2개</a:t>
            </a:r>
          </a:p>
        </p:txBody>
      </p:sp>
      <p:sp>
        <p:nvSpPr>
          <p:cNvPr id="14" name="명세를 어긴 결과">
            <a:extLst xmlns:a="http://schemas.openxmlformats.org/drawingml/2006/main">
              <a:ext uri="{FF2B5EF4-FFF2-40B4-BE49-F238E27FC236}">
                <a16:creationId xmlns:a16="http://schemas.microsoft.com/office/drawing/2014/main" id="{889E7E03-B26B-4AA2-A4B5-AA40D38BEE05}"/>
              </a:ext>
            </a:extLst>
          </p:cNvPr>
          <p:cNvSpPr>
            <a:spLocks xmlns:a="http://schemas.openxmlformats.org/drawingml/2006/main" noGrp="1"/>
          </p:cNvSpPr>
          <p:nvPr/>
        </p:nvSpPr>
        <p:spPr>
          <a:xfrm xmlns:a="http://schemas.openxmlformats.org/drawingml/2006/main">
            <a:off x="6553200" y="255270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B42318"/>
                </a:solidFill>
                <a:latin typeface="Malgun Gothic"/>
                <a:ea typeface="Malgun Gothic"/>
                <a:cs typeface="Malgun Gothic"/>
              </a:defRPr>
            </a:defPPr>
            <a:lvl1pPr algn="l">
              <a:defRPr sz="2400" b="1">
                <a:solidFill>
                  <a:srgbClr val="B42318"/>
                </a:solidFill>
                <a:latin typeface="Malgun Gothic"/>
                <a:ea typeface="Malgun Gothic"/>
                <a:cs typeface="Malgun Gothic"/>
              </a:defRPr>
            </a:lvl1pPr>
            <a:lvl2pPr algn="l">
              <a:defRPr sz="2400" b="1">
                <a:solidFill>
                  <a:srgbClr val="B42318"/>
                </a:solidFill>
                <a:latin typeface="Malgun Gothic"/>
                <a:ea typeface="Malgun Gothic"/>
                <a:cs typeface="Malgun Gothic"/>
              </a:defRPr>
            </a:lvl2pPr>
            <a:lvl3pPr algn="l">
              <a:defRPr sz="2400" b="1">
                <a:solidFill>
                  <a:srgbClr val="B42318"/>
                </a:solidFill>
                <a:latin typeface="Malgun Gothic"/>
                <a:ea typeface="Malgun Gothic"/>
                <a:cs typeface="Malgun Gothic"/>
              </a:defRPr>
            </a:lvl3pPr>
            <a:lvl4pPr algn="l">
              <a:defRPr sz="2400" b="1">
                <a:solidFill>
                  <a:srgbClr val="B42318"/>
                </a:solidFill>
                <a:latin typeface="Malgun Gothic"/>
                <a:ea typeface="Malgun Gothic"/>
                <a:cs typeface="Malgun Gothic"/>
              </a:defRPr>
            </a:lvl4pPr>
            <a:lvl5pPr algn="l">
              <a:defRPr sz="2400" b="1">
                <a:solidFill>
                  <a:srgbClr val="B42318"/>
                </a:solidFill>
                <a:latin typeface="Malgun Gothic"/>
                <a:ea typeface="Malgun Gothic"/>
                <a:cs typeface="Malgun Gothic"/>
              </a:defRPr>
            </a:lvl5pPr>
            <a:lvl6pPr algn="l">
              <a:defRPr sz="2400" b="1">
                <a:solidFill>
                  <a:srgbClr val="B42318"/>
                </a:solidFill>
                <a:latin typeface="Malgun Gothic"/>
                <a:ea typeface="Malgun Gothic"/>
                <a:cs typeface="Malgun Gothic"/>
              </a:defRPr>
            </a:lvl6pPr>
            <a:lvl7pPr algn="l">
              <a:defRPr sz="2400" b="1">
                <a:solidFill>
                  <a:srgbClr val="B42318"/>
                </a:solidFill>
                <a:latin typeface="Malgun Gothic"/>
                <a:ea typeface="Malgun Gothic"/>
                <a:cs typeface="Malgun Gothic"/>
              </a:defRPr>
            </a:lvl7pPr>
            <a:lvl8pPr algn="l">
              <a:defRPr sz="2400" b="1">
                <a:solidFill>
                  <a:srgbClr val="B42318"/>
                </a:solidFill>
                <a:latin typeface="Malgun Gothic"/>
                <a:ea typeface="Malgun Gothic"/>
                <a:cs typeface="Malgun Gothic"/>
              </a:defRPr>
            </a:lvl8pPr>
            <a:lvl9pPr algn="l">
              <a:defRPr sz="2400" b="1">
                <a:solidFill>
                  <a:srgbClr val="B42318"/>
                </a:solidFill>
                <a:latin typeface="Malgun Gothic"/>
                <a:ea typeface="Malgun Gothic"/>
                <a:cs typeface="Malgun Gothic"/>
              </a:defRPr>
            </a:lvl9pPr>
          </a:lstStyle>
          <a:p xmlns:a="http://schemas.openxmlformats.org/drawingml/2006/main">
            <a:pPr algn="l">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명세를 어긴 결과</a:t>
            </a:r>
          </a:p>
        </p:txBody>
      </p:sp>
      <p:sp>
        <p:nvSpPr>
          <p:cNvPr id="15" name="">
            <a:extLst xmlns:a="http://schemas.openxmlformats.org/drawingml/2006/main">
              <a:ext uri="{FF2B5EF4-FFF2-40B4-BE49-F238E27FC236}">
                <a16:creationId xmlns:a16="http://schemas.microsoft.com/office/drawing/2014/main" id="{23CFB00E-6BAC-4F4D-811C-0F32AFCD818E}"/>
              </a:ext>
            </a:extLst>
          </p:cNvPr>
          <p:cNvSpPr>
            <a:spLocks xmlns:a="http://schemas.openxmlformats.org/drawingml/2006/main" noGrp="1"/>
          </p:cNvSpPr>
          <p:nvPr/>
        </p:nvSpPr>
        <p:spPr>
          <a:xfrm xmlns:a="http://schemas.openxmlformats.org/drawingml/2006/main">
            <a:off x="65532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2">
            <a:extLst xmlns:a="http://schemas.openxmlformats.org/drawingml/2006/main">
              <a:ext uri="{FF2B5EF4-FFF2-40B4-BE49-F238E27FC236}">
                <a16:creationId xmlns:a16="http://schemas.microsoft.com/office/drawing/2014/main" id="{07B5152E-CA17-4B43-AE5F-478C5A559668}"/>
              </a:ext>
            </a:extLst>
          </p:cNvPr>
          <p:cNvSpPr>
            <a:spLocks xmlns:a="http://schemas.openxmlformats.org/drawingml/2006/main" noGrp="1"/>
          </p:cNvSpPr>
          <p:nvPr/>
        </p:nvSpPr>
        <p:spPr>
          <a:xfrm xmlns:a="http://schemas.openxmlformats.org/drawingml/2006/main">
            <a:off x="65532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2</a:t>
            </a:r>
          </a:p>
        </p:txBody>
      </p:sp>
      <p:sp>
        <p:nvSpPr>
          <p:cNvPr id="17" name="">
            <a:extLst xmlns:a="http://schemas.openxmlformats.org/drawingml/2006/main">
              <a:ext uri="{FF2B5EF4-FFF2-40B4-BE49-F238E27FC236}">
                <a16:creationId xmlns:a16="http://schemas.microsoft.com/office/drawing/2014/main" id="{36CB4A21-5895-418D-AB3F-3DA277173A97}"/>
              </a:ext>
            </a:extLst>
          </p:cNvPr>
          <p:cNvSpPr>
            <a:spLocks xmlns:a="http://schemas.openxmlformats.org/drawingml/2006/main" noGrp="1"/>
          </p:cNvSpPr>
          <p:nvPr/>
        </p:nvSpPr>
        <p:spPr>
          <a:xfrm xmlns:a="http://schemas.openxmlformats.org/drawingml/2006/main">
            <a:off x="7505700" y="3105150"/>
            <a:ext cx="838200" cy="7810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8" name="3">
            <a:extLst xmlns:a="http://schemas.openxmlformats.org/drawingml/2006/main">
              <a:ext uri="{FF2B5EF4-FFF2-40B4-BE49-F238E27FC236}">
                <a16:creationId xmlns:a16="http://schemas.microsoft.com/office/drawing/2014/main" id="{C27D24EC-7971-4ED9-BBE5-7D376C89C0E2}"/>
              </a:ext>
            </a:extLst>
          </p:cNvPr>
          <p:cNvSpPr>
            <a:spLocks xmlns:a="http://schemas.openxmlformats.org/drawingml/2006/main" noGrp="1"/>
          </p:cNvSpPr>
          <p:nvPr/>
        </p:nvSpPr>
        <p:spPr>
          <a:xfrm xmlns:a="http://schemas.openxmlformats.org/drawingml/2006/main">
            <a:off x="75057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0B6172"/>
                </a:solidFill>
                <a:latin typeface="Consolas"/>
                <a:ea typeface="Consolas"/>
                <a:cs typeface="Consolas"/>
              </a:defRPr>
            </a:defPPr>
            <a:lvl1pPr algn="ctr">
              <a:defRPr sz="3825" b="1">
                <a:solidFill>
                  <a:srgbClr val="0B6172"/>
                </a:solidFill>
                <a:latin typeface="Consolas"/>
                <a:ea typeface="Consolas"/>
                <a:cs typeface="Consolas"/>
              </a:defRPr>
            </a:lvl1pPr>
            <a:lvl2pPr algn="ctr">
              <a:defRPr sz="3825" b="1">
                <a:solidFill>
                  <a:srgbClr val="0B6172"/>
                </a:solidFill>
                <a:latin typeface="Consolas"/>
                <a:ea typeface="Consolas"/>
                <a:cs typeface="Consolas"/>
              </a:defRPr>
            </a:lvl2pPr>
            <a:lvl3pPr algn="ctr">
              <a:defRPr sz="3825" b="1">
                <a:solidFill>
                  <a:srgbClr val="0B6172"/>
                </a:solidFill>
                <a:latin typeface="Consolas"/>
                <a:ea typeface="Consolas"/>
                <a:cs typeface="Consolas"/>
              </a:defRPr>
            </a:lvl3pPr>
            <a:lvl4pPr algn="ctr">
              <a:defRPr sz="3825" b="1">
                <a:solidFill>
                  <a:srgbClr val="0B6172"/>
                </a:solidFill>
                <a:latin typeface="Consolas"/>
                <a:ea typeface="Consolas"/>
                <a:cs typeface="Consolas"/>
              </a:defRPr>
            </a:lvl4pPr>
            <a:lvl5pPr algn="ctr">
              <a:defRPr sz="3825" b="1">
                <a:solidFill>
                  <a:srgbClr val="0B6172"/>
                </a:solidFill>
                <a:latin typeface="Consolas"/>
                <a:ea typeface="Consolas"/>
                <a:cs typeface="Consolas"/>
              </a:defRPr>
            </a:lvl5pPr>
            <a:lvl6pPr algn="ctr">
              <a:defRPr sz="3825" b="1">
                <a:solidFill>
                  <a:srgbClr val="0B6172"/>
                </a:solidFill>
                <a:latin typeface="Consolas"/>
                <a:ea typeface="Consolas"/>
                <a:cs typeface="Consolas"/>
              </a:defRPr>
            </a:lvl6pPr>
            <a:lvl7pPr algn="ctr">
              <a:defRPr sz="3825" b="1">
                <a:solidFill>
                  <a:srgbClr val="0B6172"/>
                </a:solidFill>
                <a:latin typeface="Consolas"/>
                <a:ea typeface="Consolas"/>
                <a:cs typeface="Consolas"/>
              </a:defRPr>
            </a:lvl7pPr>
            <a:lvl8pPr algn="ctr">
              <a:defRPr sz="3825" b="1">
                <a:solidFill>
                  <a:srgbClr val="0B6172"/>
                </a:solidFill>
                <a:latin typeface="Consolas"/>
                <a:ea typeface="Consolas"/>
                <a:cs typeface="Consolas"/>
              </a:defRPr>
            </a:lvl8pPr>
            <a:lvl9pPr algn="ctr">
              <a:defRPr sz="3825" b="1">
                <a:solidFill>
                  <a:srgbClr val="0B6172"/>
                </a:solidFill>
                <a:latin typeface="Consolas"/>
                <a:ea typeface="Consolas"/>
                <a:cs typeface="Consolas"/>
              </a:defRPr>
            </a:lvl9pPr>
          </a:lstStyle>
          <a:p xmlns:a="http://schemas.openxmlformats.org/drawingml/2006/main">
            <a:pPr algn="ctr">
              <a:defRPr sz="3825" b="1">
                <a:solidFill>
                  <a:srgbClr val="0B6172"/>
                </a:solidFill>
                <a:latin typeface="Consolas"/>
                <a:ea typeface="Consolas"/>
                <a:cs typeface="Consolas"/>
              </a:defRPr>
            </a:pPr>
            <a:r>
              <a:rPr sz="3825" b="1">
                <a:solidFill>
                  <a:srgbClr val="0B6172"/>
                </a:solidFill>
                <a:latin typeface="Consolas"/>
                <a:ea typeface="Consolas"/>
                <a:cs typeface="Consolas"/>
              </a:rPr>
              <a:t>3</a:t>
            </a:r>
          </a:p>
        </p:txBody>
      </p:sp>
      <p:sp>
        <p:nvSpPr>
          <p:cNvPr id="19" name="">
            <a:extLst xmlns:a="http://schemas.openxmlformats.org/drawingml/2006/main">
              <a:ext uri="{FF2B5EF4-FFF2-40B4-BE49-F238E27FC236}">
                <a16:creationId xmlns:a16="http://schemas.microsoft.com/office/drawing/2014/main" id="{8442777C-AC33-456A-8C7B-26BA86734524}"/>
              </a:ext>
            </a:extLst>
          </p:cNvPr>
          <p:cNvSpPr>
            <a:spLocks xmlns:a="http://schemas.openxmlformats.org/drawingml/2006/main" noGrp="1"/>
          </p:cNvSpPr>
          <p:nvPr/>
        </p:nvSpPr>
        <p:spPr>
          <a:xfrm xmlns:a="http://schemas.openxmlformats.org/drawingml/2006/main">
            <a:off x="8458200" y="3105150"/>
            <a:ext cx="838200" cy="7810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20" name="4">
            <a:extLst xmlns:a="http://schemas.openxmlformats.org/drawingml/2006/main">
              <a:ext uri="{FF2B5EF4-FFF2-40B4-BE49-F238E27FC236}">
                <a16:creationId xmlns:a16="http://schemas.microsoft.com/office/drawing/2014/main" id="{EAA8F91D-A589-4594-B73E-299CB222DD56}"/>
              </a:ext>
            </a:extLst>
          </p:cNvPr>
          <p:cNvSpPr>
            <a:spLocks xmlns:a="http://schemas.openxmlformats.org/drawingml/2006/main" noGrp="1"/>
          </p:cNvSpPr>
          <p:nvPr/>
        </p:nvSpPr>
        <p:spPr>
          <a:xfrm xmlns:a="http://schemas.openxmlformats.org/drawingml/2006/main">
            <a:off x="8458200" y="3105150"/>
            <a:ext cx="8382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825" b="1">
                <a:solidFill>
                  <a:srgbClr val="B42318"/>
                </a:solidFill>
                <a:latin typeface="Consolas"/>
                <a:ea typeface="Consolas"/>
                <a:cs typeface="Consolas"/>
              </a:defRPr>
            </a:defPPr>
            <a:lvl1pPr algn="ctr">
              <a:defRPr sz="3825" b="1">
                <a:solidFill>
                  <a:srgbClr val="B42318"/>
                </a:solidFill>
                <a:latin typeface="Consolas"/>
                <a:ea typeface="Consolas"/>
                <a:cs typeface="Consolas"/>
              </a:defRPr>
            </a:lvl1pPr>
            <a:lvl2pPr algn="ctr">
              <a:defRPr sz="3825" b="1">
                <a:solidFill>
                  <a:srgbClr val="B42318"/>
                </a:solidFill>
                <a:latin typeface="Consolas"/>
                <a:ea typeface="Consolas"/>
                <a:cs typeface="Consolas"/>
              </a:defRPr>
            </a:lvl2pPr>
            <a:lvl3pPr algn="ctr">
              <a:defRPr sz="3825" b="1">
                <a:solidFill>
                  <a:srgbClr val="B42318"/>
                </a:solidFill>
                <a:latin typeface="Consolas"/>
                <a:ea typeface="Consolas"/>
                <a:cs typeface="Consolas"/>
              </a:defRPr>
            </a:lvl3pPr>
            <a:lvl4pPr algn="ctr">
              <a:defRPr sz="3825" b="1">
                <a:solidFill>
                  <a:srgbClr val="B42318"/>
                </a:solidFill>
                <a:latin typeface="Consolas"/>
                <a:ea typeface="Consolas"/>
                <a:cs typeface="Consolas"/>
              </a:defRPr>
            </a:lvl4pPr>
            <a:lvl5pPr algn="ctr">
              <a:defRPr sz="3825" b="1">
                <a:solidFill>
                  <a:srgbClr val="B42318"/>
                </a:solidFill>
                <a:latin typeface="Consolas"/>
                <a:ea typeface="Consolas"/>
                <a:cs typeface="Consolas"/>
              </a:defRPr>
            </a:lvl5pPr>
            <a:lvl6pPr algn="ctr">
              <a:defRPr sz="3825" b="1">
                <a:solidFill>
                  <a:srgbClr val="B42318"/>
                </a:solidFill>
                <a:latin typeface="Consolas"/>
                <a:ea typeface="Consolas"/>
                <a:cs typeface="Consolas"/>
              </a:defRPr>
            </a:lvl6pPr>
            <a:lvl7pPr algn="ctr">
              <a:defRPr sz="3825" b="1">
                <a:solidFill>
                  <a:srgbClr val="B42318"/>
                </a:solidFill>
                <a:latin typeface="Consolas"/>
                <a:ea typeface="Consolas"/>
                <a:cs typeface="Consolas"/>
              </a:defRPr>
            </a:lvl7pPr>
            <a:lvl8pPr algn="ctr">
              <a:defRPr sz="3825" b="1">
                <a:solidFill>
                  <a:srgbClr val="B42318"/>
                </a:solidFill>
                <a:latin typeface="Consolas"/>
                <a:ea typeface="Consolas"/>
                <a:cs typeface="Consolas"/>
              </a:defRPr>
            </a:lvl8pPr>
            <a:lvl9pPr algn="ctr">
              <a:defRPr sz="3825" b="1">
                <a:solidFill>
                  <a:srgbClr val="B42318"/>
                </a:solidFill>
                <a:latin typeface="Consolas"/>
                <a:ea typeface="Consolas"/>
                <a:cs typeface="Consolas"/>
              </a:defRPr>
            </a:lvl9pPr>
          </a:lstStyle>
          <a:p xmlns:a="http://schemas.openxmlformats.org/drawingml/2006/main">
            <a:pPr algn="ctr">
              <a:defRPr sz="3825" b="1">
                <a:solidFill>
                  <a:srgbClr val="B42318"/>
                </a:solidFill>
                <a:latin typeface="Consolas"/>
                <a:ea typeface="Consolas"/>
                <a:cs typeface="Consolas"/>
              </a:defRPr>
            </a:pPr>
            <a:r>
              <a:rPr sz="3825" b="1">
                <a:solidFill>
                  <a:srgbClr val="B42318"/>
                </a:solidFill>
                <a:latin typeface="Consolas"/>
                <a:ea typeface="Consolas"/>
                <a:cs typeface="Consolas"/>
              </a:rPr>
              <a:t>4</a:t>
            </a:r>
          </a:p>
        </p:txBody>
      </p:sp>
      <p:sp>
        <p:nvSpPr>
          <p:cNvPr id="21" name="3개">
            <a:extLst xmlns:a="http://schemas.openxmlformats.org/drawingml/2006/main">
              <a:ext uri="{FF2B5EF4-FFF2-40B4-BE49-F238E27FC236}">
                <a16:creationId xmlns:a16="http://schemas.microsoft.com/office/drawing/2014/main" id="{E2C6A9D0-49C9-4254-A11C-4000CC0997C3}"/>
              </a:ext>
            </a:extLst>
          </p:cNvPr>
          <p:cNvSpPr>
            <a:spLocks xmlns:a="http://schemas.openxmlformats.org/drawingml/2006/main" noGrp="1"/>
          </p:cNvSpPr>
          <p:nvPr/>
        </p:nvSpPr>
        <p:spPr>
          <a:xfrm xmlns:a="http://schemas.openxmlformats.org/drawingml/2006/main">
            <a:off x="9734550" y="3248025"/>
            <a:ext cx="1714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B42318"/>
                </a:solidFill>
                <a:latin typeface="Malgun Gothic"/>
                <a:ea typeface="Malgun Gothic"/>
                <a:cs typeface="Malgun Gothic"/>
              </a:defRPr>
            </a:defPPr>
            <a:lvl1pPr algn="l">
              <a:defRPr sz="2850" b="1">
                <a:solidFill>
                  <a:srgbClr val="B42318"/>
                </a:solidFill>
                <a:latin typeface="Malgun Gothic"/>
                <a:ea typeface="Malgun Gothic"/>
                <a:cs typeface="Malgun Gothic"/>
              </a:defRPr>
            </a:lvl1pPr>
            <a:lvl2pPr algn="l">
              <a:defRPr sz="2850" b="1">
                <a:solidFill>
                  <a:srgbClr val="B42318"/>
                </a:solidFill>
                <a:latin typeface="Malgun Gothic"/>
                <a:ea typeface="Malgun Gothic"/>
                <a:cs typeface="Malgun Gothic"/>
              </a:defRPr>
            </a:lvl2pPr>
            <a:lvl3pPr algn="l">
              <a:defRPr sz="2850" b="1">
                <a:solidFill>
                  <a:srgbClr val="B42318"/>
                </a:solidFill>
                <a:latin typeface="Malgun Gothic"/>
                <a:ea typeface="Malgun Gothic"/>
                <a:cs typeface="Malgun Gothic"/>
              </a:defRPr>
            </a:lvl3pPr>
            <a:lvl4pPr algn="l">
              <a:defRPr sz="2850" b="1">
                <a:solidFill>
                  <a:srgbClr val="B42318"/>
                </a:solidFill>
                <a:latin typeface="Malgun Gothic"/>
                <a:ea typeface="Malgun Gothic"/>
                <a:cs typeface="Malgun Gothic"/>
              </a:defRPr>
            </a:lvl4pPr>
            <a:lvl5pPr algn="l">
              <a:defRPr sz="2850" b="1">
                <a:solidFill>
                  <a:srgbClr val="B42318"/>
                </a:solidFill>
                <a:latin typeface="Malgun Gothic"/>
                <a:ea typeface="Malgun Gothic"/>
                <a:cs typeface="Malgun Gothic"/>
              </a:defRPr>
            </a:lvl5pPr>
            <a:lvl6pPr algn="l">
              <a:defRPr sz="2850" b="1">
                <a:solidFill>
                  <a:srgbClr val="B42318"/>
                </a:solidFill>
                <a:latin typeface="Malgun Gothic"/>
                <a:ea typeface="Malgun Gothic"/>
                <a:cs typeface="Malgun Gothic"/>
              </a:defRPr>
            </a:lvl6pPr>
            <a:lvl7pPr algn="l">
              <a:defRPr sz="2850" b="1">
                <a:solidFill>
                  <a:srgbClr val="B42318"/>
                </a:solidFill>
                <a:latin typeface="Malgun Gothic"/>
                <a:ea typeface="Malgun Gothic"/>
                <a:cs typeface="Malgun Gothic"/>
              </a:defRPr>
            </a:lvl7pPr>
            <a:lvl8pPr algn="l">
              <a:defRPr sz="2850" b="1">
                <a:solidFill>
                  <a:srgbClr val="B42318"/>
                </a:solidFill>
                <a:latin typeface="Malgun Gothic"/>
                <a:ea typeface="Malgun Gothic"/>
                <a:cs typeface="Malgun Gothic"/>
              </a:defRPr>
            </a:lvl8pPr>
            <a:lvl9pPr algn="l">
              <a:defRPr sz="2850" b="1">
                <a:solidFill>
                  <a:srgbClr val="B42318"/>
                </a:solidFill>
                <a:latin typeface="Malgun Gothic"/>
                <a:ea typeface="Malgun Gothic"/>
                <a:cs typeface="Malgun Gothic"/>
              </a:defRPr>
            </a:lvl9pPr>
          </a:lstStyle>
          <a:p xmlns:a="http://schemas.openxmlformats.org/drawingml/2006/main">
            <a:pPr algn="l">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3개</a:t>
            </a:r>
          </a:p>
        </p:txBody>
      </p:sp>
      <p:sp>
        <p:nvSpPr>
          <p:cNvPr id="22" name="두 결과 모두 비어 있지 않다">
            <a:extLst xmlns:a="http://schemas.openxmlformats.org/drawingml/2006/main">
              <a:ext uri="{FF2B5EF4-FFF2-40B4-BE49-F238E27FC236}">
                <a16:creationId xmlns:a16="http://schemas.microsoft.com/office/drawing/2014/main" id="{45D5DC1D-A043-40C2-91B1-A9E8E86D9158}"/>
              </a:ext>
            </a:extLst>
          </p:cNvPr>
          <p:cNvSpPr>
            <a:spLocks xmlns:a="http://schemas.openxmlformats.org/drawingml/2006/main" noGrp="1"/>
          </p:cNvSpPr>
          <p:nvPr/>
        </p:nvSpPr>
        <p:spPr>
          <a:xfrm xmlns:a="http://schemas.openxmlformats.org/drawingml/2006/main">
            <a:off x="609600" y="41433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700" b="1">
                <a:solidFill>
                  <a:srgbClr val="17212B"/>
                </a:solidFill>
                <a:latin typeface="Malgun Gothic"/>
                <a:ea typeface="Malgun Gothic"/>
                <a:cs typeface="Malgun Gothic"/>
              </a:defRPr>
            </a:defPPr>
            <a:lvl1pPr algn="ctr">
              <a:defRPr sz="2700" b="1">
                <a:solidFill>
                  <a:srgbClr val="17212B"/>
                </a:solidFill>
                <a:latin typeface="Malgun Gothic"/>
                <a:ea typeface="Malgun Gothic"/>
                <a:cs typeface="Malgun Gothic"/>
              </a:defRPr>
            </a:lvl1pPr>
            <a:lvl2pPr algn="ctr">
              <a:defRPr sz="2700" b="1">
                <a:solidFill>
                  <a:srgbClr val="17212B"/>
                </a:solidFill>
                <a:latin typeface="Malgun Gothic"/>
                <a:ea typeface="Malgun Gothic"/>
                <a:cs typeface="Malgun Gothic"/>
              </a:defRPr>
            </a:lvl2pPr>
            <a:lvl3pPr algn="ctr">
              <a:defRPr sz="2700" b="1">
                <a:solidFill>
                  <a:srgbClr val="17212B"/>
                </a:solidFill>
                <a:latin typeface="Malgun Gothic"/>
                <a:ea typeface="Malgun Gothic"/>
                <a:cs typeface="Malgun Gothic"/>
              </a:defRPr>
            </a:lvl3pPr>
            <a:lvl4pPr algn="ctr">
              <a:defRPr sz="2700" b="1">
                <a:solidFill>
                  <a:srgbClr val="17212B"/>
                </a:solidFill>
                <a:latin typeface="Malgun Gothic"/>
                <a:ea typeface="Malgun Gothic"/>
                <a:cs typeface="Malgun Gothic"/>
              </a:defRPr>
            </a:lvl4pPr>
            <a:lvl5pPr algn="ctr">
              <a:defRPr sz="2700" b="1">
                <a:solidFill>
                  <a:srgbClr val="17212B"/>
                </a:solidFill>
                <a:latin typeface="Malgun Gothic"/>
                <a:ea typeface="Malgun Gothic"/>
                <a:cs typeface="Malgun Gothic"/>
              </a:defRPr>
            </a:lvl5pPr>
            <a:lvl6pPr algn="ctr">
              <a:defRPr sz="2700" b="1">
                <a:solidFill>
                  <a:srgbClr val="17212B"/>
                </a:solidFill>
                <a:latin typeface="Malgun Gothic"/>
                <a:ea typeface="Malgun Gothic"/>
                <a:cs typeface="Malgun Gothic"/>
              </a:defRPr>
            </a:lvl6pPr>
            <a:lvl7pPr algn="ctr">
              <a:defRPr sz="2700" b="1">
                <a:solidFill>
                  <a:srgbClr val="17212B"/>
                </a:solidFill>
                <a:latin typeface="Malgun Gothic"/>
                <a:ea typeface="Malgun Gothic"/>
                <a:cs typeface="Malgun Gothic"/>
              </a:defRPr>
            </a:lvl7pPr>
            <a:lvl8pPr algn="ctr">
              <a:defRPr sz="2700" b="1">
                <a:solidFill>
                  <a:srgbClr val="17212B"/>
                </a:solidFill>
                <a:latin typeface="Malgun Gothic"/>
                <a:ea typeface="Malgun Gothic"/>
                <a:cs typeface="Malgun Gothic"/>
              </a:defRPr>
            </a:lvl8pPr>
            <a:lvl9pPr algn="ctr">
              <a:defRPr sz="2700" b="1">
                <a:solidFill>
                  <a:srgbClr val="17212B"/>
                </a:solidFill>
                <a:latin typeface="Malgun Gothic"/>
                <a:ea typeface="Malgun Gothic"/>
                <a:cs typeface="Malgun Gothic"/>
              </a:defRPr>
            </a:lvl9pPr>
          </a:lstStyle>
          <a:p xmlns:a="http://schemas.openxmlformats.org/drawingml/2006/main">
            <a:pPr algn="ctr">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두 결과 모두 비어 있지 않다</a:t>
            </a:r>
          </a:p>
        </p:txBody>
      </p:sp>
      <p:sp>
        <p:nvSpPr>
          <p:cNvPr id="23" name="">
            <a:extLst xmlns:a="http://schemas.openxmlformats.org/drawingml/2006/main">
              <a:ext uri="{FF2B5EF4-FFF2-40B4-BE49-F238E27FC236}">
                <a16:creationId xmlns:a16="http://schemas.microsoft.com/office/drawing/2014/main" id="{3D001789-64C6-4B4A-B557-0834224017F3}"/>
              </a:ext>
            </a:extLst>
          </p:cNvPr>
          <p:cNvSpPr>
            <a:spLocks xmlns:a="http://schemas.openxmlformats.org/drawingml/2006/main" noGrp="1"/>
          </p:cNvSpPr>
          <p:nvPr/>
        </p:nvSpPr>
        <p:spPr>
          <a:xfrm xmlns:a="http://schemas.openxmlformats.org/drawingml/2006/main">
            <a:off x="609600" y="4791075"/>
            <a:ext cx="10972800" cy="733425"/>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24" name="EXPECT_FALSE(actual.empty());">
            <a:extLst xmlns:a="http://schemas.openxmlformats.org/drawingml/2006/main">
              <a:ext uri="{FF2B5EF4-FFF2-40B4-BE49-F238E27FC236}">
                <a16:creationId xmlns:a16="http://schemas.microsoft.com/office/drawing/2014/main" id="{4354063E-1DD2-4E95-9F08-78229BB066BD}"/>
              </a:ext>
            </a:extLst>
          </p:cNvPr>
          <p:cNvSpPr>
            <a:spLocks xmlns:a="http://schemas.openxmlformats.org/drawingml/2006/main" noGrp="1"/>
          </p:cNvSpPr>
          <p:nvPr/>
        </p:nvSpPr>
        <p:spPr>
          <a:xfrm xmlns:a="http://schemas.openxmlformats.org/drawingml/2006/main">
            <a:off x="876300" y="4924425"/>
            <a:ext cx="10439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FFFFFF"/>
                </a:solidFill>
                <a:latin typeface="Consolas"/>
                <a:ea typeface="Consolas"/>
                <a:cs typeface="Consolas"/>
              </a:defRPr>
            </a:defPPr>
            <a:lvl1pPr algn="ctr">
              <a:defRPr sz="2175" b="0">
                <a:solidFill>
                  <a:srgbClr val="FFFFFF"/>
                </a:solidFill>
                <a:latin typeface="Consolas"/>
                <a:ea typeface="Consolas"/>
                <a:cs typeface="Consolas"/>
              </a:defRPr>
            </a:lvl1pPr>
            <a:lvl2pPr algn="ctr">
              <a:defRPr sz="2175" b="0">
                <a:solidFill>
                  <a:srgbClr val="FFFFFF"/>
                </a:solidFill>
                <a:latin typeface="Consolas"/>
                <a:ea typeface="Consolas"/>
                <a:cs typeface="Consolas"/>
              </a:defRPr>
            </a:lvl2pPr>
            <a:lvl3pPr algn="ctr">
              <a:defRPr sz="2175" b="0">
                <a:solidFill>
                  <a:srgbClr val="FFFFFF"/>
                </a:solidFill>
                <a:latin typeface="Consolas"/>
                <a:ea typeface="Consolas"/>
                <a:cs typeface="Consolas"/>
              </a:defRPr>
            </a:lvl3pPr>
            <a:lvl4pPr algn="ctr">
              <a:defRPr sz="2175" b="0">
                <a:solidFill>
                  <a:srgbClr val="FFFFFF"/>
                </a:solidFill>
                <a:latin typeface="Consolas"/>
                <a:ea typeface="Consolas"/>
                <a:cs typeface="Consolas"/>
              </a:defRPr>
            </a:lvl4pPr>
            <a:lvl5pPr algn="ctr">
              <a:defRPr sz="2175" b="0">
                <a:solidFill>
                  <a:srgbClr val="FFFFFF"/>
                </a:solidFill>
                <a:latin typeface="Consolas"/>
                <a:ea typeface="Consolas"/>
                <a:cs typeface="Consolas"/>
              </a:defRPr>
            </a:lvl5pPr>
            <a:lvl6pPr algn="ctr">
              <a:defRPr sz="2175" b="0">
                <a:solidFill>
                  <a:srgbClr val="FFFFFF"/>
                </a:solidFill>
                <a:latin typeface="Consolas"/>
                <a:ea typeface="Consolas"/>
                <a:cs typeface="Consolas"/>
              </a:defRPr>
            </a:lvl6pPr>
            <a:lvl7pPr algn="ctr">
              <a:defRPr sz="2175" b="0">
                <a:solidFill>
                  <a:srgbClr val="FFFFFF"/>
                </a:solidFill>
                <a:latin typeface="Consolas"/>
                <a:ea typeface="Consolas"/>
                <a:cs typeface="Consolas"/>
              </a:defRPr>
            </a:lvl7pPr>
            <a:lvl8pPr algn="ctr">
              <a:defRPr sz="2175" b="0">
                <a:solidFill>
                  <a:srgbClr val="FFFFFF"/>
                </a:solidFill>
                <a:latin typeface="Consolas"/>
                <a:ea typeface="Consolas"/>
                <a:cs typeface="Consolas"/>
              </a:defRPr>
            </a:lvl8pPr>
            <a:lvl9pPr algn="ctr">
              <a:defRPr sz="2175" b="0">
                <a:solidFill>
                  <a:srgbClr val="FFFFFF"/>
                </a:solidFill>
                <a:latin typeface="Consolas"/>
                <a:ea typeface="Consolas"/>
                <a:cs typeface="Consolas"/>
              </a:defRPr>
            </a:lvl9pPr>
          </a:lstStyle>
          <a:p xmlns:a="http://schemas.openxmlformats.org/drawingml/2006/main">
            <a:pPr algn="ctr">
              <a:defRPr sz="2175" b="0">
                <a:solidFill>
                  <a:srgbClr val="FFFFFF"/>
                </a:solidFill>
                <a:latin typeface="Consolas"/>
                <a:ea typeface="Consolas"/>
                <a:cs typeface="Consolas"/>
              </a:defRPr>
            </a:pPr>
            <a:r>
              <a:rPr sz="2175" b="0">
                <a:solidFill>
                  <a:srgbClr val="FFFFFF"/>
                </a:solidFill>
                <a:latin typeface="Consolas"/>
                <a:ea typeface="Consolas"/>
                <a:cs typeface="Consolas"/>
              </a:rPr>
              <a:t>EXPECT_FALSE(actual.empty());</a:t>
            </a:r>
          </a:p>
        </p:txBody>
      </p:sp>
    </p:spTree>
    <p:extLst>
      <p:ext uri="{BB962C8B-B14F-4D97-AF65-F5344CB8AC3E}">
        <p14:creationId xmlns:p14="http://schemas.microsoft.com/office/powerpoint/2010/main" val="445639950"/>
      </p:ext>
    </p:extLst>
  </p:cSld>
</p:sld>
</file>

<file path=ppt/slides/slide2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완료 조건을 요청에 담기">
            <a:extLst xmlns:a="http://schemas.openxmlformats.org/drawingml/2006/main">
              <a:ext uri="{FF2B5EF4-FFF2-40B4-BE49-F238E27FC236}">
                <a16:creationId xmlns:a16="http://schemas.microsoft.com/office/drawing/2014/main" id="{2886E7FE-45B6-4B31-8A71-405CB7970B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요청에 담기</a:t>
            </a:r>
          </a:p>
        </p:txBody>
      </p:sp>
      <p:sp>
        <p:nvSpPr>
          <p:cNvPr id="2" name="S28">
            <a:extLst xmlns:a="http://schemas.openxmlformats.org/drawingml/2006/main">
              <a:ext uri="{FF2B5EF4-FFF2-40B4-BE49-F238E27FC236}">
                <a16:creationId xmlns:a16="http://schemas.microsoft.com/office/drawing/2014/main" id="{53554EE8-8A2B-4E13-98AB-8789909846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대 결과를 요청에 적는다">
            <a:extLst xmlns:a="http://schemas.openxmlformats.org/drawingml/2006/main">
              <a:ext uri="{FF2B5EF4-FFF2-40B4-BE49-F238E27FC236}">
                <a16:creationId xmlns:a16="http://schemas.microsoft.com/office/drawing/2014/main" id="{161E99E1-983F-4F74-80E3-858793E24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기대 결과를 요청에 적는다</a:t>
            </a:r>
          </a:p>
        </p:txBody>
      </p:sp>
      <p:sp>
        <p:nvSpPr>
          <p:cNvPr id="4" name="">
            <a:extLst xmlns:a="http://schemas.openxmlformats.org/drawingml/2006/main">
              <a:ext uri="{FF2B5EF4-FFF2-40B4-BE49-F238E27FC236}">
                <a16:creationId xmlns:a16="http://schemas.microsoft.com/office/drawing/2014/main" id="{B97A8730-86CE-4EFD-B806-399F0FD639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교육용 요청·검증 코드 · 실제 TRIAL-002 요청이나 새 실행 결과가 아님">
            <a:extLst xmlns:a="http://schemas.openxmlformats.org/drawingml/2006/main">
              <a:ext uri="{FF2B5EF4-FFF2-40B4-BE49-F238E27FC236}">
                <a16:creationId xmlns:a16="http://schemas.microsoft.com/office/drawing/2014/main" id="{D5DFE5D4-1576-4DEB-9E7F-7A821444DD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 교육용 요청·검증 코드 · 실제 TRIAL-002 요청이나 새 실행 결과가 아님</a:t>
            </a:r>
          </a:p>
        </p:txBody>
      </p:sp>
      <p:sp>
        <p:nvSpPr>
          <p:cNvPr id="6" name="M 연계 · M5 / M6">
            <a:extLst xmlns:a="http://schemas.openxmlformats.org/drawingml/2006/main">
              <a:ext uri="{FF2B5EF4-FFF2-40B4-BE49-F238E27FC236}">
                <a16:creationId xmlns:a16="http://schemas.microsoft.com/office/drawing/2014/main" id="{981C5544-D049-4015-9DDE-0E5D2A1362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
        <p:nvSpPr>
          <p:cNvPr id="7" name="">
            <a:extLst xmlns:a="http://schemas.openxmlformats.org/drawingml/2006/main">
              <a:ext uri="{FF2B5EF4-FFF2-40B4-BE49-F238E27FC236}">
                <a16:creationId xmlns:a16="http://schemas.microsoft.com/office/drawing/2014/main" id="{72AC68CA-B964-41BE-AF19-4AFAFB4C6C61}"/>
              </a:ext>
            </a:extLst>
          </p:cNvPr>
          <p:cNvSpPr>
            <a:spLocks xmlns:a="http://schemas.openxmlformats.org/drawingml/2006/main" noGrp="1"/>
          </p:cNvSpPr>
          <p:nvPr/>
        </p:nvSpPr>
        <p:spPr>
          <a:xfrm xmlns:a="http://schemas.openxmlformats.org/drawingml/2006/main">
            <a:off x="609600" y="1876425"/>
            <a:ext cx="10972800" cy="23526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작업 요청">
            <a:extLst xmlns:a="http://schemas.openxmlformats.org/drawingml/2006/main">
              <a:ext uri="{FF2B5EF4-FFF2-40B4-BE49-F238E27FC236}">
                <a16:creationId xmlns:a16="http://schemas.microsoft.com/office/drawing/2014/main" id="{C8873CDB-AF00-4C86-BAC9-8F0DFA11A6F3}"/>
              </a:ext>
            </a:extLst>
          </p:cNvPr>
          <p:cNvSpPr>
            <a:spLocks xmlns:a="http://schemas.openxmlformats.org/drawingml/2006/main" noGrp="1"/>
          </p:cNvSpPr>
          <p:nvPr/>
        </p:nvSpPr>
        <p:spPr>
          <a:xfrm xmlns:a="http://schemas.openxmlformats.org/drawingml/2006/main">
            <a:off x="838200" y="2000250"/>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작업 요청</a:t>
            </a:r>
          </a:p>
        </p:txBody>
      </p:sp>
      <p:sp>
        <p:nvSpPr>
          <p:cNvPr id="9" name="">
            <a:extLst xmlns:a="http://schemas.openxmlformats.org/drawingml/2006/main">
              <a:ext uri="{FF2B5EF4-FFF2-40B4-BE49-F238E27FC236}">
                <a16:creationId xmlns:a16="http://schemas.microsoft.com/office/drawing/2014/main" id="{0D17252D-537F-4598-A823-41447A1E9A80}"/>
              </a:ext>
            </a:extLst>
          </p:cNvPr>
          <p:cNvSpPr>
            <a:spLocks xmlns:a="http://schemas.openxmlformats.org/drawingml/2006/main" noGrp="1"/>
          </p:cNvSpPr>
          <p:nvPr/>
        </p:nvSpPr>
        <p:spPr>
          <a:xfrm xmlns:a="http://schemas.openxmlformats.org/drawingml/2006/main">
            <a:off x="838200" y="240982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입력 {1, 2, 3, 4}에서 crop [1, 3)을 적용했을 때">
            <a:extLst xmlns:a="http://schemas.openxmlformats.org/drawingml/2006/main">
              <a:ext uri="{FF2B5EF4-FFF2-40B4-BE49-F238E27FC236}">
                <a16:creationId xmlns:a16="http://schemas.microsoft.com/office/drawing/2014/main" id="{E447F78B-117D-4F4B-9F14-BECB1FB5580F}"/>
              </a:ext>
            </a:extLst>
          </p:cNvPr>
          <p:cNvSpPr>
            <a:spLocks xmlns:a="http://schemas.openxmlformats.org/drawingml/2006/main" noGrp="1"/>
          </p:cNvSpPr>
          <p:nvPr/>
        </p:nvSpPr>
        <p:spPr>
          <a:xfrm xmlns:a="http://schemas.openxmlformats.org/drawingml/2006/main">
            <a:off x="838200" y="26193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입력 {1, 2, 3, 4}에서 crop [1, 3)을 적용했을 때</a:t>
            </a:r>
          </a:p>
        </p:txBody>
      </p:sp>
      <p:sp>
        <p:nvSpPr>
          <p:cNvPr id="11" name="결과가 {2, 3}이고 길이가 2인지 테스트로 확인해줘.">
            <a:extLst xmlns:a="http://schemas.openxmlformats.org/drawingml/2006/main">
              <a:ext uri="{FF2B5EF4-FFF2-40B4-BE49-F238E27FC236}">
                <a16:creationId xmlns:a16="http://schemas.microsoft.com/office/drawing/2014/main" id="{BCC8BB53-5946-43BF-B20A-C7C7970B9639}"/>
              </a:ext>
            </a:extLst>
          </p:cNvPr>
          <p:cNvSpPr>
            <a:spLocks xmlns:a="http://schemas.openxmlformats.org/drawingml/2006/main" noGrp="1"/>
          </p:cNvSpPr>
          <p:nvPr/>
        </p:nvSpPr>
        <p:spPr>
          <a:xfrm xmlns:a="http://schemas.openxmlformats.org/drawingml/2006/main">
            <a:off x="838200" y="30765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결과가 {2, 3}이고 길이가 2인지 테스트로 확인해줘.</a:t>
            </a:r>
          </a:p>
        </p:txBody>
      </p:sp>
      <p:sp>
        <p:nvSpPr>
          <p:cNvPr id="12" name="실행한 검사와 결과, 미확인 사항도 보고해줘.">
            <a:extLst xmlns:a="http://schemas.openxmlformats.org/drawingml/2006/main">
              <a:ext uri="{FF2B5EF4-FFF2-40B4-BE49-F238E27FC236}">
                <a16:creationId xmlns:a16="http://schemas.microsoft.com/office/drawing/2014/main" id="{73EE40E1-B2AF-49E2-8F87-AA24DC6DF4FE}"/>
              </a:ext>
            </a:extLst>
          </p:cNvPr>
          <p:cNvSpPr>
            <a:spLocks xmlns:a="http://schemas.openxmlformats.org/drawingml/2006/main" noGrp="1"/>
          </p:cNvSpPr>
          <p:nvPr/>
        </p:nvSpPr>
        <p:spPr>
          <a:xfrm xmlns:a="http://schemas.openxmlformats.org/drawingml/2006/main">
            <a:off x="838200" y="3533775"/>
            <a:ext cx="10515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실행한 검사와 결과, 미확인 사항도 보고해줘.</a:t>
            </a:r>
          </a:p>
        </p:txBody>
      </p:sp>
      <p:sp>
        <p:nvSpPr>
          <p:cNvPr id="13" name="해당 입력의 개수·값·순서를 비교">
            <a:extLst xmlns:a="http://schemas.openxmlformats.org/drawingml/2006/main">
              <a:ext uri="{FF2B5EF4-FFF2-40B4-BE49-F238E27FC236}">
                <a16:creationId xmlns:a16="http://schemas.microsoft.com/office/drawing/2014/main" id="{21544BA7-4C73-42B0-9151-851DC45D2B69}"/>
              </a:ext>
            </a:extLst>
          </p:cNvPr>
          <p:cNvSpPr>
            <a:spLocks xmlns:a="http://schemas.openxmlformats.org/drawingml/2006/main" noGrp="1"/>
          </p:cNvSpPr>
          <p:nvPr/>
        </p:nvSpPr>
        <p:spPr>
          <a:xfrm xmlns:a="http://schemas.openxmlformats.org/drawingml/2006/main">
            <a:off x="609600" y="44577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해당 입력의 개수·값·순서를 비교</a:t>
            </a:r>
          </a:p>
        </p:txBody>
      </p:sp>
      <p:sp>
        <p:nvSpPr>
          <p:cNvPr id="14" name="std::vector&lt;int&gt; expected{2, 3};">
            <a:extLst xmlns:a="http://schemas.openxmlformats.org/drawingml/2006/main">
              <a:ext uri="{FF2B5EF4-FFF2-40B4-BE49-F238E27FC236}">
                <a16:creationId xmlns:a16="http://schemas.microsoft.com/office/drawing/2014/main" id="{9ED0FD78-7168-4C7A-B0F1-ECE08362AB7D}"/>
              </a:ext>
            </a:extLst>
          </p:cNvPr>
          <p:cNvSpPr>
            <a:spLocks xmlns:a="http://schemas.openxmlformats.org/drawingml/2006/main" noGrp="1"/>
          </p:cNvSpPr>
          <p:nvPr/>
        </p:nvSpPr>
        <p:spPr>
          <a:xfrm xmlns:a="http://schemas.openxmlformats.org/drawingml/2006/main">
            <a:off x="609600" y="48768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0B6172"/>
                </a:solidFill>
                <a:latin typeface="Consolas"/>
                <a:ea typeface="Consolas"/>
                <a:cs typeface="Consolas"/>
              </a:defRPr>
            </a:defPPr>
            <a:lvl1pPr algn="l">
              <a:defRPr sz="2025" b="0">
                <a:solidFill>
                  <a:srgbClr val="0B6172"/>
                </a:solidFill>
                <a:latin typeface="Consolas"/>
                <a:ea typeface="Consolas"/>
                <a:cs typeface="Consolas"/>
              </a:defRPr>
            </a:lvl1pPr>
            <a:lvl2pPr algn="l">
              <a:defRPr sz="2025" b="0">
                <a:solidFill>
                  <a:srgbClr val="0B6172"/>
                </a:solidFill>
                <a:latin typeface="Consolas"/>
                <a:ea typeface="Consolas"/>
                <a:cs typeface="Consolas"/>
              </a:defRPr>
            </a:lvl2pPr>
            <a:lvl3pPr algn="l">
              <a:defRPr sz="2025" b="0">
                <a:solidFill>
                  <a:srgbClr val="0B6172"/>
                </a:solidFill>
                <a:latin typeface="Consolas"/>
                <a:ea typeface="Consolas"/>
                <a:cs typeface="Consolas"/>
              </a:defRPr>
            </a:lvl3pPr>
            <a:lvl4pPr algn="l">
              <a:defRPr sz="2025" b="0">
                <a:solidFill>
                  <a:srgbClr val="0B6172"/>
                </a:solidFill>
                <a:latin typeface="Consolas"/>
                <a:ea typeface="Consolas"/>
                <a:cs typeface="Consolas"/>
              </a:defRPr>
            </a:lvl4pPr>
            <a:lvl5pPr algn="l">
              <a:defRPr sz="2025" b="0">
                <a:solidFill>
                  <a:srgbClr val="0B6172"/>
                </a:solidFill>
                <a:latin typeface="Consolas"/>
                <a:ea typeface="Consolas"/>
                <a:cs typeface="Consolas"/>
              </a:defRPr>
            </a:lvl5pPr>
            <a:lvl6pPr algn="l">
              <a:defRPr sz="2025" b="0">
                <a:solidFill>
                  <a:srgbClr val="0B6172"/>
                </a:solidFill>
                <a:latin typeface="Consolas"/>
                <a:ea typeface="Consolas"/>
                <a:cs typeface="Consolas"/>
              </a:defRPr>
            </a:lvl6pPr>
            <a:lvl7pPr algn="l">
              <a:defRPr sz="2025" b="0">
                <a:solidFill>
                  <a:srgbClr val="0B6172"/>
                </a:solidFill>
                <a:latin typeface="Consolas"/>
                <a:ea typeface="Consolas"/>
                <a:cs typeface="Consolas"/>
              </a:defRPr>
            </a:lvl7pPr>
            <a:lvl8pPr algn="l">
              <a:defRPr sz="2025" b="0">
                <a:solidFill>
                  <a:srgbClr val="0B6172"/>
                </a:solidFill>
                <a:latin typeface="Consolas"/>
                <a:ea typeface="Consolas"/>
                <a:cs typeface="Consolas"/>
              </a:defRPr>
            </a:lvl8pPr>
            <a:lvl9pPr algn="l">
              <a:defRPr sz="2025" b="0">
                <a:solidFill>
                  <a:srgbClr val="0B6172"/>
                </a:solidFill>
                <a:latin typeface="Consolas"/>
                <a:ea typeface="Consolas"/>
                <a:cs typeface="Consolas"/>
              </a:defRPr>
            </a:lvl9pPr>
          </a:lstStyle>
          <a:p xmlns:a="http://schemas.openxmlformats.org/drawingml/2006/main">
            <a:pPr algn="l">
              <a:defRPr sz="2025" b="0">
                <a:solidFill>
                  <a:srgbClr val="0B6172"/>
                </a:solidFill>
                <a:latin typeface="Consolas"/>
                <a:ea typeface="Consolas"/>
                <a:cs typeface="Consolas"/>
              </a:defRPr>
            </a:pPr>
            <a:r>
              <a:rPr sz="2025" b="0">
                <a:solidFill>
                  <a:srgbClr val="0B6172"/>
                </a:solidFill>
                <a:latin typeface="Consolas"/>
                <a:ea typeface="Consolas"/>
                <a:cs typeface="Consolas"/>
              </a:rPr>
              <a:t>std::vector&lt;int&gt; expected{2, 3};</a:t>
            </a:r>
          </a:p>
        </p:txBody>
      </p:sp>
      <p:sp>
        <p:nvSpPr>
          <p:cNvPr id="15" name="EXPECT_EQ(actual, expected);">
            <a:extLst xmlns:a="http://schemas.openxmlformats.org/drawingml/2006/main">
              <a:ext uri="{FF2B5EF4-FFF2-40B4-BE49-F238E27FC236}">
                <a16:creationId xmlns:a16="http://schemas.microsoft.com/office/drawing/2014/main" id="{6704833F-88A8-484E-BB97-9A2CB8E7E93F}"/>
              </a:ext>
            </a:extLst>
          </p:cNvPr>
          <p:cNvSpPr>
            <a:spLocks xmlns:a="http://schemas.openxmlformats.org/drawingml/2006/main" noGrp="1"/>
          </p:cNvSpPr>
          <p:nvPr/>
        </p:nvSpPr>
        <p:spPr>
          <a:xfrm xmlns:a="http://schemas.openxmlformats.org/drawingml/2006/main">
            <a:off x="609600" y="52673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EXPECT_EQ(actual, expected);</a:t>
            </a:r>
          </a:p>
        </p:txBody>
      </p:sp>
    </p:spTree>
    <p:extLst>
      <p:ext uri="{BB962C8B-B14F-4D97-AF65-F5344CB8AC3E}">
        <p14:creationId xmlns:p14="http://schemas.microsoft.com/office/powerpoint/2010/main" val="445639950"/>
      </p:ext>
    </p:extLst>
  </p:cSld>
</p:sld>
</file>

<file path=ppt/slides/slide2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9">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3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30">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3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31">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2">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3">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4">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5">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6">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다음 작업에도 필요한 정보">
            <a:extLst xmlns:a="http://schemas.openxmlformats.org/drawingml/2006/main">
              <a:ext uri="{FF2B5EF4-FFF2-40B4-BE49-F238E27FC236}">
                <a16:creationId xmlns:a16="http://schemas.microsoft.com/office/drawing/2014/main" id="{BF91D67D-B24C-4EF6-A4CE-11B0C3E9B4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7">
            <a:extLst xmlns:a="http://schemas.openxmlformats.org/drawingml/2006/main">
              <a:ext uri="{FF2B5EF4-FFF2-40B4-BE49-F238E27FC236}">
                <a16:creationId xmlns:a16="http://schemas.microsoft.com/office/drawing/2014/main" id="{2BC4F1FC-4C5B-4034-8C22-0AA9821CC4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다음 작업에도 이 내용을 다시 적어야 할까?">
            <a:extLst xmlns:a="http://schemas.openxmlformats.org/drawingml/2006/main">
              <a:ext uri="{FF2B5EF4-FFF2-40B4-BE49-F238E27FC236}">
                <a16:creationId xmlns:a16="http://schemas.microsoft.com/office/drawing/2014/main" id="{FC2F10CE-037A-4B7E-81F0-D709E541E1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작업에도 이 내용을 다시 적어야 할까?</a:t>
            </a:r>
          </a:p>
        </p:txBody>
      </p:sp>
      <p:sp>
        <p:nvSpPr>
          <p:cNvPr id="4" name="">
            <a:extLst xmlns:a="http://schemas.openxmlformats.org/drawingml/2006/main">
              <a:ext uri="{FF2B5EF4-FFF2-40B4-BE49-F238E27FC236}">
                <a16:creationId xmlns:a16="http://schemas.microsoft.com/office/drawing/2014/main" id="{17645D68-DF59-4937-9D80-0913DB0EEA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예시 · 실제 TRIAL-002 입력이나 수행 결과가 아님">
            <a:extLst xmlns:a="http://schemas.openxmlformats.org/drawingml/2006/main">
              <a:ext uri="{FF2B5EF4-FFF2-40B4-BE49-F238E27FC236}">
                <a16:creationId xmlns:a16="http://schemas.microsoft.com/office/drawing/2014/main" id="{E2E12353-CDA8-4722-B84A-E51AFB78278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요청 예시 · 실제 TRIAL-002 입력이나 수행 결과가 아님</a:t>
            </a:r>
          </a:p>
        </p:txBody>
      </p:sp>
      <p:sp>
        <p:nvSpPr>
          <p:cNvPr id="6" name="M 연계 · M2">
            <a:extLst xmlns:a="http://schemas.openxmlformats.org/drawingml/2006/main">
              <a:ext uri="{FF2B5EF4-FFF2-40B4-BE49-F238E27FC236}">
                <a16:creationId xmlns:a16="http://schemas.microsoft.com/office/drawing/2014/main" id="{5F864EAA-F844-455F-90CF-63C4CD6750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3C015A55-4223-4AE5-87AC-4C5B9520D3C6}"/>
              </a:ext>
            </a:extLst>
          </p:cNvPr>
          <p:cNvSpPr>
            <a:spLocks xmlns:a="http://schemas.openxmlformats.org/drawingml/2006/main" noGrp="1"/>
          </p:cNvSpPr>
          <p:nvPr/>
        </p:nvSpPr>
        <p:spPr>
          <a:xfrm xmlns:a="http://schemas.openxmlformats.org/drawingml/2006/main">
            <a:off x="609600" y="1885950"/>
            <a:ext cx="1097280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작업 요청 · 교육용 예시">
            <a:extLst xmlns:a="http://schemas.openxmlformats.org/drawingml/2006/main">
              <a:ext uri="{FF2B5EF4-FFF2-40B4-BE49-F238E27FC236}">
                <a16:creationId xmlns:a16="http://schemas.microsoft.com/office/drawing/2014/main" id="{604E93C8-F017-42FE-9CF5-4A624CE45136}"/>
              </a:ext>
            </a:extLst>
          </p:cNvPr>
          <p:cNvSpPr>
            <a:spLocks xmlns:a="http://schemas.openxmlformats.org/drawingml/2006/main" noGrp="1"/>
          </p:cNvSpPr>
          <p:nvPr/>
        </p:nvSpPr>
        <p:spPr>
          <a:xfrm xmlns:a="http://schemas.openxmlformats.org/drawingml/2006/main">
            <a:off x="838200" y="2000250"/>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작업 요청 · 교육용 예시</a:t>
            </a:r>
          </a:p>
        </p:txBody>
      </p:sp>
      <p:sp>
        <p:nvSpPr>
          <p:cNvPr id="9" name="">
            <a:extLst xmlns:a="http://schemas.openxmlformats.org/drawingml/2006/main">
              <a:ext uri="{FF2B5EF4-FFF2-40B4-BE49-F238E27FC236}">
                <a16:creationId xmlns:a16="http://schemas.microsoft.com/office/drawing/2014/main" id="{DC459E79-F839-496B-A91B-DB7FB4C20C5C}"/>
              </a:ext>
            </a:extLst>
          </p:cNvPr>
          <p:cNvSpPr>
            <a:spLocks xmlns:a="http://schemas.openxmlformats.org/drawingml/2006/main" noGrp="1"/>
          </p:cNvSpPr>
          <p:nvPr/>
        </p:nvSpPr>
        <p:spPr>
          <a:xfrm xmlns:a="http://schemas.openxmlformats.org/drawingml/2006/main">
            <a:off x="838200" y="240982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B7BA108A-5999-428A-A6C5-CA9976E3E324}"/>
              </a:ext>
            </a:extLst>
          </p:cNvPr>
          <p:cNvSpPr>
            <a:spLocks xmlns:a="http://schemas.openxmlformats.org/drawingml/2006/main" noGrp="1"/>
          </p:cNvSpPr>
          <p:nvPr/>
        </p:nvSpPr>
        <p:spPr>
          <a:xfrm xmlns:a="http://schemas.openxmlformats.org/drawingml/2006/main">
            <a:off x="838200" y="26098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crop 경계 오류를 고쳐줘.</a:t>
            </a:r>
          </a:p>
        </p:txBody>
      </p:sp>
      <p:sp>
        <p:nvSpPr>
          <p:cNvPr id="11" name="기존 공개 API는 유지해.">
            <a:extLst xmlns:a="http://schemas.openxmlformats.org/drawingml/2006/main">
              <a:ext uri="{FF2B5EF4-FFF2-40B4-BE49-F238E27FC236}">
                <a16:creationId xmlns:a16="http://schemas.microsoft.com/office/drawing/2014/main" id="{02EF7DD0-F1CA-45CF-970F-3A0C243E4342}"/>
              </a:ext>
            </a:extLst>
          </p:cNvPr>
          <p:cNvSpPr>
            <a:spLocks xmlns:a="http://schemas.openxmlformats.org/drawingml/2006/main" noGrp="1"/>
          </p:cNvSpPr>
          <p:nvPr/>
        </p:nvSpPr>
        <p:spPr>
          <a:xfrm xmlns:a="http://schemas.openxmlformats.org/drawingml/2006/main">
            <a:off x="838200" y="31051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기존 공개 API는 유지해.</a:t>
            </a:r>
          </a:p>
        </p:txBody>
      </p:sp>
      <p:sp>
        <p:nvSpPr>
          <p:cNvPr id="12" name="프로젝트에 정해진 테스트 명령으로 확인해.">
            <a:extLst xmlns:a="http://schemas.openxmlformats.org/drawingml/2006/main">
              <a:ext uri="{FF2B5EF4-FFF2-40B4-BE49-F238E27FC236}">
                <a16:creationId xmlns:a16="http://schemas.microsoft.com/office/drawing/2014/main" id="{DBBD974C-B943-41F1-B4E7-85DDBC34D09E}"/>
              </a:ext>
            </a:extLst>
          </p:cNvPr>
          <p:cNvSpPr>
            <a:spLocks xmlns:a="http://schemas.openxmlformats.org/drawingml/2006/main" noGrp="1"/>
          </p:cNvSpPr>
          <p:nvPr/>
        </p:nvSpPr>
        <p:spPr>
          <a:xfrm xmlns:a="http://schemas.openxmlformats.org/drawingml/2006/main">
            <a:off x="838200" y="3600450"/>
            <a:ext cx="10515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프로젝트에 정해진 테스트 명령으로 확인해.</a:t>
            </a:r>
          </a:p>
        </p:txBody>
      </p:sp>
      <p:sp>
        <p:nvSpPr>
          <p:cNvPr id="13" name="작업이 바뀌어도 다시 말하게 될 문장은?">
            <a:extLst xmlns:a="http://schemas.openxmlformats.org/drawingml/2006/main">
              <a:ext uri="{FF2B5EF4-FFF2-40B4-BE49-F238E27FC236}">
                <a16:creationId xmlns:a16="http://schemas.microsoft.com/office/drawing/2014/main" id="{36407025-2CD1-4E20-9DB1-759F49BF5E69}"/>
              </a:ext>
            </a:extLst>
          </p:cNvPr>
          <p:cNvSpPr>
            <a:spLocks xmlns:a="http://schemas.openxmlformats.org/drawingml/2006/main" noGrp="1"/>
          </p:cNvSpPr>
          <p:nvPr/>
        </p:nvSpPr>
        <p:spPr>
          <a:xfrm xmlns:a="http://schemas.openxmlformats.org/drawingml/2006/main">
            <a:off x="609600" y="482917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작업이 바뀌어도 다시 말하게 될 문장은?</a:t>
            </a:r>
          </a:p>
        </p:txBody>
      </p:sp>
    </p:spTree>
    <p:extLst>
      <p:ext uri="{BB962C8B-B14F-4D97-AF65-F5344CB8AC3E}">
        <p14:creationId xmlns:p14="http://schemas.microsoft.com/office/powerpoint/2010/main" val="477373900"/>
      </p:ext>
    </p:extLst>
  </p:cSld>
</p:sld>
</file>

<file path=ppt/slides/slide3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다음 작업에도 필요한 정보">
            <a:extLst xmlns:a="http://schemas.openxmlformats.org/drawingml/2006/main">
              <a:ext uri="{FF2B5EF4-FFF2-40B4-BE49-F238E27FC236}">
                <a16:creationId xmlns:a16="http://schemas.microsoft.com/office/drawing/2014/main" id="{2CEE96A3-7967-4E64-A702-B299987215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다음 작업에도 필요한 정보</a:t>
            </a:r>
          </a:p>
        </p:txBody>
      </p:sp>
      <p:sp>
        <p:nvSpPr>
          <p:cNvPr id="2" name="S38">
            <a:extLst xmlns:a="http://schemas.openxmlformats.org/drawingml/2006/main">
              <a:ext uri="{FF2B5EF4-FFF2-40B4-BE49-F238E27FC236}">
                <a16:creationId xmlns:a16="http://schemas.microsoft.com/office/drawing/2014/main" id="{96B057E4-68D6-461C-95ED-385C0355CC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작업마다 바뀌는 목표, 계속 쓰는 기준">
            <a:extLst xmlns:a="http://schemas.openxmlformats.org/drawingml/2006/main">
              <a:ext uri="{FF2B5EF4-FFF2-40B4-BE49-F238E27FC236}">
                <a16:creationId xmlns:a16="http://schemas.microsoft.com/office/drawing/2014/main" id="{F58A74CE-DF15-4FCB-B826-FDCEFC5443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작업마다 바뀌는 목표, 계속 쓰는 기준</a:t>
            </a:r>
          </a:p>
        </p:txBody>
      </p:sp>
      <p:sp>
        <p:nvSpPr>
          <p:cNvPr id="4" name="">
            <a:extLst xmlns:a="http://schemas.openxmlformats.org/drawingml/2006/main">
              <a:ext uri="{FF2B5EF4-FFF2-40B4-BE49-F238E27FC236}">
                <a16:creationId xmlns:a16="http://schemas.microsoft.com/office/drawing/2014/main" id="{E12A1E39-8CE9-4932-8B3C-37A7900FC1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리 예시 · 계속 적용할지는 프로젝트의 합의와 조건을 확인한다">
            <a:extLst xmlns:a="http://schemas.openxmlformats.org/drawingml/2006/main">
              <a:ext uri="{FF2B5EF4-FFF2-40B4-BE49-F238E27FC236}">
                <a16:creationId xmlns:a16="http://schemas.microsoft.com/office/drawing/2014/main" id="{9E7E36AE-D6ED-46DD-861C-331F5CE341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분리 예시 · 계속 적용할지는 프로젝트의 합의와 조건을 확인한다</a:t>
            </a:r>
          </a:p>
        </p:txBody>
      </p:sp>
      <p:sp>
        <p:nvSpPr>
          <p:cNvPr id="6" name="M 연계 · M2">
            <a:extLst xmlns:a="http://schemas.openxmlformats.org/drawingml/2006/main">
              <a:ext uri="{FF2B5EF4-FFF2-40B4-BE49-F238E27FC236}">
                <a16:creationId xmlns:a16="http://schemas.microsoft.com/office/drawing/2014/main" id="{2B83EC11-A618-4D54-A832-A0585AF6ED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
        <p:nvSpPr>
          <p:cNvPr id="7" name="">
            <a:extLst xmlns:a="http://schemas.openxmlformats.org/drawingml/2006/main">
              <a:ext uri="{FF2B5EF4-FFF2-40B4-BE49-F238E27FC236}">
                <a16:creationId xmlns:a16="http://schemas.microsoft.com/office/drawing/2014/main" id="{2CC532FF-1F4B-44C1-8B03-E193EFFA7A37}"/>
              </a:ext>
            </a:extLst>
          </p:cNvPr>
          <p:cNvSpPr>
            <a:spLocks xmlns:a="http://schemas.openxmlformats.org/drawingml/2006/main" noGrp="1"/>
          </p:cNvSpPr>
          <p:nvPr/>
        </p:nvSpPr>
        <p:spPr>
          <a:xfrm xmlns:a="http://schemas.openxmlformats.org/drawingml/2006/main">
            <a:off x="609600" y="1885950"/>
            <a:ext cx="7296150" cy="30289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앞 장과 같은 요청 · 교육용 예시">
            <a:extLst xmlns:a="http://schemas.openxmlformats.org/drawingml/2006/main">
              <a:ext uri="{FF2B5EF4-FFF2-40B4-BE49-F238E27FC236}">
                <a16:creationId xmlns:a16="http://schemas.microsoft.com/office/drawing/2014/main" id="{EBF154D2-8AF5-4D99-A2D2-6E2BCE069283}"/>
              </a:ext>
            </a:extLst>
          </p:cNvPr>
          <p:cNvSpPr>
            <a:spLocks xmlns:a="http://schemas.openxmlformats.org/drawingml/2006/main" noGrp="1"/>
          </p:cNvSpPr>
          <p:nvPr/>
        </p:nvSpPr>
        <p:spPr>
          <a:xfrm xmlns:a="http://schemas.openxmlformats.org/drawingml/2006/main">
            <a:off x="838200" y="2000250"/>
            <a:ext cx="6838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 장과 같은 요청 · 교육용 예시</a:t>
            </a:r>
          </a:p>
        </p:txBody>
      </p:sp>
      <p:sp>
        <p:nvSpPr>
          <p:cNvPr id="9" name="">
            <a:extLst xmlns:a="http://schemas.openxmlformats.org/drawingml/2006/main">
              <a:ext uri="{FF2B5EF4-FFF2-40B4-BE49-F238E27FC236}">
                <a16:creationId xmlns:a16="http://schemas.microsoft.com/office/drawing/2014/main" id="{EED0E040-E4DB-40EB-80BD-8B096EDF3BED}"/>
              </a:ext>
            </a:extLst>
          </p:cNvPr>
          <p:cNvSpPr>
            <a:spLocks xmlns:a="http://schemas.openxmlformats.org/drawingml/2006/main" noGrp="1"/>
          </p:cNvSpPr>
          <p:nvPr/>
        </p:nvSpPr>
        <p:spPr>
          <a:xfrm xmlns:a="http://schemas.openxmlformats.org/drawingml/2006/main">
            <a:off x="838200" y="2409825"/>
            <a:ext cx="68389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경계 오류를 고쳐줘.">
            <a:extLst xmlns:a="http://schemas.openxmlformats.org/drawingml/2006/main">
              <a:ext uri="{FF2B5EF4-FFF2-40B4-BE49-F238E27FC236}">
                <a16:creationId xmlns:a16="http://schemas.microsoft.com/office/drawing/2014/main" id="{5A80D446-BFC6-4F7E-934D-82A3B4159DC1}"/>
              </a:ext>
            </a:extLst>
          </p:cNvPr>
          <p:cNvSpPr>
            <a:spLocks xmlns:a="http://schemas.openxmlformats.org/drawingml/2006/main" noGrp="1"/>
          </p:cNvSpPr>
          <p:nvPr/>
        </p:nvSpPr>
        <p:spPr>
          <a:xfrm xmlns:a="http://schemas.openxmlformats.org/drawingml/2006/main">
            <a:off x="838200" y="26479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오류를 고쳐줘.</a:t>
            </a:r>
          </a:p>
        </p:txBody>
      </p:sp>
      <p:sp>
        <p:nvSpPr>
          <p:cNvPr id="11" name="">
            <a:extLst xmlns:a="http://schemas.openxmlformats.org/drawingml/2006/main">
              <a:ext uri="{FF2B5EF4-FFF2-40B4-BE49-F238E27FC236}">
                <a16:creationId xmlns:a16="http://schemas.microsoft.com/office/drawing/2014/main" id="{1435D55F-FA6B-4578-97C6-84D92BF09AEB}"/>
              </a:ext>
            </a:extLst>
          </p:cNvPr>
          <p:cNvSpPr>
            <a:spLocks xmlns:a="http://schemas.openxmlformats.org/drawingml/2006/main" noGrp="1"/>
          </p:cNvSpPr>
          <p:nvPr/>
        </p:nvSpPr>
        <p:spPr>
          <a:xfrm xmlns:a="http://schemas.openxmlformats.org/drawingml/2006/main">
            <a:off x="781050" y="3267075"/>
            <a:ext cx="687705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기존 공개 API는 유지해.">
            <a:extLst xmlns:a="http://schemas.openxmlformats.org/drawingml/2006/main">
              <a:ext uri="{FF2B5EF4-FFF2-40B4-BE49-F238E27FC236}">
                <a16:creationId xmlns:a16="http://schemas.microsoft.com/office/drawing/2014/main" id="{2CB992A8-087E-45FD-85A3-045CCBDE0A1C}"/>
              </a:ext>
            </a:extLst>
          </p:cNvPr>
          <p:cNvSpPr>
            <a:spLocks xmlns:a="http://schemas.openxmlformats.org/drawingml/2006/main" noGrp="1"/>
          </p:cNvSpPr>
          <p:nvPr/>
        </p:nvSpPr>
        <p:spPr>
          <a:xfrm xmlns:a="http://schemas.openxmlformats.org/drawingml/2006/main">
            <a:off x="838200" y="331470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기존 공개 API는 유지해.</a:t>
            </a:r>
          </a:p>
        </p:txBody>
      </p:sp>
      <p:sp>
        <p:nvSpPr>
          <p:cNvPr id="13" name="프로젝트에 정해진 테스트 명령으로 확인해.">
            <a:extLst xmlns:a="http://schemas.openxmlformats.org/drawingml/2006/main">
              <a:ext uri="{FF2B5EF4-FFF2-40B4-BE49-F238E27FC236}">
                <a16:creationId xmlns:a16="http://schemas.microsoft.com/office/drawing/2014/main" id="{AB8ACAC8-ED21-465D-B90B-B7115ECC4C8E}"/>
              </a:ext>
            </a:extLst>
          </p:cNvPr>
          <p:cNvSpPr>
            <a:spLocks xmlns:a="http://schemas.openxmlformats.org/drawingml/2006/main" noGrp="1"/>
          </p:cNvSpPr>
          <p:nvPr/>
        </p:nvSpPr>
        <p:spPr>
          <a:xfrm xmlns:a="http://schemas.openxmlformats.org/drawingml/2006/main">
            <a:off x="838200" y="3829050"/>
            <a:ext cx="6762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프로젝트에 정해진 테스트 명령으로 확인해.</a:t>
            </a:r>
          </a:p>
        </p:txBody>
      </p:sp>
      <p:sp>
        <p:nvSpPr>
          <p:cNvPr id="14" name="">
            <a:extLst xmlns:a="http://schemas.openxmlformats.org/drawingml/2006/main">
              <a:ext uri="{FF2B5EF4-FFF2-40B4-BE49-F238E27FC236}">
                <a16:creationId xmlns:a16="http://schemas.microsoft.com/office/drawing/2014/main" id="{5EAA6226-19D0-4EAB-B98B-D73E45E48A2E}"/>
              </a:ext>
            </a:extLst>
          </p:cNvPr>
          <p:cNvSpPr>
            <a:spLocks xmlns:a="http://schemas.openxmlformats.org/drawingml/2006/main" noGrp="1"/>
          </p:cNvSpPr>
          <p:nvPr/>
        </p:nvSpPr>
        <p:spPr>
          <a:xfrm xmlns:a="http://schemas.openxmlformats.org/drawingml/2006/main">
            <a:off x="7905750" y="2867025"/>
            <a:ext cx="552450" cy="0"/>
          </a:xfrm>
          <a:prstGeom xmlns:a="http://schemas.openxmlformats.org/drawingml/2006/main" prst="line">
            <a:avLst/>
          </a:prstGeom>
          <a:noFill xmlns:a="http://schemas.openxmlformats.org/drawingml/2006/main"/>
          <a:ln xmlns:a="http://schemas.openxmlformats.org/drawingml/2006/main" w="14288">
            <a:solidFill>
              <a:srgbClr val="4D5A68"/>
            </a:solidFill>
            <a:prstDash val="solid"/>
          </a:ln>
        </p:spPr>
      </p:sp>
      <p:sp>
        <p:nvSpPr>
          <p:cNvPr id="15" name="이번 작업의 목표">
            <a:extLst xmlns:a="http://schemas.openxmlformats.org/drawingml/2006/main">
              <a:ext uri="{FF2B5EF4-FFF2-40B4-BE49-F238E27FC236}">
                <a16:creationId xmlns:a16="http://schemas.microsoft.com/office/drawing/2014/main" id="{6074FC9A-A60D-45E5-BC5C-1A33824CF900}"/>
              </a:ext>
            </a:extLst>
          </p:cNvPr>
          <p:cNvSpPr>
            <a:spLocks xmlns:a="http://schemas.openxmlformats.org/drawingml/2006/main" noGrp="1"/>
          </p:cNvSpPr>
          <p:nvPr/>
        </p:nvSpPr>
        <p:spPr>
          <a:xfrm xmlns:a="http://schemas.openxmlformats.org/drawingml/2006/main">
            <a:off x="8629650" y="2571750"/>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이번 작업의 목표</a:t>
            </a:r>
          </a:p>
        </p:txBody>
      </p:sp>
      <p:sp>
        <p:nvSpPr>
          <p:cNvPr id="16" name="이번 작업에만 적용">
            <a:extLst xmlns:a="http://schemas.openxmlformats.org/drawingml/2006/main">
              <a:ext uri="{FF2B5EF4-FFF2-40B4-BE49-F238E27FC236}">
                <a16:creationId xmlns:a16="http://schemas.microsoft.com/office/drawing/2014/main" id="{9C77E6AA-0620-4AA9-A99D-98D472E9A8CC}"/>
              </a:ext>
            </a:extLst>
          </p:cNvPr>
          <p:cNvSpPr>
            <a:spLocks xmlns:a="http://schemas.openxmlformats.org/drawingml/2006/main" noGrp="1"/>
          </p:cNvSpPr>
          <p:nvPr/>
        </p:nvSpPr>
        <p:spPr>
          <a:xfrm xmlns:a="http://schemas.openxmlformats.org/drawingml/2006/main">
            <a:off x="8629650" y="2971800"/>
            <a:ext cx="295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작업에만 적용</a:t>
            </a:r>
          </a:p>
        </p:txBody>
      </p:sp>
      <p:sp>
        <p:nvSpPr>
          <p:cNvPr id="17" name="Shared criteria bracket">
            <a:extLst xmlns:a="http://schemas.openxmlformats.org/drawingml/2006/main">
              <a:ext uri="{FF2B5EF4-FFF2-40B4-BE49-F238E27FC236}">
                <a16:creationId xmlns:a16="http://schemas.microsoft.com/office/drawing/2014/main" id="{7C9B4178-4AA7-47C9-811F-5432FEDECF9A}"/>
              </a:ext>
            </a:extLst>
          </p:cNvPr>
          <p:cNvSpPr>
            <a:spLocks xmlns:a="http://schemas.openxmlformats.org/drawingml/2006/main" noGrp="1"/>
          </p:cNvSpPr>
          <p:nvPr/>
        </p:nvSpPr>
        <p:spPr>
          <a:xfrm xmlns:a="http://schemas.openxmlformats.org/drawingml/2006/main">
            <a:off x="7905750" y="3495675"/>
            <a:ext cx="552450" cy="571500"/>
          </a:xfrm>
          <a:custGeom xmlns:a="http://schemas.openxmlformats.org/drawingml/2006/main">
            <a:pathLst>
              <a:path w="552450" h="571500">
                <a:moveTo>
                  <a:pt x="0" y="0"/>
                </a:moveTo>
                <a:lnTo>
                  <a:pt x="228600" y="0"/>
                </a:lnTo>
                <a:lnTo>
                  <a:pt x="228600" y="571500"/>
                </a:lnTo>
                <a:lnTo>
                  <a:pt x="0" y="571500"/>
                </a:lnTo>
                <a:moveTo>
                  <a:pt x="228600" y="285750"/>
                </a:moveTo>
                <a:lnTo>
                  <a:pt x="552450" y="285750"/>
                </a:lnTo>
              </a:path>
            </a:pathLst>
          </a:custGeom>
          <a:noFill xmlns:a="http://schemas.openxmlformats.org/drawingml/2006/main"/>
          <a:ln xmlns:a="http://schemas.openxmlformats.org/drawingml/2006/main" w="14288">
            <a:solidFill>
              <a:srgbClr val="0B6172"/>
            </a:solidFill>
          </a:ln>
        </p:spPr>
      </p:sp>
      <p:sp>
        <p:nvSpPr>
          <p:cNvPr id="18" name="계속 쓰는 기준">
            <a:extLst xmlns:a="http://schemas.openxmlformats.org/drawingml/2006/main">
              <a:ext uri="{FF2B5EF4-FFF2-40B4-BE49-F238E27FC236}">
                <a16:creationId xmlns:a16="http://schemas.microsoft.com/office/drawing/2014/main" id="{59585CF4-45AB-4FEB-993C-9E757D8718EA}"/>
              </a:ext>
            </a:extLst>
          </p:cNvPr>
          <p:cNvSpPr>
            <a:spLocks xmlns:a="http://schemas.openxmlformats.org/drawingml/2006/main" noGrp="1"/>
          </p:cNvSpPr>
          <p:nvPr/>
        </p:nvSpPr>
        <p:spPr>
          <a:xfrm xmlns:a="http://schemas.openxmlformats.org/drawingml/2006/main">
            <a:off x="8629650" y="3400425"/>
            <a:ext cx="295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계속 쓰는 기준</a:t>
            </a:r>
          </a:p>
        </p:txBody>
      </p:sp>
      <p:sp>
        <p:nvSpPr>
          <p:cNvPr id="19" name="프로젝트에서 합의해&#10;여러 작업에 적용">
            <a:extLst xmlns:a="http://schemas.openxmlformats.org/drawingml/2006/main">
              <a:ext uri="{FF2B5EF4-FFF2-40B4-BE49-F238E27FC236}">
                <a16:creationId xmlns:a16="http://schemas.microsoft.com/office/drawing/2014/main" id="{93C4FB32-48FC-43DF-9ED6-8D6524E1A639}"/>
              </a:ext>
            </a:extLst>
          </p:cNvPr>
          <p:cNvSpPr>
            <a:spLocks xmlns:a="http://schemas.openxmlformats.org/drawingml/2006/main" noGrp="1"/>
          </p:cNvSpPr>
          <p:nvPr/>
        </p:nvSpPr>
        <p:spPr>
          <a:xfrm xmlns:a="http://schemas.openxmlformats.org/drawingml/2006/main">
            <a:off x="8629650" y="3829050"/>
            <a:ext cx="295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프로젝트에서 합의해</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작업에 적용</a:t>
            </a:r>
          </a:p>
        </p:txBody>
      </p:sp>
      <p:sp>
        <p:nvSpPr>
          <p:cNvPr id="20" name="이 공통 기준을 어디에 두고 다시 참고할까요?">
            <a:extLst xmlns:a="http://schemas.openxmlformats.org/drawingml/2006/main">
              <a:ext uri="{FF2B5EF4-FFF2-40B4-BE49-F238E27FC236}">
                <a16:creationId xmlns:a16="http://schemas.microsoft.com/office/drawing/2014/main" id="{882C0CDE-D7AF-4487-8FCE-D48381D151D3}"/>
              </a:ext>
            </a:extLst>
          </p:cNvPr>
          <p:cNvSpPr>
            <a:spLocks xmlns:a="http://schemas.openxmlformats.org/drawingml/2006/main" noGrp="1"/>
          </p:cNvSpPr>
          <p:nvPr/>
        </p:nvSpPr>
        <p:spPr>
          <a:xfrm xmlns:a="http://schemas.openxmlformats.org/drawingml/2006/main">
            <a:off x="609600" y="51435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공통 기준을 어디에 두고 다시 참고할까요?</a:t>
            </a:r>
          </a:p>
        </p:txBody>
      </p:sp>
    </p:spTree>
    <p:extLst>
      <p:ext uri="{BB962C8B-B14F-4D97-AF65-F5344CB8AC3E}">
        <p14:creationId xmlns:p14="http://schemas.microsoft.com/office/powerpoint/2010/main" val="486781786"/>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9">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40">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41">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2">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3">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4">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5">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6">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7">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8">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9">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50">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51">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2">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3">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4">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5">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6">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7">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8">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9">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6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60">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61">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62">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63">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64">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5">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6">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7">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8">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9">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70">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71">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72">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73">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74">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5">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6">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7">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8">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9">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80">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81">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82">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83">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84">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5">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6">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7">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0">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1">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2">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3">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4">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5">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6">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7">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8">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9">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0">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2">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3">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104">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5">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6">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7">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8">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9">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10">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11">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12">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13">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14">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5">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6">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7">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8">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50">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S50</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7–59">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S57–59</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3">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S63</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8">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3">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S73</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5">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S75</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5">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S85</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4">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S104</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9">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9">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30">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31">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2">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3">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4">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5">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S35</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6">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S36</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20">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S120</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92">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S92</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6">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S96</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5">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S105</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14">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S114</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5">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S115</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21">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S121</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121</ap:Slides>
  <ap:Notes>121</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