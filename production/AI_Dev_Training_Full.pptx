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994dd5651e34b3a" /><Relationship Type="http://schemas.openxmlformats.org/officeDocument/2006/relationships/extended-properties" Target="/docProps/app.xml" Id="R16667f8524ca489e" /><Relationship Type="http://schemas.openxmlformats.org/officeDocument/2006/relationships/officeDocument" Target="/ppt/presentation.xml" Id="Ref21904f60d24a55" /></Relationships>
</file>

<file path=ppt/presentation.xml><?xml version="1.0" encoding="utf-8"?>
<p:presentation xmlns:p="http://schemas.openxmlformats.org/presentationml/2006/main">
  <p:sldMasterIdLst>
    <p:sldMasterId xmlns:r="http://schemas.openxmlformats.org/officeDocument/2006/relationships" id="2147483648" r:id="Rb169d59731184512"/>
  </p:sldMasterIdLst>
  <p:notesMasterIdLst>
    <p:notesMasterId xmlns:r="http://schemas.openxmlformats.org/officeDocument/2006/relationships" r:id="Rf6fee54edb684080"/>
  </p:notesMasterIdLst>
  <p:sldIdLst>
    <p:sldId xmlns:r="http://schemas.openxmlformats.org/officeDocument/2006/relationships" id="256" r:id="R3ab3175bfe204269"/>
    <p:sldId xmlns:r="http://schemas.openxmlformats.org/officeDocument/2006/relationships" id="257" r:id="R49803e372ea845bd"/>
    <p:sldId xmlns:r="http://schemas.openxmlformats.org/officeDocument/2006/relationships" id="258" r:id="R11574c80d3144155"/>
    <p:sldId xmlns:r="http://schemas.openxmlformats.org/officeDocument/2006/relationships" id="259" r:id="R843ad95e8f5047d7"/>
    <p:sldId xmlns:r="http://schemas.openxmlformats.org/officeDocument/2006/relationships" id="260" r:id="Rbe17c85818cc4dd4"/>
    <p:sldId xmlns:r="http://schemas.openxmlformats.org/officeDocument/2006/relationships" id="261" r:id="Rb01c5d2dcf334a55"/>
    <p:sldId xmlns:r="http://schemas.openxmlformats.org/officeDocument/2006/relationships" id="262" r:id="Rac26dae030244423"/>
    <p:sldId xmlns:r="http://schemas.openxmlformats.org/officeDocument/2006/relationships" id="263" r:id="R8ebbb518a3ff4831"/>
    <p:sldId xmlns:r="http://schemas.openxmlformats.org/officeDocument/2006/relationships" id="264" r:id="R9ee273850c5e473a"/>
    <p:sldId xmlns:r="http://schemas.openxmlformats.org/officeDocument/2006/relationships" id="265" r:id="Ra7ba8e1f2c9d4eb1"/>
    <p:sldId xmlns:r="http://schemas.openxmlformats.org/officeDocument/2006/relationships" id="266" r:id="Rb886398b37284af8"/>
    <p:sldId xmlns:r="http://schemas.openxmlformats.org/officeDocument/2006/relationships" id="267" r:id="Rb085f179e91a4909"/>
    <p:sldId xmlns:r="http://schemas.openxmlformats.org/officeDocument/2006/relationships" id="268" r:id="R09c91f460aac4f43"/>
    <p:sldId xmlns:r="http://schemas.openxmlformats.org/officeDocument/2006/relationships" id="269" r:id="R91c98c6203e64d4c"/>
    <p:sldId xmlns:r="http://schemas.openxmlformats.org/officeDocument/2006/relationships" id="270" r:id="Rfad15a0c07194e35"/>
    <p:sldId xmlns:r="http://schemas.openxmlformats.org/officeDocument/2006/relationships" id="271" r:id="Rb524c78c69f44138"/>
    <p:sldId xmlns:r="http://schemas.openxmlformats.org/officeDocument/2006/relationships" id="272" r:id="R47090816b8f8476c"/>
    <p:sldId xmlns:r="http://schemas.openxmlformats.org/officeDocument/2006/relationships" id="273" r:id="Rab482637898d4c08"/>
    <p:sldId xmlns:r="http://schemas.openxmlformats.org/officeDocument/2006/relationships" id="274" r:id="R465d9b10723d43f0"/>
    <p:sldId xmlns:r="http://schemas.openxmlformats.org/officeDocument/2006/relationships" id="275" r:id="R848c30332b884963"/>
    <p:sldId xmlns:r="http://schemas.openxmlformats.org/officeDocument/2006/relationships" id="276" r:id="R0793f0fa095c4dcf"/>
    <p:sldId xmlns:r="http://schemas.openxmlformats.org/officeDocument/2006/relationships" id="277" r:id="Rea210ca1d2f94253"/>
    <p:sldId xmlns:r="http://schemas.openxmlformats.org/officeDocument/2006/relationships" id="278" r:id="Rdc8ad305e0904953"/>
    <p:sldId xmlns:r="http://schemas.openxmlformats.org/officeDocument/2006/relationships" id="279" r:id="Rf7f3e1cd37a645bc"/>
    <p:sldId xmlns:r="http://schemas.openxmlformats.org/officeDocument/2006/relationships" id="280" r:id="R1724848edc864c7f"/>
    <p:sldId xmlns:r="http://schemas.openxmlformats.org/officeDocument/2006/relationships" id="281" r:id="R8ad00607dcb44968"/>
    <p:sldId xmlns:r="http://schemas.openxmlformats.org/officeDocument/2006/relationships" id="282" r:id="Rc5cb2a13050c4d4f"/>
    <p:sldId xmlns:r="http://schemas.openxmlformats.org/officeDocument/2006/relationships" id="283" r:id="Ra6137493b0eb4db2"/>
    <p:sldId xmlns:r="http://schemas.openxmlformats.org/officeDocument/2006/relationships" id="284" r:id="R198c6615b3e04578"/>
    <p:sldId xmlns:r="http://schemas.openxmlformats.org/officeDocument/2006/relationships" id="285" r:id="Rf00e2463824f419f"/>
    <p:sldId xmlns:r="http://schemas.openxmlformats.org/officeDocument/2006/relationships" id="286" r:id="R61367dda8adc4d65"/>
    <p:sldId xmlns:r="http://schemas.openxmlformats.org/officeDocument/2006/relationships" id="287" r:id="R1aa1c9f2bf404089"/>
    <p:sldId xmlns:r="http://schemas.openxmlformats.org/officeDocument/2006/relationships" id="288" r:id="R4b83dc64d781491b"/>
    <p:sldId xmlns:r="http://schemas.openxmlformats.org/officeDocument/2006/relationships" id="289" r:id="R2b73b61da464433a"/>
    <p:sldId xmlns:r="http://schemas.openxmlformats.org/officeDocument/2006/relationships" id="290" r:id="Rfe27137758c84c25"/>
    <p:sldId xmlns:r="http://schemas.openxmlformats.org/officeDocument/2006/relationships" id="291" r:id="R108d65e10f4f4e92"/>
    <p:sldId xmlns:r="http://schemas.openxmlformats.org/officeDocument/2006/relationships" id="292" r:id="R909d6ba972984ea2"/>
    <p:sldId xmlns:r="http://schemas.openxmlformats.org/officeDocument/2006/relationships" id="293" r:id="R60b24a8b98724db9"/>
    <p:sldId xmlns:r="http://schemas.openxmlformats.org/officeDocument/2006/relationships" id="294" r:id="R82da3d12e99144e1"/>
    <p:sldId xmlns:r="http://schemas.openxmlformats.org/officeDocument/2006/relationships" id="295" r:id="R467ce7129d6c4097"/>
    <p:sldId xmlns:r="http://schemas.openxmlformats.org/officeDocument/2006/relationships" id="296" r:id="Rd6034b8ac9df41c0"/>
    <p:sldId xmlns:r="http://schemas.openxmlformats.org/officeDocument/2006/relationships" id="297" r:id="R278cb087f53d4954"/>
    <p:sldId xmlns:r="http://schemas.openxmlformats.org/officeDocument/2006/relationships" id="298" r:id="R005809a9734a449a"/>
    <p:sldId xmlns:r="http://schemas.openxmlformats.org/officeDocument/2006/relationships" id="299" r:id="R6148339044cd4434"/>
    <p:sldId xmlns:r="http://schemas.openxmlformats.org/officeDocument/2006/relationships" id="300" r:id="R3bb4be9b47e04089"/>
    <p:sldId xmlns:r="http://schemas.openxmlformats.org/officeDocument/2006/relationships" id="301" r:id="Re6fc3e8d69454cd5"/>
    <p:sldId xmlns:r="http://schemas.openxmlformats.org/officeDocument/2006/relationships" id="302" r:id="R98c859ff5e83456f"/>
    <p:sldId xmlns:r="http://schemas.openxmlformats.org/officeDocument/2006/relationships" id="303" r:id="R4214dd20dbf341a6"/>
    <p:sldId xmlns:r="http://schemas.openxmlformats.org/officeDocument/2006/relationships" id="304" r:id="Re117175ac7a64e90"/>
    <p:sldId xmlns:r="http://schemas.openxmlformats.org/officeDocument/2006/relationships" id="305" r:id="R213af640038c4ac2"/>
    <p:sldId xmlns:r="http://schemas.openxmlformats.org/officeDocument/2006/relationships" id="306" r:id="R9d44fd089cd74d59"/>
    <p:sldId xmlns:r="http://schemas.openxmlformats.org/officeDocument/2006/relationships" id="307" r:id="R44e0acbc28b44a5a"/>
    <p:sldId xmlns:r="http://schemas.openxmlformats.org/officeDocument/2006/relationships" id="308" r:id="Ra7054fe59a404783"/>
    <p:sldId xmlns:r="http://schemas.openxmlformats.org/officeDocument/2006/relationships" id="309" r:id="Rfe0c02e049a649f7"/>
    <p:sldId xmlns:r="http://schemas.openxmlformats.org/officeDocument/2006/relationships" id="310" r:id="Raa273378f1094807"/>
    <p:sldId xmlns:r="http://schemas.openxmlformats.org/officeDocument/2006/relationships" id="311" r:id="Rc1fb645ec3e34849"/>
    <p:sldId xmlns:r="http://schemas.openxmlformats.org/officeDocument/2006/relationships" id="312" r:id="R7f67d3930f2b4a59"/>
    <p:sldId xmlns:r="http://schemas.openxmlformats.org/officeDocument/2006/relationships" id="313" r:id="Rfd71ba2ba3ac4970"/>
    <p:sldId xmlns:r="http://schemas.openxmlformats.org/officeDocument/2006/relationships" id="314" r:id="R48694b16f4254416"/>
    <p:sldId xmlns:r="http://schemas.openxmlformats.org/officeDocument/2006/relationships" id="315" r:id="R57745acc1f1d454e"/>
    <p:sldId xmlns:r="http://schemas.openxmlformats.org/officeDocument/2006/relationships" id="316" r:id="R5d602b033622497a"/>
    <p:sldId xmlns:r="http://schemas.openxmlformats.org/officeDocument/2006/relationships" id="317" r:id="R153c2ddbf8f2404d"/>
    <p:sldId xmlns:r="http://schemas.openxmlformats.org/officeDocument/2006/relationships" id="318" r:id="R5bce61e90d6d4025"/>
    <p:sldId xmlns:r="http://schemas.openxmlformats.org/officeDocument/2006/relationships" id="319" r:id="Rc19492337e924601"/>
    <p:sldId xmlns:r="http://schemas.openxmlformats.org/officeDocument/2006/relationships" id="320" r:id="R5ea3e96590f441eb"/>
    <p:sldId xmlns:r="http://schemas.openxmlformats.org/officeDocument/2006/relationships" id="321" r:id="R7acb825e576041fe"/>
    <p:sldId xmlns:r="http://schemas.openxmlformats.org/officeDocument/2006/relationships" id="322" r:id="R9fcf4379510a4e48"/>
    <p:sldId xmlns:r="http://schemas.openxmlformats.org/officeDocument/2006/relationships" id="323" r:id="R7f1a47bf206c4dc0"/>
    <p:sldId xmlns:r="http://schemas.openxmlformats.org/officeDocument/2006/relationships" id="324" r:id="R4348be1d21fc4fad"/>
    <p:sldId xmlns:r="http://schemas.openxmlformats.org/officeDocument/2006/relationships" id="325" r:id="R8ee61fcbb2c44730"/>
    <p:sldId xmlns:r="http://schemas.openxmlformats.org/officeDocument/2006/relationships" id="326" r:id="Rbec7d081b3e04317"/>
    <p:sldId xmlns:r="http://schemas.openxmlformats.org/officeDocument/2006/relationships" id="327" r:id="Rb67b33fd5116415a"/>
    <p:sldId xmlns:r="http://schemas.openxmlformats.org/officeDocument/2006/relationships" id="328" r:id="Re89dbb5795f54982"/>
    <p:sldId xmlns:r="http://schemas.openxmlformats.org/officeDocument/2006/relationships" id="329" r:id="R4453cf2328d94c7e"/>
    <p:sldId xmlns:r="http://schemas.openxmlformats.org/officeDocument/2006/relationships" id="330" r:id="Ra325321ca3d6430d"/>
    <p:sldId xmlns:r="http://schemas.openxmlformats.org/officeDocument/2006/relationships" id="331" r:id="Ra699a764ef7847ba"/>
    <p:sldId xmlns:r="http://schemas.openxmlformats.org/officeDocument/2006/relationships" id="332" r:id="R650cc47cfe7e45e2"/>
    <p:sldId xmlns:r="http://schemas.openxmlformats.org/officeDocument/2006/relationships" id="333" r:id="Rcbb4ab66ffb143d9"/>
    <p:sldId xmlns:r="http://schemas.openxmlformats.org/officeDocument/2006/relationships" id="334" r:id="Rc98e5936dfac469c"/>
    <p:sldId xmlns:r="http://schemas.openxmlformats.org/officeDocument/2006/relationships" id="335" r:id="R31d24a23e6f44a23"/>
    <p:sldId xmlns:r="http://schemas.openxmlformats.org/officeDocument/2006/relationships" id="336" r:id="Ref12aae4f16947c4"/>
    <p:sldId xmlns:r="http://schemas.openxmlformats.org/officeDocument/2006/relationships" id="337" r:id="Re664c307216449b4"/>
    <p:sldId xmlns:r="http://schemas.openxmlformats.org/officeDocument/2006/relationships" id="338" r:id="Ra5143f5766bf4a1e"/>
    <p:sldId xmlns:r="http://schemas.openxmlformats.org/officeDocument/2006/relationships" id="339" r:id="Ra6494f53ffa1428d"/>
    <p:sldId xmlns:r="http://schemas.openxmlformats.org/officeDocument/2006/relationships" id="340" r:id="R8268391bc3174a05"/>
    <p:sldId xmlns:r="http://schemas.openxmlformats.org/officeDocument/2006/relationships" id="341" r:id="Rbedf8f6ac57748ff"/>
    <p:sldId xmlns:r="http://schemas.openxmlformats.org/officeDocument/2006/relationships" id="342" r:id="R11466ca133304cd5"/>
    <p:sldId xmlns:r="http://schemas.openxmlformats.org/officeDocument/2006/relationships" id="343" r:id="Ra36304961bc749ba"/>
    <p:sldId xmlns:r="http://schemas.openxmlformats.org/officeDocument/2006/relationships" id="344" r:id="R945e40d27d79418d"/>
    <p:sldId xmlns:r="http://schemas.openxmlformats.org/officeDocument/2006/relationships" id="345" r:id="Rba941c40c8ec4e4c"/>
    <p:sldId xmlns:r="http://schemas.openxmlformats.org/officeDocument/2006/relationships" id="346" r:id="Ra864804cdbbd4c4b"/>
    <p:sldId xmlns:r="http://schemas.openxmlformats.org/officeDocument/2006/relationships" id="347" r:id="Ra236ce2e6e004277"/>
    <p:sldId xmlns:r="http://schemas.openxmlformats.org/officeDocument/2006/relationships" id="348" r:id="Re518afb069dc499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b2920a1c05c4f8d" /><Relationship Type="http://schemas.openxmlformats.org/officeDocument/2006/relationships/slideMaster" Target="/ppt/slideMasters/slideMaster1.xml" Id="Rb169d59731184512" /><Relationship Type="http://schemas.openxmlformats.org/officeDocument/2006/relationships/notesMaster" Target="/ppt/notesMasters/notesMaster1.xml" Id="Rf6fee54edb684080" /><Relationship Type="http://schemas.openxmlformats.org/officeDocument/2006/relationships/presProps" Target="/ppt/presProps.xml" Id="R9321d21581e94edf" /><Relationship Type="http://schemas.openxmlformats.org/officeDocument/2006/relationships/tableStyles" Target="/ppt/tableStyles.xml" Id="Rea86c7f19d3b4681" /><Relationship Type="http://schemas.openxmlformats.org/officeDocument/2006/relationships/slide" Target="/ppt/slides/slide1.xml" Id="R3ab3175bfe204269" /><Relationship Type="http://schemas.openxmlformats.org/officeDocument/2006/relationships/slide" Target="/ppt/slides/slide2.xml" Id="R49803e372ea845bd" /><Relationship Type="http://schemas.openxmlformats.org/officeDocument/2006/relationships/slide" Target="/ppt/slides/slide3.xml" Id="R11574c80d3144155" /><Relationship Type="http://schemas.openxmlformats.org/officeDocument/2006/relationships/slide" Target="/ppt/slides/slide4.xml" Id="R843ad95e8f5047d7" /><Relationship Type="http://schemas.openxmlformats.org/officeDocument/2006/relationships/slide" Target="/ppt/slides/slide5.xml" Id="Rbe17c85818cc4dd4" /><Relationship Type="http://schemas.openxmlformats.org/officeDocument/2006/relationships/slide" Target="/ppt/slides/slide6.xml" Id="Rb01c5d2dcf334a55" /><Relationship Type="http://schemas.openxmlformats.org/officeDocument/2006/relationships/slide" Target="/ppt/slides/slide7.xml" Id="Rac26dae030244423" /><Relationship Type="http://schemas.openxmlformats.org/officeDocument/2006/relationships/slide" Target="/ppt/slides/slide8.xml" Id="R8ebbb518a3ff4831" /><Relationship Type="http://schemas.openxmlformats.org/officeDocument/2006/relationships/slide" Target="/ppt/slides/slide9.xml" Id="R9ee273850c5e473a" /><Relationship Type="http://schemas.openxmlformats.org/officeDocument/2006/relationships/slide" Target="/ppt/slides/slide10.xml" Id="Ra7ba8e1f2c9d4eb1" /><Relationship Type="http://schemas.openxmlformats.org/officeDocument/2006/relationships/slide" Target="/ppt/slides/slide11.xml" Id="Rb886398b37284af8" /><Relationship Type="http://schemas.openxmlformats.org/officeDocument/2006/relationships/slide" Target="/ppt/slides/slide12.xml" Id="Rb085f179e91a4909" /><Relationship Type="http://schemas.openxmlformats.org/officeDocument/2006/relationships/slide" Target="/ppt/slides/slide13.xml" Id="R09c91f460aac4f43" /><Relationship Type="http://schemas.openxmlformats.org/officeDocument/2006/relationships/slide" Target="/ppt/slides/slide14.xml" Id="R91c98c6203e64d4c" /><Relationship Type="http://schemas.openxmlformats.org/officeDocument/2006/relationships/slide" Target="/ppt/slides/slide15.xml" Id="Rfad15a0c07194e35" /><Relationship Type="http://schemas.openxmlformats.org/officeDocument/2006/relationships/slide" Target="/ppt/slides/slide16.xml" Id="Rb524c78c69f44138" /><Relationship Type="http://schemas.openxmlformats.org/officeDocument/2006/relationships/slide" Target="/ppt/slides/slide17.xml" Id="R47090816b8f8476c" /><Relationship Type="http://schemas.openxmlformats.org/officeDocument/2006/relationships/slide" Target="/ppt/slides/slide18.xml" Id="Rab482637898d4c08" /><Relationship Type="http://schemas.openxmlformats.org/officeDocument/2006/relationships/slide" Target="/ppt/slides/slide19.xml" Id="R465d9b10723d43f0" /><Relationship Type="http://schemas.openxmlformats.org/officeDocument/2006/relationships/slide" Target="/ppt/slides/slide20.xml" Id="R848c30332b884963" /><Relationship Type="http://schemas.openxmlformats.org/officeDocument/2006/relationships/slide" Target="/ppt/slides/slide21.xml" Id="R0793f0fa095c4dcf" /><Relationship Type="http://schemas.openxmlformats.org/officeDocument/2006/relationships/slide" Target="/ppt/slides/slide22.xml" Id="Rea210ca1d2f94253" /><Relationship Type="http://schemas.openxmlformats.org/officeDocument/2006/relationships/slide" Target="/ppt/slides/slide23.xml" Id="Rdc8ad305e0904953" /><Relationship Type="http://schemas.openxmlformats.org/officeDocument/2006/relationships/slide" Target="/ppt/slides/slide24.xml" Id="Rf7f3e1cd37a645bc" /><Relationship Type="http://schemas.openxmlformats.org/officeDocument/2006/relationships/slide" Target="/ppt/slides/slide25.xml" Id="R1724848edc864c7f" /><Relationship Type="http://schemas.openxmlformats.org/officeDocument/2006/relationships/slide" Target="/ppt/slides/slide26.xml" Id="R8ad00607dcb44968" /><Relationship Type="http://schemas.openxmlformats.org/officeDocument/2006/relationships/slide" Target="/ppt/slides/slide27.xml" Id="Rc5cb2a13050c4d4f" /><Relationship Type="http://schemas.openxmlformats.org/officeDocument/2006/relationships/slide" Target="/ppt/slides/slide28.xml" Id="Ra6137493b0eb4db2" /><Relationship Type="http://schemas.openxmlformats.org/officeDocument/2006/relationships/slide" Target="/ppt/slides/slide29.xml" Id="R198c6615b3e04578" /><Relationship Type="http://schemas.openxmlformats.org/officeDocument/2006/relationships/slide" Target="/ppt/slides/slide30.xml" Id="Rf00e2463824f419f" /><Relationship Type="http://schemas.openxmlformats.org/officeDocument/2006/relationships/slide" Target="/ppt/slides/slide31.xml" Id="R61367dda8adc4d65" /><Relationship Type="http://schemas.openxmlformats.org/officeDocument/2006/relationships/slide" Target="/ppt/slides/slide32.xml" Id="R1aa1c9f2bf404089" /><Relationship Type="http://schemas.openxmlformats.org/officeDocument/2006/relationships/slide" Target="/ppt/slides/slide33.xml" Id="R4b83dc64d781491b" /><Relationship Type="http://schemas.openxmlformats.org/officeDocument/2006/relationships/slide" Target="/ppt/slides/slide34.xml" Id="R2b73b61da464433a" /><Relationship Type="http://schemas.openxmlformats.org/officeDocument/2006/relationships/slide" Target="/ppt/slides/slide35.xml" Id="Rfe27137758c84c25" /><Relationship Type="http://schemas.openxmlformats.org/officeDocument/2006/relationships/slide" Target="/ppt/slides/slide36.xml" Id="R108d65e10f4f4e92" /><Relationship Type="http://schemas.openxmlformats.org/officeDocument/2006/relationships/slide" Target="/ppt/slides/slide37.xml" Id="R909d6ba972984ea2" /><Relationship Type="http://schemas.openxmlformats.org/officeDocument/2006/relationships/slide" Target="/ppt/slides/slide38.xml" Id="R60b24a8b98724db9" /><Relationship Type="http://schemas.openxmlformats.org/officeDocument/2006/relationships/slide" Target="/ppt/slides/slide39.xml" Id="R82da3d12e99144e1" /><Relationship Type="http://schemas.openxmlformats.org/officeDocument/2006/relationships/slide" Target="/ppt/slides/slide40.xml" Id="R467ce7129d6c4097" /><Relationship Type="http://schemas.openxmlformats.org/officeDocument/2006/relationships/slide" Target="/ppt/slides/slide41.xml" Id="Rd6034b8ac9df41c0" /><Relationship Type="http://schemas.openxmlformats.org/officeDocument/2006/relationships/slide" Target="/ppt/slides/slide42.xml" Id="R278cb087f53d4954" /><Relationship Type="http://schemas.openxmlformats.org/officeDocument/2006/relationships/slide" Target="/ppt/slides/slide43.xml" Id="R005809a9734a449a" /><Relationship Type="http://schemas.openxmlformats.org/officeDocument/2006/relationships/slide" Target="/ppt/slides/slide44.xml" Id="R6148339044cd4434" /><Relationship Type="http://schemas.openxmlformats.org/officeDocument/2006/relationships/slide" Target="/ppt/slides/slide45.xml" Id="R3bb4be9b47e04089" /><Relationship Type="http://schemas.openxmlformats.org/officeDocument/2006/relationships/slide" Target="/ppt/slides/slide46.xml" Id="Re6fc3e8d69454cd5" /><Relationship Type="http://schemas.openxmlformats.org/officeDocument/2006/relationships/slide" Target="/ppt/slides/slide47.xml" Id="R98c859ff5e83456f" /><Relationship Type="http://schemas.openxmlformats.org/officeDocument/2006/relationships/slide" Target="/ppt/slides/slide48.xml" Id="R4214dd20dbf341a6" /><Relationship Type="http://schemas.openxmlformats.org/officeDocument/2006/relationships/slide" Target="/ppt/slides/slide49.xml" Id="Re117175ac7a64e90" /><Relationship Type="http://schemas.openxmlformats.org/officeDocument/2006/relationships/slide" Target="/ppt/slides/slide50.xml" Id="R213af640038c4ac2" /><Relationship Type="http://schemas.openxmlformats.org/officeDocument/2006/relationships/slide" Target="/ppt/slides/slide51.xml" Id="R9d44fd089cd74d59" /><Relationship Type="http://schemas.openxmlformats.org/officeDocument/2006/relationships/slide" Target="/ppt/slides/slide52.xml" Id="R44e0acbc28b44a5a" /><Relationship Type="http://schemas.openxmlformats.org/officeDocument/2006/relationships/slide" Target="/ppt/slides/slide53.xml" Id="Ra7054fe59a404783" /><Relationship Type="http://schemas.openxmlformats.org/officeDocument/2006/relationships/slide" Target="/ppt/slides/slide54.xml" Id="Rfe0c02e049a649f7" /><Relationship Type="http://schemas.openxmlformats.org/officeDocument/2006/relationships/slide" Target="/ppt/slides/slide55.xml" Id="Raa273378f1094807" /><Relationship Type="http://schemas.openxmlformats.org/officeDocument/2006/relationships/slide" Target="/ppt/slides/slide56.xml" Id="Rc1fb645ec3e34849" /><Relationship Type="http://schemas.openxmlformats.org/officeDocument/2006/relationships/slide" Target="/ppt/slides/slide57.xml" Id="R7f67d3930f2b4a59" /><Relationship Type="http://schemas.openxmlformats.org/officeDocument/2006/relationships/slide" Target="/ppt/slides/slide58.xml" Id="Rfd71ba2ba3ac4970" /><Relationship Type="http://schemas.openxmlformats.org/officeDocument/2006/relationships/slide" Target="/ppt/slides/slide59.xml" Id="R48694b16f4254416" /><Relationship Type="http://schemas.openxmlformats.org/officeDocument/2006/relationships/slide" Target="/ppt/slides/slide60.xml" Id="R57745acc1f1d454e" /><Relationship Type="http://schemas.openxmlformats.org/officeDocument/2006/relationships/slide" Target="/ppt/slides/slide61.xml" Id="R5d602b033622497a" /><Relationship Type="http://schemas.openxmlformats.org/officeDocument/2006/relationships/slide" Target="/ppt/slides/slide62.xml" Id="R153c2ddbf8f2404d" /><Relationship Type="http://schemas.openxmlformats.org/officeDocument/2006/relationships/slide" Target="/ppt/slides/slide63.xml" Id="R5bce61e90d6d4025" /><Relationship Type="http://schemas.openxmlformats.org/officeDocument/2006/relationships/slide" Target="/ppt/slides/slide64.xml" Id="Rc19492337e924601" /><Relationship Type="http://schemas.openxmlformats.org/officeDocument/2006/relationships/slide" Target="/ppt/slides/slide65.xml" Id="R5ea3e96590f441eb" /><Relationship Type="http://schemas.openxmlformats.org/officeDocument/2006/relationships/slide" Target="/ppt/slides/slide66.xml" Id="R7acb825e576041fe" /><Relationship Type="http://schemas.openxmlformats.org/officeDocument/2006/relationships/slide" Target="/ppt/slides/slide67.xml" Id="R9fcf4379510a4e48" /><Relationship Type="http://schemas.openxmlformats.org/officeDocument/2006/relationships/slide" Target="/ppt/slides/slide68.xml" Id="R7f1a47bf206c4dc0" /><Relationship Type="http://schemas.openxmlformats.org/officeDocument/2006/relationships/slide" Target="/ppt/slides/slide69.xml" Id="R4348be1d21fc4fad" /><Relationship Type="http://schemas.openxmlformats.org/officeDocument/2006/relationships/slide" Target="/ppt/slides/slide70.xml" Id="R8ee61fcbb2c44730" /><Relationship Type="http://schemas.openxmlformats.org/officeDocument/2006/relationships/slide" Target="/ppt/slides/slide71.xml" Id="Rbec7d081b3e04317" /><Relationship Type="http://schemas.openxmlformats.org/officeDocument/2006/relationships/slide" Target="/ppt/slides/slide72.xml" Id="Rb67b33fd5116415a" /><Relationship Type="http://schemas.openxmlformats.org/officeDocument/2006/relationships/slide" Target="/ppt/slides/slide73.xml" Id="Re89dbb5795f54982" /><Relationship Type="http://schemas.openxmlformats.org/officeDocument/2006/relationships/slide" Target="/ppt/slides/slide74.xml" Id="R4453cf2328d94c7e" /><Relationship Type="http://schemas.openxmlformats.org/officeDocument/2006/relationships/slide" Target="/ppt/slides/slide75.xml" Id="Ra325321ca3d6430d" /><Relationship Type="http://schemas.openxmlformats.org/officeDocument/2006/relationships/slide" Target="/ppt/slides/slide76.xml" Id="Ra699a764ef7847ba" /><Relationship Type="http://schemas.openxmlformats.org/officeDocument/2006/relationships/slide" Target="/ppt/slides/slide77.xml" Id="R650cc47cfe7e45e2" /><Relationship Type="http://schemas.openxmlformats.org/officeDocument/2006/relationships/slide" Target="/ppt/slides/slide78.xml" Id="Rcbb4ab66ffb143d9" /><Relationship Type="http://schemas.openxmlformats.org/officeDocument/2006/relationships/slide" Target="/ppt/slides/slide79.xml" Id="Rc98e5936dfac469c" /><Relationship Type="http://schemas.openxmlformats.org/officeDocument/2006/relationships/slide" Target="/ppt/slides/slide80.xml" Id="R31d24a23e6f44a23" /><Relationship Type="http://schemas.openxmlformats.org/officeDocument/2006/relationships/slide" Target="/ppt/slides/slide81.xml" Id="Ref12aae4f16947c4" /><Relationship Type="http://schemas.openxmlformats.org/officeDocument/2006/relationships/slide" Target="/ppt/slides/slide82.xml" Id="Re664c307216449b4" /><Relationship Type="http://schemas.openxmlformats.org/officeDocument/2006/relationships/slide" Target="/ppt/slides/slide83.xml" Id="Ra5143f5766bf4a1e" /><Relationship Type="http://schemas.openxmlformats.org/officeDocument/2006/relationships/slide" Target="/ppt/slides/slide84.xml" Id="Ra6494f53ffa1428d" /><Relationship Type="http://schemas.openxmlformats.org/officeDocument/2006/relationships/slide" Target="/ppt/slides/slide85.xml" Id="R8268391bc3174a05" /><Relationship Type="http://schemas.openxmlformats.org/officeDocument/2006/relationships/slide" Target="/ppt/slides/slide86.xml" Id="Rbedf8f6ac57748ff" /><Relationship Type="http://schemas.openxmlformats.org/officeDocument/2006/relationships/slide" Target="/ppt/slides/slide87.xml" Id="R11466ca133304cd5" /><Relationship Type="http://schemas.openxmlformats.org/officeDocument/2006/relationships/slide" Target="/ppt/slides/slide88.xml" Id="Ra36304961bc749ba" /><Relationship Type="http://schemas.openxmlformats.org/officeDocument/2006/relationships/slide" Target="/ppt/slides/slide89.xml" Id="R945e40d27d79418d" /><Relationship Type="http://schemas.openxmlformats.org/officeDocument/2006/relationships/slide" Target="/ppt/slides/slide90.xml" Id="Rba941c40c8ec4e4c" /><Relationship Type="http://schemas.openxmlformats.org/officeDocument/2006/relationships/slide" Target="/ppt/slides/slide91.xml" Id="Ra864804cdbbd4c4b" /><Relationship Type="http://schemas.openxmlformats.org/officeDocument/2006/relationships/slide" Target="/ppt/slides/slide92.xml" Id="Ra236ce2e6e004277" /><Relationship Type="http://schemas.openxmlformats.org/officeDocument/2006/relationships/slide" Target="/ppt/slides/slide93.xml" Id="Re518afb069dc499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c0c3c03c6f4e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e75d6846834a3c" /><Relationship Type="http://schemas.openxmlformats.org/officeDocument/2006/relationships/notesMaster" Target="/ppt/notesMasters/notesMaster1.xml" Id="Rb48087942f7245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f3542664844997" /><Relationship Type="http://schemas.openxmlformats.org/officeDocument/2006/relationships/notesMaster" Target="/ppt/notesMasters/notesMaster1.xml" Id="R4d0f7ba07fc940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815632c92c4f37" /><Relationship Type="http://schemas.openxmlformats.org/officeDocument/2006/relationships/notesMaster" Target="/ppt/notesMasters/notesMaster1.xml" Id="R4adf836f7d184c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d40bf491364212" /><Relationship Type="http://schemas.openxmlformats.org/officeDocument/2006/relationships/notesMaster" Target="/ppt/notesMasters/notesMaster1.xml" Id="R27a1a06df6e649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6f53af82d24a19" /><Relationship Type="http://schemas.openxmlformats.org/officeDocument/2006/relationships/notesMaster" Target="/ppt/notesMasters/notesMaster1.xml" Id="R48aa0cef418844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5b62aca5a348d8" /><Relationship Type="http://schemas.openxmlformats.org/officeDocument/2006/relationships/notesMaster" Target="/ppt/notesMasters/notesMaster1.xml" Id="Rf97aedc3b40a4a66" /></Relationships>
</file>

<file path=ppt/notesSlides/_rels/notesSlide7.xml.rels>&#65279;<?xml version="1.0" encoding="utf-8"?><Relationships xmlns="http://schemas.openxmlformats.org/package/2006/relationships"><Relationship Type="http://schemas.openxmlformats.org/officeDocument/2006/relationships/slide" Target="/ppt/slides/slide7.xml" Id="R360a1f9185da4ecd" /><Relationship Type="http://schemas.openxmlformats.org/officeDocument/2006/relationships/notesMaster" Target="/ppt/notesMasters/notesMaster1.xml" Id="R9d9c1576a27249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21620ea3834b24" /><Relationship Type="http://schemas.openxmlformats.org/officeDocument/2006/relationships/notesMaster" Target="/ppt/notesMasters/notesMaster1.xml" Id="Re2f89f962793452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bb04c025f3451c" /><Relationship Type="http://schemas.openxmlformats.org/officeDocument/2006/relationships/notesMaster" Target="/ppt/notesMasters/notesMaster1.xml" Id="R8dc2c24060ac43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d86bd82f3d742e3" /><Relationship Type="http://schemas.openxmlformats.org/officeDocument/2006/relationships/notesMaster" Target="/ppt/notesMasters/notesMaster1.xml" Id="R1231eda02e4c45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04414bc2fc413a" /><Relationship Type="http://schemas.openxmlformats.org/officeDocument/2006/relationships/notesMaster" Target="/ppt/notesMasters/notesMaster1.xml" Id="Rff1a4277eb944f6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3e31482b8ff4228" /><Relationship Type="http://schemas.openxmlformats.org/officeDocument/2006/relationships/notesMaster" Target="/ppt/notesMasters/notesMaster1.xml" Id="Rd9673a1f240049a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fdeb3d3cdc44588" /><Relationship Type="http://schemas.openxmlformats.org/officeDocument/2006/relationships/notesMaster" Target="/ppt/notesMasters/notesMaster1.xml" Id="R24d7467fa6db491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b14df6062c94f27" /><Relationship Type="http://schemas.openxmlformats.org/officeDocument/2006/relationships/notesMaster" Target="/ppt/notesMasters/notesMaster1.xml" Id="R69f8d7c8f05c4c4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0e48282161044ba" /><Relationship Type="http://schemas.openxmlformats.org/officeDocument/2006/relationships/notesMaster" Target="/ppt/notesMasters/notesMaster1.xml" Id="R0f9bec5bb70b42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563325bbdae41f9" /><Relationship Type="http://schemas.openxmlformats.org/officeDocument/2006/relationships/notesMaster" Target="/ppt/notesMasters/notesMaster1.xml" Id="R54746c467cd14a2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1e47b7049864f22" /><Relationship Type="http://schemas.openxmlformats.org/officeDocument/2006/relationships/notesMaster" Target="/ppt/notesMasters/notesMaster1.xml" Id="Ra421ac5de3434ff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ea49e6477b3432a" /><Relationship Type="http://schemas.openxmlformats.org/officeDocument/2006/relationships/notesMaster" Target="/ppt/notesMasters/notesMaster1.xml" Id="R4606b8488b22406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a450b6aa5544d66" /><Relationship Type="http://schemas.openxmlformats.org/officeDocument/2006/relationships/notesMaster" Target="/ppt/notesMasters/notesMaster1.xml" Id="Ra8c2d5d0d49b467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70313db2b084d48" /><Relationship Type="http://schemas.openxmlformats.org/officeDocument/2006/relationships/notesMaster" Target="/ppt/notesMasters/notesMaster1.xml" Id="R78a9c8d8a74c46f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b45dba4aea247c9" /><Relationship Type="http://schemas.openxmlformats.org/officeDocument/2006/relationships/notesMaster" Target="/ppt/notesMasters/notesMaster1.xml" Id="R566f797b7250490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c77dffe262a48b2" /><Relationship Type="http://schemas.openxmlformats.org/officeDocument/2006/relationships/notesMaster" Target="/ppt/notesMasters/notesMaster1.xml" Id="R324549b3a3814c5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73b4b6f6d7e42a1" /><Relationship Type="http://schemas.openxmlformats.org/officeDocument/2006/relationships/notesMaster" Target="/ppt/notesMasters/notesMaster1.xml" Id="R964f3db8a7934b3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61426f381204603" /><Relationship Type="http://schemas.openxmlformats.org/officeDocument/2006/relationships/notesMaster" Target="/ppt/notesMasters/notesMaster1.xml" Id="Rf8c9722a3609452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adf08a2fe9b469a" /><Relationship Type="http://schemas.openxmlformats.org/officeDocument/2006/relationships/notesMaster" Target="/ppt/notesMasters/notesMaster1.xml" Id="R72e53c3a948048a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e6f8ff0b59f4cde" /><Relationship Type="http://schemas.openxmlformats.org/officeDocument/2006/relationships/notesMaster" Target="/ppt/notesMasters/notesMaster1.xml" Id="R9fc12da09b6244a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91c94dd1ce7408e" /><Relationship Type="http://schemas.openxmlformats.org/officeDocument/2006/relationships/notesMaster" Target="/ppt/notesMasters/notesMaster1.xml" Id="R72c27b0c991a4bb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4ae6366a50b4cd5" /><Relationship Type="http://schemas.openxmlformats.org/officeDocument/2006/relationships/notesMaster" Target="/ppt/notesMasters/notesMaster1.xml" Id="R661fd6df4ed9447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d4b6676702843bd" /><Relationship Type="http://schemas.openxmlformats.org/officeDocument/2006/relationships/notesMaster" Target="/ppt/notesMasters/notesMaster1.xml" Id="R121d3281d85747c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7c98bb91d8943eb" /><Relationship Type="http://schemas.openxmlformats.org/officeDocument/2006/relationships/notesMaster" Target="/ppt/notesMasters/notesMaster1.xml" Id="R9db3435fb86b456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43bfc757f624eb4" /><Relationship Type="http://schemas.openxmlformats.org/officeDocument/2006/relationships/notesMaster" Target="/ppt/notesMasters/notesMaster1.xml" Id="R81df489ee0ef4a5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cb6dcd988b340ae" /><Relationship Type="http://schemas.openxmlformats.org/officeDocument/2006/relationships/notesMaster" Target="/ppt/notesMasters/notesMaster1.xml" Id="Rba6f056abdde4c1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a29c48e9cf14965" /><Relationship Type="http://schemas.openxmlformats.org/officeDocument/2006/relationships/notesMaster" Target="/ppt/notesMasters/notesMaster1.xml" Id="Rda42ef1079284c9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2dc35d30cc64f19" /><Relationship Type="http://schemas.openxmlformats.org/officeDocument/2006/relationships/notesMaster" Target="/ppt/notesMasters/notesMaster1.xml" Id="Ra2dafbaf7d5d426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1e07d7580184ab0" /><Relationship Type="http://schemas.openxmlformats.org/officeDocument/2006/relationships/notesMaster" Target="/ppt/notesMasters/notesMaster1.xml" Id="R449f8d08fb19424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5faaf8108d541dc" /><Relationship Type="http://schemas.openxmlformats.org/officeDocument/2006/relationships/notesMaster" Target="/ppt/notesMasters/notesMaster1.xml" Id="R7f5e4374f4524d6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d3680281ada406a" /><Relationship Type="http://schemas.openxmlformats.org/officeDocument/2006/relationships/notesMaster" Target="/ppt/notesMasters/notesMaster1.xml" Id="R0a649465a10349e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bea207d92b648b6" /><Relationship Type="http://schemas.openxmlformats.org/officeDocument/2006/relationships/notesMaster" Target="/ppt/notesMasters/notesMaster1.xml" Id="Rf63850e77cca412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a3a20f1da1c4b2f" /><Relationship Type="http://schemas.openxmlformats.org/officeDocument/2006/relationships/notesMaster" Target="/ppt/notesMasters/notesMaster1.xml" Id="R81786e93ae65438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8459a165fc24087" /><Relationship Type="http://schemas.openxmlformats.org/officeDocument/2006/relationships/notesMaster" Target="/ppt/notesMasters/notesMaster1.xml" Id="Re78802a6cd5543c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4e1955518df449a" /><Relationship Type="http://schemas.openxmlformats.org/officeDocument/2006/relationships/notesMaster" Target="/ppt/notesMasters/notesMaster1.xml" Id="R3bf5baf5c12e4d1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c36b03d80234674" /><Relationship Type="http://schemas.openxmlformats.org/officeDocument/2006/relationships/notesMaster" Target="/ppt/notesMasters/notesMaster1.xml" Id="R65300461af0f4a9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a79c997fb9042bd" /><Relationship Type="http://schemas.openxmlformats.org/officeDocument/2006/relationships/notesMaster" Target="/ppt/notesMasters/notesMaster1.xml" Id="Rdc236e17dee8442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423be2af9ff4c8b" /><Relationship Type="http://schemas.openxmlformats.org/officeDocument/2006/relationships/notesMaster" Target="/ppt/notesMasters/notesMaster1.xml" Id="R499f3bc1fa79496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522569822cb46cd" /><Relationship Type="http://schemas.openxmlformats.org/officeDocument/2006/relationships/notesMaster" Target="/ppt/notesMasters/notesMaster1.xml" Id="Rc43ac9dfde4c496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07fc1fdb6e04cf7" /><Relationship Type="http://schemas.openxmlformats.org/officeDocument/2006/relationships/notesMaster" Target="/ppt/notesMasters/notesMaster1.xml" Id="Rfc34d169fc85485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afdda0ed2df476d" /><Relationship Type="http://schemas.openxmlformats.org/officeDocument/2006/relationships/notesMaster" Target="/ppt/notesMasters/notesMaster1.xml" Id="Rcc7b24c540d7481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f9b294dd1b840f0" /><Relationship Type="http://schemas.openxmlformats.org/officeDocument/2006/relationships/notesMaster" Target="/ppt/notesMasters/notesMaster1.xml" Id="Rdebcfdb78a274e8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4deb3123f824346" /><Relationship Type="http://schemas.openxmlformats.org/officeDocument/2006/relationships/notesMaster" Target="/ppt/notesMasters/notesMaster1.xml" Id="Rc9edb322d8a84f4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252fc2cd1df4a8e" /><Relationship Type="http://schemas.openxmlformats.org/officeDocument/2006/relationships/notesMaster" Target="/ppt/notesMasters/notesMaster1.xml" Id="Rbfccf196fd674fd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fd723bb2954486a" /><Relationship Type="http://schemas.openxmlformats.org/officeDocument/2006/relationships/notesMaster" Target="/ppt/notesMasters/notesMaster1.xml" Id="Rc9ab68810f814b9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b1fb453b7284d4e" /><Relationship Type="http://schemas.openxmlformats.org/officeDocument/2006/relationships/notesMaster" Target="/ppt/notesMasters/notesMaster1.xml" Id="R1f9d032c7b7a41c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109b49668894130" /><Relationship Type="http://schemas.openxmlformats.org/officeDocument/2006/relationships/notesMaster" Target="/ppt/notesMasters/notesMaster1.xml" Id="Rf713dd3a9a5a420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bae0fe1d4c44563" /><Relationship Type="http://schemas.openxmlformats.org/officeDocument/2006/relationships/notesMaster" Target="/ppt/notesMasters/notesMaster1.xml" Id="Rba39d00b4b314b3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a312e3e38fc451f" /><Relationship Type="http://schemas.openxmlformats.org/officeDocument/2006/relationships/notesMaster" Target="/ppt/notesMasters/notesMaster1.xml" Id="Rc6fb0bf6dfc64f6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8b617255007469b" /><Relationship Type="http://schemas.openxmlformats.org/officeDocument/2006/relationships/notesMaster" Target="/ppt/notesMasters/notesMaster1.xml" Id="Re42c575b7d334de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962e0e2e2d74b8d" /><Relationship Type="http://schemas.openxmlformats.org/officeDocument/2006/relationships/notesMaster" Target="/ppt/notesMasters/notesMaster1.xml" Id="Rf0ca1be345ac4d5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58cd38a41af4409" /><Relationship Type="http://schemas.openxmlformats.org/officeDocument/2006/relationships/notesMaster" Target="/ppt/notesMasters/notesMaster1.xml" Id="R9398325d118e4c7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063b57091724792" /><Relationship Type="http://schemas.openxmlformats.org/officeDocument/2006/relationships/notesMaster" Target="/ppt/notesMasters/notesMaster1.xml" Id="R06699a04ce75463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2673b0baac94129" /><Relationship Type="http://schemas.openxmlformats.org/officeDocument/2006/relationships/notesMaster" Target="/ppt/notesMasters/notesMaster1.xml" Id="R7e504eb764d54f8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739afa8497e46ac" /><Relationship Type="http://schemas.openxmlformats.org/officeDocument/2006/relationships/notesMaster" Target="/ppt/notesMasters/notesMaster1.xml" Id="Rb8a550c2d6e5416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12e03b417f74782" /><Relationship Type="http://schemas.openxmlformats.org/officeDocument/2006/relationships/notesMaster" Target="/ppt/notesMasters/notesMaster1.xml" Id="R28349b638280435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e58786d38b14cfb" /><Relationship Type="http://schemas.openxmlformats.org/officeDocument/2006/relationships/notesMaster" Target="/ppt/notesMasters/notesMaster1.xml" Id="R67d1b9616c65407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c944f8239034366" /><Relationship Type="http://schemas.openxmlformats.org/officeDocument/2006/relationships/notesMaster" Target="/ppt/notesMasters/notesMaster1.xml" Id="Re895efe17f3046d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33450eddeaf4e94" /><Relationship Type="http://schemas.openxmlformats.org/officeDocument/2006/relationships/notesMaster" Target="/ppt/notesMasters/notesMaster1.xml" Id="Rdd58b56852864dd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5692bc3206f4db9" /><Relationship Type="http://schemas.openxmlformats.org/officeDocument/2006/relationships/notesMaster" Target="/ppt/notesMasters/notesMaster1.xml" Id="Rb9fe2fe2e2de448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cca2a33e4764715" /><Relationship Type="http://schemas.openxmlformats.org/officeDocument/2006/relationships/notesMaster" Target="/ppt/notesMasters/notesMaster1.xml" Id="R4a8fe21fe9a0486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bafcaa61b97a44e5" /><Relationship Type="http://schemas.openxmlformats.org/officeDocument/2006/relationships/notesMaster" Target="/ppt/notesMasters/notesMaster1.xml" Id="Rc7f9ab72b97944f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65d3de2213d4d3a" /><Relationship Type="http://schemas.openxmlformats.org/officeDocument/2006/relationships/notesMaster" Target="/ppt/notesMasters/notesMaster1.xml" Id="Rcb77067ea02a4fbf"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48edf13d2f243d1" /><Relationship Type="http://schemas.openxmlformats.org/officeDocument/2006/relationships/notesMaster" Target="/ppt/notesMasters/notesMaster1.xml" Id="R92cdfeac950d436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2ca274766b14b53" /><Relationship Type="http://schemas.openxmlformats.org/officeDocument/2006/relationships/notesMaster" Target="/ppt/notesMasters/notesMaster1.xml" Id="R4218a484a1924e0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8c30f57f22145a7" /><Relationship Type="http://schemas.openxmlformats.org/officeDocument/2006/relationships/notesMaster" Target="/ppt/notesMasters/notesMaster1.xml" Id="R4ae056e707784a0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4135fc849be4df7" /><Relationship Type="http://schemas.openxmlformats.org/officeDocument/2006/relationships/notesMaster" Target="/ppt/notesMasters/notesMaster1.xml" Id="R279319e261084ab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dafe9741cfbf4b18" /><Relationship Type="http://schemas.openxmlformats.org/officeDocument/2006/relationships/notesMaster" Target="/ppt/notesMasters/notesMaster1.xml" Id="R4b09a3457d634fe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8c0433814aa4f45" /><Relationship Type="http://schemas.openxmlformats.org/officeDocument/2006/relationships/notesMaster" Target="/ppt/notesMasters/notesMaster1.xml" Id="Re949e2b5065c4e24"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331b64b29edc4158" /><Relationship Type="http://schemas.openxmlformats.org/officeDocument/2006/relationships/notesMaster" Target="/ppt/notesMasters/notesMaster1.xml" Id="Rd0ab5b1d4a374c6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04c21742f5a0415d" /><Relationship Type="http://schemas.openxmlformats.org/officeDocument/2006/relationships/notesMaster" Target="/ppt/notesMasters/notesMaster1.xml" Id="R22d447765430447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fe4436884c884c07" /><Relationship Type="http://schemas.openxmlformats.org/officeDocument/2006/relationships/notesMaster" Target="/ppt/notesMasters/notesMaster1.xml" Id="Rfe8e757266df419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a5f4f7e48c814b68" /><Relationship Type="http://schemas.openxmlformats.org/officeDocument/2006/relationships/notesMaster" Target="/ppt/notesMasters/notesMaster1.xml" Id="R7797f4468273478a"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0fa161fcc0f4e6a" /><Relationship Type="http://schemas.openxmlformats.org/officeDocument/2006/relationships/notesMaster" Target="/ppt/notesMasters/notesMaster1.xml" Id="Rd4f7f6bdc965475a"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9eec3d7cc814bdf" /><Relationship Type="http://schemas.openxmlformats.org/officeDocument/2006/relationships/notesMaster" Target="/ppt/notesMasters/notesMaster1.xml" Id="Rd832617fe6e940b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761615706306410d" /><Relationship Type="http://schemas.openxmlformats.org/officeDocument/2006/relationships/notesMaster" Target="/ppt/notesMasters/notesMaster1.xml" Id="Rd1d2350b248d4c0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a0e8a5ce0004424" /><Relationship Type="http://schemas.openxmlformats.org/officeDocument/2006/relationships/notesMaster" Target="/ppt/notesMasters/notesMaster1.xml" Id="R2e8797d72d53420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b0e6a761104146a8" /><Relationship Type="http://schemas.openxmlformats.org/officeDocument/2006/relationships/notesMaster" Target="/ppt/notesMasters/notesMaster1.xml" Id="Ra65c73be613442e1"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c4d7826d04843d4" /><Relationship Type="http://schemas.openxmlformats.org/officeDocument/2006/relationships/notesMaster" Target="/ppt/notesMasters/notesMaster1.xml" Id="R7e49a7c993e54fe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aee10a21ddc744f7" /><Relationship Type="http://schemas.openxmlformats.org/officeDocument/2006/relationships/notesMaster" Target="/ppt/notesMasters/notesMaster1.xml" Id="R8431ff53ce8e4e5e"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0bd39742c0f34640" /><Relationship Type="http://schemas.openxmlformats.org/officeDocument/2006/relationships/notesMaster" Target="/ppt/notesMasters/notesMaster1.xml" Id="R5dc1ab38faba448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f03be5639dc14622" /><Relationship Type="http://schemas.openxmlformats.org/officeDocument/2006/relationships/notesMaster" Target="/ppt/notesMasters/notesMaster1.xml" Id="R9134d1bcc6b640cf"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845cb5a127ad48ab" /><Relationship Type="http://schemas.openxmlformats.org/officeDocument/2006/relationships/notesMaster" Target="/ppt/notesMasters/notesMaster1.xml" Id="R17a66355b97a44d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94360fe187d24176" /><Relationship Type="http://schemas.openxmlformats.org/officeDocument/2006/relationships/notesMaster" Target="/ppt/notesMasters/notesMaster1.xml" Id="R4028bf609e73414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7a45fa8422ba45a4" /><Relationship Type="http://schemas.openxmlformats.org/officeDocument/2006/relationships/notesMaster" Target="/ppt/notesMasters/notesMaster1.xml" Id="Rcd5a050cef4247ba"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7dccb7a869c4488b" /><Relationship Type="http://schemas.openxmlformats.org/officeDocument/2006/relationships/notesMaster" Target="/ppt/notesMasters/notesMaster1.xml" Id="R2d4c46352a0a4599"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3d6ced5ef0e541b1" /><Relationship Type="http://schemas.openxmlformats.org/officeDocument/2006/relationships/notesMaster" Target="/ppt/notesMasters/notesMaster1.xml" Id="Rd0d1a94b02d54d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S62는 지식이 이미 어디에 있었는지 확인한 장이었다. 이제 실제 밝기 통계 작업 하나를 가운데 놓고 각 자료의 역할을 본다. 재구성 도식이며 실제 실행 화면이나 순서 trace가 아니다.</a:t>
            </a:r>
          </a:p>
          <a:p xmlns:a="http://schemas.openxmlformats.org/drawingml/2006/main">
            <a:r>
              <a:t>2. (0:20–0:50) 왼쪽 ‘목표’를 짚는다. TRIAL-008의 실제 요청은 image_statistics의 근거 있는 실행시간 또는 할당량 개선 가능성을 조사하고, 현재 출력6항목과 변경 범위를 보존하며 trade-off나 no-change 결과도 보고하라는 것이었다. 화면은 그 목표·조건의 요약이다. 최적화 수치 자체는 S58에서 다뤘다.</a:t>
            </a:r>
          </a:p>
          <a:p xmlns:a="http://schemas.openxmlformats.org/drawingml/2006/main">
            <a:r>
              <a:t>3. (0:50–1:15) ‘Context’는 프로젝트에서 사실로 확인할 명세·명령·참고 위치다. AGENTS.md와 상세 문서, 실제 코드·테스트에서 동작과 제약을 확인했다. S62의 원래 출처를 모두 화면에 다시 나열하지 않는다.</a:t>
            </a:r>
          </a:p>
          <a:p xmlns:a="http://schemas.openxmlformats.org/drawingml/2006/main">
            <a:r>
              <a:t>4. (1:15–1:40) ‘Skill’은 이번 작업의 답을 미리 담지 않고 기준선 확보·조사·변경·검증·비교 같은 재사용 수행 방법을 담았다. Repository Skill은 실제 CLI 기록에서 명시적으로 호출되어 본문이 포함됐고, 수행 근거는 작업 기록과 별도로 대조했다. 목표·Context·Skill에서 모이는 선은 한 작업에 적용한 서로 다른 입력을 뜻하며 이 셋을 차례로 실행한다는 순서가 아니다.</a:t>
            </a:r>
          </a:p>
          <a:p xmlns:a="http://schemas.openxmlformats.org/drawingml/2006/main">
            <a:r>
              <a:t>5. (1:40–2:30) 가운데 Agent의 조사·변경을 거쳐 오른쪽 ‘검증 도구’로 시선을 옮긴다. 테스트는 보존할 동작을 검사하고 benchmark는 같은 입력·환경에서 실행시간·할당량을 비교할 근거를 제공했다. TRIAL-008 후보와 정식 STATE-04-PERF의 검증은 별도 기록이며, 정식 상태에서는 재조사·동작 검사·CLI·diff review를 거쳐 변경을 고정했다. 검사 통과만으로 모든 동작의 정확성이나 각 Harness 요소의 단독 인과 효과가 증명된 것은 아니다. 사람이 이 근거와 미확인 사항을 검토한다.</a:t>
            </a:r>
          </a:p>
          <a:p xmlns:a="http://schemas.openxmlformats.org/drawingml/2006/main">
            <a:r>
              <a:t>6. (2:30–3:00) Subagent와 별도 Memory를 추가하지 않았다는 기존 선택을 회수한다. 이 사례에서 쓴 구성이며 보편적인 최적 개수나 필수 목록은 아니다. 다음 S64에서 이 실제 자료와 도구들의 관계를 교육용 작업 환경 모델로 묶는다.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출처→역할0.33, 목표0.5, Context0.42, Skill0.42, 작업·검증0.83, 선택 범위·전환0.5. 지연 시 파일명과 원문 요청 낭독을 생략하고 네 역할과 동작/측정 근거 구분은 유지한다.3분에 S64의 전체 관계도로 이동한다. 실제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DEC-0075의19필드·Demo3분·실제 구성의 책임과 기존 Claim Boundary를 정렬했다. 최종 패키지/PNG/내장 Notes 대조는 production/evaluation/S63_TASK_ROLES_REVISION.md에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Lecture) S63의 실제 밝기 통계 작업에서 본 배치를 이어 읽는다. 앞 장은 그 작업에서 무엇을 썼는지, 이번 장은 이 과정에서 Harness라 부르는 전체 작업 환경을 정리한다. 화면 전체를 두른 테두리는 하나의 환경이라는 뜻이며 특정 제품 화면이 아니다.</a:t>
            </a:r>
          </a:p>
          <a:p xmlns:a="http://schemas.openxmlformats.org/drawingml/2006/main">
            <a:r>
              <a:t>2. (0:40–1:30 / Lecture) 왼쪽의 목표·Context·Skill이 같은 Agent 작업에 적용된다. 개발자는 바꿀 것과 지킬 조건을 정한다. Context는 프로젝트 사실·명세이고 Skill은 재사용 수행 방법이다. 셋은 순차 실행 단계가 아니며, 특정 파일 하나가 Harness 전체를 대신하지 않는다.</a:t>
            </a:r>
          </a:p>
          <a:p xmlns:a="http://schemas.openxmlformats.org/drawingml/2006/main">
            <a:r>
              <a:t>3. (1:30–2:30 / Lecture) 가운데 Agent가 조사·판단·변경하고 오른쪽 테스트·benchmark가 동작과 측정 근거를 제공한다. 결과를 사람이 검토한다. ‘사람이 결과 검토’는 검증 도구 이름이 아니라 검증 이후 개발자의 책임을 나타낸다. 검사 통과와 원하는 변화의 충족 여부를 함께 판단하며 자동 정답 보장을 뜻하지 않는다.</a:t>
            </a:r>
          </a:p>
          <a:p xmlns:a="http://schemas.openxmlformats.org/drawingml/2006/main">
            <a:r>
              <a:t>4. (2:30–3:30 / Lecture) 아래 실행 환경에서 위로 연결된 선을 짚는다. Repository, 입력, 권한, 실행·측정 조건은 작업과 확인이 이뤄질 공통 기반이다. 단순히 파일이 있다는 것만으로 명령이 실행되거나 결과가 비교 가능해지는 것은 아니다. 화살표는 이 환경이 작업과 검증을 함께 뒷받침한다는 교육용 관계이며 실제 실행·재시도·시간순서 trace가 아니다.</a:t>
            </a:r>
          </a:p>
          <a:p xmlns:a="http://schemas.openxmlformats.org/drawingml/2006/main">
            <a:r>
              <a:t>5. (3:30–4:00 / Lecture) 이 구성을 의도적으로 연결해 Agent가 신뢰성 있게 일할 수 있게 설계하는 것이 이 과정의 Harness 운영 모델이다. 공식 OpenAI 정의나 보편적인 필수 목록이 아니다. Subagent와 별도 Memory를 모든 환경에 넣어야 한다는 의미도 없다.</a:t>
            </a:r>
          </a:p>
          <a:p xmlns:a="http://schemas.openxmlformats.org/drawingml/2006/main">
            <a:r>
              <a:t>6. (4:00–5:30 / Demo) CAPTURED 정적 구성 회수: S63의 기록을 화면에 대응한다. Context의 AGENTS.md·상세 문서, 재사용 성능 Skill, 실제 동작 검사·benchmark·입력/실행 조건이다. TRIAL-008 후보와 정식 STATE-04-PERF의 재조사·검증을 구분한다. 실제 파일과 기록에서 확인한 구성만 회수하며 큰 모델의 모든 환경 조건을 빠짐없이 감사했다는 뜻이 아니다. 제품 화면이나 새 명령을 실행하지 않는다.</a:t>
            </a:r>
          </a:p>
          <a:p xmlns:a="http://schemas.openxmlformats.org/drawingml/2006/main">
            <a:r>
              <a:t>7. (5:30–6:00 / Demo) 실제 구성은 그 범위의 성공 사례로 유지한다. 아래 실행 환경을 가리키며 ‘그 실행 조건이 Repository 파일만으로 모두 정해질까요?’로 S65를 연다. 전역 지침·경고의 상세 기록은 다음 장과 ACT4에 남긴다.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S63→전체 모델0.67, 세 입력0.83, 작업·검증·검토1, 실행 환경1, 정의·범위0.5. Demo2분: 기존 실제 구성 대응1.5, 환경 질문·전환0.5. 지연 시 파일명·용어 정의 반복을 줄이되 실행 환경의 두 연결과 사람의 검토 책임을 유지한다.6분에 S65로 넘긴다. 실제 운영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DEC-0076의19필드·Lecture4+Demo2분·교육용 정의와 실제 구성 경계를 정렬했다. 최종 패키지/PNG/내장 Notes 대조는 production/evaluation/S64_HARNESS_STRUCTURE_REVISION.md에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S64의 아래 실행 환경을 회수한다. 이번에는 한 Agent 실행으로 같은 Repository와 저장소 밖 조건이 함께 들어오는 관계를 본다. 위 도식은 실행 조건을 설명하는 교육용 구성으로, 환경 두 개를 비교 실행한 실험이나 과거 Trial의 정확한 파일 트리가 아니다.</a:t>
            </a:r>
          </a:p>
          <a:p xmlns:a="http://schemas.openxmlformats.org/drawingml/2006/main">
            <a:r>
              <a:t>2. (0:20–1:00) 왼쪽 코드·프로젝트 지침·문서를 짚고, 오른쪽 전역 지침/Skills, 모델·설정·권한을 짚는다. 외부의 점선과 ‘적용 확인’은 실제 세션에서 무엇이 적용됐는지 확인하라는 뜻이다. 같은 코드여도 세션에 들어오는 지침·사용할 모델/도구·허용된 작업 범위가 달라질 수 있다. 모든 항목이 이 Trial에서 달라졌거나 결과를 바꿨다고 말하지 않는다. OS/runtime도 기록할 조건이며 전체 환경 목록은 Notes에서 참고한다.</a:t>
            </a:r>
          </a:p>
          <a:p xmlns:a="http://schemas.openxmlformats.org/drawingml/2006/main">
            <a:r>
              <a:t>3. (1:00–1:50) ‘실제 관찰’로 이동한다. TRIAL-006의 보존 기록에 전역 Skills4개 포함과 Hook 구성 경고·MCP 연결/인증 시작 문제가 있었다. 화면은 이를 ‘전역 Skills 포함 / 시작 단계의 경고’로 요약했다. Hook은 실행 전후 동작을 연결하는 장치, MCP는 외부 도구 연결 방식이라는 최소 설명만 필요할 때 덧붙인다. 시작 중 경고가 나온 사실과 도구가 실제 작업에서 쓰였는지는 다르다. 완전한 전역 지침 주입 원문은 별도로 보존되지 않았으므로 화면의 관찰 목록에 전역 지침 전체 로딩을 확정해 넣지 않았다.</a:t>
            </a:r>
          </a:p>
          <a:p xmlns:a="http://schemas.openxmlformats.org/drawingml/2006/main">
            <a:r>
              <a:t>4. (1:50–2:35) ‘해석의 한계’를 읽는다. Hook이 실행돼 소스를 바꿨거나 MCP 결과가 작업에 기여했다는 근거는 없다. 모든 설정·권한의 전체 감사나 각 요소의 인과효과도 입증하지 않았다. TRIAL-006의 코드·동작 검사·benchmark는 해당 조건의 관찰로 유지하되 긴 Prompt만의 효과로 귀속하는 평가는 PARTIAL이다. 현재 Desktop 동작으로 확장하지 않는다. TRIAL-007의 보고와 stderr의 MCP 경고 불일치, TRIAL-008의 부분적 전역 영향 기록은 ACT4의 상세 Meta 사례에 남긴다.</a:t>
            </a:r>
          </a:p>
          <a:p xmlns:a="http://schemas.openxmlformats.org/drawingml/2006/main">
            <a:r>
              <a:t>5. (2:35–3:00) 결과를 해석하려면 코드·Prompt뿐 아니라 적용 지침·설정·권한·실행 조건도 함께 남겨야 한다는 판단을 회수한다. 새 실험이나 설정 변경을 요구하지 않는다. 기존 Transition으로 우리 C++ 검사 업무의 명세·빌드·검증 조건에 이 패턴을 옮길 S66을 연다.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S64 환경 질문 회수0.33, 두 입력의 관계0.67, 실제 관찰0.83, 해석 경계0.75, 기록 판단/전환0.42. 지연 시 Skill4개 이름·Hook/MCP 정의·후속 Trial 상세를 생략한다. 관찰과 인과의 구분 및 설정/권한 적용 확인은 유지하고3분에 S66으로 넘긴다.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DEC-0077의19필드·Lecture3분·OBSERVED_META/TEACHING_MODEL 및 실제 관찰/추론 경계를 정렬했다. 최종 패키지/PNG/내장 Notes 대조는 production/evaluation/S65_EXTERNAL_CONDITIONS_REVISION.md에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439274010141a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19f87c4d7f142d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660d79b312c469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f93672d316a4f3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491248cb1b949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612918e7f5144e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7B17FB-C875-4B2A-8A8B-DD25D151D37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E781F5-9941-406E-9BBB-5E6F506B5B1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CB7CE57-F2CF-4C72-B3AE-DAD36B90383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F0C1D5-E748-4F35-A9FD-96A65CCF4C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F7FAC80-C144-4D88-8B6A-94464D301A8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64E5089-C83B-435E-8E5E-D498B58A33D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B2CF63C-0449-4AFB-9D61-0863FE7A93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323E114-9C5F-43BB-A679-54FA54375E5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B1A7F7-951D-4BFB-B0FC-9195B2811D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7DF19A6-F963-4F59-BED3-DEC63BDF0C1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1015b45a66419a" /><Relationship Type="http://schemas.openxmlformats.org/officeDocument/2006/relationships/slideLayout" Target="/ppt/slideLayouts/slideLayout1.xml" Id="R34b8f340ac294fb6" /><Relationship Type="http://schemas.openxmlformats.org/officeDocument/2006/relationships/slideLayout" Target="/ppt/slideLayouts/slideLayout2.xml" Id="R3ce2fabf05b14f7b" /><Relationship Type="http://schemas.openxmlformats.org/officeDocument/2006/relationships/slideLayout" Target="/ppt/slideLayouts/slideLayout3.xml" Id="Raddd534314324a8b" /><Relationship Type="http://schemas.openxmlformats.org/officeDocument/2006/relationships/slideLayout" Target="/ppt/slideLayouts/slideLayout4.xml" Id="Re58b190abce642d0" /><Relationship Type="http://schemas.openxmlformats.org/officeDocument/2006/relationships/slideLayout" Target="/ppt/slideLayouts/slideLayout5.xml" Id="R99858e4f11cb4c84" /><Relationship Type="http://schemas.openxmlformats.org/officeDocument/2006/relationships/slideLayout" Target="/ppt/slideLayouts/slideLayout6.xml" Id="R4f63e9d3e0984c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b8f340ac294fb6"/>
    <p:sldLayoutId xmlns:r="http://schemas.openxmlformats.org/officeDocument/2006/relationships" id="2147483650" r:id="R3ce2fabf05b14f7b"/>
    <p:sldLayoutId xmlns:r="http://schemas.openxmlformats.org/officeDocument/2006/relationships" id="2147483651" r:id="Raddd534314324a8b"/>
    <p:sldLayoutId xmlns:r="http://schemas.openxmlformats.org/officeDocument/2006/relationships" id="2147483652" r:id="Re58b190abce642d0"/>
    <p:sldLayoutId xmlns:r="http://schemas.openxmlformats.org/officeDocument/2006/relationships" id="2147483653" r:id="R99858e4f11cb4c84"/>
    <p:sldLayoutId xmlns:r="http://schemas.openxmlformats.org/officeDocument/2006/relationships" id="2147483654" r:id="R4f63e9d3e0984c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a75855ca8245fe" /><Relationship Type="http://schemas.openxmlformats.org/officeDocument/2006/relationships/image" Target="/ppt/media/image.png" Id="R1d14160cf6ba4c79" /><Relationship Type="http://schemas.openxmlformats.org/officeDocument/2006/relationships/notesSlide" Target="/ppt/notesSlides/notesSlide1.xml" Id="R33f62d6b464e4d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2662bb9be6d4fd0" /><Relationship Type="http://schemas.openxmlformats.org/officeDocument/2006/relationships/notesSlide" Target="/ppt/notesSlides/notesSlide2.xml" Id="R433f167b7ed54e0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9a9e5a107944294" /><Relationship Type="http://schemas.openxmlformats.org/officeDocument/2006/relationships/notesSlide" Target="/ppt/notesSlides/notesSlide3.xml" Id="R08fb4876a32942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182cd92df8475d" /><Relationship Type="http://schemas.openxmlformats.org/officeDocument/2006/relationships/image" Target="/ppt/media/image2.png" Id="R02956cebf2854ce9" /><Relationship Type="http://schemas.openxmlformats.org/officeDocument/2006/relationships/notesSlide" Target="/ppt/notesSlides/notesSlide4.xml" Id="R36143f860c1941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e649c4232ee4420" /><Relationship Type="http://schemas.openxmlformats.org/officeDocument/2006/relationships/notesSlide" Target="/ppt/notesSlides/notesSlide5.xml" Id="Rc0de1b3404b9423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e26ffe738864b9f" /><Relationship Type="http://schemas.openxmlformats.org/officeDocument/2006/relationships/notesSlide" Target="/ppt/notesSlides/notesSlide6.xml" Id="R9ec67c7cec3444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636925d124b4f04" /><Relationship Type="http://schemas.openxmlformats.org/officeDocument/2006/relationships/image" Target="/ppt/media/image3.png" Id="R3f60630a3ee242a1" /><Relationship Type="http://schemas.openxmlformats.org/officeDocument/2006/relationships/notesSlide" Target="/ppt/notesSlides/notesSlide7.xml" Id="Rfbeb89ea5f73482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4cbd3451b84420e" /><Relationship Type="http://schemas.openxmlformats.org/officeDocument/2006/relationships/notesSlide" Target="/ppt/notesSlides/notesSlide8.xml" Id="R0f468fc536c34e3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886af81d1394fe6" /><Relationship Type="http://schemas.openxmlformats.org/officeDocument/2006/relationships/image" Target="/ppt/media/image4.png" Id="R3f6182f840314c4c" /><Relationship Type="http://schemas.openxmlformats.org/officeDocument/2006/relationships/image" Target="/ppt/media/image5.png" Id="R595eaa7b50c04047" /><Relationship Type="http://schemas.openxmlformats.org/officeDocument/2006/relationships/image" Target="/ppt/media/image6.png" Id="Rba05206ab7144b4b" /><Relationship Type="http://schemas.openxmlformats.org/officeDocument/2006/relationships/notesSlide" Target="/ppt/notesSlides/notesSlide9.xml" Id="Rf309d76bc65d4c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fae363d647644f6" /><Relationship Type="http://schemas.openxmlformats.org/officeDocument/2006/relationships/notesSlide" Target="/ppt/notesSlides/notesSlide10.xml" Id="R4c75a465545b47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237cfbb206f48f9" /><Relationship Type="http://schemas.openxmlformats.org/officeDocument/2006/relationships/image" Target="/ppt/media/image7.png" Id="R1e22c50ccc594f6a" /><Relationship Type="http://schemas.openxmlformats.org/officeDocument/2006/relationships/image" Target="/ppt/media/image8.png" Id="R4b2cf61fb1684bbe" /><Relationship Type="http://schemas.openxmlformats.org/officeDocument/2006/relationships/image" Target="/ppt/media/image9.png" Id="Rdcc483c3b57644db" /><Relationship Type="http://schemas.openxmlformats.org/officeDocument/2006/relationships/notesSlide" Target="/ppt/notesSlides/notesSlide11.xml" Id="Rd3d1204d45794c2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654655a06944754" /><Relationship Type="http://schemas.openxmlformats.org/officeDocument/2006/relationships/image" Target="/ppt/media/image10.png" Id="Re138b923633848d2" /><Relationship Type="http://schemas.openxmlformats.org/officeDocument/2006/relationships/notesSlide" Target="/ppt/notesSlides/notesSlide12.xml" Id="R27e373b776a34e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8afcfc0977346cc" /><Relationship Type="http://schemas.openxmlformats.org/officeDocument/2006/relationships/image" Target="/ppt/media/image11.png" Id="Rb013b6b6d76a4eb7" /><Relationship Type="http://schemas.openxmlformats.org/officeDocument/2006/relationships/notesSlide" Target="/ppt/notesSlides/notesSlide13.xml" Id="R2e5f48852a27486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a764648a6ac4e13" /><Relationship Type="http://schemas.openxmlformats.org/officeDocument/2006/relationships/notesSlide" Target="/ppt/notesSlides/notesSlide14.xml" Id="Rb9cd4ef251f74cc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ffdf5d5894244e7" /><Relationship Type="http://schemas.openxmlformats.org/officeDocument/2006/relationships/notesSlide" Target="/ppt/notesSlides/notesSlide15.xml" Id="R82492e4b1bbf4ca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20a525e63da4298" /><Relationship Type="http://schemas.openxmlformats.org/officeDocument/2006/relationships/notesSlide" Target="/ppt/notesSlides/notesSlide16.xml" Id="Ra0cc844c4d984e4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3959aa14f6744a1" /><Relationship Type="http://schemas.openxmlformats.org/officeDocument/2006/relationships/notesSlide" Target="/ppt/notesSlides/notesSlide17.xml" Id="R418120990a2a4ea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664c67fb3e74c3b" /><Relationship Type="http://schemas.openxmlformats.org/officeDocument/2006/relationships/notesSlide" Target="/ppt/notesSlides/notesSlide18.xml" Id="R7856a0b77631467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a0586c322fe4fad" /><Relationship Type="http://schemas.openxmlformats.org/officeDocument/2006/relationships/notesSlide" Target="/ppt/notesSlides/notesSlide19.xml" Id="R745d6a85c2c343c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ea7a647fdc7475b" /><Relationship Type="http://schemas.openxmlformats.org/officeDocument/2006/relationships/notesSlide" Target="/ppt/notesSlides/notesSlide20.xml" Id="R2a35ee5cefe2466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cb4080da57049a2" /><Relationship Type="http://schemas.openxmlformats.org/officeDocument/2006/relationships/notesSlide" Target="/ppt/notesSlides/notesSlide21.xml" Id="Re6f1d6207cf54ec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ea6a6f4753141e4" /><Relationship Type="http://schemas.openxmlformats.org/officeDocument/2006/relationships/notesSlide" Target="/ppt/notesSlides/notesSlide22.xml" Id="Red4a5fd3eda14a5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7adcf77601a4cf6" /><Relationship Type="http://schemas.openxmlformats.org/officeDocument/2006/relationships/notesSlide" Target="/ppt/notesSlides/notesSlide23.xml" Id="Rbe703425b94647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0622971c68e4ef3" /><Relationship Type="http://schemas.openxmlformats.org/officeDocument/2006/relationships/notesSlide" Target="/ppt/notesSlides/notesSlide24.xml" Id="R7f7bca95517040e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d1ac6d389d9430a" /><Relationship Type="http://schemas.openxmlformats.org/officeDocument/2006/relationships/notesSlide" Target="/ppt/notesSlides/notesSlide25.xml" Id="Rcadf9f5ab5cb4eb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6f4496a6ac84d35" /><Relationship Type="http://schemas.openxmlformats.org/officeDocument/2006/relationships/notesSlide" Target="/ppt/notesSlides/notesSlide26.xml" Id="R91694b75e8794c7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7559fd1e9554053" /><Relationship Type="http://schemas.openxmlformats.org/officeDocument/2006/relationships/notesSlide" Target="/ppt/notesSlides/notesSlide27.xml" Id="R46785b97904641b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8c40f993f7c4680" /><Relationship Type="http://schemas.openxmlformats.org/officeDocument/2006/relationships/notesSlide" Target="/ppt/notesSlides/notesSlide28.xml" Id="Raf499d705bb545b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bc9c0eba457435a" /><Relationship Type="http://schemas.openxmlformats.org/officeDocument/2006/relationships/notesSlide" Target="/ppt/notesSlides/notesSlide29.xml" Id="R37d0ba596bb8418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953814439984689" /><Relationship Type="http://schemas.openxmlformats.org/officeDocument/2006/relationships/notesSlide" Target="/ppt/notesSlides/notesSlide30.xml" Id="Re4a185d1ba654bd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bee09a97f344068" /><Relationship Type="http://schemas.openxmlformats.org/officeDocument/2006/relationships/notesSlide" Target="/ppt/notesSlides/notesSlide31.xml" Id="Rc4f00c86536249e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8259bb977e94182" /><Relationship Type="http://schemas.openxmlformats.org/officeDocument/2006/relationships/notesSlide" Target="/ppt/notesSlides/notesSlide32.xml" Id="R13ae870e742243d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a5efc7b531948c4" /><Relationship Type="http://schemas.openxmlformats.org/officeDocument/2006/relationships/notesSlide" Target="/ppt/notesSlides/notesSlide33.xml" Id="R9ca864b2b3c9406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9b8c19dde954866" /><Relationship Type="http://schemas.openxmlformats.org/officeDocument/2006/relationships/notesSlide" Target="/ppt/notesSlides/notesSlide34.xml" Id="R00b57546bce7489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93fa35997cf474c" /><Relationship Type="http://schemas.openxmlformats.org/officeDocument/2006/relationships/image" Target="/ppt/media/image12.png" Id="R4a1793221ae94c63" /><Relationship Type="http://schemas.openxmlformats.org/officeDocument/2006/relationships/image" Target="/ppt/media/image13.png" Id="Rb1a886c20c404d57" /><Relationship Type="http://schemas.openxmlformats.org/officeDocument/2006/relationships/notesSlide" Target="/ppt/notesSlides/notesSlide35.xml" Id="R3d18d739dcd2428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c5a420c7eb94c30" /><Relationship Type="http://schemas.openxmlformats.org/officeDocument/2006/relationships/image" Target="/ppt/media/image14.png" Id="R2fd16677798b489e" /><Relationship Type="http://schemas.openxmlformats.org/officeDocument/2006/relationships/notesSlide" Target="/ppt/notesSlides/notesSlide36.xml" Id="R6a26697005b44d0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cfb9cb4ddaa4fa5" /><Relationship Type="http://schemas.openxmlformats.org/officeDocument/2006/relationships/notesSlide" Target="/ppt/notesSlides/notesSlide37.xml" Id="Rb2785a0c35b645f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cd25f55f216489b" /><Relationship Type="http://schemas.openxmlformats.org/officeDocument/2006/relationships/notesSlide" Target="/ppt/notesSlides/notesSlide38.xml" Id="Rb0b9a341ee1d462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e7ab3dfdab444e0" /><Relationship Type="http://schemas.openxmlformats.org/officeDocument/2006/relationships/notesSlide" Target="/ppt/notesSlides/notesSlide39.xml" Id="R52b293ddb9074ad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d490f1c95fd4bed" /><Relationship Type="http://schemas.openxmlformats.org/officeDocument/2006/relationships/notesSlide" Target="/ppt/notesSlides/notesSlide40.xml" Id="R9a4dc1689fd4451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03d887bda4e429a" /><Relationship Type="http://schemas.openxmlformats.org/officeDocument/2006/relationships/notesSlide" Target="/ppt/notesSlides/notesSlide41.xml" Id="Rd3d78c1848d145c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c0b5d766d394ae7" /><Relationship Type="http://schemas.openxmlformats.org/officeDocument/2006/relationships/notesSlide" Target="/ppt/notesSlides/notesSlide42.xml" Id="R7cb5b49eaac24ba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6b1b015a1bf14f72" /><Relationship Type="http://schemas.openxmlformats.org/officeDocument/2006/relationships/notesSlide" Target="/ppt/notesSlides/notesSlide43.xml" Id="R1144d11b72d546e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bdde74290a64680" /><Relationship Type="http://schemas.openxmlformats.org/officeDocument/2006/relationships/notesSlide" Target="/ppt/notesSlides/notesSlide44.xml" Id="R91949670c8844c5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15264880f754c04" /><Relationship Type="http://schemas.openxmlformats.org/officeDocument/2006/relationships/notesSlide" Target="/ppt/notesSlides/notesSlide45.xml" Id="R3b73ab01c7d942b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1556d53505d479c" /><Relationship Type="http://schemas.openxmlformats.org/officeDocument/2006/relationships/notesSlide" Target="/ppt/notesSlides/notesSlide46.xml" Id="R909dfefd12e2483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089b82645b84dc9" /><Relationship Type="http://schemas.openxmlformats.org/officeDocument/2006/relationships/notesSlide" Target="/ppt/notesSlides/notesSlide47.xml" Id="R7357631a6c5244a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aace9b3a7d56477a" /><Relationship Type="http://schemas.openxmlformats.org/officeDocument/2006/relationships/notesSlide" Target="/ppt/notesSlides/notesSlide48.xml" Id="Rf5edfd75bdb6414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8af865b1af94cc6" /><Relationship Type="http://schemas.openxmlformats.org/officeDocument/2006/relationships/notesSlide" Target="/ppt/notesSlides/notesSlide49.xml" Id="Rf50f4776e1704a8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7b7e922d9244d38" /><Relationship Type="http://schemas.openxmlformats.org/officeDocument/2006/relationships/image" Target="/ppt/media/image15.png" Id="R8c18c832f7694618" /><Relationship Type="http://schemas.openxmlformats.org/officeDocument/2006/relationships/image" Target="/ppt/media/image16.png" Id="R3625b9a5c5e642ba" /><Relationship Type="http://schemas.openxmlformats.org/officeDocument/2006/relationships/notesSlide" Target="/ppt/notesSlides/notesSlide50.xml" Id="R0e68f41f87fd4d1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e57a8d3c0794091" /><Relationship Type="http://schemas.openxmlformats.org/officeDocument/2006/relationships/notesSlide" Target="/ppt/notesSlides/notesSlide51.xml" Id="R9a606fd26ed34cf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5afc0e4240a4d14" /><Relationship Type="http://schemas.openxmlformats.org/officeDocument/2006/relationships/notesSlide" Target="/ppt/notesSlides/notesSlide52.xml" Id="Rcbacf443e5e9402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a217b0c5628c4e94" /><Relationship Type="http://schemas.openxmlformats.org/officeDocument/2006/relationships/notesSlide" Target="/ppt/notesSlides/notesSlide53.xml" Id="R60fb87e042d6484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7e1ab9f5a6204ffc" /><Relationship Type="http://schemas.openxmlformats.org/officeDocument/2006/relationships/notesSlide" Target="/ppt/notesSlides/notesSlide54.xml" Id="Rc0cdde8d2c09461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3847f6f97e54c5c" /><Relationship Type="http://schemas.openxmlformats.org/officeDocument/2006/relationships/notesSlide" Target="/ppt/notesSlides/notesSlide55.xml" Id="R60fc680df36b4bc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a82bd1c3ca8b482b" /><Relationship Type="http://schemas.openxmlformats.org/officeDocument/2006/relationships/notesSlide" Target="/ppt/notesSlides/notesSlide56.xml" Id="R8a9feb04a02c417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18dceb104f3a4e41" /><Relationship Type="http://schemas.openxmlformats.org/officeDocument/2006/relationships/notesSlide" Target="/ppt/notesSlides/notesSlide57.xml" Id="Rf75a45d0ffe2405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50bcb57f48bc47b4" /><Relationship Type="http://schemas.openxmlformats.org/officeDocument/2006/relationships/chart" Target="/ppt/slides/charts/chart1.xml" Id="R0aee6401870c4637" /><Relationship Type="http://schemas.openxmlformats.org/officeDocument/2006/relationships/notesSlide" Target="/ppt/notesSlides/notesSlide58.xml" Id="R66aeb7e5baee40b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8c54109ae0644a9e" /><Relationship Type="http://schemas.openxmlformats.org/officeDocument/2006/relationships/notesSlide" Target="/ppt/notesSlides/notesSlide59.xml" Id="R82a4424107cd4ba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5ea6daf739a446ce" /><Relationship Type="http://schemas.openxmlformats.org/officeDocument/2006/relationships/notesSlide" Target="/ppt/notesSlides/notesSlide60.xml" Id="Ra52f75622e7241f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42b1570511f64877" /><Relationship Type="http://schemas.openxmlformats.org/officeDocument/2006/relationships/notesSlide" Target="/ppt/notesSlides/notesSlide61.xml" Id="R5266be26b9914ea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009f98f90034803" /><Relationship Type="http://schemas.openxmlformats.org/officeDocument/2006/relationships/notesSlide" Target="/ppt/notesSlides/notesSlide62.xml" Id="R9ed64f40e31d46bd"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ffbd7d9421a4131" /><Relationship Type="http://schemas.openxmlformats.org/officeDocument/2006/relationships/notesSlide" Target="/ppt/notesSlides/notesSlide63.xml" Id="Rf1f829de9545471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d963fe25857247fc" /><Relationship Type="http://schemas.openxmlformats.org/officeDocument/2006/relationships/notesSlide" Target="/ppt/notesSlides/notesSlide64.xml" Id="R70cef833adac4ed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9961c521cf3417b" /><Relationship Type="http://schemas.openxmlformats.org/officeDocument/2006/relationships/notesSlide" Target="/ppt/notesSlides/notesSlide65.xml" Id="R4d4c29b0b7a945a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5020661ad19425b" /><Relationship Type="http://schemas.openxmlformats.org/officeDocument/2006/relationships/image" Target="/ppt/media/image17.png" Id="R8face912836349ae" /><Relationship Type="http://schemas.openxmlformats.org/officeDocument/2006/relationships/notesSlide" Target="/ppt/notesSlides/notesSlide66.xml" Id="R200146bc07464a2a"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f8707e1226254749" /><Relationship Type="http://schemas.openxmlformats.org/officeDocument/2006/relationships/notesSlide" Target="/ppt/notesSlides/notesSlide67.xml" Id="R9aabb791fb7d491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94ba89c8b3d042c9" /><Relationship Type="http://schemas.openxmlformats.org/officeDocument/2006/relationships/notesSlide" Target="/ppt/notesSlides/notesSlide68.xml" Id="R050ffaf2da51416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7fd4e6d74594321" /><Relationship Type="http://schemas.openxmlformats.org/officeDocument/2006/relationships/notesSlide" Target="/ppt/notesSlides/notesSlide69.xml" Id="Rf91ce7c6d5724cc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87f7308593c84dcb" /><Relationship Type="http://schemas.openxmlformats.org/officeDocument/2006/relationships/notesSlide" Target="/ppt/notesSlides/notesSlide70.xml" Id="R6980de1c01d9432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2a25f39b5e2a41e7" /><Relationship Type="http://schemas.openxmlformats.org/officeDocument/2006/relationships/notesSlide" Target="/ppt/notesSlides/notesSlide71.xml" Id="R98b9789e6c83475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4e6a67af4214317" /><Relationship Type="http://schemas.openxmlformats.org/officeDocument/2006/relationships/notesSlide" Target="/ppt/notesSlides/notesSlide72.xml" Id="R3f76d5cadd49405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64f59124a869407d" /><Relationship Type="http://schemas.openxmlformats.org/officeDocument/2006/relationships/notesSlide" Target="/ppt/notesSlides/notesSlide73.xml" Id="R0ec3ea792dff481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3025f90fc9844547" /><Relationship Type="http://schemas.openxmlformats.org/officeDocument/2006/relationships/notesSlide" Target="/ppt/notesSlides/notesSlide74.xml" Id="R314605185cca481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d042115c888b4a45" /><Relationship Type="http://schemas.openxmlformats.org/officeDocument/2006/relationships/notesSlide" Target="/ppt/notesSlides/notesSlide75.xml" Id="Re26c24e5f8434b4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86d9a145601349d9" /><Relationship Type="http://schemas.openxmlformats.org/officeDocument/2006/relationships/notesSlide" Target="/ppt/notesSlides/notesSlide76.xml" Id="R9acd323b93ce493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ea8d66dc61eb46bd" /><Relationship Type="http://schemas.openxmlformats.org/officeDocument/2006/relationships/notesSlide" Target="/ppt/notesSlides/notesSlide77.xml" Id="R7a542a60083b4f73"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378278f606224da7" /><Relationship Type="http://schemas.openxmlformats.org/officeDocument/2006/relationships/notesSlide" Target="/ppt/notesSlides/notesSlide78.xml" Id="R77ae752f6e824e9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89f04e1976574015" /><Relationship Type="http://schemas.openxmlformats.org/officeDocument/2006/relationships/notesSlide" Target="/ppt/notesSlides/notesSlide79.xml" Id="R9a7fc8a4e21d43a2"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a4eae0691485475b" /><Relationship Type="http://schemas.openxmlformats.org/officeDocument/2006/relationships/notesSlide" Target="/ppt/notesSlides/notesSlide80.xml" Id="R218cb9f3a6d24b2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0faaf7c680d54da5" /><Relationship Type="http://schemas.openxmlformats.org/officeDocument/2006/relationships/notesSlide" Target="/ppt/notesSlides/notesSlide81.xml" Id="R20a00e8281af42e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845a60f00b424987" /><Relationship Type="http://schemas.openxmlformats.org/officeDocument/2006/relationships/notesSlide" Target="/ppt/notesSlides/notesSlide82.xml" Id="Ra74232e3247f431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0a5449c013a741c5" /><Relationship Type="http://schemas.openxmlformats.org/officeDocument/2006/relationships/notesSlide" Target="/ppt/notesSlides/notesSlide83.xml" Id="Rf2b9c4e4d23e49d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8f405f015a7406d" /><Relationship Type="http://schemas.openxmlformats.org/officeDocument/2006/relationships/notesSlide" Target="/ppt/notesSlides/notesSlide84.xml" Id="R8116070080484b82"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b7d0c8abf9324dda" /><Relationship Type="http://schemas.openxmlformats.org/officeDocument/2006/relationships/image" Target="/ppt/media/image18.png" Id="R3be0b7659fa0497c" /><Relationship Type="http://schemas.openxmlformats.org/officeDocument/2006/relationships/notesSlide" Target="/ppt/notesSlides/notesSlide85.xml" Id="Rd1e67eae207d4d76"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3140eeaad2084752" /><Relationship Type="http://schemas.openxmlformats.org/officeDocument/2006/relationships/notesSlide" Target="/ppt/notesSlides/notesSlide86.xml" Id="Ra675ffd9899d4e0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4a90dd0f44df4306" /><Relationship Type="http://schemas.openxmlformats.org/officeDocument/2006/relationships/image" Target="/ppt/media/image19.png" Id="Ra9dbf35c1bb74853" /><Relationship Type="http://schemas.openxmlformats.org/officeDocument/2006/relationships/image" Target="/ppt/media/image20.png" Id="Rd37e8c9e3b8c4d68" /><Relationship Type="http://schemas.openxmlformats.org/officeDocument/2006/relationships/image" Target="/ppt/media/image21.png" Id="R8ad96a7c335542ae" /><Relationship Type="http://schemas.openxmlformats.org/officeDocument/2006/relationships/notesSlide" Target="/ppt/notesSlides/notesSlide87.xml" Id="R3e3e6c59f3bc4fb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b794cf0a90744771" /><Relationship Type="http://schemas.openxmlformats.org/officeDocument/2006/relationships/notesSlide" Target="/ppt/notesSlides/notesSlide88.xml" Id="R98980e9bc6a14526"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89a3a0262e284646" /><Relationship Type="http://schemas.openxmlformats.org/officeDocument/2006/relationships/notesSlide" Target="/ppt/notesSlides/notesSlide89.xml" Id="Rc77a3a071207499f"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71cda2760dc74bbe" /><Relationship Type="http://schemas.openxmlformats.org/officeDocument/2006/relationships/notesSlide" Target="/ppt/notesSlides/notesSlide90.xml" Id="Rc5b20005d4b4436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b9bfd277815e463a" /><Relationship Type="http://schemas.openxmlformats.org/officeDocument/2006/relationships/notesSlide" Target="/ppt/notesSlides/notesSlide91.xml" Id="Rfba073ba9aa64316"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0fae034908d34ca1" /><Relationship Type="http://schemas.openxmlformats.org/officeDocument/2006/relationships/notesSlide" Target="/ppt/notesSlides/notesSlide92.xml" Id="R8863d52fba2f4b71"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7b4a8847dcbd4e44" /><Relationship Type="http://schemas.openxmlformats.org/officeDocument/2006/relationships/notesSlide" Target="/ppt/notesSlides/notesSlide93.xml" Id="R5d2d9c1f848b4de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37BB88F9-B1EA-4341-8791-BAED8FDF85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C1631DF3-B97F-430C-A149-F47950DC2F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21F57C08-35C1-4D04-AB4E-9F01257C28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92232265-1956-46C1-8F98-E9BF8DC2F3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5B354FEA-870D-48C8-88F5-CE215B6798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05530CB4-C95D-4084-805A-D7FB34079C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E118AE51-6320-4E7B-A5C4-8240F27F0322}"/>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4A45F932-03D9-4D60-8329-C486965ABB36}"/>
              </a:ext>
            </a:extLst>
          </p:cNvPr>
          <p:cNvPicPr>
            <a:picLocks xmlns:a="http://schemas.openxmlformats.org/drawingml/2006/main" noChangeAspect="1"/>
          </p:cNvPicPr>
          <p:nvPr/>
        </p:nvPicPr>
        <p:blipFill>
          <a:blip xmlns:r="http://schemas.openxmlformats.org/officeDocument/2006/relationships" xmlns:a="http://schemas.openxmlformats.org/drawingml/2006/main" r:embed="R1d14160cf6ba4c79"/>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ED8E2D9-0422-4EBD-8F70-EDA4782DFC7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0E5FD5ED-230C-406C-AFC4-46283373803C}"/>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7AC0AAA-2FB6-430C-B19E-1A1B7335049B}"/>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B8474A9B-C57A-4761-8C2A-E11167042E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9811887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5A64EE57-881E-46FD-B709-0DCE816D24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52E8C0F1-6914-49BA-8FFE-9BA8F367F8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15FDFBDD-1153-4AA4-A43C-C56A4A056E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2911866B-30D7-4CCC-B9E1-AC9CD595B8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6F0E548E-5C24-43F2-B8C8-81186173F0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2C99B1CB-F429-4BA8-8659-013C645446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3A3CF4C6-D677-482E-B418-91C3A7D68379}"/>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083EDDC5-2BFA-47C2-B27E-55F6DD0BAFC3}"/>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E0BC642A-F6B3-4872-B8D2-C9A81F3E1A7B}"/>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99F88CA0-FCF8-4D39-B284-C00996654E6F}"/>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35AB67E-E569-48D6-A6F2-4223BC8DD7E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D11B1422-7197-44D0-A179-7E13FAFFD3F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D8BA925F-1EF0-4384-A040-1DDF524462E7}"/>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632F88F8-0B5B-43D3-ADCB-0FF4D46F591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EFD990B-9633-4CEC-B176-709B440A577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7142E6AA-B97D-4F74-97A1-ADAD695C32D5}"/>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620F6E00-05B3-4554-A144-AA392C936FC9}"/>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65A0A837-5DB6-40B4-A0E1-471AE2270557}"/>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315A44E-5437-447D-9AE1-DF9E7BAEDC0C}"/>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D8A48F1E-C9FB-4983-9950-3D794B8B9DA4}"/>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EDC9AA7-1C3E-4D4B-81A7-5FE5E96A050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D8059C57-9CD4-46DD-ABB8-F20FEF0BE36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205CC5CF-E813-4366-AD99-5F17E1CF543B}"/>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06918010-3EE3-4067-8DDC-D3E95978090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8C70D1E6-2D91-4E3C-AF12-F6D168BA067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F367A26E-0DE5-42FB-9CE8-23F4D896151E}"/>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B4523A74-B377-4FEA-B0F8-7DD19FBBE096}"/>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E14BA1A-4F30-4D94-9012-AA7FA777279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7229E1CA-F4F1-41DC-AB3D-EF047653F1C4}"/>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74FC241F-047C-4CD0-A78A-E9166BC0696A}"/>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BA4A3C14-71BD-4BF3-87A2-E369951C19A8}"/>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1A90C7FB-A8A2-44E0-9348-3C5571DE2189}"/>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1DA39B52-1880-4A2B-81FA-32ED10B82410}"/>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934677A3-91C5-40D1-ACC2-D6EB7AF3E75C}"/>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DE970DB-9FB1-4225-B70C-9D3EE757167B}"/>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18C3CD1-B63F-41B5-9729-FE72C86473C0}"/>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A0641126-82BC-452B-AF8F-263002FEBF3F}"/>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90A7830F-DF36-4814-9F4E-17F6F632C3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6486733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9EA1B42C-7986-4371-93E1-3526128295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1F4F3412-523B-4DBB-9843-DD7082B174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00F362C5-E30C-4751-A4F1-78580EE252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53C9357-928E-41C6-B3F5-EE6B0DFC54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45EA8893-C29D-473C-873C-B2292AB039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AA809136-19B7-4CE3-8EB1-D2DEDFB8DD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2E5DBD87-6DBE-49F1-88C9-6EFA0955A0A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6305C2AD-514D-466F-90C9-6B082450EEEE}"/>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26AA2105-C664-48C6-82BE-36CD7E9A595B}"/>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9C29C3D7-8831-471E-ADD2-C8017CEE878A}"/>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1E9D49B9-17C9-43BB-8081-5BEBED26B9B5}"/>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500B676F-EC9B-4498-BB13-2FDFAB01E543}"/>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38827D6-5806-4BEA-9568-B47FF1A56CD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F9339FB1-65FC-40F9-A033-B45E96C2E65E}"/>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B12DEC2E-D5E0-4CF6-BB58-B007E46AF05A}"/>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40EC909-11A2-4988-AFD0-71FFFD81B104}"/>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414ED8E9-4314-4A0F-90B6-728BEAA19F23}"/>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2AC86F6D-6BDF-4C64-961C-D65B3AF699D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31BB62D4-F808-4F62-BA22-53908AB65477}"/>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E0D02B83-5224-4B25-BD54-6539E3ECA221}"/>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1A160496-0C1F-4B92-8B3E-B8C3C8B68530}"/>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7C74CFF1-5651-45C6-B49D-49C34E592385}"/>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8AC7E613-A7A2-4FBB-A5FF-836F3FD4BB2D}"/>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E24105C3-22A4-4C6A-8B4B-7C7056F1A2CB}"/>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648ABE44-FB68-4E49-B42E-97C7679C10AB}"/>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1F125506-A62A-4441-9AFF-78A892C6A117}"/>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A17D3527-ABB3-4A6F-8690-039A1276642C}"/>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1927AA37-2419-4FE2-B4B4-9567531FCC6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ED038CF6-2286-43A0-A966-EF953C5A1EF0}"/>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577C4E9D-3E09-442D-932F-5C9CFA29FA5A}"/>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008E767C-D528-45AC-9828-EB0C0E2BDC38}"/>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692D1A4-456B-4E66-ABB8-B14D05E436E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5A6B8DC-5E41-4702-833E-E2A494057E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83141536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7314E825-C252-4086-8AAD-0EEC99EE7C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806BD571-E496-48CB-A8D2-D8D07CE278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42309014-4F97-4118-906E-9CEBD37499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38928731-FD28-4E2E-90F5-911A109A63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8BF544C9-4F6D-4E59-8B57-1AE77C11C6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B6C45ECD-31C4-4CA9-BEF5-8B86AFA738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8AAB5213-D8ED-484D-BFF5-4CF5F51A38B3}"/>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E2DF7BD9-148C-41CB-8BEC-A9CD3D0F8D63}"/>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DA79D391-7627-4F78-A753-92971E19C65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9159929C-E1A8-47C1-9AF4-054BC9A1C842}"/>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F9164DF-2797-4FF8-BDAA-7E2ED5E9C20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45AD9C61-54F9-48AD-9ECF-DCF710B33CA9}"/>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917D79EE-C0D2-474A-ACBC-5377431C6D24}"/>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C44A2C5C-279E-4D25-AFC1-8675B96A4A71}"/>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B19DFECB-CF15-4F24-BFA3-C694AB6C7E67}"/>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9EE2E2F-0EA6-42EA-AB00-5D538C37F4F9}"/>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485318-A127-46A8-9E34-32B87231F13F}"/>
              </a:ext>
            </a:extLst>
          </p:cNvPr>
          <p:cNvPicPr>
            <a:picLocks xmlns:a="http://schemas.openxmlformats.org/drawingml/2006/main" noChangeAspect="1"/>
          </p:cNvPicPr>
          <p:nvPr/>
        </p:nvPicPr>
        <p:blipFill>
          <a:blip xmlns:r="http://schemas.openxmlformats.org/officeDocument/2006/relationships" xmlns:a="http://schemas.openxmlformats.org/drawingml/2006/main" r:embed="R02956cebf2854ce9"/>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579E2487-2284-4947-AAB8-981EF174F657}"/>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2D7D8248-9707-4207-931E-248A7676B3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6455521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C9A07D59-E7C3-44C1-BCB0-7860BD7BA8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1B8A8236-C433-49D1-B4F7-3E3B82B0D4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9CA01571-45F9-4304-8067-CE744A0CE3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C4D6E56E-1506-406F-B6B4-9F398BCE20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7E3F8FE8-F3C6-4DE4-AF7A-C1859E2168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AFE77EEB-F88E-40D7-8775-6E75A97AA0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AAB060A7-79FA-4F5F-9272-489FB98AC232}"/>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FDF4E96F-6685-41B3-9126-09A665940588}"/>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03125F39-CEF5-4534-AFB9-B1350EAC1B82}"/>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619AE40D-CC15-4A6B-A5FC-813AA35DA290}"/>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A63D41E4-A0E2-4F48-B11F-680F0BD5B59C}"/>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BF7EC34D-337E-49E2-840D-ED74952F17AB}"/>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F2B0EF43-D1A5-416F-A046-343FC2529272}"/>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551C9DD0-3BFC-4387-B206-C56206B89A0E}"/>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FB0192B4-1D0A-4B20-81F5-4DE068A67D9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0632E70F-10D7-4B7B-BC1B-DC5F5C7ADEB0}"/>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FFD7EDBB-BB24-4F81-84D8-02A2447BE388}"/>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4EB08CD7-47B6-4F6D-9B20-258F1B9F095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1CB4E40A-FAA7-43D6-8099-8CD48794BBD8}"/>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0A426065-207D-4D1D-9728-AB9660F86321}"/>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4128499A-D97B-4282-BFF0-3920CF0683E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78BCF1E5-2EFF-491D-B561-5B624F9B875E}"/>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54FC2EBB-1B8F-4419-A987-9E436EBD86D2}"/>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294ED973-5B83-4CF5-AEF8-DE617CFD4822}"/>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D146CB20-329B-431F-BD5E-73628F8B3030}"/>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E7F61E10-1C63-4687-9053-EFEAD80C210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688DDE17-D32E-4D0A-99FB-05C5365DCAE1}"/>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44319AB3-6AA3-4B20-B183-6D6632F0C92C}"/>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4ED1C0BE-9DC7-4FA3-ADA4-263AA37189E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F0831D04-7FEF-45E0-9C64-CF6701113E5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C1F56505-43E6-445E-BBB6-A5171EA7052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C4AF8BB7-C2E4-407A-B9BF-3D1E206C4D4C}"/>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FDD80741-58A9-462F-9DB3-55E48115F67A}"/>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782A1424-6C08-47C5-BA37-37605D6F91B2}"/>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8CEA42F2-E980-4957-B09B-312C08C76419}"/>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C2894E47-55E9-498F-865F-CC82702CD1E7}"/>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8EBC0816-F144-42C9-8150-650F70E307CE}"/>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0DA225D2-878F-4389-BB30-2D1D93C82067}"/>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F1C08BDF-0D9B-4567-AA52-58AF8B371B4F}"/>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89CE508F-F20F-44BD-A6AD-CCDEE5AB6A56}"/>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701D48EF-35D2-4CD3-846E-C9527CE6DF2B}"/>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ADDE635-817C-45B6-98E0-A953090EB3E3}"/>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025F0A12-6E12-47B8-AA43-C8E07C6643DA}"/>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4C57F55F-5FE4-4ABE-8145-495BDE42D781}"/>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ABAB4678-6EDB-41C2-9FB3-782803C1F3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878216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D473FB5F-3DB7-4634-9C39-84B435BACD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1F073B14-8986-48F3-BE9E-736398CAE1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B6AA1D92-C1A8-4195-AB4F-FDFB1CB6DB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0F3423AC-75B3-4E9D-AD87-258356518E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04B4E8E3-00A0-4340-8588-FB633BFA3D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9935CF8C-0D06-464A-BE72-DFA88F291F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33C7C3D6-8988-4BF3-9169-A56EBBBFCD5D}"/>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FDE2E35B-D39E-4E28-9D28-3F2F9E197C8C}"/>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9B710DDE-25CC-4A4F-A7DC-5D3BCB614755}"/>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0490D608-90BB-475A-84EF-491DDBB64810}"/>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FFF5E5A-C090-4F9B-9564-4C5510772B38}"/>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F2999E4B-038C-47F4-9583-A3602EF91E92}"/>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0E206B73-5106-44D1-83C1-FAC940934755}"/>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4948551D-93EA-4D0D-B8FE-5DDFC80F6751}"/>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C0309C23-54F7-4E36-B6BB-C89737E76A15}"/>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4F737BFA-EF43-444F-A1FF-3211D3CA5738}"/>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B5046A01-21E2-4446-9F47-456D67ADB3E9}"/>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7FF27333-911A-4D90-B62E-72C326959A99}"/>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0599C72F-CD33-47E0-8199-907337B563E4}"/>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1A849933-417E-45C9-9C4A-306F14FEF8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77195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5EA5A7CE-B130-4E60-B23E-A5EEF9BD17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29DC5618-3CF3-45F4-B2C5-20E9B57E3A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976D5437-138D-47F8-AECF-CCD7F6C294A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E5F3698B-A2CF-4B2C-8353-F0DEBCF68E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B3628FBD-D1E2-41BD-BADB-E2EDB7CB66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1643C6E1-8C78-4730-8454-F7177A9345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8B5639F7-8556-4212-A8D8-71B0F3ACC2B9}"/>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0BC77D97-B3B0-47D9-A0DF-1E3D65206733}"/>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5B4692A7-8E52-48EC-9713-D0F402B54C35}"/>
              </a:ext>
            </a:extLst>
          </p:cNvPr>
          <p:cNvPicPr>
            <a:picLocks xmlns:a="http://schemas.openxmlformats.org/drawingml/2006/main" noChangeAspect="1"/>
          </p:cNvPicPr>
          <p:nvPr/>
        </p:nvPicPr>
        <p:blipFill>
          <a:blip xmlns:r="http://schemas.openxmlformats.org/officeDocument/2006/relationships" xmlns:a="http://schemas.openxmlformats.org/drawingml/2006/main" r:embed="R3f60630a3ee242a1"/>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E7A80DC0-7054-4E56-8D70-853EA143F5B9}"/>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250082D4-9BA9-4409-8369-56B279955D6D}"/>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0EF39357-A1B8-4BAD-B821-F08FAEA139DC}"/>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30C7CA16-5936-4435-9DCB-371365E865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4207521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03FDB673-965F-426F-812B-9E1B6BD841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9B038BE4-F7D0-4D23-A9DE-1983A522A0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37F95D76-C586-413D-AB82-0B4C9DA2ED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D79DF2F-EB92-4553-B099-20A02080DF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A9042C79-E693-4253-8E73-A5A01ACD89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764A9A81-910A-4172-BC37-85BC7E7431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1F72EEB-70A8-4C14-A3D6-D135F2FEA4E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194DD5C1-D993-43B1-9AA5-1C10BB756835}"/>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451795A1-6168-4294-8808-153469823B1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47A30A6E-6C07-47DE-81BE-1D66C753885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C3C1F65E-BF7D-41CB-8745-7A62CBFF82CC}"/>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8C5D4B1B-E8AC-479E-B43A-0CA00F528EF9}"/>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B5FF65A7-75E5-42DC-9700-B949BA39A122}"/>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A5DBC5EE-AF21-492A-ACCC-165D5F2748DF}"/>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964ECCEA-D927-4193-8B59-30C4FA7AAEF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E338C671-0125-4924-ACD8-7BE70ADDAD0D}"/>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505E3522-E41F-4DE1-880C-513D8896C076}"/>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3E767CF-DA4B-4214-A558-0562A9F00560}"/>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F4816A63-355D-4767-9205-D9EA0571111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59F78878-37CC-4110-B76A-81B5E2501E76}"/>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37D90725-7D91-4A5E-A256-48F1942A1C6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80F1B1B-EC22-4234-A269-30A814FC8415}"/>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0916245D-42AF-415B-BAB1-AE62BE2C75F4}"/>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119922DE-2068-4790-9092-E2F6AA366823}"/>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60A63588-B641-4951-8517-E6E2CDDE5FD6}"/>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47798EE9-26E3-4B08-AC01-88EB58749CD0}"/>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2E120E4B-01BA-4A32-A60F-B2DFF5F7CB9E}"/>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446AADD4-ADDD-4795-9CA1-7E0AC4AF6F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7664083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27C930FF-4E07-4293-A17E-FA6EBAE476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707605E4-9AD7-409E-B5EA-10C4FC5216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85C655B5-ED29-402E-9365-E6B3F9B2B5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63E34BD-5AAB-49BB-A9EB-AA72484F7F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451064AF-7800-4BFE-9208-E336DB7EAB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25F1CD16-313C-4CBE-947B-31CD05BC4C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90992305-F354-424D-9D3A-16EA19C4DF8F}"/>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6F1F7254-C2D8-4082-AE95-2E2ECE64A2AC}"/>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DE1A1D9F-66E0-4DDF-8F64-5B1E672AD281}"/>
              </a:ext>
            </a:extLst>
          </p:cNvPr>
          <p:cNvPicPr>
            <a:picLocks xmlns:a="http://schemas.openxmlformats.org/drawingml/2006/main" noChangeAspect="1"/>
          </p:cNvPicPr>
          <p:nvPr/>
        </p:nvPicPr>
        <p:blipFill>
          <a:blip xmlns:r="http://schemas.openxmlformats.org/officeDocument/2006/relationships" xmlns:a="http://schemas.openxmlformats.org/drawingml/2006/main" r:embed="R3f6182f840314c4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32B904B2-0329-46A2-99CC-251C3296A08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9AAD32F1-BEB5-4565-B2BE-B761E2916AD2}"/>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8E1073A6-588A-4F37-AD55-CC1C21AF6906}"/>
              </a:ext>
            </a:extLst>
          </p:cNvPr>
          <p:cNvPicPr>
            <a:picLocks xmlns:a="http://schemas.openxmlformats.org/drawingml/2006/main" noChangeAspect="1"/>
          </p:cNvPicPr>
          <p:nvPr/>
        </p:nvPicPr>
        <p:blipFill>
          <a:blip xmlns:r="http://schemas.openxmlformats.org/officeDocument/2006/relationships" xmlns:a="http://schemas.openxmlformats.org/drawingml/2006/main" r:embed="R595eaa7b50c04047"/>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AA0C107F-A8DE-4DCF-92D2-D89B33AC66AA}"/>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6E8D070F-10B9-466B-AC29-F0C8C9DDCF50}"/>
              </a:ext>
            </a:extLst>
          </p:cNvPr>
          <p:cNvPicPr>
            <a:picLocks xmlns:a="http://schemas.openxmlformats.org/drawingml/2006/main" noChangeAspect="1"/>
          </p:cNvPicPr>
          <p:nvPr/>
        </p:nvPicPr>
        <p:blipFill>
          <a:blip xmlns:r="http://schemas.openxmlformats.org/officeDocument/2006/relationships" xmlns:a="http://schemas.openxmlformats.org/drawingml/2006/main" r:embed="Rba05206ab7144b4b"/>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190E173E-682D-43FC-BD88-75D08800D539}"/>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8E401CD3-3B25-40BA-B80D-AB0FB47E81F4}"/>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11691216-55F7-4FEB-90E2-DCB35EF8C3BF}"/>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BF845ABE-40DA-4D0B-B164-719DBE43069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EF67A074-6A53-406B-AA8E-745A3BDAB077}"/>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6711CEE7-4532-47FC-B2D8-6743099FB3CF}"/>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920D03FE-AEF7-4884-AB16-11063078B8C2}"/>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7B231FB1-1AFC-493F-A872-E0DB34498B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6356400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719D5780-EA0B-4F21-92B4-1C9CEF022C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BE5060B-601E-4DEE-8664-1B8EAB0363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8D3DF469-53B1-443B-8236-C8387A2E26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D06F5EE6-8CF8-4337-A6C1-7E0E5F8277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B5BF067C-81E3-4A8B-81B5-384C2EDA77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3C26970E-9F4C-45B9-8F4D-2EFEE40D23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6B43B829-EDD4-495B-8968-6E72D6BCB3F2}"/>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6A4AA2C1-C68E-4521-8690-D37BAD4356E6}"/>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F05D2B85-EE31-466A-A7B0-95AD5A159940}"/>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70A7A30A-09CF-4593-A7CB-5F890572B92D}"/>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C2DDD4F1-E3D6-424A-8DFB-D27F8BEC1905}"/>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32528C15-544F-43B7-A33D-0501287899DE}"/>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011E823-10A1-4754-A000-0F5CD1F52899}"/>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8C434C1-E283-4244-93D2-CBC37FC04709}"/>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363A307E-59A8-4D44-A5DF-53B1C2D7214E}"/>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E61E631B-AB36-48CD-8685-8F5FA98A0968}"/>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830ADCC6-ACA6-412D-BECB-4AAA827488A5}"/>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4DE3C1DC-D7CD-41B9-A5FE-991482FAF50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00F76B9-3CC9-431A-86D3-3008603670F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AD55397F-285F-48A1-9860-9861CFE6C4DF}"/>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86410DAF-8907-4A38-AF0C-486FA86CD9F3}"/>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72616AA0-12B2-41B4-B758-1D090D8C0A97}"/>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06C51F44-F1CD-48BF-BA10-3822CDE91E3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3BCD3C3D-EDCE-48BA-805F-DC9AE2FE453E}"/>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8E8BE49-8169-4018-8B97-36A88E044E82}"/>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0F6A3BD2-6F2F-4D06-8660-49AFAE987584}"/>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C6FCA571-D49F-4E4B-A0A8-82C239003433}"/>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87C0AE75-A5FE-4AAD-ADA5-F448A091AFFC}"/>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840EC18-366C-4F6D-9821-4395DC5EFF3D}"/>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F31AE4C-94BE-4999-ABDB-BCC402800650}"/>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868ABD1E-31AA-4EF0-88E7-449040529808}"/>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9AEE1695-3725-496E-BF33-6F6D92F78A70}"/>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5572899-4714-43E8-AD28-7B5AC5CD820B}"/>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5422AB9-20C2-4C18-8710-1E0104B49C70}"/>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7A6E4EA5-789B-4751-85D6-D5A2CEDF9E8D}"/>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9D7C3627-57C7-4C42-ABE3-69E97A5A6127}"/>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8ADC0F09-EADD-459E-839D-C211792B56BD}"/>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1923339A-E5E3-446B-A9E2-C28C7924348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B6816AB-585B-4705-BDB9-536220ABF482}"/>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74BF81B-0A25-4B56-A373-D51957CB3E4A}"/>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6ABA7E8-3B06-4463-B3C0-9E691A0DFFD6}"/>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62EB46C5-A920-4461-B957-858D26B10B02}"/>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53276CC4-BE1B-4136-8719-0F9ED1D7EBA7}"/>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33E7362-EF74-46CE-ABEE-096F620833C5}"/>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BC52E44-3FAF-443F-B5B0-DF5044ED39EC}"/>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4E1A9CA6-87DC-4583-ACBF-C5E1B8AB7E2B}"/>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44C19456-9885-4D1C-A4CA-FE078CE36CED}"/>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A570C13-40C4-4F7D-AA6E-1E28674F774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52D28B39-5F39-420C-966B-4E8EA93D8288}"/>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AD7D2A4-5102-426E-91EE-C996A2584B7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5FB6097-13D5-4A55-B441-170C06CF0F6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72C16182-880C-4803-BDC0-57C3FE24CD2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6D6ACB50-71B1-4654-892B-A14274A8A6B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93BFCDE2-8FF8-491C-8DE3-A666294289F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0328E81D-8A6D-4B6C-8AC7-B8D755CAFFA5}"/>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9F1BFEE5-3456-4009-8F36-C46311F807B5}"/>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756CFE9F-0A23-4B2E-9C81-2AEB028F74B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D1E32DF9-58B0-4C65-B845-85C0DD613AF2}"/>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D36735CF-DAEE-4A5A-933C-B163B1A56B83}"/>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B87FA3CE-6B2E-44B0-BA4D-CA89F629817F}"/>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D25006FB-83E5-45D7-895D-0FB975222C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11711635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EA4B7470-AA5B-4977-9F45-2897000B60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4F215264-872B-4C29-951D-98AEDE9493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A8C69068-4446-4B77-9C8E-E544C71D41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A2A3F689-4B22-4B64-8669-02DE5F3771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533997A6-B4CD-4F70-89A0-D63A9A9036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0C7FA630-C556-46F2-ABB7-C6CB75C6D8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04CAB909-1BA9-44AC-8A0A-C814DD06D146}"/>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CC5FFE9-7BCD-4334-AF91-803C00669CA1}"/>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8EF9838A-FC3D-49F4-BD25-A1A77BA1E2AA}"/>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D2D8765-9D5D-47F8-980C-4C8B59E6FD8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64E771A9-3FD6-48CF-B354-E16AD19A1F70}"/>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D413841B-74B8-4B68-8609-33ED14B85E2C}"/>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4A1B8B8-AD34-4C61-912B-D0F03C28178F}"/>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41788EB-EAB0-4065-89F1-C9D2CA47CDD2}"/>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4E9FA9B-151D-4383-8169-DD909345F734}"/>
              </a:ext>
            </a:extLst>
          </p:cNvPr>
          <p:cNvPicPr>
            <a:picLocks xmlns:a="http://schemas.openxmlformats.org/drawingml/2006/main" noChangeAspect="1"/>
          </p:cNvPicPr>
          <p:nvPr/>
        </p:nvPicPr>
        <p:blipFill>
          <a:blip xmlns:r="http://schemas.openxmlformats.org/officeDocument/2006/relationships" xmlns:a="http://schemas.openxmlformats.org/drawingml/2006/main" r:embed="R1e22c50ccc594f6a"/>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8C8F473C-4B0E-4FEC-AA33-AD948301945D}"/>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E868F45F-8D8F-49CE-B102-1AE7EBC6736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0011573A-DB49-4323-82A1-F1816965910A}"/>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370E0CA0-D3B9-4BB1-81C0-F96D6AB32C2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17D98E9-BCF6-4E58-AAF8-B3D76630A6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85E81865-6ADC-4D05-A508-FFEFE65CF26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76846F1D-921F-4D40-8107-ECA016540AC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E0267CFB-FBE1-4E2B-AEBF-1A8BFE14DD6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57F76E4-BEE6-4B5D-BEF7-F69BB70B647D}"/>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D795D3DD-DA80-41CB-99B1-DAACFA7B89E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27A0AC3D-D923-4275-98ED-A2788CB3F04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E4C32866-240D-4B4A-B7B7-F269B1636D0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0D5E5569-4BA0-4BA5-8715-A89F223CC63F}"/>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444A76A1-4745-46FF-8906-D6C7244685E7}"/>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1DB4D6F9-E126-4F9C-9DC5-DFFF99FEF9A9}"/>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955C724-4306-413C-B47F-0BBDE7604D2C}"/>
              </a:ext>
            </a:extLst>
          </p:cNvPr>
          <p:cNvPicPr>
            <a:picLocks xmlns:a="http://schemas.openxmlformats.org/drawingml/2006/main" noChangeAspect="1"/>
          </p:cNvPicPr>
          <p:nvPr/>
        </p:nvPicPr>
        <p:blipFill>
          <a:blip xmlns:r="http://schemas.openxmlformats.org/officeDocument/2006/relationships" xmlns:a="http://schemas.openxmlformats.org/drawingml/2006/main" r:embed="R4b2cf61fb1684bbe"/>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693751D-A398-407A-AD1E-AD500BA9F3B3}"/>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74F5E1E9-A18E-4908-87A0-1345FA27019F}"/>
              </a:ext>
            </a:extLst>
          </p:cNvPr>
          <p:cNvPicPr>
            <a:picLocks xmlns:a="http://schemas.openxmlformats.org/drawingml/2006/main" noChangeAspect="1"/>
          </p:cNvPicPr>
          <p:nvPr/>
        </p:nvPicPr>
        <p:blipFill>
          <a:blip xmlns:r="http://schemas.openxmlformats.org/officeDocument/2006/relationships" xmlns:a="http://schemas.openxmlformats.org/drawingml/2006/main" r:embed="Rdcc483c3b57644d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D501E9C2-4FF4-4985-99EB-970F445C43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4134745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7D3AF2FE-05A5-4E75-AF89-D8DB23A961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FDA83C63-F4F5-4C44-B100-9FE8241B76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C4D237B7-7B8C-46CF-B4DC-545FF36FA2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AE7DC32-3965-432F-9183-BFBAA07D6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451999D4-4FE4-445B-8234-83FCF7E27B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CE1ECCD1-3B8B-4B06-844C-4D35755F2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885125B3-739A-46E2-87D3-5FA9E47059F7}"/>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74B8F858-1ACB-46F4-B404-FBB7A5141E4C}"/>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7FBD928-C6DF-4F27-BFB1-CB3A6CC611C7}"/>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8B7127C-349F-42A3-913F-7759E705B11A}"/>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92E395EB-F670-49DC-87E6-6816D59FCF7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B878BEA0-28BA-46B2-AFF2-649D69F287FA}"/>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DFF964D-5BE2-4A80-BADA-26D8B20FDDE9}"/>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06AB9AD-6EF8-4EFE-99DA-5B1F39AE313F}"/>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622ECFB-69B9-4F6F-A9CD-E13FEA2F11CD}"/>
              </a:ext>
            </a:extLst>
          </p:cNvPr>
          <p:cNvPicPr>
            <a:picLocks xmlns:a="http://schemas.openxmlformats.org/drawingml/2006/main" noChangeAspect="1"/>
          </p:cNvPicPr>
          <p:nvPr/>
        </p:nvPicPr>
        <p:blipFill>
          <a:blip xmlns:r="http://schemas.openxmlformats.org/officeDocument/2006/relationships" xmlns:a="http://schemas.openxmlformats.org/drawingml/2006/main" r:embed="Re138b923633848d2"/>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A645EAFA-CDD1-43B8-88F1-9DCF3306DE54}"/>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5E72F07C-1A8A-4E0D-8A60-335306DFD5BA}"/>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E20EDD0E-A414-4758-9F5C-CA8EAC59FA05}"/>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E920C618-C970-48A5-8360-D24AFAABFEB8}"/>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FCB2A750-F116-4212-9A87-9B47C9F3D47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210A8D85-2F20-4CA1-82DF-1CBC0B52E807}"/>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F39F643B-4B65-4248-9307-5C8A07948509}"/>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36E2F78A-A56B-41A6-B0B8-D9335CAC197F}"/>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46110832-0A6B-4BA1-977F-596D6E6A5B9C}"/>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DA88E3AA-2783-4DF8-972F-BE811EAD2AD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17EB07FA-EEB9-4473-895E-C4E42E7428C9}"/>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92B7351-3DBA-4FDE-AD35-1AF0A822950D}"/>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BA183994-5263-4CB6-BEBD-92BD7574C54F}"/>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70B483A5-A0EE-454E-9B2E-8D3D4C8A6BE6}"/>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99F61FD9-F115-4264-B2ED-625F9DA8B5E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4A0E0805-5611-4FD9-AE20-CC80B775A7BC}"/>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BE26D252-0AFA-433B-8D3D-BBB5F748B4C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08CDDCAC-75A8-47E5-AF89-D8AB7A0D08E4}"/>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1701850-3539-4B02-8DAB-15B3F8386496}"/>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4CC471C5-3210-4B9F-B579-EB2FD2EB0B3E}"/>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91B7F29D-A6F1-4237-81C5-0B27578A5E8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8100800E-07C7-4757-80C6-E971A62B80A4}"/>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48590F71-7275-4C9E-A3DA-8A173FB56AE0}"/>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D13B8BAA-27A3-4A95-B9E9-A0C6ED9DF6D6}"/>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BF6BE770-828A-47B6-B275-8874DCEDB1AA}"/>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A5C3D102-D576-49D4-9A9E-6C0D33E51F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034329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02D9BAF-A966-4F2A-AE56-302C95DCD5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45C0C07B-0962-42CD-898E-8E7A05D306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2A550411-4DF5-41F8-ADBF-F33AA29BF2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F51C8417-ADF3-46B8-8EE5-645896FDD7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60CC8371-BD98-46EE-B2E4-9C71CC03C3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8659CFD7-D65D-47CD-8743-197D7F2F71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ABA9ABE9-7534-4DB2-9DB9-FBD5D32E1AFB}"/>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CBACC611-B5A5-4CE1-8B30-98D42E3BD5B7}"/>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9835B76F-864B-44BC-BAF5-8AFAF4E91D12}"/>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C84FBEC2-73B4-4ECE-932E-9D97CB5B828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F4ED6E11-254A-419B-BDF0-DF2CE83DB052}"/>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81BAC2D7-D3D5-4E7E-AB49-2D541B3AC372}"/>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3D92AD9A-78A3-4669-9A99-84AA00701D2E}"/>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CA4ED8F8-6DD6-4DC0-BFAC-3A8961FA4C9B}"/>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6C11F11A-4CDF-4053-A748-7FF53AE801E9}"/>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44A84435-3E14-417E-A870-5BF99DB6CF6E}"/>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F90AF589-9258-4EFE-83A3-2712B4DFD767}"/>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D47AD1E7-0897-4E89-A359-597259EE1D2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6B2A3ACD-50D9-4BDA-A849-08C193FDDEB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4F625484-BF94-436F-A4B9-160D54B349F6}"/>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DDA715B6-A116-4755-A54A-20B6BFC95056}"/>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2DEFD012-C898-4852-9838-72068A878B2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89A3597-2920-4FA6-8D2B-8D2C15AAD04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E975AFCE-01BB-440C-B6F9-E3532BF18DED}"/>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2B248976-F6F5-4825-BCF6-6BB9B36E3DD1}"/>
              </a:ext>
            </a:extLst>
          </p:cNvPr>
          <p:cNvPicPr>
            <a:picLocks xmlns:a="http://schemas.openxmlformats.org/drawingml/2006/main" noChangeAspect="1"/>
          </p:cNvPicPr>
          <p:nvPr/>
        </p:nvPicPr>
        <p:blipFill>
          <a:blip xmlns:r="http://schemas.openxmlformats.org/officeDocument/2006/relationships" xmlns:a="http://schemas.openxmlformats.org/drawingml/2006/main" r:embed="Rb013b6b6d76a4eb7"/>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5178614A-52F8-497A-9238-3B8129120086}"/>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7D2EB30-251A-46E5-B975-E5537414931E}"/>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956C7C93-42E8-414C-B639-124BC4C4CB2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9026FECC-12CF-4F83-A5C3-F8212D5A76D7}"/>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110E8FA0-9180-493C-942D-5907A5E3A9EF}"/>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F076B19-B13E-43B8-A0FD-C22F3D9B3AA9}"/>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0F122D5D-5FEE-4DF4-A8CB-4FE385C1DA74}"/>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8B2507CB-91F8-4F93-A856-24D9A190C85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6F860EF9-BBB9-4E5D-942C-0BBA56D2BB21}"/>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F317F1CD-6516-48BD-BE2C-0237372BA8F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FF0BB666-23D3-4DAD-A944-90586C39A415}"/>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2AF5839-A812-4805-9B5E-03F45151C2D6}"/>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0EFDA407-F2A7-4A14-B2DB-BC3D57BFC91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FA74BE83-8A14-4A54-BC52-6EE6B0BD4A7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2A13439-F367-4D39-84C5-C9D70129E40F}"/>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E4928371-A33E-41BB-AEC6-4164D16D7FDF}"/>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8B8FBBC9-1E21-4539-8C36-9297513418D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FF9C0BF6-23C4-406C-B5E3-7EADB2C704F9}"/>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E7E7357C-180C-4328-96E9-2D41283A5DA5}"/>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BBDBCFC6-147A-4752-A56F-70D5E3740D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4293764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84FC82C0-C94C-4042-93CF-53D5E4AD59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6E628532-4490-4EEF-839C-DD5EE74E86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CA5FB05B-EBB1-47A2-ACF2-615CBD906E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C5E52B16-AEB3-4707-B210-F8EB7E4964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2F3083C8-77F7-47F7-A50F-7F1DB35D1A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0B6D6FF-B597-4491-87BA-A952F1E820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D6735A0B-DBBA-48CF-A883-2FBDCE4213CD}"/>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D67EA07F-5DC0-4789-B3AA-E4C2E55AB49C}"/>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CC8BCA11-A260-4DD8-92A0-EEA31491FFC5}"/>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BC22616E-FA4A-4C7E-90C7-C23D138A4785}"/>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5FB64445-8589-4D42-AD4D-E4B0DFC65233}"/>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10BE7F-DDF2-4BA0-B490-78397CEBD5E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9B100B17-431A-4782-A949-F76941326B12}"/>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C163EDB2-55DF-4BD4-9CA9-6B4B84B01B56}"/>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379BB271-5B37-40CB-BBA9-5F29FE9D0638}"/>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E28BE9-A8EC-47E0-9C76-7F9F850678E3}"/>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9C69D4F-8B34-47F7-A3DF-CC59EBCDEA0F}"/>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006C2A38-1FFC-4DC4-B9EE-94BA1E6B708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E56CE643-8994-48ED-8CE7-86E9CECFC89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74F8C3-C823-48EC-A697-D5CAB5606AD4}"/>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61451579-0109-494D-9332-18C4E09CB58A}"/>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9BFBA0E6-DA06-4937-B3B0-E83ECEA1BCB8}"/>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A0E52A7B-2160-4ECF-8374-8DEAD039C9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91458115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D023E973-0278-4992-951D-ABF25B10EE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49333AD0-8CBC-4C3B-A4DB-BA5B460492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BBFAB91C-CDFB-4B7F-A488-A9673BD32B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C35B6566-C6F6-40EF-8FBB-4F5841B44B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76EA661E-373B-4D34-AAA2-AE4889EF61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B9E2B57D-75B7-4DF8-9862-D219A09696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B680F99C-18BB-4568-BB69-2056E611474E}"/>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63F07334-0909-44E8-8462-E94AEA9CC728}"/>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F6C71A1-5CB8-4A32-B0D2-9F02F68414D6}"/>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DBD0B43B-37AE-4CC6-805C-A27CA468A32F}"/>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A5654510-DD56-4E13-8903-C0617F141503}"/>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664C3922-A501-4B13-8455-F3F7475205EF}"/>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25DBC3F8-C676-4D24-84ED-7A1E1E4F8AB1}"/>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4BF76889-8B0A-4E53-A55B-CCEAB56BC015}"/>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148AB21F-7190-4ADD-8E86-899B2B81CC7C}"/>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AACA8005-56FB-4B0D-BF97-41CBD231B1E4}"/>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498C3B1B-7081-498B-BD08-27B46960E12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283D44A3-1E03-4CBF-BBB8-344E7CA88559}"/>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FF2B4A05-571E-454F-B726-6D600E99193C}"/>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59ED0A8D-A882-40D0-8893-A5B6AF4CD409}"/>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1A0C0D6A-E73A-4ABE-BABB-85CD2349AA4A}"/>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CC47DC8B-60DC-4AFF-8363-0275DB89F061}"/>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36044DA6-0158-442A-8CA0-87D15E6B0EA3}"/>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1DAEAB94-7AE9-4F36-96B8-55814760F31A}"/>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70CA619E-40B2-4682-A121-5433A1E468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257703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F63652D6-F810-482C-A512-3E351AC495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46615AE4-E845-413C-B738-46185D7F67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6289637C-B017-4A4F-8E20-9E8D601155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5C0AA445-740C-4ECC-9068-0A6AC2A860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A6861401-F32E-4DB4-BD3B-564760BCAA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4ABE792D-56FC-46CE-990B-C8C9C1AEEE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7D67A198-742A-4A3A-B8BE-53557099F830}"/>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4E72EA47-A18A-45DD-BA14-CFF72A600FB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D5A55FAB-1CF8-4FF6-B3E8-36C8C2D05183}"/>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3443DB13-706A-46E0-AE53-BFFB57FA5FEF}"/>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14ACF2A-F7F6-4779-9977-B3C0A3368B68}"/>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D20F2699-742C-4667-B98C-D055EE14EF2D}"/>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A6010940-EF92-47CE-932F-9AC3D5F63F91}"/>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C238A46D-4905-45B4-B93A-8BAB6ECB2A63}"/>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09541ED8-E934-41A4-A2C3-EC69CB3E0181}"/>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D5DA1E82-284C-492A-985B-F7D692FD435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81687C59-D27B-4617-85ED-3D96F7A9C39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FDAEA21-BE04-4A7D-93A9-0DE1AD24A58E}"/>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CA6C2C4F-071D-4D89-B665-192DCCD033CA}"/>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2537213E-7F70-4A9E-A128-2F0C348BC352}"/>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7BBE907-FAD2-4CE9-8CDF-3C7A61372D62}"/>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9A45C56D-4B84-40F4-BF45-C316006D05DB}"/>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781A3568-1972-4854-8757-337B4C44242C}"/>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BA2749BD-52BD-43E0-84EC-6133A0FEEDFF}"/>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A44541B3-8070-424B-8DCE-71D13617540B}"/>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8B2FA191-B3DD-4F57-AFA9-695E260786C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A36C07A-35DF-463F-91FB-9EC0D2F9F14E}"/>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8E19C4C3-18D2-4820-B5C4-0626EBED4E9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F04ABF5C-6F59-428F-8E74-68B3E27456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43140302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780E0C87-7A48-474C-91D7-153BEEC10D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070526F3-CE09-4FB7-BA15-292F827F40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FEC96D4C-754C-4D99-AA79-BDBBD81884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557A5751-1121-49E4-BC29-0E08482AB1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8A3D34AA-55A5-435F-9802-7E77A3C5D3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36EBC9C7-AFAB-4301-BCC4-266267DA02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00C95B5-7293-4E6B-A16E-E6186F25A937}"/>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52209921-3897-4BF7-861C-86BDE1356892}"/>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38F950-C107-4CA4-8102-3DE43C9AC1E2}"/>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48DEB5C1-7950-4B6E-A0DD-3334F94488CA}"/>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08B49A3E-2162-4E9C-A371-DDF614C46965}"/>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11795AAF-440D-4B0D-9534-6EDF1C2B1BCD}"/>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31C66546-2868-452C-BED2-8B752327C9A6}"/>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2FBF3DF6-52BF-4346-8BA4-5B2143759AF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E873CA0-5905-416B-ABDA-69FCB65C5D0E}"/>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85291C3D-AEAF-4464-AF44-845AE7A743B6}"/>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11887B45-C670-4F53-8C05-D1DF624F042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62DDE90-74C0-40A6-B9C1-E65625D392BB}"/>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DE3BD1A5-4247-4B73-90A2-56BA11E532C1}"/>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0C33BF-8EF3-4367-BC91-835BF5194935}"/>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3E6E89AC-D0E5-423C-9A04-C290AAEA0E01}"/>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469A643-4E01-4E67-B446-E4396ABBE2FB}"/>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5E574CAA-CA7C-44BA-AEE9-580AE5E9EE25}"/>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0F1510CE-9E21-45AA-A3FA-502EC7BCEE59}"/>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35A92F71-F4C9-4B00-86C9-0A19B2DFE63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260A40B-4C44-4A5D-B119-5AD6D254E3A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EEAAA893-7D1F-4D94-BD07-181AC3821EB1}"/>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1B240437-E6EC-4C76-B87C-0FFE40BE5F02}"/>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A5FCA910-BC5E-45A2-8062-79BE4C5767B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AAF4C8D6-9D1A-4155-9502-3222EA21C5BD}"/>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6467DFA0-1756-41D9-8544-D89D89B759AC}"/>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D9527B71-6D21-4467-B742-BCAE57A04220}"/>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5B3F1BB8-17E6-44CC-BBB4-3FEE560C9A2D}"/>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D8AA0469-CE76-4A78-A1EC-D2210E1DC8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4256759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AA70E7F3-4D21-4611-806B-73111FFFBA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2223D180-57E0-46CD-9486-D0B7E399C8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D3C754DA-25BF-41CC-990E-9A4DAA8B8C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7ADF5EAB-AB15-460A-B7E5-BD206A52C2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6E055E6-CAFE-428C-8666-C91DB2A522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C7B4E055-0302-473A-9AE2-A62E7F93AF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C86CC1BC-3912-4CB5-88B0-CCEB7CE83A3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A838C52A-131F-43B5-A959-64A5A5A45D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9925A230-1447-4880-864F-A510A2E6CEA6}"/>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CADFD0-D365-4A50-AB2F-95BC2BEC02BF}"/>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90DCD93B-EAF5-47B7-839C-4D576D53135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9034FF0F-D0B8-4C46-90EF-C35FEAC9CDA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9085A557-1803-403F-A389-8194DB3C1F35}"/>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25216608-907C-43E5-AD99-5DDFDDD6112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2A351FB3-9284-4572-A184-44DF1DDDE7DF}"/>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352EA1A-3352-4FFF-90C7-1BE04CC55AFB}"/>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51C6D5A5-4E2B-4B50-A1AC-39CE1C687C66}"/>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03B97B83-6E00-438C-964D-F68A001BE798}"/>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C32AD4B2-E43D-479E-B3F9-860E3629F4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5310145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18AD11F-0CCE-48D7-8BC8-510170AB8E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7F40951D-FCA4-46CB-8767-4D3B1E019E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FC4EBA48-443E-4187-B9BB-4B0844CCC9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4A65604C-F706-42AF-ACE7-48E7EC2A7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DD246D6A-B40F-4AA8-AC7E-17C3C2C3EE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EF51F20F-2962-4F51-9F7F-07C027B49B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A62B6F8-A542-4073-8AE3-E070CFD855F0}"/>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5409D835-5676-4ACC-A433-07E6E97E9D93}"/>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FD434587-F9D3-40A0-8B29-2A743D987483}"/>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404814C-7DAC-4D3E-B361-4AE710BAC0D0}"/>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1A876AF-B01D-435E-895B-A7F27EACF63C}"/>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9A1E2FA4-92FB-44E1-ADB4-1587C6A3CC50}"/>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C6A2902A-E2F6-482D-AE6A-9BB30CFA004A}"/>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BC0F0732-F637-4396-AFC1-5065050BF459}"/>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72139D-F30C-4AA8-AD59-B3D804B261DF}"/>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721D8C04-5911-4AC3-8554-26C02599155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ADC91089-135F-46F4-8949-F9DB3D62B8BC}"/>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CEC7127-3656-4513-A9CE-9BE644D2DD9A}"/>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98FCA469-253A-4238-882B-8C63F2AE503B}"/>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E6F98E48-F4C9-45FB-94CF-D7826B88A14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91F0E35E-9FFB-4E4F-B812-6141CE7D945C}"/>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8BEEDB50-E8B1-4C3F-A2D6-72BD42CF6778}"/>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E1252C93-C6F2-4D3C-92F2-FD2D46B5BF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1604163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C3F05F42-2313-46BE-B013-331E1BD0C3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3F7107D3-CD86-45BB-B8C5-7A2E372F3B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E8B173CB-6BB5-4EE8-9DA8-7A7F7FFDCE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A2A0F941-E0E4-4679-92ED-F1000DB207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1170282-3D7C-41DB-BEF0-7A8A8C048C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9326660E-3820-41ED-999A-A3433DD1D3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A906AD8D-A85D-4A53-B648-7F2B029F617A}"/>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8C87C2AE-5277-4D8A-9BBC-54258BCEAD7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FB006673-D565-4B42-BA2F-0599135B6AF0}"/>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D134C47D-2F8F-4C99-B009-91E69AAC8DBB}"/>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EEE534AF-147C-42CA-A286-804E502F867F}"/>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3F91BAD3-68BB-4C11-A3B6-B862032684FE}"/>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E098ECC8-1C9F-46A4-8A6E-B20A2360071D}"/>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9A9C832E-22EB-4573-A2C2-C6380831CB1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0B19ED60-9967-4BFC-A80D-ADB0F38E9EE7}"/>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BBA7D61F-350F-4D08-A928-9F595298705F}"/>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DD820AA1-5BAC-4FD8-8D68-3173A33DAE75}"/>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CAC50EA3-5E0E-4780-A3DB-133CB522913B}"/>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A7BDA8A1-C36D-4ED5-81C8-DE2C998B9728}"/>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3B060DED-C5C9-483B-B308-B61326776291}"/>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A211BA9C-707A-4209-9898-A0E8F0C18B7D}"/>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14A3676E-8632-4300-81E3-A775FD36DACB}"/>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0AD5084-1C94-4BD7-861B-FC9B2D19F0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04798773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1BE92647-1154-4188-98BD-E2E6B0E0D1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CF118E57-BDA7-4763-92DE-3FE6A22148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32E52F71-3D1F-4801-A6EF-76633071AB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3AEDDEBE-F3F8-4A50-B84B-3077BEFD01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183EDEE5-30FE-4976-9BF1-EE1F24B181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94CF1144-1475-4C8C-AA62-274764CC43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8FC46B6D-4AA7-416C-B792-6AA8E6F9CC46}"/>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75EEEC4-9BB5-4A54-95A7-B706325CB680}"/>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74FE6EB4-2543-482C-BE9A-68A9265A9F3B}"/>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B16F522-A525-4E7B-BA37-BADAA2B1D79E}"/>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867E098B-69E8-4ED0-AD20-62FCEC98243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2AD120BE-BC73-4A0B-9388-BD8CE03C82D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8803FD2F-2081-40A6-A6A9-AC0A28795330}"/>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5EE02415-BA48-44E2-9C53-5596194F8B0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06DA4DB7-968A-45A0-ACA9-9A6B9F7D87D4}"/>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4449F31D-0720-4A9E-978A-13DEB039C306}"/>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680D5682-B670-4BB1-AB5D-2AD152D16EE8}"/>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654948D6-5049-4677-AFC1-57130D9B9DA2}"/>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22497822-7465-4FD9-9370-39671C064981}"/>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FEF5088A-BAE7-4E2C-9EBC-EF82AEFD7F1C}"/>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A7172922-9CF5-40DA-A135-13B06B20FA46}"/>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E0520BA2-556C-4330-849C-9D4A28B03660}"/>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632F7F56-51DB-43BE-8BB5-2F90F9A1C496}"/>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313E32A6-F3DA-4544-B150-6E87983F912E}"/>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7B80A4EB-4F40-4A1A-A2DF-72E1FD67D875}"/>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8FA4C251-CC3C-4E3C-8495-70D60A9244C4}"/>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50403034-A696-46E8-AE15-F5CEE9053519}"/>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827C05D1-74B9-4054-96FE-3AA5AA4C830A}"/>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F9A7EA0E-0C5F-49FA-A5ED-5B896C749B87}"/>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AFE664B-F286-419E-8666-0FE3EB66F59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23E40398-D5DA-480D-9D99-3A081CB648C1}"/>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0A25CCD7-27C9-4943-81BD-146412EFDA59}"/>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8721B9F4-86C7-4E16-A92D-87D94A7FCD0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7A41BC7-C0C2-42E1-AD2C-6D74742D595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9459B42-8482-4AD4-ABA1-7F72F844DA4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0E829B1D-E317-4395-BF93-187ECD11390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7D7B9712-E286-4D58-927E-BFDDC38F7181}"/>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03687B2-EDB3-447B-AF70-A6EBA3EFE14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337E8D7C-B69A-477A-A8C1-8B22DB3896E9}"/>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3730B22B-65B7-4199-BC2F-278E8CDEA668}"/>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0EDD1CD9-4109-40B2-907E-87E5AE1432DA}"/>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AA237F6F-6465-4286-AB70-C140F9AEEEB8}"/>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FA8EAF0E-4902-4153-B450-B692ADFCC3B1}"/>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524DACE5-7C45-4B94-A9DB-0C7053975DFB}"/>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9EBCBEB9-47ED-4F1A-ACAD-38DDC6E91618}"/>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CA6A431B-938C-4C79-98FB-D8FF3206C2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4413368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99B7F58F-7B3E-463C-AF6C-1E606F2967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2FCC4FE2-5DBA-444B-A2B4-E4ACEB66DA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7CB33319-5929-4550-AE55-2852E1CF0D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F0901870-D5DF-4586-B062-C14A9493E6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04216DC0-16A2-4701-B7A2-8B3F5D06FF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23A9D995-5D86-40C0-BD4B-E06B3BB293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0A4B986B-A04B-48ED-8612-72D28CEA405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78A8C13-FC49-4E6E-AA9D-CF4AC4EFFDA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BB491A4-715B-4AA1-9602-2BBEEB3715E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322FAE4B-7088-4DA0-B26B-4478B690ACB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5B3F2E9-C73D-4176-A231-BFC6CF67245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31B3385-6C96-4C30-800A-C445EF75B50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4FA1BED7-F4D0-4BEE-8DA9-CCFA6EF6C0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BB1BD443-7C55-4B67-A83B-AE044CE52FF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A8A4966-C2E7-487C-B76C-E63990CCC49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1B6208E0-18A0-4987-9723-30FF5E87F4C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DC265EEB-159C-4768-95F8-76CFD8EAF6D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B78EFDF7-CC5D-4633-A75B-4CD2E40183E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D13441D3-E792-483C-AA59-418B9CAD523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8D2970CA-AD5D-4536-8FD8-B5CF6FBD574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6E0E236F-5F1A-496F-A60A-AD2A922428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80757047"/>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BD936F25-51CF-44D3-950E-088E7E7550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FACF630D-3CEF-4435-8BC6-4709895C95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031E800C-3F28-4888-8945-3E26535ED4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A83DAEB6-0965-43F5-BDDF-7151D60697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6535B3B0-2CD2-4993-AE49-6750944C89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60C98B0E-958E-41B4-9C36-5933FF5398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F503E5CB-7336-4E94-B5B4-B8A9937FC24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4E98FB3-FB6C-4257-ACAE-F8F0EA9F2AE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0DD3B684-E0E6-4A57-B174-7B4CAF729B1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DD4FDFA-8542-4630-ABFB-E51C1224C7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3CCCB05-659C-4CE2-9B9F-C2F6C17BFE0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3E405F5-C644-4825-BF41-30EE90440D4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F75E6CA2-73BC-4041-88B3-3E235FA3FBE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A4E90712-1BBE-4C9F-95E0-9CEE03CD344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BCBA0C55-6333-48E3-8D38-7647052F009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37229285-BAD6-4AA0-A874-DCD443C3276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58747856-ED23-44EF-83C2-8E1D7657294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3DFA4F7D-2EDE-4901-A15E-90460B0E3B0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407AAD6-CEB5-47FC-B77B-C699AE737CA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F31AEAD2-FAEF-46C6-BDEF-B8014827258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C643B85D-BB0A-496C-80A5-7DE717BE50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5833909"/>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BC0C43E3-BB80-4A01-A53F-DF80DEBCFA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D25FA1DC-424D-4ED8-B209-601752C821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7A459C10-DDA3-40F0-B683-3D29A157CD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F0C563B1-E5BC-4DFB-A998-755F93DB36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98FE556B-6772-4302-8077-C38C81FD8E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22546315-D067-45B4-818A-34AA3E382C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FCFB80B5-0D1F-42B1-BA29-1A5A90E2952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CD9F4B3-9987-4C8C-B1F2-D95D0D3DBB2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3EA8367-BCAC-467D-9B56-AAB0609013F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C1181BDD-AF74-438C-8E95-D59FD37756F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73CEF84-C8B6-4E2D-A121-747ADC6FB30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CBCA531-B322-4873-A673-8C6A1989264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DBB56C72-F832-447A-900B-06FCFF72B40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F409ED04-B164-4930-8B35-C957EDBEC55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49AE7CE0-6EE7-4517-A6BB-CC0D8CFCA83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14452CE0-C5F4-46FD-B08B-C9ED02072F3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3F75DCE2-9868-4676-BF75-321CCE7AF1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A04D1E6E-ED20-44D3-A27B-7B0ED662FAB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7F4A90ED-BDD4-4527-9AC0-C03B9472C8D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8F22C499-E9B2-423A-B58D-E89806C5BCD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5D85F2F2-209F-4143-8928-12DDE06FBB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97813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025E58F8-CA0A-4FF9-A47B-6C13E3BCE5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7589BB79-6AC8-41F9-B0B0-C984DFAD63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780E1A8F-590D-4D9A-AD75-2C1DC78DF3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3504E51E-DB22-4E62-899E-8C94E8934B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9F6BCDDE-BD3F-44B6-8FB7-9B28A8C979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AE7A57E0-5FDA-4409-8FFB-591A525F4A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84D296AE-F7DD-4BB1-BD2B-C26E7231D00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6418B0D-3610-474B-913F-E57B18B1776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C1FEA4B-3529-4B17-B8E0-9C7AB7F059A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15AC6D3A-1395-4BA4-BEB3-2BDD314122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724F9DB-66C7-4BB6-ABE1-3CE0E3E0212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E875F61-0692-43FC-A9D3-3F18353C072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1CE347D2-F18A-4EA0-81E4-6417CE05F29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95345F09-62BC-4E3F-8D90-A1AB6A76D55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74C7EDA5-1499-4A05-B189-5B2788974F5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F5956B2E-FBB0-402D-9703-032A8782C07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A8CCE7C8-1ADA-4F76-B977-9282FE21AA8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621B68FC-0747-4830-8EEF-5672250A2F7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02ED9CAF-2EFA-4CEF-A834-D47D2E761D9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4A4AC20-7589-4CF9-8384-65CB779FF72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9852CC04-ECD5-4590-8E8F-1E966356BB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04670176"/>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9DF9B5B0-6BFB-45CC-85E6-0E96C2DC30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52877790-F60D-45A6-A753-46B3CFC3CC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FE8A09A4-DDE2-41A5-903E-916504B2C4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48F93A27-EA6C-4087-A256-C9623A2D18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63C212C7-A6DC-4710-BBEA-D5FAB125D8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89225879-DBEB-43DF-B4B2-4F9716C3FE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33E7D35F-B8F6-4EDF-B4AB-8F67EB36457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091BB52-E690-47F8-B8CD-8043EAE93E3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65773EC-1DA0-468C-9096-DDF33592EC5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0BEDC048-C1FE-4919-B8A1-E5150C7F174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A89A6D6-BB39-4CE6-B2E3-B42B479E3AE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0D717CF-745B-4D4B-9992-E12B8A01940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FD493B6E-F0B5-49E0-9B6D-D23069C178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4673648C-BE2E-4599-A3CE-0DB4A70A5C6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952F6F7B-F340-4AF0-8648-0CA0BDD995A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6E6A021E-D83A-4779-BEDE-62EAF737A56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82D56303-BA96-46BE-B72A-6BE2B9E527D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3BC9B1AC-E9CE-4CC4-BB0C-8B78DD8781F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065768A0-0A14-43E2-89F0-142A4B7FC10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C9D1E856-5869-44EF-BDB2-E6759743670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0C4D9436-A515-4E3F-B239-EBF4BBCB8A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30114509"/>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2AC65BAD-1920-4143-A740-7C174CE610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83E0C539-D9B7-4C3F-8507-406FF241AC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A363862F-B000-478B-A613-8520E00031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448400E7-AF84-4DE2-B507-F86DEC4FC9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5767F470-2C05-4AA9-99E7-DC83ED662B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A5789DE8-4ADB-42A0-B5C8-F068B4AA46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1D31A9C0-10F9-4862-B6E0-F3FD6937D47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534423C-F66A-4028-91E6-73C861F801D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49B67C4B-062B-4D7F-BA98-FEE7249F836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3C780854-590B-4C90-B0A8-97F5692F57B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986566F-07F2-4FDF-B8A3-CABCC51BC6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B7ABD97-A9ED-4C4E-8687-453A986B45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70C1F916-387A-416F-A554-0974F27406B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FB5BAA1E-841C-4AFB-833B-759B050A371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2CD08DDD-2498-4D83-8E61-B18A638361B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FE83785E-6AF6-4F66-9182-62912930778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D6701885-A947-4F6B-94F9-42B375549A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5EE269B4-FDD3-467E-9B99-4CF2FD55596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22FB3AC0-B529-41B0-9B7E-A8D73B6B2F0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5D78EC9-737B-4D3E-A69A-20D07567EB1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2C319727-A45D-4052-AD48-09A0392540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0123061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E4F436AA-98D3-4B21-AE07-3DD5F83AD7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5C002A11-3500-46D8-9C8D-3223F7984E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A66EAF4A-D3E1-4B03-820D-5993993716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9A3F0C59-396B-4CED-BD88-3B1BE5CFB5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39487E14-63EB-4063-8F07-9E40E6C46F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6ABE6ABD-E8DF-4D60-A87E-BA810DBF08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B00BEAA8-3926-45FC-92BB-C2BC3878C4F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23A22E4-B534-47CB-95B7-67FC091DBF4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39BC6B66-D8C5-4B4E-8D10-5654948A21B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74E71FA-088C-41FB-812A-C58C1E94549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D32DF5E-8B7E-40AE-AAD2-7110F896F48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70F58C1-D3AE-4B3D-837A-811EA6826C7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875FE26-8673-4383-965F-C6F61BF2F8D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A2C16677-BBE6-4F9C-8C50-9EB7BF1BD52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4AABF12B-BB52-414A-919E-29706030EB1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7C846CDE-91F5-46A8-BB3D-1E0597D81B2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C2CA545-378A-4E2E-8743-4DF059480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0A97C4F-C3B0-45B2-B298-454DEB7FB29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4EED7919-0078-4C3C-AACC-C773B9C4E77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2D81FA1-74C2-4B47-9020-50B088ACB46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DCAD3D1D-562E-48CC-BD65-D7C9C27786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01367835"/>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A70D0AAC-38BF-462E-8F50-B595E63A1F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47E66ED3-055D-47A3-939E-CE468C3BDD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B2CC1C39-F1F5-4355-BF41-185F8432A7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F441DDD9-E732-49A8-88F3-6D7051BFE7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A6808676-23CF-4710-9C06-8FC58906DC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6EFB080D-3BB4-430C-8F45-CC9E6DFEEA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8F9A0417-B1EC-4B98-901C-49522ABF2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6CF309F-BA2E-4A7E-80DC-A468E24DA90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00A437C-B311-4CAD-AF4A-72F77B8E709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330B3700-98CC-46E8-B7C3-3A9F38E0C00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0E2BD00-6E0A-41EB-9753-49EDF308BE2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CD575F-794A-42FC-B4B8-A0AD1555A12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3F6B1A84-D2C8-48C6-84DE-8AC8E70E17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ED4C8562-12D4-4C69-9560-3BD5E2528FE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DAD4BA9E-852A-4537-978A-EA8A2DC92F3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291CE007-A7C1-4DE2-AD36-5EC535A6F24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02E4CE9F-C094-4F50-B5C9-2DF49755456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EED3765-0697-47E6-9642-03533E32DAD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0740448F-E37D-482A-8A9D-6DDDD6B8B84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8C0649A8-D395-4365-8A33-3535B14D814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C1E75A8A-9578-46F7-BAE5-B253DF3DDB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7121653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1F89D42-0078-4DDC-B88D-DDD7DE0FD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E0C75761-7E3E-48B9-BF0E-AE7B0CDE0F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51243DB5-DC06-42B3-A2DB-5579C26AB08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A151F5F-2A29-4A31-9FF1-B9FFCD1D7E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2755643F-B3A1-422C-B784-2C5DB6A0A9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4337064C-D6C9-47F0-A9CE-792265BC11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66CC987D-2C2F-43B4-9AEC-653EFCD018BC}"/>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6911769-F0C4-4CFF-9B65-920AB525074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B5B931F5-8763-4FFD-87BA-9789BAE1485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7D146D59-1714-4B8A-87CA-4C18874555F7}"/>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D7516536-1158-4DC9-9E6C-D239B847FC35}"/>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6D98ACD8-7890-4006-A380-20AE5939BB98}"/>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BE41445-9435-49ED-B9D9-608D54292C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5000496"/>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38BC9F41-13A1-4B76-98DA-A27D5E124D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CA423E8F-83E4-4B55-80AF-C96AAFDDF3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965405DE-F1A5-4850-A23E-6583A48B8F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DEAAE29-52EF-4D25-88C9-713C7E66F3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0EBF775-DB1A-49B4-92C4-DBF1CBDFC4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4CFD878E-3904-4815-834C-B9B3759CE6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4C4A886D-E146-4EB5-93B4-73A7F407E28F}"/>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652961AF-AF55-47FC-ABD9-D3EE82F2896B}"/>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561012FD-66DB-429F-BD68-89B183CE57EE}"/>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3D61890-4783-4029-977F-C2D4129A822C}"/>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7CF9268-F04E-402F-8B3E-420351E803E8}"/>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98480AAD-6650-40D2-A006-97BC1C79421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F8E2EBF-062D-426D-BB6D-B3378AB8AAF2}"/>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BB887E9E-ABA3-4FE2-B06D-72E754873427}"/>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F38A3A91-A5B8-4F43-B5AC-B3A210D3E8E8}"/>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0CB7AE7F-BE83-4FD8-8D3F-286319F6694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0829D5F3-37A3-45A1-8D02-98B0FAFC82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6895977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31055E7D-51F2-4B1E-A5F7-22DB2297A5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9C3637FA-15AB-4777-BD34-541961590D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96852AA3-52A8-449F-9C6C-DB0708A03F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7F0FAD3A-5423-4ACD-AEAA-67F3E2EA0D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45AFDD9A-F49E-4AEF-9122-56F04A32DD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DDE219E8-94A8-4B28-9D57-12B6DD6E94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40A44D13-379D-48B5-B3C0-7465DFA6C94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81260329-F760-4504-894A-FC8644412030}"/>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E6FE2776-35D3-458C-8F9F-29A57856FA31}"/>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7342BF42-5A87-4A0A-B122-8312FB2B298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6A587BA-A692-4166-B7DA-00A1DE407CC4}"/>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D414EC38-53B5-480D-B4F3-90DEB9667F5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B089EF96-CF98-4ECE-934D-F59C620C9DF9}"/>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C64949B5-1D2E-464E-A1A8-A89B04C6FBB3}"/>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AEF9269-3932-4B51-8ECE-0466AA9DB9DD}"/>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F7297EE-18D5-469D-82C2-7FE4528C3ECA}"/>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11EC2351-EBDB-47D2-806A-7685577F4DD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EC197DD-0E42-4FDE-B4EA-EF1362F4B12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58E90AA-781A-4382-83B9-73FCBFDB9C84}"/>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0FCAABF-C854-4A2C-966B-4F7A01F1017F}"/>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43A8CAB-875D-4AD1-83B5-4B13C435D100}"/>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D67AA55E-AC38-4FE6-A5F5-9ACA7CA8C9AA}"/>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0ED26D5-9BD7-4FAB-AF4A-099C3711CC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2955290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B1A5C99-7EE4-44B3-BE0A-DA4CCC357D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8B26E51D-14CC-47F3-91A0-98A958D387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810997A9-86AE-4DF2-A100-6CEF40A790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4460F985-F5DA-4C4F-9B25-FCABB53F69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06FEC35C-8CEB-4BCD-A13A-F80A20FBCE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27FD91D9-7F6E-4976-A42A-428D8AF923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6F1A6ED1-2AD7-4480-8E46-9C696259007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648562DE-2F0C-4B52-92B4-F927AC7A6874}"/>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71FAB4F0-3538-42FE-938F-9DA05263D329}"/>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EEDDF6CE-C912-424F-AA1D-59BEE4C4B08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B5435C9-B93E-4B01-8816-8924DFCB936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707B034-D81A-4079-84F1-EA751C224E44}"/>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06FBF47D-CBBE-4D98-B069-F7055A74FEC2}"/>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A41580BE-8DDA-40EF-B467-F0EE21CD6EA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054251C3-2CB4-4B38-9262-36476A1CA58F}"/>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CB849033-FAEE-41AD-A5C1-5815AAC661B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9EBE9F9B-23CA-4361-B46A-0EB8B2A0E1D6}"/>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3432854C-F759-4E98-85B5-419248721EBB}"/>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E48C5950-AC89-41F1-A8D0-601FE3866227}"/>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6BB4E3F1-CE68-4E79-BF07-DE7D37958029}"/>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3EE3127F-B0B2-44B8-B2C6-C62C8FD9FF90}"/>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7192603D-2278-456D-B52D-2ECC6151E9CA}"/>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788EB854-5311-4C15-8BCE-D61060A2D2BC}"/>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285BA72E-7D85-44D2-BF4B-1EA569730693}"/>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1E7B8EF4-382D-4AF8-B4D5-B9F72680ECB5}"/>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544CA424-3123-469E-8CB3-24F9C19ED7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94171594"/>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07A88C1D-3785-4B93-83EC-7286F5E096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AB82B87B-9231-42E5-8F96-8DB44BA1F5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A24D53CB-34A7-48E3-9A02-CEA6B203DB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7F2A9A98-9955-430D-9B94-A4EE3221E4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D669491C-2636-429C-9D7D-40598C9209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1A789AFF-E86E-492E-B2E6-D937705CFC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828D7EDF-DEB2-4FE8-B4DD-149B19D0486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6E022F13-E554-4242-BF8B-DAE6E06C8977}"/>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CF55DA4-80CA-4C76-9475-BD09D84BA2CE}"/>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D6400988-7D3A-4BE9-AD32-413201FAA686}"/>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C610A29D-28D2-44FB-923A-949698406CB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74EA54DD-6B95-4D9E-9A6E-1EB453D81C27}"/>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6F9F96A-896B-4CC6-B5CA-F24855099A40}"/>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6654BDBE-F6F5-439F-AE8C-8A8770F3EB55}"/>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35FFF8AA-BA42-413F-955E-7E5244A8548B}"/>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829EBE30-E412-495F-B27B-C973900578F3}"/>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971B282-A5FC-4D84-BCA6-8A3B92A8118E}"/>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A5368FCF-BFD5-4160-A8A5-72D8ABA2EBF5}"/>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EAAAD57B-A1DE-40F8-83DB-336C3B599556}"/>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4076E398-5A48-4FD3-A943-A161C6A244E2}"/>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1B4FD7DD-2BFC-4F33-BD2A-F657B9315911}"/>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CB436FD2-AF83-4975-B04D-95B61424259C}"/>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D832BE9-AE42-4666-899C-79F39CFE0CDD}"/>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BB65151B-A051-43A0-BD67-C24AEAC4521D}"/>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D4FD7CA3-7D9A-4D2D-BD5E-C51AB726886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4788C1A-86C8-48FB-90B9-FA5BE5F7CDA0}"/>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25E10CEA-C62D-409D-B427-E57A8FD3B7E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B613BEB4-EDC3-4C3F-A027-686D0EFC1C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69607891"/>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4302D1A-3BC2-4470-99F6-705579F068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A5EE65BD-84FF-4F2D-A4D5-DB9DCE93C8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CF9DAE1C-E2E7-46B6-B5AF-5CD4D51060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75F387C4-ED18-44C6-9767-01292A3B1B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D51E7511-2D5E-47B1-9D63-8990819C33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23DA89A-5052-4A41-BFBC-76A863C54E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B13F9585-64AC-4BA7-83C6-1B9BD2A3930E}"/>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C7210C7F-9F21-459E-BA8B-7E007221F7D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7A889F73-DC38-4F3F-A73B-B052A255D7B2}"/>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1336F19D-49D3-4CCF-968F-3EE3BD0F1C68}"/>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C6224B1C-6E9D-4F9D-9311-E1CB20FA4C41}"/>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B3639EE-C87C-4E15-9C3E-EF4B0E9C4715}"/>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5C5CF9F-5F53-4C7C-909E-5E5CDE0513C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3CF0E46-11DD-496A-97FE-6755483BCCE8}"/>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8E096C25-1F4D-4CCD-84B1-C027B499E50C}"/>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F17B42DB-C8B4-4DAE-9DB0-B817D9B52510}"/>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8B7A4767-9F6C-44CD-A354-AFABF5E9ED7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54B77CB-7CB2-47BA-9166-FC9AEA7E1701}"/>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E66817C6-7D66-47D3-AB6B-8D6D14BB1FE1}"/>
              </a:ext>
            </a:extLst>
          </p:cNvPr>
          <p:cNvPicPr>
            <a:picLocks xmlns:a="http://schemas.openxmlformats.org/drawingml/2006/main" noChangeAspect="1"/>
          </p:cNvPicPr>
          <p:nvPr/>
        </p:nvPicPr>
        <p:blipFill>
          <a:blip xmlns:r="http://schemas.openxmlformats.org/officeDocument/2006/relationships" xmlns:a="http://schemas.openxmlformats.org/drawingml/2006/main" r:embed="R4a1793221ae94c63"/>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27AF87E2-0390-4DCB-AD55-53F3DAE76FD6}"/>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212169-E766-4BFD-82CA-0B490B10B238}"/>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A94CE266-0B63-443D-BBB7-9FD524C19363}"/>
              </a:ext>
            </a:extLst>
          </p:cNvPr>
          <p:cNvPicPr>
            <a:picLocks xmlns:a="http://schemas.openxmlformats.org/drawingml/2006/main" noChangeAspect="1"/>
          </p:cNvPicPr>
          <p:nvPr/>
        </p:nvPicPr>
        <p:blipFill>
          <a:blip xmlns:r="http://schemas.openxmlformats.org/officeDocument/2006/relationships" xmlns:a="http://schemas.openxmlformats.org/drawingml/2006/main" r:embed="Rb1a886c20c404d57"/>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05F8E7DF-AF11-421E-93D9-C1109CF4117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8EC87DA-EBA0-4939-A689-9BD4D15D86FB}"/>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698D7BE-D0B3-46A4-8560-EE7988A281BE}"/>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2E600796-F467-40F2-A497-17BE1A6A4DD8}"/>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C770306E-99CD-45C9-84B8-58078FD57AE0}"/>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52D94DB9-1E77-4271-96BC-6F4DC6259D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8465850"/>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91915F48-EF0A-4519-9A8A-A79605FB7C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C389C61F-0F65-41D1-A1EF-D073377BA3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79CCFA24-040B-4354-8296-855EFB5069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6B59045-324D-4997-B041-A52706C5FD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DE1D022-3F33-4C0D-9EE2-A7029DA397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2C55C006-2F05-4315-B61B-29DA225C84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17CEB272-120E-49CC-9D79-DA8E15534247}"/>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83110217-B5F5-4B41-8FC2-7DE7A57D153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F4B124F3-D630-4DEA-81EF-A0D5060BA2EC}"/>
              </a:ext>
            </a:extLst>
          </p:cNvPr>
          <p:cNvPicPr>
            <a:picLocks xmlns:a="http://schemas.openxmlformats.org/drawingml/2006/main" noChangeAspect="1"/>
          </p:cNvPicPr>
          <p:nvPr/>
        </p:nvPicPr>
        <p:blipFill>
          <a:blip xmlns:r="http://schemas.openxmlformats.org/officeDocument/2006/relationships" xmlns:a="http://schemas.openxmlformats.org/drawingml/2006/main" r:embed="R2fd16677798b489e"/>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DD50F313-AD73-4C04-9953-C735E76FC21E}"/>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A4A0AD12-0F05-44E5-8C23-7B978538A65B}"/>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361FD3D7-4A14-48B2-B471-A48AB612EFA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25187F36-D626-44B0-B166-E0202479087E}"/>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479045AB-A51E-4324-974A-7177AAE0F295}"/>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20C570F0-4697-4DBD-836C-6345E328955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65A517D5-4D6A-4BD9-A2F4-3CF0B2746B9A}"/>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ACB5ABBA-16FE-4ECE-8FE1-28679D4808B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69E1F1E8-5B3D-4C83-8561-55135EAB8A4B}"/>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543F9799-15F6-4FD6-863A-72F72B3BA3D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D077A7D1-D5C4-462E-8B57-1C4C84B5D390}"/>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34A2B385-C4BD-41BA-868E-79AEB8A1A3CD}"/>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E357AB3E-19F8-4F49-AD02-302C9D044AF1}"/>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3A8FC5CB-A3C7-4B70-B1FC-2BF962A8B324}"/>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BBCFFC-0E11-49C4-85C8-800F0F4E9563}"/>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E9B9CE4-E26F-4258-AB0B-8A73566D668B}"/>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82F583E6-370A-4F7A-9922-7D5BDA0C7688}"/>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D76AA86-61FE-4A40-B2B5-D66F987060A0}"/>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71FEECEB-E741-40C3-BAAF-BDC919F18E0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6498CA5D-2093-43CB-99B4-7489859020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372187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CEAC2C2D-5DAB-49DA-890E-489EDE8EE7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7FEE7C63-D49D-4B2B-8875-07C0583DF5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CB8D05FB-6758-4941-A593-A07FB708C4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921E62E3-7962-434F-BCCE-8C5AAFE950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4E26DE9-3E30-4B06-A770-14F547AB82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28EE405E-2738-4351-B115-E375B61F76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CEC4FCBA-2A88-426D-8F14-1DF1DFF6DC6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828CA409-64D7-45B4-9CA8-48EF86262109}"/>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68AF13F0-6E28-4437-AA50-BAC8D101A130}"/>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41DBE15C-FCB5-4ACA-8D4F-4E12EB75FBE4}"/>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A8144CCD-7054-4792-A680-FFBF2DD2D65E}"/>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9A189BC0-31FA-4A28-BD6C-F278EB8565ED}"/>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8B3977A8-8C92-4912-B10D-27D33DBA967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D3ED861-FAA4-4A9D-8805-28FABA34A54A}"/>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CC2EEA17-3AED-41A6-88C2-B43DD6D61F3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BAA58C4E-6FAC-444B-86CC-306EC831E94A}"/>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AB5C28FE-DDBC-4DB4-A1CE-D9F5F19B8E27}"/>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42FE8C5C-7E7F-4C25-9C5B-80EB92ECD318}"/>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348E8D0B-57F3-4F2B-BE2F-DAA608DE0379}"/>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85200CC7-434E-4E7C-8CCA-011CA991A59F}"/>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34958DB2-B76E-47B7-8C0C-5DA6C99F875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F6D9907B-5E46-4A05-A82D-7A3818E693D7}"/>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E3E1BA7-5D73-4233-A0B6-A3C11C2D6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1960582"/>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23672DDB-3B12-4B12-B45D-49BC4C5A6C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844A6881-387C-403F-ACF8-6154DC1BB6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AD9107A7-F57C-49FF-B653-0E4E276557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45176F41-F986-4663-95F9-23EFDEC1E1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F8136FB9-264B-46BD-96DA-DFD45801AB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1CE5E44E-46BB-4C4A-B824-E6B6EE0039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6DB95F4A-A652-4224-919D-6D30869312E8}"/>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A106EF27-E0EA-4D2B-A56F-F89375A1C55A}"/>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FFB9FF7-D6C9-4B9E-A78A-71CEE886A0C8}"/>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B55A79EA-C99F-4B7E-9DDC-6FCD3253A979}"/>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FA531390-66AA-4CEC-8321-BF29F74A4D02}"/>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8D862E25-0272-44F3-A9C7-4362DED53B34}"/>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D2B1A1CE-C4DD-42FF-87AE-04978AE0E9F7}"/>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14AA8FF-17D8-419A-89C8-97190EDB66CB}"/>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410DEDB9-8F72-41A4-9945-9D16457DE654}"/>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94E2AEBB-C114-45FD-B17D-3BC58DD2878B}"/>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5444ABC5-689C-40C0-A38B-C378337FCB11}"/>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D46C39E-769A-404A-8C33-0E290B47B21A}"/>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95FCEA23-5B13-4B32-90DB-BF0EB2DD99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94898CF8-9019-4A6F-8030-87D35C631EAE}"/>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A604018-D571-4676-B058-BD3FF8FD1781}"/>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AFA57F54-75A9-46F3-96F4-64EDB87E1393}"/>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BED62200-0E12-4CDC-BFE2-F053A3F8AF9E}"/>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F780093-CF16-4986-915B-7D726CA04821}"/>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7DB44631-1C94-488B-9A05-B39F20B409EB}"/>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277E5344-8781-4B11-BFB3-010B36DAB90F}"/>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0EE91586-6774-42BF-982B-6E9B0CC16605}"/>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AB231020-AEDF-4A5F-BCE9-4D852B7A39A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F18ACE6D-E454-49EF-B4EF-BE16704056DA}"/>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2D5FC84A-4ED7-4980-B129-902F5C1B9AEF}"/>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6E3594C6-23E8-45DA-AFE6-3F77E842C99D}"/>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39484132-E92E-46F4-B6C5-01A5C4D9831F}"/>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3A5FD538-E173-4F42-986F-56B70F7590E3}"/>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80C7F206-F585-4160-A7B9-9A034FDD17AA}"/>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5B52CE90-FFE2-4840-97D6-778E42086F23}"/>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D3F0C31E-D421-4256-B3D0-4EF6E53BB5F4}"/>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933775F-AD29-4AE5-8C19-22F99F4D24C9}"/>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2FEBC2C8-75D0-45D9-87FB-D76525370628}"/>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09BDADE-077D-4FE1-A516-3BC835631658}"/>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D97F62C4-BA12-4487-8B95-777DE5A31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1981125"/>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BD0EC585-07FA-4E2B-9A69-9423DAD2E6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DC415299-EE1B-47B2-B921-073CC0A018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1ABD3402-8DFA-4605-B591-85E74C11D1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9278B2E9-2EED-4B0C-AABF-4B000CB029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8103D640-1A73-42B4-B33C-0ED853163E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B9CEC02D-E644-43B8-8D49-F20CE984BB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20FD9719-8824-4CB6-A367-F50B34486176}"/>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2042541A-D0E6-46F0-9AD2-4FD25ED6B346}"/>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D333A4CF-4E71-4E9B-ABBA-EE0835630681}"/>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95E875D0-2508-42FA-9E7B-4F14F7B94734}"/>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9C74E85-7F5F-405E-AAFE-525FE81D7D3E}"/>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4A12AD74-C3CB-4C68-87C6-4E8FDE2ADEEE}"/>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2909909A-884C-4B21-865D-3FB64489317F}"/>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D6AC715-FD4B-4FED-AE9F-EA542614B44B}"/>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5441314-65CA-4EA8-9764-8594F5C691C6}"/>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8A9C4CD4-0933-442A-BE2A-1F5C89522EA2}"/>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C72A74FE-534B-4003-AA86-A366BA225432}"/>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8EFA1A1D-68AC-4D53-B75B-5C11656DD61A}"/>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1396810-7D1C-405E-ACC7-B2F400D4DC23}"/>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4B4407A2-16CA-4112-8FEC-955375F0F983}"/>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7867A31C-BC3C-46DE-B74D-B1C0A08BD6E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2B5314F7-5C13-4E74-8D31-CF205EDF5E97}"/>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8653F05D-B750-4AD8-B74E-45E1AC158D4E}"/>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A95DC6CD-CAF9-48F9-B87D-AF56B9E3FA92}"/>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6138E7D-9DB4-4953-AB16-555484B5D78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FDB7362-650B-4F0C-97D3-F78D3A36A7CB}"/>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0FD45142-05F6-417B-961B-CBF0651C82FE}"/>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46E64412-9DDD-4F9B-A557-B027CBA64B0D}"/>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F47B4D81-BFBA-4748-B43B-4B47BA32C891}"/>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3F29C72E-EEFD-4425-AB8D-1081C465F034}"/>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4EC36FBD-E63F-4472-BC44-1445C26AF05B}"/>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90257E24-3A9C-453C-A6BC-DC1730F64F95}"/>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73DB427-CDA3-4DE5-9C7A-6B2D9F382DF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DA006EC6-0E4E-407F-AC23-A4A5317B12A8}"/>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AEB3056-8BE1-440B-91B5-7FCB6BF7BCCD}"/>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69B62E67-65E0-4A96-805D-5D2F434CDF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5754133"/>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CF9EA96A-6501-41F7-A3E9-60E48598E0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5B912B37-2AA4-4B59-89A0-33FC5E6ADA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2D3C3034-B0FA-4EE1-9D70-0BB11F36406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872C73BD-D33A-4805-91D5-B50FD97BDF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D0EF9C82-4A82-4318-AC9F-CD5C1C83D4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E3B0B875-056D-40B9-B018-A95C429CED3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C21A3375-74EA-4FF1-B72F-83DE60F66289}"/>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C438A202-F3F7-414F-834D-282DB6F21B20}"/>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A38CB00F-E926-44A0-BB97-D22D1059EA7D}"/>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92A2C993-A451-4BD9-A93D-F50FD03095BD}"/>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CCC74BAB-B683-4B66-B1A0-796E3338BA93}"/>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C18BE99-E0BC-4767-B184-6B50983A51E6}"/>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4D3757D2-308D-47B6-BAAD-A6F34D479EBF}"/>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53107B57-912D-4583-A248-E5618A62EDE1}"/>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CCA4BF21-E48E-46A2-BEFB-A8656CA7E37E}"/>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E46F7C78-BCDA-4C1F-BC00-7002A17D915A}"/>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C313237A-5E63-4820-A025-7A5888869D3F}"/>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9948FE2A-929C-49DA-819B-F8FC38AFCF8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1923381A-BEB1-40B3-A1EA-9DB302289CDE}"/>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60754439-00D9-418E-810B-04177EBF7509}"/>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8C72CE9F-E346-4E83-A678-B7836ACA09E8}"/>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5EFEBEE7-3D4A-4FB1-9003-AB3ADEBF5383}"/>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103BBD0A-0CAC-4ECF-B6D3-E3C3E076B4AD}"/>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247762FD-0CDA-40F7-B0FE-65F0220D5A0C}"/>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178F008E-28C6-4932-A13E-2FC274536DAF}"/>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10E7234-D9CD-407A-9A0F-F8906788216D}"/>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86208E8C-D123-4C19-AC71-DB7E1039435D}"/>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44A67C04-42B4-45FD-9A98-7DEE5EEABBC7}"/>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9FF3222C-2CF5-4424-BEBC-3AA006C4DE4C}"/>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90588764-D7A4-480B-B5C8-AD508068D62A}"/>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00DCDBF3-B096-4926-9B3D-D0CF0BC3ECF9}"/>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56C5058C-FFE1-49AC-A89E-1BDACA1571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9425222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DB582ADE-5EE1-4148-B018-09ECA1999E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2DF34C51-D73A-4B52-A86E-C438D8D40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6DCFB502-4289-48E0-A17F-7A3167BBD8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24204E2B-1EF7-45B3-9D0C-FF73DB2905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DF592191-7A7B-4EB0-BE52-B8CC457F2F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C36A41DF-2D62-4A4B-AFA5-A03DC49494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4749CE4D-9CC4-43DB-8CAF-B29A92C19810}"/>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B9D2BE9-E313-4CAF-9CFB-47E54FADA962}"/>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831F65D-FFB5-42CF-8D67-B7F31E585BC0}"/>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86DBDDA9-5E61-4CD8-B3F3-A8C9F02FA327}"/>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EBF111E-7BB6-4137-ADD3-A514A138077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211AE572-B1FC-42FF-ADE4-3B451D231761}"/>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8EBAA30F-A8AA-46CD-B367-B9F5B64FA60F}"/>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8B6A50C4-2C86-4EDE-8768-2BDF6DF40FD3}"/>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E08354F1-0AE3-407B-A686-6B414A05BC26}"/>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49641D77-26A1-49C5-9E5F-6E7636B425BA}"/>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E8D95BBF-0582-4B71-BA0A-DD50BCC86E68}"/>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6B4C8CE1-0C8B-4279-BFCA-FDBCEB8BB475}"/>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AABED868-5976-47B9-8D31-183477971DC6}"/>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A38F2CA0-F56D-47AB-9FC7-DA77BAE8EE09}"/>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D0C95814-E542-48AF-A816-B0F1A605AF22}"/>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32E2948-D0E3-45CE-9E72-60954B17D10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B33A6C3A-CFB7-469D-992E-CBF1C8C223B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675BDDCE-EAFA-4551-9423-F8268B924DA7}"/>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5E1ABE87-4542-4153-8C05-752B648934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9527599"/>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7729A73A-825A-40CF-8EAB-C69EEE74F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13FC9048-EF17-4337-BD4E-0EA137BD33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A34BBCE8-E259-4953-A38A-2C1B238E83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70C1AE27-BE68-47B9-9A3E-34C5A87923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C819EE9F-0CDC-4575-8EC7-BC8D1E376E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A90F10F7-9168-4C13-8D1E-7B5A14E6AA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81C8301A-89ED-46D1-990B-3A5A21CC120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43939D09-4565-4344-8A97-1CCE761AE1C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5FB53FDE-5067-4C93-848C-BC80232FFB66}"/>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8596AF87-65AC-4497-A814-5103DC092BCB}"/>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06A53BB7-5261-4CBE-98F6-BC41E54CCE7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0739D204-13A1-4935-959D-9CB29DF4B438}"/>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3E32D638-C8A6-4E39-B402-B095B3DF07FA}"/>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6828FF9C-C8D6-4C96-8AD9-B13A3BCADA38}"/>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1DF075D5-1489-427C-89E5-7034AB677B49}"/>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000B4C34-D7B2-4120-BEFE-9D1F90FEC497}"/>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8AB6A3FA-539E-4755-BF71-82EE4E01BF3D}"/>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946FDA2B-44F2-4B2D-8620-C271F608ADBB}"/>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FFA21A1E-B2FC-4F29-AC55-CE85F1E7FEBD}"/>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4DAED3C0-53F0-4683-AE87-31E57421EBD9}"/>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64BA27BD-92B9-402F-A437-6933C507E783}"/>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8046FEE5-A5D8-4030-A59D-E03DFE517C36}"/>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6AB007DF-FF9F-41A1-9A45-A833AD7F3659}"/>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49AA913C-FBBC-4900-91CC-FC4FBA10D0D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199E8931-7177-4BF1-98BB-52C90903A934}"/>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E9B0E08C-18B5-459F-BB5E-DE150A4450A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B015836-E976-42DC-9D9B-2FAFA9738AEF}"/>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3125BE71-7C18-4A4C-BC3E-4C0810307B5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AFFC77B0-1971-4EB9-9B28-0C0880578AED}"/>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BCE71491-3CEC-4FEB-90FA-C57A822A9920}"/>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CDC8C2C9-F007-4E09-8378-63081B5A64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700577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5A9F914F-B831-4D5B-AB29-89FFF96B5E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26014C5F-7C1A-4108-902D-CF5E33186C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E4100AFD-7661-4A7F-8C8D-93A198BBD5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25B6A63E-4D8F-4897-A900-1322191C32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7EAF5D7F-F1C6-43A1-B5B7-0348A09D39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87DFF1E-8149-4E59-A929-BF0AA5C50B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57936527-FD4D-4BDA-ADB1-A047BDF764C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A15160B-EC76-4871-AD2A-9D8022A23204}"/>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B54A2D99-1CC4-43B1-9A2A-7C06DA7D6B88}"/>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E47A7E78-E4B0-46AD-AAF8-9FD773A2606B}"/>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90CFAD8D-18E0-4613-BF21-9F2C59F98999}"/>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51EEA118-DDC3-4943-80B4-A1515A02B142}"/>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DC2741CF-EEA2-4EBE-B36A-6E1FDF8A9246}"/>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D94C00E9-4E83-4843-A9A6-FDB02BDB6196}"/>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29E9180-208C-48EC-BD07-4A95F5BD0FDE}"/>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7307B877-9CE4-4EB6-A900-0A3B5BF88218}"/>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6A5C60C7-31C6-4398-9B2F-7374B6AB490F}"/>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FFB6D8C-C9F1-4090-B618-BCFDD097CC98}"/>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05F9AB5-5299-48DE-B12C-91F8BE3FA46C}"/>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0BD793A-51AB-4E6E-9C6B-F556E4367A6E}"/>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79DF8A14-7DD7-470B-BCDC-AD11D3CE6514}"/>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CE09CE9-5480-430D-A819-E89CB5C18D27}"/>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D83F1FB4-DC9C-477E-9BE2-909C66F9C5D2}"/>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149D5782-D8E9-477B-B8B0-7F0B1B3156BB}"/>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DE444AFC-0512-408C-A26D-B4785C8042D7}"/>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89E167ED-BFD2-46D0-9A2C-655CF85DB7B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EEECF455-8F49-46C2-BDED-8022A6189FA5}"/>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6DD70D3D-AC4F-407C-A82B-1DDE86BA4EB4}"/>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8362E3E-5586-4698-A900-4A1887E97910}"/>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57CC8DAD-5098-4980-9445-4201AFE49179}"/>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942EC7FD-25B7-4623-A0C6-EAB6ED9D0950}"/>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81ED7DFC-5C15-4637-92EF-E2298E346BA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9A5F6785-E001-46CD-9937-5A1CFA26A5E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FD33A663-7A98-48F4-8CD2-3CCE618BB23F}"/>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D5432FB8-263E-46DB-A89A-5148F8D1AF4B}"/>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751E082-B36E-422E-8A68-3B44E2050861}"/>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09CADC34-83DF-4D33-94C4-C9FC3C983BFB}"/>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5DB68377-44DE-47DB-B207-482A552067AF}"/>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BA55FD2F-4C43-47ED-BF0B-E55A71EBB99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18D8EA5F-B293-493A-A36C-00BE217FA042}"/>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7BD5A088-51C7-4419-8880-5EBA653ADD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877844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6F472C3D-C826-4BA4-8220-D5BC21CBC3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FCE1F121-5C7A-44B2-AF15-A90E0D2EEA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20CD71FB-A568-487B-B9C1-0CD8072D9C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AAF42F98-F719-44E0-A132-53B43DDD75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DA8ECCFC-ECF4-4B8B-A015-0508BC5503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D73D7B01-E748-4340-99A7-8263774C8B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02309EA1-097D-44D0-8EE8-F221F72E1C1A}"/>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28F691A5-EFCF-48EB-97A8-EBDD1F9F9F0B}"/>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41358235-6781-4782-B97D-C2356DF84C49}"/>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543BF2A2-BE69-4F41-BE4F-F5FF5FAD18D0}"/>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46DB1C5D-8E0D-4C3E-AAEF-0B5DE113F196}"/>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3F029C80-13D6-4EFC-BE62-F069DDF6117F}"/>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FDD59902-DDC6-4A39-BC0A-0620DE3FD7EC}"/>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D02D571-B484-4293-B48E-1FECF936435E}"/>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618BCC5E-BB2C-42A1-89B9-785D3BEF002C}"/>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19C1A105-C1A9-49E8-BBD6-10C6A7A28AF0}"/>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DD8890EE-C53E-450C-9974-3F159DC65671}"/>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6D475BA5-D0A4-44CA-8A2E-E90C4D7E43C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268E6809-A534-4C81-A7BF-FF45E51E1D8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676A964E-EB56-4030-BAEA-0892275D17C6}"/>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BD055A6-CCD7-450C-884B-5303E1A2767F}"/>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57B1EE53-8386-466F-8129-8EA6A3A1CFD3}"/>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00D54788-D401-4FAE-8AC3-80AD0A989D44}"/>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3EC495A7-29F3-4CCF-A9E7-24FC48363AA6}"/>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D3D9E21A-4B82-4DBD-A5E5-A5E5C08B3DE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15E697D0-7DD6-4665-8A53-1F6BD8E0D86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CA6AEDA6-EE2E-4E41-A604-C949F56551A5}"/>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9AFE2025-E194-4BD4-BA0E-46B09AEC3FF7}"/>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56B10453-2DEB-4D05-AE6A-6201C24DDF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3578853"/>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009BB879-CEB2-4DE7-B685-CA97397BA2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55B57CAF-3FC0-4ED6-B781-540CF3F119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985A6D41-D7E7-42DF-BAC4-32FADD44F0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A451224E-1EF2-48A4-9C77-D768EC661E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E6E09CB6-BD88-4DAA-BBC8-9FEF99C3CC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091E1F46-13AD-47D1-9599-2F4194194B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D565F461-5B27-4DAE-94AC-76ED2E85DCC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F0565023-A9BB-4A61-A372-8CC485F705BD}"/>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56078EF-EAA1-4FF6-BE33-C4E1901CAF80}"/>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C43C93B0-37B5-41C1-B580-5C188DBB9A29}"/>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CBC7AA49-526C-4252-8A9E-233CDA596381}"/>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83F8FB1D-4E3D-45D1-A401-2FC33F9B5328}"/>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502320D1-B965-4B14-B3B7-CF8430350405}"/>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9A9F13F7-5571-413F-9D94-7EB838E0D60F}"/>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DA56CE70-AA81-47B6-BEFE-A4B83B553BCC}"/>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97818265-AECF-44FF-9E0F-4F7666988098}"/>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B68E5580-5B3B-4646-9153-0548CEF9CAD6}"/>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A4A5346B-7263-485F-A6AB-02EC626C552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87B2265-BB08-4FC1-9DFE-3DB234DD5C4C}"/>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A2CFA940-4954-447D-8B27-57CC4F225970}"/>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F200586-6691-4186-A26E-F8C9D639C214}"/>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1E48A415-19AC-4A71-AADC-9763DA6561F4}"/>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714B97B1-A3B5-4152-9500-1C7CC2CB709E}"/>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228A9FA4-E3A8-4D0B-8BD7-84CB7FCBBB67}"/>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A30B3F7F-6A83-42DD-AB6F-14D7C55A5455}"/>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A101429B-4CDA-4CCF-B527-4FFF33469C52}"/>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84354AB-70A5-4D8C-8352-020100BE3F3B}"/>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6F1DE9E3-CAAA-4080-8471-8F089F5F72B7}"/>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B7AE2717-88E9-481F-86BC-63E00A006C65}"/>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893EB43E-3747-413B-8BCA-C9B07A482475}"/>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4E4895C7-46F7-43F6-9C32-07D31F9A1F15}"/>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E182E102-E04D-4066-8D2B-4D203F2E9F9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E32E7D75-BFD2-437C-B386-640CD5FB9C59}"/>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4F19EE97-CD61-4B1A-8C22-6D75170B6ED8}"/>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FFC50BC5-B283-48D4-A901-A68F95A27F4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1004AE9D-44CE-4C41-A8C3-4B9D9C8E7CB0}"/>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ECFE8889-5C1A-4E4B-A0E5-BAEDEACF903D}"/>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15974537-06B1-4F3B-BFC3-DBE394B5113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4279876C-112D-4487-9DAE-E27699A21A28}"/>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2306B4B3-201E-422A-A340-1A039B3EBD9C}"/>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D20E24B9-EB9A-414F-B94A-2CA1E67403FE}"/>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BD8ADFF0-087C-4F69-BA0F-F5277EF17B1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15C7FD53-F0C8-46F7-84AA-B80B9726CB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82809761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9F3BA889-788D-4D63-AACC-2784D2A09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04A91ED7-697B-4B89-AE9F-46A8140DC7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8AC870FB-7323-466B-87B4-03C5C86C75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3A771282-BFA4-4DB5-A605-BA42DE1869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4EE84D97-7673-4120-8A82-E9B1DC3351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EA2641F0-E531-4641-9B8D-D19C287407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229D2275-266F-4EF3-A165-45F5284C251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31C8C104-9CF1-409F-BA5A-56467367434B}"/>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3D18D604-B4E4-40D3-97EF-6D68B0A5A290}"/>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667FE1-0F27-4E10-9903-12C70A53E23F}"/>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D495577B-AAE8-49F7-B2D0-B0066BB0308B}"/>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E67F0039-C43E-4324-AED1-77940C574EDB}"/>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35B32D7F-46A9-46EF-A785-1BEDC0F7ECF0}"/>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400AD3DC-CF32-424A-8079-690081838126}"/>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F029B340-9B5F-4A66-8DF0-70FC4C345FC0}"/>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16B4BB9D-C6F2-4C06-9F80-F83F8BA2059D}"/>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962B2A6C-E0D9-4589-B81D-4A1A4AC15CB0}"/>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FAAAF410-EEB6-44AB-A104-6071D6CBD7CF}"/>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786E0758-6BC9-4F32-BD2F-2BCC72CCD706}"/>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7E14F6A2-7319-4687-97E6-E5E46E79298C}"/>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60882C9C-C8D1-44F5-9B27-C082BE60A3B4}"/>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D5B7A99-7348-4B1E-9F72-11D261A3429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41AC6F9A-0331-4060-B78D-B55518F1A0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1E4E43F8-D9CC-4690-A5DD-751C4EBD57B4}"/>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93D8ACE0-2FFC-4087-A7BF-3DD79AC808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56993126"/>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825DA972-2D0F-406B-B284-C33ED32F8B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F1A05F26-8A4E-4534-A2AA-1453425D45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FC07B75B-DC60-4E9E-AB46-78A4D9538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B8338F12-9C21-43E9-A33F-A3DEF92B31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94C78882-6C07-4C36-A3ED-D006E489FB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C219B785-8EE3-40D7-A399-E4CD391F2F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ADC22F92-DD3B-4887-B33A-468AADF59AC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7092AE8-E845-4D16-A354-E081E3364FE8}"/>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C69FBEAC-5B74-46E3-B92A-AAB04D21AA58}"/>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E648AE4D-C9B0-4D1A-9114-86620D211712}"/>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99605FD-D642-4B83-BFBD-36EFDAF6A9D9}"/>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EF58ABDC-DCFE-440A-8B0F-DAF8E88C342F}"/>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D7BDECE-17D2-49DA-972A-DE86C7D62CE0}"/>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5824A7B4-C039-45DD-A3B4-D1B1264539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9009082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903A1C94-9312-4A88-9B9C-066B30D710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37981CBC-FA6D-4E9E-B6F5-AA5BB48DCF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AC5DF49F-59C3-4A91-8C63-1DE9081B58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EC9A531F-7348-4CF4-BBD4-7F239358C1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2448D5D6-FD3B-4A06-A51B-BC00716FA5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E281E7D1-4DDE-479B-8D2F-3E9241C5F0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29730C31-2503-408C-946F-45DC5EAF7FD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9577BB2F-CF11-4D6C-BE77-BBB78499F0F9}"/>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EBD07BFB-1BCC-45A1-AFA3-832916E3EAD1}"/>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6DB2C989-3F12-4AD3-9797-D1B7B7BD0C87}"/>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953C3F06-C4A6-4754-9B37-03250FC703B3}"/>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ED83076B-9680-407B-B0E2-7F2D4F20DFA1}"/>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085CF6F4-A19A-48C1-AB5B-D38687E91CF1}"/>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CCD2470D-F28F-4828-AD2F-4D4C2E726F64}"/>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AAE2D850-7452-4761-9130-5142A105ACF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07452002-0FC9-4950-B628-4682BDAC7BC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8A99EA45-9D57-4D15-AFCA-888BD8A8326A}"/>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8F44DADC-5AEC-485D-B7FA-3A1C9653489C}"/>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50796F57-4617-406D-9906-DCA597D53D6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5EDCFBD6-7924-4B9D-BA13-2677749A5F13}"/>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9F38A804-9908-4FB8-85F5-F8B5774D0761}"/>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64D1EEE4-2964-4974-877C-9DBF18D9D9D2}"/>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85CC2A2D-5120-4883-B82F-57DB2A3483C6}"/>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5DA4F455-D62D-4456-AF3B-35CB6F2A48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83E71F70-A71A-401C-8549-59A227F19609}"/>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27899D2C-ED0D-4D96-834D-7DC66E19DC68}"/>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B5F87455-E03B-42C5-8B98-3C670F0509D3}"/>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8D8AC11F-C971-4352-A577-F2142FEE1E66}"/>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D2A26BC4-9CB7-497C-A28E-F6E9B4E1BD81}"/>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EFFF2105-F686-4F02-85E6-98FFEEBE9FDA}"/>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35E7885D-D4E3-4BB6-AE09-864C622CE39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7032D80A-A8AD-490B-9EAB-809D67A156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8162064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FAC0CB9-D58E-41AA-8AD0-4B8A1CACFF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69335986-A002-4FB4-8AF2-BD6F20B97F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EBD7211F-CC5F-48CD-B682-F43EE7A051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9037C31-E81A-4561-A432-83C5DED72E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2FFB41F6-CB12-4E38-A1E0-100EDF501B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4F6C40FE-8FC0-483B-A493-54A07E5F75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7C6201F8-67C4-4A5E-8D0A-EEF1378080C0}"/>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27670400-C038-4483-8388-A4D190708A4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B0527962-364F-4F55-B9E5-8CC28808AFF7}"/>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BAEF500F-AF7C-4BDE-8B7D-83E5CD349642}"/>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E36A230D-E32B-41AB-81BE-2DDA09EDDC1B}"/>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8C2C8F96-E1C1-4A5C-B4AB-E8F1A0CC9839}"/>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C8F6E477-7945-47E3-874F-5F304422DD0A}"/>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42E253A1-282D-48DB-9A40-4491BF456F6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F96D56B8-EF03-46C6-BBF8-3F61FAC4B2D2}"/>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E7084ACA-B8C0-4F5D-AA59-6410ED0A5FC8}"/>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15F97759-6EB9-4FE5-832F-10AC9E947BB8}"/>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52D91970-281F-4CFE-B536-31B4C1E25A3B}"/>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CFE9DE2-EC22-40C1-ABEB-637E2D735064}"/>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9A881EEA-2DC1-45B9-947E-167A2AB53739}"/>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BB7D11AC-C1AF-45A8-9D07-7FD65E308D9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A90E781C-FF07-421A-ACD6-F34033DD5D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6960977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C881C785-5BC6-4868-A2D5-661A4E943A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37CB8483-A333-47DF-BCA8-C43C057E86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A25A925F-59E1-4007-AA50-C467F66A2E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1705894B-51B9-4B36-BF86-FADFF3E3F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23BFE5FB-62D7-402F-865F-39A45A947A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EBE3E3A2-2CC2-4036-A3DA-DA913FDDC1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92EBFA19-D0C9-490B-B733-3496514E33DB}"/>
              </a:ext>
            </a:extLst>
          </p:cNvPr>
          <p:cNvPicPr>
            <a:picLocks xmlns:a="http://schemas.openxmlformats.org/drawingml/2006/main" noChangeAspect="1"/>
          </p:cNvPicPr>
          <p:nvPr/>
        </p:nvPicPr>
        <p:blipFill>
          <a:blip xmlns:r="http://schemas.openxmlformats.org/officeDocument/2006/relationships" xmlns:a="http://schemas.openxmlformats.org/drawingml/2006/main" r:embed="R8c18c832f7694618"/>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74D25E87-3923-4E10-A802-1D47F81BC3F2}"/>
              </a:ext>
            </a:extLst>
          </p:cNvPr>
          <p:cNvPicPr>
            <a:picLocks xmlns:a="http://schemas.openxmlformats.org/drawingml/2006/main" noChangeAspect="1"/>
          </p:cNvPicPr>
          <p:nvPr/>
        </p:nvPicPr>
        <p:blipFill>
          <a:blip xmlns:r="http://schemas.openxmlformats.org/officeDocument/2006/relationships" xmlns:a="http://schemas.openxmlformats.org/drawingml/2006/main" r:embed="R3625b9a5c5e642ba"/>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FACC7DDF-40F6-475C-B6A6-5CA97B69BB96}"/>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3C5AB18A-909C-494B-A5CF-52ED234EC659}"/>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AD1981F-DB70-4DD5-86D7-FB6C348340CB}"/>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05E92C97-603A-4CE4-99B6-30969672D540}"/>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4764007D-D4AF-499B-9BC5-AE4C2F9FBB89}"/>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CB0770C-4EA8-41C5-A7AE-D132EEA53CEF}"/>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F50E2E10-92EC-4B97-98CD-EAA643110F54}"/>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7E80C7B3-7B7B-4298-B729-B2A36CEFC3A2}"/>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91FF4079-7097-4CC9-96EE-A7B74F4ED74C}"/>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2CD3547A-DDFF-4540-901C-3211AA30381C}"/>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1659457-3DAE-4243-B230-5AAB46F1559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1CEC2216-0CAD-4E54-B064-36BE7E136D0B}"/>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0B6D2B65-DF0C-4444-A386-47964CD0263A}"/>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9521292A-8B07-4411-9981-BB370DF2778C}"/>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4FF7C2E8-1C46-4E68-B830-52B64BE20701}"/>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0EC20C76-6AB6-4E34-8939-2025A115303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8B009E93-3A7A-40F0-AE8D-CE0C2958966E}"/>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B750AA9A-FB3B-4B73-BD2C-A44302E6B7C8}"/>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488DF2FB-4AB6-4842-9C93-D07C86A35266}"/>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C1DB2932-2AD8-45A2-8A15-80C97C137A85}"/>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60B793CB-5616-4A17-84BE-2944E4F401DC}"/>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59A9A0F5-F7BC-4875-903A-ABA2664E90D2}"/>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37975E39-550B-4166-927E-E4683808473F}"/>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12946345-706B-4274-8002-E3069B068E9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5A3BBF3-12E9-42CA-AD09-C6E7B7B9B345}"/>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FB5BEA0-6DE1-4F60-8175-28B2C254BB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681962133"/>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49D202E5-8594-4052-987E-ABDC2604F2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65EFD353-CDDB-4984-9F85-4D75DBF7A8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31804CE7-13FE-40CC-8B7B-8B5352C7EF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74D4A26E-8239-4D32-9EFF-DFEF285CFC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98796C91-3878-4BFB-A888-5D2D0F4313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12F8B7FD-8E9C-4EB2-A165-C29001D2F4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9976E58-FDAC-4961-8B89-E1C443FC5ED9}"/>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EC30C190-7690-49BA-99E8-3C208E0ACE5C}"/>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24A5AF26-B585-4E27-BE6D-A7089CD3E9D5}"/>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F626021C-CA1B-4AB8-8AAF-66166DA9CEBD}"/>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688DA20B-15DD-4227-B077-67755844EC80}"/>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D04617B6-1E1F-455C-9D52-37D0F9885CBE}"/>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D570149A-AB34-4C82-87B6-57B25F977BDE}"/>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4D5FF948-E3E8-418D-A26E-119287EC37D5}"/>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E91BB86B-79FE-43E6-A50D-50E0DDD81FD2}"/>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2E39365B-05F8-4A7D-A5C8-24542DCF0DA8}"/>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F01968-A09F-4226-8737-40A8BD94F286}"/>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92373D6-8002-4DC9-A827-C5D21927E6D4}"/>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EAAC2BBA-5763-4BCB-BD94-B51767CE961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8D403342-A1AB-4CBA-92C8-ABD6387065F5}"/>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756ABB85-AADE-4C70-B01D-F274915DD4AC}"/>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F6807597-4254-4B1B-8848-76689CCFBEDB}"/>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DE84D999-127F-4A54-9443-65B26BF0C752}"/>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C570B1B1-0A4A-4093-AE7D-87E4FB079EA6}"/>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70618C39-6E78-4944-8877-06D453CC4AEA}"/>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6F68F620-05A3-4C7C-835F-398B1ED37C3A}"/>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0B3D446C-AB31-4E30-9992-BA0E3CDF174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7A35FD10-26D9-4190-97B2-7E7C7AFCEA7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ED61F55A-873C-4850-BA62-F1E02A8DCDF4}"/>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ADE297F6-FA51-4CEC-A44F-6E8FE17C2C1C}"/>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5334FC81-47E9-4B9F-A665-DC2C476BD062}"/>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D8C1700E-B03E-466E-A388-2E3892660A7E}"/>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D76D5DC9-C588-4FFC-B715-9C8AB360CC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DBD05D97-1C9F-4C74-B034-0206E72B8737}"/>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C0129304-8195-45CC-8418-D85A46DFD855}"/>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B6C8E6E2-341E-4419-95E1-0F4AC4765A85}"/>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F046E941-B8C5-4E0F-B9DF-B6063DD83646}"/>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0DF77F30-5468-454B-8BBB-03428B0FE121}"/>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7BCD2BA9-D4FD-40CC-AFBA-C641C1543BCA}"/>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95B34AE6-A0A2-42B9-A362-EFA1F140EC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5941783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FEB05D3D-5EF3-4EA6-A6DF-0AC25EF6B8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6718248A-6675-4610-9FDE-F5F27A124C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F8247B25-14C0-477A-9526-00032EF508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566FA365-C820-4E6B-9A46-A7AFE0EFD8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300B6C31-012C-44AE-8EEB-9CD2DAE42F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D5964FBA-2C0E-41E0-83A4-CFF8BDE1A7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B22FAD8B-3DAD-492F-9B02-40FAB01496A2}"/>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1E12745E-976C-4F9C-B733-ADC3CC86C2ED}"/>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05E295BD-0D0D-43F8-861F-3F54486940A7}"/>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0FA0FA6E-B06D-4F8A-A08F-F530845B2BE2}"/>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5BD46FE-2101-4006-B48E-53EA100F2F2D}"/>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F890CA7E-B86A-49A3-A5C0-05136DD70F39}"/>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42EE2498-A9D8-487E-9F91-BF73A606A836}"/>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3A6EC8E1-8CAC-443C-9084-AE71C43E016F}"/>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9081BF18-5439-403B-9AD0-160DC5F58123}"/>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32ABF427-EBBB-43CC-B840-5266767E0347}"/>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271CA39A-C5D2-425C-BFE7-C313B822D3FA}"/>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D720D4F0-DF1D-4690-B617-AAB405E85702}"/>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6164DD9D-C4B3-4B2E-9BC1-D9286064AED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9E9723E7-EC18-4551-81CE-81AA20E98698}"/>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ED861A99-8379-4D54-954E-C8CFF2A7F29E}"/>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D7C6E0BD-ADB9-47EF-8262-73117F46AFB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D2660F2A-CDC1-40DE-9686-D46E399464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05033613"/>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496E9C3B-86CB-4D58-A3AE-74A88CDBA0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AF3A1A80-EB03-455C-9660-56A7E2E4C7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BAD88D87-16FD-410D-9FF7-99339F05EF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7BCEA070-86B9-49FD-AF1D-7A30C8FB12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9152FF86-BA7C-46BB-B11D-89608CD0B6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FED0F440-60B7-4D08-9A57-5FC53524CE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72C82D0B-D367-4B24-BBCD-8F4F19761BB2}"/>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FCF4F800-3F67-4953-845F-08805412C82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52F171AA-36B1-4FE0-87FE-252A021225D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66722E3-21E4-44CA-890E-E7B4CDB889FD}"/>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EFE8907E-ECED-4CF5-A385-B9A2D193E715}"/>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9995EFB3-FFB0-4410-8C98-BB1A415E1900}"/>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4D262876-9A2F-4D19-8161-47B53E55AC8E}"/>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F7DDF0C-9619-4230-8095-51E76593A280}"/>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63A2ACAA-4534-4BEB-8F75-BCDCC2277380}"/>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4C20ACE-7D78-402D-A7D4-28072AA04708}"/>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185C2B1A-04F9-4990-B4F2-ECC44A6240BB}"/>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9DB59D83-404D-43EC-B859-D107C7A59A59}"/>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51B64FD2-CD80-449F-8AE0-498190B47720}"/>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DB20590E-A316-404E-9B0B-CB58ADEB1E37}"/>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E401D794-1BDF-46D8-80AB-59183927C388}"/>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8F984387-9659-433B-B60E-38E7BC4D0FDF}"/>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BCF7A72F-955B-4DA8-860F-70191C69D39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4C51DAA4-7F37-410C-A2EC-E8B20DBCF7E0}"/>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71BE09-F532-4857-95DC-1ED06F983F25}"/>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C03BB3F6-5FA4-441C-9336-AA1F126A0540}"/>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3F5AF819-D5AE-43B8-83FF-B3F966D0C9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1121932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88E45276-339C-481B-B3BE-D9783F3CB4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2A20A3AA-BF04-436D-9F10-6446B608A8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B06B40A7-6445-4D2F-A9DC-C1071C5C0A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D32AF559-B941-4B0E-AE14-60D1C0DC69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F6D2A819-9AAE-41BC-A654-F0DB4912BD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92EC85FA-1D6D-4873-864C-0687943002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678117E4-0CB4-4297-9FCD-CDC6B715F6ED}"/>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C6EB636F-7A9C-462B-92BC-A2BFA06D50DA}"/>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9CB30195-017B-4568-BA85-FB768093881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F2E5D03-E4D5-4A2C-BCE4-619329946065}"/>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64C7BD0C-D14C-4A09-A011-A2148B6AD507}"/>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16E6171F-6646-4254-9B7B-DB8BD5F1B3C1}"/>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0BE0A9AF-C5A2-4949-8454-9B59C1C08487}"/>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424CBE65-B558-45EF-9C60-A6DF9C16994C}"/>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732F4E0E-AE6E-441A-B4B3-A2536958D6A4}"/>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F67073C2-AC3D-4A25-A4F7-DF3282BA8E25}"/>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4E910648-EC9B-4AC4-BBD4-C009E9B66E13}"/>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93BBFE6-D4F3-4F1C-B145-833D0C851E71}"/>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0B9B0080-E077-4AFE-9493-1ED2C50578F4}"/>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9F6D7D6-4CAF-48E1-B183-F5F8AF793310}"/>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19651713-81D6-484F-ADE0-415296F50346}"/>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3DB071F8-55B0-4CC8-A368-1A7C041D2086}"/>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FA89F195-910E-4DF9-86F7-BD2026A757BF}"/>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F7497293-A6ED-4E92-82C5-F1E67BC8C7E5}"/>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A46D3F93-BB5D-4435-B700-BEB156EC2C7D}"/>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34869E2E-9EDC-4988-9C9A-C8B920B7E5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5BCF81F4-DFE2-4A33-9303-F897B4284022}"/>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2CE98824-8F1C-4811-858F-73624DBD02AE}"/>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3EB9A376-82F5-45AB-AECF-E3B67FD3CBDA}"/>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A18A0E7-BA3D-42DC-A0FC-6A434716E05A}"/>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578EA2F5-7EB0-4B87-992C-5D20F2B0B323}"/>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ABC3C819-626A-40E8-8FE8-80A47CF3CF2B}"/>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C9FA2F41-53F8-455C-AEE1-4D306EFCF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454136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178C1053-2E4F-415D-B206-E6A9A6AAEA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72D15B0F-FB85-44F4-B85D-85DDC1612D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DAD3F1B3-1DD9-4465-9757-B051BB8BD7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17CE44A-118D-4306-BB56-130D37FED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4FB55BD1-D6AB-4787-91F4-F29C8DB00D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125EF389-F43C-4D0E-BEB4-139A244DF8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8CF79BAA-4481-43DA-AF7A-3DF8383FA5E1}"/>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0A762930-6171-4073-91BF-C8B8EB41A7BD}"/>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DBC5E7EC-BE22-458C-B72E-69100CC308F1}"/>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29062BAB-78A8-4772-9293-9E53E4CC44CF}"/>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D2FFFC44-0212-44DF-80CF-6B5EC449BC49}"/>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D1839D26-4B0B-4D9A-8095-4004182C0806}"/>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F416BF7A-64A2-4256-9F88-6A2D3E00107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B47CE107-EC7E-4574-87BA-5C30C51CB6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37759513"/>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5DB7AE2B-802B-49BB-B8C8-C4DA301853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59E2BF4E-F0A5-49C3-BE95-F32BAD78DE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F102E56A-4F2B-43A0-9C7F-F62B5CD878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84E0380E-F2DC-4EDA-8B9C-E54CF9BF28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B03C36DA-0E49-45EB-8294-A12744EA74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E8D0F1A7-A9F4-47F9-93B8-2298F489B5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C2DA90D7-74A7-45E0-A34C-975AE173AFF6}"/>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8AAC4358-C85E-4935-8744-493FC763C9DF}"/>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D9E4EB0C-9484-4261-B19E-495D3E6714EC}"/>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79739BCF-064F-4827-AA53-35E3AD6CE980}"/>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50065616-9E97-41DD-8BC0-E30F6E28EF8B}"/>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AD244BE9-3487-4EFF-B3DD-8F385406336F}"/>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6DCF4AF-86CE-4CB2-8595-39227A423EF4}"/>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E4495482-2893-4EAF-9E2D-029A9884BFF8}"/>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780D8E27-24BA-4DC0-A41D-41982DAB2A63}"/>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94C10CF1-7F01-4B42-801F-8E09BBDC2D34}"/>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F371FA07-1194-4D2B-9440-27930F58C238}"/>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AFF4C6CB-EF2E-44BC-8D41-2A02502396E7}"/>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11E029EA-9BCE-49FA-B865-92493C173E1C}"/>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8B645575-8582-46DE-BB94-4CECBD0DF0D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3B44D58C-6894-4A73-BA8C-93016C701D09}"/>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FFEA398E-F905-4C7C-92E1-28642B4E7CDF}"/>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738D3594-3E44-4133-90E9-5D34D5D5540D}"/>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A479E296-0591-451C-97E0-36EF802D9B6E}"/>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6F4255F2-F103-4C3C-9B77-8391EF73F89E}"/>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D9B8EF04-A6CB-454B-8DFE-4556689412C5}"/>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6CCDCDE5-3BE0-48F0-9ED3-F581CA1FE872}"/>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B6F2DBDC-C721-41A7-A76B-A055A2E7879F}"/>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145544C5-AE22-47B4-850D-E89FFB25D5AE}"/>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FEEE0D8C-6A8F-4281-9C56-BF2B2B6B87CD}"/>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BB2C696D-5D0E-4A1F-A65F-164CCE8CB5A7}"/>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EE473921-4C0D-4C1D-A477-8AB357E26604}"/>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60A82B7E-EC3A-4E95-B2D1-DD99F6D58277}"/>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D493E785-4253-4061-B7C1-EF7BE49DA2BD}"/>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F193F6E8-65D4-4CF7-BE5A-98DBD456B5EC}"/>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F583777F-56C8-4357-862D-EDEB9A90A469}"/>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825182BC-2A69-41E0-A0B7-CC77299182E2}"/>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30B74F7-99AB-4E07-A54D-613CC692794A}"/>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EF6F0A1A-96C0-40B8-A337-5F9127A87A72}"/>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36D61256-C337-4DC6-8E98-81AD719239FA}"/>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2749DED1-7397-40D9-9A36-2F9742E55FDD}"/>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BA187E5B-1E87-42BF-9965-804BA002462B}"/>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C1833169-2C02-412B-B856-046E36101C9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F976A9C-209D-4488-A795-1A83A23BF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434272790"/>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D22D006B-6BD4-41ED-893B-05E3B0A06A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B210EC64-84CA-4A0A-8F89-82E24C34F8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4A512AC5-D9B3-4E4E-B9DD-0F81161BAB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09C6DEE-CF15-406A-9CB2-5588DAE543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47B47643-3840-4E6D-8D05-BEA146A60B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38885812-BCF4-496E-8B28-FA18420640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B5E05F6B-AE11-4970-B3E1-0C74C3186A1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9246E61E-D22E-4B88-B75F-10ACB150A1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567C447D-8EA3-43F5-8CF7-7B2E02F57AAA}"/>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CD2C9E84-E9B2-49A5-AE6B-24E9A5D7F8F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F1C93191-1F87-48FD-849F-5B2AC5A8CAAA}"/>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97465FEB-9935-4A8F-92ED-963A8B948C2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08EB169-EAEF-41BB-9799-B1282AA2BD0A}"/>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FC2460D6-889D-4A18-99A4-B4E9B681898B}"/>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F69F2AC1-60E2-4DA5-AC8A-EF83173C7F72}"/>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27939602-CFFD-48DA-BC93-409B6DAFF2CC}"/>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EEDA4E5B-2C4E-4D80-88DC-5801FA873531}"/>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282A91DA-8B03-4ACD-AE4E-E430CF020AFC}"/>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1B8043F8-A3A0-466E-B318-4BA9629FE98E}"/>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F4F55EEE-DDF8-4AFD-A311-7515310B9DCD}"/>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57F17CFC-16FC-4F43-ADB0-4E54893DE101}"/>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A003453E-8C2E-4983-A632-BF494D73BB3A}"/>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770F094E-0960-4E54-8776-669F82007B0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E9751526-A0A0-4799-AC87-CB36BDBE9CF7}"/>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CE583463-8F7F-488E-82B4-5AF20B21F58E}"/>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DBA966BD-BEEB-4A62-B64A-3BB99A979C65}"/>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44FFBADD-93FB-4823-8A4B-738CA866C18C}"/>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7F86B965-FB80-434F-AB46-314F4C4D90CB}"/>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514C169-968D-4FF6-9A95-55D8AD4AC29A}"/>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84093F8E-A5EE-4BFD-8896-8F64BDDB0367}"/>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DE1AD650-332D-48DE-8F4D-89C4464A31BC}"/>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904E2943-83DA-4AA0-9829-78891D8B502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11448215-EC4B-4F33-BFED-4C27DE906298}"/>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3EDE95F-04D4-43B2-A3AB-0E3B015DC52D}"/>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9AEFB6DE-C29C-4725-8F6E-AEEE9E83C091}"/>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359A4B94-3D92-4639-8F59-7648A2126362}"/>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C8F5232-F1D9-4765-9009-3AC5FFEF99CB}"/>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4619E42A-90EA-4F8A-908F-B4606736C3CA}"/>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42349211-4A7D-4A94-BEBB-03A1EEB9BAE0}"/>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85F85A77-511C-4A7D-B0D3-F77B96116230}"/>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704D609E-3367-4C14-BFED-A07876A1B6C4}"/>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7BBC98BE-DD41-4834-8FFC-38597DEC140C}"/>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00180DB6-BE7A-4A89-A4E5-4D84134E56C7}"/>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A88FB99F-B91C-4341-9B0C-46C17AC407DB}"/>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6B488E5C-1161-41B1-A2A9-F2C1A549CEEF}"/>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6CC86B18-98A9-4C4C-9918-3B1F454FB379}"/>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A0A85A97-B4AB-4ECF-B7BD-73EE803883CE}"/>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896B24A8-A99E-453D-973E-0D94ACB6015C}"/>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F4A8813C-D1CA-47F1-89CB-91812B1351D3}"/>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F1A8952A-68E4-41C0-9110-035E0B6E0A6C}"/>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2ABDAB89-05B2-4611-8034-D3115B85598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3035FDED-B508-4DB7-8681-46B0A4E69283}"/>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22EB375F-E90F-4C7C-A02C-B9F25F787CF6}"/>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40EF7921-71A1-4A89-845B-9325F072DFA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10ABA9-9066-41C8-B792-A6E9736F1709}"/>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5946DDE1-0312-4152-9639-F1414B002A66}"/>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E7944B26-636A-4D83-A40D-5DD0707519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354288526"/>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2452AA99-673A-46FA-9399-D53728F787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5F355852-5B28-4EA0-B33D-A8CC54502D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133B0FCF-E148-4F23-8F02-31E3711127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B8231F83-A11B-4D55-933C-16F1997A1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9BFE30A4-2B5E-4053-9D6F-2519206FF6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D3287B19-E2F7-4275-8156-92F3862943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451CA694-E696-4BCD-99F5-CD06A1B9237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6B444718-8199-414D-A57A-31D4A7345831}"/>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F2BA7E3A-CD64-4E6C-A7FE-F823BB7E90BF}"/>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6649388-A5AA-4E6A-8089-5621637B809C}"/>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E26422E4-BB14-4FCE-BE2B-8D9B70ADD90D}"/>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A70AE15-EE7E-4EF9-9C69-1BB87A467407}"/>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44F9EB26-C8EE-434A-A76C-60D4AE68AF82}"/>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57DA65F2-41EF-4200-8A04-501C200359BB}"/>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0aee6401870c4637"/>
          </a:graphicData>
        </a:graphic>
      </p:graphicFrame>
      <p:sp>
        <p:nvSpPr>
          <p:cNvPr id="15" name="Python 할당 피크">
            <a:extLst xmlns:a="http://schemas.openxmlformats.org/drawingml/2006/main">
              <a:ext uri="{FF2B5EF4-FFF2-40B4-BE49-F238E27FC236}">
                <a16:creationId xmlns:a16="http://schemas.microsoft.com/office/drawing/2014/main" id="{3051FBEA-E309-4017-A7EE-0BD2DDD48A29}"/>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686CBB9B-72C8-4802-8EA2-3262021C5954}"/>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F91D00DE-9CDB-4D20-8D88-95CFA09F1BE3}"/>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F5D4E3E9-0913-4A25-8D2E-F87DB11AC37E}"/>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74A1EE86-C2CD-4AE9-B4B6-8683E1B7F2E3}"/>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991C9366-78B3-4929-9953-74006E705355}"/>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1AFCFF3-034C-47D2-A22D-8CF5154AC7FC}"/>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731841B6-A07C-41E2-9599-6259C4E2D960}"/>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CD9269FA-5926-4069-9DD0-96273AF3542A}"/>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4DA73BC3-7642-4F68-B1ED-2F300EF84B90}"/>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A95B011E-7A73-488A-A211-0C81401C39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705119321"/>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9FA70CFE-1EF6-491F-A4E4-05A1BEEFFE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823A0C2C-00F6-4AAC-B28D-E8DF5F4FA3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BAB85213-8B0E-47F1-8D1E-A08B14E2F3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DBD9CF0A-AE12-4AAE-A536-3F947685F0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BC5204AE-738D-4CC5-B686-328A98DA33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FE916540-1255-4DB0-9BA7-63372F5CAB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F38829A1-8772-42B4-945B-177BA4E3C69E}"/>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1250E2DB-DA7B-4ECF-8F04-5A5EBF4747FA}"/>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B648CB0-C01A-4704-B8DB-A1C4C29C06A2}"/>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6D9A4C12-D566-4FD8-AB7C-76A68ED382AA}"/>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DF668DE-D23B-4E4C-9ACA-EF123E29A3AD}"/>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1A94595E-F67A-472C-A89A-B6AB6AA1FF9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3D0F2E2E-8D99-4E92-8B66-A26D56E24527}"/>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0DE70C49-6088-46D3-BFD0-31373A1E73C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67B4CB53-1830-4C8E-8153-5DA536D5B18A}"/>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2284D666-81E5-44EE-B546-8ABC0A2A5BD6}"/>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B99F63D0-84B7-49CF-8944-3E3E3173FAF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9B0BCF5D-76A3-4D90-93CF-29A123D8479C}"/>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9E65B72C-8067-4A10-81DC-E82D4F544601}"/>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A1F9FF04-C9CD-4157-BDB2-2AE586BF199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CE43F809-14EE-4ED8-8715-A4ACF96DBF51}"/>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C5EC8AD4-62BD-4AF1-AF01-178D2F645589}"/>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36DFF7C7-59EB-4EA8-9E17-9FB04E99E37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AE88E9C9-639B-4800-8AC3-659237AD8110}"/>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43FCD54C-EB42-4C28-AC62-9B1E4EAAD913}"/>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1AC850D-E601-4574-A4D4-89D8F26CC169}"/>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9593548E-A94F-4BB3-AB70-6498B5CCF6BF}"/>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F6D7DAD9-49E8-4077-90C9-EAF9593F888D}"/>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7A3CB1F1-3600-41E2-8141-15FA8747333F}"/>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1C230845-76B1-4543-8880-A32434C1DB02}"/>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E9C887C-2921-49AF-B9F0-F9FA954E0CE4}"/>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BDBA0C64-FA59-46D5-966A-747D99410A56}"/>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65991146-E079-46AB-AC23-3A048B321253}"/>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8249DEC1-6161-48DA-94A0-880FB072EC84}"/>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F93335E8-9070-4309-92E6-0450BF803B2A}"/>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F0CF9D20-61A2-42FE-A422-F937EEC2611E}"/>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8DC26A3F-0571-4021-BFA4-22438672ACE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4CD38673-9F57-4DE2-8D73-2B694DCEAFB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7B180417-17F0-4383-AB91-7FB01072694C}"/>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FB8633E7-73CE-4CB7-86E1-48274AF5D9B5}"/>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846A4D66-95C9-4BBE-9900-9DA04170A084}"/>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F5D68C4-7CE0-4E4A-B4ED-523E9CB7943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B085BB5E-95A1-4498-A064-DB5628613E7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4BC2BB22-C5D2-4DD2-BB7C-2F84A1CD40C1}"/>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D74E62F-40EE-4F63-85C3-342CB0501D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ABCF8CE2-C0EB-4F00-A00B-4D33CAA333E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A72702F-1AFE-48B3-B6BD-5E5578A34650}"/>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047788B-E752-450C-9F3D-453F1A27EC40}"/>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C3B59FE2-0F75-4E71-8805-C73E6CBD10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09314390"/>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0053F3B0-53AC-49DB-992C-24F2DBEA71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14F6425C-CC8B-44F1-A99F-738C85F7AB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7A241F5C-8712-4866-9F1D-5382F11090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5140EB66-DDDF-4C5C-B67D-42313E5168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55449750-DA3F-4126-9F92-55C7367154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5122F0AF-89B6-48C9-8DB3-6C558676FB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6E3B8886-2FC7-4FBA-B546-5C935879F51A}"/>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5B55C853-5677-4B49-B3C7-CD0AB3B44C1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6A9A0FA9-873A-460F-B222-57D3BF218FEB}"/>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AF78BD16-6430-4A97-B718-FF7F557A4589}"/>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B58DBB0C-0326-4E01-878D-1CF7EB0BFE46}"/>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ECC67E58-C7F4-4070-A020-6C847F615833}"/>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FF0B6515-E977-4F9B-BFC2-90476BAF5C26}"/>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9B62F108-446B-431E-A817-65EF0DADB3F1}"/>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5929DBA-8D49-4B02-B55C-3E7AB01CDCDC}"/>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850F2E81-9D07-47E1-9D5D-6E267D6D397E}"/>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79A00D37-7999-467E-A0F4-8A21B3EBB779}"/>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269067D-73F1-4BB1-9735-C06DDE9064B3}"/>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C905ED7A-7D2A-4E16-ABD5-9CC506BE09FF}"/>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F58888F7-0192-4C46-9079-BCDC58363F9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7A03176D-625E-4F53-9790-CFD83EE4828D}"/>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ED7E0E03-4007-4075-8E3B-561B33A2BEE4}"/>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75D3297-BE04-42D7-8128-B54E65712D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0427858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338A8CD7-6B39-45DA-A3C0-524A8B2AE5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AB7CCC4C-A671-457C-A42D-E00920707A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E44DA344-231A-4ED1-87C5-E7B67A85E9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B5781A91-CB69-4EEE-A716-D5A5169182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4AA731C1-4687-4E4E-B7B8-8A8FE2BCA4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0AB5BF77-32B1-48DC-ACD3-CAFFDE1FDB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ADEF5F4B-8E14-44EA-B198-47C05DE3532D}"/>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627838E1-EE76-4223-84AC-C377D97E1132}"/>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0B65633-1D56-4F28-AE4E-D7EC74182AB3}"/>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E403E0EA-4EB8-4E64-BE66-245A0D515F56}"/>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13552EC9-81D5-402E-B9FA-8C16751481A7}"/>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9689AB01-FBC4-4E08-8CA8-5B698D1FA7DB}"/>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6ECB3AB2-E48E-4C9A-BCDE-FA6C72974E15}"/>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34E667A0-DC8C-4FC0-BC48-299E19669409}"/>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4DFEE314-E464-4D9D-9761-544456337F81}"/>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AFB95BC-0372-4FE5-9D9A-DB7F4B57259D}"/>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6F7A0C15-EF71-4B32-98F7-51455D068722}"/>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0F033BD0-9E7C-4C02-80F0-DDC90125DB53}"/>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007D1EB8-42AC-474A-AE55-E6700FEFE3BE}"/>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386FFA29-9718-4C05-AC67-3D3708D28D8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939C1337-5297-44BF-9001-9E7D48D58AC1}"/>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5346C7C-C75E-4AE0-AB49-4D7A68A8CFFB}"/>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5253C78B-FA4E-4F7A-AF9F-651FE2388D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36814096"/>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EA7B87B9-224B-4EFC-84A1-2A49A8E9A9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8DB6CAFB-8EEF-4816-BDB8-3E289F94D0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E40DB1AE-62FC-4C4D-8094-C6166A3E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C3FB1A75-1D37-457F-B73A-4268672E4F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0F5EA7B9-0437-4D54-ADB6-1BE370EF05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2FFAD5C9-4A6C-4065-9C46-9DD32990AC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46454EF8-4B69-469B-8D60-E42467DC170B}"/>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80924618-140E-4877-B048-B0B5850B423E}"/>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C74C61EE-D9EF-41EC-902C-E20195F8724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194860AB-1192-4CA1-8226-13E344B203AF}"/>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A3D64ED5-25E2-4DF9-9B16-27692864A298}"/>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601FE46D-DCB0-4FE4-A578-52EE92DA0819}"/>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A6355032-BF94-40A3-B629-F408464F82BB}"/>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A084E3F9-4800-458E-8D4A-20634B6B5FC6}"/>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21BD469E-1066-4AFB-AF20-ADCED301C140}"/>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1AB18B0B-A22D-47A5-BE52-128640CC348F}"/>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2E372F0C-F6AB-4F75-AF06-BB860EE387F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28BDAC88-2EF8-43CD-A538-A3CF8DA9387F}"/>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1DD444DF-33FE-42D7-ADCC-872996D294B6}"/>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F84B05BF-BC50-4526-9C13-6F0A64AA140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27961A17-5BB7-4D8A-B0EA-0B98147D5A31}"/>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43C662C9-15D5-4DF4-8C1F-7F6A151931D0}"/>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15F71BAA-A422-4864-9863-8C59A2F13B3F}"/>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6B27BB52-4687-4810-9896-714D072A1A38}"/>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B07E0F1D-1C68-4F21-B226-7BDAA91A3B69}"/>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21A02C17-2049-4F32-BFBA-2B11AC296938}"/>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0393FCB6-780F-4F5A-80FD-A28F84E63BBE}"/>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CD4FECFB-EB5B-415B-B250-3DDBD666BCFA}"/>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E9D29C9F-74D6-4106-B17B-5C0E593A0EDE}"/>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9CCCAC55-DFE5-4CE8-B580-EF094A3CBD0B}"/>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5B973BBA-C574-4555-9E5B-DF13D537414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62F5C356-C9C2-44D8-812C-584A1584E2E6}"/>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B5EECBA4-41E7-4C7E-A8AB-F7CE52D2818B}"/>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C7599181-7BE8-46D3-9503-D80DD2ECBE8B}"/>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D933524-0DB1-4AEE-895A-7C1047A42B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9138265"/>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99FEC13C-97BE-485A-B829-E789F412F6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48397FB8-FEB3-412E-91AC-A927EDFF37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830C986F-A52B-433A-A677-50F766119B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31381D0B-B958-4083-8D0B-BB125D45B2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868BB594-E22D-4F4B-9AD5-0E9D97323D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D6D31FE5-608E-42FD-91BE-C853F99DD1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D1847AC2-DF15-4ADF-8B04-8933A1437D2A}"/>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31408219-A7AF-4CAF-8271-3EFB4A34973E}"/>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1C00ECEC-C768-4F7F-B38D-58F4CCC8867A}"/>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E106A6B-72C2-42CC-8928-9E8A80006A84}"/>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AAD36047-A3BB-40F4-9384-FED7F372D82E}"/>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E1CAA7F0-4867-4D79-B528-DC2628FACB6E}"/>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39DF25D6-50E6-4405-B21E-85CD93D8B44B}"/>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2436A21-889C-4182-A32D-1C2972E664F2}"/>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6C40E13-EF8E-4CCD-9C9F-881AC714CB97}"/>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79552650-3796-42E6-9673-700E31F0151C}"/>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853CF46B-791A-444B-928A-D9F5BC9285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C6F7CB00-BCD3-49A7-8AF9-9304903A315E}"/>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04AD3A8E-A3B3-4379-8956-99B48A48EF56}"/>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E4C27F62-ADAD-4BCD-847C-A240CD3E976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8D06B8E-4378-45C7-A5CA-8753389BE470}"/>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FCA15389-3B31-4432-A6AD-55F005AAF1C1}"/>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6009009-B26F-4B8B-AF07-77EAD20338E0}"/>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3FA97875-199A-4D70-8C20-988C6C721E2A}"/>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D88E5E49-4CA7-4BB4-A61E-2BCF6A5CBBBD}"/>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9C57A498-395A-4F8E-B3A5-E8C9D3BCA352}"/>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02D70480-3285-469D-9A3A-C36ABA49003A}"/>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4CF1BB24-4704-447C-B938-0E57C03C7360}"/>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BB25333D-B58D-4AE4-9B48-912FF85E46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59105363"/>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실제 작업의 구성에서 전체 작업 환경으로">
            <a:extLst xmlns:a="http://schemas.openxmlformats.org/drawingml/2006/main">
              <a:ext uri="{FF2B5EF4-FFF2-40B4-BE49-F238E27FC236}">
                <a16:creationId xmlns:a16="http://schemas.microsoft.com/office/drawing/2014/main" id="{EFEF400E-5F5B-40E8-B44A-64B7A4AD5D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작업의 구성에서 전체 작업 환경으로</a:t>
            </a:r>
          </a:p>
        </p:txBody>
      </p:sp>
      <p:sp>
        <p:nvSpPr>
          <p:cNvPr id="2" name="S64">
            <a:extLst xmlns:a="http://schemas.openxmlformats.org/drawingml/2006/main">
              <a:ext uri="{FF2B5EF4-FFF2-40B4-BE49-F238E27FC236}">
                <a16:creationId xmlns:a16="http://schemas.microsoft.com/office/drawing/2014/main" id="{FBC78F1F-C124-4662-A2F8-06AA2FB12F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1362744B-61B1-4E38-B7FF-75A61156EC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9F32A7AE-BB2E-43F1-90BB-E688183F1C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C8EA3C15-D15E-4E22-A192-08E32C0A19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C1F6E261-2513-409C-AF30-31F94722FA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B68C67CF-4C3E-407A-83B2-217EAAED3137}"/>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FA1B12D3-B33D-4661-BD65-DAA6B57B877E}"/>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62DC783E-F2E2-4312-9005-FB37BE14D0B5}"/>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14AA4BB5-C82F-4DF2-9C9F-F5F3471BF0D3}"/>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6C09CDCD-D9CF-4B03-B064-334F8B5AD96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47C67BD-B9D2-4D96-B5F8-61C9210A0A16}"/>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B21F0A63-6DB5-412E-B58E-E4512FECC18B}"/>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FDED4A91-28DA-4A82-91FB-C2EB440B1DD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64ECAC28-F6E2-478F-9B4A-FBA3CA6BBF64}"/>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8203063E-C582-4199-ADE4-6135D8152224}"/>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CF5D916F-C64C-4D48-8958-A655805D23E9}"/>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BA089963-606E-428A-9C71-FF3CFBFBCF60}"/>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60AD5B95-A0FE-4299-9A6F-FAA3217CEF94}"/>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D4EA22F2-1169-410D-B4F6-E381A7C5C71D}"/>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11150E08-4E11-42FA-9D57-52513B585E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0171DA16-209C-4983-B0C9-076C763DE264}"/>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7C6724D3-5039-47BE-BA71-77D76826270F}"/>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7E6936E4-AB04-4635-925C-ABDD7BA91A0D}"/>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E5003600-2E4B-4873-B570-A2FEAC28FCBF}"/>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10FF0426-15B3-4E22-B7F6-685FD9C10515}"/>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200C20CA-CAB0-4E28-AC36-18B141C1E7D1}"/>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8F951D2-4C3F-4EDF-B463-67E594B32161}"/>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결과 검토">
            <a:extLst xmlns:a="http://schemas.openxmlformats.org/drawingml/2006/main">
              <a:ext uri="{FF2B5EF4-FFF2-40B4-BE49-F238E27FC236}">
                <a16:creationId xmlns:a16="http://schemas.microsoft.com/office/drawing/2014/main" id="{5DB143EE-F215-4CA5-8D8E-E6F3B1C88144}"/>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사람이 결과 검토</a:t>
            </a:r>
          </a:p>
        </p:txBody>
      </p:sp>
      <p:cxnSp>
        <p:nvCxnSpPr>
          <p:cNvPr id="30" name="">
            <a:extLst xmlns:a="http://schemas.openxmlformats.org/drawingml/2006/main">
              <a:ext uri="{FF2B5EF4-FFF2-40B4-BE49-F238E27FC236}">
                <a16:creationId xmlns:a16="http://schemas.microsoft.com/office/drawing/2014/main" id="{2C68E267-548C-4185-A9AD-C974BEBDA156}"/>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303B9B8A-56D9-4236-9FF1-B44FBA1BB11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EBB1C781-3A8D-40A9-97CA-1BDEB8C82705}"/>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2E51C5CA-9C81-48AC-811E-C18CD19F4E72}"/>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7E55CB65-893D-4831-8660-2858E8CE1EA5}"/>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5E240B30-A65F-421E-B3E5-0DEB593473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76090"/>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6A0DD02A-4C93-48A0-AB72-105AF1ACDC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F2CD58FD-69C7-4E12-8094-BED3FD5DCC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676ABAC8-76FA-440F-BE12-A2165D72D8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596DF31C-7CE8-4524-8FF2-E6912887DE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522C93D-F526-4D09-BE26-5A599F00F41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463B14AB-7BBD-4ABC-AC4D-E254767B81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D63CDA0C-7009-4FAF-8CE7-46ACF072D1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66E04362-8368-4F7E-8A38-4148042E76FE}"/>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15B6D6EF-E916-4B99-A1ED-FB5EBEA5D02F}"/>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C67852D3-59EF-4D98-B95A-509CF02A7CBB}"/>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896A8173-403B-4045-B243-13ACE4562EB4}"/>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9CD9DD0-AB13-46E1-A4B9-780FD75E517E}"/>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59BAA8DB-2E12-411A-8478-1B6643BAD6B1}"/>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181F736C-C6C9-4EA0-B495-238094E96002}"/>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5ABFDAD6-BE91-494E-B4C5-73994E3E4244}"/>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52CA27BF-B8D1-417B-A59A-28AA9B7BAA13}"/>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1EEA92E2-FCB0-48F6-AC22-9D4B9711C9C4}"/>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853D356D-4BC8-4219-903F-9E4CF100FC52}"/>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0BD1163A-E90A-48C4-A1CB-A11BA4087410}"/>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9190AFD2-8B0B-490F-96EC-C55FF0626B8A}"/>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AF05A5D9-27C0-4F1F-934D-A9A5C9D76BC6}"/>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CF66329C-9433-4AD5-99AD-8FB6C29E37C1}"/>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F9E37A3C-698E-409F-92D9-E99B4EEB9655}"/>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174E7B36-1438-4BB0-B622-BE1032FBC66B}"/>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381B1CD3-2447-458B-99A3-FCA73D079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47693424"/>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5FED0CF2-66BF-42EA-B3F0-4CA99CF5DA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0DFEBDAC-F702-4682-A99F-4236930961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B911EEB8-744C-4E53-BCD6-605D2445CC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58D6BD69-BA71-44B8-A661-20C29CF00C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2B99E68-7698-4E6F-84EA-628C8209CF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7FFC8D6D-C88C-4C92-8AB7-154EE2697C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35C514CE-78FC-4231-BE13-8578B190A92B}"/>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E7853064-51C5-41BA-9B68-9F2C2BD716A6}"/>
              </a:ext>
            </a:extLst>
          </p:cNvPr>
          <p:cNvPicPr>
            <a:picLocks xmlns:a="http://schemas.openxmlformats.org/drawingml/2006/main" noChangeAspect="1"/>
          </p:cNvPicPr>
          <p:nvPr/>
        </p:nvPicPr>
        <p:blipFill>
          <a:blip xmlns:r="http://schemas.openxmlformats.org/officeDocument/2006/relationships" xmlns:a="http://schemas.openxmlformats.org/drawingml/2006/main" r:embed="R8face912836349ae"/>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566C1CAA-2C04-4AB0-A6EB-A7EA40D32DF7}"/>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55E21041-5E02-42C1-9827-EE2DD2CA4E8A}"/>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39DD45B0-F8AF-4E12-87EB-4DE791C46C45}"/>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5372494E-6352-43B4-BBDA-D5C7E2F5F584}"/>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70EA4F28-0FDA-4FD7-9E71-78F56C45D66B}"/>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F8CF8817-3034-4C5C-9EE2-D11916AD4EA4}"/>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46ACF7D8-9E5C-41BC-81B9-A649D8EB7212}"/>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F1FDFF7B-17EA-4B6D-9107-266D90567B40}"/>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C6BE7F1E-3E2F-489C-80BB-06871AA9FAEB}"/>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EB60817D-F88C-4ABE-9400-14B78F0BB2D3}"/>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D8526A52-5D9A-4750-8D38-BDD7224BC1D0}"/>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1E1C63B9-A44F-4B7F-A8D9-FE7719C94304}"/>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463B9837-02E5-4427-8C0F-EB2D02E9D077}"/>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B54CCD70-84B9-494E-B4E5-80FA8903E5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36735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239E7BC6-821A-47BA-96A9-447E5E6E9C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2E0928C5-40E9-41C5-9E8E-405A206B39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E546477C-C59F-449D-A26D-E49550ECC1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23D90208-3E0E-46E0-BE17-BDEFAFC0C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DD1797E6-0034-4537-B864-DE8E999708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EF6D2A5A-F38A-4EB4-A4F8-8E942C42CB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CF9BCD69-BCAE-4712-8F46-9DF33963376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E78B082B-84FA-493D-9234-6A61E862683C}"/>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E4151918-5293-4E59-B37C-53D26B890798}"/>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EC0ED9EF-19AB-4180-9AA2-0767FAF5E026}"/>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CBE87DD2-22D3-4559-84BD-F2B1667EC4BB}"/>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F1F27D5A-C700-4C8B-A563-8423388C644F}"/>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E6C6FA05-DC01-4E66-A644-73019DA9FB03}"/>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833C6A56-1D36-44CE-8CF4-2F369EE91105}"/>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E5CE295B-2409-4A0C-AB76-5A01E3E6C421}"/>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B25578B3-9CCD-4B95-90F1-0BF9BB257B21}"/>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C287FE22-C1FC-4FAA-9745-245BE59BC8D1}"/>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97DD42E8-E9ED-4BFA-B5DA-7758BE696A83}"/>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56FAC675-0594-4B6A-9346-16737D7E41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2575769"/>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24AE5121-8599-4C34-932F-CC36DFA2CE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F82C703F-0B04-431D-970F-C2485B7BE8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3FE7274C-D183-4872-B2AD-AD77E6CEE3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350DF987-FDE1-4BCA-8D87-CF49AB87AB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EAFAA692-5B79-4D27-9F02-604135B57C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97B0E7F6-0A64-4E5E-8B77-240DF78BD5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E41B5F52-F2DB-4313-98D4-6146C0264EE3}"/>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A2590831-3D75-40B2-B401-35BA1B4F5D33}"/>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E9D1D278-CFB7-4F80-932B-70B4CD0A5CD8}"/>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EF20844C-CB50-47BF-836F-C6A8B8FE764B}"/>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BC47C85F-7C41-416C-947A-88DABC58B53D}"/>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B3ACAE3C-7087-4DF4-BB6A-F00CBE660EAF}"/>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9AE5AC9A-6F05-40FC-AC3A-A7DE7067581F}"/>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42705ECF-CDFB-42A6-82CD-39EF48F70DE2}"/>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7828904F-C755-4562-A31C-2DF3FABB5B52}"/>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D65E5D5B-F31B-4453-8E4D-5C8E576E50B8}"/>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1683B16B-C86C-4409-B70E-5EFDBEECE4FC}"/>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B39BEAB0-2AE0-4157-839A-35B605454B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2687512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1DB047D6-8FEE-4A05-BB0A-7E60D07C87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0FB52064-3A1A-4ADE-A581-7E3CD9D5B5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4D847C4E-90E3-4D31-91C9-E280F6B4AA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ABCC3D0B-54A3-4F48-880B-144FCC9AEF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5196EFE0-F05A-4EEF-B5D8-FA71C38AA1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EC400903-CB53-4309-BC0C-F9C6E5A13A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861FC4D4-F746-4631-9B2A-AF8384913BBF}"/>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015A62B0-E5A2-463A-B6F3-CAD65877958F}"/>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49BDB6B4-1B37-42CD-B98E-B81B212F55E8}"/>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674D68E6-F910-411F-9EEA-0A0E57BEE66D}"/>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487573DC-E6DD-4FDE-B7C6-B9BF3EB9D182}"/>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D44CC6EA-F360-4E47-AAB5-7DADD882C3C5}"/>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742FB379-3697-467C-A96E-85B0A618589B}"/>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C3ED4AAE-6304-4594-B6A9-6492B8CA43A0}"/>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3DBAC37F-F385-463D-8ACA-708AC4054D59}"/>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9EF1AF08-8AA4-4035-8722-5DFBA910BA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6363591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38365875-D178-4D14-AE4E-09155A2F756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6578AE00-3A05-4B71-B8D8-3045FA1924E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0D6CA5A3-6662-4648-BC3F-95BF22002E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586894B5-DE08-4EE2-A6B8-403490A25F8C}"/>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4AEF7500-BB08-4FCF-B9D9-AF465E4452E7}"/>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B25AFB38-07B9-431A-A4D9-7BCE4BE8E0A3}"/>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45A23674-F1F2-4B05-84B6-48D079184DA8}"/>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F4B53BB8-C1F6-4619-AEA9-4B9E350C824A}"/>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CAB4F649-AA73-4927-A3EE-E37B4993CC7C}"/>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2FFACDC2-9FB6-4A08-ACD9-B730FD8E84F2}"/>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B6C68000-2E2A-464A-AA4A-22DEC18EB90D}"/>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D0C7A770-5035-4A98-839E-355D06896D0B}"/>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D16FC7B2-3D27-43B6-9EED-543E6ECC45F3}"/>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59C3419B-809F-46A5-8B3D-A212F191D5A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BC9FD008-9658-4446-9696-6F15C5A951E5}"/>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C1FDEB1A-93EB-4523-B39F-E522FA9FEF12}"/>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9D6BF6E7-623B-4FC5-BFA4-898C955843D8}"/>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85E87B1E-8C94-4918-9AA8-2337D59507DD}"/>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299B13BA-63C7-44B9-9176-CDD5DE359045}"/>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34E58941-A5B8-4CE2-8B4D-DCCD138EBC48}"/>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1FCFFAA-AAF8-4E53-BF3D-A5E4E54960B8}"/>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5BC4F403-02D9-409A-A00B-C77E6C64C8E8}"/>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2E32DEF-6F43-4C9D-B25D-9D30990555F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3A57944D-A19D-4097-A73E-0C0CAF645F18}"/>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9880F8BF-2F0A-4245-9D71-2C63433C0879}"/>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B5243F69-5E39-4F85-ABF9-2C942809BA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14E62C4E-3CFC-4D7E-AFAC-E2B50467D9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B24848F-8BBE-49E9-912F-C40103AF21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2678CD0E-DB2F-482E-9E22-DDB33B2D5A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0158578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09FBC41E-11E4-4A7E-ADDA-CD64703AEE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F1715E1B-8631-4F88-A45D-A4EF7C5E9C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93EE549D-002F-4E6B-8DAD-3C15CBFDA5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C3FD4A0B-47C6-45DC-BFD1-9938C953F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D949AE7E-326D-4E2F-B39F-15EC2D81F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8CB328CF-2566-4268-9FEE-9AAF8A854A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38CC1335-E268-4CBB-8151-8589B9BDEEDC}"/>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B26A969D-C5F7-4116-80B4-717DAEB4E24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1010A75C-2F78-492A-B590-10A56E30A28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A829A54E-E330-4F3C-AD15-83D82798BBB7}"/>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5ACEBBF-A0D0-4266-8025-523D9CEC8425}"/>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447F6F9B-8686-4E03-B0CB-17CD893632A5}"/>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19005F24-6234-452C-8CD5-98D9DDF02CE6}"/>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ED2312F6-A502-458B-9497-0548E6AEF993}"/>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E85FF08D-2548-4679-BB0A-9B12CBEC20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1107025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812192DD-AC29-4856-9C00-C86446E138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E9622984-4BE5-4139-BAFE-F3691967DC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3A180BDA-84CC-42F8-86EE-153C0C54F6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37A46127-7FC9-4AC3-8D91-F3A71DE2DF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C2B939D7-E9D6-4B89-A34B-59DB2E9EDB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4E17D000-79FE-4F19-A611-BF2B3157D4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678859A9-214B-4E62-9419-F50FCA46EF01}"/>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0E7886D9-477B-448A-ABB4-8F2BFD646133}"/>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95777180-34CC-456E-9B7F-1D14B37F58FD}"/>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4B5AC6FA-C0D6-4665-877A-22C986890455}"/>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263FED17-C6CF-4BEF-81F0-AB10E533BADA}"/>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959ABCBD-C122-4076-9F89-598B8DB4FA83}"/>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949F955C-D5B8-483A-AC3B-615EB12CC426}"/>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250D3AF7-6DE6-43DE-8874-7CB46C509963}"/>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D0753946-9574-44A1-A200-3D31A0C693C0}"/>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94313D18-2F07-4EE2-BEC5-0BA7B2AF895A}"/>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9CE52548-4FFD-44BB-A7BE-51C18C2D96E9}"/>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C011FF74-42F8-4C57-803C-7B74E5CD57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1616878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458B246F-B06A-400E-821B-E5816D16EA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BB95D2CB-5F68-4ED5-8BCB-C8B2805958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6D4872F7-0C4E-4C79-8C85-7925F167FE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72BAD6B2-733C-4C81-A522-85E9C428CA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D946BE86-6318-452C-8540-A2A4F5A965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BB907EEE-DFB7-4899-80AA-9546738A39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E968E995-6DF6-4870-9F73-BD663DB09700}"/>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BBC39241-C20B-481C-9E3D-A73D06BE5121}"/>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62AC1654-FABE-494D-9E75-5DA0D21DF05A}"/>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F2F0DBF4-2189-4F66-8C4E-1DBB6D90DDB6}"/>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2F7D5669-BC94-472E-825E-8EC73DE23F84}"/>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AB61D7EF-09DE-4F3E-B4AB-BDF63D4C3655}"/>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6F433DCE-A75E-44CA-A849-5A44208B7661}"/>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66CE2B08-F1DD-4954-AE0A-CA53AEE43FE0}"/>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56F12334-859E-4CA4-9C35-A82DFECB1303}"/>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3E510DBE-C408-4A2D-8324-8150D8C8E85B}"/>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4B3936B3-DD31-4EE7-BD77-124D596AD824}"/>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127B78A9-7325-4821-90C9-2B9A25A064BA}"/>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07163570-5BB6-4520-A0B3-8F7B361AB2CD}"/>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DC29817B-B8A5-484F-BFFD-CB6283DFF3E2}"/>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6464A63A-2173-4DA3-AAC1-1CD7AC7D118E}"/>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81792C04-BA35-4E60-BB8C-A80CEA77D4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52257544"/>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014C74B2-0C58-42FE-90C1-21DBA5454E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355B89A5-5FAC-4925-A449-662A0E6BD7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9DDBF0D3-C026-41D2-A4B2-7766B01A2D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D40B3B8F-063A-40B3-AA00-78DA9397EA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406E9F8B-F1CE-4D55-B6A9-3C76198578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EF7C29A6-6637-4264-BA0F-DABF85D7EE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0AA7B49D-1AE7-4629-B3D9-07CA76D6DE8A}"/>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773BCCB5-38C2-4F14-B945-C80477A67648}"/>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B597B983-3519-422B-A323-56EC7081C1D7}"/>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D29FB3C-C466-41A2-9A5F-50083F7BD255}"/>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ABEA5188-89EF-4DEB-AAF1-B390D903F5B0}"/>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C168ACC4-8AEA-46D3-A9E7-36D2A3FA25E9}"/>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C132800A-18C8-420E-B4CE-34248846F606}"/>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C38548D4-0A0C-4D31-89A9-A75AC85B11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07219737"/>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E3F9B59D-B7F1-4D45-AE3B-7159D440F2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C8908AF1-6E97-439E-B0F2-D1EF6E41D8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B41AF47E-C03F-46C7-99B0-4BA4BD76D1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238EA1B0-1030-40EB-AB44-0A572FC7AD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4F7DCBA3-A0A2-4544-8F77-90F3854634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9666EF00-7885-4163-893B-AAC7512BD6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91A42743-3DE8-4881-95CE-55D0385E39BF}"/>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5AEE530A-929F-4452-9A43-501C4C48908F}"/>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D5B6705B-5DA3-416D-AEF1-B146A842909E}"/>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B1C37449-C855-47AF-85D5-E7499147C465}"/>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A0ED2747-540B-4F5F-902C-1B988C9C9C75}"/>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F748DDBF-2EEB-420D-83B1-401A62F98901}"/>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9E8A823F-F860-4635-8FC9-413C2252B1AC}"/>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D0969D0C-D3F3-45E2-BD51-A48047930DDB}"/>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A13B961D-B33C-4496-B64A-4A77743B4BD4}"/>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73CCCBEF-6519-41D4-A9CD-27A13BBCC5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2943572"/>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F9441AFE-CFAC-40D3-AAC8-81DC26A5CF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B1EC52A5-AC1E-42F5-B657-ED359B89B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5B2048BE-FE4C-46D3-93BE-5B7F320A70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242CF640-93E0-4F86-83C8-C46F3C1A9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01C86E42-C826-4DC9-88A9-2C1D8309A9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DD112B31-FD3E-4FAB-8BFF-227B85246A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EF825419-11DB-4F37-ACFC-1333A8F223E2}"/>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39233252-0564-4C58-AEC1-9799B559FC16}"/>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0B93F760-7864-4378-B38E-EA7956C13147}"/>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B44C47A-A39D-4958-82C0-25F0E7225C9D}"/>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D6F863AC-ADC5-49C8-ACE3-FDA587695BFD}"/>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32A011B5-FB03-45C0-A52B-60C1AD03BB2E}"/>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CECC4E23-486C-4537-99BE-6A35100FAD05}"/>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A81477ED-B865-4880-A332-2CE5284C2E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81779787"/>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CAF54DCB-67EC-45B7-AA17-8DA6C6E3885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2260453A-5D01-4118-B30B-C9F8BDE9F64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FECB78DD-5F0A-4D33-8EAC-087D506E1F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C6EA1727-A4DD-402B-B5CF-CE6EF1DD04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FBF5A46F-3B60-4F36-B681-5E7D935921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2989A203-E131-4F86-B65B-01BF367123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D4B3117C-3B68-4221-92E6-1B4B019C4E19}"/>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90F243B8-00AD-49C0-ACEE-AF3589782F49}"/>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F6C93CBE-0EF2-4960-A6A5-72BCA7E6F25B}"/>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9308F7CC-1047-46BD-B539-1A49A09A808E}"/>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6BC15FF-2601-4178-98E3-137AD620A593}"/>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0468A4A5-78B4-494F-9DD6-A78F1878D580}"/>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E8CBC426-B818-4B56-B0D5-9A3937B4FEB5}"/>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EB7BB211-5189-47CE-9429-148FF1A6ADD4}"/>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78D85635-F7A7-4FAC-B097-C48E65C32BD0}"/>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9BC911CB-EA31-4033-A111-A81C60C78DC7}"/>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2B55DD32-C187-46A4-9B35-3A74398E657F}"/>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E7AB015D-CF2D-495F-95AE-FEC2A1E64118}"/>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17C64DEE-B9AE-4C31-99FF-8B0538154D6B}"/>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B99D429C-4881-42E5-B165-9FCD154AEEC8}"/>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430965F5-4182-4C84-B7D7-166F363B37F3}"/>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F2D149BB-BCCA-46DE-8B52-8CED97761858}"/>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9EADF432-6C50-4649-B498-CF549DFA09D3}"/>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A196B918-CF30-4937-A466-36C8D73D07E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1B7A38B3-498E-457A-99BF-09B082E34661}"/>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88833110-F62D-4F10-B256-899DACB83586}"/>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33A740ED-4D85-40DE-A555-C1DCEE3C46FE}"/>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57D45FD1-E87A-4C6C-9F2B-410BCED37F06}"/>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BA72172D-529F-4AC7-BA06-FB3BA311B830}"/>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B4A73751-4B78-408A-BF18-C3FDDF4D321E}"/>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7A40C929-6615-4E84-933F-EB7BC84584ED}"/>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645EA916-ED0D-497E-A482-52859C6EC818}"/>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E91964F2-FBAC-4B82-9460-8F8626679C5C}"/>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E556100C-3D66-49DE-A8A9-B1EB5AEA32D8}"/>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46889B7B-D06C-4A92-9CFB-3AD6298AF995}"/>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D489346F-73EA-4497-A505-34DA79801BFC}"/>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722154FC-98F4-4EE9-92FD-FF417911E8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3481635"/>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9751819B-84F7-4326-A0E2-EF9F7ECBBC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8FDA6E65-B0F1-43D6-91A5-62A4E5F153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B7BC91C9-9F83-4EDE-AC0B-96FA462EB2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FFC6D31C-E6C4-472F-AE97-42AD011C21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BF64D07D-FA74-48BC-90CE-C980FE4F36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31BCD9A5-AE73-41E9-94E7-D9E3D0EBFD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92688D7E-ACDE-46AA-B92C-F0AB537CD401}"/>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C49870D9-55D9-4986-9CFA-E0E21B28C84D}"/>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5F598DA0-AB0E-4B50-B83F-7E3CCB8E326D}"/>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F0FAC15F-13A5-4989-AB46-9BBE2937B6FA}"/>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D06AB690-09CA-4812-9435-3934C5DD431D}"/>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7AB7B8C0-2236-4B65-BDD2-5F40FBE294F4}"/>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E3A8A4FF-C105-4020-BD79-16A2A734D9E7}"/>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BDCB5EE8-8E76-4767-A638-E9531F7998D3}"/>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4EB72BB5-53E9-4776-8B45-595F28556B99}"/>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0CAD633-4275-4E4D-8B97-DB1BC8E0610A}"/>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61095326-5018-4298-AB5E-E21A46C61D8C}"/>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322E6424-1FFA-46ED-A935-CB075B65F3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6895586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D0E22270-1A39-4035-B82C-B8B9C744241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8C503F20-E935-4B94-8D62-066A2398F1C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3EBE2672-627C-418F-8305-D2FBF40F309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0292B1D5-7CD4-4CD3-AE6C-6000755D7B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B167D9FB-E03F-4714-A484-998191FA12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091B60B6-4D86-40AC-94E4-75DD0D9D3B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A5A2F951-3A92-486F-836C-3FF38BD1E70C}"/>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B09FB22D-384D-41A7-9926-B8F452DB6752}"/>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056DD02-CD50-4276-B135-48988377AECE}"/>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189CF289-1679-4D8A-993D-E1935F690184}"/>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EA9E50DE-89F3-446B-BBF9-BEA678B654B2}"/>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0311845F-714F-43DC-A324-50B425A7DF63}"/>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F3A21133-14B7-490F-BA10-71E9AD1B10B4}"/>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3F8DB5A6-3109-4E15-8049-0464D9770589}"/>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2DD9E141-192F-4BF8-B6E6-C32DFF2454A2}"/>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37933DE8-A406-456B-B406-BE685BB0E1CF}"/>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EA6CBA67-703D-4CA1-9E10-85C7FC5E7687}"/>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9267993A-AA18-4832-ACDE-27C40DFEF79E}"/>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D0B4CFE9-D6BE-4DD9-9E5C-77E1C8DF0105}"/>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2BADF7DC-1C89-4736-8AAF-B5E88848AC18}"/>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7C85D158-4FD3-4201-8203-3C66538DB9BC}"/>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22E746F5-7E6B-4A90-ABC9-3D17CEE4B91B}"/>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29E97B00-7DB7-4C6A-A873-46C448FD16A9}"/>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7130A9A9-EF80-4F9E-8404-E60DD26AF4B8}"/>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D27B72C7-1EB4-47CC-B414-ECB6C7EF21D6}"/>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653707E9-F93B-45A4-B281-C33C43385D60}"/>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7F720C7F-7E02-47AD-98BD-D90F0A9F3180}"/>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CE7E53BE-2C41-427A-9AB6-D03BB0C4534C}"/>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E436C8DB-F51E-495D-969D-AA0068F44E1D}"/>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DFD3F591-1072-4A55-962D-6237A7DC869E}"/>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C657741B-A789-4921-B0F1-9AEB8FDF12AD}"/>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8598C28B-5279-47A5-90A6-35F7A40C7F75}"/>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2CEBCF78-C07F-4CEE-AC72-FF8E10E5FD50}"/>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3EB3DB44-0CD9-4D6B-AE70-F01C0B462EC1}"/>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97EC9C82-4CD2-472F-A513-45DCBB643D8C}"/>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7DB09616-7ED6-4E37-A5F4-EFBE14277309}"/>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16D8E735-2680-46E6-8154-54DA6CD14CF1}"/>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96326588-8521-4451-9EFE-93944631F4AB}"/>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5B2CB721-B5F2-4686-9064-643FC9434B78}"/>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663037BB-1D35-4203-98B2-A18702B44EC7}"/>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A00AEC53-B2F5-45A6-B98D-4857544E714C}"/>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77302588-2AF2-43CF-BF6D-312ACE5A171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5F2A7C46-6F45-4F98-B759-02ECE87698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46833616"/>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C6DF1ED6-2B59-4784-8D8D-6358BBCCAE3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98AE2165-2E58-4E75-B910-1EBA1791297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5973BECA-A1DA-4269-9FF5-452C1FBAD9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EE9E463F-FEC1-49DE-8716-AE87D23E26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C8B8AB9-E28A-46FE-BBEA-417E764F9EA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1F2D8EDA-0C65-4062-8953-EF75A0D19D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56366987-4729-4C68-86C5-55AEAFD822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CF50725D-115F-422B-AC36-2892764D84BC}"/>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B085E9A9-6698-43B7-860F-27018225154A}"/>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EF3681E9-9FA7-4F1A-ADD9-7DEE27C90223}"/>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27AE80A2-CCC4-4C7A-B1C7-2A5D126B51FE}"/>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2A03B417-63D1-4AD7-92C1-27BC0042DED7}"/>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8BF132F2-A8AB-458A-9A73-6CAEB17F7C7B}"/>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B836FDC-BF48-48F0-AB47-A4CDD6DDA46B}"/>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1A84EB95-7277-47E6-A703-D48CC56AE33B}"/>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424EA44E-242B-4762-929A-BD168A2C7A00}"/>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D3E67014-0A91-483D-9A20-56875D56C84A}"/>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070AB12F-C603-4B71-9EA1-BDB211398133}"/>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7715FB76-EF64-43D2-BB49-EB57A6CD3CCF}"/>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5A318F88-81E2-4BD2-81A7-4F0F08C0598D}"/>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7B9B1ACD-6352-4DF2-ABBB-A0137401ED52}"/>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47545DD9-EF91-4893-A2D7-CBB7AD1EC213}"/>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CDD8CCCE-36DC-4322-B1B2-EDCA68955C95}"/>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24D7F4E5-1228-4C01-893C-6EA1F47038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3993319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36E9CAEA-D37B-4086-B4E6-3FC691FA292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9B4702CB-7732-427F-A5ED-732B8583355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3606A393-AB7D-4D18-A3F3-C1954B3B7C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8501590E-23CB-4EF4-BDF3-DDE4C9F0F8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484CF6F-BB8E-42BD-8189-50455316F4E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B9010BF3-100B-493A-A5B5-50C3B43918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59D6EA70-FF51-40C5-8F46-C8F60EB290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2F48E2E1-CE34-44DC-BDB4-274755AD375E}"/>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262A7CEA-5BBD-4943-8EE0-92B6917E3A80}"/>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5641CE23-665A-44C6-AEC7-ED2DFFBCF667}"/>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D62A57F7-7314-4C8E-846B-C29F315F8DC8}"/>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E164A580-D374-4D9F-95F1-1DFBC5B638D5}"/>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D07D016-5DCA-4497-BC3F-307AA1D0EA92}"/>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48B1B417-3025-48AA-A37B-34BF5931079F}"/>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FB86E031-961A-4CD2-9C9A-FEF5326B2717}"/>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5D356689-F1EE-4BBC-A247-5924447B6FF8}"/>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6CF7331D-0FBD-46B5-9CC5-0ACC3103F82B}"/>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61F0E438-67B3-4F30-9E3E-FC16EE36F422}"/>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DC3B1A9A-6634-4E77-801A-99282BA178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53281861"/>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664A9EC6-84C8-444B-B4C0-A780769A865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F191A278-4CF3-403A-9115-39F2DAFDA52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A073A005-9210-4B92-8DD6-EDEB22C794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B9EB85CF-55C5-4374-876D-AC0BCC7A96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DA3CE9D-C637-41CC-BCE7-646F16039BB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9BC5A01D-8B85-4453-A85A-2387F3565A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0EE35BAA-1BF4-4C25-95B3-65DD7C1838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E7D8600F-4261-4F7F-8230-232F7E833D14}"/>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7B3543FF-1D55-4ADF-AD69-1AC0C0462DFF}"/>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081DFC8-9A85-446B-B339-792CD1D8CB97}"/>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5969455D-623D-44BD-B437-81D1C0814B1D}"/>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AD52C47E-64D4-4624-9AF1-386C118A6EBD}"/>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94A60FBB-06BA-430D-921F-5D4552B2F4F9}"/>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C22B69-7E5C-4161-A0C4-B6FD700E08F5}"/>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9FE4A47F-DB87-4F51-BFA5-AF57DD005292}"/>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E6DABF76-FFD9-4DD9-B095-97FF90A644EC}"/>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A4B4E30B-1C98-4385-9557-EEBFF7A71965}"/>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C71578B-EBC3-4043-A54F-0CC212EF3AE5}"/>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B6F0072E-1090-49BC-9375-38064E8C0233}"/>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676F7717-71D3-4AAD-9915-55E87D086E9D}"/>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D46B5DB7-19F8-4B4F-8F66-6C1749DC152E}"/>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FF480A5E-69B7-4C12-9319-6157C88FE4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0276018"/>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F51CE3DF-631B-42B4-86BE-82B13CD3A31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5F41C0C9-FC8B-46A3-BC96-CD03342CD00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4DAC9192-A8E9-4E6C-A9F1-45E2AD4B52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7817C56D-1037-46F0-AF8B-954A7D33F6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619B73E-ACCD-4C33-A3B8-6036BC85E9F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5B8826E5-1E40-4AA9-A492-E159F0FEEB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3682F16E-9E64-4730-84BA-B126F1132B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6533E26F-6F56-4E8A-9592-08102F33C50E}"/>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2F80C268-95FE-4741-B366-C1DA2153C5EC}"/>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85CE6BC9-A223-452F-A73C-1FB305D6B2A1}"/>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0260F7D6-506A-4E43-AF3A-E4D8DA47D65F}"/>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DE7A2760-8250-42D6-88A4-87629D5CD0FD}"/>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CD46C110-2AE5-4E9E-AFF9-2FDBF785D647}"/>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6DB5C86F-3558-4D88-BFA2-437CC63A3C48}"/>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EEECFFE7-436C-49CE-84ED-583EC6D859E7}"/>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0E6CCB03-0EF8-4921-A685-87D03E2B4D2D}"/>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9BF93676-9C40-4770-A108-34B6DAFE567F}"/>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8F322AB0-B61C-4F00-B5DE-9D585301E430}"/>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F4A66063-0AD6-442D-BD5A-580D59B9A7FF}"/>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DE16EE39-F8B6-4A38-AE24-FDAC0E6E533A}"/>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4137CB84-C195-4D8D-BD30-58A8136FD316}"/>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DA34B7A1-1489-4C07-9D9F-8D304CF954E1}"/>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51D1AE0B-57DE-4FE6-9A87-F80897E75901}"/>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62623F27-F1A9-439A-A082-9ADAAFC299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7752771"/>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ECA61E01-5840-47B7-99BB-01348BF12EA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1FD8EED6-2F0A-4ED7-BE95-85C7D1AC71D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005830FF-A007-4FA7-8547-D79C770189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EF6CB227-4B0B-4353-BBC2-DE57BA8153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278DF05-2E73-48EE-A437-D8F8CE4A635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EF43C586-DED8-4359-A2C3-050D86FEA3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2193875-F7B2-43FA-8B7A-0F29DE2C36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DB236BBF-01BE-4263-A50A-652F0134D80C}"/>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E0490031-A0FD-4C57-A63A-946353205052}"/>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D506A129-05E1-41DA-B170-8903FBAFBAC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1102282A-C1EF-4175-8141-96CAAD627DD6}"/>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B73B3139-F8D9-488E-B6B5-BDF173E7CBBB}"/>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DE4CC8A5-EB30-494C-9D78-FF16AADAE248}"/>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68994A65-18D6-43E9-AE65-341F9CD302C2}"/>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CADA658C-3022-420F-8AD6-9E24F0A8CA14}"/>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EA9DFFE0-500C-49B6-B563-3F1E25AC22C1}"/>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4E0ABB09-9675-4FA4-A35B-664E50A7DE1C}"/>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987202EA-D931-4BEF-AB3F-CC1FC14C8EC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66F0FC12-0EC1-43CD-8058-60ACFFBD91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91132287"/>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C4F3C844-9143-4D0C-8767-99D9E24359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851F3F33-871D-4AE6-9011-FA847D41D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ADEA1A05-993B-47C3-A0E5-340762399B3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2387CA1C-CCED-471F-BDB6-7AB433415C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82154BC8-105E-4FB1-8DDA-7650DE8850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5450488F-69A9-4DB7-B786-3FA642C4EA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64719A52-81CF-4B24-A18C-8826E479271E}"/>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5EA2E64A-3403-4426-9B48-0CB2C690A566}"/>
              </a:ext>
            </a:extLst>
          </p:cNvPr>
          <p:cNvPicPr>
            <a:picLocks xmlns:a="http://schemas.openxmlformats.org/drawingml/2006/main" noChangeAspect="1"/>
          </p:cNvPicPr>
          <p:nvPr/>
        </p:nvPicPr>
        <p:blipFill>
          <a:blip xmlns:r="http://schemas.openxmlformats.org/officeDocument/2006/relationships" xmlns:a="http://schemas.openxmlformats.org/drawingml/2006/main" r:embed="R3be0b7659fa0497c"/>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E9DC8B07-7A96-495A-BEDC-F5A1EC9F24DB}"/>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50914852-1B56-4646-8564-1F3EB7D4E103}"/>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78DA1689-6D67-4724-909E-24EF0FDF6B73}"/>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FC8D5B25-CC16-4BEF-930F-727B3554DF5C}"/>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F7A50005-7C2D-4D17-8C9D-6E63F9ED8F72}"/>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FB75DA6-D0BF-4053-946C-301A1BA7A841}"/>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19558AB-77D3-4240-91EF-610DA24E014A}"/>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67EA5EA9-4A78-4732-B046-5650B0D7B5AE}"/>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B35D765B-86D0-4479-8F5A-5A307DC44B3D}"/>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FB604AB0-52E5-441F-97A7-F585FCE3FE35}"/>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AC6EC94C-4184-4712-A2BB-CFBACA99845F}"/>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4453EC2B-59CB-4896-B657-C413C7BCC0E2}"/>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D74596AB-8251-4BE8-B3C6-E486C59D591C}"/>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69401EF3-0B76-405F-99BF-35BC62F53CB1}"/>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69318B2B-7092-4231-B662-C3AF0676BB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41086878"/>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205BF4E0-EB50-43FD-B810-F24AE65D28E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1B6BEEB7-9377-49F9-AB87-E030E96E3EA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DD974A9E-D66C-4CB1-963E-714E8739F4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365EFAE5-E5C5-49B6-AFF9-264F664230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AE704C13-1D64-4B07-9912-27C831D2AC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7A2A99C8-E238-4BF2-9AC8-2BCCB7F7BE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E546AD75-42A5-4F82-A6A2-AD85554279BB}"/>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1C1CE4FD-A0B4-4D75-B015-D950ECF30D15}"/>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0EB67BDE-B2BF-488C-8FFF-D90020D96871}"/>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F331B954-A49D-4EB0-88D7-58AB06369225}"/>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40B248E5-F1BA-4473-AD99-F2F8347E5610}"/>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E1B4F224-6B7D-4B75-907A-A8A5086C1998}"/>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A1B76B04-246D-4C29-BB57-A90A2E0BF864}"/>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8A5FCD5E-8F4C-49EA-A5F4-0BDA1865E220}"/>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F1C536EE-3E84-43FB-B0E6-4BD97EE21B53}"/>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AFE6E448-3D00-463E-8147-A1FD34D06E34}"/>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AED9CB09-86AD-4329-A95C-A96F39E01118}"/>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78EF52FF-2AF5-4541-B8F2-4791FAF0FA92}"/>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37BFE4FE-C4B1-4B30-9BF6-564BCDE98F2C}"/>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CC0CAAFE-DEBF-430D-9CF5-D3ED1D502FA5}"/>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3A6C27B7-80F3-46FE-A542-A15E9CA48D2D}"/>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E6A8AEC2-A5E1-4A12-85B3-187BFA2F9216}"/>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0F497344-ED70-4E6B-ABA8-F7AD3A32C8C2}"/>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F23A7AA6-41BE-4AC5-B96E-2BB9AFDF0215}"/>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EE331D71-A352-44AB-9D12-D6508B30BA53}"/>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C7ADA56C-3F40-47B6-9E6A-E56752947B8D}"/>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2478B0B8-1B0D-497F-A337-2B06C4716997}"/>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0B8B2DE0-F13C-44D6-BFCE-6AF2C33F3F80}"/>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7A394D41-5602-41AF-A585-FE47E1BA1DC2}"/>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BAD1172C-DF3C-4148-95F9-9325F3573FB5}"/>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BE04D517-7DB9-4D0F-B87B-D9426134579B}"/>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C8AC5BCF-EE65-4651-82BD-518FEE96689E}"/>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1E1ED947-3BEE-46EF-B7C6-12195C52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59347659"/>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3A2417A9-32DF-47F1-8162-F9B02647B7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5C4570A5-0301-439D-80B4-0D8461D85F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F76EBC88-5B67-4411-97B5-C95002A574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789F8EF6-5332-4CEF-8779-E419F4FC71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2BDF8800-B29E-49FC-85F5-7E824A0633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7AA9B4AC-50E8-4C8F-BD77-114F1155ED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702651E3-98CD-4EAF-8F5F-781D1CE42BDB}"/>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ED8FAA2F-3F17-45F5-B221-0E903CE8E600}"/>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153DD932-C8DB-401F-9FBE-BB7D2EAB25A6}"/>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D5C1C076-4E4D-4613-96C0-125113799F2C}"/>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3BD8D9E6-A832-499A-A34F-D0115499A3E7}"/>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A779CAE-932F-4347-8293-708C86EDF36D}"/>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4CD5ACBB-7F5F-4302-B1D0-7F95EAF5BF07}"/>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03345F82-6E51-46C6-BE9F-6B5C30B224A0}"/>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6720A9A7-E259-402A-A132-60A136770BB9}"/>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B1C96507-2414-45B0-97C1-09D426009460}"/>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476CAD1-62D4-4152-B87C-882DD4804A06}"/>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FA28ED5A-6384-4AFB-B4C5-2FB24BD21D6C}"/>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910DB883-CCB6-4C76-A927-20B51FF1D3F6}"/>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DD6A1441-829B-44E1-B7FD-038C534DC753}"/>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0E8FF25F-18FE-408A-BAE9-A5F882373CF4}"/>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4FD1DF9-A90A-4E44-9068-A0EA58A4AB2B}"/>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8A78C1EA-9373-4871-B407-65C2711724FE}"/>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0485D629-3678-448C-AC9C-755FDD7390F5}"/>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CDDC7D51-410F-4573-86ED-5A65599E411D}"/>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83628BDF-5A9F-4BF4-A4A3-89C5E7771301}"/>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286F39D-F17D-4AE3-9145-A41F538697A0}"/>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5E2922F6-269C-46A2-8D1B-BC2BEE7B57E1}"/>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FF9D7864-8A73-4AC4-BE35-D4C8136BBCEF}"/>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258D24E4-0B2A-43C2-91AA-B72CE808B794}"/>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AA21396-E9EE-46C9-991A-631ACEA245FE}"/>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AA407F83-BE73-457D-B133-51912D731F91}"/>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FD894191-C09D-4034-88F9-73D8482B9D3A}"/>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F3B56F8C-E05C-43D3-B7FF-6101AA1572B3}"/>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33CCE23D-E699-4FA8-973C-C4A9599BD5BA}"/>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2318A21-9691-4FF4-9F83-134C79868663}"/>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E9602132-D721-4B6F-ABF6-7411C1D6F675}"/>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4B7BA623-630B-4D04-94BC-61E483E1CDD3}"/>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9AD86DDC-7053-4080-BEA2-F4D2DDFA17E3}"/>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B55CC9D1-14AB-4505-AEDE-F5FC053050ED}"/>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2AA84C3-B00F-4EAF-9CF6-6EE97B61D526}"/>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5DB30EDC-7CE4-44B7-BA54-86A8E978CF26}"/>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2CAA899A-B399-4317-9260-AE79EFE32428}"/>
              </a:ext>
            </a:extLst>
          </p:cNvPr>
          <p:cNvPicPr>
            <a:picLocks xmlns:a="http://schemas.openxmlformats.org/drawingml/2006/main" noChangeAspect="1"/>
          </p:cNvPicPr>
          <p:nvPr/>
        </p:nvPicPr>
        <p:blipFill>
          <a:blip xmlns:r="http://schemas.openxmlformats.org/officeDocument/2006/relationships" xmlns:a="http://schemas.openxmlformats.org/drawingml/2006/main" r:embed="Ra9dbf35c1bb74853"/>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CB351DF7-9CC0-4E40-BE68-1832436D2ABD}"/>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3DBC3E3A-6BB4-4AE8-9109-078E9A085663}"/>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7E090A3F-1C37-43C9-AA27-1AA5ABD1A49E}"/>
              </a:ext>
            </a:extLst>
          </p:cNvPr>
          <p:cNvPicPr>
            <a:picLocks xmlns:a="http://schemas.openxmlformats.org/drawingml/2006/main" noChangeAspect="1"/>
          </p:cNvPicPr>
          <p:nvPr/>
        </p:nvPicPr>
        <p:blipFill>
          <a:blip xmlns:r="http://schemas.openxmlformats.org/officeDocument/2006/relationships" xmlns:a="http://schemas.openxmlformats.org/drawingml/2006/main" r:embed="Rd37e8c9e3b8c4d68"/>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ADE5EBF1-14C1-498E-B4EF-6C8CD50A2A99}"/>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97EE65A7-2FF0-42E9-8BEE-1C3FAE797F61}"/>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5D59FE1B-EE0A-4D89-899B-332D99C32F6A}"/>
              </a:ext>
            </a:extLst>
          </p:cNvPr>
          <p:cNvPicPr>
            <a:picLocks xmlns:a="http://schemas.openxmlformats.org/drawingml/2006/main" noChangeAspect="1"/>
          </p:cNvPicPr>
          <p:nvPr/>
        </p:nvPicPr>
        <p:blipFill>
          <a:blip xmlns:r="http://schemas.openxmlformats.org/officeDocument/2006/relationships" xmlns:a="http://schemas.openxmlformats.org/drawingml/2006/main" r:embed="R8ad96a7c335542ae"/>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CCD6735E-B4EC-46E3-8380-5FDDE018CBEF}"/>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F3C18DE3-64A7-4F40-B140-32FC023C2011}"/>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6813FEB5-C493-4F9B-9765-6F3F84E0700C}"/>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163C358E-5716-4964-92C6-EBC525BB48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9844453"/>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009067DD-0950-46B9-8A39-130DF6565D7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10E36DF6-0A19-4E60-851E-0127FFCFDCF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FAC2741E-DC59-4C9B-8AC1-2EF26DD8AB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39B29B74-A97E-4525-A519-89FAD41333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55EA62F5-6305-4A0A-8AD7-413A20978D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FA1F265F-E3C6-4BC3-BDFB-DDAE6A2A83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68684BDD-8D67-4E6D-B015-49069AEFBA02}"/>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383BD95A-62C1-455D-B983-33100559F3BA}"/>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214BA50C-39BB-4894-B4C8-D8C9C929552B}"/>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BF67944E-6078-416F-B0A0-937187E30203}"/>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CC1202CA-B223-4C48-82C1-3DAC0EAC70F6}"/>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808D007C-B4B6-4A4A-8E29-83490B44EF4D}"/>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CC5A513D-C84A-4784-88AE-FDF88A2B031F}"/>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244BD00B-68D1-4649-B618-DE2C4AE2500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3F8508B3-0310-45D6-B6E7-D99BF401D9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13248212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2231C39D-D770-42AB-A175-0CDB9942C82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C1F40D73-234D-49CF-BC43-F7B35F23DC8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17B58A45-3C0B-477B-AB97-EB124B7983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8A5771A8-F82D-4048-A3C7-F956CEA8EB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1F0BF72C-E398-4B9C-AAAD-5B8CF4E682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A3968E2F-953C-4FE6-86DF-EC583B60F7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921C33B-FC62-4ADF-B685-BB2564E35396}"/>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3856E28F-29B6-4F8C-A161-93F5BB989FA0}"/>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1EDA93B2-3DEC-4D3E-8F2D-C4B2C9370837}"/>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98EEDBF3-20F6-486F-870A-F7D1D02F3D87}"/>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07DBBD16-898D-412F-B2E9-D0550AA218DB}"/>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3A20A86D-060D-48D0-AF3A-10D06FFC90A9}"/>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2B4FEA82-25EE-4F70-8E5B-6DF43BBDB453}"/>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EB30E0AB-8845-41D5-ACDB-F62FDED1B84C}"/>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B1C2941F-50D2-45C1-AE53-04CE17C095A6}"/>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A37E688C-454D-4483-AC07-8759C44F8728}"/>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0C5EA165-8F6C-439F-AE5B-8112205DB0EC}"/>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5BD32F33-98D9-43DF-AB6B-3D0D48D6509F}"/>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40F1ED6D-8D3E-4225-9EE4-EFC6548DEDD8}"/>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DAFE8C63-1CBF-41C4-B09F-D3A170C15740}"/>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BCB99469-25B4-4900-B9D3-98FBB4F0BE63}"/>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BEDC6C23-5C6A-4531-931D-9EB2532126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2043854718"/>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87A45323-ECA2-4BB6-89D4-395DD94CF1C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7ECD27C7-246F-4AEF-8675-463BE38FFDC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ED74BF99-13F8-408B-A7A5-9432D5E0503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3AAC3C44-08BE-4005-A73C-5A87CE56DA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B83B5166-518F-4C70-9486-B975C3474B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7877B37-E8CB-45A4-8B9C-B3F873DA71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2E74F572-F805-452B-B71E-04F68822298A}"/>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76C0AFAB-457A-4DCF-B2A1-ADF9BB3D7BC7}"/>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FC55AE60-1303-4087-82D4-F9FAE3F07B88}"/>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40C77432-60E3-4C5B-A3E7-4C32D596C1C3}"/>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28AE6863-C629-4DC8-8155-FE154FCD1C40}"/>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9E8397D3-48AA-466E-B4BB-D54FCAECC4A5}"/>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F19DE69A-28A2-4E2C-A2C3-C841B9D49E89}"/>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5C73658F-4CF7-4D89-B1EC-6D4DFDE5202A}"/>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2613FEAF-7DEB-4D7A-9157-E20CE363D9AB}"/>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B7B05A17-ACDE-4F0B-8EF6-4C9E4A193D4D}"/>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4433CEE2-232E-4436-BB46-5EF3C843A2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03318945"/>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E5D0B4C0-0694-42C6-9855-068571F865B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D60182F0-EB11-4DF2-A2C1-239CE4EDD74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B23359D0-65BD-4E2E-A617-27F8B56410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C5AC688C-C79A-4C69-81D5-5A89DC0599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6752F109-F0A7-48F0-816D-F3F8B0709E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AEA445B0-2B34-40FA-A3D1-7B2BD184D6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7B1983CA-BB11-4931-9FD5-03CD4305AF92}"/>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EA98224E-7940-49A3-BFAE-C39F323088AD}"/>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77AA8B2-B353-406E-8798-9462B6FE5017}"/>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4CA9FB00-D28E-4760-8D0E-1C1CB618CC4D}"/>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EDD64A1B-4D01-4E66-AE21-8366A20EDFF6}"/>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91FE5EF2-9032-4DA4-8479-72D5C2C611A2}"/>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5A3F8366-5036-496D-8726-78DFDEEC1DE9}"/>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E3C5449-F40E-41D3-981E-3F1373463119}"/>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B8205A98-2235-425E-871C-FEA164F386EB}"/>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0D2D424C-1259-4713-AEF9-91B67FFE8B66}"/>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9C2A2B5F-85E9-4451-AD76-BD70D0564048}"/>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5C9A6CDA-EF34-434E-88F1-5B85904B3943}"/>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0D89DDC-C959-4873-B948-1718D191CBDB}"/>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F24509F7-E0CA-4E13-AD81-70FF9828FE9E}"/>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F8767C03-8D05-4D05-AF59-EE9FCE54B7FB}"/>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48C134B5-D10D-4212-AA51-512B3DAF916E}"/>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F34EF0C3-279B-4CBD-88F4-000E27CF2EC0}"/>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F6491A06-7E1F-41F0-8984-20541273CA37}"/>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64EF827A-1DF2-4DEC-8EA1-2BA5299EEFFD}"/>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006B8B62-F073-42B5-9D90-EACF35D58458}"/>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1D2B1C80-0E1F-46B9-B3D4-0B8CB823E1C6}"/>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98A116E1-F24B-45FF-9552-6C71B939A78F}"/>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893DC79-A4D5-4D15-93A1-A990BE66A1F6}"/>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BC749046-1797-4F0F-8FA7-9C3E3FAD93DE}"/>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C122A31B-FE31-45D6-BABD-D10DC0DCFAAB}"/>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3E012809-8FF4-4738-8FA7-BA26C3871F14}"/>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96A90577-1237-43EC-A212-D3CC0DAA5C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09426868"/>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77CAB427-9BDD-4540-B616-069AD4B611A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F41321DA-8977-45C3-80F2-771A0C7E91C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E61EF0D9-B636-4228-989E-20C01BA122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6B2F0462-390D-4992-8B7F-6088D22703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E3C5719B-1D23-4295-94F9-6BF20BD8EA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E4FE81EC-DE9B-425F-B5AD-F3747AC711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5B3DED01-71A0-4043-9C2B-2228FA2B8426}"/>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069DBDE5-56CB-4197-8DC5-8E8676CDEDB0}"/>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FB9F26B6-CF74-44D7-A89D-282708CE7174}"/>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6151B8DB-D318-41BF-A125-759EF194FD4B}"/>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6498254D-8E44-44A8-9FD6-B75BD73C0365}"/>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6D13963B-ECD1-40C7-A551-530CA2D66997}"/>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EFFA3D02-D534-449F-BE63-DA19B17EDC0C}"/>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9E4E957B-BA50-4CAE-A708-8886349D2E0F}"/>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EAE9763D-1C9A-4393-881B-448A6E5E1C6F}"/>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46D4DEDC-B3EC-4305-A596-97BF087FBB4F}"/>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BBD27B60-715E-401F-878C-62C82B1501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03595338"/>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7F12C2F8-8440-4D50-AE40-1B5FE0AB4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D214DB50-93F0-4840-9E4A-EB6BBB0B0C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5B1D581B-7D1E-4AE2-8D0F-4793386DDC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537901E0-C0D6-4999-B334-E22F79F48B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3CA8C614-A803-4F00-BE49-5A409B9DF9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73A4EA8D-7353-4BEC-B099-B158242A8A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24BD214D-C298-441B-9ACC-FEDDA957C2A7}"/>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C7D5A040-86FD-4070-97DF-62A632253759}"/>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FC5A79FD-4F91-4667-B617-5C8AF9EE6973}"/>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8B0BF6B9-A5B9-44A7-8760-C21D7C34D873}"/>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404C863F-56EB-4B04-B44D-1CE1988ECC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081989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2026-10-24T04:27:30.0120000Z</dcterms:created>
  <dcterms:modified xsi:type="dcterms:W3CDTF">2026-10-24T04:27:30.0120000Z</dcterms:modified>
</coreProperties>
</file>