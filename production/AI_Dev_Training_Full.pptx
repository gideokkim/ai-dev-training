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1665f5102374503" /><Relationship Type="http://schemas.openxmlformats.org/officeDocument/2006/relationships/extended-properties" Target="/docProps/app.xml" Id="R8d468a6be63d45af" /><Relationship Type="http://schemas.openxmlformats.org/officeDocument/2006/relationships/officeDocument" Target="/ppt/presentation.xml" Id="Rc8ec9ac34eb94d28" /></Relationships>
</file>

<file path=ppt/presentation.xml><?xml version="1.0" encoding="utf-8"?>
<p:presentation xmlns:p="http://schemas.openxmlformats.org/presentationml/2006/main">
  <p:sldMasterIdLst>
    <p:sldMasterId xmlns:r="http://schemas.openxmlformats.org/officeDocument/2006/relationships" id="2147483648" r:id="R2d29044b60cb4076"/>
  </p:sldMasterIdLst>
  <p:notesMasterIdLst>
    <p:notesMasterId xmlns:r="http://schemas.openxmlformats.org/officeDocument/2006/relationships" r:id="R7b2f7b7361d1463c"/>
  </p:notesMasterIdLst>
  <p:sldIdLst>
    <p:sldId xmlns:r="http://schemas.openxmlformats.org/officeDocument/2006/relationships" id="256" r:id="Ra6a7f5ffa512452d"/>
    <p:sldId xmlns:r="http://schemas.openxmlformats.org/officeDocument/2006/relationships" id="257" r:id="R545469b72ccd4ba0"/>
    <p:sldId xmlns:r="http://schemas.openxmlformats.org/officeDocument/2006/relationships" id="258" r:id="R26b70e88c3534b1f"/>
    <p:sldId xmlns:r="http://schemas.openxmlformats.org/officeDocument/2006/relationships" id="259" r:id="R97cc2808b6b0415d"/>
    <p:sldId xmlns:r="http://schemas.openxmlformats.org/officeDocument/2006/relationships" id="260" r:id="R068b28851a8e4cf3"/>
    <p:sldId xmlns:r="http://schemas.openxmlformats.org/officeDocument/2006/relationships" id="261" r:id="R6c85835ba1d14864"/>
    <p:sldId xmlns:r="http://schemas.openxmlformats.org/officeDocument/2006/relationships" id="262" r:id="R98272823cc9a44c1"/>
    <p:sldId xmlns:r="http://schemas.openxmlformats.org/officeDocument/2006/relationships" id="263" r:id="Rbc55b391665340af"/>
    <p:sldId xmlns:r="http://schemas.openxmlformats.org/officeDocument/2006/relationships" id="264" r:id="R2121da44539347ae"/>
    <p:sldId xmlns:r="http://schemas.openxmlformats.org/officeDocument/2006/relationships" id="265" r:id="R5ca9ca83177f4a02"/>
    <p:sldId xmlns:r="http://schemas.openxmlformats.org/officeDocument/2006/relationships" id="266" r:id="R37ab2b0f13764e91"/>
    <p:sldId xmlns:r="http://schemas.openxmlformats.org/officeDocument/2006/relationships" id="267" r:id="Rb8f00b592bd04ba4"/>
    <p:sldId xmlns:r="http://schemas.openxmlformats.org/officeDocument/2006/relationships" id="268" r:id="R528309d46bc84ce0"/>
    <p:sldId xmlns:r="http://schemas.openxmlformats.org/officeDocument/2006/relationships" id="269" r:id="Rc6746c4ff81544a2"/>
    <p:sldId xmlns:r="http://schemas.openxmlformats.org/officeDocument/2006/relationships" id="270" r:id="R28125a76086a4292"/>
    <p:sldId xmlns:r="http://schemas.openxmlformats.org/officeDocument/2006/relationships" id="271" r:id="Rec4c45962c9a4e2c"/>
    <p:sldId xmlns:r="http://schemas.openxmlformats.org/officeDocument/2006/relationships" id="272" r:id="Rd11c2b2f08d84b67"/>
    <p:sldId xmlns:r="http://schemas.openxmlformats.org/officeDocument/2006/relationships" id="273" r:id="R7bc2a61e63a44150"/>
    <p:sldId xmlns:r="http://schemas.openxmlformats.org/officeDocument/2006/relationships" id="274" r:id="Ra33ed62aa2184104"/>
    <p:sldId xmlns:r="http://schemas.openxmlformats.org/officeDocument/2006/relationships" id="275" r:id="R60437272557c4335"/>
    <p:sldId xmlns:r="http://schemas.openxmlformats.org/officeDocument/2006/relationships" id="276" r:id="R8bbacb1c1ce24953"/>
    <p:sldId xmlns:r="http://schemas.openxmlformats.org/officeDocument/2006/relationships" id="277" r:id="R37dc5f8b58d941e1"/>
    <p:sldId xmlns:r="http://schemas.openxmlformats.org/officeDocument/2006/relationships" id="278" r:id="Rff91ad0e53654425"/>
    <p:sldId xmlns:r="http://schemas.openxmlformats.org/officeDocument/2006/relationships" id="279" r:id="R0f5fc682f8dd414b"/>
    <p:sldId xmlns:r="http://schemas.openxmlformats.org/officeDocument/2006/relationships" id="280" r:id="R075f9b5e40e1478a"/>
    <p:sldId xmlns:r="http://schemas.openxmlformats.org/officeDocument/2006/relationships" id="281" r:id="Re7de08c786bf412c"/>
    <p:sldId xmlns:r="http://schemas.openxmlformats.org/officeDocument/2006/relationships" id="282" r:id="R3c1dbae961484bf1"/>
    <p:sldId xmlns:r="http://schemas.openxmlformats.org/officeDocument/2006/relationships" id="283" r:id="R0464b668b70d4c0c"/>
    <p:sldId xmlns:r="http://schemas.openxmlformats.org/officeDocument/2006/relationships" id="284" r:id="R8f3a610f02dd46c3"/>
    <p:sldId xmlns:r="http://schemas.openxmlformats.org/officeDocument/2006/relationships" id="285" r:id="Red1846f2858c4232"/>
    <p:sldId xmlns:r="http://schemas.openxmlformats.org/officeDocument/2006/relationships" id="286" r:id="Ra634caf4a5514ace"/>
    <p:sldId xmlns:r="http://schemas.openxmlformats.org/officeDocument/2006/relationships" id="287" r:id="R76ddc02b6e1c4a03"/>
    <p:sldId xmlns:r="http://schemas.openxmlformats.org/officeDocument/2006/relationships" id="288" r:id="R45c9a4029d6541aa"/>
    <p:sldId xmlns:r="http://schemas.openxmlformats.org/officeDocument/2006/relationships" id="289" r:id="Rc9b440aab0ae4bb0"/>
    <p:sldId xmlns:r="http://schemas.openxmlformats.org/officeDocument/2006/relationships" id="290" r:id="R22fbfc0a32784b06"/>
    <p:sldId xmlns:r="http://schemas.openxmlformats.org/officeDocument/2006/relationships" id="291" r:id="R66988ec70bff447e"/>
    <p:sldId xmlns:r="http://schemas.openxmlformats.org/officeDocument/2006/relationships" id="292" r:id="Rc3e6efc75fa24262"/>
    <p:sldId xmlns:r="http://schemas.openxmlformats.org/officeDocument/2006/relationships" id="293" r:id="R9b58898e56e7452e"/>
    <p:sldId xmlns:r="http://schemas.openxmlformats.org/officeDocument/2006/relationships" id="294" r:id="R991304a15efe437c"/>
    <p:sldId xmlns:r="http://schemas.openxmlformats.org/officeDocument/2006/relationships" id="295" r:id="R020090b116974928"/>
    <p:sldId xmlns:r="http://schemas.openxmlformats.org/officeDocument/2006/relationships" id="296" r:id="Rba7146cd089c4b4d"/>
    <p:sldId xmlns:r="http://schemas.openxmlformats.org/officeDocument/2006/relationships" id="297" r:id="Rbc929209405f4238"/>
    <p:sldId xmlns:r="http://schemas.openxmlformats.org/officeDocument/2006/relationships" id="298" r:id="Re4df125befcb4fbe"/>
    <p:sldId xmlns:r="http://schemas.openxmlformats.org/officeDocument/2006/relationships" id="299" r:id="R935da366146d41c4"/>
    <p:sldId xmlns:r="http://schemas.openxmlformats.org/officeDocument/2006/relationships" id="300" r:id="Rfd114dca4eff4e31"/>
    <p:sldId xmlns:r="http://schemas.openxmlformats.org/officeDocument/2006/relationships" id="301" r:id="R92c480feece14bdc"/>
    <p:sldId xmlns:r="http://schemas.openxmlformats.org/officeDocument/2006/relationships" id="302" r:id="R7909c57af8af4563"/>
    <p:sldId xmlns:r="http://schemas.openxmlformats.org/officeDocument/2006/relationships" id="303" r:id="Rfe73ac002cef48fe"/>
    <p:sldId xmlns:r="http://schemas.openxmlformats.org/officeDocument/2006/relationships" id="304" r:id="R63c5b08e9ce444ff"/>
    <p:sldId xmlns:r="http://schemas.openxmlformats.org/officeDocument/2006/relationships" id="305" r:id="Rc3105fb4f7264c8d"/>
    <p:sldId xmlns:r="http://schemas.openxmlformats.org/officeDocument/2006/relationships" id="306" r:id="Rfe481134a2d9451a"/>
    <p:sldId xmlns:r="http://schemas.openxmlformats.org/officeDocument/2006/relationships" id="307" r:id="R408e69fadc224b6c"/>
    <p:sldId xmlns:r="http://schemas.openxmlformats.org/officeDocument/2006/relationships" id="308" r:id="Redabf0204bcc49b0"/>
    <p:sldId xmlns:r="http://schemas.openxmlformats.org/officeDocument/2006/relationships" id="309" r:id="Radc97235858147a0"/>
    <p:sldId xmlns:r="http://schemas.openxmlformats.org/officeDocument/2006/relationships" id="310" r:id="R1b593fa423dc44c1"/>
    <p:sldId xmlns:r="http://schemas.openxmlformats.org/officeDocument/2006/relationships" id="311" r:id="R35bdf2c3519b444c"/>
    <p:sldId xmlns:r="http://schemas.openxmlformats.org/officeDocument/2006/relationships" id="312" r:id="Rbcec3c9e20614982"/>
    <p:sldId xmlns:r="http://schemas.openxmlformats.org/officeDocument/2006/relationships" id="313" r:id="R7655319f04154c88"/>
    <p:sldId xmlns:r="http://schemas.openxmlformats.org/officeDocument/2006/relationships" id="314" r:id="R22f63f88ffe9483b"/>
    <p:sldId xmlns:r="http://schemas.openxmlformats.org/officeDocument/2006/relationships" id="315" r:id="Rf7eb475820844ad0"/>
    <p:sldId xmlns:r="http://schemas.openxmlformats.org/officeDocument/2006/relationships" id="316" r:id="R43efc03131be4e36"/>
    <p:sldId xmlns:r="http://schemas.openxmlformats.org/officeDocument/2006/relationships" id="317" r:id="R5fbb882095814a1f"/>
    <p:sldId xmlns:r="http://schemas.openxmlformats.org/officeDocument/2006/relationships" id="318" r:id="R0a1ea7ec97a0472e"/>
    <p:sldId xmlns:r="http://schemas.openxmlformats.org/officeDocument/2006/relationships" id="319" r:id="R6dc4b93d79134cc9"/>
    <p:sldId xmlns:r="http://schemas.openxmlformats.org/officeDocument/2006/relationships" id="320" r:id="R89f49fdbf46340f5"/>
    <p:sldId xmlns:r="http://schemas.openxmlformats.org/officeDocument/2006/relationships" id="321" r:id="R386b83c7803f4729"/>
    <p:sldId xmlns:r="http://schemas.openxmlformats.org/officeDocument/2006/relationships" id="322" r:id="R3a51ad8303444244"/>
    <p:sldId xmlns:r="http://schemas.openxmlformats.org/officeDocument/2006/relationships" id="323" r:id="R35cf508473d64cb0"/>
    <p:sldId xmlns:r="http://schemas.openxmlformats.org/officeDocument/2006/relationships" id="324" r:id="R4151db6afc6f4291"/>
    <p:sldId xmlns:r="http://schemas.openxmlformats.org/officeDocument/2006/relationships" id="325" r:id="Rbf9079b3e9ae479f"/>
    <p:sldId xmlns:r="http://schemas.openxmlformats.org/officeDocument/2006/relationships" id="326" r:id="R503abab5ce974857"/>
    <p:sldId xmlns:r="http://schemas.openxmlformats.org/officeDocument/2006/relationships" id="327" r:id="Rb0266d85ea014cb3"/>
    <p:sldId xmlns:r="http://schemas.openxmlformats.org/officeDocument/2006/relationships" id="328" r:id="R2341161bd9b348a4"/>
    <p:sldId xmlns:r="http://schemas.openxmlformats.org/officeDocument/2006/relationships" id="329" r:id="R4b16e310c9674239"/>
    <p:sldId xmlns:r="http://schemas.openxmlformats.org/officeDocument/2006/relationships" id="330" r:id="R19dc22e9570542ed"/>
    <p:sldId xmlns:r="http://schemas.openxmlformats.org/officeDocument/2006/relationships" id="331" r:id="Rcfa0b9226cde4f0f"/>
    <p:sldId xmlns:r="http://schemas.openxmlformats.org/officeDocument/2006/relationships" id="332" r:id="R1bc6aa9620c64d91"/>
    <p:sldId xmlns:r="http://schemas.openxmlformats.org/officeDocument/2006/relationships" id="333" r:id="R3583c7f90e6742e1"/>
    <p:sldId xmlns:r="http://schemas.openxmlformats.org/officeDocument/2006/relationships" id="334" r:id="Rd710308f710d4dc9"/>
    <p:sldId xmlns:r="http://schemas.openxmlformats.org/officeDocument/2006/relationships" id="335" r:id="Rb92d2a37fd4f40a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5dd8ae634f1497e" /><Relationship Type="http://schemas.openxmlformats.org/officeDocument/2006/relationships/slideMaster" Target="/ppt/slideMasters/slideMaster1.xml" Id="R2d29044b60cb4076" /><Relationship Type="http://schemas.openxmlformats.org/officeDocument/2006/relationships/notesMaster" Target="/ppt/notesMasters/notesMaster1.xml" Id="R7b2f7b7361d1463c" /><Relationship Type="http://schemas.openxmlformats.org/officeDocument/2006/relationships/presProps" Target="/ppt/presProps.xml" Id="R541b249704614132" /><Relationship Type="http://schemas.openxmlformats.org/officeDocument/2006/relationships/tableStyles" Target="/ppt/tableStyles.xml" Id="R3b0cd34845f24395" /><Relationship Type="http://schemas.openxmlformats.org/officeDocument/2006/relationships/slide" Target="/ppt/slides/slide1.xml" Id="Ra6a7f5ffa512452d" /><Relationship Type="http://schemas.openxmlformats.org/officeDocument/2006/relationships/slide" Target="/ppt/slides/slide2.xml" Id="R545469b72ccd4ba0" /><Relationship Type="http://schemas.openxmlformats.org/officeDocument/2006/relationships/slide" Target="/ppt/slides/slide3.xml" Id="R26b70e88c3534b1f" /><Relationship Type="http://schemas.openxmlformats.org/officeDocument/2006/relationships/slide" Target="/ppt/slides/slide4.xml" Id="R97cc2808b6b0415d" /><Relationship Type="http://schemas.openxmlformats.org/officeDocument/2006/relationships/slide" Target="/ppt/slides/slide5.xml" Id="R068b28851a8e4cf3" /><Relationship Type="http://schemas.openxmlformats.org/officeDocument/2006/relationships/slide" Target="/ppt/slides/slide6.xml" Id="R6c85835ba1d14864" /><Relationship Type="http://schemas.openxmlformats.org/officeDocument/2006/relationships/slide" Target="/ppt/slides/slide7.xml" Id="R98272823cc9a44c1" /><Relationship Type="http://schemas.openxmlformats.org/officeDocument/2006/relationships/slide" Target="/ppt/slides/slide8.xml" Id="Rbc55b391665340af" /><Relationship Type="http://schemas.openxmlformats.org/officeDocument/2006/relationships/slide" Target="/ppt/slides/slide9.xml" Id="R2121da44539347ae" /><Relationship Type="http://schemas.openxmlformats.org/officeDocument/2006/relationships/slide" Target="/ppt/slides/slide10.xml" Id="R5ca9ca83177f4a02" /><Relationship Type="http://schemas.openxmlformats.org/officeDocument/2006/relationships/slide" Target="/ppt/slides/slide11.xml" Id="R37ab2b0f13764e91" /><Relationship Type="http://schemas.openxmlformats.org/officeDocument/2006/relationships/slide" Target="/ppt/slides/slide12.xml" Id="Rb8f00b592bd04ba4" /><Relationship Type="http://schemas.openxmlformats.org/officeDocument/2006/relationships/slide" Target="/ppt/slides/slide13.xml" Id="R528309d46bc84ce0" /><Relationship Type="http://schemas.openxmlformats.org/officeDocument/2006/relationships/slide" Target="/ppt/slides/slide14.xml" Id="Rc6746c4ff81544a2" /><Relationship Type="http://schemas.openxmlformats.org/officeDocument/2006/relationships/slide" Target="/ppt/slides/slide15.xml" Id="R28125a76086a4292" /><Relationship Type="http://schemas.openxmlformats.org/officeDocument/2006/relationships/slide" Target="/ppt/slides/slide16.xml" Id="Rec4c45962c9a4e2c" /><Relationship Type="http://schemas.openxmlformats.org/officeDocument/2006/relationships/slide" Target="/ppt/slides/slide17.xml" Id="Rd11c2b2f08d84b67" /><Relationship Type="http://schemas.openxmlformats.org/officeDocument/2006/relationships/slide" Target="/ppt/slides/slide18.xml" Id="R7bc2a61e63a44150" /><Relationship Type="http://schemas.openxmlformats.org/officeDocument/2006/relationships/slide" Target="/ppt/slides/slide19.xml" Id="Ra33ed62aa2184104" /><Relationship Type="http://schemas.openxmlformats.org/officeDocument/2006/relationships/slide" Target="/ppt/slides/slide20.xml" Id="R60437272557c4335" /><Relationship Type="http://schemas.openxmlformats.org/officeDocument/2006/relationships/slide" Target="/ppt/slides/slide21.xml" Id="R8bbacb1c1ce24953" /><Relationship Type="http://schemas.openxmlformats.org/officeDocument/2006/relationships/slide" Target="/ppt/slides/slide22.xml" Id="R37dc5f8b58d941e1" /><Relationship Type="http://schemas.openxmlformats.org/officeDocument/2006/relationships/slide" Target="/ppt/slides/slide23.xml" Id="Rff91ad0e53654425" /><Relationship Type="http://schemas.openxmlformats.org/officeDocument/2006/relationships/slide" Target="/ppt/slides/slide24.xml" Id="R0f5fc682f8dd414b" /><Relationship Type="http://schemas.openxmlformats.org/officeDocument/2006/relationships/slide" Target="/ppt/slides/slide25.xml" Id="R075f9b5e40e1478a" /><Relationship Type="http://schemas.openxmlformats.org/officeDocument/2006/relationships/slide" Target="/ppt/slides/slide26.xml" Id="Re7de08c786bf412c" /><Relationship Type="http://schemas.openxmlformats.org/officeDocument/2006/relationships/slide" Target="/ppt/slides/slide27.xml" Id="R3c1dbae961484bf1" /><Relationship Type="http://schemas.openxmlformats.org/officeDocument/2006/relationships/slide" Target="/ppt/slides/slide28.xml" Id="R0464b668b70d4c0c" /><Relationship Type="http://schemas.openxmlformats.org/officeDocument/2006/relationships/slide" Target="/ppt/slides/slide29.xml" Id="R8f3a610f02dd46c3" /><Relationship Type="http://schemas.openxmlformats.org/officeDocument/2006/relationships/slide" Target="/ppt/slides/slide30.xml" Id="Red1846f2858c4232" /><Relationship Type="http://schemas.openxmlformats.org/officeDocument/2006/relationships/slide" Target="/ppt/slides/slide31.xml" Id="Ra634caf4a5514ace" /><Relationship Type="http://schemas.openxmlformats.org/officeDocument/2006/relationships/slide" Target="/ppt/slides/slide32.xml" Id="R76ddc02b6e1c4a03" /><Relationship Type="http://schemas.openxmlformats.org/officeDocument/2006/relationships/slide" Target="/ppt/slides/slide33.xml" Id="R45c9a4029d6541aa" /><Relationship Type="http://schemas.openxmlformats.org/officeDocument/2006/relationships/slide" Target="/ppt/slides/slide34.xml" Id="Rc9b440aab0ae4bb0" /><Relationship Type="http://schemas.openxmlformats.org/officeDocument/2006/relationships/slide" Target="/ppt/slides/slide35.xml" Id="R22fbfc0a32784b06" /><Relationship Type="http://schemas.openxmlformats.org/officeDocument/2006/relationships/slide" Target="/ppt/slides/slide36.xml" Id="R66988ec70bff447e" /><Relationship Type="http://schemas.openxmlformats.org/officeDocument/2006/relationships/slide" Target="/ppt/slides/slide37.xml" Id="Rc3e6efc75fa24262" /><Relationship Type="http://schemas.openxmlformats.org/officeDocument/2006/relationships/slide" Target="/ppt/slides/slide38.xml" Id="R9b58898e56e7452e" /><Relationship Type="http://schemas.openxmlformats.org/officeDocument/2006/relationships/slide" Target="/ppt/slides/slide39.xml" Id="R991304a15efe437c" /><Relationship Type="http://schemas.openxmlformats.org/officeDocument/2006/relationships/slide" Target="/ppt/slides/slide40.xml" Id="R020090b116974928" /><Relationship Type="http://schemas.openxmlformats.org/officeDocument/2006/relationships/slide" Target="/ppt/slides/slide41.xml" Id="Rba7146cd089c4b4d" /><Relationship Type="http://schemas.openxmlformats.org/officeDocument/2006/relationships/slide" Target="/ppt/slides/slide42.xml" Id="Rbc929209405f4238" /><Relationship Type="http://schemas.openxmlformats.org/officeDocument/2006/relationships/slide" Target="/ppt/slides/slide43.xml" Id="Re4df125befcb4fbe" /><Relationship Type="http://schemas.openxmlformats.org/officeDocument/2006/relationships/slide" Target="/ppt/slides/slide44.xml" Id="R935da366146d41c4" /><Relationship Type="http://schemas.openxmlformats.org/officeDocument/2006/relationships/slide" Target="/ppt/slides/slide45.xml" Id="Rfd114dca4eff4e31" /><Relationship Type="http://schemas.openxmlformats.org/officeDocument/2006/relationships/slide" Target="/ppt/slides/slide46.xml" Id="R92c480feece14bdc" /><Relationship Type="http://schemas.openxmlformats.org/officeDocument/2006/relationships/slide" Target="/ppt/slides/slide47.xml" Id="R7909c57af8af4563" /><Relationship Type="http://schemas.openxmlformats.org/officeDocument/2006/relationships/slide" Target="/ppt/slides/slide48.xml" Id="Rfe73ac002cef48fe" /><Relationship Type="http://schemas.openxmlformats.org/officeDocument/2006/relationships/slide" Target="/ppt/slides/slide49.xml" Id="R63c5b08e9ce444ff" /><Relationship Type="http://schemas.openxmlformats.org/officeDocument/2006/relationships/slide" Target="/ppt/slides/slide50.xml" Id="Rc3105fb4f7264c8d" /><Relationship Type="http://schemas.openxmlformats.org/officeDocument/2006/relationships/slide" Target="/ppt/slides/slide51.xml" Id="Rfe481134a2d9451a" /><Relationship Type="http://schemas.openxmlformats.org/officeDocument/2006/relationships/slide" Target="/ppt/slides/slide52.xml" Id="R408e69fadc224b6c" /><Relationship Type="http://schemas.openxmlformats.org/officeDocument/2006/relationships/slide" Target="/ppt/slides/slide53.xml" Id="Redabf0204bcc49b0" /><Relationship Type="http://schemas.openxmlformats.org/officeDocument/2006/relationships/slide" Target="/ppt/slides/slide54.xml" Id="Radc97235858147a0" /><Relationship Type="http://schemas.openxmlformats.org/officeDocument/2006/relationships/slide" Target="/ppt/slides/slide55.xml" Id="R1b593fa423dc44c1" /><Relationship Type="http://schemas.openxmlformats.org/officeDocument/2006/relationships/slide" Target="/ppt/slides/slide56.xml" Id="R35bdf2c3519b444c" /><Relationship Type="http://schemas.openxmlformats.org/officeDocument/2006/relationships/slide" Target="/ppt/slides/slide57.xml" Id="Rbcec3c9e20614982" /><Relationship Type="http://schemas.openxmlformats.org/officeDocument/2006/relationships/slide" Target="/ppt/slides/slide58.xml" Id="R7655319f04154c88" /><Relationship Type="http://schemas.openxmlformats.org/officeDocument/2006/relationships/slide" Target="/ppt/slides/slide59.xml" Id="R22f63f88ffe9483b" /><Relationship Type="http://schemas.openxmlformats.org/officeDocument/2006/relationships/slide" Target="/ppt/slides/slide60.xml" Id="Rf7eb475820844ad0" /><Relationship Type="http://schemas.openxmlformats.org/officeDocument/2006/relationships/slide" Target="/ppt/slides/slide61.xml" Id="R43efc03131be4e36" /><Relationship Type="http://schemas.openxmlformats.org/officeDocument/2006/relationships/slide" Target="/ppt/slides/slide62.xml" Id="R5fbb882095814a1f" /><Relationship Type="http://schemas.openxmlformats.org/officeDocument/2006/relationships/slide" Target="/ppt/slides/slide63.xml" Id="R0a1ea7ec97a0472e" /><Relationship Type="http://schemas.openxmlformats.org/officeDocument/2006/relationships/slide" Target="/ppt/slides/slide64.xml" Id="R6dc4b93d79134cc9" /><Relationship Type="http://schemas.openxmlformats.org/officeDocument/2006/relationships/slide" Target="/ppt/slides/slide65.xml" Id="R89f49fdbf46340f5" /><Relationship Type="http://schemas.openxmlformats.org/officeDocument/2006/relationships/slide" Target="/ppt/slides/slide66.xml" Id="R386b83c7803f4729" /><Relationship Type="http://schemas.openxmlformats.org/officeDocument/2006/relationships/slide" Target="/ppt/slides/slide67.xml" Id="R3a51ad8303444244" /><Relationship Type="http://schemas.openxmlformats.org/officeDocument/2006/relationships/slide" Target="/ppt/slides/slide68.xml" Id="R35cf508473d64cb0" /><Relationship Type="http://schemas.openxmlformats.org/officeDocument/2006/relationships/slide" Target="/ppt/slides/slide69.xml" Id="R4151db6afc6f4291" /><Relationship Type="http://schemas.openxmlformats.org/officeDocument/2006/relationships/slide" Target="/ppt/slides/slide70.xml" Id="Rbf9079b3e9ae479f" /><Relationship Type="http://schemas.openxmlformats.org/officeDocument/2006/relationships/slide" Target="/ppt/slides/slide71.xml" Id="R503abab5ce974857" /><Relationship Type="http://schemas.openxmlformats.org/officeDocument/2006/relationships/slide" Target="/ppt/slides/slide72.xml" Id="Rb0266d85ea014cb3" /><Relationship Type="http://schemas.openxmlformats.org/officeDocument/2006/relationships/slide" Target="/ppt/slides/slide73.xml" Id="R2341161bd9b348a4" /><Relationship Type="http://schemas.openxmlformats.org/officeDocument/2006/relationships/slide" Target="/ppt/slides/slide74.xml" Id="R4b16e310c9674239" /><Relationship Type="http://schemas.openxmlformats.org/officeDocument/2006/relationships/slide" Target="/ppt/slides/slide75.xml" Id="R19dc22e9570542ed" /><Relationship Type="http://schemas.openxmlformats.org/officeDocument/2006/relationships/slide" Target="/ppt/slides/slide76.xml" Id="Rcfa0b9226cde4f0f" /><Relationship Type="http://schemas.openxmlformats.org/officeDocument/2006/relationships/slide" Target="/ppt/slides/slide77.xml" Id="R1bc6aa9620c64d91" /><Relationship Type="http://schemas.openxmlformats.org/officeDocument/2006/relationships/slide" Target="/ppt/slides/slide78.xml" Id="R3583c7f90e6742e1" /><Relationship Type="http://schemas.openxmlformats.org/officeDocument/2006/relationships/slide" Target="/ppt/slides/slide79.xml" Id="Rd710308f710d4dc9" /><Relationship Type="http://schemas.openxmlformats.org/officeDocument/2006/relationships/slide" Target="/ppt/slides/slide80.xml" Id="Rb92d2a37fd4f40a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aa0b6633a4d4c5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a4c37bcc884e3c" /><Relationship Type="http://schemas.openxmlformats.org/officeDocument/2006/relationships/notesMaster" Target="/ppt/notesMasters/notesMaster1.xml" Id="R16c6bfe65d2445e5"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7f77d51ed24239" /><Relationship Type="http://schemas.openxmlformats.org/officeDocument/2006/relationships/notesMaster" Target="/ppt/notesMasters/notesMaster1.xml" Id="Rffdfdd2c2dc04f9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1b50354719b4c61" /><Relationship Type="http://schemas.openxmlformats.org/officeDocument/2006/relationships/notesMaster" Target="/ppt/notesMasters/notesMaster1.xml" Id="R72598db28e4d4cdd" /></Relationships>
</file>

<file path=ppt/notesSlides/_rels/notesSlide4.xml.rels>&#65279;<?xml version="1.0" encoding="utf-8"?><Relationships xmlns="http://schemas.openxmlformats.org/package/2006/relationships"><Relationship Type="http://schemas.openxmlformats.org/officeDocument/2006/relationships/slide" Target="/ppt/slides/slide4.xml" Id="Rc81ef057ab2745d6" /><Relationship Type="http://schemas.openxmlformats.org/officeDocument/2006/relationships/notesMaster" Target="/ppt/notesMasters/notesMaster1.xml" Id="Rea156fa0d12a455c" /></Relationships>
</file>

<file path=ppt/notesSlides/_rels/notesSlide5.xml.rels>&#65279;<?xml version="1.0" encoding="utf-8"?><Relationships xmlns="http://schemas.openxmlformats.org/package/2006/relationships"><Relationship Type="http://schemas.openxmlformats.org/officeDocument/2006/relationships/slide" Target="/ppt/slides/slide5.xml" Id="R72be05fad1b34da2" /><Relationship Type="http://schemas.openxmlformats.org/officeDocument/2006/relationships/notesMaster" Target="/ppt/notesMasters/notesMaster1.xml" Id="R7849bfc25488499e" /></Relationships>
</file>

<file path=ppt/notesSlides/_rels/notesSlide6.xml.rels>&#65279;<?xml version="1.0" encoding="utf-8"?><Relationships xmlns="http://schemas.openxmlformats.org/package/2006/relationships"><Relationship Type="http://schemas.openxmlformats.org/officeDocument/2006/relationships/slide" Target="/ppt/slides/slide6.xml" Id="R0110b2b478e84840" /><Relationship Type="http://schemas.openxmlformats.org/officeDocument/2006/relationships/notesMaster" Target="/ppt/notesMasters/notesMaster1.xml" Id="R3db4fa423b544e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876ccd49ca4979" /><Relationship Type="http://schemas.openxmlformats.org/officeDocument/2006/relationships/notesMaster" Target="/ppt/notesMasters/notesMaster1.xml" Id="Reef0a8e7786e45d3" /></Relationships>
</file>

<file path=ppt/notesSlides/_rels/notesSlide8.xml.rels>&#65279;<?xml version="1.0" encoding="utf-8"?><Relationships xmlns="http://schemas.openxmlformats.org/package/2006/relationships"><Relationship Type="http://schemas.openxmlformats.org/officeDocument/2006/relationships/slide" Target="/ppt/slides/slide8.xml" Id="R10e1e20a5b7d4043" /><Relationship Type="http://schemas.openxmlformats.org/officeDocument/2006/relationships/notesMaster" Target="/ppt/notesMasters/notesMaster1.xml" Id="Ra61d125a269b44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331b03fc7a4d89" /><Relationship Type="http://schemas.openxmlformats.org/officeDocument/2006/relationships/notesMaster" Target="/ppt/notesMasters/notesMaster1.xml" Id="R5e0f0f4489fc4a4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92d21528401436a" /><Relationship Type="http://schemas.openxmlformats.org/officeDocument/2006/relationships/notesMaster" Target="/ppt/notesMasters/notesMaster1.xml" Id="Rde309b09de7f435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94eda553fc142c8" /><Relationship Type="http://schemas.openxmlformats.org/officeDocument/2006/relationships/notesMaster" Target="/ppt/notesMasters/notesMaster1.xml" Id="R76e25dc0093f446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b4600bac57a458e" /><Relationship Type="http://schemas.openxmlformats.org/officeDocument/2006/relationships/notesMaster" Target="/ppt/notesMasters/notesMaster1.xml" Id="Rfafd7b856f7c417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da51597e1e94a3c" /><Relationship Type="http://schemas.openxmlformats.org/officeDocument/2006/relationships/notesMaster" Target="/ppt/notesMasters/notesMaster1.xml" Id="R7ac830cd71a44c1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92d4e1ea782144d0" /><Relationship Type="http://schemas.openxmlformats.org/officeDocument/2006/relationships/notesMaster" Target="/ppt/notesMasters/notesMaster1.xml" Id="R214defdd5fc24b9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2b2b80957fd4746" /><Relationship Type="http://schemas.openxmlformats.org/officeDocument/2006/relationships/notesMaster" Target="/ppt/notesMasters/notesMaster1.xml" Id="Ra80394ac2188448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cb99c82571c42c7" /><Relationship Type="http://schemas.openxmlformats.org/officeDocument/2006/relationships/notesMaster" Target="/ppt/notesMasters/notesMaster1.xml" Id="R647025989226483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78804bc0bf4a03" /><Relationship Type="http://schemas.openxmlformats.org/officeDocument/2006/relationships/notesMaster" Target="/ppt/notesMasters/notesMaster1.xml" Id="R7cf5df9f61f5430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2ebe23227134999" /><Relationship Type="http://schemas.openxmlformats.org/officeDocument/2006/relationships/notesMaster" Target="/ppt/notesMasters/notesMaster1.xml" Id="R1fa5a6d48c35409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3b65bb00de84928" /><Relationship Type="http://schemas.openxmlformats.org/officeDocument/2006/relationships/notesMaster" Target="/ppt/notesMasters/notesMaster1.xml" Id="Ra4fd21e8470d4f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5759f23e4134492a" /><Relationship Type="http://schemas.openxmlformats.org/officeDocument/2006/relationships/notesMaster" Target="/ppt/notesMasters/notesMaster1.xml" Id="R3d703ddd1cdd4eb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998e67021b145e9" /><Relationship Type="http://schemas.openxmlformats.org/officeDocument/2006/relationships/notesMaster" Target="/ppt/notesMasters/notesMaster1.xml" Id="R7d5cfc28003646c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b38af0a9d3fb4b84" /><Relationship Type="http://schemas.openxmlformats.org/officeDocument/2006/relationships/notesMaster" Target="/ppt/notesMasters/notesMaster1.xml" Id="R6eba5b985ecc4f6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dacba36f1fa43f9" /><Relationship Type="http://schemas.openxmlformats.org/officeDocument/2006/relationships/notesMaster" Target="/ppt/notesMasters/notesMaster1.xml" Id="Ra5ae2891b8fa45fd"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8efe65fda534fd6" /><Relationship Type="http://schemas.openxmlformats.org/officeDocument/2006/relationships/notesMaster" Target="/ppt/notesMasters/notesMaster1.xml" Id="Rc4af27123be24f8d"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8673c816f1440e2" /><Relationship Type="http://schemas.openxmlformats.org/officeDocument/2006/relationships/notesMaster" Target="/ppt/notesMasters/notesMaster1.xml" Id="R1755591a3eba4919"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095a21dcce7e4e8a" /><Relationship Type="http://schemas.openxmlformats.org/officeDocument/2006/relationships/notesMaster" Target="/ppt/notesMasters/notesMaster1.xml" Id="Rbad4d0c991af475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7dc6cd91a7149f5" /><Relationship Type="http://schemas.openxmlformats.org/officeDocument/2006/relationships/notesMaster" Target="/ppt/notesMasters/notesMaster1.xml" Id="R8d43a7b2d4dd4fe7"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29380397fac47e2" /><Relationship Type="http://schemas.openxmlformats.org/officeDocument/2006/relationships/notesMaster" Target="/ppt/notesMasters/notesMaster1.xml" Id="R95e47fb2b450484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dbbf7829d0d6470d" /><Relationship Type="http://schemas.openxmlformats.org/officeDocument/2006/relationships/notesMaster" Target="/ppt/notesMasters/notesMaster1.xml" Id="R3676756ab36b4da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989335bc1904fff" /><Relationship Type="http://schemas.openxmlformats.org/officeDocument/2006/relationships/notesMaster" Target="/ppt/notesMasters/notesMaster1.xml" Id="Ra96a70f530e944eb"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a4815c177474068" /><Relationship Type="http://schemas.openxmlformats.org/officeDocument/2006/relationships/notesMaster" Target="/ppt/notesMasters/notesMaster1.xml" Id="R48fff5a4717b4a9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e61d2b476ca4ef4" /><Relationship Type="http://schemas.openxmlformats.org/officeDocument/2006/relationships/notesMaster" Target="/ppt/notesMasters/notesMaster1.xml" Id="Rc02490cfe13c46b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05eee89b0e4d46a2" /><Relationship Type="http://schemas.openxmlformats.org/officeDocument/2006/relationships/notesMaster" Target="/ppt/notesMasters/notesMaster1.xml" Id="R03fbd32fad1342e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e49b29e364d347a2" /><Relationship Type="http://schemas.openxmlformats.org/officeDocument/2006/relationships/notesMaster" Target="/ppt/notesMasters/notesMaster1.xml" Id="R8736a6eb02284295"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288b2a5e526c49e6" /><Relationship Type="http://schemas.openxmlformats.org/officeDocument/2006/relationships/notesMaster" Target="/ppt/notesMasters/notesMaster1.xml" Id="Ra470d73af74c42d5"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9cb5244cd13497e" /><Relationship Type="http://schemas.openxmlformats.org/officeDocument/2006/relationships/notesMaster" Target="/ppt/notesMasters/notesMaster1.xml" Id="Rf1952f7c13e1491b"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dda9b366f9e4118" /><Relationship Type="http://schemas.openxmlformats.org/officeDocument/2006/relationships/notesMaster" Target="/ppt/notesMasters/notesMaster1.xml" Id="R6405ce1786fc4b2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4342d980b55458b" /><Relationship Type="http://schemas.openxmlformats.org/officeDocument/2006/relationships/notesMaster" Target="/ppt/notesMasters/notesMaster1.xml" Id="Rc6e1fcb84c364de4"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5185567c8a6344ff" /><Relationship Type="http://schemas.openxmlformats.org/officeDocument/2006/relationships/notesMaster" Target="/ppt/notesMasters/notesMaster1.xml" Id="R7cbd21534641498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12a98a44a2e14ef5" /><Relationship Type="http://schemas.openxmlformats.org/officeDocument/2006/relationships/notesMaster" Target="/ppt/notesMasters/notesMaster1.xml" Id="Rf6b64219d7194c2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845087c7b069451f" /><Relationship Type="http://schemas.openxmlformats.org/officeDocument/2006/relationships/notesMaster" Target="/ppt/notesMasters/notesMaster1.xml" Id="Re0612a07a9584a79"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71b5d36f1ce4155" /><Relationship Type="http://schemas.openxmlformats.org/officeDocument/2006/relationships/notesMaster" Target="/ppt/notesMasters/notesMaster1.xml" Id="R688140de755641c8"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6fdc311085d74081" /><Relationship Type="http://schemas.openxmlformats.org/officeDocument/2006/relationships/notesMaster" Target="/ppt/notesMasters/notesMaster1.xml" Id="Ra8eb0a8871a94553"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1b62e12942b54c24" /><Relationship Type="http://schemas.openxmlformats.org/officeDocument/2006/relationships/notesMaster" Target="/ppt/notesMasters/notesMaster1.xml" Id="R18c908f3d11e404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298cfd56181949ed" /><Relationship Type="http://schemas.openxmlformats.org/officeDocument/2006/relationships/notesMaster" Target="/ppt/notesMasters/notesMaster1.xml" Id="R79f90bb303dc4112"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a7f9785c06e04a83" /><Relationship Type="http://schemas.openxmlformats.org/officeDocument/2006/relationships/notesMaster" Target="/ppt/notesMasters/notesMaster1.xml" Id="Rdf6371a13c4f45a4"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d7cdec2987a34028" /><Relationship Type="http://schemas.openxmlformats.org/officeDocument/2006/relationships/notesMaster" Target="/ppt/notesMasters/notesMaster1.xml" Id="Rf0f72dc2ea384137"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4cb82e7510ba4c38" /><Relationship Type="http://schemas.openxmlformats.org/officeDocument/2006/relationships/notesMaster" Target="/ppt/notesMasters/notesMaster1.xml" Id="Rd2b8af3d67304d6e"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f2b9b5ac54d4873" /><Relationship Type="http://schemas.openxmlformats.org/officeDocument/2006/relationships/notesMaster" Target="/ppt/notesMasters/notesMaster1.xml" Id="Re1e7ddd43aea494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1b9cc956a0be4959" /><Relationship Type="http://schemas.openxmlformats.org/officeDocument/2006/relationships/notesMaster" Target="/ppt/notesMasters/notesMaster1.xml" Id="R5b48244cf1a54c6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a6ea77dcb4b04606" /><Relationship Type="http://schemas.openxmlformats.org/officeDocument/2006/relationships/notesMaster" Target="/ppt/notesMasters/notesMaster1.xml" Id="R43cc5ec571914c37"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6b895ca031447b9" /><Relationship Type="http://schemas.openxmlformats.org/officeDocument/2006/relationships/notesMaster" Target="/ppt/notesMasters/notesMaster1.xml" Id="R2d8e7dbd47ab4f13"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c288d4925ef46c0" /><Relationship Type="http://schemas.openxmlformats.org/officeDocument/2006/relationships/notesMaster" Target="/ppt/notesMasters/notesMaster1.xml" Id="R27d8a18cd8a248e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4dd61b9bab1e43ae" /><Relationship Type="http://schemas.openxmlformats.org/officeDocument/2006/relationships/notesMaster" Target="/ppt/notesMasters/notesMaster1.xml" Id="Rb937d35238a04e1b"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752b0657439c4766" /><Relationship Type="http://schemas.openxmlformats.org/officeDocument/2006/relationships/notesMaster" Target="/ppt/notesMasters/notesMaster1.xml" Id="R4fc7cb70da6d4df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2d20df05b7247b5" /><Relationship Type="http://schemas.openxmlformats.org/officeDocument/2006/relationships/notesMaster" Target="/ppt/notesMasters/notesMaster1.xml" Id="Ra4bf44395d634be9"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5fcc61169354c8c" /><Relationship Type="http://schemas.openxmlformats.org/officeDocument/2006/relationships/notesMaster" Target="/ppt/notesMasters/notesMaster1.xml" Id="Rd2f6144572ae4fc7"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5a3c4aa6486b47c2" /><Relationship Type="http://schemas.openxmlformats.org/officeDocument/2006/relationships/notesMaster" Target="/ppt/notesMasters/notesMaster1.xml" Id="Ra48b3d5760f04e9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3f35f36d895f4ca4" /><Relationship Type="http://schemas.openxmlformats.org/officeDocument/2006/relationships/notesMaster" Target="/ppt/notesMasters/notesMaster1.xml" Id="R0165dcd1ca844e44"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74675240660b4788" /><Relationship Type="http://schemas.openxmlformats.org/officeDocument/2006/relationships/notesMaster" Target="/ppt/notesMasters/notesMaster1.xml" Id="R25318b58b32f477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90a7108342654232" /><Relationship Type="http://schemas.openxmlformats.org/officeDocument/2006/relationships/notesMaster" Target="/ppt/notesMasters/notesMaster1.xml" Id="R00ba3749d2064ebd"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56a5d6f6ebb478d" /><Relationship Type="http://schemas.openxmlformats.org/officeDocument/2006/relationships/notesMaster" Target="/ppt/notesMasters/notesMaster1.xml" Id="R67f7b23f21584d7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83a13a3f5a3c4301" /><Relationship Type="http://schemas.openxmlformats.org/officeDocument/2006/relationships/notesMaster" Target="/ppt/notesMasters/notesMaster1.xml" Id="R5c9e06ac24fb4cb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6d6490b09da4199" /><Relationship Type="http://schemas.openxmlformats.org/officeDocument/2006/relationships/notesMaster" Target="/ppt/notesMasters/notesMaster1.xml" Id="Rff604ee9dd89401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3b2ddb12fe244bb" /><Relationship Type="http://schemas.openxmlformats.org/officeDocument/2006/relationships/notesMaster" Target="/ppt/notesMasters/notesMaster1.xml" Id="Rf4789a608f0145ae"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bdcebcbb0684462" /><Relationship Type="http://schemas.openxmlformats.org/officeDocument/2006/relationships/notesMaster" Target="/ppt/notesMasters/notesMaster1.xml" Id="R3844e3f7eedf421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3d6e37acde334040" /><Relationship Type="http://schemas.openxmlformats.org/officeDocument/2006/relationships/notesMaster" Target="/ppt/notesMasters/notesMaster1.xml" Id="R1b98f2b2a25a4f8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aeba75fbb2cd4d6f" /><Relationship Type="http://schemas.openxmlformats.org/officeDocument/2006/relationships/notesMaster" Target="/ppt/notesMasters/notesMaster1.xml" Id="Rbd1dd045d48f482b"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128a3b55cab14ee9" /><Relationship Type="http://schemas.openxmlformats.org/officeDocument/2006/relationships/notesMaster" Target="/ppt/notesMasters/notesMaster1.xml" Id="R8961f2c3d4db40d9"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610110d1b85e4fb1" /><Relationship Type="http://schemas.openxmlformats.org/officeDocument/2006/relationships/notesMaster" Target="/ppt/notesMasters/notesMaster1.xml" Id="Rc1c4efe375864e9f"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63b586db6cf4df9" /><Relationship Type="http://schemas.openxmlformats.org/officeDocument/2006/relationships/notesMaster" Target="/ppt/notesMasters/notesMaster1.xml" Id="Re5f5583b4e784cc8"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ea80fa929e7e47cb" /><Relationship Type="http://schemas.openxmlformats.org/officeDocument/2006/relationships/notesMaster" Target="/ppt/notesMasters/notesMaster1.xml" Id="R98c5c6b48eb84573"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c921db59fdf84c3a" /><Relationship Type="http://schemas.openxmlformats.org/officeDocument/2006/relationships/notesMaster" Target="/ppt/notesMasters/notesMaster1.xml" Id="R91704eabbcc84a3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f7c59f60d0f54d08" /><Relationship Type="http://schemas.openxmlformats.org/officeDocument/2006/relationships/notesMaster" Target="/ppt/notesMasters/notesMaster1.xml" Id="R8cb27f9df1b7428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eb63b23ee9934129" /><Relationship Type="http://schemas.openxmlformats.org/officeDocument/2006/relationships/notesMaster" Target="/ppt/notesMasters/notesMaster1.xml" Id="Rd899bfa9369347a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9c2e592152d34af5" /><Relationship Type="http://schemas.openxmlformats.org/officeDocument/2006/relationships/notesMaster" Target="/ppt/notesMasters/notesMaster1.xml" Id="Ra7798aaef845498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d2d3f669ac614ef4" /><Relationship Type="http://schemas.openxmlformats.org/officeDocument/2006/relationships/notesMaster" Target="/ppt/notesMasters/notesMaster1.xml" Id="R512dcdda264840d9"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e8a40970c994a70" /><Relationship Type="http://schemas.openxmlformats.org/officeDocument/2006/relationships/notesMaster" Target="/ppt/notesMasters/notesMaster1.xml" Id="R3323291757de4b0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697635e8e2247d6" /><Relationship Type="http://schemas.openxmlformats.org/officeDocument/2006/relationships/notesMaster" Target="/ppt/notesMasters/notesMaster1.xml" Id="Raa20e0df6d7b409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c7a8004d11de464b" /><Relationship Type="http://schemas.openxmlformats.org/officeDocument/2006/relationships/notesMaster" Target="/ppt/notesMasters/notesMaster1.xml" Id="R407cdc2c60dc499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질문을 읽고 사용 수준을 평가하는 자리가 아니라고 말한다. 최근 맡겼던 일 하나만 떠올리면 충분하다.</a:t>
            </a:r>
          </a:p>
          <a:p xmlns:a="http://schemas.openxmlformats.org/drawingml/2006/main">
            <a:r>
              <a:t>2. **REFLECTION (1:00–5:00):** 오류 설명, 코드 조사, 결과 확인 중 익숙한 경험을 조용히 떠올리게 한다. 오른쪽 업무 범위는 생각을 돕는 예시일 뿐 순위가 아니다. 응답이나 비교를 요구하지 않는다.</a:t>
            </a:r>
          </a:p>
          <a:p xmlns:a="http://schemas.openxmlformats.org/drawingml/2006/main">
            <a:r>
              <a:t/>
            </a:r>
          </a:p>
          <a:p xmlns:a="http://schemas.openxmlformats.org/drawingml/2006/main">
            <a:r>
              <a:t>Evidence / Source: BEAT-001, CLM-0001, CLM-0002. TEACHING_MODEL.</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Reflection은 개인적인 생각 시간이다. 답변·공유·실천 약속을 요구하지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후 4분간 침묵을 허용한다. 발표자가 예시를 길게 들거나 참석자에게 순서대로 묻지 않는다.</a:t>
            </a:r>
          </a:p>
          <a:p xmlns:a="http://schemas.openxmlformats.org/drawingml/2006/main">
            <a:r>
              <a:t/>
            </a:r>
          </a:p>
          <a:p xmlns:a="http://schemas.openxmlformats.org/drawingml/2006/main">
            <a:r>
              <a:t>Fallback: 청중 반응이 없어도 기다린 뒤 다음 장으로 간다. 개인 경험을 말하게 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“코드 일부나 오류를 ChatGPT에 물어본 적이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화면의 두 줄 slice 예시를 보여 준다. 실제 ChatGPT 대화가 아니라 작은 코드 질문을 설명하기 위한 예시라고 알린다.</a:t>
            </a:r>
          </a:p>
          <a:p xmlns:a="http://schemas.openxmlformats.org/drawingml/2006/main">
            <a:r>
              <a:t>2. **EXPLAIN (1:00–3:30):** `row[1:3]`에서 index 1과 2의 값 `[2, 3]`을 짚고, 코드·오류 → 복사 → 질문 → 답 확인 → IDE 복귀 순서를 따라간다. 이처럼 필요한 Context를 사람이 골라 전달하는 방식을 인정한다.</a:t>
            </a:r>
          </a:p>
          <a:p xmlns:a="http://schemas.openxmlformats.org/drawingml/2006/main">
            <a:r>
              <a:t>3. **INTERPRET (3:30–5:00):** 작은 코드 조각의 뜻을 이해하는 데 유용할 수 있음을 말한다. 여러 파일을 가로지르는 질문으로 범위가 커질 때의 문제를 S03에 남긴다.</a:t>
            </a:r>
          </a:p>
          <a:p xmlns:a="http://schemas.openxmlformats.org/drawingml/2006/main">
            <a:r>
              <a:t/>
            </a:r>
          </a:p>
          <a:p xmlns:a="http://schemas.openxmlformats.org/drawingml/2006/main">
            <a:r>
              <a:t>Evidence / Source: BEAT-001, CLM-0001, CLM-0002. TEACHING_MODEL / CONCEPTUAL. `row = [1, 2, 3, 4]`, `row[1:3]` → `[2, 3]`는 화면 설명용 코드 예시이며 실제 ChatGPT 응답이나 새 Trial 기록이 아니다.</a:t>
            </a:r>
          </a:p>
          <a:p xmlns:a="http://schemas.openxmlformats.org/drawingml/2006/main">
            <a:r>
              <a:t/>
            </a:r>
          </a:p>
          <a:p xmlns:a="http://schemas.openxmlformats.org/drawingml/2006/main">
            <a:r>
              <a:t>Claim Boundary: 일반적인 예시이며 특정 제품 기능, 정확도, 성능 또는 다른 방식보다 우월하다는 주장으로 말하지 않는다.</a:t>
            </a:r>
          </a:p>
          <a:p xmlns:a="http://schemas.openxmlformats.org/drawingml/2006/main">
            <a:r>
              <a:t/>
            </a:r>
          </a:p>
          <a:p xmlns:a="http://schemas.openxmlformats.org/drawingml/2006/main">
            <a:r>
              <a:t>Beginner Explanation: 오류나 작은 코드 조각을 함께 보여 주고 설명을 받는 것은 자연스러운 시작점이다.</a:t>
            </a:r>
          </a:p>
          <a:p xmlns:a="http://schemas.openxmlformats.org/drawingml/2006/main">
            <a:r>
              <a:t/>
            </a:r>
          </a:p>
          <a:p xmlns:a="http://schemas.openxmlformats.org/drawingml/2006/main">
            <a:r>
              <a:t>Advanced Insight: 흐름에 필요한 Context를 개발자가 직접 선택해 복사한다. 여기서는 그 수고가 항상 문제라고 단정하지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Opening question은 생각을 여는 질문이다. 손들기나 경험 발표를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다섯 단계의 순서를 짚고 작은 질문에서의 장점을 먼저 말한다. 상세 Prompt 작성법은 다음 ACT에서 다룰 문제이므로 설명하지 않는다.</a:t>
            </a:r>
          </a:p>
          <a:p xmlns:a="http://schemas.openxmlformats.org/drawingml/2006/main">
            <a:r>
              <a:t/>
            </a:r>
          </a:p>
          <a:p xmlns:a="http://schemas.openxmlformats.org/drawingml/2006/main">
            <a:r>
              <a:t>Fallback: 정적 코드 예시와 다섯 단계 흐름을 설명한다. 실제 ChatGPT 대화나 즉석 제품 화면으로 대체하지 않는다. 새 제작본의 PNG 경로는 `production/preview/act0/S02.png`; 통합 렌더 검토 후 사용한다.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테스트와 계약을 찾아 대화에 옮기는 일이 생길 수 있다.</a:t>
            </a:r>
          </a:p>
          <a:p xmlns:a="http://schemas.openxmlformats.org/drawingml/2006/main">
            <a:r>
              <a:t/>
            </a:r>
          </a:p>
          <a:p xmlns:a="http://schemas.openxmlformats.org/drawingml/2006/main">
            <a:r>
              <a:t>Opening Question: “여러 파일에 걸친 질문을 하려면 무엇을 먼저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(0:00–1:00):** “CLI 결과가 기대와 다른데 어디서부터 볼까?”라는 개념 사례로 질문의 범위를 넓힌다.</a:t>
            </a:r>
          </a:p>
          <a:p xmlns:a="http://schemas.openxmlformats.org/drawingml/2006/main">
            <a:r>
              <a:t>2. **SHOW (1:00–2:30):** 사람이 여러 자료를 골라 모으는 삽화를 가리킨다. 오른쪽 구현·호출 경로(CLI → 처리 흐름 → 연산), 테스트, 계약의 세 질문을 차례로 짚는다. 실제 제품 호출 기록을 그대로 그린 화면이라고 하지 않는다.</a:t>
            </a:r>
          </a:p>
          <a:p xmlns:a="http://schemas.openxmlformats.org/drawingml/2006/main">
            <a:r>
              <a:t>3. **INTERPRET (2:30–4:00):** 개발자가 관련 파일과 조건을 찾아 대화로 옮겨야 할 수 있음을 설명한다. 아직 Agent가 이를 대신한다는 답을 제시하지 않고 S04의 관찰 질문으로 이동한다.</a:t>
            </a:r>
          </a:p>
          <a:p xmlns:a="http://schemas.openxmlformats.org/drawingml/2006/main">
            <a:r>
              <a:t/>
            </a:r>
          </a:p>
          <a:p xmlns:a="http://schemas.openxmlformats.org/drawingml/2006/main">
            <a:r>
              <a:t>Evidence / Source: BEAT-002, CLM-0004, CLM-0009. TEACHING_MODEL / CONCEPTUAL. 삽화: assets/slide-illustrations/S03-context-collection.png, built-in image_gen, 2026-10-18. 생성 프롬프트: assets/slide-illustrations/PROMPTS.md. 실제 인물·작업 장면·제품 실행 자료가 아니다.</a:t>
            </a:r>
          </a:p>
          <a:p xmlns:a="http://schemas.openxmlformats.org/drawingml/2006/main">
            <a:r>
              <a:t/>
            </a:r>
          </a:p>
          <a:p xmlns:a="http://schemas.openxmlformats.org/drawingml/2006/main">
            <a:r>
              <a:t>Claim Boundary: 이 상황은 ACT 0의 문제 모델이다. 특정 Trial의 실제 실패나 모든 Repository 업무에서 반복되는 비용으로 주장하지 않는다.</a:t>
            </a:r>
          </a:p>
          <a:p xmlns:a="http://schemas.openxmlformats.org/drawingml/2006/main">
            <a:r>
              <a:t/>
            </a:r>
          </a:p>
          <a:p xmlns:a="http://schemas.openxmlformats.org/drawingml/2006/main">
            <a:r>
              <a:t>Beginner Explanation: 질문이 커질수록 관련 파일과 테스트를 찾는 일이 먼저 생길 수 있다.</a:t>
            </a:r>
          </a:p>
          <a:p xmlns:a="http://schemas.openxmlformats.org/drawingml/2006/main">
            <a:r>
              <a:t/>
            </a:r>
          </a:p>
          <a:p xmlns:a="http://schemas.openxmlformats.org/drawingml/2006/main">
            <a:r>
              <a:t>Advanced Insight: 여러 파일 간 계약과 호출 경로를 Context로 모으는 일이 코드 생성 전의 별도 부담이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문제를 세 개 이내의 관계로 설명한다. 파일 목록을 늘리거나 해결책을 먼저 공개하지 않는다.</a:t>
            </a:r>
          </a:p>
          <a:p xmlns:a="http://schemas.openxmlformats.org/drawingml/2006/main">
            <a:r>
              <a:t/>
            </a:r>
          </a:p>
          <a:p xmlns:a="http://schemas.openxmlformats.org/drawingml/2006/main">
            <a:r>
              <a:t>Fallback: production/preview/full/S03.png 또는 production/preview/act0/S03.png를 사용한다. 삽화가 보이지 않으면 CLI 입력, 처리 흐름, 연산 구현의 세 관계와 테스트·계약 질문을 말로 연결한다. 이 사례를 특정 Trial의 실제 실패로 표현하지 않는다.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화면의 실제 TRIAL-001 요청 발췌에서 파일명을 지정하지 않았고 코드를 수정하지 말라고 한 점을 짚는다.</a:t>
            </a:r>
          </a:p>
          <a:p xmlns:a="http://schemas.openxmlformats.org/drawingml/2006/main">
            <a:r>
              <a:t>2. **SET WATCH FOR (0:30–1:30):** 실패 테스트, 관련 구현, 제품 호출 경로의 세 관찰 대상을 차례로 가리킨다. 결과를 미리 알려 주지 않는다.</a:t>
            </a:r>
          </a:p>
          <a:p xmlns:a="http://schemas.openxmlformats.org/drawingml/2006/main">
            <a:r>
              <a:t>3. **SCOPE (1:30–2:00):** Codex CLI 0.154.0의 과거 읽기 전용 기록을 볼 것이라고 알린 뒤 S05로 넘긴다.</a:t>
            </a:r>
          </a:p>
          <a:p xmlns:a="http://schemas.openxmlformats.org/drawingml/2006/main">
            <a:r>
              <a:t/>
            </a:r>
          </a:p>
          <a:p xmlns:a="http://schemas.openxmlformats.org/drawingml/2006/main">
            <a:r>
              <a:t>Evidence / Source: DEMO-01, STATE-00, TRIAL-001, BEAT-003, OQ-003, OQ-005. 이 장은 Trial setup이며 관찰 결과를 아직 공개하지 않는다.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 교육 계정 또는 현재 제품 동작을 입증하지 않는다.</a:t>
            </a:r>
          </a:p>
          <a:p xmlns:a="http://schemas.openxmlformats.org/drawingml/2006/main">
            <a:r>
              <a:t/>
            </a:r>
          </a:p>
          <a:p xmlns:a="http://schemas.openxmlformats.org/drawingml/2006/main">
            <a:r>
              <a:t>Beginner Explanation: 결과를 보기 전에 무엇을 관찰할지 정하면 단순히 답만 읽는 것보다 Demo를 따라가기 쉽다.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WATCH. 기본 경로는 `production/ACT_0.pptx` S04–S06의 정적 발표다. S04에서 실제 요청 발췌와 세 관찰 대상을 설명하고 S05로 이동한다. PNG는 PPT의 재구성 도식 렌더이며 CLI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2분 안에 질문과 세 Watch For를 제시하고 Trial 환경의 범위를 한 문장으로 제한한다.</a:t>
            </a:r>
          </a:p>
          <a:p xmlns:a="http://schemas.openxmlformats.org/drawingml/2006/main">
            <a:r>
              <a:t/>
            </a:r>
          </a:p>
          <a:p xmlns:a="http://schemas.openxmlformats.org/drawingml/2006/main">
            <a:r>
              <a:t>Fallback: 정적 기본 경로 — `production/ACT_0.pptx` S04 또는 `production/preview/act0/S04.png`. 새 제작본 렌더 검토는 통합 단계에서 수행한다. 화면 사용이 불가능하면 세 관찰 항목을 말로 제시하고 S05 기록 설명으로 이동한다. Live CLI/Desktop을 즉석에서 열지 않는다. Windows·발표 PC·교육장 표시는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TRIAL-001 기록과 STATE-00 테스트를 재구성한 화면임을 밝힌다. 입력의 숫자는 픽셀 값이며 색은 영역 구분용이다.</a:t>
            </a:r>
          </a:p>
          <a:p xmlns:a="http://schemas.openxmlformats.org/drawingml/2006/main">
            <a:r>
              <a:t>2. (1:00–3:00) `crop(image, 1, 3)`의 끝 좌표 제외 계약을 짚고 입력, 기대 두 열, 구현에 포함된 세 번째 열을 차례로 가리킨다. 결과 tuple은 원본 소스에 근거한 정적 재구성이다.</a:t>
            </a:r>
          </a:p>
          <a:p xmlns:a="http://schemas.openxmlformats.org/drawingml/2006/main">
            <a:r>
              <a:t>3. (3:00–5:00) 실패 테스트명과 `cli.main → pipeline.process_image → transform.crop` 호출 경로를 연결한다. 오른쪽 01–03은 설명 순서이며 Agent의 실제 파일 접근 시각 순서가 아니다.</a:t>
            </a:r>
          </a:p>
          <a:p xmlns:a="http://schemas.openxmlformats.org/drawingml/2006/main">
            <a:r>
              <a:t>4. (5:00–7:00) `row[x_start : x_end + 1]`에서 끝 좌표를 포함하게 되는 지점을 짚는다. 코드를 고치거나 새 Test를 실행하지 않는다.</a:t>
            </a:r>
          </a:p>
          <a:p xmlns:a="http://schemas.openxmlformats.org/drawingml/2006/main">
            <a:r>
              <a:t>5. (7:00–8:00) 읽기 전용 단일 CLI 조사 범위를 확인하고 S06의 관찰과 환경 한계 분리로 넘어간다.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입력 ((1,2,3,4),(5,6,7,8)); 기대 ((2,3),(6,7)); 코드에 따른 결과 ((2,3,4),(6,7,8)). 마지막 배열은 새 실행 기록이 아닌 정적 재구성이다.</a:t>
            </a:r>
          </a:p>
          <a:p xmlns:a="http://schemas.openxmlformats.org/drawingml/2006/main">
            <a:r>
              <a:t/>
            </a:r>
          </a:p>
          <a:p xmlns:a="http://schemas.openxmlformats.org/drawingml/2006/main">
            <a:r>
              <a:t>Claim Boundary: Codex CLI 0.154.0의 단일 읽기 전용 조사. 코드 수정 없음. 테스트 배열·구현에 따른 도식이며 screenshot이 아니다. 호출 화살표는 제품 호출 관계이고 Agent 접근 순서가 아니다. README에 기존 결함 안내가 있으므로 아무 힌트 없이 독자 발견했다고 말하지 않는다. 현재 Desktop, 계정, 반복 재현성과 보편적 탐색 능력은 미검증이다.</a:t>
            </a:r>
          </a:p>
          <a:p xmlns:a="http://schemas.openxmlformats.org/drawingml/2006/main">
            <a:r>
              <a:t/>
            </a:r>
          </a:p>
          <a:p xmlns:a="http://schemas.openxmlformats.org/drawingml/2006/main">
            <a:r>
              <a:t>Beginner Explanation: 파일명을 미리 주지 않은 한 번의 조사에서 실패 Test와 관련 구현·호출 경로가 찾아졌다.</a:t>
            </a:r>
          </a:p>
          <a:p xmlns:a="http://schemas.openxmlformats.org/drawingml/2006/main">
            <a:r>
              <a:t/>
            </a:r>
          </a:p>
          <a:p xmlns:a="http://schemas.openxmlformats.org/drawingml/2006/main">
            <a:r>
              <a:t>Advanced Insight: 찾은 경로와 설명은 그 run에서 확인된 범위다. 설명과 수정, 검증은 다른 단계이며 이 Trial에서는 코드를 바꾸지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자료만 사용한다. `production/ACT_0.pptx` S05 / `production/preview/act0/S05.png`의 입력 → 기대/구현 결과 → 실패 Test/호출 경로/구현 순서로 가리킨다. Live/HYBRID는 비활성. 기존 DEMO-01 원본 기록은 `demos/runbooks/demo-01.md` 및 `plan/DEMO_MATRIX.md`. 마지막 1분에는 S06 handoff로 이동한다.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발견 사실을 다음 장에서 Repository 관찰과 실행 환경 제한으로 나눈다.</a:t>
            </a:r>
          </a:p>
          <a:p xmlns:a="http://schemas.openxmlformats.org/drawingml/2006/main">
            <a:r>
              <a:t/>
            </a:r>
          </a:p>
          <a:p xmlns:a="http://schemas.openxmlformats.org/drawingml/2006/main">
            <a:r>
              <a:t>Time Management: Demo 8분 유지. 1분 출처, 2분 배열, 2분 Test/호출 경로, 2분 구현 차이, 1분 범위와 전환. 초과 시 파일 경로 반복 설명을 줄인다. 새 실행 또는 수정은 하지 않는다.</a:t>
            </a:r>
          </a:p>
          <a:p xmlns:a="http://schemas.openxmlformats.org/drawingml/2006/main">
            <a:r>
              <a:t/>
            </a:r>
          </a:p>
          <a:p xmlns:a="http://schemas.openxmlformats.org/drawingml/2006/main">
            <a:r>
              <a:t>Fallback: 승인된 정적 도식 — `production/ACT_0.pptx` S05와 `production/preview/act0/S05.png`를 사용한다. 새 제작본 삽입·렌더 대조는 통합 단계에서 수행한다. 원본 Trial 캡처나 Live 결과로 표현하지 않는다. 발표용 시각 방향은 사용자 승인 완료이며 Windows·교육장·실제 운영 검증은 별도다.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“어떤 결과가 Repository 관찰이고, 어떤 결과가 실행 환경 제한인가?”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왼쪽 “코드에서 확인한 문제”와 오른쪽 “실행 환경에서 생긴 제한”을 서로 다른 원인으로 읽는다.</a:t>
            </a:r>
          </a:p>
          <a:p xmlns:a="http://schemas.openxmlformats.org/drawingml/2006/main">
            <a:r>
              <a:t>2. **SHOW (0:45–2:15):** 왼쪽에서 한 열이 더 포함된 crop 동작과 테스트·호출 경로·계약의 연결을 짚는다. 조사 결과이며 코드는 그대로였음을 말한다.</a:t>
            </a:r>
          </a:p>
          <a:p xmlns:a="http://schemas.openxmlformats.org/drawingml/2006/main">
            <a:r>
              <a:t>3. **SHOW (2:15–3:30):** 오른쪽에서 읽기 전용 권한으로 임시 디렉터리 생성이 막힌 세 오류를 설명한다. crop 결함의 세 추가 증거가 아니다.</a:t>
            </a:r>
          </a:p>
          <a:p xmlns:a="http://schemas.openxmlformats.org/drawingml/2006/main">
            <a:r>
              <a:t>4. **INTERPRET / TRANSFER (3:30–5:00):** 아래의 전체 기록 7개 통과 + crop 실패 + 환경 오류 3건을 확인하고 관찰 사실과 실행 조건을 분리하는 판단으로 마무리한다.</a:t>
            </a:r>
          </a:p>
          <a:p xmlns:a="http://schemas.openxmlformats.org/drawingml/2006/main">
            <a:r>
              <a:t/>
            </a:r>
          </a:p>
          <a:p xmlns:a="http://schemas.openxmlformats.org/drawingml/2006/main">
            <a:r>
              <a:t>Evidence / Source: TRIAL-001의 full suite 기록: 7 passing tests, 기대한 crop failure, 임시 디렉터리를 만들 수 없어 발생한 3 errors. Focused command 기록: 2 passing tests와 같은 crop failure. Working tree는 변경되지 않았다.</a:t>
            </a:r>
          </a:p>
          <a:p xmlns:a="http://schemas.openxmlformats.org/drawingml/2006/main">
            <a:r>
              <a:t/>
            </a:r>
          </a:p>
          <a:p xmlns:a="http://schemas.openxmlformats.org/drawingml/2006/main">
            <a:r>
              <a:t>Claim Boundary: 세 errors는 read-only 환경의 temp-directory 제한이며 crop bug의 근거가 아니다. TRIAL-001은 코드 수정을 수행하지 않았다. Trial 범위 밖의 테스트 결과, 제품 동작 또는 반복성을 추론하지 않는다.</a:t>
            </a:r>
          </a:p>
          <a:p xmlns:a="http://schemas.openxmlformats.org/drawingml/2006/main">
            <a:r>
              <a:t/>
            </a:r>
          </a:p>
          <a:p xmlns:a="http://schemas.openxmlformats.org/drawingml/2006/main">
            <a:r>
              <a:t>Beginner Explanation: 기능의 관찰 결과와 실행 환경의 제한을 서로 다른 원인으로 적는다.</a:t>
            </a:r>
          </a:p>
          <a:p xmlns:a="http://schemas.openxmlformats.org/drawingml/2006/main">
            <a:r>
              <a:t/>
            </a:r>
          </a:p>
          <a:p xmlns:a="http://schemas.openxmlformats.org/drawingml/2006/main">
            <a:r>
              <a:t>Advanced Insight: 실제 결함 징후, 권한·환경 오류, 미측정 사항을 분류해 후속 판단이 잘못된 원인에 고정되지 않게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S06의 흰 관찰 영역과 amber 환경 제한 영역을 순서대로 설명한다. 0:00–0:45 구분, 0:45–2:15 crop 관찰, 2:15–3:30 환경, 3:30–5:00 기록의 범위와 전환이다. 새 테스트나 제품 실행은 하지 않는다.</a:t>
            </a:r>
          </a:p>
          <a:p xmlns:a="http://schemas.openxmlformats.org/drawingml/2006/main">
            <a:r>
              <a:t/>
            </a:r>
          </a:p>
          <a:p xmlns:a="http://schemas.openxmlformats.org/drawingml/2006/main">
            <a:r>
              <a:t>Audience Interaction: 질문은 결과 해석을 위한 Case cue다. 응답을 받거나 환경 오류를 해결하게 하지 않는다.</a:t>
            </a:r>
          </a:p>
          <a:p xmlns:a="http://schemas.openxmlformats.org/drawingml/2006/main">
            <a:r>
              <a:t/>
            </a:r>
          </a:p>
          <a:p xmlns:a="http://schemas.openxmlformats.org/drawingml/2006/main">
            <a:r>
              <a:t>Transition: “Context를 찾는 주체가 바뀌면 무엇이 달라질까요?”라는 질문으로 S07에 연결한다.</a:t>
            </a:r>
          </a:p>
          <a:p xmlns:a="http://schemas.openxmlformats.org/drawingml/2006/main">
            <a:r>
              <a:t/>
            </a:r>
          </a:p>
          <a:p xmlns:a="http://schemas.openxmlformats.org/drawingml/2006/main">
            <a:r>
              <a:t>Time Management: Repo observation과 environment limitation에 시간을 나눠 쓴다. 원인 경계를 줄여 말하더라도 3 errors를 crop 결함으로 부르지 않는다.</a:t>
            </a:r>
          </a:p>
          <a:p xmlns:a="http://schemas.openxmlformats.org/drawingml/2006/main">
            <a:r>
              <a:t/>
            </a:r>
          </a:p>
          <a:p xmlns:a="http://schemas.openxmlformats.org/drawingml/2006/main">
            <a:r>
              <a:t>Fallback: 정적 기본 경로 — `production/ACT_0.pptx` S06 또는 `production/preview/act0/S06.png`. 새 제작본 렌더 검토는 통합 단계에서 수행한다. 화면을 사용할 수 없으면 기록된 숫자와 코드 문제/환경 제한 두 범주만 말로 설명한다. S05에서 이어지는 복귀 cue: “기록된 결과에서, 코드 문제와 실행 제한을 나눠 보겠습니다.” 운영 시간·Windows·room visibility는 UNVERIFIED.</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(0:00–0:45):** 왼쪽 Repository → 개발자 선택·복사 → AI 관계로 S02를 짧게 회수한다.</a:t>
            </a:r>
          </a:p>
          <a:p xmlns:a="http://schemas.openxmlformats.org/drawingml/2006/main">
            <a:r>
              <a:t>2. **TRANSFER (0:45–2:00):** 오른쪽 개발자 조사 요청 → Agent ↔ Repository로 시선을 옮긴다. 바뀌는 것은 Context를 찾는 주체의 일부이며 목표와 검증 책임을 전부 넘긴다는 뜻이 아니다.</a:t>
            </a:r>
          </a:p>
          <a:p xmlns:a="http://schemas.openxmlformats.org/drawingml/2006/main">
            <a:r>
              <a:t>3. **TRANSFER / TRANSITION (2:00–3:00):** 필요하면 큰 C++ 저장소에서도 모듈·테스트·계약을 찾는 상황을 한 문장으로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C++ 연결은 선택적인 한 문장이며 3분 안에 S08로 이동한다.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질문한다. 남은 결정을 더 구체적으로 보기 위해 앞서 조사한 crop 사례로 좁히겠다고 S11을 예고한다. 실제 제품 실패 사례나 관찰 결과로 말하지 않는다.</a:t>
            </a:r>
          </a:p>
          <a:p xmlns:a="http://schemas.openxmlformats.org/drawingml/2006/main">
            <a:r>
              <a:t/>
            </a:r>
          </a:p>
          <a:p xmlns:a="http://schemas.openxmlformats.org/drawingml/2006/main">
            <a:r>
              <a:t>화면 진행: 이 장은 빈 조건을 발견하는 데 쓴다. 오른쪽 세 질문을 하나씩 짚으며 답은 채우지 않는다. 다음 장의 테스트/구현 두 해석을 여기서 미리 비교하지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“남은 결정을 더 분명히 보기 위해, 앞서 조사한 crop 사례로 좁혀 보겠습니다.”라고 S11의 교육용 요청 예시로 이동한다.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요청에는 어떤 결정이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앞서 조사한 crop으로 사례를 좁힌다고 알린 뒤 “crop test 고쳐줘”를 읽는다. 이는 교육용 구성 요청이며 실제 Trial Prompt가 아님을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남은 결정들을 짚고, 다음 장에서는 이를 개발자가 답할 질문으로 바꿔 보겠다고 S12로 넘긴다. 특정 답은 제시하지 않는다.</a:t>
            </a:r>
          </a:p>
          <a:p xmlns:a="http://schemas.openxmlformats.org/drawingml/2006/main">
            <a:r>
              <a:t/>
            </a:r>
          </a:p>
          <a:p xmlns:a="http://schemas.openxmlformats.org/drawingml/2006/main">
            <a:r>
              <a:t>화면 진행: 이 장은 같은 요청의 두 해석에 집중한다. 왼쪽 테스트 변경과 오른쪽 구현 변경을 비교한 뒤, 아래 미정 정보를 짚는다. S10의 세 질문을 다시 강의하지 않는다.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“Agent에게 남아 있던 결정을 개발자가 답할 질문으로 바꿔 보겠습니다.”라고 S12로 간다.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S11에서 남은 결정을 개발자의 질문으로 읽는다.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개발자가 판단할 다섯 질문을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S13의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화면 진행: 이 장은 한 작업 요청에 다섯 책임을 묶는 구조를 보여준다. S12의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(6:00–9:00) Case 질문으로 어떤 정보가 추가됐는지 비교한다.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두 요청에서 새로 명시된 책임을 마음속으로 비교한다.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전체 Trial Prompt나 코드 지시를 화면에 복사하지 않는다. 시간이 부족하면 C++ inset을 생략한다.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“TRIAL-002 실제 기록에서는 수정 전에 무엇을 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S14의 교육용 구성 예시에서 과거 TRIAL-002 기록으로 전환했음을 밝힌다. “실제 기록에서는 수정 전에 무엇을 했을까?”를 제시한다. S14 화면의 요청을 그대로 실행한 것으로 설명하지 않는다.</a:t>
            </a:r>
          </a:p>
          <a:p xmlns:a="http://schemas.openxmlformats.org/drawingml/2006/main">
            <a:r>
              <a:t>2. (0:35–1:35) TRIAL-002에서 요청한 재현 → 조사 → 계획 → 수정 → 검증의 다섯 관찰 단계를 가리킨다. 화면은 WATCH 기준이며 결과를 미리 읽어 주는 요약이 아니다.</a:t>
            </a:r>
          </a:p>
          <a:p xmlns:a="http://schemas.openxmlformats.org/drawingml/2006/main">
            <a:r>
              <a:t>3. (1:35–2:00) 다음 두 장에서 이 단일 과거 CLI 기록의 요청 흐름과 행동을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(0:45–1:30) 가운데 동작 테스트·샘플 실행·변경 검토를 세 판단 근거로 설명한다. S17에서 본 관찰 사실은 하단 출처의 범위로만 회수한다.</a:t>
            </a:r>
          </a:p>
          <a:p xmlns:a="http://schemas.openxmlformats.org/drawingml/2006/main">
            <a:r>
              <a:t>3. (1:30–2:30) 성능 개선을 주장하는 작업에는 해당 입력·환경의 측정도 필요할 수 있다고 설명한다. TRIAL-002에서 benchmark가 실행됐다는 뜻이 아니다.</a:t>
            </a:r>
          </a:p>
          <a:p xmlns:a="http://schemas.openxmlformats.org/drawingml/2006/main">
            <a:r>
              <a:t>4. (2:30–3:00)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Slide 19 contains the approved Supporting C++ transfer inset. Do not duplicate it here.</a:t>
            </a:r>
          </a:p>
          <a:p xmlns:a="http://schemas.openxmlformats.org/drawingml/2006/main">
            <a:r>
              <a:t/>
            </a:r>
          </a:p>
          <a:p xmlns:a="http://schemas.openxmlformats.org/drawingml/2006/main">
            <a:r>
              <a:t>Demo Operation: TRIAL-002 verification callback only; DEMO-05의 8분 구간 밖이다. 별도 관찰 카드나 새 결과를 보여 주지 않고 하단 출처로 과거 확인 범위를 회수한다.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세 분 안에 기록 사실과 Teaching Model을 분리한다. S17의 다섯 수치를 다시 읽지 않는다.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표가 특정 테스트의 만능 효과를 뜻하지 않는다고 소개한다. 실제 TRIAL-002는 집중·전체 테스트, CLI smoke, diff를 확인했다는 하단 출처를 짚는다.</a:t>
            </a:r>
          </a:p>
          <a:p xmlns:a="http://schemas.openxmlformats.org/drawingml/2006/main">
            <a:r>
              <a:t>2. (1:00–3:00) 확인 방법 → 말할 수 있는 범위의 다섯 행을 설명한다. 성능 측정 행은 교육 모델이며 TRIAL-002에서 benchmark를 실행하지 않았다고 밝힌다.</a:t>
            </a:r>
          </a:p>
          <a:p xmlns:a="http://schemas.openxmlformats.org/drawingml/2006/main">
            <a:r>
              <a:t>3. (3:00–4:00) C++의 Release 실행, API/ABI, 대상 데이터도 어떤 주장을 확인할지에 맞춰 고르는 경계로 연결한다.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Supporting Bridge: `build claim → Release build`; `compatibility claim → API / ABI review`; `performance claim → benchmark with named workload`. No Windows, shell, IDE, or hardware setup is asserted.</a:t>
            </a:r>
          </a:p>
          <a:p xmlns:a="http://schemas.openxmlformats.org/drawingml/2006/main">
            <a:r>
              <a:t/>
            </a:r>
          </a:p>
          <a:p xmlns:a="http://schemas.openxmlformats.org/drawingml/2006/main">
            <a:r>
              <a:t>Demo Operation: TRIAL-002 evidence callback outside the 8-minute Demo slot. 본문 표는 일반적인 check-to-claim 교육 모델이다. 하단 출처에는 실제 Trial에서 수행한 확인만 따로 표시한다. Benchmark 미실행 경계를 유지하고 새 수치나 실행을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S20의 정보 수명 질문으로 연결한다.</a:t>
            </a:r>
          </a:p>
          <a:p xmlns:a="http://schemas.openxmlformats.org/drawingml/2006/main">
            <a:r>
              <a:t/>
            </a:r>
          </a:p>
          <a:p xmlns:a="http://schemas.openxmlformats.org/drawingml/2006/main">
            <a:r>
              <a:t>Time Management: Lecture 4분과 Reflection 1분을 분리한다. Advanced C++ examples are optional under time pressure; keep the scope labels.</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S19에서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S24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S24에서 본 기록을 회수한 뒤 두 열의 수명을 비교한다. 왼쪽은 다음 작업에서 바뀔 목표, 오른쪽은 여러 작업에서 다시 참고할 사실이다. S21의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S57와 production/preview/act4/S57.png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S59의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production/preview/act4/S72.png 및 production/preview/full/S72.png.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S74와 S76에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발췌(S16 crop 수정, S32 상세 문서 분리, S45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(기존 production PNG와 동일). S16은 TRIAL-002 diff 재구성, S32는 STATE-02→03 문구 발췌, S45는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S32로 Routing 우월성·토큰 절감을 주장하지 않고, S45는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S79의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3dffc354af406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13db17e81b4de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86a7d3f8b99c46e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184ac2c83d2148fe"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61b1fc041a74ae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b3b0b0a4f41410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E47993B-F269-4C4B-BE90-2E6D1F1402F6}"/>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239CDE7-60B8-42E9-B9D5-E421BC66022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1F4A089-5E2D-4D22-A6D3-EB946C1B161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A53093-95D3-4BDA-9D49-0AB75392D9F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C16C73-0392-428B-A91D-2414CF3571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F3D9D16-6881-424C-BAB6-E45438DF34D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2CAED72-6580-4BE3-8B62-3BBEA063917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17828A0-1111-4B06-9932-C7ADBAA85F5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C4D2E73-FD19-4312-98A8-06A9D913D8A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FC5CD05-3F60-427F-B5DC-ECAB5CAA074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d6e2ec29384df1" /><Relationship Type="http://schemas.openxmlformats.org/officeDocument/2006/relationships/slideLayout" Target="/ppt/slideLayouts/slideLayout1.xml" Id="R07cbd99aeb104d0b" /><Relationship Type="http://schemas.openxmlformats.org/officeDocument/2006/relationships/slideLayout" Target="/ppt/slideLayouts/slideLayout2.xml" Id="Rc878381a40ee42e6" /><Relationship Type="http://schemas.openxmlformats.org/officeDocument/2006/relationships/slideLayout" Target="/ppt/slideLayouts/slideLayout3.xml" Id="Re887360a157c47cd" /><Relationship Type="http://schemas.openxmlformats.org/officeDocument/2006/relationships/slideLayout" Target="/ppt/slideLayouts/slideLayout4.xml" Id="R819181ea96464462" /><Relationship Type="http://schemas.openxmlformats.org/officeDocument/2006/relationships/slideLayout" Target="/ppt/slideLayouts/slideLayout5.xml" Id="Reef55ef6a4d4410d" /><Relationship Type="http://schemas.openxmlformats.org/officeDocument/2006/relationships/slideLayout" Target="/ppt/slideLayouts/slideLayout6.xml" Id="R9538e5b81a0e4f3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7cbd99aeb104d0b"/>
    <p:sldLayoutId xmlns:r="http://schemas.openxmlformats.org/officeDocument/2006/relationships" id="2147483650" r:id="Rc878381a40ee42e6"/>
    <p:sldLayoutId xmlns:r="http://schemas.openxmlformats.org/officeDocument/2006/relationships" id="2147483651" r:id="Re887360a157c47cd"/>
    <p:sldLayoutId xmlns:r="http://schemas.openxmlformats.org/officeDocument/2006/relationships" id="2147483652" r:id="R819181ea96464462"/>
    <p:sldLayoutId xmlns:r="http://schemas.openxmlformats.org/officeDocument/2006/relationships" id="2147483653" r:id="Reef55ef6a4d4410d"/>
    <p:sldLayoutId xmlns:r="http://schemas.openxmlformats.org/officeDocument/2006/relationships" id="2147483654" r:id="R9538e5b81a0e4f3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844545ce00344334" /><Relationship Type="http://schemas.openxmlformats.org/officeDocument/2006/relationships/notesSlide" Target="/ppt/notesSlides/notesSlide1.xml" Id="R34775b6553944f8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0c2191454def42a7" /><Relationship Type="http://schemas.openxmlformats.org/officeDocument/2006/relationships/notesSlide" Target="/ppt/notesSlides/notesSlide2.xml" Id="Re371642e35b543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46d8e47485c456f" /><Relationship Type="http://schemas.openxmlformats.org/officeDocument/2006/relationships/image" Target="/ppt/media/image.png" Id="Re1285154b71d4de9" /><Relationship Type="http://schemas.openxmlformats.org/officeDocument/2006/relationships/notesSlide" Target="/ppt/notesSlides/notesSlide3.xml" Id="R01f7ddd0d80a442f"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6465b8c5cc44ced" /><Relationship Type="http://schemas.openxmlformats.org/officeDocument/2006/relationships/notesSlide" Target="/ppt/notesSlides/notesSlide4.xml" Id="R8d3377ddb44c41f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153503a3fc2445e" /><Relationship Type="http://schemas.openxmlformats.org/officeDocument/2006/relationships/notesSlide" Target="/ppt/notesSlides/notesSlide5.xml" Id="Ra3f99b673e774d0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fa57d00f3ec4b4e" /><Relationship Type="http://schemas.openxmlformats.org/officeDocument/2006/relationships/notesSlide" Target="/ppt/notesSlides/notesSlide6.xml" Id="R883df797e2b54a4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225746961db04b4a" /><Relationship Type="http://schemas.openxmlformats.org/officeDocument/2006/relationships/image" Target="/ppt/media/image2.png" Id="R957175fdad464f13" /><Relationship Type="http://schemas.openxmlformats.org/officeDocument/2006/relationships/notesSlide" Target="/ppt/notesSlides/notesSlide7.xml" Id="R65c1a575f8694cd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c58ecd85315f4787" /><Relationship Type="http://schemas.openxmlformats.org/officeDocument/2006/relationships/notesSlide" Target="/ppt/notesSlides/notesSlide8.xml" Id="R03fd7b9120044d3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e061940d8ec4d0a" /><Relationship Type="http://schemas.openxmlformats.org/officeDocument/2006/relationships/notesSlide" Target="/ppt/notesSlides/notesSlide9.xml" Id="Ra6bd163a102a4b2f"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dc3973c6784443d" /><Relationship Type="http://schemas.openxmlformats.org/officeDocument/2006/relationships/notesSlide" Target="/ppt/notesSlides/notesSlide10.xml" Id="Rbf988806979340c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12f1658748fb4d41" /><Relationship Type="http://schemas.openxmlformats.org/officeDocument/2006/relationships/notesSlide" Target="/ppt/notesSlides/notesSlide11.xml" Id="R1f1ca8e830e9406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1588730d61e439a" /><Relationship Type="http://schemas.openxmlformats.org/officeDocument/2006/relationships/notesSlide" Target="/ppt/notesSlides/notesSlide12.xml" Id="R848244d80ed349a6"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6a8320d13824f58" /><Relationship Type="http://schemas.openxmlformats.org/officeDocument/2006/relationships/notesSlide" Target="/ppt/notesSlides/notesSlide13.xml" Id="R7c86a537bf8f4d1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b34343d451e5437b" /><Relationship Type="http://schemas.openxmlformats.org/officeDocument/2006/relationships/notesSlide" Target="/ppt/notesSlides/notesSlide14.xml" Id="Rf860e6cbda6747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0159ae674444385" /><Relationship Type="http://schemas.openxmlformats.org/officeDocument/2006/relationships/notesSlide" Target="/ppt/notesSlides/notesSlide15.xml" Id="R54e60dfcd30d425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988c1dcf29e416e" /><Relationship Type="http://schemas.openxmlformats.org/officeDocument/2006/relationships/notesSlide" Target="/ppt/notesSlides/notesSlide16.xml" Id="R6a75da2a09ff4ca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cc4f24a3d5a4230" /><Relationship Type="http://schemas.openxmlformats.org/officeDocument/2006/relationships/notesSlide" Target="/ppt/notesSlides/notesSlide17.xml" Id="R828feac7160d4a9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b5fe86f1e99843a4" /><Relationship Type="http://schemas.openxmlformats.org/officeDocument/2006/relationships/notesSlide" Target="/ppt/notesSlides/notesSlide18.xml" Id="R6257f8c407c948c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7d4d07d6fbc418a" /><Relationship Type="http://schemas.openxmlformats.org/officeDocument/2006/relationships/notesSlide" Target="/ppt/notesSlides/notesSlide19.xml" Id="R5ce786a680a54e84"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e17ed6e1e29a4ef4" /><Relationship Type="http://schemas.openxmlformats.org/officeDocument/2006/relationships/notesSlide" Target="/ppt/notesSlides/notesSlide20.xml" Id="R5ad533ab40754f7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258d5394c724449" /><Relationship Type="http://schemas.openxmlformats.org/officeDocument/2006/relationships/notesSlide" Target="/ppt/notesSlides/notesSlide21.xml" Id="R8b28001152f04fd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89eb6b14bac41f2" /><Relationship Type="http://schemas.openxmlformats.org/officeDocument/2006/relationships/notesSlide" Target="/ppt/notesSlides/notesSlide22.xml" Id="R5a6fbadf650c4fc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c8d1ccbbd5f0462c" /><Relationship Type="http://schemas.openxmlformats.org/officeDocument/2006/relationships/notesSlide" Target="/ppt/notesSlides/notesSlide23.xml" Id="R3ad1b67c55584710"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68b4875d6aa748e5" /><Relationship Type="http://schemas.openxmlformats.org/officeDocument/2006/relationships/notesSlide" Target="/ppt/notesSlides/notesSlide24.xml" Id="R5b98037b09764ad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ca412cb540b499a" /><Relationship Type="http://schemas.openxmlformats.org/officeDocument/2006/relationships/notesSlide" Target="/ppt/notesSlides/notesSlide25.xml" Id="R1b62c296676045e7"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3dee456c1b3942b3" /><Relationship Type="http://schemas.openxmlformats.org/officeDocument/2006/relationships/notesSlide" Target="/ppt/notesSlides/notesSlide26.xml" Id="Rb3a3412070eb46b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a55bec840afc495a" /><Relationship Type="http://schemas.openxmlformats.org/officeDocument/2006/relationships/notesSlide" Target="/ppt/notesSlides/notesSlide27.xml" Id="R60ebfe378222409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4ac12129f2254f6c" /><Relationship Type="http://schemas.openxmlformats.org/officeDocument/2006/relationships/notesSlide" Target="/ppt/notesSlides/notesSlide28.xml" Id="Rc777655df2a043df"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d5831c280e234a2a" /><Relationship Type="http://schemas.openxmlformats.org/officeDocument/2006/relationships/notesSlide" Target="/ppt/notesSlides/notesSlide29.xml" Id="R1f8650dea13e4be5"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180d2f3294d3496a" /><Relationship Type="http://schemas.openxmlformats.org/officeDocument/2006/relationships/notesSlide" Target="/ppt/notesSlides/notesSlide30.xml" Id="Rb955c5ec9f094058"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911c213ff60a4cbf" /><Relationship Type="http://schemas.openxmlformats.org/officeDocument/2006/relationships/notesSlide" Target="/ppt/notesSlides/notesSlide31.xml" Id="R93486963f2ae4b7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999afc66c67d41d3" /><Relationship Type="http://schemas.openxmlformats.org/officeDocument/2006/relationships/notesSlide" Target="/ppt/notesSlides/notesSlide32.xml" Id="Re1313f473a02425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cbf8aeddfed846aa" /><Relationship Type="http://schemas.openxmlformats.org/officeDocument/2006/relationships/notesSlide" Target="/ppt/notesSlides/notesSlide33.xml" Id="R6190bd9b06f5469f"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a66e078e4fff4855" /><Relationship Type="http://schemas.openxmlformats.org/officeDocument/2006/relationships/notesSlide" Target="/ppt/notesSlides/notesSlide34.xml" Id="R490ee60f990145c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4c93deb373144dd9" /><Relationship Type="http://schemas.openxmlformats.org/officeDocument/2006/relationships/notesSlide" Target="/ppt/notesSlides/notesSlide35.xml" Id="R8f2848ce09054da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007db300fb61411a" /><Relationship Type="http://schemas.openxmlformats.org/officeDocument/2006/relationships/notesSlide" Target="/ppt/notesSlides/notesSlide36.xml" Id="R7488621ea52b4759"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ef7e10cb9054ab6" /><Relationship Type="http://schemas.openxmlformats.org/officeDocument/2006/relationships/image" Target="/ppt/media/image3.png" Id="R6748d9302b2f4b0f" /><Relationship Type="http://schemas.openxmlformats.org/officeDocument/2006/relationships/image" Target="/ppt/media/image4.png" Id="R78829487895a4feb" /><Relationship Type="http://schemas.openxmlformats.org/officeDocument/2006/relationships/image" Target="/ppt/media/image5.png" Id="Ra84cc5debc4342a6" /><Relationship Type="http://schemas.openxmlformats.org/officeDocument/2006/relationships/image" Target="/ppt/media/image6.png" Id="R753e7a2454ea48ca" /><Relationship Type="http://schemas.openxmlformats.org/officeDocument/2006/relationships/notesSlide" Target="/ppt/notesSlides/notesSlide37.xml" Id="R0d7b6a5df05d4dcc"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47d1075462d84155" /><Relationship Type="http://schemas.openxmlformats.org/officeDocument/2006/relationships/notesSlide" Target="/ppt/notesSlides/notesSlide38.xml" Id="R9b0c1521024b43e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eeccca259e844b7" /><Relationship Type="http://schemas.openxmlformats.org/officeDocument/2006/relationships/notesSlide" Target="/ppt/notesSlides/notesSlide39.xml" Id="R96537b47fbe946b5"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b60a0be6a31a452f" /><Relationship Type="http://schemas.openxmlformats.org/officeDocument/2006/relationships/notesSlide" Target="/ppt/notesSlides/notesSlide40.xml" Id="R56c3341b47f047b5"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19b2295c0ab749ec" /><Relationship Type="http://schemas.openxmlformats.org/officeDocument/2006/relationships/notesSlide" Target="/ppt/notesSlides/notesSlide41.xml" Id="R0aa5b4b67778453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5390ac4b37374fe1" /><Relationship Type="http://schemas.openxmlformats.org/officeDocument/2006/relationships/notesSlide" Target="/ppt/notesSlides/notesSlide42.xml" Id="R51d8783089814d7a"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26b3a308d2004bd9" /><Relationship Type="http://schemas.openxmlformats.org/officeDocument/2006/relationships/notesSlide" Target="/ppt/notesSlides/notesSlide43.xml" Id="R5a03856bacf74af1"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dee40f581744569" /><Relationship Type="http://schemas.openxmlformats.org/officeDocument/2006/relationships/notesSlide" Target="/ppt/notesSlides/notesSlide44.xml" Id="R8f4c6e37a094416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81e29665ef964ca2" /><Relationship Type="http://schemas.openxmlformats.org/officeDocument/2006/relationships/chart" Target="/ppt/slides/charts/chart1.xml" Id="R64373f80bb964baa" /><Relationship Type="http://schemas.openxmlformats.org/officeDocument/2006/relationships/notesSlide" Target="/ppt/notesSlides/notesSlide45.xml" Id="Rba30caa0d1674f1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ea4471fc21884386" /><Relationship Type="http://schemas.openxmlformats.org/officeDocument/2006/relationships/notesSlide" Target="/ppt/notesSlides/notesSlide46.xml" Id="R15f1a35569034ec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c0b34a25ca4848f2" /><Relationship Type="http://schemas.openxmlformats.org/officeDocument/2006/relationships/notesSlide" Target="/ppt/notesSlides/notesSlide47.xml" Id="R039244f422e044fb"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58c15ec9fa94f3f" /><Relationship Type="http://schemas.openxmlformats.org/officeDocument/2006/relationships/notesSlide" Target="/ppt/notesSlides/notesSlide48.xml" Id="R56e1856ca4d74c4c"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d35e44ce4e784602" /><Relationship Type="http://schemas.openxmlformats.org/officeDocument/2006/relationships/notesSlide" Target="/ppt/notesSlides/notesSlide49.xml" Id="Rd9079bd5370f4b8c"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c1f56e4d1ba94187" /><Relationship Type="http://schemas.openxmlformats.org/officeDocument/2006/relationships/notesSlide" Target="/ppt/notesSlides/notesSlide50.xml" Id="R47eda0e80cb746b8"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488d3686c17a4a34" /><Relationship Type="http://schemas.openxmlformats.org/officeDocument/2006/relationships/notesSlide" Target="/ppt/notesSlides/notesSlide51.xml" Id="R3349b42201fd441a"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3cc02ccc630e4d9c" /><Relationship Type="http://schemas.openxmlformats.org/officeDocument/2006/relationships/notesSlide" Target="/ppt/notesSlides/notesSlide52.xml" Id="Rd51b546afcab4deb"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a2d071040d6045be" /><Relationship Type="http://schemas.openxmlformats.org/officeDocument/2006/relationships/image" Target="/ppt/media/image7.png" Id="Raa96984589ef4862" /><Relationship Type="http://schemas.openxmlformats.org/officeDocument/2006/relationships/notesSlide" Target="/ppt/notesSlides/notesSlide53.xml" Id="R28d6803307614b2b"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0273512a0f494370" /><Relationship Type="http://schemas.openxmlformats.org/officeDocument/2006/relationships/notesSlide" Target="/ppt/notesSlides/notesSlide54.xml" Id="Ra15c459a8c9841c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f14805a2ae3a449b" /><Relationship Type="http://schemas.openxmlformats.org/officeDocument/2006/relationships/notesSlide" Target="/ppt/notesSlides/notesSlide55.xml" Id="R8014a71b0f12454a"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a56734d7de1e41b1" /><Relationship Type="http://schemas.openxmlformats.org/officeDocument/2006/relationships/notesSlide" Target="/ppt/notesSlides/notesSlide56.xml" Id="R48f6a998188e443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6a6079a52dd4b62" /><Relationship Type="http://schemas.openxmlformats.org/officeDocument/2006/relationships/notesSlide" Target="/ppt/notesSlides/notesSlide57.xml" Id="R43cb7ce3e04e4d1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7e6c1bb1732a4877" /><Relationship Type="http://schemas.openxmlformats.org/officeDocument/2006/relationships/notesSlide" Target="/ppt/notesSlides/notesSlide58.xml" Id="R7bdec63db03e48b8"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5b2b600ff2624811" /><Relationship Type="http://schemas.openxmlformats.org/officeDocument/2006/relationships/notesSlide" Target="/ppt/notesSlides/notesSlide59.xml" Id="R04a250c1b7674e53"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2640e22a37b0427d" /><Relationship Type="http://schemas.openxmlformats.org/officeDocument/2006/relationships/notesSlide" Target="/ppt/notesSlides/notesSlide60.xml" Id="Rd6d90fc6cb2f467e"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3650a34c3b724c68" /><Relationship Type="http://schemas.openxmlformats.org/officeDocument/2006/relationships/notesSlide" Target="/ppt/notesSlides/notesSlide61.xml" Id="R61bf998725184aae"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55d5659b44a843a9" /><Relationship Type="http://schemas.openxmlformats.org/officeDocument/2006/relationships/notesSlide" Target="/ppt/notesSlides/notesSlide62.xml" Id="Ra56af78c6cb744a2"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a52cd846576e458e" /><Relationship Type="http://schemas.openxmlformats.org/officeDocument/2006/relationships/notesSlide" Target="/ppt/notesSlides/notesSlide63.xml" Id="R04b09f1dab224d78"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7c92e856aac433d" /><Relationship Type="http://schemas.openxmlformats.org/officeDocument/2006/relationships/notesSlide" Target="/ppt/notesSlides/notesSlide64.xml" Id="R9fe6874330a141f5"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5ec26163e3c6491c" /><Relationship Type="http://schemas.openxmlformats.org/officeDocument/2006/relationships/notesSlide" Target="/ppt/notesSlides/notesSlide65.xml" Id="Rc25c759a73b243c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41aab1a112934f7c" /><Relationship Type="http://schemas.openxmlformats.org/officeDocument/2006/relationships/notesSlide" Target="/ppt/notesSlides/notesSlide66.xml" Id="R6cb174fb3d904212"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b2e5fcf728a6457a" /><Relationship Type="http://schemas.openxmlformats.org/officeDocument/2006/relationships/notesSlide" Target="/ppt/notesSlides/notesSlide67.xml" Id="R40316d4213204eae"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460c3faff0f84337" /><Relationship Type="http://schemas.openxmlformats.org/officeDocument/2006/relationships/notesSlide" Target="/ppt/notesSlides/notesSlide68.xml" Id="R1191d02c8b7b433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997d021592b24501" /><Relationship Type="http://schemas.openxmlformats.org/officeDocument/2006/relationships/notesSlide" Target="/ppt/notesSlides/notesSlide69.xml" Id="Ra8850e9d41474de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91dc0cca445242d2" /><Relationship Type="http://schemas.openxmlformats.org/officeDocument/2006/relationships/notesSlide" Target="/ppt/notesSlides/notesSlide70.xml" Id="R77c9799ba9b14725"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ee79b1a963d9447a" /><Relationship Type="http://schemas.openxmlformats.org/officeDocument/2006/relationships/notesSlide" Target="/ppt/notesSlides/notesSlide71.xml" Id="R653e76f5bd1b4707"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278076003ad849ed" /><Relationship Type="http://schemas.openxmlformats.org/officeDocument/2006/relationships/image" Target="/ppt/media/image8.png" Id="R83603a08a7e84fc7" /><Relationship Type="http://schemas.openxmlformats.org/officeDocument/2006/relationships/notesSlide" Target="/ppt/notesSlides/notesSlide72.xml" Id="R7f68130f575f43c6"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db2840be5d7b4529" /><Relationship Type="http://schemas.openxmlformats.org/officeDocument/2006/relationships/notesSlide" Target="/ppt/notesSlides/notesSlide73.xml" Id="R012d8b40ad2f4688"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bf299dce8c5c4208" /><Relationship Type="http://schemas.openxmlformats.org/officeDocument/2006/relationships/image" Target="/ppt/media/image9.png" Id="R1c80bad8dfb541ed" /><Relationship Type="http://schemas.openxmlformats.org/officeDocument/2006/relationships/image" Target="/ppt/media/image10.png" Id="Rf73c211626f54a26" /><Relationship Type="http://schemas.openxmlformats.org/officeDocument/2006/relationships/image" Target="/ppt/media/image11.png" Id="R195b654423414db8" /><Relationship Type="http://schemas.openxmlformats.org/officeDocument/2006/relationships/notesSlide" Target="/ppt/notesSlides/notesSlide74.xml" Id="Rb1a8caf48f2e4460"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a1505ffe97fa4b31" /><Relationship Type="http://schemas.openxmlformats.org/officeDocument/2006/relationships/notesSlide" Target="/ppt/notesSlides/notesSlide75.xml" Id="R4a49c42c35374ba9"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b70a186ef48c45e8" /><Relationship Type="http://schemas.openxmlformats.org/officeDocument/2006/relationships/notesSlide" Target="/ppt/notesSlides/notesSlide76.xml" Id="R6824460dd178471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fe9fc15f0bae4969" /><Relationship Type="http://schemas.openxmlformats.org/officeDocument/2006/relationships/notesSlide" Target="/ppt/notesSlides/notesSlide77.xml" Id="Rbac102f4476b43b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1f4954a2f07b4adf" /><Relationship Type="http://schemas.openxmlformats.org/officeDocument/2006/relationships/notesSlide" Target="/ppt/notesSlides/notesSlide78.xml" Id="Rc5d275ca15684b9c"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47c21d6c50474353" /><Relationship Type="http://schemas.openxmlformats.org/officeDocument/2006/relationships/notesSlide" Target="/ppt/notesSlides/notesSlide79.xml" Id="Rc33e39ab0ceb42a6"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8933f9b6aca74de2" /><Relationship Type="http://schemas.openxmlformats.org/officeDocument/2006/relationships/notesSlide" Target="/ppt/notesSlides/notesSlide80.xml" Id="R42c648fbc580443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익숙한 사용에서 시작하기">
            <a:extLst xmlns:a="http://schemas.openxmlformats.org/drawingml/2006/main">
              <a:ext uri="{FF2B5EF4-FFF2-40B4-BE49-F238E27FC236}">
                <a16:creationId xmlns:a16="http://schemas.microsoft.com/office/drawing/2014/main" id="{7139C07F-DDD6-4E56-9A81-6492CFF6F0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시작하기</a:t>
            </a:r>
          </a:p>
        </p:txBody>
      </p:sp>
      <p:sp>
        <p:nvSpPr>
          <p:cNvPr id="2" name="S01">
            <a:extLst xmlns:a="http://schemas.openxmlformats.org/drawingml/2006/main">
              <a:ext uri="{FF2B5EF4-FFF2-40B4-BE49-F238E27FC236}">
                <a16:creationId xmlns:a16="http://schemas.microsoft.com/office/drawing/2014/main" id="{0887BDCB-47C1-4E70-AEDA-61933722F6A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DEC3A316-8426-4075-B806-DBCFD6EB93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53C88BF2-4F92-40E0-A0EB-8F8D594EBB6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3C7FA151-931C-49B6-9663-FB09C6FD057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E4EAD254-2F68-4E92-A24F-771E97F3AC3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가장 최근에 AI에게 맡긴 일 하나">
            <a:extLst xmlns:a="http://schemas.openxmlformats.org/drawingml/2006/main">
              <a:ext uri="{FF2B5EF4-FFF2-40B4-BE49-F238E27FC236}">
                <a16:creationId xmlns:a16="http://schemas.microsoft.com/office/drawing/2014/main" id="{EF20EF03-1451-446B-9C8C-41E32CEA946E}"/>
              </a:ext>
            </a:extLst>
          </p:cNvPr>
          <p:cNvSpPr>
            <a:spLocks xmlns:a="http://schemas.openxmlformats.org/drawingml/2006/main" noGrp="1"/>
          </p:cNvSpPr>
          <p:nvPr/>
        </p:nvSpPr>
        <p:spPr>
          <a:xfrm xmlns:a="http://schemas.openxmlformats.org/drawingml/2006/main">
            <a:off x="609600" y="22669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가장 최근에 AI에게 맡긴 일 하나</a:t>
            </a:r>
          </a:p>
        </p:txBody>
      </p:sp>
      <p:sp>
        <p:nvSpPr>
          <p:cNvPr id="8" name="오류 설명을 들었나요?&#10;관련 코드를 조사하게 했나요?&#10;수정한 결과까지 확인하게 했나요?">
            <a:extLst xmlns:a="http://schemas.openxmlformats.org/drawingml/2006/main">
              <a:ext uri="{FF2B5EF4-FFF2-40B4-BE49-F238E27FC236}">
                <a16:creationId xmlns:a16="http://schemas.microsoft.com/office/drawing/2014/main" id="{4CFD04AA-2526-47CB-9662-B34D21B0F727}"/>
              </a:ext>
            </a:extLst>
          </p:cNvPr>
          <p:cNvSpPr>
            <a:spLocks xmlns:a="http://schemas.openxmlformats.org/drawingml/2006/main" noGrp="1"/>
          </p:cNvSpPr>
          <p:nvPr/>
        </p:nvSpPr>
        <p:spPr>
          <a:xfrm xmlns:a="http://schemas.openxmlformats.org/drawingml/2006/main">
            <a:off x="609600" y="3086100"/>
            <a:ext cx="7048500" cy="1657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0">
                <a:solidFill>
                  <a:srgbClr val="17212B"/>
                </a:solidFill>
                <a:latin typeface="Malgun Gothic"/>
                <a:ea typeface="Malgun Gothic"/>
                <a:cs typeface="Malgun Gothic"/>
              </a:defRPr>
            </a:defPPr>
            <a:lvl1pPr algn="l">
              <a:defRPr sz="2550" b="0">
                <a:solidFill>
                  <a:srgbClr val="17212B"/>
                </a:solidFill>
                <a:latin typeface="Malgun Gothic"/>
                <a:ea typeface="Malgun Gothic"/>
                <a:cs typeface="Malgun Gothic"/>
              </a:defRPr>
            </a:lvl1pPr>
            <a:lvl2pPr algn="l">
              <a:defRPr sz="2550" b="0">
                <a:solidFill>
                  <a:srgbClr val="17212B"/>
                </a:solidFill>
                <a:latin typeface="Malgun Gothic"/>
                <a:ea typeface="Malgun Gothic"/>
                <a:cs typeface="Malgun Gothic"/>
              </a:defRPr>
            </a:lvl2pPr>
            <a:lvl3pPr algn="l">
              <a:defRPr sz="2550" b="0">
                <a:solidFill>
                  <a:srgbClr val="17212B"/>
                </a:solidFill>
                <a:latin typeface="Malgun Gothic"/>
                <a:ea typeface="Malgun Gothic"/>
                <a:cs typeface="Malgun Gothic"/>
              </a:defRPr>
            </a:lvl3pPr>
            <a:lvl4pPr algn="l">
              <a:defRPr sz="2550" b="0">
                <a:solidFill>
                  <a:srgbClr val="17212B"/>
                </a:solidFill>
                <a:latin typeface="Malgun Gothic"/>
                <a:ea typeface="Malgun Gothic"/>
                <a:cs typeface="Malgun Gothic"/>
              </a:defRPr>
            </a:lvl4pPr>
            <a:lvl5pPr algn="l">
              <a:defRPr sz="2550" b="0">
                <a:solidFill>
                  <a:srgbClr val="17212B"/>
                </a:solidFill>
                <a:latin typeface="Malgun Gothic"/>
                <a:ea typeface="Malgun Gothic"/>
                <a:cs typeface="Malgun Gothic"/>
              </a:defRPr>
            </a:lvl5pPr>
            <a:lvl6pPr algn="l">
              <a:defRPr sz="2550" b="0">
                <a:solidFill>
                  <a:srgbClr val="17212B"/>
                </a:solidFill>
                <a:latin typeface="Malgun Gothic"/>
                <a:ea typeface="Malgun Gothic"/>
                <a:cs typeface="Malgun Gothic"/>
              </a:defRPr>
            </a:lvl6pPr>
            <a:lvl7pPr algn="l">
              <a:defRPr sz="2550" b="0">
                <a:solidFill>
                  <a:srgbClr val="17212B"/>
                </a:solidFill>
                <a:latin typeface="Malgun Gothic"/>
                <a:ea typeface="Malgun Gothic"/>
                <a:cs typeface="Malgun Gothic"/>
              </a:defRPr>
            </a:lvl7pPr>
            <a:lvl8pPr algn="l">
              <a:defRPr sz="2550" b="0">
                <a:solidFill>
                  <a:srgbClr val="17212B"/>
                </a:solidFill>
                <a:latin typeface="Malgun Gothic"/>
                <a:ea typeface="Malgun Gothic"/>
                <a:cs typeface="Malgun Gothic"/>
              </a:defRPr>
            </a:lvl8pPr>
            <a:lvl9pPr algn="l">
              <a:defRPr sz="2550" b="0">
                <a:solidFill>
                  <a:srgbClr val="17212B"/>
                </a:solidFill>
                <a:latin typeface="Malgun Gothic"/>
                <a:ea typeface="Malgun Gothic"/>
                <a:cs typeface="Malgun Gothic"/>
              </a:defRPr>
            </a:lvl9pPr>
          </a:lstStyle>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오류 설명을 들었나요?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관련 코드를 조사하게 했나요?</a:t>
            </a:r>
          </a:p>
          <a:p xmlns:a="http://schemas.openxmlformats.org/drawingml/2006/main">
            <a:pPr algn="l">
              <a:defRPr sz="2550" b="0">
                <a:solidFill>
                  <a:srgbClr val="17212B"/>
                </a:solidFill>
                <a:latin typeface="Malgun Gothic"/>
                <a:ea typeface="Malgun Gothic"/>
                <a:cs typeface="Malgun Gothic"/>
              </a:defRPr>
            </a:pPr>
            <a:r>
              <a:rPr sz="2550" b="0">
                <a:solidFill>
                  <a:srgbClr val="17212B"/>
                </a:solidFill>
                <a:latin typeface="Malgun Gothic"/>
                <a:ea typeface="Malgun Gothic"/>
                <a:cs typeface="Malgun Gothic"/>
              </a:rPr>
              <a:t>수정한 결과까지 확인하게 했나요?</a:t>
            </a:r>
          </a:p>
        </p:txBody>
      </p:sp>
      <p:sp>
        <p:nvSpPr>
          <p:cNvPr id="9" name="">
            <a:extLst xmlns:a="http://schemas.openxmlformats.org/drawingml/2006/main">
              <a:ext uri="{FF2B5EF4-FFF2-40B4-BE49-F238E27FC236}">
                <a16:creationId xmlns:a16="http://schemas.microsoft.com/office/drawing/2014/main" id="{D4FF67A0-E42F-4DE3-BF5E-EF9FB28AB4A9}"/>
              </a:ext>
            </a:extLst>
          </p:cNvPr>
          <p:cNvSpPr>
            <a:spLocks xmlns:a="http://schemas.openxmlformats.org/drawingml/2006/main" noGrp="1"/>
          </p:cNvSpPr>
          <p:nvPr/>
        </p:nvSpPr>
        <p:spPr>
          <a:xfrm xmlns:a="http://schemas.openxmlformats.org/drawingml/2006/main">
            <a:off x="8334375" y="2400300"/>
            <a:ext cx="3248025"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질문 · 생성&#10;조사 · 변경&#10;검증 · 작업 방식 개선">
            <a:extLst xmlns:a="http://schemas.openxmlformats.org/drawingml/2006/main">
              <a:ext uri="{FF2B5EF4-FFF2-40B4-BE49-F238E27FC236}">
                <a16:creationId xmlns:a16="http://schemas.microsoft.com/office/drawing/2014/main" id="{B4F1987F-5796-425E-9718-9995B5FAFF01}"/>
              </a:ext>
            </a:extLst>
          </p:cNvPr>
          <p:cNvSpPr>
            <a:spLocks xmlns:a="http://schemas.openxmlformats.org/drawingml/2006/main" noGrp="1"/>
          </p:cNvSpPr>
          <p:nvPr/>
        </p:nvSpPr>
        <p:spPr>
          <a:xfrm xmlns:a="http://schemas.openxmlformats.org/drawingml/2006/main">
            <a:off x="8334375" y="2790825"/>
            <a:ext cx="3248025" cy="1771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질문 · 생성</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조사 · 변경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검증 · 작업 방식 개선</a:t>
            </a:r>
          </a:p>
        </p:txBody>
      </p:sp>
      <p:sp>
        <p:nvSpPr>
          <p:cNvPr id="11" name="익숙한 방식에서 출발해도 괜찮습니다.">
            <a:extLst xmlns:a="http://schemas.openxmlformats.org/drawingml/2006/main">
              <a:ext uri="{FF2B5EF4-FFF2-40B4-BE49-F238E27FC236}">
                <a16:creationId xmlns:a16="http://schemas.microsoft.com/office/drawing/2014/main" id="{E31374F9-D3E6-46FF-909E-1C514F24C165}"/>
              </a:ext>
            </a:extLst>
          </p:cNvPr>
          <p:cNvSpPr>
            <a:spLocks xmlns:a="http://schemas.openxmlformats.org/drawingml/2006/main" noGrp="1"/>
          </p:cNvSpPr>
          <p:nvPr/>
        </p:nvSpPr>
        <p:spPr>
          <a:xfrm xmlns:a="http://schemas.openxmlformats.org/drawingml/2006/main">
            <a:off x="609600" y="51720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익숙한 방식에서 출발해도 괜찮습니다.</a:t>
            </a:r>
          </a:p>
        </p:txBody>
      </p:sp>
    </p:spTree>
    <p:extLst>
      <p:ext uri="{BB962C8B-B14F-4D97-AF65-F5344CB8AC3E}">
        <p14:creationId xmlns:p14="http://schemas.microsoft.com/office/powerpoint/2010/main" val="1032100156"/>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작은 코드 질문">
            <a:extLst xmlns:a="http://schemas.openxmlformats.org/drawingml/2006/main">
              <a:ext uri="{FF2B5EF4-FFF2-40B4-BE49-F238E27FC236}">
                <a16:creationId xmlns:a16="http://schemas.microsoft.com/office/drawing/2014/main" id="{99BCE5AF-B411-41DB-A3A2-B8E313DCE63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작은 코드 질문</a:t>
            </a:r>
          </a:p>
        </p:txBody>
      </p:sp>
      <p:sp>
        <p:nvSpPr>
          <p:cNvPr id="2" name="S02">
            <a:extLst xmlns:a="http://schemas.openxmlformats.org/drawingml/2006/main">
              <a:ext uri="{FF2B5EF4-FFF2-40B4-BE49-F238E27FC236}">
                <a16:creationId xmlns:a16="http://schemas.microsoft.com/office/drawing/2014/main" id="{7BA239C1-1611-4A6A-ABB8-DA1FB476FCE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AE762A94-B9C6-4BC7-A2B5-F3C2D16A04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6D0AC614-6895-4937-BC02-C568250D696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예시 · 실제 ChatGPT 대화 캡처가 아님">
            <a:extLst xmlns:a="http://schemas.openxmlformats.org/drawingml/2006/main">
              <a:ext uri="{FF2B5EF4-FFF2-40B4-BE49-F238E27FC236}">
                <a16:creationId xmlns:a16="http://schemas.microsoft.com/office/drawing/2014/main" id="{68FF39E6-96C6-463A-87D4-9EDE7284843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예시 · 실제 ChatGPT 대화 캡처가 아님</a:t>
            </a:r>
          </a:p>
        </p:txBody>
      </p:sp>
      <p:sp>
        <p:nvSpPr>
          <p:cNvPr id="6" name="일반적인 질문 흐름을 설명하며 특정 제품의 정확도나 우월성을 주장하지 않습니다.">
            <a:extLst xmlns:a="http://schemas.openxmlformats.org/drawingml/2006/main">
              <a:ext uri="{FF2B5EF4-FFF2-40B4-BE49-F238E27FC236}">
                <a16:creationId xmlns:a16="http://schemas.microsoft.com/office/drawing/2014/main" id="{0762285F-FEA7-4F1E-B3F6-5B642535246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일반적인 질문 흐름을 설명하며 특정 제품의 정확도나 우월성을 주장하지 않습니다.</a:t>
            </a:r>
          </a:p>
        </p:txBody>
      </p:sp>
      <p:sp>
        <p:nvSpPr>
          <p:cNvPr id="7" name="“이 코드에서 무엇이 남을까?”">
            <a:extLst xmlns:a="http://schemas.openxmlformats.org/drawingml/2006/main">
              <a:ext uri="{FF2B5EF4-FFF2-40B4-BE49-F238E27FC236}">
                <a16:creationId xmlns:a16="http://schemas.microsoft.com/office/drawing/2014/main" id="{F04F9DA1-B03B-47A2-9D0C-1E06859B7621}"/>
              </a:ext>
            </a:extLst>
          </p:cNvPr>
          <p:cNvSpPr>
            <a:spLocks xmlns:a="http://schemas.openxmlformats.org/drawingml/2006/main" noGrp="1"/>
          </p:cNvSpPr>
          <p:nvPr/>
        </p:nvSpPr>
        <p:spPr>
          <a:xfrm xmlns:a="http://schemas.openxmlformats.org/drawingml/2006/main">
            <a:off x="609600" y="2219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 코드에서 무엇이 남을까?”</a:t>
            </a:r>
          </a:p>
        </p:txBody>
      </p:sp>
      <p:sp>
        <p:nvSpPr>
          <p:cNvPr id="8" name="">
            <a:extLst xmlns:a="http://schemas.openxmlformats.org/drawingml/2006/main">
              <a:ext uri="{FF2B5EF4-FFF2-40B4-BE49-F238E27FC236}">
                <a16:creationId xmlns:a16="http://schemas.microsoft.com/office/drawing/2014/main" id="{6D446EC6-00CF-4D52-A9AC-2D17AF17E848}"/>
              </a:ext>
            </a:extLst>
          </p:cNvPr>
          <p:cNvSpPr>
            <a:spLocks xmlns:a="http://schemas.openxmlformats.org/drawingml/2006/main" noGrp="1"/>
          </p:cNvSpPr>
          <p:nvPr/>
        </p:nvSpPr>
        <p:spPr>
          <a:xfrm xmlns:a="http://schemas.openxmlformats.org/drawingml/2006/main">
            <a:off x="609600" y="2933700"/>
            <a:ext cx="4895850" cy="142875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row = [1, 2, 3, 4]&#10;row[1:3]">
            <a:extLst xmlns:a="http://schemas.openxmlformats.org/drawingml/2006/main">
              <a:ext uri="{FF2B5EF4-FFF2-40B4-BE49-F238E27FC236}">
                <a16:creationId xmlns:a16="http://schemas.microsoft.com/office/drawing/2014/main" id="{80E1B39C-81E6-44C4-BFDB-F811EFD8D452}"/>
              </a:ext>
            </a:extLst>
          </p:cNvPr>
          <p:cNvSpPr>
            <a:spLocks xmlns:a="http://schemas.openxmlformats.org/drawingml/2006/main" noGrp="1"/>
          </p:cNvSpPr>
          <p:nvPr/>
        </p:nvSpPr>
        <p:spPr>
          <a:xfrm xmlns:a="http://schemas.openxmlformats.org/drawingml/2006/main">
            <a:off x="838200" y="3086100"/>
            <a:ext cx="443865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FFFFFF"/>
                </a:solidFill>
                <a:latin typeface="Consolas"/>
                <a:ea typeface="Consolas"/>
                <a:cs typeface="Consolas"/>
              </a:defRPr>
            </a:defPPr>
            <a:lvl1pPr algn="l">
              <a:defRPr sz="2400" b="0">
                <a:solidFill>
                  <a:srgbClr val="FFFFFF"/>
                </a:solidFill>
                <a:latin typeface="Consolas"/>
                <a:ea typeface="Consolas"/>
                <a:cs typeface="Consolas"/>
              </a:defRPr>
            </a:lvl1pPr>
            <a:lvl2pPr algn="l">
              <a:defRPr sz="2400" b="0">
                <a:solidFill>
                  <a:srgbClr val="FFFFFF"/>
                </a:solidFill>
                <a:latin typeface="Consolas"/>
                <a:ea typeface="Consolas"/>
                <a:cs typeface="Consolas"/>
              </a:defRPr>
            </a:lvl2pPr>
            <a:lvl3pPr algn="l">
              <a:defRPr sz="2400" b="0">
                <a:solidFill>
                  <a:srgbClr val="FFFFFF"/>
                </a:solidFill>
                <a:latin typeface="Consolas"/>
                <a:ea typeface="Consolas"/>
                <a:cs typeface="Consolas"/>
              </a:defRPr>
            </a:lvl3pPr>
            <a:lvl4pPr algn="l">
              <a:defRPr sz="2400" b="0">
                <a:solidFill>
                  <a:srgbClr val="FFFFFF"/>
                </a:solidFill>
                <a:latin typeface="Consolas"/>
                <a:ea typeface="Consolas"/>
                <a:cs typeface="Consolas"/>
              </a:defRPr>
            </a:lvl4pPr>
            <a:lvl5pPr algn="l">
              <a:defRPr sz="2400" b="0">
                <a:solidFill>
                  <a:srgbClr val="FFFFFF"/>
                </a:solidFill>
                <a:latin typeface="Consolas"/>
                <a:ea typeface="Consolas"/>
                <a:cs typeface="Consolas"/>
              </a:defRPr>
            </a:lvl5pPr>
            <a:lvl6pPr algn="l">
              <a:defRPr sz="2400" b="0">
                <a:solidFill>
                  <a:srgbClr val="FFFFFF"/>
                </a:solidFill>
                <a:latin typeface="Consolas"/>
                <a:ea typeface="Consolas"/>
                <a:cs typeface="Consolas"/>
              </a:defRPr>
            </a:lvl6pPr>
            <a:lvl7pPr algn="l">
              <a:defRPr sz="2400" b="0">
                <a:solidFill>
                  <a:srgbClr val="FFFFFF"/>
                </a:solidFill>
                <a:latin typeface="Consolas"/>
                <a:ea typeface="Consolas"/>
                <a:cs typeface="Consolas"/>
              </a:defRPr>
            </a:lvl7pPr>
            <a:lvl8pPr algn="l">
              <a:defRPr sz="2400" b="0">
                <a:solidFill>
                  <a:srgbClr val="FFFFFF"/>
                </a:solidFill>
                <a:latin typeface="Consolas"/>
                <a:ea typeface="Consolas"/>
                <a:cs typeface="Consolas"/>
              </a:defRPr>
            </a:lvl8pPr>
            <a:lvl9pPr algn="l">
              <a:defRPr sz="2400" b="0">
                <a:solidFill>
                  <a:srgbClr val="FFFFFF"/>
                </a:solidFill>
                <a:latin typeface="Consolas"/>
                <a:ea typeface="Consolas"/>
                <a:cs typeface="Consolas"/>
              </a:defRPr>
            </a:lvl9pPr>
          </a:lstStyle>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 = [1, 2, 3, 4]</a:t>
            </a:r>
          </a:p>
          <a:p xmlns:a="http://schemas.openxmlformats.org/drawingml/2006/main">
            <a:pPr algn="l">
              <a:defRPr sz="2400" b="0">
                <a:solidFill>
                  <a:srgbClr val="FFFFFF"/>
                </a:solidFill>
                <a:latin typeface="Consolas"/>
                <a:ea typeface="Consolas"/>
                <a:cs typeface="Consolas"/>
              </a:defRPr>
            </a:pPr>
            <a:r>
              <a:rPr sz="2400" b="0">
                <a:solidFill>
                  <a:srgbClr val="FFFFFF"/>
                </a:solidFill>
                <a:latin typeface="Consolas"/>
                <a:ea typeface="Consolas"/>
                <a:cs typeface="Consolas"/>
              </a:rPr>
              <a:t>row[1:3]</a:t>
            </a:r>
          </a:p>
        </p:txBody>
      </p:sp>
      <p:sp>
        <p:nvSpPr>
          <p:cNvPr id="10" name="">
            <a:extLst xmlns:a="http://schemas.openxmlformats.org/drawingml/2006/main">
              <a:ext uri="{FF2B5EF4-FFF2-40B4-BE49-F238E27FC236}">
                <a16:creationId xmlns:a16="http://schemas.microsoft.com/office/drawing/2014/main" id="{8C4707E0-63FF-4B5D-9FE0-15B73EBB6707}"/>
              </a:ext>
            </a:extLst>
          </p:cNvPr>
          <p:cNvSpPr>
            <a:spLocks xmlns:a="http://schemas.openxmlformats.org/drawingml/2006/main" noGrp="1"/>
          </p:cNvSpPr>
          <p:nvPr/>
        </p:nvSpPr>
        <p:spPr>
          <a:xfrm xmlns:a="http://schemas.openxmlformats.org/drawingml/2006/main">
            <a:off x="5743575" y="3467100"/>
            <a:ext cx="457200" cy="2857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2, 3]">
            <a:extLst xmlns:a="http://schemas.openxmlformats.org/drawingml/2006/main">
              <a:ext uri="{FF2B5EF4-FFF2-40B4-BE49-F238E27FC236}">
                <a16:creationId xmlns:a16="http://schemas.microsoft.com/office/drawing/2014/main" id="{10EE6F22-00E6-4CB3-87D7-36EF209E00A4}"/>
              </a:ext>
            </a:extLst>
          </p:cNvPr>
          <p:cNvSpPr>
            <a:spLocks xmlns:a="http://schemas.openxmlformats.org/drawingml/2006/main" noGrp="1"/>
          </p:cNvSpPr>
          <p:nvPr/>
        </p:nvSpPr>
        <p:spPr>
          <a:xfrm xmlns:a="http://schemas.openxmlformats.org/drawingml/2006/main">
            <a:off x="6715125" y="3009900"/>
            <a:ext cx="4381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900" b="1">
                <a:solidFill>
                  <a:srgbClr val="17212B"/>
                </a:solidFill>
                <a:latin typeface="Consolas"/>
                <a:ea typeface="Consolas"/>
                <a:cs typeface="Consolas"/>
              </a:defRPr>
            </a:defPPr>
            <a:lvl1pPr algn="l">
              <a:defRPr sz="3900" b="1">
                <a:solidFill>
                  <a:srgbClr val="17212B"/>
                </a:solidFill>
                <a:latin typeface="Consolas"/>
                <a:ea typeface="Consolas"/>
                <a:cs typeface="Consolas"/>
              </a:defRPr>
            </a:lvl1pPr>
            <a:lvl2pPr algn="l">
              <a:defRPr sz="3900" b="1">
                <a:solidFill>
                  <a:srgbClr val="17212B"/>
                </a:solidFill>
                <a:latin typeface="Consolas"/>
                <a:ea typeface="Consolas"/>
                <a:cs typeface="Consolas"/>
              </a:defRPr>
            </a:lvl2pPr>
            <a:lvl3pPr algn="l">
              <a:defRPr sz="3900" b="1">
                <a:solidFill>
                  <a:srgbClr val="17212B"/>
                </a:solidFill>
                <a:latin typeface="Consolas"/>
                <a:ea typeface="Consolas"/>
                <a:cs typeface="Consolas"/>
              </a:defRPr>
            </a:lvl3pPr>
            <a:lvl4pPr algn="l">
              <a:defRPr sz="3900" b="1">
                <a:solidFill>
                  <a:srgbClr val="17212B"/>
                </a:solidFill>
                <a:latin typeface="Consolas"/>
                <a:ea typeface="Consolas"/>
                <a:cs typeface="Consolas"/>
              </a:defRPr>
            </a:lvl4pPr>
            <a:lvl5pPr algn="l">
              <a:defRPr sz="3900" b="1">
                <a:solidFill>
                  <a:srgbClr val="17212B"/>
                </a:solidFill>
                <a:latin typeface="Consolas"/>
                <a:ea typeface="Consolas"/>
                <a:cs typeface="Consolas"/>
              </a:defRPr>
            </a:lvl5pPr>
            <a:lvl6pPr algn="l">
              <a:defRPr sz="3900" b="1">
                <a:solidFill>
                  <a:srgbClr val="17212B"/>
                </a:solidFill>
                <a:latin typeface="Consolas"/>
                <a:ea typeface="Consolas"/>
                <a:cs typeface="Consolas"/>
              </a:defRPr>
            </a:lvl6pPr>
            <a:lvl7pPr algn="l">
              <a:defRPr sz="3900" b="1">
                <a:solidFill>
                  <a:srgbClr val="17212B"/>
                </a:solidFill>
                <a:latin typeface="Consolas"/>
                <a:ea typeface="Consolas"/>
                <a:cs typeface="Consolas"/>
              </a:defRPr>
            </a:lvl7pPr>
            <a:lvl8pPr algn="l">
              <a:defRPr sz="3900" b="1">
                <a:solidFill>
                  <a:srgbClr val="17212B"/>
                </a:solidFill>
                <a:latin typeface="Consolas"/>
                <a:ea typeface="Consolas"/>
                <a:cs typeface="Consolas"/>
              </a:defRPr>
            </a:lvl8pPr>
            <a:lvl9pPr algn="l">
              <a:defRPr sz="3900" b="1">
                <a:solidFill>
                  <a:srgbClr val="17212B"/>
                </a:solidFill>
                <a:latin typeface="Consolas"/>
                <a:ea typeface="Consolas"/>
                <a:cs typeface="Consolas"/>
              </a:defRPr>
            </a:lvl9pPr>
          </a:lstStyle>
          <a:p xmlns:a="http://schemas.openxmlformats.org/drawingml/2006/main">
            <a:pPr algn="l">
              <a:defRPr sz="3900" b="1">
                <a:solidFill>
                  <a:srgbClr val="17212B"/>
                </a:solidFill>
                <a:latin typeface="Consolas"/>
                <a:ea typeface="Consolas"/>
                <a:cs typeface="Consolas"/>
              </a:defRPr>
            </a:pPr>
            <a:r>
              <a:rPr sz="3900" b="1">
                <a:solidFill>
                  <a:srgbClr val="17212B"/>
                </a:solidFill>
                <a:latin typeface="Consolas"/>
                <a:ea typeface="Consolas"/>
                <a:cs typeface="Consolas"/>
              </a:rPr>
              <a:t>[2, 3]</a:t>
            </a:r>
          </a:p>
        </p:txBody>
      </p:sp>
      <p:sp>
        <p:nvSpPr>
          <p:cNvPr id="12" name="끝 index 3은 포함하지 않습니다.">
            <a:extLst xmlns:a="http://schemas.openxmlformats.org/drawingml/2006/main">
              <a:ext uri="{FF2B5EF4-FFF2-40B4-BE49-F238E27FC236}">
                <a16:creationId xmlns:a16="http://schemas.microsoft.com/office/drawing/2014/main" id="{B0430BD5-4852-4B52-81BB-08EEFDC0B370}"/>
              </a:ext>
            </a:extLst>
          </p:cNvPr>
          <p:cNvSpPr>
            <a:spLocks xmlns:a="http://schemas.openxmlformats.org/drawingml/2006/main" noGrp="1"/>
          </p:cNvSpPr>
          <p:nvPr/>
        </p:nvSpPr>
        <p:spPr>
          <a:xfrm xmlns:a="http://schemas.openxmlformats.org/drawingml/2006/main">
            <a:off x="6715125" y="3733800"/>
            <a:ext cx="4667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끝 index 3은 포함하지 않습니다.</a:t>
            </a:r>
          </a:p>
        </p:txBody>
      </p:sp>
      <p:sp>
        <p:nvSpPr>
          <p:cNvPr id="13" name="코드·오류">
            <a:extLst xmlns:a="http://schemas.openxmlformats.org/drawingml/2006/main">
              <a:ext uri="{FF2B5EF4-FFF2-40B4-BE49-F238E27FC236}">
                <a16:creationId xmlns:a16="http://schemas.microsoft.com/office/drawing/2014/main" id="{FC8C21DA-B9B8-4577-94DD-9EB86F3BF58E}"/>
              </a:ext>
            </a:extLst>
          </p:cNvPr>
          <p:cNvSpPr>
            <a:spLocks xmlns:a="http://schemas.openxmlformats.org/drawingml/2006/main" noGrp="1"/>
          </p:cNvSpPr>
          <p:nvPr/>
        </p:nvSpPr>
        <p:spPr>
          <a:xfrm xmlns:a="http://schemas.openxmlformats.org/drawingml/2006/main">
            <a:off x="6096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코드·오류</a:t>
            </a:r>
          </a:p>
        </p:txBody>
      </p:sp>
      <p:sp>
        <p:nvSpPr>
          <p:cNvPr id="14" name="">
            <a:extLst xmlns:a="http://schemas.openxmlformats.org/drawingml/2006/main">
              <a:ext uri="{FF2B5EF4-FFF2-40B4-BE49-F238E27FC236}">
                <a16:creationId xmlns:a16="http://schemas.microsoft.com/office/drawing/2014/main" id="{FA3F106C-14E5-4AA6-AFED-2E0037340283}"/>
              </a:ext>
            </a:extLst>
          </p:cNvPr>
          <p:cNvSpPr>
            <a:spLocks xmlns:a="http://schemas.openxmlformats.org/drawingml/2006/main" noGrp="1"/>
          </p:cNvSpPr>
          <p:nvPr/>
        </p:nvSpPr>
        <p:spPr>
          <a:xfrm xmlns:a="http://schemas.openxmlformats.org/drawingml/2006/main">
            <a:off x="25717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복사">
            <a:extLst xmlns:a="http://schemas.openxmlformats.org/drawingml/2006/main">
              <a:ext uri="{FF2B5EF4-FFF2-40B4-BE49-F238E27FC236}">
                <a16:creationId xmlns:a16="http://schemas.microsoft.com/office/drawing/2014/main" id="{DF71B36A-F5DE-479D-BC24-C24BA404246F}"/>
              </a:ext>
            </a:extLst>
          </p:cNvPr>
          <p:cNvSpPr>
            <a:spLocks xmlns:a="http://schemas.openxmlformats.org/drawingml/2006/main" noGrp="1"/>
          </p:cNvSpPr>
          <p:nvPr/>
        </p:nvSpPr>
        <p:spPr>
          <a:xfrm xmlns:a="http://schemas.openxmlformats.org/drawingml/2006/main">
            <a:off x="28765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복사</a:t>
            </a:r>
          </a:p>
        </p:txBody>
      </p:sp>
      <p:sp>
        <p:nvSpPr>
          <p:cNvPr id="16" name="">
            <a:extLst xmlns:a="http://schemas.openxmlformats.org/drawingml/2006/main">
              <a:ext uri="{FF2B5EF4-FFF2-40B4-BE49-F238E27FC236}">
                <a16:creationId xmlns:a16="http://schemas.microsoft.com/office/drawing/2014/main" id="{E1A04CA0-ADFD-4B19-8DD8-F72ED33A2052}"/>
              </a:ext>
            </a:extLst>
          </p:cNvPr>
          <p:cNvSpPr>
            <a:spLocks xmlns:a="http://schemas.openxmlformats.org/drawingml/2006/main" noGrp="1"/>
          </p:cNvSpPr>
          <p:nvPr/>
        </p:nvSpPr>
        <p:spPr>
          <a:xfrm xmlns:a="http://schemas.openxmlformats.org/drawingml/2006/main">
            <a:off x="48387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질문">
            <a:extLst xmlns:a="http://schemas.openxmlformats.org/drawingml/2006/main">
              <a:ext uri="{FF2B5EF4-FFF2-40B4-BE49-F238E27FC236}">
                <a16:creationId xmlns:a16="http://schemas.microsoft.com/office/drawing/2014/main" id="{F5D15B5A-60A3-485E-843B-F04E1FB3B4C6}"/>
              </a:ext>
            </a:extLst>
          </p:cNvPr>
          <p:cNvSpPr>
            <a:spLocks xmlns:a="http://schemas.openxmlformats.org/drawingml/2006/main" noGrp="1"/>
          </p:cNvSpPr>
          <p:nvPr/>
        </p:nvSpPr>
        <p:spPr>
          <a:xfrm xmlns:a="http://schemas.openxmlformats.org/drawingml/2006/main">
            <a:off x="51435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질문</a:t>
            </a:r>
          </a:p>
        </p:txBody>
      </p:sp>
      <p:sp>
        <p:nvSpPr>
          <p:cNvPr id="18" name="">
            <a:extLst xmlns:a="http://schemas.openxmlformats.org/drawingml/2006/main">
              <a:ext uri="{FF2B5EF4-FFF2-40B4-BE49-F238E27FC236}">
                <a16:creationId xmlns:a16="http://schemas.microsoft.com/office/drawing/2014/main" id="{15415E3C-5D2A-430E-AD32-A3985C1BD384}"/>
              </a:ext>
            </a:extLst>
          </p:cNvPr>
          <p:cNvSpPr>
            <a:spLocks xmlns:a="http://schemas.openxmlformats.org/drawingml/2006/main" noGrp="1"/>
          </p:cNvSpPr>
          <p:nvPr/>
        </p:nvSpPr>
        <p:spPr>
          <a:xfrm xmlns:a="http://schemas.openxmlformats.org/drawingml/2006/main">
            <a:off x="710565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답 확인">
            <a:extLst xmlns:a="http://schemas.openxmlformats.org/drawingml/2006/main">
              <a:ext uri="{FF2B5EF4-FFF2-40B4-BE49-F238E27FC236}">
                <a16:creationId xmlns:a16="http://schemas.microsoft.com/office/drawing/2014/main" id="{D1360495-136E-4D80-91EE-67A46A2D8668}"/>
              </a:ext>
            </a:extLst>
          </p:cNvPr>
          <p:cNvSpPr>
            <a:spLocks xmlns:a="http://schemas.openxmlformats.org/drawingml/2006/main" noGrp="1"/>
          </p:cNvSpPr>
          <p:nvPr/>
        </p:nvSpPr>
        <p:spPr>
          <a:xfrm xmlns:a="http://schemas.openxmlformats.org/drawingml/2006/main">
            <a:off x="741045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답 확인</a:t>
            </a:r>
          </a:p>
        </p:txBody>
      </p:sp>
      <p:sp>
        <p:nvSpPr>
          <p:cNvPr id="20" name="">
            <a:extLst xmlns:a="http://schemas.openxmlformats.org/drawingml/2006/main">
              <a:ext uri="{FF2B5EF4-FFF2-40B4-BE49-F238E27FC236}">
                <a16:creationId xmlns:a16="http://schemas.microsoft.com/office/drawing/2014/main" id="{0C27C972-13EF-4F52-AEB3-79AB5F79AE7E}"/>
              </a:ext>
            </a:extLst>
          </p:cNvPr>
          <p:cNvSpPr>
            <a:spLocks xmlns:a="http://schemas.openxmlformats.org/drawingml/2006/main" noGrp="1"/>
          </p:cNvSpPr>
          <p:nvPr/>
        </p:nvSpPr>
        <p:spPr>
          <a:xfrm xmlns:a="http://schemas.openxmlformats.org/drawingml/2006/main">
            <a:off x="9372600" y="5133975"/>
            <a:ext cx="21907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IDE로 복귀">
            <a:extLst xmlns:a="http://schemas.openxmlformats.org/drawingml/2006/main">
              <a:ext uri="{FF2B5EF4-FFF2-40B4-BE49-F238E27FC236}">
                <a16:creationId xmlns:a16="http://schemas.microsoft.com/office/drawing/2014/main" id="{94201107-F457-47F9-8A0E-14E7FFB00C61}"/>
              </a:ext>
            </a:extLst>
          </p:cNvPr>
          <p:cNvSpPr>
            <a:spLocks xmlns:a="http://schemas.openxmlformats.org/drawingml/2006/main" noGrp="1"/>
          </p:cNvSpPr>
          <p:nvPr/>
        </p:nvSpPr>
        <p:spPr>
          <a:xfrm xmlns:a="http://schemas.openxmlformats.org/drawingml/2006/main">
            <a:off x="9677400" y="5010150"/>
            <a:ext cx="18954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IDE로 복귀</a:t>
            </a:r>
          </a:p>
        </p:txBody>
      </p:sp>
      <p:sp>
        <p:nvSpPr>
          <p:cNvPr id="22" name="">
            <a:extLst xmlns:a="http://schemas.openxmlformats.org/drawingml/2006/main">
              <a:ext uri="{FF2B5EF4-FFF2-40B4-BE49-F238E27FC236}">
                <a16:creationId xmlns:a16="http://schemas.microsoft.com/office/drawing/2014/main" id="{2C04D2A9-E4EB-439A-A8E5-C10491C1AE39}"/>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Tree>
    <p:extLst>
      <p:ext uri="{BB962C8B-B14F-4D97-AF65-F5344CB8AC3E}">
        <p14:creationId xmlns:p14="http://schemas.microsoft.com/office/powerpoint/2010/main" val="771209368"/>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여러 파일을 가로지르는 질문">
            <a:extLst xmlns:a="http://schemas.openxmlformats.org/drawingml/2006/main">
              <a:ext uri="{FF2B5EF4-FFF2-40B4-BE49-F238E27FC236}">
                <a16:creationId xmlns:a16="http://schemas.microsoft.com/office/drawing/2014/main" id="{434E3862-5B24-4E2E-B811-E099C62791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여러 파일을 가로지르는 질문</a:t>
            </a:r>
          </a:p>
        </p:txBody>
      </p:sp>
      <p:sp>
        <p:nvSpPr>
          <p:cNvPr id="2" name="S03">
            <a:extLst xmlns:a="http://schemas.openxmlformats.org/drawingml/2006/main">
              <a:ext uri="{FF2B5EF4-FFF2-40B4-BE49-F238E27FC236}">
                <a16:creationId xmlns:a16="http://schemas.microsoft.com/office/drawing/2014/main" id="{6CFE82F7-FDF2-4E37-A150-4B1BD6C004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246E35E1-49FA-48E5-8BB5-8E14D8A583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A9D8F408-44F6-48CE-9883-E3BEF593CF0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개념 사례 · 사람이 Context를 모으는 장면 · AI 생성 설명용 삽화">
            <a:extLst xmlns:a="http://schemas.openxmlformats.org/drawingml/2006/main">
              <a:ext uri="{FF2B5EF4-FFF2-40B4-BE49-F238E27FC236}">
                <a16:creationId xmlns:a16="http://schemas.microsoft.com/office/drawing/2014/main" id="{397665FA-F535-4AF4-8AE5-C1D3E386918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개념 사례 · 사람이 Context를 모으는 장면 · AI 생성 설명용 삽화</a:t>
            </a:r>
          </a:p>
        </p:txBody>
      </p:sp>
      <p:sp>
        <p:nvSpPr>
          <p:cNvPr id="6" name="특정 Trial에서 실제로 발생한 비용이나 실패를 뜻하지 않습니다.">
            <a:extLst xmlns:a="http://schemas.openxmlformats.org/drawingml/2006/main">
              <a:ext uri="{FF2B5EF4-FFF2-40B4-BE49-F238E27FC236}">
                <a16:creationId xmlns:a16="http://schemas.microsoft.com/office/drawing/2014/main" id="{664E7870-C68A-4E0C-AC38-6C8CB72F1F05}"/>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Trial에서 실제로 발생한 비용이나 실패를 뜻하지 않습니다.</a:t>
            </a:r>
          </a:p>
        </p:txBody>
      </p:sp>
      <p:sp>
        <p:nvSpPr>
          <p:cNvPr id="7" name="“CLI 결과가 기대와 다른데, 어디서부터 봐야 할까?”">
            <a:extLst xmlns:a="http://schemas.openxmlformats.org/drawingml/2006/main">
              <a:ext uri="{FF2B5EF4-FFF2-40B4-BE49-F238E27FC236}">
                <a16:creationId xmlns:a16="http://schemas.microsoft.com/office/drawing/2014/main" id="{86980EEB-69DC-4822-A192-4054901FBFAA}"/>
              </a:ext>
            </a:extLst>
          </p:cNvPr>
          <p:cNvSpPr>
            <a:spLocks xmlns:a="http://schemas.openxmlformats.org/drawingml/2006/main" noGrp="1"/>
          </p:cNvSpPr>
          <p:nvPr/>
        </p:nvSpPr>
        <p:spPr>
          <a:xfrm xmlns:a="http://schemas.openxmlformats.org/drawingml/2006/main">
            <a:off x="609600" y="16287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“CLI 결과가 기대와 다른데, 어디서부터 봐야 할까?”</a:t>
            </a:r>
          </a:p>
        </p:txBody>
      </p:sp>
      <p:pic>
        <p:nvPicPr>
          <p:cNvPr id="8" name="">
            <a:extLst xmlns:a="http://schemas.openxmlformats.org/drawingml/2006/main">
              <a:ext uri="{FF2B5EF4-FFF2-40B4-BE49-F238E27FC236}">
                <a16:creationId xmlns:a16="http://schemas.microsoft.com/office/drawing/2014/main" id="{8C92613C-FA5E-49E4-BB8D-C5EBAD7B62CF}"/>
              </a:ext>
            </a:extLst>
          </p:cNvPr>
          <p:cNvPicPr>
            <a:picLocks xmlns:a="http://schemas.openxmlformats.org/drawingml/2006/main" noChangeAspect="1"/>
          </p:cNvPicPr>
          <p:nvPr/>
        </p:nvPicPr>
        <p:blipFill>
          <a:blip xmlns:r="http://schemas.openxmlformats.org/officeDocument/2006/relationships" xmlns:a="http://schemas.openxmlformats.org/drawingml/2006/main" r:embed="Re1285154b71d4de9"/>
          <a:stretch xmlns:a="http://schemas.openxmlformats.org/drawingml/2006/main"/>
        </p:blipFill>
        <p:spPr>
          <a:xfrm xmlns:a="http://schemas.openxmlformats.org/drawingml/2006/main">
            <a:off x="609600" y="2124075"/>
            <a:ext cx="7086600" cy="3543300"/>
          </a:xfrm>
          <a:prstGeom xmlns:a="http://schemas.openxmlformats.org/drawingml/2006/main" prst="rect">
            <a:avLst/>
          </a:prstGeom>
        </p:spPr>
      </p:pic>
      <p:sp>
        <p:nvSpPr>
          <p:cNvPr id="9" name="구현 · 호출 경로">
            <a:extLst xmlns:a="http://schemas.openxmlformats.org/drawingml/2006/main">
              <a:ext uri="{FF2B5EF4-FFF2-40B4-BE49-F238E27FC236}">
                <a16:creationId xmlns:a16="http://schemas.microsoft.com/office/drawing/2014/main" id="{AD9BBB2E-B779-46CC-904D-48A370084360}"/>
              </a:ext>
            </a:extLst>
          </p:cNvPr>
          <p:cNvSpPr>
            <a:spLocks xmlns:a="http://schemas.openxmlformats.org/drawingml/2006/main" noGrp="1"/>
          </p:cNvSpPr>
          <p:nvPr/>
        </p:nvSpPr>
        <p:spPr>
          <a:xfrm xmlns:a="http://schemas.openxmlformats.org/drawingml/2006/main">
            <a:off x="8096250" y="229552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구현 · 호출 경로</a:t>
            </a:r>
          </a:p>
        </p:txBody>
      </p:sp>
      <p:sp>
        <p:nvSpPr>
          <p:cNvPr id="10" name="CLI → 처리 흐름 → 연산">
            <a:extLst xmlns:a="http://schemas.openxmlformats.org/drawingml/2006/main">
              <a:ext uri="{FF2B5EF4-FFF2-40B4-BE49-F238E27FC236}">
                <a16:creationId xmlns:a16="http://schemas.microsoft.com/office/drawing/2014/main" id="{A7FB44BE-C764-4F84-A71B-DC00C95CDEB7}"/>
              </a:ext>
            </a:extLst>
          </p:cNvPr>
          <p:cNvSpPr>
            <a:spLocks xmlns:a="http://schemas.openxmlformats.org/drawingml/2006/main" noGrp="1"/>
          </p:cNvSpPr>
          <p:nvPr/>
        </p:nvSpPr>
        <p:spPr>
          <a:xfrm xmlns:a="http://schemas.openxmlformats.org/drawingml/2006/main">
            <a:off x="8096250" y="270510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CLI → 처리 흐름 → 연산</a:t>
            </a:r>
          </a:p>
        </p:txBody>
      </p:sp>
      <p:sp>
        <p:nvSpPr>
          <p:cNvPr id="11" name="테스트">
            <a:extLst xmlns:a="http://schemas.openxmlformats.org/drawingml/2006/main">
              <a:ext uri="{FF2B5EF4-FFF2-40B4-BE49-F238E27FC236}">
                <a16:creationId xmlns:a16="http://schemas.microsoft.com/office/drawing/2014/main" id="{5E53F33B-1F11-4221-B288-70C3DF0C34B1}"/>
              </a:ext>
            </a:extLst>
          </p:cNvPr>
          <p:cNvSpPr>
            <a:spLocks xmlns:a="http://schemas.openxmlformats.org/drawingml/2006/main" noGrp="1"/>
          </p:cNvSpPr>
          <p:nvPr/>
        </p:nvSpPr>
        <p:spPr>
          <a:xfrm xmlns:a="http://schemas.openxmlformats.org/drawingml/2006/main">
            <a:off x="8096250" y="33337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테스트</a:t>
            </a:r>
          </a:p>
        </p:txBody>
      </p:sp>
      <p:sp>
        <p:nvSpPr>
          <p:cNvPr id="12" name="어떤 조건에서 실패했나?">
            <a:extLst xmlns:a="http://schemas.openxmlformats.org/drawingml/2006/main">
              <a:ext uri="{FF2B5EF4-FFF2-40B4-BE49-F238E27FC236}">
                <a16:creationId xmlns:a16="http://schemas.microsoft.com/office/drawing/2014/main" id="{35277955-E94E-43CB-AD5B-60EECD1269DC}"/>
              </a:ext>
            </a:extLst>
          </p:cNvPr>
          <p:cNvSpPr>
            <a:spLocks xmlns:a="http://schemas.openxmlformats.org/drawingml/2006/main" noGrp="1"/>
          </p:cNvSpPr>
          <p:nvPr/>
        </p:nvSpPr>
        <p:spPr>
          <a:xfrm xmlns:a="http://schemas.openxmlformats.org/drawingml/2006/main">
            <a:off x="8096250" y="3743325"/>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조건에서 실패했나?</a:t>
            </a:r>
          </a:p>
        </p:txBody>
      </p:sp>
      <p:sp>
        <p:nvSpPr>
          <p:cNvPr id="13" name="계약">
            <a:extLst xmlns:a="http://schemas.openxmlformats.org/drawingml/2006/main">
              <a:ext uri="{FF2B5EF4-FFF2-40B4-BE49-F238E27FC236}">
                <a16:creationId xmlns:a16="http://schemas.microsoft.com/office/drawing/2014/main" id="{CE4E7395-FAFC-498F-A8BA-BC75B8FDC982}"/>
              </a:ext>
            </a:extLst>
          </p:cNvPr>
          <p:cNvSpPr>
            <a:spLocks xmlns:a="http://schemas.openxmlformats.org/drawingml/2006/main" noGrp="1"/>
          </p:cNvSpPr>
          <p:nvPr/>
        </p:nvSpPr>
        <p:spPr>
          <a:xfrm xmlns:a="http://schemas.openxmlformats.org/drawingml/2006/main">
            <a:off x="8096250" y="4371975"/>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계약</a:t>
            </a:r>
          </a:p>
        </p:txBody>
      </p:sp>
      <p:sp>
        <p:nvSpPr>
          <p:cNvPr id="14" name="원래 기대한 동작은?">
            <a:extLst xmlns:a="http://schemas.openxmlformats.org/drawingml/2006/main">
              <a:ext uri="{FF2B5EF4-FFF2-40B4-BE49-F238E27FC236}">
                <a16:creationId xmlns:a16="http://schemas.microsoft.com/office/drawing/2014/main" id="{DA4173BA-DFD2-4F53-9A7B-8A36A70604C9}"/>
              </a:ext>
            </a:extLst>
          </p:cNvPr>
          <p:cNvSpPr>
            <a:spLocks xmlns:a="http://schemas.openxmlformats.org/drawingml/2006/main" noGrp="1"/>
          </p:cNvSpPr>
          <p:nvPr/>
        </p:nvSpPr>
        <p:spPr>
          <a:xfrm xmlns:a="http://schemas.openxmlformats.org/drawingml/2006/main">
            <a:off x="8096250" y="4781550"/>
            <a:ext cx="3486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원래 기대한 동작은?</a:t>
            </a:r>
          </a:p>
        </p:txBody>
      </p:sp>
      <p:sp>
        <p:nvSpPr>
          <p:cNvPr id="15" name="질문에 옮길 자료는?">
            <a:extLst xmlns:a="http://schemas.openxmlformats.org/drawingml/2006/main">
              <a:ext uri="{FF2B5EF4-FFF2-40B4-BE49-F238E27FC236}">
                <a16:creationId xmlns:a16="http://schemas.microsoft.com/office/drawing/2014/main" id="{DC68B679-EDBB-4672-9CB8-3F628A6CC18A}"/>
              </a:ext>
            </a:extLst>
          </p:cNvPr>
          <p:cNvSpPr>
            <a:spLocks xmlns:a="http://schemas.openxmlformats.org/drawingml/2006/main" noGrp="1"/>
          </p:cNvSpPr>
          <p:nvPr/>
        </p:nvSpPr>
        <p:spPr>
          <a:xfrm xmlns:a="http://schemas.openxmlformats.org/drawingml/2006/main">
            <a:off x="8096250" y="5314950"/>
            <a:ext cx="348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질문에 옮길 자료는?</a:t>
            </a:r>
          </a:p>
        </p:txBody>
      </p:sp>
    </p:spTree>
    <p:extLst>
      <p:ext uri="{BB962C8B-B14F-4D97-AF65-F5344CB8AC3E}">
        <p14:creationId xmlns:p14="http://schemas.microsoft.com/office/powerpoint/2010/main" val="579668837"/>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Repository 조사 관찰">
            <a:extLst xmlns:a="http://schemas.openxmlformats.org/drawingml/2006/main">
              <a:ext uri="{FF2B5EF4-FFF2-40B4-BE49-F238E27FC236}">
                <a16:creationId xmlns:a16="http://schemas.microsoft.com/office/drawing/2014/main" id="{F834431A-69C8-4458-97BA-F79B071A09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A570BA68-6434-4F05-99A5-CDDD92228C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18DCDE87-F008-4079-B7CF-4818AAC953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8F4980C0-657B-4754-AEAD-EC7C47D1F77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실제 요청 발췌 · Codex CLI 0.154.0 · macOS · 읽기 전용">
            <a:extLst xmlns:a="http://schemas.openxmlformats.org/drawingml/2006/main">
              <a:ext uri="{FF2B5EF4-FFF2-40B4-BE49-F238E27FC236}">
                <a16:creationId xmlns:a16="http://schemas.microsoft.com/office/drawing/2014/main" id="{8605FF20-AC0C-44F9-B104-FAE44A3CFE1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실제 요청 발췌 · Codex CLI 0.154.0 · macOS · 읽기 전용</a:t>
            </a:r>
          </a:p>
        </p:txBody>
      </p:sp>
      <p:sp>
        <p:nvSpPr>
          <p:cNvPr id="6" name="과거 단일 실행의 기록을 살펴봅니다. 현재 Desktop 동작은 미검증입니다.">
            <a:extLst xmlns:a="http://schemas.openxmlformats.org/drawingml/2006/main">
              <a:ext uri="{FF2B5EF4-FFF2-40B4-BE49-F238E27FC236}">
                <a16:creationId xmlns:a16="http://schemas.microsoft.com/office/drawing/2014/main" id="{6C2974A9-FD29-4650-9F2E-6FD7B4685C1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단일 실행의 기록을 살펴봅니다. 현재 Desktop 동작은 미검증입니다.</a:t>
            </a:r>
          </a:p>
        </p:txBody>
      </p:sp>
      <p:sp>
        <p:nvSpPr>
          <p:cNvPr id="7" name="“현재 이 저장소에서 테스트 하나가 실패하고 있다.&#10;실패 원인을 조사해줘. 관련 구현과 호출 경로,&#10;실패하는">
            <a:extLst xmlns:a="http://schemas.openxmlformats.org/drawingml/2006/main">
              <a:ext uri="{FF2B5EF4-FFF2-40B4-BE49-F238E27FC236}">
                <a16:creationId xmlns:a16="http://schemas.microsoft.com/office/drawing/2014/main" id="{BD88FFEA-86EC-458A-8F5D-6206AC18D59F}"/>
              </a:ext>
            </a:extLst>
          </p:cNvPr>
          <p:cNvSpPr>
            <a:spLocks xmlns:a="http://schemas.openxmlformats.org/drawingml/2006/main" noGrp="1"/>
          </p:cNvSpPr>
          <p:nvPr/>
        </p:nvSpPr>
        <p:spPr>
          <a:xfrm xmlns:a="http://schemas.openxmlformats.org/drawingml/2006/main">
            <a:off x="609600" y="2114550"/>
            <a:ext cx="10972800" cy="1590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“현재 이 저장소에서 테스트 하나가 실패하고 있다.</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 원인을 조사해줘. 관련 구현과 호출 경로,</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실패하는 테스트를 확인해서 왜 실패하는지 설명해줘.</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아직 코드는 수정하지 마.”</a:t>
            </a:r>
          </a:p>
        </p:txBody>
      </p:sp>
      <p:sp>
        <p:nvSpPr>
          <p:cNvPr id="8" name="">
            <a:extLst xmlns:a="http://schemas.openxmlformats.org/drawingml/2006/main">
              <a:ext uri="{FF2B5EF4-FFF2-40B4-BE49-F238E27FC236}">
                <a16:creationId xmlns:a16="http://schemas.microsoft.com/office/drawing/2014/main" id="{673E1E15-18E6-4011-93B6-DC004F5FC313}"/>
              </a:ext>
            </a:extLst>
          </p:cNvPr>
          <p:cNvSpPr>
            <a:spLocks xmlns:a="http://schemas.openxmlformats.org/drawingml/2006/main" noGrp="1"/>
          </p:cNvSpPr>
          <p:nvPr/>
        </p:nvSpPr>
        <p:spPr>
          <a:xfrm xmlns:a="http://schemas.openxmlformats.org/drawingml/2006/main">
            <a:off x="609600" y="4029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찾았는지 확인할 세 가지">
            <a:extLst xmlns:a="http://schemas.openxmlformats.org/drawingml/2006/main">
              <a:ext uri="{FF2B5EF4-FFF2-40B4-BE49-F238E27FC236}">
                <a16:creationId xmlns:a16="http://schemas.microsoft.com/office/drawing/2014/main" id="{0F0D40CD-95B6-4800-953D-2C730DF2C95B}"/>
              </a:ext>
            </a:extLst>
          </p:cNvPr>
          <p:cNvSpPr>
            <a:spLocks xmlns:a="http://schemas.openxmlformats.org/drawingml/2006/main" noGrp="1"/>
          </p:cNvSpPr>
          <p:nvPr/>
        </p:nvSpPr>
        <p:spPr>
          <a:xfrm xmlns:a="http://schemas.openxmlformats.org/drawingml/2006/main">
            <a:off x="609600" y="42767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찾았는지 확인할 세 가지</a:t>
            </a:r>
          </a:p>
        </p:txBody>
      </p:sp>
      <p:sp>
        <p:nvSpPr>
          <p:cNvPr id="10" name="01  실패하는 테스트">
            <a:extLst xmlns:a="http://schemas.openxmlformats.org/drawingml/2006/main">
              <a:ext uri="{FF2B5EF4-FFF2-40B4-BE49-F238E27FC236}">
                <a16:creationId xmlns:a16="http://schemas.microsoft.com/office/drawing/2014/main" id="{70A1A1B5-0C52-4749-81BD-BADD9A201B63}"/>
              </a:ext>
            </a:extLst>
          </p:cNvPr>
          <p:cNvSpPr>
            <a:spLocks xmlns:a="http://schemas.openxmlformats.org/drawingml/2006/main" noGrp="1"/>
          </p:cNvSpPr>
          <p:nvPr/>
        </p:nvSpPr>
        <p:spPr>
          <a:xfrm xmlns:a="http://schemas.openxmlformats.org/drawingml/2006/main">
            <a:off x="6096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01  실패하는 테스트</a:t>
            </a:r>
          </a:p>
        </p:txBody>
      </p:sp>
      <p:sp>
        <p:nvSpPr>
          <p:cNvPr id="11" name="02  관련 구현">
            <a:extLst xmlns:a="http://schemas.openxmlformats.org/drawingml/2006/main">
              <a:ext uri="{FF2B5EF4-FFF2-40B4-BE49-F238E27FC236}">
                <a16:creationId xmlns:a16="http://schemas.microsoft.com/office/drawing/2014/main" id="{840F3666-B6BF-4319-A14D-57DDBA880E46}"/>
              </a:ext>
            </a:extLst>
          </p:cNvPr>
          <p:cNvSpPr>
            <a:spLocks xmlns:a="http://schemas.openxmlformats.org/drawingml/2006/main" noGrp="1"/>
          </p:cNvSpPr>
          <p:nvPr/>
        </p:nvSpPr>
        <p:spPr>
          <a:xfrm xmlns:a="http://schemas.openxmlformats.org/drawingml/2006/main">
            <a:off x="43815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02  관련 구현</a:t>
            </a:r>
          </a:p>
        </p:txBody>
      </p:sp>
      <p:sp>
        <p:nvSpPr>
          <p:cNvPr id="12" name="03  제품의 호출 경로">
            <a:extLst xmlns:a="http://schemas.openxmlformats.org/drawingml/2006/main">
              <a:ext uri="{FF2B5EF4-FFF2-40B4-BE49-F238E27FC236}">
                <a16:creationId xmlns:a16="http://schemas.microsoft.com/office/drawing/2014/main" id="{558DEC62-0524-45A6-B209-91F4B2533E68}"/>
              </a:ext>
            </a:extLst>
          </p:cNvPr>
          <p:cNvSpPr>
            <a:spLocks xmlns:a="http://schemas.openxmlformats.org/drawingml/2006/main" noGrp="1"/>
          </p:cNvSpPr>
          <p:nvPr/>
        </p:nvSpPr>
        <p:spPr>
          <a:xfrm xmlns:a="http://schemas.openxmlformats.org/drawingml/2006/main">
            <a:off x="8153400" y="4943475"/>
            <a:ext cx="3429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03  제품의 호출 경로</a:t>
            </a:r>
          </a:p>
        </p:txBody>
      </p:sp>
    </p:spTree>
    <p:extLst>
      <p:ext uri="{BB962C8B-B14F-4D97-AF65-F5344CB8AC3E}">
        <p14:creationId xmlns:p14="http://schemas.microsoft.com/office/powerpoint/2010/main" val="200111742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3" name="ACT 0  ·  Repository 탐색">
            <a:extLst xmlns:a="http://schemas.openxmlformats.org/drawingml/2006/main">
              <a:ext uri="{FF2B5EF4-FFF2-40B4-BE49-F238E27FC236}">
                <a16:creationId xmlns:a16="http://schemas.microsoft.com/office/drawing/2014/main" id="{DE1606D7-15F4-409C-ADBF-60BB774EE9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7A05D0DC-963A-4CE1-B30B-2423E8F7BA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351854F8-A5BC-40B6-AD60-9D149DDE32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FB779319-3C24-4B2D-8DD3-1A231147C6A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6DC3D646-0CA2-4348-A43D-6B3A765721E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A9F5DB6-5810-4D32-870A-73DA20A893D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crop(image, 1, 3)">
            <a:extLst xmlns:a="http://schemas.openxmlformats.org/drawingml/2006/main">
              <a:ext uri="{FF2B5EF4-FFF2-40B4-BE49-F238E27FC236}">
                <a16:creationId xmlns:a16="http://schemas.microsoft.com/office/drawing/2014/main" id="{F739178F-5290-4DED-BEFD-2657ECB358E9}"/>
              </a:ext>
            </a:extLst>
          </p:cNvPr>
          <p:cNvSpPr>
            <a:spLocks xmlns:a="http://schemas.openxmlformats.org/drawingml/2006/main" noGrp="1"/>
          </p:cNvSpPr>
          <p:nvPr/>
        </p:nvSpPr>
        <p:spPr>
          <a:xfrm xmlns:a="http://schemas.openxmlformats.org/drawingml/2006/main">
            <a:off x="609600" y="1571625"/>
            <a:ext cx="5334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Consolas"/>
                <a:ea typeface="Consolas"/>
                <a:cs typeface="Consolas"/>
              </a:defRPr>
            </a:defPPr>
            <a:lvl1pPr algn="l">
              <a:defRPr sz="2550" b="1">
                <a:solidFill>
                  <a:srgbClr val="0B6172"/>
                </a:solidFill>
                <a:latin typeface="Consolas"/>
                <a:ea typeface="Consolas"/>
                <a:cs typeface="Consolas"/>
              </a:defRPr>
            </a:lvl1pPr>
            <a:lvl2pPr algn="l">
              <a:defRPr sz="2550" b="1">
                <a:solidFill>
                  <a:srgbClr val="0B6172"/>
                </a:solidFill>
                <a:latin typeface="Consolas"/>
                <a:ea typeface="Consolas"/>
                <a:cs typeface="Consolas"/>
              </a:defRPr>
            </a:lvl2pPr>
            <a:lvl3pPr algn="l">
              <a:defRPr sz="2550" b="1">
                <a:solidFill>
                  <a:srgbClr val="0B6172"/>
                </a:solidFill>
                <a:latin typeface="Consolas"/>
                <a:ea typeface="Consolas"/>
                <a:cs typeface="Consolas"/>
              </a:defRPr>
            </a:lvl3pPr>
            <a:lvl4pPr algn="l">
              <a:defRPr sz="2550" b="1">
                <a:solidFill>
                  <a:srgbClr val="0B6172"/>
                </a:solidFill>
                <a:latin typeface="Consolas"/>
                <a:ea typeface="Consolas"/>
                <a:cs typeface="Consolas"/>
              </a:defRPr>
            </a:lvl4pPr>
            <a:lvl5pPr algn="l">
              <a:defRPr sz="2550" b="1">
                <a:solidFill>
                  <a:srgbClr val="0B6172"/>
                </a:solidFill>
                <a:latin typeface="Consolas"/>
                <a:ea typeface="Consolas"/>
                <a:cs typeface="Consolas"/>
              </a:defRPr>
            </a:lvl5pPr>
            <a:lvl6pPr algn="l">
              <a:defRPr sz="2550" b="1">
                <a:solidFill>
                  <a:srgbClr val="0B6172"/>
                </a:solidFill>
                <a:latin typeface="Consolas"/>
                <a:ea typeface="Consolas"/>
                <a:cs typeface="Consolas"/>
              </a:defRPr>
            </a:lvl6pPr>
            <a:lvl7pPr algn="l">
              <a:defRPr sz="2550" b="1">
                <a:solidFill>
                  <a:srgbClr val="0B6172"/>
                </a:solidFill>
                <a:latin typeface="Consolas"/>
                <a:ea typeface="Consolas"/>
                <a:cs typeface="Consolas"/>
              </a:defRPr>
            </a:lvl7pPr>
            <a:lvl8pPr algn="l">
              <a:defRPr sz="2550" b="1">
                <a:solidFill>
                  <a:srgbClr val="0B6172"/>
                </a:solidFill>
                <a:latin typeface="Consolas"/>
                <a:ea typeface="Consolas"/>
                <a:cs typeface="Consolas"/>
              </a:defRPr>
            </a:lvl8pPr>
            <a:lvl9pPr algn="l">
              <a:defRPr sz="2550" b="1">
                <a:solidFill>
                  <a:srgbClr val="0B6172"/>
                </a:solidFill>
                <a:latin typeface="Consolas"/>
                <a:ea typeface="Consolas"/>
                <a:cs typeface="Consolas"/>
              </a:defRPr>
            </a:lvl9pPr>
          </a:lstStyle>
          <a:p xmlns:a="http://schemas.openxmlformats.org/drawingml/2006/main">
            <a:pPr algn="l">
              <a:defRPr sz="2550" b="1">
                <a:solidFill>
                  <a:srgbClr val="0B6172"/>
                </a:solidFill>
                <a:latin typeface="Consolas"/>
                <a:ea typeface="Consolas"/>
                <a:cs typeface="Consolas"/>
              </a:defRPr>
            </a:pPr>
            <a:r>
              <a:rPr sz="2550" b="1">
                <a:solidFill>
                  <a:srgbClr val="0B6172"/>
                </a:solidFill>
                <a:latin typeface="Consolas"/>
                <a:ea typeface="Consolas"/>
                <a:cs typeface="Consolas"/>
              </a:rPr>
              <a:t>crop(image, 1, 3)</a:t>
            </a:r>
          </a:p>
        </p:txBody>
      </p:sp>
      <p:sp>
        <p:nvSpPr>
          <p:cNvPr id="8" name="끝 좌표 3은 포함하지 않는 계약">
            <a:extLst xmlns:a="http://schemas.openxmlformats.org/drawingml/2006/main">
              <a:ext uri="{FF2B5EF4-FFF2-40B4-BE49-F238E27FC236}">
                <a16:creationId xmlns:a16="http://schemas.microsoft.com/office/drawing/2014/main" id="{881625E8-71E0-4703-A4CE-5E6EA3C7881D}"/>
              </a:ext>
            </a:extLst>
          </p:cNvPr>
          <p:cNvSpPr>
            <a:spLocks xmlns:a="http://schemas.openxmlformats.org/drawingml/2006/main" noGrp="1"/>
          </p:cNvSpPr>
          <p:nvPr/>
        </p:nvSpPr>
        <p:spPr>
          <a:xfrm xmlns:a="http://schemas.openxmlformats.org/drawingml/2006/main">
            <a:off x="609600" y="2019300"/>
            <a:ext cx="590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3은 포함하지 않는 계약</a:t>
            </a:r>
          </a:p>
        </p:txBody>
      </p:sp>
      <p:sp>
        <p:nvSpPr>
          <p:cNvPr id="9" name="입력">
            <a:extLst xmlns:a="http://schemas.openxmlformats.org/drawingml/2006/main">
              <a:ext uri="{FF2B5EF4-FFF2-40B4-BE49-F238E27FC236}">
                <a16:creationId xmlns:a16="http://schemas.microsoft.com/office/drawing/2014/main" id="{EF7B8C38-6ADE-4C2A-AD1B-D1FE6F53E587}"/>
              </a:ext>
            </a:extLst>
          </p:cNvPr>
          <p:cNvSpPr>
            <a:spLocks xmlns:a="http://schemas.openxmlformats.org/drawingml/2006/main" noGrp="1"/>
          </p:cNvSpPr>
          <p:nvPr/>
        </p:nvSpPr>
        <p:spPr>
          <a:xfrm xmlns:a="http://schemas.openxmlformats.org/drawingml/2006/main">
            <a:off x="609600" y="2571750"/>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0" name="0">
            <a:extLst xmlns:a="http://schemas.openxmlformats.org/drawingml/2006/main">
              <a:ext uri="{FF2B5EF4-FFF2-40B4-BE49-F238E27FC236}">
                <a16:creationId xmlns:a16="http://schemas.microsoft.com/office/drawing/2014/main" id="{0F1BC00F-5073-49CE-8F57-E49B52DDF22D}"/>
              </a:ext>
            </a:extLst>
          </p:cNvPr>
          <p:cNvSpPr>
            <a:spLocks xmlns:a="http://schemas.openxmlformats.org/drawingml/2006/main" noGrp="1"/>
          </p:cNvSpPr>
          <p:nvPr/>
        </p:nvSpPr>
        <p:spPr>
          <a:xfrm xmlns:a="http://schemas.openxmlformats.org/drawingml/2006/main">
            <a:off x="14859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1" name="1">
            <a:extLst xmlns:a="http://schemas.openxmlformats.org/drawingml/2006/main">
              <a:ext uri="{FF2B5EF4-FFF2-40B4-BE49-F238E27FC236}">
                <a16:creationId xmlns:a16="http://schemas.microsoft.com/office/drawing/2014/main" id="{8AAC9CB1-E2BD-420F-8B1D-90C79E87ABCA}"/>
              </a:ext>
            </a:extLst>
          </p:cNvPr>
          <p:cNvSpPr>
            <a:spLocks xmlns:a="http://schemas.openxmlformats.org/drawingml/2006/main" noGrp="1"/>
          </p:cNvSpPr>
          <p:nvPr/>
        </p:nvSpPr>
        <p:spPr>
          <a:xfrm xmlns:a="http://schemas.openxmlformats.org/drawingml/2006/main">
            <a:off x="21526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2" name="2">
            <a:extLst xmlns:a="http://schemas.openxmlformats.org/drawingml/2006/main">
              <a:ext uri="{FF2B5EF4-FFF2-40B4-BE49-F238E27FC236}">
                <a16:creationId xmlns:a16="http://schemas.microsoft.com/office/drawing/2014/main" id="{43BA7C64-40BB-40A6-B763-F78307542AC9}"/>
              </a:ext>
            </a:extLst>
          </p:cNvPr>
          <p:cNvSpPr>
            <a:spLocks xmlns:a="http://schemas.openxmlformats.org/drawingml/2006/main" noGrp="1"/>
          </p:cNvSpPr>
          <p:nvPr/>
        </p:nvSpPr>
        <p:spPr>
          <a:xfrm xmlns:a="http://schemas.openxmlformats.org/drawingml/2006/main">
            <a:off x="281940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3" name="3">
            <a:extLst xmlns:a="http://schemas.openxmlformats.org/drawingml/2006/main">
              <a:ext uri="{FF2B5EF4-FFF2-40B4-BE49-F238E27FC236}">
                <a16:creationId xmlns:a16="http://schemas.microsoft.com/office/drawing/2014/main" id="{553F9819-94E5-4846-AF0D-E858E098E28D}"/>
              </a:ext>
            </a:extLst>
          </p:cNvPr>
          <p:cNvSpPr>
            <a:spLocks xmlns:a="http://schemas.openxmlformats.org/drawingml/2006/main" noGrp="1"/>
          </p:cNvSpPr>
          <p:nvPr/>
        </p:nvSpPr>
        <p:spPr>
          <a:xfrm xmlns:a="http://schemas.openxmlformats.org/drawingml/2006/main">
            <a:off x="3486150" y="2428875"/>
            <a:ext cx="6286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4" name="">
            <a:extLst xmlns:a="http://schemas.openxmlformats.org/drawingml/2006/main">
              <a:ext uri="{FF2B5EF4-FFF2-40B4-BE49-F238E27FC236}">
                <a16:creationId xmlns:a16="http://schemas.microsoft.com/office/drawing/2014/main" id="{4E5272C1-2289-489B-9ED0-8A1FB3B54D4E}"/>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1">
            <a:extLst xmlns:a="http://schemas.openxmlformats.org/drawingml/2006/main">
              <a:ext uri="{FF2B5EF4-FFF2-40B4-BE49-F238E27FC236}">
                <a16:creationId xmlns:a16="http://schemas.microsoft.com/office/drawing/2014/main" id="{995D5AEB-837A-45AC-A3A1-89EFFB244678}"/>
              </a:ext>
            </a:extLst>
          </p:cNvPr>
          <p:cNvSpPr>
            <a:spLocks xmlns:a="http://schemas.openxmlformats.org/drawingml/2006/main" noGrp="1"/>
          </p:cNvSpPr>
          <p:nvPr/>
        </p:nvSpPr>
        <p:spPr>
          <a:xfrm xmlns:a="http://schemas.openxmlformats.org/drawingml/2006/main">
            <a:off x="14859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6" name="">
            <a:extLst xmlns:a="http://schemas.openxmlformats.org/drawingml/2006/main">
              <a:ext uri="{FF2B5EF4-FFF2-40B4-BE49-F238E27FC236}">
                <a16:creationId xmlns:a16="http://schemas.microsoft.com/office/drawing/2014/main" id="{D20556F0-CE7E-4377-A9EA-9214EE37D84A}"/>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2">
            <a:extLst xmlns:a="http://schemas.openxmlformats.org/drawingml/2006/main">
              <a:ext uri="{FF2B5EF4-FFF2-40B4-BE49-F238E27FC236}">
                <a16:creationId xmlns:a16="http://schemas.microsoft.com/office/drawing/2014/main" id="{286E6648-C0B9-4000-87DC-9D25DA75B39E}"/>
              </a:ext>
            </a:extLst>
          </p:cNvPr>
          <p:cNvSpPr>
            <a:spLocks xmlns:a="http://schemas.openxmlformats.org/drawingml/2006/main" noGrp="1"/>
          </p:cNvSpPr>
          <p:nvPr/>
        </p:nvSpPr>
        <p:spPr>
          <a:xfrm xmlns:a="http://schemas.openxmlformats.org/drawingml/2006/main">
            <a:off x="21526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8" name="">
            <a:extLst xmlns:a="http://schemas.openxmlformats.org/drawingml/2006/main">
              <a:ext uri="{FF2B5EF4-FFF2-40B4-BE49-F238E27FC236}">
                <a16:creationId xmlns:a16="http://schemas.microsoft.com/office/drawing/2014/main" id="{43D72F21-DE2D-44FC-B408-391037406F6F}"/>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3">
            <a:extLst xmlns:a="http://schemas.openxmlformats.org/drawingml/2006/main">
              <a:ext uri="{FF2B5EF4-FFF2-40B4-BE49-F238E27FC236}">
                <a16:creationId xmlns:a16="http://schemas.microsoft.com/office/drawing/2014/main" id="{87371D90-8650-4B01-BC0C-D0C2C397B37C}"/>
              </a:ext>
            </a:extLst>
          </p:cNvPr>
          <p:cNvSpPr>
            <a:spLocks xmlns:a="http://schemas.openxmlformats.org/drawingml/2006/main" noGrp="1"/>
          </p:cNvSpPr>
          <p:nvPr/>
        </p:nvSpPr>
        <p:spPr>
          <a:xfrm xmlns:a="http://schemas.openxmlformats.org/drawingml/2006/main">
            <a:off x="281940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0" name="">
            <a:extLst xmlns:a="http://schemas.openxmlformats.org/drawingml/2006/main">
              <a:ext uri="{FF2B5EF4-FFF2-40B4-BE49-F238E27FC236}">
                <a16:creationId xmlns:a16="http://schemas.microsoft.com/office/drawing/2014/main" id="{8FB8807F-1C7D-4976-BF23-D38ABA986A94}"/>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4">
            <a:extLst xmlns:a="http://schemas.openxmlformats.org/drawingml/2006/main">
              <a:ext uri="{FF2B5EF4-FFF2-40B4-BE49-F238E27FC236}">
                <a16:creationId xmlns:a16="http://schemas.microsoft.com/office/drawing/2014/main" id="{D33C6131-2480-4F58-A0CF-9CD820E3FC8A}"/>
              </a:ext>
            </a:extLst>
          </p:cNvPr>
          <p:cNvSpPr>
            <a:spLocks xmlns:a="http://schemas.openxmlformats.org/drawingml/2006/main" noGrp="1"/>
          </p:cNvSpPr>
          <p:nvPr/>
        </p:nvSpPr>
        <p:spPr>
          <a:xfrm xmlns:a="http://schemas.openxmlformats.org/drawingml/2006/main">
            <a:off x="3486150" y="277177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2" name="">
            <a:extLst xmlns:a="http://schemas.openxmlformats.org/drawingml/2006/main">
              <a:ext uri="{FF2B5EF4-FFF2-40B4-BE49-F238E27FC236}">
                <a16:creationId xmlns:a16="http://schemas.microsoft.com/office/drawing/2014/main" id="{7B43332C-7268-4A61-833D-2DEFC58B5206}"/>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5">
            <a:extLst xmlns:a="http://schemas.openxmlformats.org/drawingml/2006/main">
              <a:ext uri="{FF2B5EF4-FFF2-40B4-BE49-F238E27FC236}">
                <a16:creationId xmlns:a16="http://schemas.microsoft.com/office/drawing/2014/main" id="{33608312-EE81-4A33-A0C9-AFA9D92A506D}"/>
              </a:ext>
            </a:extLst>
          </p:cNvPr>
          <p:cNvSpPr>
            <a:spLocks xmlns:a="http://schemas.openxmlformats.org/drawingml/2006/main" noGrp="1"/>
          </p:cNvSpPr>
          <p:nvPr/>
        </p:nvSpPr>
        <p:spPr>
          <a:xfrm xmlns:a="http://schemas.openxmlformats.org/drawingml/2006/main">
            <a:off x="14859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5</a:t>
            </a:r>
          </a:p>
        </p:txBody>
      </p:sp>
      <p:sp>
        <p:nvSpPr>
          <p:cNvPr id="24" name="">
            <a:extLst xmlns:a="http://schemas.openxmlformats.org/drawingml/2006/main">
              <a:ext uri="{FF2B5EF4-FFF2-40B4-BE49-F238E27FC236}">
                <a16:creationId xmlns:a16="http://schemas.microsoft.com/office/drawing/2014/main" id="{7892C9E4-B257-42D4-9F03-0AE45ACB8E69}"/>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5" name="6">
            <a:extLst xmlns:a="http://schemas.openxmlformats.org/drawingml/2006/main">
              <a:ext uri="{FF2B5EF4-FFF2-40B4-BE49-F238E27FC236}">
                <a16:creationId xmlns:a16="http://schemas.microsoft.com/office/drawing/2014/main" id="{BEFD067B-92D3-40C8-8F0D-70BAD60A9355}"/>
              </a:ext>
            </a:extLst>
          </p:cNvPr>
          <p:cNvSpPr>
            <a:spLocks xmlns:a="http://schemas.openxmlformats.org/drawingml/2006/main" noGrp="1"/>
          </p:cNvSpPr>
          <p:nvPr/>
        </p:nvSpPr>
        <p:spPr>
          <a:xfrm xmlns:a="http://schemas.openxmlformats.org/drawingml/2006/main">
            <a:off x="21526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26" name="">
            <a:extLst xmlns:a="http://schemas.openxmlformats.org/drawingml/2006/main">
              <a:ext uri="{FF2B5EF4-FFF2-40B4-BE49-F238E27FC236}">
                <a16:creationId xmlns:a16="http://schemas.microsoft.com/office/drawing/2014/main" id="{6E2AD945-B5E8-4004-9FED-07AF78D3EB20}"/>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7">
            <a:extLst xmlns:a="http://schemas.openxmlformats.org/drawingml/2006/main">
              <a:ext uri="{FF2B5EF4-FFF2-40B4-BE49-F238E27FC236}">
                <a16:creationId xmlns:a16="http://schemas.microsoft.com/office/drawing/2014/main" id="{DF8FAC44-C6CF-40C7-8EFF-49016F7183A0}"/>
              </a:ext>
            </a:extLst>
          </p:cNvPr>
          <p:cNvSpPr>
            <a:spLocks xmlns:a="http://schemas.openxmlformats.org/drawingml/2006/main" noGrp="1"/>
          </p:cNvSpPr>
          <p:nvPr/>
        </p:nvSpPr>
        <p:spPr>
          <a:xfrm xmlns:a="http://schemas.openxmlformats.org/drawingml/2006/main">
            <a:off x="281940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28" name="">
            <a:extLst xmlns:a="http://schemas.openxmlformats.org/drawingml/2006/main">
              <a:ext uri="{FF2B5EF4-FFF2-40B4-BE49-F238E27FC236}">
                <a16:creationId xmlns:a16="http://schemas.microsoft.com/office/drawing/2014/main" id="{7E382E74-0ECE-4A7A-B268-1EEF822330D7}"/>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8">
            <a:extLst xmlns:a="http://schemas.openxmlformats.org/drawingml/2006/main">
              <a:ext uri="{FF2B5EF4-FFF2-40B4-BE49-F238E27FC236}">
                <a16:creationId xmlns:a16="http://schemas.microsoft.com/office/drawing/2014/main" id="{1E9D46B4-1F1A-41AB-BE2B-B8511F18D8BA}"/>
              </a:ext>
            </a:extLst>
          </p:cNvPr>
          <p:cNvSpPr>
            <a:spLocks xmlns:a="http://schemas.openxmlformats.org/drawingml/2006/main" noGrp="1"/>
          </p:cNvSpPr>
          <p:nvPr/>
        </p:nvSpPr>
        <p:spPr>
          <a:xfrm xmlns:a="http://schemas.openxmlformats.org/drawingml/2006/main">
            <a:off x="3486150" y="3438525"/>
            <a:ext cx="628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30" name="열 index">
            <a:extLst xmlns:a="http://schemas.openxmlformats.org/drawingml/2006/main">
              <a:ext uri="{FF2B5EF4-FFF2-40B4-BE49-F238E27FC236}">
                <a16:creationId xmlns:a16="http://schemas.microsoft.com/office/drawing/2014/main" id="{2568E67F-F902-436A-8BDE-92ADE559F9A0}"/>
              </a:ext>
            </a:extLst>
          </p:cNvPr>
          <p:cNvSpPr>
            <a:spLocks xmlns:a="http://schemas.openxmlformats.org/drawingml/2006/main" noGrp="1"/>
          </p:cNvSpPr>
          <p:nvPr/>
        </p:nvSpPr>
        <p:spPr>
          <a:xfrm xmlns:a="http://schemas.openxmlformats.org/drawingml/2006/main">
            <a:off x="4248150" y="2428875"/>
            <a:ext cx="1257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열 index</a:t>
            </a:r>
          </a:p>
        </p:txBody>
      </p:sp>
      <p:sp>
        <p:nvSpPr>
          <p:cNvPr id="31" name="기대">
            <a:extLst xmlns:a="http://schemas.openxmlformats.org/drawingml/2006/main">
              <a:ext uri="{FF2B5EF4-FFF2-40B4-BE49-F238E27FC236}">
                <a16:creationId xmlns:a16="http://schemas.microsoft.com/office/drawing/2014/main" id="{0B34BACE-D03C-4FBC-805E-418ACE766EFB}"/>
              </a:ext>
            </a:extLst>
          </p:cNvPr>
          <p:cNvSpPr>
            <a:spLocks xmlns:a="http://schemas.openxmlformats.org/drawingml/2006/main" noGrp="1"/>
          </p:cNvSpPr>
          <p:nvPr/>
        </p:nvSpPr>
        <p:spPr>
          <a:xfrm xmlns:a="http://schemas.openxmlformats.org/drawingml/2006/main">
            <a:off x="6096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기대</a:t>
            </a:r>
          </a:p>
        </p:txBody>
      </p:sp>
      <p:sp>
        <p:nvSpPr>
          <p:cNvPr id="32" name="">
            <a:extLst xmlns:a="http://schemas.openxmlformats.org/drawingml/2006/main">
              <a:ext uri="{FF2B5EF4-FFF2-40B4-BE49-F238E27FC236}">
                <a16:creationId xmlns:a16="http://schemas.microsoft.com/office/drawing/2014/main" id="{79C89385-29E6-4D5D-8BC9-F4E92E3B0667}"/>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2">
            <a:extLst xmlns:a="http://schemas.openxmlformats.org/drawingml/2006/main">
              <a:ext uri="{FF2B5EF4-FFF2-40B4-BE49-F238E27FC236}">
                <a16:creationId xmlns:a16="http://schemas.microsoft.com/office/drawing/2014/main" id="{7FE3E1B4-C2B6-423F-8B2D-7551DE35B65A}"/>
              </a:ext>
            </a:extLst>
          </p:cNvPr>
          <p:cNvSpPr>
            <a:spLocks xmlns:a="http://schemas.openxmlformats.org/drawingml/2006/main" noGrp="1"/>
          </p:cNvSpPr>
          <p:nvPr/>
        </p:nvSpPr>
        <p:spPr>
          <a:xfrm xmlns:a="http://schemas.openxmlformats.org/drawingml/2006/main">
            <a:off x="148590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4" name="">
            <a:extLst xmlns:a="http://schemas.openxmlformats.org/drawingml/2006/main">
              <a:ext uri="{FF2B5EF4-FFF2-40B4-BE49-F238E27FC236}">
                <a16:creationId xmlns:a16="http://schemas.microsoft.com/office/drawing/2014/main" id="{753A2DFF-6491-4E09-97C0-D7BEE439137F}"/>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5" name="3">
            <a:extLst xmlns:a="http://schemas.openxmlformats.org/drawingml/2006/main">
              <a:ext uri="{FF2B5EF4-FFF2-40B4-BE49-F238E27FC236}">
                <a16:creationId xmlns:a16="http://schemas.microsoft.com/office/drawing/2014/main" id="{17D734B7-0948-41AF-889F-0AFC1AC9931C}"/>
              </a:ext>
            </a:extLst>
          </p:cNvPr>
          <p:cNvSpPr>
            <a:spLocks xmlns:a="http://schemas.openxmlformats.org/drawingml/2006/main" noGrp="1"/>
          </p:cNvSpPr>
          <p:nvPr/>
        </p:nvSpPr>
        <p:spPr>
          <a:xfrm xmlns:a="http://schemas.openxmlformats.org/drawingml/2006/main">
            <a:off x="2000250"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6" name="">
            <a:extLst xmlns:a="http://schemas.openxmlformats.org/drawingml/2006/main">
              <a:ext uri="{FF2B5EF4-FFF2-40B4-BE49-F238E27FC236}">
                <a16:creationId xmlns:a16="http://schemas.microsoft.com/office/drawing/2014/main" id="{7419A63D-43CD-40CB-9DD5-E8A3391827AD}"/>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7" name="6">
            <a:extLst xmlns:a="http://schemas.openxmlformats.org/drawingml/2006/main">
              <a:ext uri="{FF2B5EF4-FFF2-40B4-BE49-F238E27FC236}">
                <a16:creationId xmlns:a16="http://schemas.microsoft.com/office/drawing/2014/main" id="{762E783F-53A6-4877-88C9-CCFB67F1FA49}"/>
              </a:ext>
            </a:extLst>
          </p:cNvPr>
          <p:cNvSpPr>
            <a:spLocks xmlns:a="http://schemas.openxmlformats.org/drawingml/2006/main" noGrp="1"/>
          </p:cNvSpPr>
          <p:nvPr/>
        </p:nvSpPr>
        <p:spPr>
          <a:xfrm xmlns:a="http://schemas.openxmlformats.org/drawingml/2006/main">
            <a:off x="148590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38" name="">
            <a:extLst xmlns:a="http://schemas.openxmlformats.org/drawingml/2006/main">
              <a:ext uri="{FF2B5EF4-FFF2-40B4-BE49-F238E27FC236}">
                <a16:creationId xmlns:a16="http://schemas.microsoft.com/office/drawing/2014/main" id="{8081EF20-FC36-4873-97B3-A7E932F7817B}"/>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9" name="7">
            <a:extLst xmlns:a="http://schemas.openxmlformats.org/drawingml/2006/main">
              <a:ext uri="{FF2B5EF4-FFF2-40B4-BE49-F238E27FC236}">
                <a16:creationId xmlns:a16="http://schemas.microsoft.com/office/drawing/2014/main" id="{47B7F197-E773-483F-858B-A9F02ABEC29C}"/>
              </a:ext>
            </a:extLst>
          </p:cNvPr>
          <p:cNvSpPr>
            <a:spLocks xmlns:a="http://schemas.openxmlformats.org/drawingml/2006/main" noGrp="1"/>
          </p:cNvSpPr>
          <p:nvPr/>
        </p:nvSpPr>
        <p:spPr>
          <a:xfrm xmlns:a="http://schemas.openxmlformats.org/drawingml/2006/main">
            <a:off x="2000250"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40" name="구현 결과">
            <a:extLst xmlns:a="http://schemas.openxmlformats.org/drawingml/2006/main">
              <a:ext uri="{FF2B5EF4-FFF2-40B4-BE49-F238E27FC236}">
                <a16:creationId xmlns:a16="http://schemas.microsoft.com/office/drawing/2014/main" id="{972610B9-C9D6-4AB9-9A3E-15813646F1B9}"/>
              </a:ext>
            </a:extLst>
          </p:cNvPr>
          <p:cNvSpPr>
            <a:spLocks xmlns:a="http://schemas.openxmlformats.org/drawingml/2006/main" noGrp="1"/>
          </p:cNvSpPr>
          <p:nvPr/>
        </p:nvSpPr>
        <p:spPr>
          <a:xfrm xmlns:a="http://schemas.openxmlformats.org/drawingml/2006/main">
            <a:off x="3048000" y="4410075"/>
            <a:ext cx="1238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B42318"/>
                </a:solidFill>
                <a:latin typeface="Malgun Gothic"/>
                <a:ea typeface="Malgun Gothic"/>
                <a:cs typeface="Malgun Gothic"/>
              </a:defRPr>
            </a:defPPr>
            <a:lvl1pPr algn="l">
              <a:defRPr sz="1800" b="1">
                <a:solidFill>
                  <a:srgbClr val="B42318"/>
                </a:solidFill>
                <a:latin typeface="Malgun Gothic"/>
                <a:ea typeface="Malgun Gothic"/>
                <a:cs typeface="Malgun Gothic"/>
              </a:defRPr>
            </a:lvl1pPr>
            <a:lvl2pPr algn="l">
              <a:defRPr sz="1800" b="1">
                <a:solidFill>
                  <a:srgbClr val="B42318"/>
                </a:solidFill>
                <a:latin typeface="Malgun Gothic"/>
                <a:ea typeface="Malgun Gothic"/>
                <a:cs typeface="Malgun Gothic"/>
              </a:defRPr>
            </a:lvl2pPr>
            <a:lvl3pPr algn="l">
              <a:defRPr sz="1800" b="1">
                <a:solidFill>
                  <a:srgbClr val="B42318"/>
                </a:solidFill>
                <a:latin typeface="Malgun Gothic"/>
                <a:ea typeface="Malgun Gothic"/>
                <a:cs typeface="Malgun Gothic"/>
              </a:defRPr>
            </a:lvl3pPr>
            <a:lvl4pPr algn="l">
              <a:defRPr sz="1800" b="1">
                <a:solidFill>
                  <a:srgbClr val="B42318"/>
                </a:solidFill>
                <a:latin typeface="Malgun Gothic"/>
                <a:ea typeface="Malgun Gothic"/>
                <a:cs typeface="Malgun Gothic"/>
              </a:defRPr>
            </a:lvl4pPr>
            <a:lvl5pPr algn="l">
              <a:defRPr sz="1800" b="1">
                <a:solidFill>
                  <a:srgbClr val="B42318"/>
                </a:solidFill>
                <a:latin typeface="Malgun Gothic"/>
                <a:ea typeface="Malgun Gothic"/>
                <a:cs typeface="Malgun Gothic"/>
              </a:defRPr>
            </a:lvl5pPr>
            <a:lvl6pPr algn="l">
              <a:defRPr sz="1800" b="1">
                <a:solidFill>
                  <a:srgbClr val="B42318"/>
                </a:solidFill>
                <a:latin typeface="Malgun Gothic"/>
                <a:ea typeface="Malgun Gothic"/>
                <a:cs typeface="Malgun Gothic"/>
              </a:defRPr>
            </a:lvl6pPr>
            <a:lvl7pPr algn="l">
              <a:defRPr sz="1800" b="1">
                <a:solidFill>
                  <a:srgbClr val="B42318"/>
                </a:solidFill>
                <a:latin typeface="Malgun Gothic"/>
                <a:ea typeface="Malgun Gothic"/>
                <a:cs typeface="Malgun Gothic"/>
              </a:defRPr>
            </a:lvl7pPr>
            <a:lvl8pPr algn="l">
              <a:defRPr sz="1800" b="1">
                <a:solidFill>
                  <a:srgbClr val="B42318"/>
                </a:solidFill>
                <a:latin typeface="Malgun Gothic"/>
                <a:ea typeface="Malgun Gothic"/>
                <a:cs typeface="Malgun Gothic"/>
              </a:defRPr>
            </a:lvl8pPr>
            <a:lvl9pPr algn="l">
              <a:defRPr sz="1800" b="1">
                <a:solidFill>
                  <a:srgbClr val="B42318"/>
                </a:solidFill>
                <a:latin typeface="Malgun Gothic"/>
                <a:ea typeface="Malgun Gothic"/>
                <a:cs typeface="Malgun Gothic"/>
              </a:defRPr>
            </a:lvl9pPr>
          </a:lstStyle>
          <a:p xmlns:a="http://schemas.openxmlformats.org/drawingml/2006/main">
            <a:pPr algn="l">
              <a:defRPr sz="1800" b="1">
                <a:solidFill>
                  <a:srgbClr val="B42318"/>
                </a:solidFill>
                <a:latin typeface="Malgun Gothic"/>
                <a:ea typeface="Malgun Gothic"/>
                <a:cs typeface="Malgun Gothic"/>
              </a:defRPr>
            </a:pPr>
            <a:r>
              <a:rPr sz="1800" b="1">
                <a:solidFill>
                  <a:srgbClr val="B42318"/>
                </a:solidFill>
                <a:latin typeface="Malgun Gothic"/>
                <a:ea typeface="Malgun Gothic"/>
                <a:cs typeface="Malgun Gothic"/>
              </a:rPr>
              <a:t>구현 결과</a:t>
            </a:r>
          </a:p>
        </p:txBody>
      </p:sp>
      <p:sp>
        <p:nvSpPr>
          <p:cNvPr id="41" name="">
            <a:extLst xmlns:a="http://schemas.openxmlformats.org/drawingml/2006/main">
              <a:ext uri="{FF2B5EF4-FFF2-40B4-BE49-F238E27FC236}">
                <a16:creationId xmlns:a16="http://schemas.microsoft.com/office/drawing/2014/main" id="{4754CD58-44C6-4BB1-B194-9C10D698E135}"/>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2" name="2">
            <a:extLst xmlns:a="http://schemas.openxmlformats.org/drawingml/2006/main">
              <a:ext uri="{FF2B5EF4-FFF2-40B4-BE49-F238E27FC236}">
                <a16:creationId xmlns:a16="http://schemas.microsoft.com/office/drawing/2014/main" id="{A0DCE5FA-6058-4DB4-9D0A-A204906168FA}"/>
              </a:ext>
            </a:extLst>
          </p:cNvPr>
          <p:cNvSpPr>
            <a:spLocks xmlns:a="http://schemas.openxmlformats.org/drawingml/2006/main" noGrp="1"/>
          </p:cNvSpPr>
          <p:nvPr/>
        </p:nvSpPr>
        <p:spPr>
          <a:xfrm xmlns:a="http://schemas.openxmlformats.org/drawingml/2006/main">
            <a:off x="43910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43" name="">
            <a:extLst xmlns:a="http://schemas.openxmlformats.org/drawingml/2006/main">
              <a:ext uri="{FF2B5EF4-FFF2-40B4-BE49-F238E27FC236}">
                <a16:creationId xmlns:a16="http://schemas.microsoft.com/office/drawing/2014/main" id="{0A0FEB58-488A-42FB-92C4-6734DF204CA1}"/>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4" name="3">
            <a:extLst xmlns:a="http://schemas.openxmlformats.org/drawingml/2006/main">
              <a:ext uri="{FF2B5EF4-FFF2-40B4-BE49-F238E27FC236}">
                <a16:creationId xmlns:a16="http://schemas.microsoft.com/office/drawing/2014/main" id="{A39DF8A1-3667-4116-94C5-191B0F87691D}"/>
              </a:ext>
            </a:extLst>
          </p:cNvPr>
          <p:cNvSpPr>
            <a:spLocks xmlns:a="http://schemas.openxmlformats.org/drawingml/2006/main" noGrp="1"/>
          </p:cNvSpPr>
          <p:nvPr/>
        </p:nvSpPr>
        <p:spPr>
          <a:xfrm xmlns:a="http://schemas.openxmlformats.org/drawingml/2006/main">
            <a:off x="490537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45" name="">
            <a:extLst xmlns:a="http://schemas.openxmlformats.org/drawingml/2006/main">
              <a:ext uri="{FF2B5EF4-FFF2-40B4-BE49-F238E27FC236}">
                <a16:creationId xmlns:a16="http://schemas.microsoft.com/office/drawing/2014/main" id="{379BF1CB-249D-427B-9913-AF10EE8DF9C0}"/>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46" name="4">
            <a:extLst xmlns:a="http://schemas.openxmlformats.org/drawingml/2006/main">
              <a:ext uri="{FF2B5EF4-FFF2-40B4-BE49-F238E27FC236}">
                <a16:creationId xmlns:a16="http://schemas.microsoft.com/office/drawing/2014/main" id="{91034D5F-C37D-47D3-8F5D-6AAFE6A26AD2}"/>
              </a:ext>
            </a:extLst>
          </p:cNvPr>
          <p:cNvSpPr>
            <a:spLocks xmlns:a="http://schemas.openxmlformats.org/drawingml/2006/main" noGrp="1"/>
          </p:cNvSpPr>
          <p:nvPr/>
        </p:nvSpPr>
        <p:spPr>
          <a:xfrm xmlns:a="http://schemas.openxmlformats.org/drawingml/2006/main">
            <a:off x="5419725" y="436245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47" name="">
            <a:extLst xmlns:a="http://schemas.openxmlformats.org/drawingml/2006/main">
              <a:ext uri="{FF2B5EF4-FFF2-40B4-BE49-F238E27FC236}">
                <a16:creationId xmlns:a16="http://schemas.microsoft.com/office/drawing/2014/main" id="{9DA17A41-FF8F-4E36-9DF4-F386A4D0A0AB}"/>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6">
            <a:extLst xmlns:a="http://schemas.openxmlformats.org/drawingml/2006/main">
              <a:ext uri="{FF2B5EF4-FFF2-40B4-BE49-F238E27FC236}">
                <a16:creationId xmlns:a16="http://schemas.microsoft.com/office/drawing/2014/main" id="{27089DCB-B0F5-4FC0-87C4-2E1C123DD51E}"/>
              </a:ext>
            </a:extLst>
          </p:cNvPr>
          <p:cNvSpPr>
            <a:spLocks xmlns:a="http://schemas.openxmlformats.org/drawingml/2006/main" noGrp="1"/>
          </p:cNvSpPr>
          <p:nvPr/>
        </p:nvSpPr>
        <p:spPr>
          <a:xfrm xmlns:a="http://schemas.openxmlformats.org/drawingml/2006/main">
            <a:off x="43910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6</a:t>
            </a:r>
          </a:p>
        </p:txBody>
      </p:sp>
      <p:sp>
        <p:nvSpPr>
          <p:cNvPr id="49" name="">
            <a:extLst xmlns:a="http://schemas.openxmlformats.org/drawingml/2006/main">
              <a:ext uri="{FF2B5EF4-FFF2-40B4-BE49-F238E27FC236}">
                <a16:creationId xmlns:a16="http://schemas.microsoft.com/office/drawing/2014/main" id="{15177186-57BB-423F-A995-A09F47920416}"/>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50" name="7">
            <a:extLst xmlns:a="http://schemas.openxmlformats.org/drawingml/2006/main">
              <a:ext uri="{FF2B5EF4-FFF2-40B4-BE49-F238E27FC236}">
                <a16:creationId xmlns:a16="http://schemas.microsoft.com/office/drawing/2014/main" id="{4DEFFB55-AAF2-4428-B709-A5DAB492AD2E}"/>
              </a:ext>
            </a:extLst>
          </p:cNvPr>
          <p:cNvSpPr>
            <a:spLocks xmlns:a="http://schemas.openxmlformats.org/drawingml/2006/main" noGrp="1"/>
          </p:cNvSpPr>
          <p:nvPr/>
        </p:nvSpPr>
        <p:spPr>
          <a:xfrm xmlns:a="http://schemas.openxmlformats.org/drawingml/2006/main">
            <a:off x="490537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7</a:t>
            </a:r>
          </a:p>
        </p:txBody>
      </p:sp>
      <p:sp>
        <p:nvSpPr>
          <p:cNvPr id="51" name="">
            <a:extLst xmlns:a="http://schemas.openxmlformats.org/drawingml/2006/main">
              <a:ext uri="{FF2B5EF4-FFF2-40B4-BE49-F238E27FC236}">
                <a16:creationId xmlns:a16="http://schemas.microsoft.com/office/drawing/2014/main" id="{A5E0B0E9-874A-44AF-B805-B13B5758F21D}"/>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52" name="8">
            <a:extLst xmlns:a="http://schemas.openxmlformats.org/drawingml/2006/main">
              <a:ext uri="{FF2B5EF4-FFF2-40B4-BE49-F238E27FC236}">
                <a16:creationId xmlns:a16="http://schemas.microsoft.com/office/drawing/2014/main" id="{4272F917-62F8-4A3C-822F-F85D152DCAC5}"/>
              </a:ext>
            </a:extLst>
          </p:cNvPr>
          <p:cNvSpPr>
            <a:spLocks xmlns:a="http://schemas.openxmlformats.org/drawingml/2006/main" noGrp="1"/>
          </p:cNvSpPr>
          <p:nvPr/>
        </p:nvSpPr>
        <p:spPr>
          <a:xfrm xmlns:a="http://schemas.openxmlformats.org/drawingml/2006/main">
            <a:off x="5419725" y="4876800"/>
            <a:ext cx="476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8</a:t>
            </a:r>
          </a:p>
        </p:txBody>
      </p:sp>
      <p:sp>
        <p:nvSpPr>
          <p:cNvPr id="53" name="한 열이 더 포함됨">
            <a:extLst xmlns:a="http://schemas.openxmlformats.org/drawingml/2006/main">
              <a:ext uri="{FF2B5EF4-FFF2-40B4-BE49-F238E27FC236}">
                <a16:creationId xmlns:a16="http://schemas.microsoft.com/office/drawing/2014/main" id="{AD89F051-2D0D-4604-B18B-1D0C19E590D5}"/>
              </a:ext>
            </a:extLst>
          </p:cNvPr>
          <p:cNvSpPr>
            <a:spLocks xmlns:a="http://schemas.openxmlformats.org/drawingml/2006/main" noGrp="1"/>
          </p:cNvSpPr>
          <p:nvPr/>
        </p:nvSpPr>
        <p:spPr>
          <a:xfrm xmlns:a="http://schemas.openxmlformats.org/drawingml/2006/main">
            <a:off x="4391025" y="5429250"/>
            <a:ext cx="1952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B42318"/>
                </a:solidFill>
                <a:latin typeface="Malgun Gothic"/>
                <a:ea typeface="Malgun Gothic"/>
                <a:cs typeface="Malgun Gothic"/>
              </a:defRPr>
            </a:defPPr>
            <a:lvl1pPr algn="l">
              <a:defRPr sz="1650" b="1">
                <a:solidFill>
                  <a:srgbClr val="B42318"/>
                </a:solidFill>
                <a:latin typeface="Malgun Gothic"/>
                <a:ea typeface="Malgun Gothic"/>
                <a:cs typeface="Malgun Gothic"/>
              </a:defRPr>
            </a:lvl1pPr>
            <a:lvl2pPr algn="l">
              <a:defRPr sz="1650" b="1">
                <a:solidFill>
                  <a:srgbClr val="B42318"/>
                </a:solidFill>
                <a:latin typeface="Malgun Gothic"/>
                <a:ea typeface="Malgun Gothic"/>
                <a:cs typeface="Malgun Gothic"/>
              </a:defRPr>
            </a:lvl2pPr>
            <a:lvl3pPr algn="l">
              <a:defRPr sz="1650" b="1">
                <a:solidFill>
                  <a:srgbClr val="B42318"/>
                </a:solidFill>
                <a:latin typeface="Malgun Gothic"/>
                <a:ea typeface="Malgun Gothic"/>
                <a:cs typeface="Malgun Gothic"/>
              </a:defRPr>
            </a:lvl3pPr>
            <a:lvl4pPr algn="l">
              <a:defRPr sz="1650" b="1">
                <a:solidFill>
                  <a:srgbClr val="B42318"/>
                </a:solidFill>
                <a:latin typeface="Malgun Gothic"/>
                <a:ea typeface="Malgun Gothic"/>
                <a:cs typeface="Malgun Gothic"/>
              </a:defRPr>
            </a:lvl4pPr>
            <a:lvl5pPr algn="l">
              <a:defRPr sz="1650" b="1">
                <a:solidFill>
                  <a:srgbClr val="B42318"/>
                </a:solidFill>
                <a:latin typeface="Malgun Gothic"/>
                <a:ea typeface="Malgun Gothic"/>
                <a:cs typeface="Malgun Gothic"/>
              </a:defRPr>
            </a:lvl5pPr>
            <a:lvl6pPr algn="l">
              <a:defRPr sz="1650" b="1">
                <a:solidFill>
                  <a:srgbClr val="B42318"/>
                </a:solidFill>
                <a:latin typeface="Malgun Gothic"/>
                <a:ea typeface="Malgun Gothic"/>
                <a:cs typeface="Malgun Gothic"/>
              </a:defRPr>
            </a:lvl6pPr>
            <a:lvl7pPr algn="l">
              <a:defRPr sz="1650" b="1">
                <a:solidFill>
                  <a:srgbClr val="B42318"/>
                </a:solidFill>
                <a:latin typeface="Malgun Gothic"/>
                <a:ea typeface="Malgun Gothic"/>
                <a:cs typeface="Malgun Gothic"/>
              </a:defRPr>
            </a:lvl7pPr>
            <a:lvl8pPr algn="l">
              <a:defRPr sz="1650" b="1">
                <a:solidFill>
                  <a:srgbClr val="B42318"/>
                </a:solidFill>
                <a:latin typeface="Malgun Gothic"/>
                <a:ea typeface="Malgun Gothic"/>
                <a:cs typeface="Malgun Gothic"/>
              </a:defRPr>
            </a:lvl8pPr>
            <a:lvl9pPr algn="l">
              <a:defRPr sz="1650" b="1">
                <a:solidFill>
                  <a:srgbClr val="B42318"/>
                </a:solidFill>
                <a:latin typeface="Malgun Gothic"/>
                <a:ea typeface="Malgun Gothic"/>
                <a:cs typeface="Malgun Gothic"/>
              </a:defRPr>
            </a:lvl9pPr>
          </a:lstStyle>
          <a:p xmlns:a="http://schemas.openxmlformats.org/drawingml/2006/main">
            <a:pPr algn="l">
              <a:defRPr sz="1650" b="1">
                <a:solidFill>
                  <a:srgbClr val="B42318"/>
                </a:solidFill>
                <a:latin typeface="Malgun Gothic"/>
                <a:ea typeface="Malgun Gothic"/>
                <a:cs typeface="Malgun Gothic"/>
              </a:defRPr>
            </a:pPr>
            <a:r>
              <a:rPr sz="1650" b="1">
                <a:solidFill>
                  <a:srgbClr val="B42318"/>
                </a:solidFill>
                <a:latin typeface="Malgun Gothic"/>
                <a:ea typeface="Malgun Gothic"/>
                <a:cs typeface="Malgun Gothic"/>
              </a:rPr>
              <a:t>한 열이 더 포함됨</a:t>
            </a:r>
          </a:p>
        </p:txBody>
      </p:sp>
      <p:sp>
        <p:nvSpPr>
          <p:cNvPr id="54" name="">
            <a:extLst xmlns:a="http://schemas.openxmlformats.org/drawingml/2006/main">
              <a:ext uri="{FF2B5EF4-FFF2-40B4-BE49-F238E27FC236}">
                <a16:creationId xmlns:a16="http://schemas.microsoft.com/office/drawing/2014/main" id="{B2B5B428-54A6-419F-A9DC-BE37BF24A972}"/>
              </a:ext>
            </a:extLst>
          </p:cNvPr>
          <p:cNvSpPr>
            <a:spLocks xmlns:a="http://schemas.openxmlformats.org/drawingml/2006/main" noGrp="1"/>
          </p:cNvSpPr>
          <p:nvPr/>
        </p:nvSpPr>
        <p:spPr>
          <a:xfrm xmlns:a="http://schemas.openxmlformats.org/drawingml/2006/main">
            <a:off x="6743700" y="1638300"/>
            <a:ext cx="19050" cy="3962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55" name="조사에서 연결한 근거">
            <a:extLst xmlns:a="http://schemas.openxmlformats.org/drawingml/2006/main">
              <a:ext uri="{FF2B5EF4-FFF2-40B4-BE49-F238E27FC236}">
                <a16:creationId xmlns:a16="http://schemas.microsoft.com/office/drawing/2014/main" id="{66ADDFF1-5DA8-46C7-9C5C-ABF38056EA0D}"/>
              </a:ext>
            </a:extLst>
          </p:cNvPr>
          <p:cNvSpPr>
            <a:spLocks xmlns:a="http://schemas.openxmlformats.org/drawingml/2006/main" noGrp="1"/>
          </p:cNvSpPr>
          <p:nvPr/>
        </p:nvSpPr>
        <p:spPr>
          <a:xfrm xmlns:a="http://schemas.openxmlformats.org/drawingml/2006/main">
            <a:off x="7162800" y="1638300"/>
            <a:ext cx="4381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56" name="01  실패 테스트">
            <a:extLst xmlns:a="http://schemas.openxmlformats.org/drawingml/2006/main">
              <a:ext uri="{FF2B5EF4-FFF2-40B4-BE49-F238E27FC236}">
                <a16:creationId xmlns:a16="http://schemas.microsoft.com/office/drawing/2014/main" id="{921DBF11-82E6-4B6B-9AA5-A39912A7B6B7}"/>
              </a:ext>
            </a:extLst>
          </p:cNvPr>
          <p:cNvSpPr>
            <a:spLocks xmlns:a="http://schemas.openxmlformats.org/drawingml/2006/main" noGrp="1"/>
          </p:cNvSpPr>
          <p:nvPr/>
        </p:nvSpPr>
        <p:spPr>
          <a:xfrm xmlns:a="http://schemas.openxmlformats.org/drawingml/2006/main">
            <a:off x="7162800" y="224790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57" name="test_crop_excludes_&#10;end_coordinate">
            <a:extLst xmlns:a="http://schemas.openxmlformats.org/drawingml/2006/main">
              <a:ext uri="{FF2B5EF4-FFF2-40B4-BE49-F238E27FC236}">
                <a16:creationId xmlns:a16="http://schemas.microsoft.com/office/drawing/2014/main" id="{9AF2C9CE-0A0D-4D26-8694-72CFEC2954D0}"/>
              </a:ext>
            </a:extLst>
          </p:cNvPr>
          <p:cNvSpPr>
            <a:spLocks xmlns:a="http://schemas.openxmlformats.org/drawingml/2006/main" noGrp="1"/>
          </p:cNvSpPr>
          <p:nvPr/>
        </p:nvSpPr>
        <p:spPr>
          <a:xfrm xmlns:a="http://schemas.openxmlformats.org/drawingml/2006/main">
            <a:off x="7162800" y="260032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58" name="02  제품의 호출 경로">
            <a:extLst xmlns:a="http://schemas.openxmlformats.org/drawingml/2006/main">
              <a:ext uri="{FF2B5EF4-FFF2-40B4-BE49-F238E27FC236}">
                <a16:creationId xmlns:a16="http://schemas.microsoft.com/office/drawing/2014/main" id="{4CA015DA-8BDF-4AE2-B77C-0EF5B95EB2CD}"/>
              </a:ext>
            </a:extLst>
          </p:cNvPr>
          <p:cNvSpPr>
            <a:spLocks xmlns:a="http://schemas.openxmlformats.org/drawingml/2006/main" noGrp="1"/>
          </p:cNvSpPr>
          <p:nvPr/>
        </p:nvSpPr>
        <p:spPr>
          <a:xfrm xmlns:a="http://schemas.openxmlformats.org/drawingml/2006/main">
            <a:off x="7162800" y="34004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59" name="cli.main → process_image → crop">
            <a:extLst xmlns:a="http://schemas.openxmlformats.org/drawingml/2006/main">
              <a:ext uri="{FF2B5EF4-FFF2-40B4-BE49-F238E27FC236}">
                <a16:creationId xmlns:a16="http://schemas.microsoft.com/office/drawing/2014/main" id="{CD071B91-CCBA-4F1B-8A6A-D281379C6F7D}"/>
              </a:ext>
            </a:extLst>
          </p:cNvPr>
          <p:cNvSpPr>
            <a:spLocks xmlns:a="http://schemas.openxmlformats.org/drawingml/2006/main" noGrp="1"/>
          </p:cNvSpPr>
          <p:nvPr/>
        </p:nvSpPr>
        <p:spPr>
          <a:xfrm xmlns:a="http://schemas.openxmlformats.org/drawingml/2006/main">
            <a:off x="7162800" y="378142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60" name="03  계약과 다른 구현">
            <a:extLst xmlns:a="http://schemas.openxmlformats.org/drawingml/2006/main">
              <a:ext uri="{FF2B5EF4-FFF2-40B4-BE49-F238E27FC236}">
                <a16:creationId xmlns:a16="http://schemas.microsoft.com/office/drawing/2014/main" id="{49DE6BB5-D00A-4D75-A16D-0A8CF92C7625}"/>
              </a:ext>
            </a:extLst>
          </p:cNvPr>
          <p:cNvSpPr>
            <a:spLocks xmlns:a="http://schemas.openxmlformats.org/drawingml/2006/main" noGrp="1"/>
          </p:cNvSpPr>
          <p:nvPr/>
        </p:nvSpPr>
        <p:spPr>
          <a:xfrm xmlns:a="http://schemas.openxmlformats.org/drawingml/2006/main">
            <a:off x="7162800" y="435292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계약과 다른 구현</a:t>
            </a:r>
          </a:p>
        </p:txBody>
      </p:sp>
      <p:sp>
        <p:nvSpPr>
          <p:cNvPr id="61" name="row[x_start : x_end + 1]">
            <a:extLst xmlns:a="http://schemas.openxmlformats.org/drawingml/2006/main">
              <a:ext uri="{FF2B5EF4-FFF2-40B4-BE49-F238E27FC236}">
                <a16:creationId xmlns:a16="http://schemas.microsoft.com/office/drawing/2014/main" id="{6E2DB64B-5C2B-431B-B688-FD6A6D93403B}"/>
              </a:ext>
            </a:extLst>
          </p:cNvPr>
          <p:cNvSpPr>
            <a:spLocks xmlns:a="http://schemas.openxmlformats.org/drawingml/2006/main" noGrp="1"/>
          </p:cNvSpPr>
          <p:nvPr/>
        </p:nvSpPr>
        <p:spPr>
          <a:xfrm xmlns:a="http://schemas.openxmlformats.org/drawingml/2006/main">
            <a:off x="7162800" y="4743450"/>
            <a:ext cx="44196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62" name="계약: [x_start, x_end)">
            <a:extLst xmlns:a="http://schemas.openxmlformats.org/drawingml/2006/main">
              <a:ext uri="{FF2B5EF4-FFF2-40B4-BE49-F238E27FC236}">
                <a16:creationId xmlns:a16="http://schemas.microsoft.com/office/drawing/2014/main" id="{B4C46A7F-D760-4FA0-AFE8-89C35498220E}"/>
              </a:ext>
            </a:extLst>
          </p:cNvPr>
          <p:cNvSpPr>
            <a:spLocks xmlns:a="http://schemas.openxmlformats.org/drawingml/2006/main" noGrp="1"/>
          </p:cNvSpPr>
          <p:nvPr/>
        </p:nvSpPr>
        <p:spPr>
          <a:xfrm xmlns:a="http://schemas.openxmlformats.org/drawingml/2006/main">
            <a:off x="7162800" y="5210175"/>
            <a:ext cx="4419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Consolas"/>
                <a:ea typeface="Consolas"/>
                <a:cs typeface="Consolas"/>
              </a:defRPr>
            </a:defPPr>
            <a:lvl1pPr algn="l">
              <a:defRPr sz="1950" b="0">
                <a:solidFill>
                  <a:srgbClr val="4D5A68"/>
                </a:solidFill>
                <a:latin typeface="Consolas"/>
                <a:ea typeface="Consolas"/>
                <a:cs typeface="Consolas"/>
              </a:defRPr>
            </a:lvl1pPr>
            <a:lvl2pPr algn="l">
              <a:defRPr sz="1950" b="0">
                <a:solidFill>
                  <a:srgbClr val="4D5A68"/>
                </a:solidFill>
                <a:latin typeface="Consolas"/>
                <a:ea typeface="Consolas"/>
                <a:cs typeface="Consolas"/>
              </a:defRPr>
            </a:lvl2pPr>
            <a:lvl3pPr algn="l">
              <a:defRPr sz="1950" b="0">
                <a:solidFill>
                  <a:srgbClr val="4D5A68"/>
                </a:solidFill>
                <a:latin typeface="Consolas"/>
                <a:ea typeface="Consolas"/>
                <a:cs typeface="Consolas"/>
              </a:defRPr>
            </a:lvl3pPr>
            <a:lvl4pPr algn="l">
              <a:defRPr sz="1950" b="0">
                <a:solidFill>
                  <a:srgbClr val="4D5A68"/>
                </a:solidFill>
                <a:latin typeface="Consolas"/>
                <a:ea typeface="Consolas"/>
                <a:cs typeface="Consolas"/>
              </a:defRPr>
            </a:lvl4pPr>
            <a:lvl5pPr algn="l">
              <a:defRPr sz="1950" b="0">
                <a:solidFill>
                  <a:srgbClr val="4D5A68"/>
                </a:solidFill>
                <a:latin typeface="Consolas"/>
                <a:ea typeface="Consolas"/>
                <a:cs typeface="Consolas"/>
              </a:defRPr>
            </a:lvl5pPr>
            <a:lvl6pPr algn="l">
              <a:defRPr sz="1950" b="0">
                <a:solidFill>
                  <a:srgbClr val="4D5A68"/>
                </a:solidFill>
                <a:latin typeface="Consolas"/>
                <a:ea typeface="Consolas"/>
                <a:cs typeface="Consolas"/>
              </a:defRPr>
            </a:lvl6pPr>
            <a:lvl7pPr algn="l">
              <a:defRPr sz="1950" b="0">
                <a:solidFill>
                  <a:srgbClr val="4D5A68"/>
                </a:solidFill>
                <a:latin typeface="Consolas"/>
                <a:ea typeface="Consolas"/>
                <a:cs typeface="Consolas"/>
              </a:defRPr>
            </a:lvl7pPr>
            <a:lvl8pPr algn="l">
              <a:defRPr sz="1950" b="0">
                <a:solidFill>
                  <a:srgbClr val="4D5A68"/>
                </a:solidFill>
                <a:latin typeface="Consolas"/>
                <a:ea typeface="Consolas"/>
                <a:cs typeface="Consolas"/>
              </a:defRPr>
            </a:lvl8pPr>
            <a:lvl9pPr algn="l">
              <a:defRPr sz="1950" b="0">
                <a:solidFill>
                  <a:srgbClr val="4D5A68"/>
                </a:solidFill>
                <a:latin typeface="Consolas"/>
                <a:ea typeface="Consolas"/>
                <a:cs typeface="Consolas"/>
              </a:defRPr>
            </a:lvl9pPr>
          </a:lstStyle>
          <a:p xmlns:a="http://schemas.openxmlformats.org/drawingml/2006/main">
            <a:pPr algn="l">
              <a:defRPr sz="1950" b="0">
                <a:solidFill>
                  <a:srgbClr val="4D5A68"/>
                </a:solidFill>
                <a:latin typeface="Consolas"/>
                <a:ea typeface="Consolas"/>
                <a:cs typeface="Consolas"/>
              </a:defRPr>
            </a:pPr>
            <a:r>
              <a:rPr sz="1950" b="0">
                <a:solidFill>
                  <a:srgbClr val="4D5A68"/>
                </a:solidFill>
                <a:latin typeface="Consolas"/>
                <a:ea typeface="Consolas"/>
                <a:cs typeface="Consolas"/>
              </a:rPr>
              <a:t>계약: [x_start, x_end)</a:t>
            </a:r>
          </a:p>
        </p:txBody>
      </p:sp>
    </p:spTree>
    <p:extLst>
      <p:ext uri="{BB962C8B-B14F-4D97-AF65-F5344CB8AC3E}">
        <p14:creationId xmlns:p14="http://schemas.microsoft.com/office/powerpoint/2010/main" val="207321301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0 · 조사 결과 읽기">
            <a:extLst xmlns:a="http://schemas.openxmlformats.org/drawingml/2006/main">
              <a:ext uri="{FF2B5EF4-FFF2-40B4-BE49-F238E27FC236}">
                <a16:creationId xmlns:a16="http://schemas.microsoft.com/office/drawing/2014/main" id="{E29AB193-34DA-4ACF-85D6-2D1BB56BA55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 결과 읽기</a:t>
            </a:r>
          </a:p>
        </p:txBody>
      </p:sp>
      <p:sp>
        <p:nvSpPr>
          <p:cNvPr id="2" name="S06">
            <a:extLst xmlns:a="http://schemas.openxmlformats.org/drawingml/2006/main">
              <a:ext uri="{FF2B5EF4-FFF2-40B4-BE49-F238E27FC236}">
                <a16:creationId xmlns:a16="http://schemas.microsoft.com/office/drawing/2014/main" id="{2B87653C-96E4-4D97-B69D-68C75A94C9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A429154D-5BA1-41F2-81E6-1F4B6A1F5D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E308CD5B-7363-425B-A7C8-89A895378C4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 재구성 · Codex CLI 0.154.0 · 단일 읽기 전용 조사">
            <a:extLst xmlns:a="http://schemas.openxmlformats.org/drawingml/2006/main">
              <a:ext uri="{FF2B5EF4-FFF2-40B4-BE49-F238E27FC236}">
                <a16:creationId xmlns:a16="http://schemas.microsoft.com/office/drawing/2014/main" id="{BB38A6C5-AA4F-42B3-AF38-A214E1A3A01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 재구성 · Codex CLI 0.154.0 · 단일 읽기 전용 조사</a:t>
            </a:r>
          </a:p>
        </p:txBody>
      </p:sp>
      <p:sp>
        <p:nvSpPr>
          <p:cNvPr id="6" name="환경 오류 3건은 crop 결함의 증거가 아닙니다. 이 조사에서 코드는 수정하지 않았습니다.">
            <a:extLst xmlns:a="http://schemas.openxmlformats.org/drawingml/2006/main">
              <a:ext uri="{FF2B5EF4-FFF2-40B4-BE49-F238E27FC236}">
                <a16:creationId xmlns:a16="http://schemas.microsoft.com/office/drawing/2014/main" id="{35BF4E94-6B31-4190-9208-77B7038F400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환경 오류 3건은 crop 결함의 증거가 아닙니다. 이 조사에서 코드는 수정하지 않았습니다.</a:t>
            </a:r>
          </a:p>
        </p:txBody>
      </p:sp>
      <p:sp>
        <p:nvSpPr>
          <p:cNvPr id="7" name="코드에서 확인한 문제">
            <a:extLst xmlns:a="http://schemas.openxmlformats.org/drawingml/2006/main">
              <a:ext uri="{FF2B5EF4-FFF2-40B4-BE49-F238E27FC236}">
                <a16:creationId xmlns:a16="http://schemas.microsoft.com/office/drawing/2014/main" id="{818ED3E5-A946-46D2-A8FE-293BAA66FD8C}"/>
              </a:ext>
            </a:extLst>
          </p:cNvPr>
          <p:cNvSpPr>
            <a:spLocks xmlns:a="http://schemas.openxmlformats.org/drawingml/2006/main" noGrp="1"/>
          </p:cNvSpPr>
          <p:nvPr/>
        </p:nvSpPr>
        <p:spPr>
          <a:xfrm xmlns:a="http://schemas.openxmlformats.org/drawingml/2006/main">
            <a:off x="609600" y="2266950"/>
            <a:ext cx="5162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코드에서 확인한 문제</a:t>
            </a:r>
          </a:p>
        </p:txBody>
      </p:sp>
      <p:sp>
        <p:nvSpPr>
          <p:cNvPr id="8" name="실행 환경에서 생긴 제한">
            <a:extLst xmlns:a="http://schemas.openxmlformats.org/drawingml/2006/main">
              <a:ext uri="{FF2B5EF4-FFF2-40B4-BE49-F238E27FC236}">
                <a16:creationId xmlns:a16="http://schemas.microsoft.com/office/drawing/2014/main" id="{0701D0A2-BD23-473B-907B-FFFE3EF7E752}"/>
              </a:ext>
            </a:extLst>
          </p:cNvPr>
          <p:cNvSpPr>
            <a:spLocks xmlns:a="http://schemas.openxmlformats.org/drawingml/2006/main" noGrp="1"/>
          </p:cNvSpPr>
          <p:nvPr/>
        </p:nvSpPr>
        <p:spPr>
          <a:xfrm xmlns:a="http://schemas.openxmlformats.org/drawingml/2006/main">
            <a:off x="6667500" y="2266950"/>
            <a:ext cx="49149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실행 환경에서 생긴 제한</a:t>
            </a:r>
          </a:p>
        </p:txBody>
      </p:sp>
      <p:sp>
        <p:nvSpPr>
          <p:cNvPr id="9" name="">
            <a:extLst xmlns:a="http://schemas.openxmlformats.org/drawingml/2006/main">
              <a:ext uri="{FF2B5EF4-FFF2-40B4-BE49-F238E27FC236}">
                <a16:creationId xmlns:a16="http://schemas.microsoft.com/office/drawing/2014/main" id="{D23DD23D-260F-4AAE-9E01-D7EA08B5D395}"/>
              </a:ext>
            </a:extLst>
          </p:cNvPr>
          <p:cNvSpPr>
            <a:spLocks xmlns:a="http://schemas.openxmlformats.org/drawingml/2006/main" noGrp="1"/>
          </p:cNvSpPr>
          <p:nvPr/>
        </p:nvSpPr>
        <p:spPr>
          <a:xfrm xmlns:a="http://schemas.openxmlformats.org/drawingml/2006/main">
            <a:off x="609600" y="2924175"/>
            <a:ext cx="5162550" cy="20097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74161242-6D65-4353-81C9-B1046CF929CD}"/>
              </a:ext>
            </a:extLst>
          </p:cNvPr>
          <p:cNvSpPr>
            <a:spLocks xmlns:a="http://schemas.openxmlformats.org/drawingml/2006/main" noGrp="1"/>
          </p:cNvSpPr>
          <p:nvPr/>
        </p:nvSpPr>
        <p:spPr>
          <a:xfrm xmlns:a="http://schemas.openxmlformats.org/drawingml/2006/main">
            <a:off x="6667500" y="2924175"/>
            <a:ext cx="4914900" cy="20097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1" name="crop에 한 열이 더 포함됨">
            <a:extLst xmlns:a="http://schemas.openxmlformats.org/drawingml/2006/main">
              <a:ext uri="{FF2B5EF4-FFF2-40B4-BE49-F238E27FC236}">
                <a16:creationId xmlns:a16="http://schemas.microsoft.com/office/drawing/2014/main" id="{746A4498-7E8A-4699-AE6F-9718F914FF8B}"/>
              </a:ext>
            </a:extLst>
          </p:cNvPr>
          <p:cNvSpPr>
            <a:spLocks xmlns:a="http://schemas.openxmlformats.org/drawingml/2006/main" noGrp="1"/>
          </p:cNvSpPr>
          <p:nvPr/>
        </p:nvSpPr>
        <p:spPr>
          <a:xfrm xmlns:a="http://schemas.openxmlformats.org/drawingml/2006/main">
            <a:off x="838200" y="3133725"/>
            <a:ext cx="47053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crop에 한 열이 더 포함됨</a:t>
            </a:r>
          </a:p>
        </p:txBody>
      </p:sp>
      <p:sp>
        <p:nvSpPr>
          <p:cNvPr id="12" name="테스트·호출 경로·계약 연결&#10;원인 설명 / 코드 수정 없음">
            <a:extLst xmlns:a="http://schemas.openxmlformats.org/drawingml/2006/main">
              <a:ext uri="{FF2B5EF4-FFF2-40B4-BE49-F238E27FC236}">
                <a16:creationId xmlns:a16="http://schemas.microsoft.com/office/drawing/2014/main" id="{0547B7A0-DC0F-4E0B-B490-39C8069033B5}"/>
              </a:ext>
            </a:extLst>
          </p:cNvPr>
          <p:cNvSpPr>
            <a:spLocks xmlns:a="http://schemas.openxmlformats.org/drawingml/2006/main" noGrp="1"/>
          </p:cNvSpPr>
          <p:nvPr/>
        </p:nvSpPr>
        <p:spPr>
          <a:xfrm xmlns:a="http://schemas.openxmlformats.org/drawingml/2006/main">
            <a:off x="838200" y="3867150"/>
            <a:ext cx="47053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테스트·호출 경로·계약 연결</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원인 설명 / 코드 수정 없음</a:t>
            </a:r>
          </a:p>
        </p:txBody>
      </p:sp>
      <p:sp>
        <p:nvSpPr>
          <p:cNvPr id="13" name="임시 디렉터리를 만들 수 없음">
            <a:extLst xmlns:a="http://schemas.openxmlformats.org/drawingml/2006/main">
              <a:ext uri="{FF2B5EF4-FFF2-40B4-BE49-F238E27FC236}">
                <a16:creationId xmlns:a16="http://schemas.microsoft.com/office/drawing/2014/main" id="{893F56AB-C1C4-42E6-9ABC-B1D94FAB8FED}"/>
              </a:ext>
            </a:extLst>
          </p:cNvPr>
          <p:cNvSpPr>
            <a:spLocks xmlns:a="http://schemas.openxmlformats.org/drawingml/2006/main" noGrp="1"/>
          </p:cNvSpPr>
          <p:nvPr/>
        </p:nvSpPr>
        <p:spPr>
          <a:xfrm xmlns:a="http://schemas.openxmlformats.org/drawingml/2006/main">
            <a:off x="6896100" y="3133725"/>
            <a:ext cx="4457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임시 디렉터리를 만들 수 없음</a:t>
            </a:r>
          </a:p>
        </p:txBody>
      </p:sp>
      <p:sp>
        <p:nvSpPr>
          <p:cNvPr id="14" name="읽기 전용 권한 때문에&#10;서로 다른 테스트 3건이 오류">
            <a:extLst xmlns:a="http://schemas.openxmlformats.org/drawingml/2006/main">
              <a:ext uri="{FF2B5EF4-FFF2-40B4-BE49-F238E27FC236}">
                <a16:creationId xmlns:a16="http://schemas.microsoft.com/office/drawing/2014/main" id="{67BAF3EA-DE6D-4F04-9162-C6C0AA025B46}"/>
              </a:ext>
            </a:extLst>
          </p:cNvPr>
          <p:cNvSpPr>
            <a:spLocks xmlns:a="http://schemas.openxmlformats.org/drawingml/2006/main" noGrp="1"/>
          </p:cNvSpPr>
          <p:nvPr/>
        </p:nvSpPr>
        <p:spPr>
          <a:xfrm xmlns:a="http://schemas.openxmlformats.org/drawingml/2006/main">
            <a:off x="6896100" y="3867150"/>
            <a:ext cx="44577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읽기 전용 권한 때문에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서로 다른 테스트 3건이 오류</a:t>
            </a:r>
          </a:p>
        </p:txBody>
      </p:sp>
      <p:sp>
        <p:nvSpPr>
          <p:cNvPr id="15" name="">
            <a:extLst xmlns:a="http://schemas.openxmlformats.org/drawingml/2006/main">
              <a:ext uri="{FF2B5EF4-FFF2-40B4-BE49-F238E27FC236}">
                <a16:creationId xmlns:a16="http://schemas.microsoft.com/office/drawing/2014/main" id="{D28B0AEC-7CE3-431A-AE82-B588C9C3E046}"/>
              </a:ext>
            </a:extLst>
          </p:cNvPr>
          <p:cNvSpPr>
            <a:spLocks xmlns:a="http://schemas.openxmlformats.org/drawingml/2006/main" noGrp="1"/>
          </p:cNvSpPr>
          <p:nvPr/>
        </p:nvSpPr>
        <p:spPr>
          <a:xfrm xmlns:a="http://schemas.openxmlformats.org/drawingml/2006/main">
            <a:off x="609600" y="5200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전체 실행 기록: 7개 통과 + crop 실패 + 환경 오류 3건">
            <a:extLst xmlns:a="http://schemas.openxmlformats.org/drawingml/2006/main">
              <a:ext uri="{FF2B5EF4-FFF2-40B4-BE49-F238E27FC236}">
                <a16:creationId xmlns:a16="http://schemas.microsoft.com/office/drawing/2014/main" id="{96BEDEA7-69B5-4D25-B85F-BD86BD336501}"/>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실행 기록: 7개 통과 + crop 실패 + 환경 오류 3건</a:t>
            </a:r>
          </a:p>
        </p:txBody>
      </p:sp>
    </p:spTree>
    <p:extLst>
      <p:ext uri="{BB962C8B-B14F-4D97-AF65-F5344CB8AC3E}">
        <p14:creationId xmlns:p14="http://schemas.microsoft.com/office/powerpoint/2010/main" val="62208878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Context를 찾는 주체">
            <a:extLst xmlns:a="http://schemas.openxmlformats.org/drawingml/2006/main">
              <a:ext uri="{FF2B5EF4-FFF2-40B4-BE49-F238E27FC236}">
                <a16:creationId xmlns:a16="http://schemas.microsoft.com/office/drawing/2014/main" id="{E2747250-9ACB-47EF-ACE0-14918047E5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D5555CC-8D11-478E-9294-7F89DA1DA76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6218D014-803D-46E3-9CCC-9FD115F3AF6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04ABC64A-3B56-4B0D-A136-F12649260D1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79D88A78-5D94-488B-94FA-71D5A9EBD00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3DDED27E-F4DD-4802-8053-27689382CB9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977A9FAF-8ABF-43FD-9C59-D4CCD978149F}"/>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F6471202-FD5C-41B0-92EE-DF0C75BE40B5}"/>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174A096C-B7CF-4A92-A253-EDC8EE409AB2}"/>
              </a:ext>
            </a:extLst>
          </p:cNvPr>
          <p:cNvPicPr>
            <a:picLocks xmlns:a="http://schemas.openxmlformats.org/drawingml/2006/main" noChangeAspect="1"/>
          </p:cNvPicPr>
          <p:nvPr/>
        </p:nvPicPr>
        <p:blipFill>
          <a:blip xmlns:r="http://schemas.openxmlformats.org/officeDocument/2006/relationships" xmlns:a="http://schemas.openxmlformats.org/drawingml/2006/main" r:embed="R957175fdad464f13"/>
          <a:srcRect xmlns:a="http://schemas.openxmlformats.org/drawingml/2006/main" l="0" t="18000" r="0" b="15000"/>
          <a:stretch xmlns:a="http://schemas.openxmlformats.org/drawingml/2006/main"/>
        </p:blipFill>
        <p:spPr>
          <a:xfrm xmlns:a="http://schemas.openxmlformats.org/drawingml/2006/main">
            <a:off x="1562100" y="2343150"/>
            <a:ext cx="9067800" cy="3038475"/>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C76F261D-8659-4863-8C5A-907A5196E5F8}"/>
              </a:ext>
            </a:extLst>
          </p:cNvPr>
          <p:cNvSpPr>
            <a:spLocks xmlns:a="http://schemas.openxmlformats.org/drawingml/2006/main" noGrp="1"/>
          </p:cNvSpPr>
          <p:nvPr/>
        </p:nvSpPr>
        <p:spPr>
          <a:xfrm xmlns:a="http://schemas.openxmlformats.org/drawingml/2006/main">
            <a:off x="609600" y="5314950"/>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FB39D9B-7CAD-41E9-882D-A6FFAB391F4C}"/>
              </a:ext>
            </a:extLst>
          </p:cNvPr>
          <p:cNvSpPr>
            <a:spLocks xmlns:a="http://schemas.openxmlformats.org/drawingml/2006/main" noGrp="1"/>
          </p:cNvSpPr>
          <p:nvPr/>
        </p:nvSpPr>
        <p:spPr>
          <a:xfrm xmlns:a="http://schemas.openxmlformats.org/drawingml/2006/main">
            <a:off x="6381750" y="5314950"/>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Tree>
    <p:extLst>
      <p:ext uri="{BB962C8B-B14F-4D97-AF65-F5344CB8AC3E}">
        <p14:creationId xmlns:p14="http://schemas.microsoft.com/office/powerpoint/2010/main" val="652004336"/>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0 · 접근할 정보와 정할 목표">
            <a:extLst xmlns:a="http://schemas.openxmlformats.org/drawingml/2006/main">
              <a:ext uri="{FF2B5EF4-FFF2-40B4-BE49-F238E27FC236}">
                <a16:creationId xmlns:a16="http://schemas.microsoft.com/office/drawing/2014/main" id="{E3DB4321-C4D6-49C3-99BA-E2D1A29297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BA551A94-15C4-4FAE-94FD-A9A23CC5D81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C0C0A520-46D5-416B-A35D-833944E623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4493FEBC-242E-4FBC-BE76-2C350D15818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AB9AFA55-E3CA-4B54-ADDB-B675DF72F1E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44A8B2EC-5F6F-4D83-A026-FC4F004CA06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7021D5A6-967A-4215-BA63-A89C2AEFC732}"/>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901FAB3-18D3-4D65-9E9D-E9F1B2D5C7F7}"/>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E6EAC8F8-CDDD-461C-8F5F-642AE776FF96}"/>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AE91381-F8E5-444C-931C-F3D80CF89BBE}"/>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B383824D-50F5-4252-ABE7-DDBA81FD6C42}"/>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1C76DA04-3B28-48BF-8FD1-5C53B7A7638C}"/>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AB47CF84-2EA1-41F6-B024-FC6C9717FDC1}"/>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480502B5-B2F4-4E68-B9B6-E4D935330EBC}"/>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Tree>
    <p:extLst>
      <p:ext uri="{BB962C8B-B14F-4D97-AF65-F5344CB8AC3E}">
        <p14:creationId xmlns:p14="http://schemas.microsoft.com/office/powerpoint/2010/main" val="156592146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0 · 내 작업에 적용할 질문">
            <a:extLst xmlns:a="http://schemas.openxmlformats.org/drawingml/2006/main">
              <a:ext uri="{FF2B5EF4-FFF2-40B4-BE49-F238E27FC236}">
                <a16:creationId xmlns:a16="http://schemas.microsoft.com/office/drawing/2014/main" id="{E615249B-1714-45C2-9E5A-4D4359BDC7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A994BFB2-F672-4D8E-A15A-DD1E65F069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879FB01E-9401-4494-9E55-0FC010BCD3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AB94FD6C-93CB-4A11-9830-BA7B378CD4B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DABBB6BE-3BB6-48AB-A588-6279D732BF2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44FBC9FE-A10F-456C-9E00-930AAF32E48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4FA588B4-1FED-48CC-B96E-0662BFB94855}"/>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CA18AFC1-C4E6-4150-B23C-8D1DBB375A2B}"/>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D4BE2F07-6425-4703-92C4-9B60BDD815D7}"/>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A304B074-2D73-4B19-A0BC-DDFEF59253AC}"/>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Tree>
    <p:extLst>
      <p:ext uri="{BB962C8B-B14F-4D97-AF65-F5344CB8AC3E}">
        <p14:creationId xmlns:p14="http://schemas.microsoft.com/office/powerpoint/2010/main" val="1767884068"/>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모호한 작업 요청">
            <a:extLst xmlns:a="http://schemas.openxmlformats.org/drawingml/2006/main">
              <a:ext uri="{FF2B5EF4-FFF2-40B4-BE49-F238E27FC236}">
                <a16:creationId xmlns:a16="http://schemas.microsoft.com/office/drawing/2014/main" id="{5561732C-6DBA-42D1-9CE9-8DA656B426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95CCA1A7-B718-4956-82BC-33205C5CA3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7E52C41E-EE6F-4079-94F0-E705CB98F1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0E546FFC-F5E4-478B-AE13-CD2CCF7B27C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424714B9-3470-47DC-9729-A137AA0AE1C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658C0DAC-F561-40C9-BABA-6DAFC8EF2A8F}"/>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17E0E0F4-D00B-4AFB-99EA-9593EDE9FE52}"/>
              </a:ext>
            </a:extLst>
          </p:cNvPr>
          <p:cNvSpPr>
            <a:spLocks xmlns:a="http://schemas.openxmlformats.org/drawingml/2006/main" noGrp="1"/>
          </p:cNvSpPr>
          <p:nvPr/>
        </p:nvSpPr>
        <p:spPr>
          <a:xfrm xmlns:a="http://schemas.openxmlformats.org/drawingml/2006/main">
            <a:off x="609600" y="19716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3A766244-8AC4-4A6E-BD91-EAFCDB3F490B}"/>
              </a:ext>
            </a:extLst>
          </p:cNvPr>
          <p:cNvSpPr>
            <a:spLocks xmlns:a="http://schemas.openxmlformats.org/drawingml/2006/main" noGrp="1"/>
          </p:cNvSpPr>
          <p:nvPr/>
        </p:nvSpPr>
        <p:spPr>
          <a:xfrm xmlns:a="http://schemas.openxmlformats.org/drawingml/2006/main">
            <a:off x="609600" y="2800350"/>
            <a:ext cx="43434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a:extLst xmlns:a="http://schemas.openxmlformats.org/drawingml/2006/main">
              <a:ext uri="{FF2B5EF4-FFF2-40B4-BE49-F238E27FC236}">
                <a16:creationId xmlns:a16="http://schemas.microsoft.com/office/drawing/2014/main" id="{E3C7BA30-5FAC-47ED-A05E-BB6FC2AE6FFA}"/>
              </a:ext>
            </a:extLst>
          </p:cNvPr>
          <p:cNvSpPr>
            <a:spLocks xmlns:a="http://schemas.openxmlformats.org/drawingml/2006/main" noGrp="1"/>
          </p:cNvSpPr>
          <p:nvPr/>
        </p:nvSpPr>
        <p:spPr>
          <a:xfrm xmlns:a="http://schemas.openxmlformats.org/drawingml/2006/main">
            <a:off x="838200" y="2962275"/>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요청</a:t>
            </a:r>
          </a:p>
        </p:txBody>
      </p:sp>
      <p:sp>
        <p:nvSpPr>
          <p:cNvPr id="10" name="“filter 성능&#10;개선해줘.”">
            <a:extLst xmlns:a="http://schemas.openxmlformats.org/drawingml/2006/main">
              <a:ext uri="{FF2B5EF4-FFF2-40B4-BE49-F238E27FC236}">
                <a16:creationId xmlns:a16="http://schemas.microsoft.com/office/drawing/2014/main" id="{EF85EECF-50C3-40FA-A521-28AAB70D2D38}"/>
              </a:ext>
            </a:extLst>
          </p:cNvPr>
          <p:cNvSpPr>
            <a:spLocks xmlns:a="http://schemas.openxmlformats.org/drawingml/2006/main" noGrp="1"/>
          </p:cNvSpPr>
          <p:nvPr/>
        </p:nvSpPr>
        <p:spPr>
          <a:xfrm xmlns:a="http://schemas.openxmlformats.org/drawingml/2006/main">
            <a:off x="838200" y="3476625"/>
            <a:ext cx="3886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“filter 성능</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개선해줘.”</a:t>
            </a:r>
          </a:p>
        </p:txBody>
      </p:sp>
      <p:sp>
        <p:nvSpPr>
          <p:cNvPr id="11" name="">
            <a:extLst xmlns:a="http://schemas.openxmlformats.org/drawingml/2006/main">
              <a:ext uri="{FF2B5EF4-FFF2-40B4-BE49-F238E27FC236}">
                <a16:creationId xmlns:a16="http://schemas.microsoft.com/office/drawing/2014/main" id="{2856E7AD-022B-4EEC-89AB-B36F21F5C1EF}"/>
              </a:ext>
            </a:extLst>
          </p:cNvPr>
          <p:cNvSpPr>
            <a:spLocks xmlns:a="http://schemas.openxmlformats.org/drawingml/2006/main" noGrp="1"/>
          </p:cNvSpPr>
          <p:nvPr/>
        </p:nvSpPr>
        <p:spPr>
          <a:xfrm xmlns:a="http://schemas.openxmlformats.org/drawingml/2006/main">
            <a:off x="5276850" y="3600450"/>
            <a:ext cx="45720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바꿀 것">
            <a:extLst xmlns:a="http://schemas.openxmlformats.org/drawingml/2006/main">
              <a:ext uri="{FF2B5EF4-FFF2-40B4-BE49-F238E27FC236}">
                <a16:creationId xmlns:a16="http://schemas.microsoft.com/office/drawing/2014/main" id="{590A944A-A23B-4C9A-B928-F4FA11A09025}"/>
              </a:ext>
            </a:extLst>
          </p:cNvPr>
          <p:cNvSpPr>
            <a:spLocks xmlns:a="http://schemas.openxmlformats.org/drawingml/2006/main" noGrp="1"/>
          </p:cNvSpPr>
          <p:nvPr/>
        </p:nvSpPr>
        <p:spPr>
          <a:xfrm xmlns:a="http://schemas.openxmlformats.org/drawingml/2006/main">
            <a:off x="6191250" y="263842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바꿀 것</a:t>
            </a:r>
          </a:p>
        </p:txBody>
      </p:sp>
      <p:sp>
        <p:nvSpPr>
          <p:cNvPr id="13" name="">
            <a:extLst xmlns:a="http://schemas.openxmlformats.org/drawingml/2006/main">
              <a:ext uri="{FF2B5EF4-FFF2-40B4-BE49-F238E27FC236}">
                <a16:creationId xmlns:a16="http://schemas.microsoft.com/office/drawing/2014/main" id="{1C2CD58F-1D22-4436-961E-CF6808BCF29E}"/>
              </a:ext>
            </a:extLst>
          </p:cNvPr>
          <p:cNvSpPr>
            <a:spLocks xmlns:a="http://schemas.openxmlformats.org/drawingml/2006/main" noGrp="1"/>
          </p:cNvSpPr>
          <p:nvPr/>
        </p:nvSpPr>
        <p:spPr>
          <a:xfrm xmlns:a="http://schemas.openxmlformats.org/drawingml/2006/main">
            <a:off x="6191250" y="338137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4" name="무엇을 바꿀까?">
            <a:extLst xmlns:a="http://schemas.openxmlformats.org/drawingml/2006/main">
              <a:ext uri="{FF2B5EF4-FFF2-40B4-BE49-F238E27FC236}">
                <a16:creationId xmlns:a16="http://schemas.microsoft.com/office/drawing/2014/main" id="{F26FCC18-0B00-4FE9-B365-36FCDBDE41F3}"/>
              </a:ext>
            </a:extLst>
          </p:cNvPr>
          <p:cNvSpPr>
            <a:spLocks xmlns:a="http://schemas.openxmlformats.org/drawingml/2006/main" noGrp="1"/>
          </p:cNvSpPr>
          <p:nvPr/>
        </p:nvSpPr>
        <p:spPr>
          <a:xfrm xmlns:a="http://schemas.openxmlformats.org/drawingml/2006/main">
            <a:off x="6191250" y="29432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바꿀까?</a:t>
            </a:r>
          </a:p>
        </p:txBody>
      </p:sp>
      <p:sp>
        <p:nvSpPr>
          <p:cNvPr id="15" name="?">
            <a:extLst xmlns:a="http://schemas.openxmlformats.org/drawingml/2006/main">
              <a:ext uri="{FF2B5EF4-FFF2-40B4-BE49-F238E27FC236}">
                <a16:creationId xmlns:a16="http://schemas.microsoft.com/office/drawing/2014/main" id="{085F399A-F83B-4972-A288-F42F71224662}"/>
              </a:ext>
            </a:extLst>
          </p:cNvPr>
          <p:cNvSpPr>
            <a:spLocks xmlns:a="http://schemas.openxmlformats.org/drawingml/2006/main" noGrp="1"/>
          </p:cNvSpPr>
          <p:nvPr/>
        </p:nvSpPr>
        <p:spPr>
          <a:xfrm xmlns:a="http://schemas.openxmlformats.org/drawingml/2006/main">
            <a:off x="11077575" y="293370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16" name="보존할 것">
            <a:extLst xmlns:a="http://schemas.openxmlformats.org/drawingml/2006/main">
              <a:ext uri="{FF2B5EF4-FFF2-40B4-BE49-F238E27FC236}">
                <a16:creationId xmlns:a16="http://schemas.microsoft.com/office/drawing/2014/main" id="{53110058-DC37-48C8-97F3-0C4265CBDBA9}"/>
              </a:ext>
            </a:extLst>
          </p:cNvPr>
          <p:cNvSpPr>
            <a:spLocks xmlns:a="http://schemas.openxmlformats.org/drawingml/2006/main" noGrp="1"/>
          </p:cNvSpPr>
          <p:nvPr/>
        </p:nvSpPr>
        <p:spPr>
          <a:xfrm xmlns:a="http://schemas.openxmlformats.org/drawingml/2006/main">
            <a:off x="6191250" y="36385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보존할 것</a:t>
            </a:r>
          </a:p>
        </p:txBody>
      </p:sp>
      <p:sp>
        <p:nvSpPr>
          <p:cNvPr id="17" name="">
            <a:extLst xmlns:a="http://schemas.openxmlformats.org/drawingml/2006/main">
              <a:ext uri="{FF2B5EF4-FFF2-40B4-BE49-F238E27FC236}">
                <a16:creationId xmlns:a16="http://schemas.microsoft.com/office/drawing/2014/main" id="{F25F55D3-32D5-4BCF-B8FB-77B9222D379E}"/>
              </a:ext>
            </a:extLst>
          </p:cNvPr>
          <p:cNvSpPr>
            <a:spLocks xmlns:a="http://schemas.openxmlformats.org/drawingml/2006/main" noGrp="1"/>
          </p:cNvSpPr>
          <p:nvPr/>
        </p:nvSpPr>
        <p:spPr>
          <a:xfrm xmlns:a="http://schemas.openxmlformats.org/drawingml/2006/main">
            <a:off x="6191250" y="4381500"/>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무엇을 그대로 지킬까?">
            <a:extLst xmlns:a="http://schemas.openxmlformats.org/drawingml/2006/main">
              <a:ext uri="{FF2B5EF4-FFF2-40B4-BE49-F238E27FC236}">
                <a16:creationId xmlns:a16="http://schemas.microsoft.com/office/drawing/2014/main" id="{80D5436E-A07A-4511-9D66-1D892FF85343}"/>
              </a:ext>
            </a:extLst>
          </p:cNvPr>
          <p:cNvSpPr>
            <a:spLocks xmlns:a="http://schemas.openxmlformats.org/drawingml/2006/main" noGrp="1"/>
          </p:cNvSpPr>
          <p:nvPr/>
        </p:nvSpPr>
        <p:spPr>
          <a:xfrm xmlns:a="http://schemas.openxmlformats.org/drawingml/2006/main">
            <a:off x="6191250" y="39433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그대로 지킬까?</a:t>
            </a:r>
          </a:p>
        </p:txBody>
      </p:sp>
      <p:sp>
        <p:nvSpPr>
          <p:cNvPr id="19" name="?">
            <a:extLst xmlns:a="http://schemas.openxmlformats.org/drawingml/2006/main">
              <a:ext uri="{FF2B5EF4-FFF2-40B4-BE49-F238E27FC236}">
                <a16:creationId xmlns:a16="http://schemas.microsoft.com/office/drawing/2014/main" id="{BCC48410-43EF-4501-A2F9-81C32F0706FE}"/>
              </a:ext>
            </a:extLst>
          </p:cNvPr>
          <p:cNvSpPr>
            <a:spLocks xmlns:a="http://schemas.openxmlformats.org/drawingml/2006/main" noGrp="1"/>
          </p:cNvSpPr>
          <p:nvPr/>
        </p:nvSpPr>
        <p:spPr>
          <a:xfrm xmlns:a="http://schemas.openxmlformats.org/drawingml/2006/main">
            <a:off x="11077575" y="3933825"/>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0" name="완료 근거">
            <a:extLst xmlns:a="http://schemas.openxmlformats.org/drawingml/2006/main">
              <a:ext uri="{FF2B5EF4-FFF2-40B4-BE49-F238E27FC236}">
                <a16:creationId xmlns:a16="http://schemas.microsoft.com/office/drawing/2014/main" id="{5F226379-5079-405A-9E19-0D0330F9EE2D}"/>
              </a:ext>
            </a:extLst>
          </p:cNvPr>
          <p:cNvSpPr>
            <a:spLocks xmlns:a="http://schemas.openxmlformats.org/drawingml/2006/main" noGrp="1"/>
          </p:cNvSpPr>
          <p:nvPr/>
        </p:nvSpPr>
        <p:spPr>
          <a:xfrm xmlns:a="http://schemas.openxmlformats.org/drawingml/2006/main">
            <a:off x="6191250" y="463867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완료 근거</a:t>
            </a:r>
          </a:p>
        </p:txBody>
      </p:sp>
      <p:sp>
        <p:nvSpPr>
          <p:cNvPr id="21" name="">
            <a:extLst xmlns:a="http://schemas.openxmlformats.org/drawingml/2006/main">
              <a:ext uri="{FF2B5EF4-FFF2-40B4-BE49-F238E27FC236}">
                <a16:creationId xmlns:a16="http://schemas.microsoft.com/office/drawing/2014/main" id="{8CABAA81-38D5-448E-A339-32976F7B0173}"/>
              </a:ext>
            </a:extLst>
          </p:cNvPr>
          <p:cNvSpPr>
            <a:spLocks xmlns:a="http://schemas.openxmlformats.org/drawingml/2006/main" noGrp="1"/>
          </p:cNvSpPr>
          <p:nvPr/>
        </p:nvSpPr>
        <p:spPr>
          <a:xfrm xmlns:a="http://schemas.openxmlformats.org/drawingml/2006/main">
            <a:off x="6191250" y="538162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22" name="무엇을 보면 끝났다고 할까?">
            <a:extLst xmlns:a="http://schemas.openxmlformats.org/drawingml/2006/main">
              <a:ext uri="{FF2B5EF4-FFF2-40B4-BE49-F238E27FC236}">
                <a16:creationId xmlns:a16="http://schemas.microsoft.com/office/drawing/2014/main" id="{37F83854-77F5-4E96-8665-91AE0D0D47AD}"/>
              </a:ext>
            </a:extLst>
          </p:cNvPr>
          <p:cNvSpPr>
            <a:spLocks xmlns:a="http://schemas.openxmlformats.org/drawingml/2006/main" noGrp="1"/>
          </p:cNvSpPr>
          <p:nvPr/>
        </p:nvSpPr>
        <p:spPr>
          <a:xfrm xmlns:a="http://schemas.openxmlformats.org/drawingml/2006/main">
            <a:off x="6191250" y="49434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보면 끝났다고 할까?</a:t>
            </a:r>
          </a:p>
        </p:txBody>
      </p:sp>
      <p:sp>
        <p:nvSpPr>
          <p:cNvPr id="23" name="?">
            <a:extLst xmlns:a="http://schemas.openxmlformats.org/drawingml/2006/main">
              <a:ext uri="{FF2B5EF4-FFF2-40B4-BE49-F238E27FC236}">
                <a16:creationId xmlns:a16="http://schemas.microsoft.com/office/drawing/2014/main" id="{DA043D04-71BF-4E30-8F51-6C4031761AB8}"/>
              </a:ext>
            </a:extLst>
          </p:cNvPr>
          <p:cNvSpPr>
            <a:spLocks xmlns:a="http://schemas.openxmlformats.org/drawingml/2006/main" noGrp="1"/>
          </p:cNvSpPr>
          <p:nvPr/>
        </p:nvSpPr>
        <p:spPr>
          <a:xfrm xmlns:a="http://schemas.openxmlformats.org/drawingml/2006/main">
            <a:off x="11077575" y="493395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Tree>
    <p:extLst>
      <p:ext uri="{BB962C8B-B14F-4D97-AF65-F5344CB8AC3E}">
        <p14:creationId xmlns:p14="http://schemas.microsoft.com/office/powerpoint/2010/main" val="1163386338"/>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앞서 본 crop 사례로 좁히기">
            <a:extLst xmlns:a="http://schemas.openxmlformats.org/drawingml/2006/main">
              <a:ext uri="{FF2B5EF4-FFF2-40B4-BE49-F238E27FC236}">
                <a16:creationId xmlns:a16="http://schemas.microsoft.com/office/drawing/2014/main" id="{15F7AB2B-E13C-4BC0-BEDB-157DE9D0FB2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앞서 본 crop 사례로 좁히기</a:t>
            </a:r>
          </a:p>
        </p:txBody>
      </p:sp>
      <p:sp>
        <p:nvSpPr>
          <p:cNvPr id="2" name="S11">
            <a:extLst xmlns:a="http://schemas.openxmlformats.org/drawingml/2006/main">
              <a:ext uri="{FF2B5EF4-FFF2-40B4-BE49-F238E27FC236}">
                <a16:creationId xmlns:a16="http://schemas.microsoft.com/office/drawing/2014/main" id="{CD7AC342-3318-4496-9440-9894DB3E54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AA0429EC-BA23-4435-A551-11581F5913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C46E44B7-BFD5-42CA-9749-E7995281233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8E025A0E-6588-4C8C-9BF7-BF766585AC0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55D5F561-8173-4D59-A01C-416E0CE1EE3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E2EE3D85-0359-4675-AAF9-B7E2BA486886}"/>
              </a:ext>
            </a:extLst>
          </p:cNvPr>
          <p:cNvSpPr>
            <a:spLocks xmlns:a="http://schemas.openxmlformats.org/drawingml/2006/main" noGrp="1"/>
          </p:cNvSpPr>
          <p:nvPr/>
        </p:nvSpPr>
        <p:spPr>
          <a:xfrm xmlns:a="http://schemas.openxmlformats.org/drawingml/2006/main">
            <a:off x="609600" y="2028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test 고쳐줘”</a:t>
            </a:r>
          </a:p>
        </p:txBody>
      </p:sp>
      <p:sp>
        <p:nvSpPr>
          <p:cNvPr id="8" name="">
            <a:extLst xmlns:a="http://schemas.openxmlformats.org/drawingml/2006/main">
              <a:ext uri="{FF2B5EF4-FFF2-40B4-BE49-F238E27FC236}">
                <a16:creationId xmlns:a16="http://schemas.microsoft.com/office/drawing/2014/main" id="{6666AA0B-1796-4CDC-991D-75F36D2916E0}"/>
              </a:ext>
            </a:extLst>
          </p:cNvPr>
          <p:cNvSpPr>
            <a:spLocks xmlns:a="http://schemas.openxmlformats.org/drawingml/2006/main" noGrp="1"/>
          </p:cNvSpPr>
          <p:nvPr/>
        </p:nvSpPr>
        <p:spPr>
          <a:xfrm xmlns:a="http://schemas.openxmlformats.org/drawingml/2006/main">
            <a:off x="5981700" y="2838450"/>
            <a:ext cx="228600" cy="2952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A8ACDBB-0368-4D23-9131-12A0F1BB822C}"/>
              </a:ext>
            </a:extLst>
          </p:cNvPr>
          <p:cNvSpPr>
            <a:spLocks xmlns:a="http://schemas.openxmlformats.org/drawingml/2006/main" noGrp="1"/>
          </p:cNvSpPr>
          <p:nvPr/>
        </p:nvSpPr>
        <p:spPr>
          <a:xfrm xmlns:a="http://schemas.openxmlformats.org/drawingml/2006/main">
            <a:off x="3048000" y="3209925"/>
            <a:ext cx="6096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
            <a:extLst xmlns:a="http://schemas.openxmlformats.org/drawingml/2006/main">
              <a:ext uri="{FF2B5EF4-FFF2-40B4-BE49-F238E27FC236}">
                <a16:creationId xmlns:a16="http://schemas.microsoft.com/office/drawing/2014/main" id="{80331F7F-4FFE-49B2-82D5-BE30A76F4565}"/>
              </a:ext>
            </a:extLst>
          </p:cNvPr>
          <p:cNvSpPr>
            <a:spLocks xmlns:a="http://schemas.openxmlformats.org/drawingml/2006/main" noGrp="1"/>
          </p:cNvSpPr>
          <p:nvPr/>
        </p:nvSpPr>
        <p:spPr>
          <a:xfrm xmlns:a="http://schemas.openxmlformats.org/drawingml/2006/main">
            <a:off x="6096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EA1561C2-D3EA-4DD7-8BA1-D5C45E879D7A}"/>
              </a:ext>
            </a:extLst>
          </p:cNvPr>
          <p:cNvSpPr>
            <a:spLocks xmlns:a="http://schemas.openxmlformats.org/drawingml/2006/main" noGrp="1"/>
          </p:cNvSpPr>
          <p:nvPr/>
        </p:nvSpPr>
        <p:spPr>
          <a:xfrm xmlns:a="http://schemas.openxmlformats.org/drawingml/2006/main">
            <a:off x="64389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테스트를 바꿀까?">
            <a:extLst xmlns:a="http://schemas.openxmlformats.org/drawingml/2006/main">
              <a:ext uri="{FF2B5EF4-FFF2-40B4-BE49-F238E27FC236}">
                <a16:creationId xmlns:a16="http://schemas.microsoft.com/office/drawing/2014/main" id="{C29B9E30-E5D2-47FE-8F57-B6FA6A3AE143}"/>
              </a:ext>
            </a:extLst>
          </p:cNvPr>
          <p:cNvSpPr>
            <a:spLocks xmlns:a="http://schemas.openxmlformats.org/drawingml/2006/main" noGrp="1"/>
          </p:cNvSpPr>
          <p:nvPr/>
        </p:nvSpPr>
        <p:spPr>
          <a:xfrm xmlns:a="http://schemas.openxmlformats.org/drawingml/2006/main">
            <a:off x="8191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테스트를 바꿀까?</a:t>
            </a:r>
          </a:p>
        </p:txBody>
      </p:sp>
      <p:sp>
        <p:nvSpPr>
          <p:cNvPr id="13" name="구현을 바꿀까?">
            <a:extLst xmlns:a="http://schemas.openxmlformats.org/drawingml/2006/main">
              <a:ext uri="{FF2B5EF4-FFF2-40B4-BE49-F238E27FC236}">
                <a16:creationId xmlns:a16="http://schemas.microsoft.com/office/drawing/2014/main" id="{4FA397BA-88C9-40A4-8FF2-32D0E286C721}"/>
              </a:ext>
            </a:extLst>
          </p:cNvPr>
          <p:cNvSpPr>
            <a:spLocks xmlns:a="http://schemas.openxmlformats.org/drawingml/2006/main" noGrp="1"/>
          </p:cNvSpPr>
          <p:nvPr/>
        </p:nvSpPr>
        <p:spPr>
          <a:xfrm xmlns:a="http://schemas.openxmlformats.org/drawingml/2006/main">
            <a:off x="66484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구현을 바꿀까?</a:t>
            </a:r>
          </a:p>
        </p:txBody>
      </p:sp>
      <p:sp>
        <p:nvSpPr>
          <p:cNvPr id="14" name="아직 정해지지 않은 정보">
            <a:extLst xmlns:a="http://schemas.openxmlformats.org/drawingml/2006/main">
              <a:ext uri="{FF2B5EF4-FFF2-40B4-BE49-F238E27FC236}">
                <a16:creationId xmlns:a16="http://schemas.microsoft.com/office/drawing/2014/main" id="{B7923723-78F6-4C04-97E1-055A85DF523D}"/>
              </a:ext>
            </a:extLst>
          </p:cNvPr>
          <p:cNvSpPr>
            <a:spLocks xmlns:a="http://schemas.openxmlformats.org/drawingml/2006/main" noGrp="1"/>
          </p:cNvSpPr>
          <p:nvPr/>
        </p:nvSpPr>
        <p:spPr>
          <a:xfrm xmlns:a="http://schemas.openxmlformats.org/drawingml/2006/main">
            <a:off x="609600" y="47434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아직 정해지지 않은 정보</a:t>
            </a:r>
          </a:p>
        </p:txBody>
      </p:sp>
      <p:sp>
        <p:nvSpPr>
          <p:cNvPr id="15" name="목표의 세부 ?">
            <a:extLst xmlns:a="http://schemas.openxmlformats.org/drawingml/2006/main">
              <a:ext uri="{FF2B5EF4-FFF2-40B4-BE49-F238E27FC236}">
                <a16:creationId xmlns:a16="http://schemas.microsoft.com/office/drawing/2014/main" id="{3DF49BFD-D818-45A7-9CF1-B099D7CB4CAF}"/>
              </a:ext>
            </a:extLst>
          </p:cNvPr>
          <p:cNvSpPr>
            <a:spLocks xmlns:a="http://schemas.openxmlformats.org/drawingml/2006/main" noGrp="1"/>
          </p:cNvSpPr>
          <p:nvPr/>
        </p:nvSpPr>
        <p:spPr>
          <a:xfrm xmlns:a="http://schemas.openxmlformats.org/drawingml/2006/main">
            <a:off x="6096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목표의 세부 ?</a:t>
            </a:r>
          </a:p>
        </p:txBody>
      </p:sp>
      <p:sp>
        <p:nvSpPr>
          <p:cNvPr id="16" name="보존 조건 ?">
            <a:extLst xmlns:a="http://schemas.openxmlformats.org/drawingml/2006/main">
              <a:ext uri="{FF2B5EF4-FFF2-40B4-BE49-F238E27FC236}">
                <a16:creationId xmlns:a16="http://schemas.microsoft.com/office/drawing/2014/main" id="{006E34BC-492D-4478-8259-1BC3185E906E}"/>
              </a:ext>
            </a:extLst>
          </p:cNvPr>
          <p:cNvSpPr>
            <a:spLocks xmlns:a="http://schemas.openxmlformats.org/drawingml/2006/main" noGrp="1"/>
          </p:cNvSpPr>
          <p:nvPr/>
        </p:nvSpPr>
        <p:spPr>
          <a:xfrm xmlns:a="http://schemas.openxmlformats.org/drawingml/2006/main">
            <a:off x="28384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보존 조건 ?</a:t>
            </a:r>
          </a:p>
        </p:txBody>
      </p:sp>
      <p:sp>
        <p:nvSpPr>
          <p:cNvPr id="17" name="수정 범위 ?">
            <a:extLst xmlns:a="http://schemas.openxmlformats.org/drawingml/2006/main">
              <a:ext uri="{FF2B5EF4-FFF2-40B4-BE49-F238E27FC236}">
                <a16:creationId xmlns:a16="http://schemas.microsoft.com/office/drawing/2014/main" id="{5245BBB3-FE95-4E1E-BFCB-777483E64C35}"/>
              </a:ext>
            </a:extLst>
          </p:cNvPr>
          <p:cNvSpPr>
            <a:spLocks xmlns:a="http://schemas.openxmlformats.org/drawingml/2006/main" noGrp="1"/>
          </p:cNvSpPr>
          <p:nvPr/>
        </p:nvSpPr>
        <p:spPr>
          <a:xfrm xmlns:a="http://schemas.openxmlformats.org/drawingml/2006/main">
            <a:off x="50673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범위 ?</a:t>
            </a:r>
          </a:p>
        </p:txBody>
      </p:sp>
      <p:sp>
        <p:nvSpPr>
          <p:cNvPr id="18" name="확인 근거 ?">
            <a:extLst xmlns:a="http://schemas.openxmlformats.org/drawingml/2006/main">
              <a:ext uri="{FF2B5EF4-FFF2-40B4-BE49-F238E27FC236}">
                <a16:creationId xmlns:a16="http://schemas.microsoft.com/office/drawing/2014/main" id="{56FD7C7E-7CB1-452C-BBC1-3A66BEDC1A80}"/>
              </a:ext>
            </a:extLst>
          </p:cNvPr>
          <p:cNvSpPr>
            <a:spLocks xmlns:a="http://schemas.openxmlformats.org/drawingml/2006/main" noGrp="1"/>
          </p:cNvSpPr>
          <p:nvPr/>
        </p:nvSpPr>
        <p:spPr>
          <a:xfrm xmlns:a="http://schemas.openxmlformats.org/drawingml/2006/main">
            <a:off x="72961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근거 ?</a:t>
            </a:r>
          </a:p>
        </p:txBody>
      </p:sp>
      <p:sp>
        <p:nvSpPr>
          <p:cNvPr id="19" name="완료 조건 ?">
            <a:extLst xmlns:a="http://schemas.openxmlformats.org/drawingml/2006/main">
              <a:ext uri="{FF2B5EF4-FFF2-40B4-BE49-F238E27FC236}">
                <a16:creationId xmlns:a16="http://schemas.microsoft.com/office/drawing/2014/main" id="{49D54691-51A7-4066-846A-BFC8AA2B188F}"/>
              </a:ext>
            </a:extLst>
          </p:cNvPr>
          <p:cNvSpPr>
            <a:spLocks xmlns:a="http://schemas.openxmlformats.org/drawingml/2006/main" noGrp="1"/>
          </p:cNvSpPr>
          <p:nvPr/>
        </p:nvSpPr>
        <p:spPr>
          <a:xfrm xmlns:a="http://schemas.openxmlformats.org/drawingml/2006/main">
            <a:off x="95250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조건 ?</a:t>
            </a:r>
          </a:p>
        </p:txBody>
      </p:sp>
    </p:spTree>
    <p:extLst>
      <p:ext uri="{BB962C8B-B14F-4D97-AF65-F5344CB8AC3E}">
        <p14:creationId xmlns:p14="http://schemas.microsoft.com/office/powerpoint/2010/main" val="102035868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요청을 보내기 전의 질문">
            <a:extLst xmlns:a="http://schemas.openxmlformats.org/drawingml/2006/main">
              <a:ext uri="{FF2B5EF4-FFF2-40B4-BE49-F238E27FC236}">
                <a16:creationId xmlns:a16="http://schemas.microsoft.com/office/drawing/2014/main" id="{010677B1-E021-4621-A6E5-F4B41F607AC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5DA5F1D0-C60D-44CD-A337-EA720B114D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3742DFFF-CB51-46DC-8249-7E19CD5BC37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37E46020-5669-4C14-AEAB-52C3579844C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B8CCA048-5248-469E-AEED-46E3677EE5C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76BE2218-E029-4BDC-81D7-E83AD0686E9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E9E4294A-CDE9-47F6-88CD-DED32B648409}"/>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E69F2F71-4E5F-4780-AFBD-CC1D59309321}"/>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9A1AED56-FFD7-409C-948C-7D7246988982}"/>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F09A177-AEAF-4B34-8EE7-E104D523B846}"/>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CBBD5EB8-13C4-4D40-82E5-A47C50A81D1E}"/>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408A5658-AE2D-42BB-BB73-A021E6258EE2}"/>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6736FE96-80A7-41C1-B37E-15BE994BB963}"/>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B863241-2B42-43EB-8A59-18DD39EF6F84}"/>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B390AE19-69CA-40A0-8A7D-389128547C9F}"/>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8B478F9D-2375-437C-B3E7-8154D821E9C0}"/>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1B6B2D31-F012-45AC-8C31-10C4E34F8DAF}"/>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3529E86F-6BCD-4FE7-938C-6C2C7DFA4D28}"/>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7574A683-F326-4A83-ABD3-6F24BB1D5A65}"/>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CB03BB0-B0F5-4383-BDAB-08765FBC468E}"/>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9AF7C3E9-A773-4A7B-A4F3-12D296384D86}"/>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EB0B1A5-068B-41D4-A268-4499FE09BA92}"/>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Tree>
    <p:extLst>
      <p:ext uri="{BB962C8B-B14F-4D97-AF65-F5344CB8AC3E}">
        <p14:creationId xmlns:p14="http://schemas.microsoft.com/office/powerpoint/2010/main" val="1506955327"/>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작업을 구체화하는 틀">
            <a:extLst xmlns:a="http://schemas.openxmlformats.org/drawingml/2006/main">
              <a:ext uri="{FF2B5EF4-FFF2-40B4-BE49-F238E27FC236}">
                <a16:creationId xmlns:a16="http://schemas.microsoft.com/office/drawing/2014/main" id="{60E9B668-62A5-4769-BAC5-AD495F4347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48C1BC8E-E2DD-470B-8A75-89A2847A75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A7F8AB9F-60B0-4ABD-8EF3-44157631D2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B4A6E83E-9E69-4C91-9EF8-07808C82272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A50C55B2-2D80-471B-AA18-D5706049184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721C497C-07E6-4A58-923E-6936835B0D6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23AA1912-2337-4826-BEFB-5FC29743FD4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743ED5BC-10A1-4BB3-A52F-9CF85D95F0FE}"/>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FD44D86-2E50-4CAA-93FE-1BB71A8DF745}"/>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2AFD861F-1A4C-4F96-AD8B-E6FB3C46B3EA}"/>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7129999D-1D5E-40B1-9357-932F834741B7}"/>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29754EC0-9B9D-4EC4-99EE-1EA7E1877955}"/>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12108107-D5FB-4E9E-B661-EC96BCAA05E0}"/>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23A5CA58-1EED-4ED5-8165-9A6FFBD87F5C}"/>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AC1370C5-75DB-4051-8DB0-C56CE8D3DE50}"/>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3ED43FEB-61B4-44D7-BFAB-60811CAD5247}"/>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60AD50A5-CBC6-4439-B092-3EDB7947981A}"/>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52F4904F-B6F2-4CBC-994B-37A8FB5850F4}"/>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D32B3F97-CBB8-431E-B95C-C90E18EA6D4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BECEA73E-B001-492C-A7F8-DABAF9FE04AB}"/>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C3DE9BD2-5106-4671-9A54-1B84E01A4C71}"/>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71391932-4580-4318-906E-C29C62BB1F6D}"/>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53837599-FF70-43DF-A388-F606FAE8B8A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57A4D449-F6A9-41C0-9CF6-4499AD1DB43F}"/>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Tree>
    <p:extLst>
      <p:ext uri="{BB962C8B-B14F-4D97-AF65-F5344CB8AC3E}">
        <p14:creationId xmlns:p14="http://schemas.microsoft.com/office/powerpoint/2010/main" val="415111931"/>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같은 요청을 구체화하기">
            <a:extLst xmlns:a="http://schemas.openxmlformats.org/drawingml/2006/main">
              <a:ext uri="{FF2B5EF4-FFF2-40B4-BE49-F238E27FC236}">
                <a16:creationId xmlns:a16="http://schemas.microsoft.com/office/drawing/2014/main" id="{8B78510D-C2B2-4009-8684-964DC4E8FF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BAA67F1C-FB9A-40D4-9970-BFB6D98825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FA1CDE9B-A3A2-4296-898F-28F645DF7E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094E64C1-792E-4666-A196-A4D28618D58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9DA9B77F-1921-433D-884F-A8F08BE5C26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C++ 적용도 작업 경계를 정하는 예시입니다. 특정 Windows·빌드 환경을 검증한 것은 아닙니다.">
            <a:extLst xmlns:a="http://schemas.openxmlformats.org/drawingml/2006/main">
              <a:ext uri="{FF2B5EF4-FFF2-40B4-BE49-F238E27FC236}">
                <a16:creationId xmlns:a16="http://schemas.microsoft.com/office/drawing/2014/main" id="{42E2C3E1-3C99-4428-9FC5-947FE3F77FD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적용도 작업 경계를 정하는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BE302970-1804-473C-90F3-00B7BA56CF4A}"/>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C49267D3-FBD3-4C8B-8098-79A7CEFDED04}"/>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7365DD55-781F-4522-A097-73099F8EAA37}"/>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C06AA239-1498-4E29-9FB2-CBC0AABD2EBE}"/>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DC961A5C-6641-4AD0-BB58-575E3D76E317}"/>
              </a:ext>
            </a:extLst>
          </p:cNvPr>
          <p:cNvSpPr>
            <a:spLocks xmlns:a="http://schemas.openxmlformats.org/drawingml/2006/main" noGrp="1"/>
          </p:cNvSpPr>
          <p:nvPr/>
        </p:nvSpPr>
        <p:spPr>
          <a:xfrm xmlns:a="http://schemas.openxmlformats.org/drawingml/2006/main">
            <a:off x="4438650" y="25717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E2F1568E-D921-458D-A752-F01B4BC590F8}"/>
              </a:ext>
            </a:extLst>
          </p:cNvPr>
          <p:cNvSpPr>
            <a:spLocks xmlns:a="http://schemas.openxmlformats.org/drawingml/2006/main" noGrp="1"/>
          </p:cNvSpPr>
          <p:nvPr/>
        </p:nvSpPr>
        <p:spPr>
          <a:xfrm xmlns:a="http://schemas.openxmlformats.org/drawingml/2006/main">
            <a:off x="4438650" y="26670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AFBA1292-D044-4FC5-9FDC-740BFCA9E52B}"/>
              </a:ext>
            </a:extLst>
          </p:cNvPr>
          <p:cNvSpPr>
            <a:spLocks xmlns:a="http://schemas.openxmlformats.org/drawingml/2006/main" noGrp="1"/>
          </p:cNvSpPr>
          <p:nvPr/>
        </p:nvSpPr>
        <p:spPr>
          <a:xfrm xmlns:a="http://schemas.openxmlformats.org/drawingml/2006/main">
            <a:off x="5962650" y="26670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673BC058-148F-4BB1-84F1-603161CEBE65}"/>
              </a:ext>
            </a:extLst>
          </p:cNvPr>
          <p:cNvSpPr>
            <a:spLocks xmlns:a="http://schemas.openxmlformats.org/drawingml/2006/main" noGrp="1"/>
          </p:cNvSpPr>
          <p:nvPr/>
        </p:nvSpPr>
        <p:spPr>
          <a:xfrm xmlns:a="http://schemas.openxmlformats.org/drawingml/2006/main">
            <a:off x="4438650" y="3181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8D20ADA7-FB62-453B-8207-62BA7572DF87}"/>
              </a:ext>
            </a:extLst>
          </p:cNvPr>
          <p:cNvSpPr>
            <a:spLocks xmlns:a="http://schemas.openxmlformats.org/drawingml/2006/main" noGrp="1"/>
          </p:cNvSpPr>
          <p:nvPr/>
        </p:nvSpPr>
        <p:spPr>
          <a:xfrm xmlns:a="http://schemas.openxmlformats.org/drawingml/2006/main">
            <a:off x="4438650" y="32766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0356DAC9-D825-4BA5-ADB8-5951223ABE5A}"/>
              </a:ext>
            </a:extLst>
          </p:cNvPr>
          <p:cNvSpPr>
            <a:spLocks xmlns:a="http://schemas.openxmlformats.org/drawingml/2006/main" noGrp="1"/>
          </p:cNvSpPr>
          <p:nvPr/>
        </p:nvSpPr>
        <p:spPr>
          <a:xfrm xmlns:a="http://schemas.openxmlformats.org/drawingml/2006/main">
            <a:off x="5962650" y="32766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1A21BD54-BF38-407E-A523-61744219E80F}"/>
              </a:ext>
            </a:extLst>
          </p:cNvPr>
          <p:cNvSpPr>
            <a:spLocks xmlns:a="http://schemas.openxmlformats.org/drawingml/2006/main" noGrp="1"/>
          </p:cNvSpPr>
          <p:nvPr/>
        </p:nvSpPr>
        <p:spPr>
          <a:xfrm xmlns:a="http://schemas.openxmlformats.org/drawingml/2006/main">
            <a:off x="4438650" y="37909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146C6477-12C9-458C-A22C-A71820B3FFDE}"/>
              </a:ext>
            </a:extLst>
          </p:cNvPr>
          <p:cNvSpPr>
            <a:spLocks xmlns:a="http://schemas.openxmlformats.org/drawingml/2006/main" noGrp="1"/>
          </p:cNvSpPr>
          <p:nvPr/>
        </p:nvSpPr>
        <p:spPr>
          <a:xfrm xmlns:a="http://schemas.openxmlformats.org/drawingml/2006/main">
            <a:off x="4438650" y="38862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269B035C-54D5-47E3-9E14-C2E993080381}"/>
              </a:ext>
            </a:extLst>
          </p:cNvPr>
          <p:cNvSpPr>
            <a:spLocks xmlns:a="http://schemas.openxmlformats.org/drawingml/2006/main" noGrp="1"/>
          </p:cNvSpPr>
          <p:nvPr/>
        </p:nvSpPr>
        <p:spPr>
          <a:xfrm xmlns:a="http://schemas.openxmlformats.org/drawingml/2006/main">
            <a:off x="5962650" y="38862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10A32357-3F46-4F66-8154-904585971E7D}"/>
              </a:ext>
            </a:extLst>
          </p:cNvPr>
          <p:cNvSpPr>
            <a:spLocks xmlns:a="http://schemas.openxmlformats.org/drawingml/2006/main" noGrp="1"/>
          </p:cNvSpPr>
          <p:nvPr/>
        </p:nvSpPr>
        <p:spPr>
          <a:xfrm xmlns:a="http://schemas.openxmlformats.org/drawingml/2006/main">
            <a:off x="4438650" y="44005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145F02EF-A606-4036-AB01-DB6B53FC537D}"/>
              </a:ext>
            </a:extLst>
          </p:cNvPr>
          <p:cNvSpPr>
            <a:spLocks xmlns:a="http://schemas.openxmlformats.org/drawingml/2006/main" noGrp="1"/>
          </p:cNvSpPr>
          <p:nvPr/>
        </p:nvSpPr>
        <p:spPr>
          <a:xfrm xmlns:a="http://schemas.openxmlformats.org/drawingml/2006/main">
            <a:off x="4438650" y="44958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6522F1B9-651F-4622-9234-4A4A0DDEBC65}"/>
              </a:ext>
            </a:extLst>
          </p:cNvPr>
          <p:cNvSpPr>
            <a:spLocks xmlns:a="http://schemas.openxmlformats.org/drawingml/2006/main" noGrp="1"/>
          </p:cNvSpPr>
          <p:nvPr/>
        </p:nvSpPr>
        <p:spPr>
          <a:xfrm xmlns:a="http://schemas.openxmlformats.org/drawingml/2006/main">
            <a:off x="5962650" y="44958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343474E2-EBF0-4815-801A-5019E4C73875}"/>
              </a:ext>
            </a:extLst>
          </p:cNvPr>
          <p:cNvSpPr>
            <a:spLocks xmlns:a="http://schemas.openxmlformats.org/drawingml/2006/main" noGrp="1"/>
          </p:cNvSpPr>
          <p:nvPr/>
        </p:nvSpPr>
        <p:spPr>
          <a:xfrm xmlns:a="http://schemas.openxmlformats.org/drawingml/2006/main">
            <a:off x="609600" y="5267325"/>
            <a:ext cx="10972800" cy="438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C++에도: 출력·API/ABI 보존 범위와 Release 검증 조건을 먼저 정한다.">
            <a:extLst xmlns:a="http://schemas.openxmlformats.org/drawingml/2006/main">
              <a:ext uri="{FF2B5EF4-FFF2-40B4-BE49-F238E27FC236}">
                <a16:creationId xmlns:a16="http://schemas.microsoft.com/office/drawing/2014/main" id="{4E3052A1-B197-4E09-AB98-B2AE85FEF04E}"/>
              </a:ext>
            </a:extLst>
          </p:cNvPr>
          <p:cNvSpPr>
            <a:spLocks xmlns:a="http://schemas.openxmlformats.org/drawingml/2006/main" noGrp="1"/>
          </p:cNvSpPr>
          <p:nvPr/>
        </p:nvSpPr>
        <p:spPr>
          <a:xfrm xmlns:a="http://schemas.openxmlformats.org/drawingml/2006/main">
            <a:off x="762000" y="5324475"/>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0B6172"/>
                </a:solidFill>
                <a:latin typeface="Malgun Gothic"/>
                <a:ea typeface="Malgun Gothic"/>
                <a:cs typeface="Malgun Gothic"/>
              </a:defRPr>
            </a:defPPr>
            <a:lvl1pPr algn="l">
              <a:defRPr sz="2025" b="0">
                <a:solidFill>
                  <a:srgbClr val="0B6172"/>
                </a:solidFill>
                <a:latin typeface="Malgun Gothic"/>
                <a:ea typeface="Malgun Gothic"/>
                <a:cs typeface="Malgun Gothic"/>
              </a:defRPr>
            </a:lvl1pPr>
            <a:lvl2pPr algn="l">
              <a:defRPr sz="2025" b="0">
                <a:solidFill>
                  <a:srgbClr val="0B6172"/>
                </a:solidFill>
                <a:latin typeface="Malgun Gothic"/>
                <a:ea typeface="Malgun Gothic"/>
                <a:cs typeface="Malgun Gothic"/>
              </a:defRPr>
            </a:lvl2pPr>
            <a:lvl3pPr algn="l">
              <a:defRPr sz="2025" b="0">
                <a:solidFill>
                  <a:srgbClr val="0B6172"/>
                </a:solidFill>
                <a:latin typeface="Malgun Gothic"/>
                <a:ea typeface="Malgun Gothic"/>
                <a:cs typeface="Malgun Gothic"/>
              </a:defRPr>
            </a:lvl3pPr>
            <a:lvl4pPr algn="l">
              <a:defRPr sz="2025" b="0">
                <a:solidFill>
                  <a:srgbClr val="0B6172"/>
                </a:solidFill>
                <a:latin typeface="Malgun Gothic"/>
                <a:ea typeface="Malgun Gothic"/>
                <a:cs typeface="Malgun Gothic"/>
              </a:defRPr>
            </a:lvl4pPr>
            <a:lvl5pPr algn="l">
              <a:defRPr sz="2025" b="0">
                <a:solidFill>
                  <a:srgbClr val="0B6172"/>
                </a:solidFill>
                <a:latin typeface="Malgun Gothic"/>
                <a:ea typeface="Malgun Gothic"/>
                <a:cs typeface="Malgun Gothic"/>
              </a:defRPr>
            </a:lvl5pPr>
            <a:lvl6pPr algn="l">
              <a:defRPr sz="2025" b="0">
                <a:solidFill>
                  <a:srgbClr val="0B6172"/>
                </a:solidFill>
                <a:latin typeface="Malgun Gothic"/>
                <a:ea typeface="Malgun Gothic"/>
                <a:cs typeface="Malgun Gothic"/>
              </a:defRPr>
            </a:lvl6pPr>
            <a:lvl7pPr algn="l">
              <a:defRPr sz="2025" b="0">
                <a:solidFill>
                  <a:srgbClr val="0B6172"/>
                </a:solidFill>
                <a:latin typeface="Malgun Gothic"/>
                <a:ea typeface="Malgun Gothic"/>
                <a:cs typeface="Malgun Gothic"/>
              </a:defRPr>
            </a:lvl7pPr>
            <a:lvl8pPr algn="l">
              <a:defRPr sz="2025" b="0">
                <a:solidFill>
                  <a:srgbClr val="0B6172"/>
                </a:solidFill>
                <a:latin typeface="Malgun Gothic"/>
                <a:ea typeface="Malgun Gothic"/>
                <a:cs typeface="Malgun Gothic"/>
              </a:defRPr>
            </a:lvl8pPr>
            <a:lvl9pPr algn="l">
              <a:defRPr sz="2025" b="0">
                <a:solidFill>
                  <a:srgbClr val="0B6172"/>
                </a:solidFill>
                <a:latin typeface="Malgun Gothic"/>
                <a:ea typeface="Malgun Gothic"/>
                <a:cs typeface="Malgun Gothic"/>
              </a:defRPr>
            </a:lvl9pPr>
          </a:lstStyle>
          <a:p xmlns:a="http://schemas.openxmlformats.org/drawingml/2006/main">
            <a:pPr algn="l">
              <a:defRPr sz="2025" b="0">
                <a:solidFill>
                  <a:srgbClr val="0B6172"/>
                </a:solidFill>
                <a:latin typeface="Malgun Gothic"/>
                <a:ea typeface="Malgun Gothic"/>
                <a:cs typeface="Malgun Gothic"/>
              </a:defRPr>
            </a:pPr>
            <a:r>
              <a:rPr sz="2025" b="0">
                <a:solidFill>
                  <a:srgbClr val="0B6172"/>
                </a:solidFill>
                <a:latin typeface="Malgun Gothic"/>
                <a:ea typeface="Malgun Gothic"/>
                <a:cs typeface="Malgun Gothic"/>
              </a:rPr>
              <a:t>C++에도: 출력·API/ABI 보존 범위와 Release 검증 조건을 먼저 정한다.</a:t>
            </a:r>
          </a:p>
        </p:txBody>
      </p:sp>
    </p:spTree>
    <p:extLst>
      <p:ext uri="{BB962C8B-B14F-4D97-AF65-F5344CB8AC3E}">
        <p14:creationId xmlns:p14="http://schemas.microsoft.com/office/powerpoint/2010/main" val="85975933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1 · TRIAL-002 관찰 시작">
            <a:extLst xmlns:a="http://schemas.openxmlformats.org/drawingml/2006/main">
              <a:ext uri="{FF2B5EF4-FFF2-40B4-BE49-F238E27FC236}">
                <a16:creationId xmlns:a16="http://schemas.microsoft.com/office/drawing/2014/main" id="{CFEAC53D-705B-4054-ACE1-893FB97F980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5">
            <a:extLst xmlns:a="http://schemas.openxmlformats.org/drawingml/2006/main">
              <a:ext uri="{FF2B5EF4-FFF2-40B4-BE49-F238E27FC236}">
                <a16:creationId xmlns:a16="http://schemas.microsoft.com/office/drawing/2014/main" id="{9471B3EF-F60F-48B5-A627-6D91A19C79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6C9FA6B2-DDE9-415D-9E81-A441EE2C8B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27D89D43-E278-4E4E-A666-6641AB029EB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57ADAD47-7DC1-4087-AA4C-37E9B83E2BA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FD5BAC41-49EB-49A7-A94A-2916832A53A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실제 기록에서는 수정 전에 무엇을 했을까?”">
            <a:extLst xmlns:a="http://schemas.openxmlformats.org/drawingml/2006/main">
              <a:ext uri="{FF2B5EF4-FFF2-40B4-BE49-F238E27FC236}">
                <a16:creationId xmlns:a16="http://schemas.microsoft.com/office/drawing/2014/main" id="{EAA7C40B-74A8-435B-BA35-2113158A733E}"/>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“실제 기록에서는 수정 전에 무엇을 했을까?”</a:t>
            </a:r>
          </a:p>
        </p:txBody>
      </p:sp>
      <p:sp>
        <p:nvSpPr>
          <p:cNvPr id="8" name="01">
            <a:extLst xmlns:a="http://schemas.openxmlformats.org/drawingml/2006/main">
              <a:ext uri="{FF2B5EF4-FFF2-40B4-BE49-F238E27FC236}">
                <a16:creationId xmlns:a16="http://schemas.microsoft.com/office/drawing/2014/main" id="{785107B5-EC04-4344-BEE4-75A08170A29A}"/>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4C41EDC8-9266-4648-BF74-6FC2C66D6E24}"/>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B44C8DCE-8D9B-41C4-B457-6F3CE94EF372}"/>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B0AF77D6-65F4-4942-9A7F-881EBB854281}"/>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8284511F-783E-4FE8-A81D-AAC8DC4521AE}"/>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933AF292-E13C-47D7-B89C-655715C11F94}"/>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7E0B2297-5CB5-4FBA-B43A-5DA5A81909DD}"/>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B756EC66-84C1-43A9-B36F-A4F78124A986}"/>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F7AD5759-A54E-4F62-9DD6-0302663FF9AE}"/>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6ED10AB2-F811-4B12-8189-E321CE9ADF7C}"/>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462467EB-94B8-4251-9405-94D3B729B496}"/>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C594CD28-7D6F-4F75-8A29-84EE6D5054B8}"/>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2655462A-E8D8-4F1A-96B6-AD4E83073811}"/>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1433C942-0CFD-4982-9634-A2E9314C4D44}"/>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CE5698A7-71B6-4428-9D61-6F9398642D23}"/>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83E503AA-FC74-468E-815A-FBE1D6483FAD}"/>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57BBBB14-FED8-4FE5-9BD4-D1F88D0158D8}"/>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C795B534-0F9A-4353-B948-934671FD0BEB}"/>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1BDD7AD4-D114-419E-B01F-94C521BCA898}"/>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3124B882-B46C-4A1A-9D81-BA13FF666476}"/>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TRIAL-002의 요청 흐름과 행동을 대조한다.">
            <a:extLst xmlns:a="http://schemas.openxmlformats.org/drawingml/2006/main">
              <a:ext uri="{FF2B5EF4-FFF2-40B4-BE49-F238E27FC236}">
                <a16:creationId xmlns:a16="http://schemas.microsoft.com/office/drawing/2014/main" id="{80AD9332-031D-431D-8F56-F0E0444C9A3D}"/>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TRIAL-002의 요청 흐름과 행동을 대조한다.</a:t>
            </a:r>
          </a:p>
        </p:txBody>
      </p:sp>
    </p:spTree>
    <p:extLst>
      <p:ext uri="{BB962C8B-B14F-4D97-AF65-F5344CB8AC3E}">
        <p14:creationId xmlns:p14="http://schemas.microsoft.com/office/powerpoint/2010/main" val="1909179827"/>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계약을 보존하는 최소 변경">
            <a:extLst xmlns:a="http://schemas.openxmlformats.org/drawingml/2006/main">
              <a:ext uri="{FF2B5EF4-FFF2-40B4-BE49-F238E27FC236}">
                <a16:creationId xmlns:a16="http://schemas.microsoft.com/office/drawing/2014/main" id="{17377A1A-7FAA-4785-B8B1-95EE1CC0F73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D4093868-5D84-4EB7-BBF6-79CCAB7AA7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EFA727A3-A145-40D5-8F2B-90B9C36CA8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7126256-F3A6-4EA6-84FE-18B9E299E36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BF56D1CF-87F6-4A3E-87EB-51E7200D937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13FAE0AB-A454-434A-A524-E20EAB83AFB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4C7C5AFB-18E6-4C34-848E-9B70A6F827D5}"/>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A5AA47E4-3F1D-45C3-92AE-35E0BB9A7910}"/>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35B0E5C9-6FB4-4B44-BCCF-45B523BF8C53}"/>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72FDBE1-D25A-47D9-8729-D9D7741C0829}"/>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6623C194-C9AE-4823-B2CF-A0F691F5C23A}"/>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D398EF63-F4E1-4A10-A68D-EDCFFEDEDF13}"/>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642F4FC1-A63F-4035-926E-A0AA52FA82D9}"/>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25DF44E4-2FB2-4458-9F6F-AA9DE29EC9EC}"/>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3F5071C5-FC0B-4516-A2D1-4910598A2A23}"/>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08EC38A9-A3A9-49C5-A674-32D45D3CF0C5}"/>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35B32905-3240-40FC-A7B1-80C61199056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Tree>
    <p:extLst>
      <p:ext uri="{BB962C8B-B14F-4D97-AF65-F5344CB8AC3E}">
        <p14:creationId xmlns:p14="http://schemas.microsoft.com/office/powerpoint/2010/main" val="2043769922"/>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수정 뒤 확인한 것">
            <a:extLst xmlns:a="http://schemas.openxmlformats.org/drawingml/2006/main">
              <a:ext uri="{FF2B5EF4-FFF2-40B4-BE49-F238E27FC236}">
                <a16:creationId xmlns:a16="http://schemas.microsoft.com/office/drawing/2014/main" id="{FC2E7E1A-61EA-4FFF-9395-F429465C07C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D24EA556-F2F2-46E5-A644-BA35153184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C22AF04B-ADDF-48F6-86B0-C8FE6CD51F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7C6B5973-9238-4358-BBC6-91AD70B7F1A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6CFD62A-ED79-4F30-8608-2796BF983AF8}"/>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F1C88FBB-8206-4755-9742-8FC6003CAFE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B6666595-BACC-4B31-9078-EFF6054FEA6C}"/>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95F649CE-40D8-4D9D-AEB0-8A6310F760DB}"/>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520CC0D9-D11A-4854-9586-3A78AC613520}"/>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51862F39-A0FD-435C-8D81-628C1C2FC51B}"/>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D13A648C-1ED3-44AF-BF81-0BA1ACF1C568}"/>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AEFB4C99-A3B6-4AA6-824A-AA1C732F17A0}"/>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6AF03DC9-2524-4D9C-A076-75B6E4D522A0}"/>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95EDA4AA-26DB-49C9-96B9-18D310D56F40}"/>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3974F06C-8389-4548-AA4E-4A25EA10D433}"/>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EE91F2C6-D5B1-402C-9A42-F1DDD3D269FA}"/>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6CAC0DB4-EABA-434C-B156-D05F56C0E9B2}"/>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24B1583C-6011-474B-B0E2-CF484D127F82}"/>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6835C892-32C2-4171-9B2A-2E2C245263DD}"/>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CC1DECCE-2D38-454D-8DA0-10845EDBE105}"/>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E49BA4F3-C631-47B3-8AC8-F4AF5B1D316F}"/>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Tree>
    <p:extLst>
      <p:ext uri="{BB962C8B-B14F-4D97-AF65-F5344CB8AC3E}">
        <p14:creationId xmlns:p14="http://schemas.microsoft.com/office/powerpoint/2010/main" val="184647917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생성 뒤에 남는 판단">
            <a:extLst xmlns:a="http://schemas.openxmlformats.org/drawingml/2006/main">
              <a:ext uri="{FF2B5EF4-FFF2-40B4-BE49-F238E27FC236}">
                <a16:creationId xmlns:a16="http://schemas.microsoft.com/office/drawing/2014/main" id="{B7659966-6058-4327-B0BF-3E889F116A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AC39D9BE-6C97-4187-B717-5A059C3A1BD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4B76D241-2D65-4FD0-9D30-824007F65C2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3C277CED-A79B-422B-8D74-B3DBAC07890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관찰 예: TRIAL-002에서 테스트·CLI·diff를 확인">
            <a:extLst xmlns:a="http://schemas.openxmlformats.org/drawingml/2006/main">
              <a:ext uri="{FF2B5EF4-FFF2-40B4-BE49-F238E27FC236}">
                <a16:creationId xmlns:a16="http://schemas.microsoft.com/office/drawing/2014/main" id="{56A4E6C7-8FC3-49A8-A4D9-CA2A327576A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관찰 예: TRIAL-002에서 테스트·CLI·diff를 확인</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7BFBA2BB-DE32-49DE-9536-5AD733FB636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663A9778-3ABD-444A-8832-0C8D2301AD77}"/>
              </a:ext>
            </a:extLst>
          </p:cNvPr>
          <p:cNvSpPr>
            <a:spLocks xmlns:a="http://schemas.openxmlformats.org/drawingml/2006/main" noGrp="1"/>
          </p:cNvSpPr>
          <p:nvPr/>
        </p:nvSpPr>
        <p:spPr>
          <a:xfrm xmlns:a="http://schemas.openxmlformats.org/drawingml/2006/main">
            <a:off x="609600" y="2362200"/>
            <a:ext cx="3619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코드가 나왔다</a:t>
            </a:r>
          </a:p>
        </p:txBody>
      </p:sp>
      <p:sp>
        <p:nvSpPr>
          <p:cNvPr id="8" name="완료라고 말할 수 있나?">
            <a:extLst xmlns:a="http://schemas.openxmlformats.org/drawingml/2006/main">
              <a:ext uri="{FF2B5EF4-FFF2-40B4-BE49-F238E27FC236}">
                <a16:creationId xmlns:a16="http://schemas.microsoft.com/office/drawing/2014/main" id="{B99DF8F6-B8FB-47EC-AF72-80092A6951D0}"/>
              </a:ext>
            </a:extLst>
          </p:cNvPr>
          <p:cNvSpPr>
            <a:spLocks xmlns:a="http://schemas.openxmlformats.org/drawingml/2006/main" noGrp="1"/>
          </p:cNvSpPr>
          <p:nvPr/>
        </p:nvSpPr>
        <p:spPr>
          <a:xfrm xmlns:a="http://schemas.openxmlformats.org/drawingml/2006/main">
            <a:off x="6324600" y="2362200"/>
            <a:ext cx="52578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완료라고 말할 수 있나?</a:t>
            </a:r>
          </a:p>
        </p:txBody>
      </p:sp>
      <p:sp>
        <p:nvSpPr>
          <p:cNvPr id="9" name="">
            <a:extLst xmlns:a="http://schemas.openxmlformats.org/drawingml/2006/main">
              <a:ext uri="{FF2B5EF4-FFF2-40B4-BE49-F238E27FC236}">
                <a16:creationId xmlns:a16="http://schemas.microsoft.com/office/drawing/2014/main" id="{A09EF741-BAF7-4A66-99A3-A8A2F9E437D4}"/>
              </a:ext>
            </a:extLst>
          </p:cNvPr>
          <p:cNvSpPr>
            <a:spLocks xmlns:a="http://schemas.openxmlformats.org/drawingml/2006/main" noGrp="1"/>
          </p:cNvSpPr>
          <p:nvPr/>
        </p:nvSpPr>
        <p:spPr>
          <a:xfrm xmlns:a="http://schemas.openxmlformats.org/drawingml/2006/main">
            <a:off x="4686300" y="249555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9D075118-B451-4F69-98B4-48DA22462008}"/>
              </a:ext>
            </a:extLst>
          </p:cNvPr>
          <p:cNvSpPr>
            <a:spLocks xmlns:a="http://schemas.openxmlformats.org/drawingml/2006/main" noGrp="1"/>
          </p:cNvSpPr>
          <p:nvPr/>
        </p:nvSpPr>
        <p:spPr>
          <a:xfrm xmlns:a="http://schemas.openxmlformats.org/drawingml/2006/main">
            <a:off x="609600" y="3438525"/>
            <a:ext cx="10972800" cy="1438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동작 테스트">
            <a:extLst xmlns:a="http://schemas.openxmlformats.org/drawingml/2006/main">
              <a:ext uri="{FF2B5EF4-FFF2-40B4-BE49-F238E27FC236}">
                <a16:creationId xmlns:a16="http://schemas.microsoft.com/office/drawing/2014/main" id="{755284BB-47EC-469C-9856-AEDD96D86E65}"/>
              </a:ext>
            </a:extLst>
          </p:cNvPr>
          <p:cNvSpPr>
            <a:spLocks xmlns:a="http://schemas.openxmlformats.org/drawingml/2006/main" noGrp="1"/>
          </p:cNvSpPr>
          <p:nvPr/>
        </p:nvSpPr>
        <p:spPr>
          <a:xfrm xmlns:a="http://schemas.openxmlformats.org/drawingml/2006/main">
            <a:off x="8382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동작 테스트</a:t>
            </a:r>
          </a:p>
        </p:txBody>
      </p:sp>
      <p:sp>
        <p:nvSpPr>
          <p:cNvPr id="12" name="샘플 실행">
            <a:extLst xmlns:a="http://schemas.openxmlformats.org/drawingml/2006/main">
              <a:ext uri="{FF2B5EF4-FFF2-40B4-BE49-F238E27FC236}">
                <a16:creationId xmlns:a16="http://schemas.microsoft.com/office/drawing/2014/main" id="{16E893FE-2A81-404E-8A71-CC232A9C737A}"/>
              </a:ext>
            </a:extLst>
          </p:cNvPr>
          <p:cNvSpPr>
            <a:spLocks xmlns:a="http://schemas.openxmlformats.org/drawingml/2006/main" noGrp="1"/>
          </p:cNvSpPr>
          <p:nvPr/>
        </p:nvSpPr>
        <p:spPr>
          <a:xfrm xmlns:a="http://schemas.openxmlformats.org/drawingml/2006/main">
            <a:off x="44196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샘플 실행</a:t>
            </a:r>
          </a:p>
        </p:txBody>
      </p:sp>
      <p:sp>
        <p:nvSpPr>
          <p:cNvPr id="13" name="변경 검토">
            <a:extLst xmlns:a="http://schemas.openxmlformats.org/drawingml/2006/main">
              <a:ext uri="{FF2B5EF4-FFF2-40B4-BE49-F238E27FC236}">
                <a16:creationId xmlns:a16="http://schemas.microsoft.com/office/drawing/2014/main" id="{A8AADB38-E3CE-438F-BD29-E8E9AED17323}"/>
              </a:ext>
            </a:extLst>
          </p:cNvPr>
          <p:cNvSpPr>
            <a:spLocks xmlns:a="http://schemas.openxmlformats.org/drawingml/2006/main" noGrp="1"/>
          </p:cNvSpPr>
          <p:nvPr/>
        </p:nvSpPr>
        <p:spPr>
          <a:xfrm xmlns:a="http://schemas.openxmlformats.org/drawingml/2006/main">
            <a:off x="8001000" y="3743325"/>
            <a:ext cx="3333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 검토</a:t>
            </a:r>
          </a:p>
        </p:txBody>
      </p:sp>
      <p:sp>
        <p:nvSpPr>
          <p:cNvPr id="14" name="">
            <a:extLst xmlns:a="http://schemas.openxmlformats.org/drawingml/2006/main">
              <a:ext uri="{FF2B5EF4-FFF2-40B4-BE49-F238E27FC236}">
                <a16:creationId xmlns:a16="http://schemas.microsoft.com/office/drawing/2014/main" id="{3A35D908-F885-4B71-9258-EF08F9AD54D0}"/>
              </a:ext>
            </a:extLst>
          </p:cNvPr>
          <p:cNvSpPr>
            <a:spLocks xmlns:a="http://schemas.openxmlformats.org/drawingml/2006/main" noGrp="1"/>
          </p:cNvSpPr>
          <p:nvPr/>
        </p:nvSpPr>
        <p:spPr>
          <a:xfrm xmlns:a="http://schemas.openxmlformats.org/drawingml/2006/main">
            <a:off x="609600" y="51625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더 빨라졌다”고 말하려면 → 해당 조건의 성능 측정도 필요">
            <a:extLst xmlns:a="http://schemas.openxmlformats.org/drawingml/2006/main">
              <a:ext uri="{FF2B5EF4-FFF2-40B4-BE49-F238E27FC236}">
                <a16:creationId xmlns:a16="http://schemas.microsoft.com/office/drawing/2014/main" id="{CDB90FD9-F87E-4E16-8F90-E8F1BB540E73}"/>
              </a:ext>
            </a:extLst>
          </p:cNvPr>
          <p:cNvSpPr>
            <a:spLocks xmlns:a="http://schemas.openxmlformats.org/drawingml/2006/main" noGrp="1"/>
          </p:cNvSpPr>
          <p:nvPr/>
        </p:nvSpPr>
        <p:spPr>
          <a:xfrm xmlns:a="http://schemas.openxmlformats.org/drawingml/2006/main">
            <a:off x="609600" y="52673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“더 빨라졌다”고 말하려면 → 해당 조건의 성능 측정도 필요</a:t>
            </a:r>
          </a:p>
        </p:txBody>
      </p:sp>
    </p:spTree>
    <p:extLst>
      <p:ext uri="{BB962C8B-B14F-4D97-AF65-F5344CB8AC3E}">
        <p14:creationId xmlns:p14="http://schemas.microsoft.com/office/powerpoint/2010/main" val="114280387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근거에 맞춰 말하기">
            <a:extLst xmlns:a="http://schemas.openxmlformats.org/drawingml/2006/main">
              <a:ext uri="{FF2B5EF4-FFF2-40B4-BE49-F238E27FC236}">
                <a16:creationId xmlns:a16="http://schemas.microsoft.com/office/drawing/2014/main" id="{BE1DD1A6-516C-46AF-95DB-40FE676CC3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0B8D2D44-EE35-4182-9E62-906E21D841C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C9D52913-A824-422D-AB7B-46A30D2D2E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3C061B32-1713-4D2A-93F9-134F0B37744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2 실제 확인: 집중·전체 테스트 / CLI smoke / diff">
            <a:extLst xmlns:a="http://schemas.openxmlformats.org/drawingml/2006/main">
              <a:ext uri="{FF2B5EF4-FFF2-40B4-BE49-F238E27FC236}">
                <a16:creationId xmlns:a16="http://schemas.microsoft.com/office/drawing/2014/main" id="{0E5CDD64-8CC0-445B-9E55-E858F217CFE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TRIAL-002 실제 확인: 집중·전체 테스트 / CLI smoke / diff</a:t>
            </a:r>
          </a:p>
        </p:txBody>
      </p:sp>
      <p:sp>
        <p:nvSpPr>
          <p:cNvPr id="6" name="Benchmark는 이 Trial에서 미실행. C++ 적용은 도구 사용법이 아닌 검증 범위의 예시입니다.">
            <a:extLst xmlns:a="http://schemas.openxmlformats.org/drawingml/2006/main">
              <a:ext uri="{FF2B5EF4-FFF2-40B4-BE49-F238E27FC236}">
                <a16:creationId xmlns:a16="http://schemas.microsoft.com/office/drawing/2014/main" id="{6B4B800C-DE5B-4B9F-9F28-5E2F4AD63B2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C++ 적용은 도구 사용법이 아닌 검증 범위의 예시입니다.</a:t>
            </a:r>
          </a:p>
        </p:txBody>
      </p:sp>
      <p:sp>
        <p:nvSpPr>
          <p:cNvPr id="7" name="확인 방법">
            <a:extLst xmlns:a="http://schemas.openxmlformats.org/drawingml/2006/main">
              <a:ext uri="{FF2B5EF4-FFF2-40B4-BE49-F238E27FC236}">
                <a16:creationId xmlns:a16="http://schemas.microsoft.com/office/drawing/2014/main" id="{80C2D6FB-A992-49F3-9966-4C2EB54D6D53}"/>
              </a:ext>
            </a:extLst>
          </p:cNvPr>
          <p:cNvSpPr>
            <a:spLocks xmlns:a="http://schemas.openxmlformats.org/drawingml/2006/main" noGrp="1"/>
          </p:cNvSpPr>
          <p:nvPr/>
        </p:nvSpPr>
        <p:spPr>
          <a:xfrm xmlns:a="http://schemas.openxmlformats.org/drawingml/2006/main">
            <a:off x="609600" y="2095500"/>
            <a:ext cx="3619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989EEF10-804C-4585-B777-5D4DCE06C564}"/>
              </a:ext>
            </a:extLst>
          </p:cNvPr>
          <p:cNvSpPr>
            <a:spLocks xmlns:a="http://schemas.openxmlformats.org/drawingml/2006/main" noGrp="1"/>
          </p:cNvSpPr>
          <p:nvPr/>
        </p:nvSpPr>
        <p:spPr>
          <a:xfrm xmlns:a="http://schemas.openxmlformats.org/drawingml/2006/main">
            <a:off x="4381500" y="2095500"/>
            <a:ext cx="7200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45C8ECE-829C-4183-A9DC-763279D7B787}"/>
              </a:ext>
            </a:extLst>
          </p:cNvPr>
          <p:cNvSpPr>
            <a:spLocks xmlns:a="http://schemas.openxmlformats.org/drawingml/2006/main" noGrp="1"/>
          </p:cNvSpPr>
          <p:nvPr/>
        </p:nvSpPr>
        <p:spPr>
          <a:xfrm xmlns:a="http://schemas.openxmlformats.org/drawingml/2006/main">
            <a:off x="609600" y="2571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0F74810D-DC32-4872-820D-D0024D3222C2}"/>
              </a:ext>
            </a:extLst>
          </p:cNvPr>
          <p:cNvSpPr>
            <a:spLocks xmlns:a="http://schemas.openxmlformats.org/drawingml/2006/main" noGrp="1"/>
          </p:cNvSpPr>
          <p:nvPr/>
        </p:nvSpPr>
        <p:spPr>
          <a:xfrm xmlns:a="http://schemas.openxmlformats.org/drawingml/2006/main">
            <a:off x="609600" y="26289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BD96A86C-A715-4785-87E7-19357A2EBAB1}"/>
              </a:ext>
            </a:extLst>
          </p:cNvPr>
          <p:cNvSpPr>
            <a:spLocks xmlns:a="http://schemas.openxmlformats.org/drawingml/2006/main" noGrp="1"/>
          </p:cNvSpPr>
          <p:nvPr/>
        </p:nvSpPr>
        <p:spPr>
          <a:xfrm xmlns:a="http://schemas.openxmlformats.org/drawingml/2006/main">
            <a:off x="4381500" y="26289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0BFCC568-78B8-4F3B-8C88-2BFB45245B82}"/>
              </a:ext>
            </a:extLst>
          </p:cNvPr>
          <p:cNvSpPr>
            <a:spLocks xmlns:a="http://schemas.openxmlformats.org/drawingml/2006/main" noGrp="1"/>
          </p:cNvSpPr>
          <p:nvPr/>
        </p:nvSpPr>
        <p:spPr>
          <a:xfrm xmlns:a="http://schemas.openxmlformats.org/drawingml/2006/main">
            <a:off x="609600" y="3076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06918A6D-BAD3-43E7-ABC9-24CC1CC03D78}"/>
              </a:ext>
            </a:extLst>
          </p:cNvPr>
          <p:cNvSpPr>
            <a:spLocks xmlns:a="http://schemas.openxmlformats.org/drawingml/2006/main" noGrp="1"/>
          </p:cNvSpPr>
          <p:nvPr/>
        </p:nvSpPr>
        <p:spPr>
          <a:xfrm xmlns:a="http://schemas.openxmlformats.org/drawingml/2006/main">
            <a:off x="609600" y="313372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F394419B-B9B3-48C1-918F-A23801DAE0CC}"/>
              </a:ext>
            </a:extLst>
          </p:cNvPr>
          <p:cNvSpPr>
            <a:spLocks xmlns:a="http://schemas.openxmlformats.org/drawingml/2006/main" noGrp="1"/>
          </p:cNvSpPr>
          <p:nvPr/>
        </p:nvSpPr>
        <p:spPr>
          <a:xfrm xmlns:a="http://schemas.openxmlformats.org/drawingml/2006/main">
            <a:off x="4381500" y="313372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3C8604A2-944B-41C7-9888-059FC5494031}"/>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81185BDD-D6FB-45ED-8903-72BD0E5C636E}"/>
              </a:ext>
            </a:extLst>
          </p:cNvPr>
          <p:cNvSpPr>
            <a:spLocks xmlns:a="http://schemas.openxmlformats.org/drawingml/2006/main" noGrp="1"/>
          </p:cNvSpPr>
          <p:nvPr/>
        </p:nvSpPr>
        <p:spPr>
          <a:xfrm xmlns:a="http://schemas.openxmlformats.org/drawingml/2006/main">
            <a:off x="609600" y="363855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27B5E6EC-DC0D-479A-ACB2-9ECF64E7ADFB}"/>
              </a:ext>
            </a:extLst>
          </p:cNvPr>
          <p:cNvSpPr>
            <a:spLocks xmlns:a="http://schemas.openxmlformats.org/drawingml/2006/main" noGrp="1"/>
          </p:cNvSpPr>
          <p:nvPr/>
        </p:nvSpPr>
        <p:spPr>
          <a:xfrm xmlns:a="http://schemas.openxmlformats.org/drawingml/2006/main">
            <a:off x="4381500" y="363855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39DB6C55-3173-4158-B559-C871DF54A30C}"/>
              </a:ext>
            </a:extLst>
          </p:cNvPr>
          <p:cNvSpPr>
            <a:spLocks xmlns:a="http://schemas.openxmlformats.org/drawingml/2006/main" noGrp="1"/>
          </p:cNvSpPr>
          <p:nvPr/>
        </p:nvSpPr>
        <p:spPr>
          <a:xfrm xmlns:a="http://schemas.openxmlformats.org/drawingml/2006/main">
            <a:off x="609600" y="40862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DEDC8B2F-1839-4DDA-9A13-3B1681DA9071}"/>
              </a:ext>
            </a:extLst>
          </p:cNvPr>
          <p:cNvSpPr>
            <a:spLocks xmlns:a="http://schemas.openxmlformats.org/drawingml/2006/main" noGrp="1"/>
          </p:cNvSpPr>
          <p:nvPr/>
        </p:nvSpPr>
        <p:spPr>
          <a:xfrm xmlns:a="http://schemas.openxmlformats.org/drawingml/2006/main">
            <a:off x="609600" y="4143375"/>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E97A8031-A5B4-4A8D-83AA-1536800E8126}"/>
              </a:ext>
            </a:extLst>
          </p:cNvPr>
          <p:cNvSpPr>
            <a:spLocks xmlns:a="http://schemas.openxmlformats.org/drawingml/2006/main" noGrp="1"/>
          </p:cNvSpPr>
          <p:nvPr/>
        </p:nvSpPr>
        <p:spPr>
          <a:xfrm xmlns:a="http://schemas.openxmlformats.org/drawingml/2006/main">
            <a:off x="4381500" y="4143375"/>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19AC4D08-43C8-4596-8715-9BEFC920C3FA}"/>
              </a:ext>
            </a:extLst>
          </p:cNvPr>
          <p:cNvSpPr>
            <a:spLocks xmlns:a="http://schemas.openxmlformats.org/drawingml/2006/main" noGrp="1"/>
          </p:cNvSpPr>
          <p:nvPr/>
        </p:nvSpPr>
        <p:spPr>
          <a:xfrm xmlns:a="http://schemas.openxmlformats.org/drawingml/2006/main">
            <a:off x="609600" y="4591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CDCF1FBD-DE20-4EE7-A9FD-4AA7B1AE5261}"/>
              </a:ext>
            </a:extLst>
          </p:cNvPr>
          <p:cNvSpPr>
            <a:spLocks xmlns:a="http://schemas.openxmlformats.org/drawingml/2006/main" noGrp="1"/>
          </p:cNvSpPr>
          <p:nvPr/>
        </p:nvSpPr>
        <p:spPr>
          <a:xfrm xmlns:a="http://schemas.openxmlformats.org/drawingml/2006/main">
            <a:off x="609600" y="4648200"/>
            <a:ext cx="3238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D42307C6-7148-40FC-B67A-71298E2CF513}"/>
              </a:ext>
            </a:extLst>
          </p:cNvPr>
          <p:cNvSpPr>
            <a:spLocks xmlns:a="http://schemas.openxmlformats.org/drawingml/2006/main" noGrp="1"/>
          </p:cNvSpPr>
          <p:nvPr/>
        </p:nvSpPr>
        <p:spPr>
          <a:xfrm xmlns:a="http://schemas.openxmlformats.org/drawingml/2006/main">
            <a:off x="4381500" y="4648200"/>
            <a:ext cx="7200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측정한 입력·환경에서의 성능</a:t>
            </a:r>
          </a:p>
        </p:txBody>
      </p:sp>
      <p:sp>
        <p:nvSpPr>
          <p:cNvPr id="24" name="C++에서도: Release 실행·API/ABI·대상 데이터에 맞춰 근거를 고른다.">
            <a:extLst xmlns:a="http://schemas.openxmlformats.org/drawingml/2006/main">
              <a:ext uri="{FF2B5EF4-FFF2-40B4-BE49-F238E27FC236}">
                <a16:creationId xmlns:a16="http://schemas.microsoft.com/office/drawing/2014/main" id="{0882165A-7318-4762-B945-14FD8C72954E}"/>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0B6172"/>
                </a:solidFill>
                <a:latin typeface="Malgun Gothic"/>
                <a:ea typeface="Malgun Gothic"/>
                <a:cs typeface="Malgun Gothic"/>
              </a:defRPr>
            </a:defPPr>
            <a:lvl1pPr algn="l">
              <a:defRPr sz="2100" b="0">
                <a:solidFill>
                  <a:srgbClr val="0B6172"/>
                </a:solidFill>
                <a:latin typeface="Malgun Gothic"/>
                <a:ea typeface="Malgun Gothic"/>
                <a:cs typeface="Malgun Gothic"/>
              </a:defRPr>
            </a:lvl1pPr>
            <a:lvl2pPr algn="l">
              <a:defRPr sz="2100" b="0">
                <a:solidFill>
                  <a:srgbClr val="0B6172"/>
                </a:solidFill>
                <a:latin typeface="Malgun Gothic"/>
                <a:ea typeface="Malgun Gothic"/>
                <a:cs typeface="Malgun Gothic"/>
              </a:defRPr>
            </a:lvl2pPr>
            <a:lvl3pPr algn="l">
              <a:defRPr sz="2100" b="0">
                <a:solidFill>
                  <a:srgbClr val="0B6172"/>
                </a:solidFill>
                <a:latin typeface="Malgun Gothic"/>
                <a:ea typeface="Malgun Gothic"/>
                <a:cs typeface="Malgun Gothic"/>
              </a:defRPr>
            </a:lvl3pPr>
            <a:lvl4pPr algn="l">
              <a:defRPr sz="2100" b="0">
                <a:solidFill>
                  <a:srgbClr val="0B6172"/>
                </a:solidFill>
                <a:latin typeface="Malgun Gothic"/>
                <a:ea typeface="Malgun Gothic"/>
                <a:cs typeface="Malgun Gothic"/>
              </a:defRPr>
            </a:lvl4pPr>
            <a:lvl5pPr algn="l">
              <a:defRPr sz="2100" b="0">
                <a:solidFill>
                  <a:srgbClr val="0B6172"/>
                </a:solidFill>
                <a:latin typeface="Malgun Gothic"/>
                <a:ea typeface="Malgun Gothic"/>
                <a:cs typeface="Malgun Gothic"/>
              </a:defRPr>
            </a:lvl5pPr>
            <a:lvl6pPr algn="l">
              <a:defRPr sz="2100" b="0">
                <a:solidFill>
                  <a:srgbClr val="0B6172"/>
                </a:solidFill>
                <a:latin typeface="Malgun Gothic"/>
                <a:ea typeface="Malgun Gothic"/>
                <a:cs typeface="Malgun Gothic"/>
              </a:defRPr>
            </a:lvl6pPr>
            <a:lvl7pPr algn="l">
              <a:defRPr sz="2100" b="0">
                <a:solidFill>
                  <a:srgbClr val="0B6172"/>
                </a:solidFill>
                <a:latin typeface="Malgun Gothic"/>
                <a:ea typeface="Malgun Gothic"/>
                <a:cs typeface="Malgun Gothic"/>
              </a:defRPr>
            </a:lvl7pPr>
            <a:lvl8pPr algn="l">
              <a:defRPr sz="2100" b="0">
                <a:solidFill>
                  <a:srgbClr val="0B6172"/>
                </a:solidFill>
                <a:latin typeface="Malgun Gothic"/>
                <a:ea typeface="Malgun Gothic"/>
                <a:cs typeface="Malgun Gothic"/>
              </a:defRPr>
            </a:lvl8pPr>
            <a:lvl9pPr algn="l">
              <a:defRPr sz="2100" b="0">
                <a:solidFill>
                  <a:srgbClr val="0B6172"/>
                </a:solidFill>
                <a:latin typeface="Malgun Gothic"/>
                <a:ea typeface="Malgun Gothic"/>
                <a:cs typeface="Malgun Gothic"/>
              </a:defRPr>
            </a:lvl9pPr>
          </a:lstStyle>
          <a:p xmlns:a="http://schemas.openxmlformats.org/drawingml/2006/main">
            <a:pPr algn="l">
              <a:defRPr sz="2100" b="0">
                <a:solidFill>
                  <a:srgbClr val="0B6172"/>
                </a:solidFill>
                <a:latin typeface="Malgun Gothic"/>
                <a:ea typeface="Malgun Gothic"/>
                <a:cs typeface="Malgun Gothic"/>
              </a:defRPr>
            </a:pPr>
            <a:r>
              <a:rPr sz="2100" b="0">
                <a:solidFill>
                  <a:srgbClr val="0B6172"/>
                </a:solidFill>
                <a:latin typeface="Malgun Gothic"/>
                <a:ea typeface="Malgun Gothic"/>
                <a:cs typeface="Malgun Gothic"/>
              </a:rPr>
              <a:t>C++에서도: Release 실행·API/ABI·대상 데이터에 맞춰 근거를 고른다.</a:t>
            </a:r>
          </a:p>
        </p:txBody>
      </p:sp>
    </p:spTree>
    <p:extLst>
      <p:ext uri="{BB962C8B-B14F-4D97-AF65-F5344CB8AC3E}">
        <p14:creationId xmlns:p14="http://schemas.microsoft.com/office/powerpoint/2010/main" val="324569714"/>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1 · 반복해서 쓰는 정보 돌아보기">
            <a:extLst xmlns:a="http://schemas.openxmlformats.org/drawingml/2006/main">
              <a:ext uri="{FF2B5EF4-FFF2-40B4-BE49-F238E27FC236}">
                <a16:creationId xmlns:a16="http://schemas.microsoft.com/office/drawing/2014/main" id="{A6DC924F-78BF-46BB-A8BF-6A5575D9CC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0B4E2E81-C5F4-4153-A59A-49EF035A29E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5FDB1FFB-DF49-4211-99E6-F6578959DF8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BB29120D-DA5E-4592-9878-D8B5D64A1C8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99D109DB-93F9-4074-BE96-22AC57C209D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512722C9-9685-4A82-AF78-E26EC27D771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49DB8DD0-934E-4264-9789-FFB5E6F8CFF2}"/>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8F94F2FA-0343-4610-9D76-641D27E5F713}"/>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CFC92014-31EC-4200-9DF1-92AA2C49CE8B}"/>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AD1D4D5C-6993-4D7D-93EB-985BDA27ED15}"/>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3D00A78A-46E9-4AD9-9BBB-D43E121AF7F1}"/>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65823A51-5526-447C-865E-D08F5C73376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Tree>
    <p:extLst>
      <p:ext uri="{BB962C8B-B14F-4D97-AF65-F5344CB8AC3E}">
        <p14:creationId xmlns:p14="http://schemas.microsoft.com/office/powerpoint/2010/main" val="1231405371"/>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1 · 정보의 수명과 범위">
            <a:extLst xmlns:a="http://schemas.openxmlformats.org/drawingml/2006/main">
              <a:ext uri="{FF2B5EF4-FFF2-40B4-BE49-F238E27FC236}">
                <a16:creationId xmlns:a16="http://schemas.microsoft.com/office/drawing/2014/main" id="{E360BDE3-C274-48A8-9679-93F33CCDB2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DB3CB8A6-8B94-4779-BA91-2DA0D540068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6EB0F138-312D-49A1-9D91-D6460283D7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AC2AF267-9081-495C-B04E-F4B00205B78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61C79A6F-1C80-47EA-A859-69C313B16D4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6E459775-2554-4835-BE35-AFC6E19109FE}"/>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F6558870-2BE9-4D95-B9AC-69EF147DDDC9}"/>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5C17F35A-F5BB-4679-855E-E122D76B85E5}"/>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710E4856-A671-45F1-AFA3-047B2E8303C1}"/>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9F1C82AB-15F5-4AD8-BA4A-01ED932D8DAD}"/>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72AE630B-E35A-409B-8620-4C9CBAF0F5B2}"/>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0D95049F-B31C-4C26-8B11-9D10FAAB06FA}"/>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50013D0C-B196-45C2-860E-BA0342B5C69F}"/>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D19E8A81-928C-4DD2-9A07-D0ED67EB2513}"/>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430D1CF7-138C-458D-B2C0-564883FCA1B4}"/>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Tree>
    <p:extLst>
      <p:ext uri="{BB962C8B-B14F-4D97-AF65-F5344CB8AC3E}">
        <p14:creationId xmlns:p14="http://schemas.microsoft.com/office/powerpoint/2010/main" val="128841937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반복되는 프로젝트 설명">
            <a:extLst xmlns:a="http://schemas.openxmlformats.org/drawingml/2006/main">
              <a:ext uri="{FF2B5EF4-FFF2-40B4-BE49-F238E27FC236}">
                <a16:creationId xmlns:a16="http://schemas.microsoft.com/office/drawing/2014/main" id="{E7207834-C03A-4490-8DC6-96F9F6E693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907E80FF-FA6C-46F0-A1B3-E30C3AAB44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0C7E0D8C-29B3-4F4E-962B-91EDE79A24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4C787316-D310-4DF2-AAD1-ACC215E3603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F732147-12B5-4112-8077-7DB8BEA78F9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67700F04-EA79-4DE4-9A10-C5A3A86280C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9F3C097B-8FB2-4C57-9CB7-94B829A32FB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BAC8EE5B-2D2F-4EE7-AA07-2207F8072D22}"/>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9F09CC01-346E-4AC6-B060-F03D00FA6C22}"/>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CDA628A-1A3F-4C3C-957E-819A373046FB}"/>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29C5957-2AE2-4D16-AB79-B16DEC63B6D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8919239-A5B1-4FAE-A04F-A3AF93011CC2}"/>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83164AAB-F965-429A-ADD7-B0B958845B81}"/>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C43ECD8-2312-44F8-ABC3-DB58C1E4FF82}"/>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FD34D49-6D2A-4098-B50F-276C8C90D523}"/>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B7A1AAA5-686B-4556-8C1C-D53A73F1AABE}"/>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179C6DAD-20BE-4ED8-A275-9D9496C6FD6B}"/>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22BAD919-E20A-4B8A-BE52-CC128DDD10AB}"/>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57EFBC9-00A8-4E3E-ACF8-1AB483A3A00B}"/>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83A11E2D-AF1A-4F46-AF43-7FDB405BDC5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EA28A27-AEF4-4821-9F22-5AE52E2B5D1D}"/>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FD3E4430-604D-4095-B042-14636B13FB7A}"/>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Tree>
    <p:extLst>
      <p:ext uri="{BB962C8B-B14F-4D97-AF65-F5344CB8AC3E}">
        <p14:creationId xmlns:p14="http://schemas.microsoft.com/office/powerpoint/2010/main" val="123609359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Project Context">
            <a:extLst xmlns:a="http://schemas.openxmlformats.org/drawingml/2006/main">
              <a:ext uri="{FF2B5EF4-FFF2-40B4-BE49-F238E27FC236}">
                <a16:creationId xmlns:a16="http://schemas.microsoft.com/office/drawing/2014/main" id="{0ACA40F6-E388-41F4-92C0-B97A989BB3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17B42C9F-19B8-4C3F-AA01-5C8F04A29D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757A63FD-F4C7-41E2-ACCA-336D44A5AB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4B01B389-103E-4BD4-858A-E2060D4681A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249ACB2F-A757-4F9B-A303-49E30A952BC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8DCB0B8E-C504-4ECF-BA42-48B955F478F1}"/>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1DF7DEC-0083-45BD-BF3E-ACA088D436F7}"/>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21F54FD-6B72-4E1A-A19A-F9535F1CEBCC}"/>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65058047-4531-4B6D-959B-6627788CF680}"/>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B9CBD68C-A257-4834-B4C2-4218E4E29DA1}"/>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5A682A18-FFFF-4FFC-B907-5763A6672ED6}"/>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295DB6D4-0971-4784-9199-F9033F417271}"/>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433D0CEC-FB9E-45EA-AE32-95ACB779F591}"/>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5458030-EEB6-4593-9FF2-8863A25AC51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AF584D41-30DC-41AF-A9E1-43A9261E1026}"/>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5AE714A5-60A9-4E45-A9E2-6A06EEB42F3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E3C4DD7E-CA98-49C6-986E-9D0E49ED416D}"/>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6A772E1F-BF4F-4C34-85BF-D292B841AE0B}"/>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061FC92A-C40C-43B2-A59F-948B4B5A4025}"/>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3E9AE837-5594-4D1C-B8AD-D2689BF6137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D47793B3-DDF4-4430-88CE-A10D8BDD5F05}"/>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BAB5CEB2-2C56-4D5F-9A3D-3D3CFEDD375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66C95654-534B-4911-BD2E-BE6B93F3F231}"/>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93854935-15C1-428C-BF82-28201F7FDE87}"/>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31A7D99D-16B1-4027-BC86-7BF36A45259C}"/>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Tree>
    <p:extLst>
      <p:ext uri="{BB962C8B-B14F-4D97-AF65-F5344CB8AC3E}">
        <p14:creationId xmlns:p14="http://schemas.microsoft.com/office/powerpoint/2010/main" val="682742619"/>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지침을 활용한 관찰">
            <a:extLst xmlns:a="http://schemas.openxmlformats.org/drawingml/2006/main">
              <a:ext uri="{FF2B5EF4-FFF2-40B4-BE49-F238E27FC236}">
                <a16:creationId xmlns:a16="http://schemas.microsoft.com/office/drawing/2014/main" id="{E3110E87-3329-43AF-9D53-2C6006A23D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18801713-48FC-4E7F-A0AC-15C08EE37F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0904FD1C-1143-4F35-BA0E-5C86C89108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6E17077B-1E67-4136-8AD9-DCC80DF369D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38B175F3-E790-4522-9B6D-29ED96FFFB4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21D64170-A873-469D-8688-DADCF6CB06E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4C6499E6-98BB-452A-B90D-F8467CA1A542}"/>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422B82B7-92B4-4B72-88AB-1450CED95641}"/>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C44B533E-C3DD-49CD-857C-BC9627E470E9}"/>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518F1374-5EB9-4D7F-BCA8-230CCA3FA8E3}"/>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0B9EF0DF-E548-4144-830C-E25BEEF7004B}"/>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4F071EBF-E13F-4629-BA4B-FF789E2723E1}"/>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C67A5E4E-B4EE-49DB-A7EF-346E5B4E99CC}"/>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48A91A0F-D8B6-49AB-88AE-F1AC83C351CC}"/>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B4FE1B35-50C7-4733-9310-C59C8863197F}"/>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48D27885-C4FB-4837-9A9F-5F237EB15A8E}"/>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2ECAF3CE-9CDA-49C1-9AEF-294B324E08F7}"/>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32ECBF9F-B4FE-49E0-A098-013689ED6EB7}"/>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F6310A50-53D3-42C8-B1AD-226BE1F67613}"/>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E0F949A7-E454-44B6-B467-84BD63FFF506}"/>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0DC8EF25-FE83-4FA5-B5A4-E63D69B4242E}"/>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CB840CCD-44DE-4A78-9EC7-19898926E186}"/>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Tree>
    <p:extLst>
      <p:ext uri="{BB962C8B-B14F-4D97-AF65-F5344CB8AC3E}">
        <p14:creationId xmlns:p14="http://schemas.microsoft.com/office/powerpoint/2010/main" val="204075226"/>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정보의 범위와 수명">
            <a:extLst xmlns:a="http://schemas.openxmlformats.org/drawingml/2006/main">
              <a:ext uri="{FF2B5EF4-FFF2-40B4-BE49-F238E27FC236}">
                <a16:creationId xmlns:a16="http://schemas.microsoft.com/office/drawing/2014/main" id="{C0F81941-6827-4F1F-9BA8-608E194C70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BF808CE2-547C-45DC-8022-3DF8DCB1B5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A5A0D4FD-DEF0-4A93-8C42-EC4233AF69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82D7135D-6A67-4052-94AD-053305DFD6C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EE381C8C-8C29-4C9F-A0D1-C412586B40A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08C56F06-B1B7-4262-8553-CC4ABB4C3CB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CB2998DE-48B3-4807-8535-5DF61F99110B}"/>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3DFD3C9E-CFB0-470B-9D7A-918B15892042}"/>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A2D9E422-47A3-4DF1-A09B-6001497B6191}"/>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96F47EF6-C3CF-4DC6-91C4-CF931DBAF38B}"/>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B2B15A8-3172-4926-A6EF-B3E55B31DCF7}"/>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8853C0DB-D028-43E5-820D-B9C479AC9FB0}"/>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92B75605-6B64-4073-821F-26CEED224E98}"/>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77000E07-8B6D-4AEF-ADD8-8B7E4192A003}"/>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B6CC4B17-7E00-4723-B0D3-6BD69979C638}"/>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DDA6EA5F-CBC1-4E34-B322-0DA571B3A892}"/>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DDF2066-1945-4767-A6FF-45143FD4BF20}"/>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95A69525-A760-4597-924A-DF903219352C}"/>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217D40BC-E21A-4384-89A1-57AAC1F6AEBE}"/>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Tree>
    <p:extLst>
      <p:ext uri="{BB962C8B-B14F-4D97-AF65-F5344CB8AC3E}">
        <p14:creationId xmlns:p14="http://schemas.microsoft.com/office/powerpoint/2010/main" val="2112759473"/>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Context가 쌓이는 과정">
            <a:extLst xmlns:a="http://schemas.openxmlformats.org/drawingml/2006/main">
              <a:ext uri="{FF2B5EF4-FFF2-40B4-BE49-F238E27FC236}">
                <a16:creationId xmlns:a16="http://schemas.microsoft.com/office/drawing/2014/main" id="{B600FDD4-5425-453B-B29A-E3515C3A3A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2BFE6B95-9243-41AF-A8C5-7ECB3246CBE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66FB9D40-867E-4037-A049-CFD0DFB31B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267FB50E-6FCD-47D6-A042-A9EE3BEE6A9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087F8987-D017-4682-BDD5-9C27F4D37B59}"/>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02C6F616-2E2F-4BCE-AB3D-B659BED5D3A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2AAC54D3-AD7B-4EB1-AD90-1EAA299A7E02}"/>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8FB87DCB-C88E-4F82-82FE-72698FE34DFA}"/>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F0802841-0DAD-42B5-B8E8-59929B81F25D}"/>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F5CE6709-C742-462C-8150-B35305D688BB}"/>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5CBDF784-A558-4051-BBF8-92F04F303202}"/>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7B0F18D3-D89A-4955-9CD4-791D02172F2C}"/>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6973907D-D018-4A96-A263-2C9DC3BA3C93}"/>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EDAFFBE7-48DA-4801-B889-6FC0EB7C7B9A}"/>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9E1F6EA9-110A-4FED-AFA3-E5D3BF1AAAD5}"/>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799997D8-47FD-4E25-874D-D623D6AF1631}"/>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157652C3-DF0D-480E-8834-05E2013C8578}"/>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E1D878F0-8C5D-4090-8054-38ADE8159E9A}"/>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E63FD809-BC3B-40F0-97A1-29DB07A7EB19}"/>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93DA343F-4562-46F2-81A0-788AA010D532}"/>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BAC482FB-9B0C-4DF3-8D95-1A1722C9A4FB}"/>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A64C34A0-6DC8-46D5-8630-228D8BE86451}"/>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10071306-4AD0-414E-8947-3D9FA3CE8E28}"/>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DF321EE4-13A4-4843-9920-9CDEF127A208}"/>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0F8231CF-0CFC-46E6-A43E-9BF06B5BFE38}"/>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Tree>
    <p:extLst>
      <p:ext uri="{BB962C8B-B14F-4D97-AF65-F5344CB8AC3E}">
        <p14:creationId xmlns:p14="http://schemas.microsoft.com/office/powerpoint/2010/main" val="560447904"/>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2 · 관련성을 확인하기">
            <a:extLst xmlns:a="http://schemas.openxmlformats.org/drawingml/2006/main">
              <a:ext uri="{FF2B5EF4-FFF2-40B4-BE49-F238E27FC236}">
                <a16:creationId xmlns:a16="http://schemas.microsoft.com/office/drawing/2014/main" id="{B721D005-50B5-4AE1-A614-E4DA5C5EE2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C3FD5EC0-0B19-433A-A6CB-7AC8A48C40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4E7F7DAA-C9D7-48F6-BEDE-A7D27EF76F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D6BAEA95-9011-46D6-9972-7D669E43158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B03571CD-F791-4E64-9BB9-D4D4F896501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A7315497-475C-44FD-BA62-24739DBD7A5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6BABEE2B-5250-4188-8373-854C228BEFEF}"/>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A19F671A-0E09-4BCA-9EFF-B793433726CC}"/>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27C761B8-C9B3-4B5E-AA80-399A870601D5}"/>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F878AE5C-E79B-4BAF-8D85-384FBCA59244}"/>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6422A24-F785-4864-B0C2-5FA5DC060D72}"/>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4E62CD81-6F74-4B81-B75F-2BBB8A8F01E7}"/>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5163B596-F03F-4ED8-8690-F0143B6C5658}"/>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2F343033-D814-41DB-A523-362F06B3344E}"/>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7D5D06AC-94D3-4D46-B16E-119F027506CE}"/>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Tree>
    <p:extLst>
      <p:ext uri="{BB962C8B-B14F-4D97-AF65-F5344CB8AC3E}">
        <p14:creationId xmlns:p14="http://schemas.microsoft.com/office/powerpoint/2010/main" val="797482725"/>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2 · 언제 필요한 정보인가">
            <a:extLst xmlns:a="http://schemas.openxmlformats.org/drawingml/2006/main">
              <a:ext uri="{FF2B5EF4-FFF2-40B4-BE49-F238E27FC236}">
                <a16:creationId xmlns:a16="http://schemas.microsoft.com/office/drawing/2014/main" id="{34AB3C1D-5249-4A71-84C7-C9D3BB9AD3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E2E5614F-4BBB-4FC3-9C1C-4A49C49A1B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E8CB3814-BA69-4FEB-9FD9-FE1F7A3817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0E1DE54F-713F-49D5-85BE-A6CF7068F3C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52BFB80A-CF66-4A16-930E-3FC4759438B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81F7D0A3-40FC-4CC6-A0AF-B3075D8D36E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96A6F27A-18DF-4168-B57B-2299C3830253}"/>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E7A711A9-8696-42AB-AC8A-B477A9BB52EF}"/>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AB8EA935-9CF4-470C-BBF6-B08DD46B4302}"/>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6D2205A2-B261-4729-A954-90F795F8715E}"/>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692D85D3-A683-4A64-9A15-2A7CFB397967}"/>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3A4DD203-D88C-4004-B02F-90E9505E3064}"/>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0385A522-FB9C-4F9F-9A9F-091E7AFCA475}"/>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BB3EC5A2-2BDF-44C1-925E-46598EA3E413}"/>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D9748252-DCF6-4FE2-881D-06F63B4EDB74}"/>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590F0100-CA36-4EB6-BC67-3DDDBE5B4803}"/>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DCFDA32F-5ADF-4A29-A519-4A6B2A641AB4}"/>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D2878FD6-B0D2-46CE-8557-A2AC7343FEC7}"/>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Tree>
    <p:extLst>
      <p:ext uri="{BB962C8B-B14F-4D97-AF65-F5344CB8AC3E}">
        <p14:creationId xmlns:p14="http://schemas.microsoft.com/office/powerpoint/2010/main" val="1522318759"/>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정보의 양을 다시 묻는 연구">
            <a:extLst xmlns:a="http://schemas.openxmlformats.org/drawingml/2006/main">
              <a:ext uri="{FF2B5EF4-FFF2-40B4-BE49-F238E27FC236}">
                <a16:creationId xmlns:a16="http://schemas.microsoft.com/office/drawing/2014/main" id="{7FBCF049-1287-4C43-A9D7-9E463CEBA0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29">
            <a:extLst xmlns:a="http://schemas.openxmlformats.org/drawingml/2006/main">
              <a:ext uri="{FF2B5EF4-FFF2-40B4-BE49-F238E27FC236}">
                <a16:creationId xmlns:a16="http://schemas.microsoft.com/office/drawing/2014/main" id="{3D17E4CD-DBB5-4C9E-B752-92E47BEADA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3675601A-A77E-4CE0-BE28-2C14B06E86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3A7A2619-54C3-4F37-971A-40C758B928C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B3D69B3D-4437-4DB9-AB69-69C10267626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68D21B20-FE35-47ED-B9F1-DD62EFBC9E7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0831D811-57DD-4204-9EED-2DA8D7A5422D}"/>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FCD8D957-E23F-4A20-A53B-214B58E0D87C}"/>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AC9AE4C5-93FA-4F0F-85B6-E2F08C9B0DD4}"/>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ECADCD0E-B700-49A3-A6C5-B52DFB38E1B6}"/>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C64F59FC-1B22-44AC-8E12-105805A88F7A}"/>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BE571655-A34D-4812-84C0-7C41D35C053F}"/>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6226CDF4-F796-4015-B117-6CB9BCEB0312}"/>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9031176-815D-4006-84FE-C9801C0C23B2}"/>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22F55A9A-FA79-4470-9247-204FD2C15740}"/>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ABC9148E-9970-4B68-8007-0364E1C7610C}"/>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3EF95201-66ED-4E59-9429-18E645356B7A}"/>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24D60BC7-254A-463B-B62B-3A25E947CF26}"/>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97EAD913-13A5-40C4-A623-69136E06FB6A}"/>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F449E52-8C5B-4C5B-B187-BB069F59014A}"/>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52DAA8AE-5091-445C-A083-193238698A59}"/>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9FECA88B-3951-48C7-BB97-2437619159B8}"/>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145EEEF4-2FDB-4217-98F4-F023EDB4FF74}"/>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E34B627F-B7BF-49CE-9BD7-40C07E66CC73}"/>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2F6BCE30-F452-4DBB-8736-102E5A5CC8CF}"/>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6DC2F9C3-0A7D-4354-90A4-D1B417D3216E}"/>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FDB76BAB-2084-436E-B031-9FE08E9D3075}"/>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89FDF890-EC0B-494C-8F30-31FC0EC11303}"/>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833BB8A9-F3C6-4B20-A51B-60D6F4BA50DF}"/>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658943B7-CD70-40C3-906B-8C76042E5B3F}"/>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2AA62F09-9989-4C86-82B0-B5A74BBCE1C5}"/>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E21FC23D-874B-43E7-A4B0-F6A2E3F4CC2D}"/>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FA6DBB11-195D-4164-AA6F-2AD192C732C0}"/>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1E390070-F0E3-4EBA-A290-6DFCAEE6BD58}"/>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D90ACDD5-3CD6-4703-82FD-B5717107126F}"/>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216FFF2E-51BB-45BC-BE67-373C0E96AF5A}"/>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Tree>
    <p:extLst>
      <p:ext uri="{BB962C8B-B14F-4D97-AF65-F5344CB8AC3E}">
        <p14:creationId xmlns:p14="http://schemas.microsoft.com/office/powerpoint/2010/main" val="45640418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필요한 상세 정보의 탐색 경로">
            <a:extLst xmlns:a="http://schemas.openxmlformats.org/drawingml/2006/main">
              <a:ext uri="{FF2B5EF4-FFF2-40B4-BE49-F238E27FC236}">
                <a16:creationId xmlns:a16="http://schemas.microsoft.com/office/drawing/2014/main" id="{B1CC2D8C-459D-450F-BDD2-8D7C619631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0">
            <a:extLst xmlns:a="http://schemas.openxmlformats.org/drawingml/2006/main">
              <a:ext uri="{FF2B5EF4-FFF2-40B4-BE49-F238E27FC236}">
                <a16:creationId xmlns:a16="http://schemas.microsoft.com/office/drawing/2014/main" id="{16E1AA77-76AA-4A92-B29A-6928FE4A528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E55295E1-6EDD-416C-BE7D-1494D23943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5812EAD0-5802-4B1F-9046-1BC99281BBB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955F9350-05D0-46F5-95DC-A28E26F6EDB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7010D755-26AD-4A38-ADE5-5CF3C98037D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B1FE6B48-D2C7-4BA2-B8D3-362E37718461}"/>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CDC05DE2-305F-47EB-B8DD-8549200F66DF}"/>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5B9E7146-D909-4FFF-9E9E-F576E7B4F28B}"/>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9569385D-2F53-440F-813E-C31C3660C74B}"/>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8B8C7EC2-0F9B-472B-B527-947CF4094000}"/>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EEB50F7-6E80-47AA-B699-DA6E90389DEA}"/>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A5710E68-09AC-4423-AC5D-4352AFB4D522}"/>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61CCC02D-EE8D-4B24-B247-91976A399406}"/>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77BEF492-291A-476A-A2BC-1FDA33D3AF50}"/>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247A5C3-4514-403F-92BF-673003B4C659}"/>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1F497379-C78F-48A4-AB26-46C79E814063}"/>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394DCFDC-C298-4B65-BFFC-D2E0D7A66304}"/>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E9E22B1A-6668-4C7F-B5B7-12E29CF6BB58}"/>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Tree>
    <p:extLst>
      <p:ext uri="{BB962C8B-B14F-4D97-AF65-F5344CB8AC3E}">
        <p14:creationId xmlns:p14="http://schemas.microsoft.com/office/powerpoint/2010/main" val="147280925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Core에 남길 기본 안내">
            <a:extLst xmlns:a="http://schemas.openxmlformats.org/drawingml/2006/main">
              <a:ext uri="{FF2B5EF4-FFF2-40B4-BE49-F238E27FC236}">
                <a16:creationId xmlns:a16="http://schemas.microsoft.com/office/drawing/2014/main" id="{8E3BCF1B-CB72-4412-BAF5-A7C7799050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1">
            <a:extLst xmlns:a="http://schemas.openxmlformats.org/drawingml/2006/main">
              <a:ext uri="{FF2B5EF4-FFF2-40B4-BE49-F238E27FC236}">
                <a16:creationId xmlns:a16="http://schemas.microsoft.com/office/drawing/2014/main" id="{2E0ED28A-3ECB-4F16-94B1-EF406644BC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B248D239-8DBB-448E-A5BB-2294769548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5CE1B42A-A334-41A6-96EC-4DCAB44CEDE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E81D8987-41E2-4BD5-A17A-027B38125BA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65847FA2-B0F8-4AAA-BACB-EF5AD0FCC20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FCF10F36-C972-4F15-9FF1-977EDBBF89E7}"/>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B50AD9CF-FD10-4508-B0F9-B0DE514E8931}"/>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6DBA95D1-B906-4853-A083-6DB86B4CF3BE}"/>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3FA298A5-D3FA-4670-872B-3CDCD428946A}"/>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87A362EB-2588-4DEC-A40F-090CB711E740}"/>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D1686BCE-2566-4464-86C9-7917E9F0313C}"/>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27E5BB1D-7139-41C1-8A4D-324F4A7208FB}"/>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98A13EEA-0AC2-4087-A116-B9319F5B1BE9}"/>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3F5A1D1E-7EEE-4605-AF30-E6F0A1E2324F}"/>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30DD124E-F020-45B6-9149-F6B87FB2389F}"/>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71161F9B-681E-43D9-9FC7-1C561500C4B2}"/>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56850043-D6F7-4DC8-BE26-0605CD2841CB}"/>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F87F48EE-DD2A-49D9-B8D9-8E2AB793A759}"/>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69C79A5F-1D8E-433D-A3F8-7FD780C314F3}"/>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94AAFAC3-B6B5-4B29-8C08-9BF23078592D}"/>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18BFEE4D-5D0C-4F36-98FB-EB09A3106827}"/>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Tree>
    <p:extLst>
      <p:ext uri="{BB962C8B-B14F-4D97-AF65-F5344CB8AC3E}">
        <p14:creationId xmlns:p14="http://schemas.microsoft.com/office/powerpoint/2010/main" val="730218958"/>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2 · STATE-03의 문서 구조">
            <a:extLst xmlns:a="http://schemas.openxmlformats.org/drawingml/2006/main">
              <a:ext uri="{FF2B5EF4-FFF2-40B4-BE49-F238E27FC236}">
                <a16:creationId xmlns:a16="http://schemas.microsoft.com/office/drawing/2014/main" id="{E031EDF0-5887-45B0-B9C2-0BBE1C13B46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3AE10872-FB9C-422F-90BE-1641157B2F6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EEC9DD9F-2B84-4FB4-987F-80B163BED9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3334E672-1BD2-4282-8B80-5A3207E7D5E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4F6DE879-DC40-476C-BEAE-FB97A61E7B7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6C2E140D-FF94-4E48-8AB3-F08EFC72CB0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C019DF8F-0700-4F22-9634-623476D2FB8C}"/>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9016E4B4-C518-49F0-BBA6-24C52DA636E6}"/>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AEB1706B-9119-4C22-B9F9-F6C979B13F75}"/>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0EC84E40-204F-4897-902E-69E3A658AB9B}"/>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BA18C7FE-449D-4FE8-835A-896AC1BEE3F9}"/>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406F1ABA-E74B-4D51-A06F-CF49F3A4350F}"/>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FB4CFD74-503C-4EC2-B895-9EAAD4EBF2DF}"/>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AAD46211-7B30-494C-9B77-6123B82CBBE9}"/>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5FB79A46-2013-4D6B-B2DC-430DC701E6DA}"/>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13869143-C81F-4ECC-A2DD-FC439322690D}"/>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5ACC7DC2-1BF7-40A8-AD84-E49BAB2B8CD6}"/>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2C14A77F-38D1-4A90-8F9E-72E0C15E2469}"/>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DE2610AF-2B1F-4C05-BDFA-CA0994D5914A}"/>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8C6D246F-F3EB-45A6-BE41-BEEB6BB36041}"/>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F4913D07-92D3-4689-A848-9AAC78B7B041}"/>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Tree>
    <p:extLst>
      <p:ext uri="{BB962C8B-B14F-4D97-AF65-F5344CB8AC3E}">
        <p14:creationId xmlns:p14="http://schemas.microsoft.com/office/powerpoint/2010/main" val="17586170"/>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관찰하기 전에 질문하기">
            <a:extLst xmlns:a="http://schemas.openxmlformats.org/drawingml/2006/main">
              <a:ext uri="{FF2B5EF4-FFF2-40B4-BE49-F238E27FC236}">
                <a16:creationId xmlns:a16="http://schemas.microsoft.com/office/drawing/2014/main" id="{7F4AA794-1C47-4CCF-A7EF-F3AC936FF8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2D54EA4A-6BB9-45FE-8BF5-0FF2AC25CD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1FDAE60B-5420-4EDB-97C9-68C628E7B3B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627CCD14-0152-40EF-B74D-7011995EFF1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B9B769DA-5336-4A76-8164-9E1169E9879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12A5017A-3DC3-44A0-A9A8-533BB3E872A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2E02EC89-75DD-4A55-B5C2-A2142CD180E0}"/>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B6816332-0F5B-4E82-B08A-ECE733507669}"/>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1B54F8B8-C3A7-4E82-B620-C5DAF7FC736F}"/>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14F8480-C32A-4F63-87D7-62C5908E8AC1}"/>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2958CBA3-ABB8-4E41-86C1-639DAD2E0A6E}"/>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DB8B2D98-5E3F-482D-BFB2-70C49EB4D07E}"/>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EC031CC3-7E26-45B8-AF17-D62986C5E41E}"/>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Tree>
    <p:extLst>
      <p:ext uri="{BB962C8B-B14F-4D97-AF65-F5344CB8AC3E}">
        <p14:creationId xmlns:p14="http://schemas.microsoft.com/office/powerpoint/2010/main" val="2074203809"/>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질문과 근거를 연결하기">
            <a:extLst xmlns:a="http://schemas.openxmlformats.org/drawingml/2006/main">
              <a:ext uri="{FF2B5EF4-FFF2-40B4-BE49-F238E27FC236}">
                <a16:creationId xmlns:a16="http://schemas.microsoft.com/office/drawing/2014/main" id="{A595E9FF-2E3A-4A83-87D3-24BBF28639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C31BD211-B15A-4100-85E8-53FEB5A536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D042ADAD-52F8-4A0E-9A02-2BE7928A183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27462F5-8EA8-466C-A785-6942541360B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A3576DB5-2531-404F-89BB-4E386AE722A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EC0AABEB-3BA6-4392-822F-4B876B4F651C}"/>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E6DE844F-AABA-4237-A0BD-73B0D004E9E5}"/>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53C56A98-EE14-46C7-828E-CC03797A9C26}"/>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A10D8AFF-C405-4F8E-BBB4-7759D8B65ADC}"/>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937F44EE-F4E3-4BBE-AA5C-0F680D52AA45}"/>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7473E9A8-B1E1-44CF-8769-1170CBE86EFA}"/>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F85D35D4-31DC-4F8E-818E-261F94FCAD3E}"/>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03B1AB7C-FCCB-472F-B1C8-6B69AE06EC02}"/>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B6B6C162-377B-4ADF-B841-04E2CC5D5478}"/>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6D5041C8-5AE0-4274-87B9-C985B1608C5B}"/>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74544338-BD02-4320-A60F-62E4EE280241}"/>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3098644C-A493-40A0-B87D-72924AF20BF2}"/>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3D3BB65E-DE18-44B0-98AF-C25B874480E4}"/>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9396B0B3-5175-4DFB-8CB3-111935A72A4B}"/>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3CFD7BCF-0D47-4E4B-9E09-752F4DDE3AC3}"/>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E08171B8-9A65-4685-BE5B-D827780D30E0}"/>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C954E486-6766-4E30-9332-8188E3CDE1CA}"/>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E1950076-664B-4738-B1AC-32CF0E677C7B}"/>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Tree>
    <p:extLst>
      <p:ext uri="{BB962C8B-B14F-4D97-AF65-F5344CB8AC3E}">
        <p14:creationId xmlns:p14="http://schemas.microsoft.com/office/powerpoint/2010/main" val="200381801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두 Task의 문서 접근 비교">
            <a:extLst xmlns:a="http://schemas.openxmlformats.org/drawingml/2006/main">
              <a:ext uri="{FF2B5EF4-FFF2-40B4-BE49-F238E27FC236}">
                <a16:creationId xmlns:a16="http://schemas.microsoft.com/office/drawing/2014/main" id="{EAEFB72C-716B-4D44-A998-9716D27CCB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A8B3F2FC-8F74-4B4D-A2E5-9D26B1C6730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CBEC48CC-9974-4152-ABE2-CD513B9AAC3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0AEC679F-D43A-4E1D-A441-D9997236F5E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3B1EE11D-CF26-4A38-89DB-F9B55B552ED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7E3F8188-69BE-48B3-8BC2-AC129240954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C7A7CE49-374B-45CC-AEBB-5BBD114ACCA9}"/>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86B3E6D4-807A-450E-B23B-70C421F09BC6}"/>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92A56CE0-6DB9-48BB-99EE-B066A38AB2C7}"/>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97A56B8F-0053-40DB-8C06-B3969095A383}"/>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01898CFD-3AC6-430D-B3CB-9A58A5C64370}"/>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14958421-BCAE-4EC4-8160-238CA5434036}"/>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5F94E952-D51B-4679-AE12-BBD776644DC7}"/>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CD513DBF-0141-4813-9FB3-87477266C889}"/>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06C1F617-1D3A-4BB8-AC71-141E656AFC3B}"/>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A71BBE91-A984-45C6-98BB-826EA1111884}"/>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F83E710B-FFFA-4A8F-9A45-1D3F400B6187}"/>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1694E160-20D3-417B-AEEB-4FCD1C67E81F}"/>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618C2FC7-B0F8-4AA0-9148-353FF64A2DE1}"/>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DD3E4DA9-DAF9-464B-86C5-C1B4ED61EEE6}"/>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7568762D-6707-4127-9161-63A6198EAC4F}"/>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85B55AE5-F621-48B7-9B15-1EB99A116F13}"/>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89F29991-352E-416F-807D-702541FF09FB}"/>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Tree>
    <p:extLst>
      <p:ext uri="{BB962C8B-B14F-4D97-AF65-F5344CB8AC3E}">
        <p14:creationId xmlns:p14="http://schemas.microsoft.com/office/powerpoint/2010/main" val="26071834"/>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2 · 다음 문제로 넘어가기">
            <a:extLst xmlns:a="http://schemas.openxmlformats.org/drawingml/2006/main">
              <a:ext uri="{FF2B5EF4-FFF2-40B4-BE49-F238E27FC236}">
                <a16:creationId xmlns:a16="http://schemas.microsoft.com/office/drawing/2014/main" id="{EB1F282E-8A2D-47FE-80A6-88A94633A6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4B768231-513C-42E1-BB91-7E868BE802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58FF1047-8E24-40D4-A72C-C1CC896F79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A9C66F43-660E-433C-B971-0CA4879DB5D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206EDC14-DC96-43EE-B9E8-1BAFBAA5551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D35E37CD-03B7-4284-B054-0B84E36B0666}"/>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14A5E83F-E1F6-4FBC-91A1-D30CD5290773}"/>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7B12E482-5279-4A9C-ABF3-44D3A1313419}"/>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38AF5FCC-C26F-4201-80D4-BE521F63AC42}"/>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5B8106C-6CEF-41D6-ACA9-B6C381935278}"/>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F7AAD871-6CC0-4E84-9317-00D58810DC12}"/>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E9EA1024-5FB7-40F4-B187-46094828C75F}"/>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1B1AA87E-8A8F-494E-BA34-230AAE2AD45F}"/>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Tree>
    <p:extLst>
      <p:ext uri="{BB962C8B-B14F-4D97-AF65-F5344CB8AC3E}">
        <p14:creationId xmlns:p14="http://schemas.microsoft.com/office/powerpoint/2010/main" val="434399197"/>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작업 방법도 반복된다">
            <a:extLst xmlns:a="http://schemas.openxmlformats.org/drawingml/2006/main">
              <a:ext uri="{FF2B5EF4-FFF2-40B4-BE49-F238E27FC236}">
                <a16:creationId xmlns:a16="http://schemas.microsoft.com/office/drawing/2014/main" id="{B15C9509-5E7E-4287-99DF-245DD35211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F06E3770-B615-47AB-9460-E89BE08A14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D3B4682C-A741-40A9-B942-971554BCAA5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3945948E-EA34-410E-8632-9498D96BA14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C8E1A3AA-6B82-4DA9-B0B0-17EB02F70A1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1BA639B9-0285-4799-9708-94EAC41D94A0}"/>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D2C8D011-BAA3-40DD-AB3D-FCE434467E93}"/>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3E183FA0-2529-4555-BDD7-7E78CFC0B781}"/>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E0277D9F-75AD-4632-BB3F-E753AB5E4478}"/>
              </a:ext>
            </a:extLst>
          </p:cNvPr>
          <p:cNvPicPr>
            <a:picLocks xmlns:a="http://schemas.openxmlformats.org/drawingml/2006/main" noChangeAspect="1"/>
          </p:cNvPicPr>
          <p:nvPr/>
        </p:nvPicPr>
        <p:blipFill>
          <a:blip xmlns:r="http://schemas.openxmlformats.org/officeDocument/2006/relationships" xmlns:a="http://schemas.openxmlformats.org/drawingml/2006/main" r:embed="R6748d9302b2f4b0f"/>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5884B2F9-320D-48B7-A53C-668A87E27D72}"/>
              </a:ext>
            </a:extLst>
          </p:cNvPr>
          <p:cNvPicPr>
            <a:picLocks xmlns:a="http://schemas.openxmlformats.org/drawingml/2006/main" noChangeAspect="1"/>
          </p:cNvPicPr>
          <p:nvPr/>
        </p:nvPicPr>
        <p:blipFill>
          <a:blip xmlns:r="http://schemas.openxmlformats.org/officeDocument/2006/relationships" xmlns:a="http://schemas.openxmlformats.org/drawingml/2006/main" r:embed="R78829487895a4feb"/>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A9F8630F-86E2-4331-A0E1-4D2BFAD382EB}"/>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4DB222D9-BAA5-417D-93A1-872CDA3B08A7}"/>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81F0C19B-1FD1-47BA-8321-C49A9B6CF4B2}"/>
              </a:ext>
            </a:extLst>
          </p:cNvPr>
          <p:cNvPicPr>
            <a:picLocks xmlns:a="http://schemas.openxmlformats.org/drawingml/2006/main" noChangeAspect="1"/>
          </p:cNvPicPr>
          <p:nvPr/>
        </p:nvPicPr>
        <p:blipFill>
          <a:blip xmlns:r="http://schemas.openxmlformats.org/officeDocument/2006/relationships" xmlns:a="http://schemas.openxmlformats.org/drawingml/2006/main" r:embed="Ra84cc5debc4342a6"/>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38E3B3AF-A22B-49F1-8C36-97568FBD6365}"/>
              </a:ext>
            </a:extLst>
          </p:cNvPr>
          <p:cNvPicPr>
            <a:picLocks xmlns:a="http://schemas.openxmlformats.org/drawingml/2006/main" noChangeAspect="1"/>
          </p:cNvPicPr>
          <p:nvPr/>
        </p:nvPicPr>
        <p:blipFill>
          <a:blip xmlns:r="http://schemas.openxmlformats.org/officeDocument/2006/relationships" xmlns:a="http://schemas.openxmlformats.org/drawingml/2006/main" r:embed="R753e7a2454ea48ca"/>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4B962E36-84E3-4FFC-BB7A-FB150282B573}"/>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8644A73D-72CE-4B42-B303-0AB988238274}"/>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C9ED0F1A-35A4-40B4-88E2-DF4CA98C0065}"/>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6984F9F7-230E-4369-B3E5-F427A39ABB91}"/>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D33CBA65-2D43-40E0-A811-B2AD425843D0}"/>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DE984771-4080-4D8F-B3C1-12863C312F13}"/>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1CF33DCE-E733-4F12-B7FA-C6CABC9EBC5D}"/>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52E2552F-53DD-4865-81FE-CD19AA3FBFED}"/>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Tree>
    <p:extLst>
      <p:ext uri="{BB962C8B-B14F-4D97-AF65-F5344CB8AC3E}">
        <p14:creationId xmlns:p14="http://schemas.microsoft.com/office/powerpoint/2010/main" val="1622074864"/>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알아야 할 것과 따라야 할 방법">
            <a:extLst xmlns:a="http://schemas.openxmlformats.org/drawingml/2006/main">
              <a:ext uri="{FF2B5EF4-FFF2-40B4-BE49-F238E27FC236}">
                <a16:creationId xmlns:a16="http://schemas.microsoft.com/office/drawing/2014/main" id="{35932781-5AED-4AAE-849B-1DF0013F34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AC8B3BC2-ACC2-413E-BFDF-5693D4B16D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09DFEA1C-390D-46ED-B800-D196699227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27B33F2B-55E5-41CB-8AAF-7D61526446E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1DED91E2-CEDE-4E39-9734-62B99F4D0D1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8D677721-CB68-458D-9182-9002B3363F59}"/>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DFB93A01-4C1C-425D-B99D-0B0567E97E73}"/>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20883360-1F43-4DE1-BF7C-3DE6A29F2981}"/>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A5F7173C-20BE-4878-8A15-2E5404E7919F}"/>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B295177-4921-415A-8267-574A2F900513}"/>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DB872E3E-174D-482E-ADEB-03A5B29D48F9}"/>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8FB3158B-C181-4E84-8450-592EB968B5E2}"/>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0DA1EE57-5772-44C2-980B-22C1C3C9C401}"/>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61DBFE97-4021-42F3-A773-BA2BC63A401D}"/>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02C8667F-5423-4276-A766-DD50B5A2807E}"/>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2C128D0D-B9CD-4C1F-AAF0-9305532FBB2D}"/>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14520B95-F18B-4309-A9C9-AD457FC7D8B6}"/>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F46D8D77-5098-41EB-9469-2365C4E2D5CB}"/>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Tree>
    <p:extLst>
      <p:ext uri="{BB962C8B-B14F-4D97-AF65-F5344CB8AC3E}">
        <p14:creationId xmlns:p14="http://schemas.microsoft.com/office/powerpoint/2010/main" val="1696571959"/>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세 가지 책임을 나누기">
            <a:extLst xmlns:a="http://schemas.openxmlformats.org/drawingml/2006/main">
              <a:ext uri="{FF2B5EF4-FFF2-40B4-BE49-F238E27FC236}">
                <a16:creationId xmlns:a16="http://schemas.microsoft.com/office/drawing/2014/main" id="{C32BB5D1-DC79-42F3-8800-D70A13B1FB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D50D44D8-A785-42D4-84C2-4A1EE491D62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026EEC2D-CC5A-4056-B20C-DF7A714E06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7374CF83-86CA-4441-A468-CBECDE8FECF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7DB7CCF4-B955-40ED-9F2C-289E151591A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3A0495C4-16B8-40FB-949C-22CE9D26985E}"/>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9BC65F3E-F522-42E9-80B0-4B7B150A0013}"/>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2E1DF759-7A1C-46C8-BC74-150337044943}"/>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2A6D4111-6BB4-4EBE-9D1A-F44765647844}"/>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0C1FA3C3-4A2D-4694-B7C2-A200EB586257}"/>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B69FD909-72E2-4ED2-9460-67476B7216F7}"/>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99D783B0-ED0F-4DC8-8155-0D3B687B0B1F}"/>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D7F47071-FDD1-46CD-97A0-2207AF6AB4FA}"/>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A617816C-2A78-4FBC-9E3E-271837E46E3F}"/>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91015A22-F344-45AA-B254-F7C5206B9037}"/>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0013E0B8-B4EE-450D-882B-481A477A3BF5}"/>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6B25877E-910F-490A-9412-0ACF4D3170FB}"/>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75E4DC41-BDB1-4E15-A798-02ADB64D7B68}"/>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Tree>
    <p:extLst>
      <p:ext uri="{BB962C8B-B14F-4D97-AF65-F5344CB8AC3E}">
        <p14:creationId xmlns:p14="http://schemas.microsoft.com/office/powerpoint/2010/main" val="1821962961"/>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재사용할 구조를 선택하기">
            <a:extLst xmlns:a="http://schemas.openxmlformats.org/drawingml/2006/main">
              <a:ext uri="{FF2B5EF4-FFF2-40B4-BE49-F238E27FC236}">
                <a16:creationId xmlns:a16="http://schemas.microsoft.com/office/drawing/2014/main" id="{C9435FD4-4694-4811-9F95-55E33B4086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1E402DA1-DB4F-4FD9-B0F8-001AFC89C2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515CBE06-ED9E-43C2-A9DC-3734C488A2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70F8E870-97E5-4141-A692-586D29609D9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4DDBA361-5800-4F2F-A227-ACA13833A667}"/>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91C469A9-4753-47CA-B834-164586FB48BA}"/>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124F247C-C535-4621-BA54-E13046E0C27E}"/>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F2352B91-F7EC-4364-91B7-40D613CFEDE1}"/>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2861EBCE-8A2D-4F89-96B8-804C121E85B4}"/>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50D0984-E114-4A22-847A-D91766556623}"/>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61525EE2-8B4E-40FD-8586-148529C8ED1F}"/>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CF336763-C516-4AEB-A921-6120C3E06F8F}"/>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3C84AC1E-5D30-454E-855E-0B361ADE184E}"/>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5555F568-6D1C-4E00-935A-191E3855AAFC}"/>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DBA37D92-9331-4F03-9BA5-C62890B44C00}"/>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E8C201E3-975C-45F3-8D81-9CC2A312AD69}"/>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30964F30-4B3C-4176-B7A9-4B7ABE497C09}"/>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Tree>
    <p:extLst>
      <p:ext uri="{BB962C8B-B14F-4D97-AF65-F5344CB8AC3E}">
        <p14:creationId xmlns:p14="http://schemas.microsoft.com/office/powerpoint/2010/main" val="1263635845"/>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TRIAL-008에서 확인한 경로">
            <a:extLst xmlns:a="http://schemas.openxmlformats.org/drawingml/2006/main">
              <a:ext uri="{FF2B5EF4-FFF2-40B4-BE49-F238E27FC236}">
                <a16:creationId xmlns:a16="http://schemas.microsoft.com/office/drawing/2014/main" id="{E98A9856-2017-494C-AF63-76A5616A37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390F0D7E-51E9-4824-BF3A-5A27D506EE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B016B2E8-D7FC-4FF7-954D-0E855A0631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E7720E43-315B-48D7-A58F-12019B566BE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6EE7FBEC-CDF2-4BD2-9266-733963302C3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082F4B6C-742C-4506-B829-3ACB2540130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8F7D8BE2-3F91-4825-90FD-0ACB48E7388F}"/>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D8121A09-69CF-49A7-93DE-44630FA83072}"/>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664F05CA-F66A-407B-9E04-21B1E329DF15}"/>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3F46A7BA-21A7-4F4B-9F2C-B0368B2175F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0F1346E5-3DDC-469E-86D6-792BC3B90222}"/>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F4AC3471-0180-434E-A06D-A7523AAB39CD}"/>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1656CFF0-CEB4-48F4-B16A-94E4E6283804}"/>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070BC61C-E712-4A8C-A379-1BA17716C439}"/>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FC0D1690-A626-4565-BD95-AEAC48514320}"/>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Tree>
    <p:extLst>
      <p:ext uri="{BB962C8B-B14F-4D97-AF65-F5344CB8AC3E}">
        <p14:creationId xmlns:p14="http://schemas.microsoft.com/office/powerpoint/2010/main" val="711269147"/>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두 Trial의 요청 구조 비교">
            <a:extLst xmlns:a="http://schemas.openxmlformats.org/drawingml/2006/main">
              <a:ext uri="{FF2B5EF4-FFF2-40B4-BE49-F238E27FC236}">
                <a16:creationId xmlns:a16="http://schemas.microsoft.com/office/drawing/2014/main" id="{F84EE101-1679-44AC-A119-4112E703C0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1333BC08-302F-4D55-AC84-3F41DFA0D9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E34E5EC5-9DA6-44CC-A6E3-037F11C8411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78B83524-7660-4A05-BDB2-D80B6BCFA2F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25FDF956-CA88-4C83-8C76-05888E93DAC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012008BB-15E6-48E8-9CEF-E3934CAB5DD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2C286190-ACB2-4703-9D4E-950FB936DB5E}"/>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A2FF10AC-20F8-4F10-901D-9FA4B06EAD91}"/>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52E2A184-082C-4190-9C94-DC3F099C1FC1}"/>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19927FBC-0BD1-4FF6-9687-A257284EB2AE}"/>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7504D3B7-123C-4B69-A8E0-7A6A4FB4B9C7}"/>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DF2CC044-43AF-41D7-8B6F-F10829455928}"/>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A24E9D7C-FD25-4BA0-9685-67EC0257FC13}"/>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C15B1748-62AE-4FAC-BF02-3FC3E59E6B3F}"/>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EADC4128-98D9-4476-A866-822B404F3F31}"/>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FA236241-BB96-4ACD-8EA9-27F9CEDB7D1D}"/>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B047D3F1-1469-4FDB-9783-FA2E6334217F}"/>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Tree>
    <p:extLst>
      <p:ext uri="{BB962C8B-B14F-4D97-AF65-F5344CB8AC3E}">
        <p14:creationId xmlns:p14="http://schemas.microsoft.com/office/powerpoint/2010/main" val="385050863"/>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절차와 과제별 판단">
            <a:extLst xmlns:a="http://schemas.openxmlformats.org/drawingml/2006/main">
              <a:ext uri="{FF2B5EF4-FFF2-40B4-BE49-F238E27FC236}">
                <a16:creationId xmlns:a16="http://schemas.microsoft.com/office/drawing/2014/main" id="{D39AF04F-064E-4A04-B3BC-8897FE0C83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726B110A-E215-4C72-8DEC-E8A25E81D0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6E6379DF-9AC7-4352-895A-37CAC30EDD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6542F9EE-91A9-4C3D-AD9A-C71FAF1FE3B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C0004AF6-B352-46D0-8F81-015A24AC1151}"/>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19878DFA-169E-49E0-B4BF-D015F8315E61}"/>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A3DBC751-53BF-4B0A-AF9E-AD7692514987}"/>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C935EB14-575C-42CA-9085-9B6D819E99CC}"/>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5C47102B-0479-489C-91BB-19EE6D347EC2}"/>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5FD581BA-89F5-4E01-AA0A-6D35869C1985}"/>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02813BE1-8446-405E-B411-1C06AA2B2378}"/>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394D5F61-0506-40BE-B4BA-46866BB29106}"/>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418E561B-661C-4870-B68C-397E5A089545}"/>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E74694CB-C39D-4126-B6FA-612774E73B06}"/>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3E50DBE7-D9B0-4565-8B84-B5F7CB70AD7C}"/>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Tree>
    <p:extLst>
      <p:ext uri="{BB962C8B-B14F-4D97-AF65-F5344CB8AC3E}">
        <p14:creationId xmlns:p14="http://schemas.microsoft.com/office/powerpoint/2010/main" val="156555115"/>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시간과 메모리를 함께 비교">
            <a:extLst xmlns:a="http://schemas.openxmlformats.org/drawingml/2006/main">
              <a:ext uri="{FF2B5EF4-FFF2-40B4-BE49-F238E27FC236}">
                <a16:creationId xmlns:a16="http://schemas.microsoft.com/office/drawing/2014/main" id="{3319D581-9952-4452-8263-D336182FFE5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E212DB86-BF77-4652-985E-B66739913D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29AC3F79-699F-4532-A232-FAA45AC6EF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E5D3144B-72C0-4B9F-9051-41C1FC90742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7A414525-9355-48C6-9E3F-8715B0146FE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B7005CF5-9892-444D-896E-7CE7CD70DE7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DAB9F2EF-80A4-4196-88CB-E84B3FF24213}"/>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F755CDF1-CCE0-429A-8ACD-66661D70F0C5}"/>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33375390-4E7C-4135-B894-454E4F3390C2}"/>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9705906F-F414-4972-A8BB-946374927709}"/>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19E8F30D-2A37-421D-BBB3-B8D7C078B9BF}"/>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42862927-DCD4-4A4A-830C-8E9A94FE27DD}"/>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D739D1FB-7569-49DB-B354-A360A065C0BE}"/>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88E5CC8D-D357-4722-914A-0DECB13298CC}"/>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E97EDBDD-C36E-49FB-AA7F-CA6766CE2866}"/>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AFCB369D-9E71-433F-99F4-81303F73C8B8}"/>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E26B2AD2-7998-4707-86A5-5AAA3A81303B}"/>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78A644BD-8E31-4535-B56E-300E01F7C6EE}"/>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Tree>
    <p:extLst>
      <p:ext uri="{BB962C8B-B14F-4D97-AF65-F5344CB8AC3E}">
        <p14:creationId xmlns:p14="http://schemas.microsoft.com/office/powerpoint/2010/main" val="1796647912"/>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Harness로 조사하고 검증하기">
            <a:extLst xmlns:a="http://schemas.openxmlformats.org/drawingml/2006/main">
              <a:ext uri="{FF2B5EF4-FFF2-40B4-BE49-F238E27FC236}">
                <a16:creationId xmlns:a16="http://schemas.microsoft.com/office/drawing/2014/main" id="{B38F97A1-CF14-466C-B8B0-164497200C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D2B6ED6D-C3C6-4920-B461-43422A7E0FC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CB111DDC-17F6-4516-AA77-6D3373BBCAF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3B72D204-BFE0-4A28-A860-6D5891096E1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96AD213D-A730-410D-AD5C-982DD82EB14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BEFF8114-F87A-4F7B-8677-212ED759D47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A4A004DA-1C5E-4167-B5C7-DF6E92A5DA8D}"/>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AEA1532A-4D75-4D29-B9A9-3A0C4354F56D}"/>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15E917D1-4197-406B-877B-E86858763761}"/>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7A0155BE-77F3-48E8-ACF7-F830A798D581}"/>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64373f80bb964baa"/>
          </a:graphicData>
        </a:graphic>
      </p:graphicFrame>
      <p:sp>
        <p:nvSpPr>
          <p:cNvPr id="11" name="">
            <a:extLst xmlns:a="http://schemas.openxmlformats.org/drawingml/2006/main">
              <a:ext uri="{FF2B5EF4-FFF2-40B4-BE49-F238E27FC236}">
                <a16:creationId xmlns:a16="http://schemas.microsoft.com/office/drawing/2014/main" id="{A7068210-DAC3-4E0C-92D7-D9AC77178197}"/>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4F1114A7-D382-4F4A-8D38-6A2868349C4E}"/>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DDA81A25-1065-452C-8506-4DF6B62EE8EA}"/>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B2BA27AD-6510-4A9C-960D-C789317FE22D}"/>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13BD42CE-8E86-442F-BD39-ECD1A594131F}"/>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9ED7343B-A74D-4DF4-89D9-C074DEEC7D36}"/>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1B660264-4484-4CAE-AB30-025E8073A071}"/>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F2AEB26E-2D8E-489E-9BCB-E69A89A51DB8}"/>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FD542FE7-2AD3-47F8-B6CC-36A794710C09}"/>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Tree>
    <p:extLst>
      <p:ext uri="{BB962C8B-B14F-4D97-AF65-F5344CB8AC3E}">
        <p14:creationId xmlns:p14="http://schemas.microsoft.com/office/powerpoint/2010/main" val="374216679"/>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추가 구조의 필요성 점검">
            <a:extLst xmlns:a="http://schemas.openxmlformats.org/drawingml/2006/main">
              <a:ext uri="{FF2B5EF4-FFF2-40B4-BE49-F238E27FC236}">
                <a16:creationId xmlns:a16="http://schemas.microsoft.com/office/drawing/2014/main" id="{69850BC4-A536-41F3-8BC1-A3AD6420552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6">
            <a:extLst xmlns:a="http://schemas.openxmlformats.org/drawingml/2006/main">
              <a:ext uri="{FF2B5EF4-FFF2-40B4-BE49-F238E27FC236}">
                <a16:creationId xmlns:a16="http://schemas.microsoft.com/office/drawing/2014/main" id="{8B85079A-09B2-4898-A2B1-2E4E583E93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224EC8CC-FE18-40B6-8EED-7F24A384971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0AE82CE0-8BE3-4CEB-BF33-3EAF80108AC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D383CCD3-E5AE-45BB-967A-5F6F77FBC44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81AB724E-8FC6-4856-86A7-710BFB27B7D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D8930DB2-D77F-447F-AC98-BBEB6D38ADC7}"/>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896293D6-2871-4759-8E56-FC2D35267E3A}"/>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10B8F8D2-12FC-4E1B-8C2C-B201EF226227}"/>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16DF49D3-3914-45C8-B1F1-39F775CEC9FD}"/>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47B2DE70-34EC-4BFD-A4B6-86B8D7522179}"/>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B3A91686-8FD3-4C2F-B3DB-463D629E42A2}"/>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9656C4A1-CE61-4150-99EB-8B40CE8BC9FC}"/>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531CB751-5F78-4C95-8723-5CA246116D21}"/>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B2C695F-543F-4AC0-938B-196B71EF192A}"/>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738E409-037C-4D56-9260-1B7A75A7517C}"/>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BC1317F6-ACBD-469F-BB9F-047BA20743E7}"/>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25FC1177-334A-43D7-8177-917B20E29680}"/>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5F837EE0-072C-43F2-9026-0EB20D94CC89}"/>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7B3BEF21-0599-4DCA-BCA2-14823BF7EDF1}"/>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Tree>
    <p:extLst>
      <p:ext uri="{BB962C8B-B14F-4D97-AF65-F5344CB8AC3E}">
        <p14:creationId xmlns:p14="http://schemas.microsoft.com/office/powerpoint/2010/main" val="880528273"/>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독립 조사와 결과 통합">
            <a:extLst xmlns:a="http://schemas.openxmlformats.org/drawingml/2006/main">
              <a:ext uri="{FF2B5EF4-FFF2-40B4-BE49-F238E27FC236}">
                <a16:creationId xmlns:a16="http://schemas.microsoft.com/office/drawing/2014/main" id="{7A07D412-2C86-4BB0-B38E-C0E34980FD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AAA3A242-E1E4-4D4F-8382-2A5C859FF6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20E11761-4A40-4A0D-A604-DE51484F93F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DD8201F5-0735-4D14-9AE6-0FC8A25C3F8E}"/>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BD1B5B9D-5C7F-48BB-BD19-1D048709C16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6193593B-59C6-4A34-BDF2-DEBA947CB1D3}"/>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1F3BC662-7B49-4C4B-AD97-F391E4D25C62}"/>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8D416AD9-A4DA-4E87-B09A-C93C413DBD93}"/>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26807F94-B039-4B87-AA29-0AB2229BD1A3}"/>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DAAA3494-72FA-4E4E-AED7-84BD56C5CE7A}"/>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3E21ACB7-2141-4543-91FA-32CC2328CAEC}"/>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B8657B44-16F2-4410-B4FE-34C2711E872F}"/>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B6F06B9A-2430-4121-8D09-BD5298C360F0}"/>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147EE0A3-8E37-4939-9CCC-4DCEF0F23238}"/>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6A7A3AB4-79E5-4C30-A36C-FC8132B5E90B}"/>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95D11CCB-5E81-4A95-B0A4-B1C534921666}"/>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9661EE49-FB09-4248-8005-3A23F6B5E719}"/>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F35CF15F-D394-46C7-BCE8-2A7169FB77B6}"/>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BA4D48B3-83E8-48A3-8714-801095D2E2F3}"/>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BB4710E8-B6E1-45EC-85CD-E7B7E72C7DF7}"/>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0D36DA2D-0AB8-4590-AF52-CD636939F0ED}"/>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Tree>
    <p:extLst>
      <p:ext uri="{BB962C8B-B14F-4D97-AF65-F5344CB8AC3E}">
        <p14:creationId xmlns:p14="http://schemas.microsoft.com/office/powerpoint/2010/main" val="75444943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별도 지식 보존의 필요성 점검">
            <a:extLst xmlns:a="http://schemas.openxmlformats.org/drawingml/2006/main">
              <a:ext uri="{FF2B5EF4-FFF2-40B4-BE49-F238E27FC236}">
                <a16:creationId xmlns:a16="http://schemas.microsoft.com/office/drawing/2014/main" id="{7075BB84-56BA-4730-A407-AC1D653849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8">
            <a:extLst xmlns:a="http://schemas.openxmlformats.org/drawingml/2006/main">
              <a:ext uri="{FF2B5EF4-FFF2-40B4-BE49-F238E27FC236}">
                <a16:creationId xmlns:a16="http://schemas.microsoft.com/office/drawing/2014/main" id="{21F16017-4C57-4959-B9BA-4329E554881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D158FC01-915F-4A1A-BE90-5D8839B777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763282C0-A8BE-46C6-925F-4B18593D114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857A8CAB-3ED0-4508-A3DB-33401EF52065}"/>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A648FAFC-AE53-4B95-B294-CD10CB6C3BF0}"/>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C54050AE-9728-473C-85AA-B61A19FE41E0}"/>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7D31A91C-9508-435E-BE4C-C0507735456C}"/>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270EDBED-BB2D-46D4-8134-3DB1556072B9}"/>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122F4C09-B11A-4822-A7F5-9B230F241C72}"/>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218DAE3F-8D82-454B-A3D6-0AFE8492AEDD}"/>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AE2857D9-AC6B-4EFA-B786-1F5F10FE9233}"/>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8F152A93-6538-4515-8D82-35D3896F9E6E}"/>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3332A969-6BB8-42C1-B459-0DDA521F4ECF}"/>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51BFA745-FB6C-42D2-8E2E-FEBD159D84A3}"/>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F3884B2F-05BE-41C6-81E6-2F9FF78C52BF}"/>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F3AA0531-D485-4C0B-BCDA-0FD82F20241C}"/>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801A823A-9F5A-4389-8918-7832ABBDCBE1}"/>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6E00D341-8D61-40BA-8212-A45148251206}"/>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CD4B8DA2-082B-437C-A718-1831106A84FD}"/>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393C8569-F750-440C-AB99-973F179CFF19}"/>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D3A9A893-1637-42E9-A6B2-3E9E1B8DD820}"/>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3C5860A3-787D-4133-9E76-79CA66C9FB4B}"/>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E2692967-89B5-49D1-A793-6872A8838CF8}"/>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Tree>
    <p:extLst>
      <p:ext uri="{BB962C8B-B14F-4D97-AF65-F5344CB8AC3E}">
        <p14:creationId xmlns:p14="http://schemas.microsoft.com/office/powerpoint/2010/main" val="1092529330"/>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무엇을 남길 가치가 있는가">
            <a:extLst xmlns:a="http://schemas.openxmlformats.org/drawingml/2006/main">
              <a:ext uri="{FF2B5EF4-FFF2-40B4-BE49-F238E27FC236}">
                <a16:creationId xmlns:a16="http://schemas.microsoft.com/office/drawing/2014/main" id="{D01EB957-4DCE-4AB0-99DB-F68D3C9522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1E29ACBB-019A-40F4-BB83-9670DA7FCE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D582EC65-2E80-426F-A7CF-76B1290915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00146FBA-6AB9-436B-B1D9-BD21CEF73FB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4A9EEA9C-485C-423D-B508-DA2E0CB9F4CE}"/>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B9507A1C-68E6-4AE2-93C4-9E30E880C03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A1FD05CF-452B-4755-89E4-863BCFB29643}"/>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FDB15A31-9CA4-41BB-9D77-3683396A79C5}"/>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89765F4F-C495-432C-B968-9966D515B06E}"/>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6867E048-14E9-4297-9BC5-3569DE67963A}"/>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5C69DB09-E6A9-490C-8409-BB3D5507FD83}"/>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630D6B2A-92A0-4A26-8761-0495F1A772DE}"/>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CB712175-9949-4976-8306-43666B7EB42E}"/>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6D1EA378-0F85-4194-A7AE-75E54DF7321D}"/>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BAD72033-2CF9-436F-A0FB-DC3AA6272237}"/>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304A8D8D-E908-4A4F-A029-62CF5ECA53FE}"/>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8B5F6CCE-3674-4DC0-AC84-01B1775816A3}"/>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FD141069-BEDD-40FD-8707-AF4CFE1393C5}"/>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424F8CB7-08D5-430F-AA03-BD22D82ECEF6}"/>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3738BBE7-D953-49F3-B200-172D9D5C1C7E}"/>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CBAC3587-60B4-48EB-B49E-9DEB03FD1C1E}"/>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45A39764-5A7C-4C00-A620-5FC9D49F57AC}"/>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Tree>
    <p:extLst>
      <p:ext uri="{BB962C8B-B14F-4D97-AF65-F5344CB8AC3E}">
        <p14:creationId xmlns:p14="http://schemas.microsoft.com/office/powerpoint/2010/main" val="1237018440"/>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문제에 실제로 필요했던 구조">
            <a:extLst xmlns:a="http://schemas.openxmlformats.org/drawingml/2006/main">
              <a:ext uri="{FF2B5EF4-FFF2-40B4-BE49-F238E27FC236}">
                <a16:creationId xmlns:a16="http://schemas.microsoft.com/office/drawing/2014/main" id="{47B7BDEA-615D-4F3A-90B5-8528DC73C4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9E9F861F-B3C2-4180-8B02-0A9D084655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5C846981-5AE8-4BB4-8428-BDC6A433B3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2705106B-69B2-4376-BFC1-C72B53EE5F6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BA670028-EFD6-46CC-96E9-2FB8474CC4E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0DB66E60-D2A8-4F25-B997-5AD6D8E35B0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2EEA6D5A-E47B-4B97-B7CA-44639FC51C7D}"/>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D2DD0554-B57E-4248-A269-CAE76FB5E5BE}"/>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DB21E46D-6A9D-4938-89AF-00F5FD564178}"/>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5EBAC6B5-73A8-486A-AE05-F8E40C3209A4}"/>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FACCD5AA-2D61-49F9-A095-FFD1722503B5}"/>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845B6A70-3A43-4A86-BFC1-438C42A1C62F}"/>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18FEBCA2-F9EE-435E-9E24-CFFB6A2111AE}"/>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47655D6E-06AA-457B-8435-DDD0BB56F22C}"/>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523EB765-EB7D-436F-B3B3-C4D14BA34BA6}"/>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07F395E8-2050-4F1C-AD6E-7B392BECFE96}"/>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BB392541-628E-40F0-A7EB-DC4B5685438C}"/>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72DC385B-32EC-4407-BD2A-2C8260F7242A}"/>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C37B1BA8-712D-4BF5-A55F-604ABDCD873F}"/>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897E63E3-9A8A-40A9-BDFF-0AB9391B1420}"/>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489A8779-0128-454B-AD67-9904FF4B202F}"/>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7009DAC5-DCED-4A47-B7A4-213E4E641DBE}"/>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B95431BE-AC5B-4841-8D61-363BAD3A6E4D}"/>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Tree>
    <p:extLst>
      <p:ext uri="{BB962C8B-B14F-4D97-AF65-F5344CB8AC3E}">
        <p14:creationId xmlns:p14="http://schemas.microsoft.com/office/powerpoint/2010/main" val="2033556450"/>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개발자와 Agent가 일하는 환경">
            <a:extLst xmlns:a="http://schemas.openxmlformats.org/drawingml/2006/main">
              <a:ext uri="{FF2B5EF4-FFF2-40B4-BE49-F238E27FC236}">
                <a16:creationId xmlns:a16="http://schemas.microsoft.com/office/drawing/2014/main" id="{EEB46004-CBD7-4D72-81E7-1A858569B3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BC6F7440-7DE2-4C6D-9464-688712D2B4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BA3B75D6-A47C-4AB4-985F-B84E4B3362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844AF550-0A46-4610-A778-BA0D474DE09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FBA283B9-2804-4C00-B3A2-2B1199DB85D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236FE31D-6F1A-4F50-B74E-D2BB6FDBE5FD}"/>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E1D62431-1AC6-47E6-99FB-EEE969894EE4}"/>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90B635F6-6C05-45E9-BB8C-ADB2CCCF6677}"/>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E2CC2DA6-6FC0-49B2-B23E-9DA4A61C1780}"/>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20FB5077-AE2D-484C-A38B-CAF4CC30EFB5}"/>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8AA76969-2C5F-4F01-B896-91505E091B0A}"/>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A141DB4E-FD32-424E-A2AC-AEC5808DE73A}"/>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DE93EF4-49A7-4880-AC07-5E57E81AF8B6}"/>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A108EE5-C955-436E-ABA0-230D1B6F8CB6}"/>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2EE5441E-1A43-4591-AA9A-39EE9E27C00C}"/>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CEE02F0A-9755-405C-B022-46DF54482799}"/>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0A498218-06F9-41E5-B025-AF857665D655}"/>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Tree>
    <p:extLst>
      <p:ext uri="{BB962C8B-B14F-4D97-AF65-F5344CB8AC3E}">
        <p14:creationId xmlns:p14="http://schemas.microsoft.com/office/powerpoint/2010/main" val="234569338"/>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실행 환경의 경계">
            <a:extLst xmlns:a="http://schemas.openxmlformats.org/drawingml/2006/main">
              <a:ext uri="{FF2B5EF4-FFF2-40B4-BE49-F238E27FC236}">
                <a16:creationId xmlns:a16="http://schemas.microsoft.com/office/drawing/2014/main" id="{C45C8084-9D8E-44E4-82CA-6C66F091D3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6783E4A4-D5DA-4E36-BF59-7C30C24819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7ACE732A-063A-42C4-9489-0822CACBF0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EC4EE257-9A26-4501-8BB9-C39BE65C1AC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2C37700-2BEA-4129-ABBA-B59155F6F4F0}"/>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80A53EEA-C89F-4B1C-821B-2355E7C431C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B168B049-C500-4E6D-817E-F1F33AC82BB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A2DED242-408B-4662-9EAC-1211D1305FA2}"/>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FF599042-5D6A-4A62-BA85-F75AB302993A}"/>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FEA34F42-2C5A-403A-A041-31EE2C2BF939}"/>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3EC05969-3842-4F23-B544-2BBE8E6664ED}"/>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9C74A92C-0102-499A-883E-AF552D23564D}"/>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04F17CA7-0050-4026-A0C2-5A70388DD197}"/>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890C4FDC-6DA4-49A8-8C41-F9F422D16095}"/>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F5FB55C5-B850-458E-A484-B0CF4A5AD5C9}"/>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35F5452C-60D4-4B42-8323-88404AC87E22}"/>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27E61532-D341-4CBE-B599-2176E3775CBB}"/>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1DB2E475-0D42-4B2C-B47D-1F8EF81E3BEF}"/>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0D8A651D-63EC-4918-908B-72F7F05246C4}"/>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811A6DDD-9CA1-40B1-B3BA-874DBA6E3072}"/>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B9A8C798-7645-476F-BA42-E46F340D2097}"/>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F8EF5E0A-D214-4268-87D8-4E74F71F001F}"/>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Tree>
    <p:extLst>
      <p:ext uri="{BB962C8B-B14F-4D97-AF65-F5344CB8AC3E}">
        <p14:creationId xmlns:p14="http://schemas.microsoft.com/office/powerpoint/2010/main" val="988080539"/>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도구를 넘어 같은 판단을 적용하기">
            <a:extLst xmlns:a="http://schemas.openxmlformats.org/drawingml/2006/main">
              <a:ext uri="{FF2B5EF4-FFF2-40B4-BE49-F238E27FC236}">
                <a16:creationId xmlns:a16="http://schemas.microsoft.com/office/drawing/2014/main" id="{94634DB7-0497-48DE-B1DA-836C12083E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A7265BAC-AD89-46D6-A13B-53F0B2FF75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4F2EF3D5-E183-40DE-8D33-462F36A9B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72EDAFC1-F1DC-4C75-A843-FCEEE215C76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16B7B8E-F692-4BC6-8441-A38B6228CF1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51252203-0281-4873-809C-9CE01E5EC41A}"/>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03A7B305-3957-41E5-B359-71144C274933}"/>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E887A4E9-B0D5-470B-BBE7-FAB78DF4F1CF}"/>
              </a:ext>
            </a:extLst>
          </p:cNvPr>
          <p:cNvPicPr>
            <a:picLocks xmlns:a="http://schemas.openxmlformats.org/drawingml/2006/main" noChangeAspect="1"/>
          </p:cNvPicPr>
          <p:nvPr/>
        </p:nvPicPr>
        <p:blipFill>
          <a:blip xmlns:r="http://schemas.openxmlformats.org/officeDocument/2006/relationships" xmlns:a="http://schemas.openxmlformats.org/drawingml/2006/main" r:embed="Raa96984589ef4862"/>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618349F5-150D-442D-82E3-A6A9AFB792F8}"/>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0FD190F0-6CB1-4395-AD04-08ED0AE691C4}"/>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0C82AAB1-75AC-43B6-ABA1-5FF78C8131D2}"/>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0A5D7F2C-AABC-4E8F-9E64-344B79CB4B91}"/>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4563B5C4-5545-4153-8FEF-EEAB132A5CE7}"/>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EB1DACA5-0B39-45FB-A6F4-493E55D3F7CD}"/>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8D0493BB-ACF9-43CF-96AE-312CF854B7B2}"/>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B9248161-0B60-480E-8D54-C6ECDF53EBEA}"/>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10FA2E89-2043-4505-833F-CCC6B4574741}"/>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2CEE6B8C-C1A5-4DF1-94C1-6DA53456F21B}"/>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F3AA430F-1503-4DEB-B8D0-40C69EC61AB3}"/>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E5902465-2D61-4D1C-AE76-365C0100164F}"/>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7F0A14B6-396F-4B6D-A05C-8754D556B3BC}"/>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Tree>
    <p:extLst>
      <p:ext uri="{BB962C8B-B14F-4D97-AF65-F5344CB8AC3E}">
        <p14:creationId xmlns:p14="http://schemas.microsoft.com/office/powerpoint/2010/main" val="366986309"/>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3 · 내 업무의 반복을 돌아보기">
            <a:extLst xmlns:a="http://schemas.openxmlformats.org/drawingml/2006/main">
              <a:ext uri="{FF2B5EF4-FFF2-40B4-BE49-F238E27FC236}">
                <a16:creationId xmlns:a16="http://schemas.microsoft.com/office/drawing/2014/main" id="{D81CDF7C-08BC-4A6E-B722-BB4DB9578F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CF0DBA23-B9EE-4DB5-A48D-C041F64597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A78E8D20-9DF7-44D2-81BA-66721F478B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F80FC514-E477-4DF3-8EC3-E400F5E9ED6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1F04DBF8-148A-4FB1-B31A-E5AA2A75B44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672D863E-0CC2-483B-A291-83C60D1C10F2}"/>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A5470563-BB0B-4860-A7A1-73240EA0D3A8}"/>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5BCD0E6D-E1AE-4F5E-A625-161CE3753DCA}"/>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9F2A329B-6C39-48E5-8018-FA6F0876B7B8}"/>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5D25C2D5-3C7E-4994-8DEE-46D6E8E22680}"/>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7F4570A7-4C72-4A80-B04D-F57FEF184C94}"/>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40CDD830-2AF4-4F71-B956-BF59BBFDF79D}"/>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CFB49EB7-00C9-4FFC-91FD-852814AD7A0F}"/>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Tree>
    <p:extLst>
      <p:ext uri="{BB962C8B-B14F-4D97-AF65-F5344CB8AC3E}">
        <p14:creationId xmlns:p14="http://schemas.microsoft.com/office/powerpoint/2010/main" val="1306447045"/>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확인된 제품 결과">
            <a:extLst xmlns:a="http://schemas.openxmlformats.org/drawingml/2006/main">
              <a:ext uri="{FF2B5EF4-FFF2-40B4-BE49-F238E27FC236}">
                <a16:creationId xmlns:a16="http://schemas.microsoft.com/office/drawing/2014/main" id="{E8311DC6-4C2E-4337-BFE6-D3DB4A47DC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48397702-84F0-4B32-AB9C-CFE1ADB126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0B92C246-B4EA-4C18-BF23-583F4CEA77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01EDA9F2-9763-4B3A-BD2A-B8AB61DD6C42}"/>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84D2A226-D1C1-4319-8BC4-67C3F4F26DE2}"/>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6B66E9F1-AA67-4C14-8BBC-F88E230072A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CB06C2D3-C269-436E-970B-20E0F2ECCE0A}"/>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F0D4369F-0A36-4C18-B6EF-F2C2CBE4A5D6}"/>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9A646DF0-7D3B-4681-80D3-4ADC11DD2F11}"/>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5660FFDA-F5DC-421C-9F17-83BF375F008A}"/>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6A88FD4D-2996-4260-BF51-26EBD0B8DE11}"/>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4005D1C8-F704-4C60-90AE-4BE92B40C957}"/>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1829A7C6-F276-46DA-AEE7-F695F2C87486}"/>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81F32B51-3750-42EB-80E4-017BF7F42764}"/>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6579BEB1-68F7-437D-8AE7-912E078267D0}"/>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DAE1E69F-1B09-4063-9F56-9304A4E04C07}"/>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A77B23C1-00A6-430E-B3F5-990B3FD2D384}"/>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Tree>
    <p:extLst>
      <p:ext uri="{BB962C8B-B14F-4D97-AF65-F5344CB8AC3E}">
        <p14:creationId xmlns:p14="http://schemas.microsoft.com/office/powerpoint/2010/main" val="206364038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F1186524-B730-4886-88D7-BE14E7AF278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CE685DA4-208B-4399-99AC-DC84A8A392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70BDC4F8-6EA6-44DA-BD51-A13AEC9EC73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77A7FB3E-77CE-4196-8368-F4101BCE125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381335A1-16CF-4A6E-8DE4-9F476621A27B}"/>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1F8B5713-ECCA-401D-845D-CDA1D34AF437}"/>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0983E08A-9E2A-4E73-976B-345C07D625B7}"/>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366825B5-1FE3-4ECC-BD97-A7D54D8D2E25}"/>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4B17A5FB-A2F8-4D33-87DD-55FB81FE038F}"/>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AC47EAEC-5E3A-4B2C-B04A-ECDA15938FA6}"/>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C532B12-3BAB-4DEE-B1F7-94E922FDFA7C}"/>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C7B8DD0F-EAE7-44E4-9339-19CD3CF0441B}"/>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F1BD527C-1E44-4BBC-8110-22C602D576F9}"/>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46F666A6-FBDD-4864-B0B4-154E8CB24B46}"/>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3E264403-9D3C-4A56-AECC-2C3828D95A84}"/>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Tree>
    <p:extLst>
      <p:ext uri="{BB962C8B-B14F-4D97-AF65-F5344CB8AC3E}">
        <p14:creationId xmlns:p14="http://schemas.microsoft.com/office/powerpoint/2010/main" val="1427975622"/>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4  ·  CONCEPTUAL / 가상 사례">
            <a:extLst xmlns:a="http://schemas.openxmlformats.org/drawingml/2006/main">
              <a:ext uri="{FF2B5EF4-FFF2-40B4-BE49-F238E27FC236}">
                <a16:creationId xmlns:a16="http://schemas.microsoft.com/office/drawing/2014/main" id="{7548E468-D805-429E-BEF0-65F94AEEA2E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BE66B247-22B4-4185-A05B-224B382F0BF7}"/>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03F7EFBC-F193-4D91-9930-E10AA89D7B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DC5BF3A5-3D31-49CE-90CC-A8F74AABE279}"/>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A79D3532-116C-42C2-8FFF-C0AFD3C6CB0D}"/>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FD6C8BEC-CCBB-4281-B949-6B0AF9D300FF}"/>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EF6171D-6F80-4A9B-A9A0-001B8F848E5A}"/>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CC48C5C3-C711-426A-835E-D10AE97435C2}"/>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6B2F0F86-CB9A-4320-A1BC-6BA7F5B2C1F5}"/>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2D1149DD-345F-4180-A299-41703D87D0DE}"/>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5451320C-7FA1-48A1-8E90-F5131B033A80}"/>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9A07B50C-CC19-4113-959B-DDDB442FEE99}"/>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EF3D1B49-6F72-4421-82A5-23F9AC6438FC}"/>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24C47FB-E686-444E-A5AA-94664EFF3FF2}"/>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E58BA7EE-17A6-4004-837C-DFCFD431FE8C}"/>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4CF91AA1-25C9-4EF5-8F7C-D5ADBA184BEE}"/>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99592951-164B-4C61-AD80-09FE518C25A6}"/>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42831251-712B-4AC7-A80A-59A57597A5F6}"/>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C5476A47-70CA-4C5A-805C-65ED1A170F3F}"/>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B49F264-07B7-4458-929D-9EE6C601356B}"/>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AFBD9CE9-0FF8-496F-AAB7-50464AF0853F}"/>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9EF25033-08B0-493F-8CC1-52692DB206A2}"/>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8F599BDC-A2FC-4B71-89AD-08A653DA996D}"/>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F1C03315-8969-4772-AFB4-A374AE73DF6E}"/>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04E639A3-895E-47D5-9BEF-129FCA48A008}"/>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421A099F-428C-47BF-A09A-783BCBDA6C5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0B035B94-F480-41B6-BA4A-207C7BCA1209}"/>
              </a:ext>
            </a:extLst>
          </p:cNvPr>
          <p:cNvSpPr>
            <a:spLocks xmlns:a="http://schemas.openxmlformats.org/drawingml/2006/main" noGrp="1"/>
          </p:cNvSpPr>
          <p:nvPr/>
        </p:nvSpPr>
        <p:spPr>
          <a:xfrm xmlns:a="http://schemas.openxmlformats.org/drawingml/2006/main">
            <a:off x="609600" y="59150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888522B7-E00E-4E63-BB7C-8C85CDB3EA19}"/>
              </a:ext>
            </a:extLst>
          </p:cNvPr>
          <p:cNvSpPr>
            <a:spLocks xmlns:a="http://schemas.openxmlformats.org/drawingml/2006/main" noGrp="1"/>
          </p:cNvSpPr>
          <p:nvPr/>
        </p:nvSpPr>
        <p:spPr>
          <a:xfrm xmlns:a="http://schemas.openxmlformats.org/drawingml/2006/main">
            <a:off x="609600" y="619125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Tree>
    <p:extLst>
      <p:ext uri="{BB962C8B-B14F-4D97-AF65-F5344CB8AC3E}">
        <p14:creationId xmlns:p14="http://schemas.microsoft.com/office/powerpoint/2010/main" val="250150977"/>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상 사례">
            <a:extLst xmlns:a="http://schemas.openxmlformats.org/drawingml/2006/main">
              <a:ext uri="{FF2B5EF4-FFF2-40B4-BE49-F238E27FC236}">
                <a16:creationId xmlns:a16="http://schemas.microsoft.com/office/drawing/2014/main" id="{2C4E04C1-C5DC-432A-B6A3-C3A435066EE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96FACAAA-FBE1-42F1-B253-57ED0052E84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03419131-B57D-4541-A5E4-1AAB71839D7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AF116928-E0FC-4B3F-BA00-FD6D5FD18A0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5788D095-33B8-4E17-AB10-75015102B07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53FE060D-9D72-4582-BB8C-B0425CF959C0}"/>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A0F770FC-33E5-4162-B477-30D4AAFEA7DF}"/>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009E84D8-DB58-4876-A9A2-EC68CA0B8A2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BD1E25F6-436B-490A-83CE-BE09E18E137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1763E053-4565-4B2D-B918-A6960CA17FF7}"/>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092F9D25-B6F8-431F-8F52-B56079385CBB}"/>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F22AFB35-C4FA-42EC-98E6-A9DCC21BF01A}"/>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7E9E7776-2DAD-4458-A650-7431873F71ED}"/>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34705E6C-F045-456B-A1C5-A4C9BAA1160D}"/>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Tree>
    <p:extLst>
      <p:ext uri="{BB962C8B-B14F-4D97-AF65-F5344CB8AC3E}">
        <p14:creationId xmlns:p14="http://schemas.microsoft.com/office/powerpoint/2010/main" val="1838563179"/>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대응 범위 비교">
            <a:extLst xmlns:a="http://schemas.openxmlformats.org/drawingml/2006/main">
              <a:ext uri="{FF2B5EF4-FFF2-40B4-BE49-F238E27FC236}">
                <a16:creationId xmlns:a16="http://schemas.microsoft.com/office/drawing/2014/main" id="{4001452A-9F63-4A25-98DE-7F3DBAEF1C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21F4AB6B-D331-4FE9-A369-703F47FA600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A22C7722-566F-49F8-8D43-2B36911384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BCDB9820-991E-455A-A99F-BD79D5110C5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F355148E-5338-438E-8BBF-7453261678F6}"/>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949FFCF3-631A-4F37-90F4-DB01D226E97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D706CD8A-2F23-4632-A723-826C6B9B90EC}"/>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A0CAFBE8-5F44-4204-80C1-FD0024762C6B}"/>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6402C909-EEB9-4A42-8371-26E4333339BC}"/>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9670388F-7D54-4D8C-A72B-BC3DA5723E45}"/>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9936CD0E-8F60-4F1B-B44B-86B472D7E3A4}"/>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23D53A39-3678-413F-AC55-35CFA8004894}"/>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6B130604-0139-4130-BD6D-C0C0F50F7149}"/>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E85B4DF9-582F-4FD3-B8DC-37F40EFFB605}"/>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06CA1C70-A736-4B27-AA20-93BEE58144FE}"/>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AF9172A3-71F1-412C-87C2-F9455BE77F04}"/>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7DA4CA31-AC65-471A-9B8B-F8BF362F84CF}"/>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Tree>
    <p:extLst>
      <p:ext uri="{BB962C8B-B14F-4D97-AF65-F5344CB8AC3E}">
        <p14:creationId xmlns:p14="http://schemas.microsoft.com/office/powerpoint/2010/main" val="215943647"/>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CONCEPTUAL / 원인 후보">
            <a:extLst xmlns:a="http://schemas.openxmlformats.org/drawingml/2006/main">
              <a:ext uri="{FF2B5EF4-FFF2-40B4-BE49-F238E27FC236}">
                <a16:creationId xmlns:a16="http://schemas.microsoft.com/office/drawing/2014/main" id="{71EF3244-4A9F-42B8-A434-16D371E216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D8E20F03-C855-45FF-9050-FF08F887F7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2CF42A53-39D8-4E63-BF31-82EC7C43D24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FEEB847D-9EAA-42A5-8CD5-7FC628E74A8D}"/>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A66087FA-B74B-44B6-9B0E-9A28F7C848A0}"/>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73473403-83D1-4D72-BDEC-299785446C68}"/>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EAF232F6-E673-4D48-A601-A88D10BD2D5A}"/>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00EAFBF4-75E9-4131-AE20-0CB42A645DCB}"/>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635FFCAC-127A-4271-890D-16F034A76FB7}"/>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89907FC2-B972-405D-9D61-D4C134CCDDD1}"/>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3A156276-95DF-4582-8B36-A438D002D865}"/>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AFDF47F6-DDDD-417B-8901-368E05781FCB}"/>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6DAAD892-49A6-4FB6-93C7-D0747199B12C}"/>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B4B954E3-11C2-4654-935E-49E98BD25300}"/>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E04BE37A-32BB-45C5-9822-9648CFEE4E74}"/>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400D7BAA-21C7-4B5B-AC62-51E294C20201}"/>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513247D7-3D59-40C7-B991-1D0FDBE46BFA}"/>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3401CEC7-5AAE-45F3-86DF-331C6A1F62F4}"/>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F73A7A53-9CA7-4779-A1B9-ECFDE14FECCA}"/>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D3928D4D-D06E-4D36-A311-32085F7D38B2}"/>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E0616105-CE49-46FE-A431-D637B3599FA9}"/>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Tree>
    <p:extLst>
      <p:ext uri="{BB962C8B-B14F-4D97-AF65-F5344CB8AC3E}">
        <p14:creationId xmlns:p14="http://schemas.microsoft.com/office/powerpoint/2010/main" val="138394685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가정과 추론">
            <a:extLst xmlns:a="http://schemas.openxmlformats.org/drawingml/2006/main">
              <a:ext uri="{FF2B5EF4-FFF2-40B4-BE49-F238E27FC236}">
                <a16:creationId xmlns:a16="http://schemas.microsoft.com/office/drawing/2014/main" id="{0A36E3A1-BE8C-4774-B1CE-74916DE8F61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D992374D-891A-4D24-8AAA-E9419E41C4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626106C0-CE19-4A8D-8AA9-65B29D2AAC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00C289BD-6103-4F33-B365-8A450D3774A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728AD96B-5BB4-4C45-980D-85518DF3D42F}"/>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5FD81A5B-EDDE-4D70-B614-21D1F1553B4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F17632C8-0F48-42BC-82C5-CE34B3F9A652}"/>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08B626B4-59E1-4CC8-AD75-466B3E833DCD}"/>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15155C44-DF06-4924-A8A8-5CED2CE109F2}"/>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7ECA31B-EF79-4341-9EB7-2DBE016AD1CC}"/>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1CCCE5D4-7F4A-40BF-93A1-AC3CA5CA4C5B}"/>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9714FCBE-5D64-4B4A-BF4D-0C145177BADE}"/>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D9933EF0-5BFD-425E-9094-CDD09BDF973F}"/>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Tree>
    <p:extLst>
      <p:ext uri="{BB962C8B-B14F-4D97-AF65-F5344CB8AC3E}">
        <p14:creationId xmlns:p14="http://schemas.microsoft.com/office/powerpoint/2010/main" val="98055094"/>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원인에 맞는 수정">
            <a:extLst xmlns:a="http://schemas.openxmlformats.org/drawingml/2006/main">
              <a:ext uri="{FF2B5EF4-FFF2-40B4-BE49-F238E27FC236}">
                <a16:creationId xmlns:a16="http://schemas.microsoft.com/office/drawing/2014/main" id="{1554318A-1935-4ECB-9B39-46B87D8D9F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11869F08-351E-4F8D-BB3A-ACD27BBE0C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29C1B420-2224-4316-ADBD-602321A361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492F1FAA-07A5-4BAC-AE73-B89A39372419}"/>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CEA69B4C-699E-402D-A7E1-97E8154F56FC}"/>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0DD057D0-F6E9-490E-A8F7-DD4EACFF25C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E7BADCD8-1CCC-483D-9641-2E468606DBD8}"/>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1D77F0E5-0545-4F93-9C37-51083EA2CE7E}"/>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21A09075-56CD-49D9-BC71-4338DD43DB31}"/>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A0B71891-5417-4A2E-B62E-99FC056224BB}"/>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0296BB31-9784-46AE-9DB7-7C69FCEEB7F3}"/>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3F5D1A18-82C0-4F93-9A9D-5B43BAD6158F}"/>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11BE68BE-F8DD-4158-AE72-35DD5984B2CB}"/>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F343A869-4417-491C-8B2C-B2716E01DE9A}"/>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C2AD644C-4030-46FF-BAB7-FC9F581304CD}"/>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Tree>
    <p:extLst>
      <p:ext uri="{BB962C8B-B14F-4D97-AF65-F5344CB8AC3E}">
        <p14:creationId xmlns:p14="http://schemas.microsoft.com/office/powerpoint/2010/main" val="40425667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4 · CONCEPTUAL / 평가 범위">
            <a:extLst xmlns:a="http://schemas.openxmlformats.org/drawingml/2006/main">
              <a:ext uri="{FF2B5EF4-FFF2-40B4-BE49-F238E27FC236}">
                <a16:creationId xmlns:a16="http://schemas.microsoft.com/office/drawing/2014/main" id="{E28C9344-6B3C-4599-9ABB-C8D295EA6B0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152B89E6-7741-4043-B404-48B1E0546AB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42D8DCB5-2C19-4D62-962C-0BEBDD74CF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697F1535-D17D-432A-B7A6-777F15136E6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4A4FCB7C-554B-412D-82D2-A84248F44D44}"/>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9D7B4353-7F61-4560-B494-142A6AC89765}"/>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95A4BF39-B78D-4AE1-931A-C8B35704654C}"/>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0284C96D-3A31-40D9-B9CC-ED3B30D3393B}"/>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345FB350-3909-4753-A471-BFB5339CB1D4}"/>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18155C0C-C28D-45AE-8A99-BE94FF505C97}"/>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BA0D79C3-EED3-49E1-BB4C-AE9A9F4B2F4A}"/>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043975B8-E648-40A8-8BA8-24244C92A43A}"/>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F2C7F585-33C2-4DC6-9712-E29102A2EA6B}"/>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Tree>
    <p:extLst>
      <p:ext uri="{BB962C8B-B14F-4D97-AF65-F5344CB8AC3E}">
        <p14:creationId xmlns:p14="http://schemas.microsoft.com/office/powerpoint/2010/main" val="494333185"/>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4 · CONCEPTUAL / 평가 설계">
            <a:extLst xmlns:a="http://schemas.openxmlformats.org/drawingml/2006/main">
              <a:ext uri="{FF2B5EF4-FFF2-40B4-BE49-F238E27FC236}">
                <a16:creationId xmlns:a16="http://schemas.microsoft.com/office/drawing/2014/main" id="{FB661050-B53C-4A6F-8828-98277BA672D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20230E16-D02A-4350-8E3E-BB4C3C1A21E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0013BE7F-EDCC-40CF-8581-5FDFD9FAAF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A2074BE-4EF2-472E-ABE0-08D4A46ED75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CADC1B08-C9DC-4367-AC1F-04A856EB5AC5}"/>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9CF6862C-CC69-4082-A0ED-A33964298447}"/>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3188CEA8-91D2-4C47-AB2B-3B224CB68D4B}"/>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08B3A22D-0736-444F-97AA-F2DE37A68C2C}"/>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2334BE10-17EE-43A7-A459-395B7F78FA14}"/>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AD8EF2AB-DABF-4D66-8151-C2D278BEA7E5}"/>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792A4CF6-BA9D-49DD-9129-923F8B138BA5}"/>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22489279-6056-4D97-A4F0-20A7B9E12C37}"/>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3482D80A-CFCB-40D5-A01A-D10116E4D661}"/>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72DE8795-7BDA-48E2-935E-CE8B43D7F8DA}"/>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576D4BEB-40DA-4BAD-9FC5-E25EF8FDFD75}"/>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A71A2DF4-7948-49C8-9D8B-42D7C342E627}"/>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0FA7416C-0A83-465C-915A-78AF40C533CC}"/>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0AB94AC4-C47F-4815-B959-193A52B75F68}"/>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D22AC579-0A8E-40FE-ABB7-C1FF8859ED5E}"/>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5E66C367-0A8E-4809-8B8D-1DA0DBAC45B9}"/>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E41785A3-2117-49FF-94B6-A19375087CB9}"/>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3F911F12-688E-4014-A7C1-AE420F26A463}"/>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C3B99CC5-AEBE-4465-AF3B-ADA4348376DD}"/>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226B39F7-B3BE-4233-8B1E-CD8685007898}"/>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9CCDEB62-2D95-41F8-8857-A2A48384C45D}"/>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0A56BE59-AA99-472B-87D3-8E9FFB4CBB51}"/>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7E9D7C17-C13A-489B-9642-E813C8E72920}"/>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1E7BA1B6-53F5-4707-885E-4B688B93149F}"/>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15C14002-7EB2-4AC3-B3A1-65E79CE6A58F}"/>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2C2B671D-0DE8-4042-A55E-D75C2CC55F67}"/>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772D0CBC-866F-4B00-8F86-6045BE5AEDB1}"/>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7E50CE61-5510-440B-8D84-9CBF8226A1C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46C70797-73F0-4B24-AFA3-6BE073FED4EE}"/>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F8E01D64-DF71-402E-AD1B-825FB91263BA}"/>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1E48E423-51AD-4841-95CA-9028177CDC53}"/>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EF322582-A60B-4094-8D2F-03DC65B4B876}"/>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Tree>
    <p:extLst>
      <p:ext uri="{BB962C8B-B14F-4D97-AF65-F5344CB8AC3E}">
        <p14:creationId xmlns:p14="http://schemas.microsoft.com/office/powerpoint/2010/main" val="735239261"/>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규칙 유지보수">
            <a:extLst xmlns:a="http://schemas.openxmlformats.org/drawingml/2006/main">
              <a:ext uri="{FF2B5EF4-FFF2-40B4-BE49-F238E27FC236}">
                <a16:creationId xmlns:a16="http://schemas.microsoft.com/office/drawing/2014/main" id="{1CA828F5-5214-4F19-8A0B-603FFC65BF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A25B4663-8E22-4482-96FC-95D9DE1E78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12C3D693-D7B1-48EE-A34F-7CE4CE7C713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3802151D-64A9-4EAB-B51F-8B1B1BFDC444}"/>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5FC31590-51E5-4065-A8F4-91D7D510147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57EA8901-E014-4D1C-BC81-3423E2F17B64}"/>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BAA5209E-4E68-4E11-96EE-EDBC160FD3B8}"/>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216CF332-1D5C-40C5-9B27-7D7C0477525B}"/>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D38CB144-C115-4E3A-81EC-1C890215016F}"/>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1463B615-8449-4481-A756-85578D3B70A0}"/>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9D18672B-6F83-4FB0-A121-1642EF578AF1}"/>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737B98CA-81D1-45B9-9345-A14C0C3042B8}"/>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20D0420F-5ADB-4E11-AC13-1709B2E58617}"/>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5E07B29C-7B56-4B90-9B50-6CFBFC39565D}"/>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D27C5EDD-1524-4D88-8517-06F6BEFD605C}"/>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D7BA9112-7B90-4ACE-B7C1-9A552E47404B}"/>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609567C-30CF-4518-8607-2C185F9684CB}"/>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Tree>
    <p:extLst>
      <p:ext uri="{BB962C8B-B14F-4D97-AF65-F5344CB8AC3E}">
        <p14:creationId xmlns:p14="http://schemas.microsoft.com/office/powerpoint/2010/main" val="827896591"/>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4 · 이 교육의 Loop 모델">
            <a:extLst xmlns:a="http://schemas.openxmlformats.org/drawingml/2006/main">
              <a:ext uri="{FF2B5EF4-FFF2-40B4-BE49-F238E27FC236}">
                <a16:creationId xmlns:a16="http://schemas.microsoft.com/office/drawing/2014/main" id="{8A9AEA98-0D87-4053-A04F-360DEFFBA2C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19B445C5-5EA9-4D5C-87C5-BE58EEAFB9E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1EC9A799-4266-4606-9F16-F002F3B5F241}"/>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958CC97C-628D-4B77-B9A1-4A956C52285F}"/>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19E9723C-2E0E-48C7-9C75-B4AFAA0B927F}"/>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9D8D5BFA-D956-447B-9D0E-6E284645DC6D}"/>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91727C4E-4163-4E95-B2D1-8FF95E9C93F5}"/>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D0896296-7CF1-4065-9262-EEF356B43F57}"/>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0C8A8D3-59D7-4D33-A820-6044C1AF472F}"/>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0456673B-ED7E-454D-8BB7-7DBA443460AA}"/>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11754851-3114-42EA-BA02-17193DB10ABC}"/>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BF98287F-94D7-44E9-AF02-633A5546DCD3}"/>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DE4B47F8-DE26-4F6A-9364-13D30E9A33F9}"/>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7B052A98-20B0-4308-BB43-95D3B0A20560}"/>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6EAA82FC-0C5F-480F-A196-B16E9C7A196B}"/>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B76197A4-1BB5-4A4E-8F40-E66C6AD6D342}"/>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A730AD86-4155-4851-8909-5FA749D4D10B}"/>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EFA93BEF-5FC0-4B56-8527-E545D7CEB89A}"/>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C842294F-1F8A-4F1C-8B2A-D15B4AAE27BF}"/>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FBFC3D7A-91BE-4E0F-85D5-1C9D8B223674}"/>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917A60CF-845B-4E0F-8AE7-A36F1A853D86}"/>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493EB25A-C826-42C5-9E9C-002F31136BB0}"/>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068826C2-99D6-498C-9260-EDA66B6271F4}"/>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DA739B8A-F905-480A-9054-365FC9879288}"/>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33784CB2-5BE7-4A75-AC9B-17405C0DCF34}"/>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3CB4A9B0-4F85-4311-9345-EE4E9169C02F}"/>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BDBA34FC-D387-4691-A26E-1D41F68C75BA}"/>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626704F6-B71D-41B8-8A66-BEB2C13F8B01}"/>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8599AA5D-0997-45BF-83E1-03C4E8674E04}"/>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9099C9C1-F7E6-4BF3-A426-D550BA4FFCEC}"/>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F9537B76-0A87-4A52-A0E5-53764A477CF9}"/>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33E5CAEF-8D9C-4496-A22A-E5460D91F31A}"/>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C1B0C1AD-E6A1-48D6-A538-A5B72D4BBFA6}"/>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0531C26B-BAEC-4A45-A2A0-BED6970FE0BB}"/>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2EE08760-DD97-4234-9682-6460BF48030F}"/>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23272213-C18B-4962-99D0-C55C9ACCB177}"/>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08A26AA3-BF88-429A-89C1-C97FDB2809B9}"/>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297CD728-10EB-49DD-BB27-EC8CCE9CBE33}"/>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9AC13AA4-5EEE-4431-A650-2219C2E28F8E}"/>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B43E2B7C-A686-4C70-9DD7-51251C29F1A0}"/>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A52FFC8E-4CA2-4182-9E02-8E39942E44F3}"/>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7553D4FE-E85D-42EF-869E-36AED4BDC36C}"/>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Tree>
    <p:extLst>
      <p:ext uri="{BB962C8B-B14F-4D97-AF65-F5344CB8AC3E}">
        <p14:creationId xmlns:p14="http://schemas.microsoft.com/office/powerpoint/2010/main" val="1735159802"/>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OBSERVED META / Trial 평가·보고 기준">
            <a:extLst xmlns:a="http://schemas.openxmlformats.org/drawingml/2006/main">
              <a:ext uri="{FF2B5EF4-FFF2-40B4-BE49-F238E27FC236}">
                <a16:creationId xmlns:a16="http://schemas.microsoft.com/office/drawing/2014/main" id="{B2626D53-DC2C-4F9F-88F3-7F56B0D6023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7">
            <a:extLst xmlns:a="http://schemas.openxmlformats.org/drawingml/2006/main">
              <a:ext uri="{FF2B5EF4-FFF2-40B4-BE49-F238E27FC236}">
                <a16:creationId xmlns:a16="http://schemas.microsoft.com/office/drawing/2014/main" id="{E61B4E49-F41E-4DD0-8671-64E8EE790FC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CEB6269F-47E5-48CD-8958-9E2B87D6A4C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8B07726B-D47C-4171-B83D-46CBA5D8457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F107584-55B6-4B4C-A006-CEFA52DAD512}"/>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5D18B252-BA68-473A-924D-23EA50BAB381}"/>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4AF9A2DF-9A4A-453F-8516-51043C8A7325}"/>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1B014B4B-C888-4ECF-A03A-BEB5364EE311}"/>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9E83AC33-00D5-4106-99FD-D12CA7E1506E}"/>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16578FCE-9C6B-4B10-9098-37E476A53147}"/>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8168769B-4A57-425D-8969-EB4EC1A98DBD}"/>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42B1A11F-3A26-4895-B336-710D8FEFEF40}"/>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A56EE437-E896-42C5-9889-9B9D33F558A7}"/>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7125B71C-E325-4044-A9A5-C3BBBF4797E0}"/>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6F433E21-7106-46B3-B0E8-00E9187B334B}"/>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6BEFFF76-866F-4E7B-84C9-18DDB444B1B6}"/>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F4482F6B-E64A-4AE0-9717-1CCC2858C713}"/>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D0CC9DFB-2C40-45CC-8B6E-8C1AA8816FEF}"/>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CDC5E0CA-E246-4CD1-B561-B15C7C996B1D}"/>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EA44B258-90A9-4389-A638-E23459070D1E}"/>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2A3A973D-CF2F-4B85-B75F-195FBFC34489}"/>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A522E83A-F817-4360-B9E3-7B2A60BA74D3}"/>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075634AB-8A97-41C9-A2EC-7BC6D74B7B8D}"/>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Tree>
    <p:extLst>
      <p:ext uri="{BB962C8B-B14F-4D97-AF65-F5344CB8AC3E}">
        <p14:creationId xmlns:p14="http://schemas.microsoft.com/office/powerpoint/2010/main" val="1432883974"/>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OBSERVED META / 두 가지 검증 질문">
            <a:extLst xmlns:a="http://schemas.openxmlformats.org/drawingml/2006/main">
              <a:ext uri="{FF2B5EF4-FFF2-40B4-BE49-F238E27FC236}">
                <a16:creationId xmlns:a16="http://schemas.microsoft.com/office/drawing/2014/main" id="{ED5E403A-B2E5-4B57-84ED-8AEA1DF984B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CCF109EC-B88F-4E45-BF72-6ED780E20B4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6D0AB175-35E7-4CC2-8363-CDB2BC7058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36E4B972-FEF7-456C-93E4-6BF8F4250E2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0EDA2E11-A616-4585-B557-1F5D9717D15D}"/>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3715E13D-F6EA-4676-BE9B-7FF6DCA01023}"/>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CD6E8E44-04A9-4B4F-A4A2-3BE79BCC395A}"/>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6A1E4C7A-66CE-4622-89D4-B2123059C332}"/>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5DB27A2E-0789-4D52-9BFB-E068EF9A2855}"/>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D04C8E68-4966-4360-B51B-36A18313B26D}"/>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59F5E606-8C16-44B4-A86D-99DCC24BD37E}"/>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C2211CCD-761C-401E-BA8C-190918544CDD}"/>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BE2686CC-DD7E-4936-BD53-E9BAC24FD5FB}"/>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9D865B3C-C994-40DB-AD8D-9117EC7472BF}"/>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61FA6DC8-D081-468A-8C1B-9D60E3A0E05C}"/>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42A5FAFE-BF9F-455D-87BE-5C78D72A6D67}"/>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417933BD-F525-424F-AEB7-40138A46D78C}"/>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A91A7869-8DA3-4F4B-87CE-BFCFDBC84016}"/>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Tree>
    <p:extLst>
      <p:ext uri="{BB962C8B-B14F-4D97-AF65-F5344CB8AC3E}">
        <p14:creationId xmlns:p14="http://schemas.microsoft.com/office/powerpoint/2010/main" val="1011242012"/>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4 · OBSERVED META / 실제 기록 방식 변경">
            <a:extLst xmlns:a="http://schemas.openxmlformats.org/drawingml/2006/main">
              <a:ext uri="{FF2B5EF4-FFF2-40B4-BE49-F238E27FC236}">
                <a16:creationId xmlns:a16="http://schemas.microsoft.com/office/drawing/2014/main" id="{491F0F9F-8003-4E42-9E34-159BCB08AAF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BFD6DCC2-263E-4991-BA59-44A75D3FD2B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08A0C49F-8FD5-47C0-AE65-756B73B0CF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A6239492-A91A-4A92-B524-FC3DF0234680}"/>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D930CF3-B1EF-4977-ACE3-DD66A5979B95}"/>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ADAA4D31-27E8-4CD1-9CC4-F294F992DF52}"/>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547E5B85-764C-49F0-8A36-67721D1CE234}"/>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7B704C9F-1EF7-4C72-8E49-A70EE07EF7ED}"/>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301470E0-A7D5-4B47-A805-F288F1C2BACE}"/>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1018B209-3912-4812-8BCF-D704BB4C789E}"/>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F312192C-A88F-4BF0-B486-3E1793E13B17}"/>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B9ACA220-C752-4F0E-A486-10DCEE0A2AD5}"/>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4546D5BD-FBC0-493E-B836-42506502D2B4}"/>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22CD144-F08A-4A33-9042-C109D16A032E}"/>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8A0754AB-9A90-4261-AED6-81B55D82EE05}"/>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B0E9C6F5-3884-440E-92A8-7E6A1F16713C}"/>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E5569300-EBBA-49B3-87DC-1124AF2DE720}"/>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CC892AB-C306-4430-8E56-60CF4BD70823}"/>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0915F6E7-87EC-4DAC-941E-158967C49EA9}"/>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39C5159E-7EF6-43B7-B970-584351390CA0}"/>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21874746-A678-4887-A223-0DA582F333B4}"/>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Tree>
    <p:extLst>
      <p:ext uri="{BB962C8B-B14F-4D97-AF65-F5344CB8AC3E}">
        <p14:creationId xmlns:p14="http://schemas.microsoft.com/office/powerpoint/2010/main" val="68011123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OBSERVED META / 후속 기록 대조">
            <a:extLst xmlns:a="http://schemas.openxmlformats.org/drawingml/2006/main">
              <a:ext uri="{FF2B5EF4-FFF2-40B4-BE49-F238E27FC236}">
                <a16:creationId xmlns:a16="http://schemas.microsoft.com/office/drawing/2014/main" id="{0E25D9B2-0DBC-4365-AD89-CA60C3BAD98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2858CEC8-4E7F-4E53-8A44-630A6A9A490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972EDA2E-10C6-4E48-8C03-424EB5119B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13E91461-D660-42F2-8D1F-92B589174C95}"/>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A99A83DF-12C9-4A68-AAD2-9AA7D53E3C29}"/>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9192E3AE-EB03-4F5E-A59C-591B1D1ADD31}"/>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0580C6E3-31C5-4E45-85C5-B780A78D02A1}"/>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C82000E4-AB20-45AC-AC8B-F1CC94DC5C0F}"/>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EC42D954-9352-450D-B9F0-94B827EBA220}"/>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6E0E69EA-414F-471B-91E9-F7041735774F}"/>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AB3D3472-CBD0-47B1-857F-B86051395848}"/>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481AC5EB-9E16-4553-AE2E-8BB4C9AC932C}"/>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76AAFA92-32E6-4CCD-A475-6139494EBA30}"/>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C83F4B4D-79A9-4E27-8186-8A3FDD701EDE}"/>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02376605-7BA0-409E-A5F5-E87321CC0C71}"/>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255CDAA1-1983-420B-A4A2-BC8431E9EE61}"/>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15A29CBD-BCC6-45B8-B2B3-490B0410150D}"/>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F8777BD2-AA39-4015-96A4-FC5AE0C67C93}"/>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D7123FE4-123F-4380-91CD-6D500D1CCD34}"/>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BCC4A07D-7F9C-4337-9576-B4EFC6A451ED}"/>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E508A29C-46B1-413F-AA53-FA0D8EDF1914}"/>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3C3671E2-CA48-4538-A23B-6520F7BA2769}"/>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41BDE69C-7C62-4E19-9B52-D04EEB847EF1}"/>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Tree>
    <p:extLst>
      <p:ext uri="{BB962C8B-B14F-4D97-AF65-F5344CB8AC3E}">
        <p14:creationId xmlns:p14="http://schemas.microsoft.com/office/powerpoint/2010/main" val="470488337"/>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OBSERVED META / 사례 회수">
            <a:extLst xmlns:a="http://schemas.openxmlformats.org/drawingml/2006/main">
              <a:ext uri="{FF2B5EF4-FFF2-40B4-BE49-F238E27FC236}">
                <a16:creationId xmlns:a16="http://schemas.microsoft.com/office/drawing/2014/main" id="{8CA0C8F0-BDBF-4C0D-B6AF-31ED9BED1F9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9B825147-E9A8-4681-9BEF-B4BA3381108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B0659B20-30EF-4824-9E1F-2CAAFC76BB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821D86FC-AD9B-4F28-B891-F2F2130A4FB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D83921B-B4DF-4CF9-9F04-C72EE7979D6D}"/>
              </a:ext>
            </a:extLst>
          </p:cNvPr>
          <p:cNvSpPr>
            <a:spLocks xmlns:a="http://schemas.openxmlformats.org/drawingml/2006/main" noGrp="1"/>
          </p:cNvSpPr>
          <p:nvPr/>
        </p:nvSpPr>
        <p:spPr>
          <a:xfrm xmlns:a="http://schemas.openxmlformats.org/drawingml/2006/main">
            <a:off x="609600" y="57721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78322590-FE30-4D84-88DD-E8A1E0ED06EF}"/>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A8835187-D6B2-43DA-83B1-1563A8A69754}"/>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C342FB43-3D93-41C5-B72D-B814E11517A5}"/>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DBB209FB-6BAD-4835-ACA3-0BD7230E8A42}"/>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C4084E4E-978C-475D-B618-32068EFE6107}"/>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5DEF8A07-68AC-496D-BFBF-3AAA246C49B0}"/>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FA14812A-3E6A-433D-B290-2F1636A74A1D}"/>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211210E0-89A2-4F0C-BF3F-C138B88E2951}"/>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8184EB3C-50B2-4073-9109-C9F17ECACF4A}"/>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94759FAB-AE6E-4DCB-8A86-E1B27A0C5035}"/>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EA285262-8BDA-4E83-A8E8-9F2635F7DCFA}"/>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63A16C38-5783-46CA-8FF8-2F13B18EEAF7}"/>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B114C1A6-E10E-47C4-B7EE-1AF5242C0A10}"/>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Tree>
    <p:extLst>
      <p:ext uri="{BB962C8B-B14F-4D97-AF65-F5344CB8AC3E}">
        <p14:creationId xmlns:p14="http://schemas.microsoft.com/office/powerpoint/2010/main" val="1813703856"/>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 VISION / 적용을 위한 가상 질문">
            <a:extLst xmlns:a="http://schemas.openxmlformats.org/drawingml/2006/main">
              <a:ext uri="{FF2B5EF4-FFF2-40B4-BE49-F238E27FC236}">
                <a16:creationId xmlns:a16="http://schemas.microsoft.com/office/drawing/2014/main" id="{3C37B632-CD16-41D3-9723-F0D6B1E28DD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7361F6C8-6A39-4710-8147-718F49A1BF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EE181BD3-629E-4851-9C7F-F8D8D63B41D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7EB03344-A903-4490-AE8E-304E77F5CFBC}"/>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0A488C91-3E7D-451E-B998-719170177283}"/>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C02FBD87-FE10-4F04-B2BE-2CA925FE6892}"/>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91ECA718-0CC9-4B2F-A408-CBCCE50E3300}"/>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E53D46F2-9085-4C6C-B319-D171489554D8}"/>
              </a:ext>
            </a:extLst>
          </p:cNvPr>
          <p:cNvPicPr>
            <a:picLocks xmlns:a="http://schemas.openxmlformats.org/drawingml/2006/main" noChangeAspect="1"/>
          </p:cNvPicPr>
          <p:nvPr/>
        </p:nvPicPr>
        <p:blipFill>
          <a:blip xmlns:r="http://schemas.openxmlformats.org/officeDocument/2006/relationships" xmlns:a="http://schemas.openxmlformats.org/drawingml/2006/main" r:embed="R83603a08a7e84fc7"/>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72C0B528-5909-41D2-A067-070337D1AFA8}"/>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6DDE4764-406A-4E61-85CE-A37C8616EF89}"/>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2C0AE9BA-3B63-4E83-B589-56F9F01965CC}"/>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441DCC65-971C-4F0D-9808-7EC8465D92FC}"/>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BAF46943-4250-4B4E-8BF0-DDE3301022EA}"/>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41C294D9-0943-4A10-8AAB-67088E2571C5}"/>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D9FAF090-E3A7-47BB-8092-7502AE901C5A}"/>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51763E45-4FEC-4BAF-A2EC-75D8E2BEB3DD}"/>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61499F85-F281-4D30-B2B9-17AF5F712395}"/>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C574586-AACA-4CCB-B322-972BA37DCAA5}"/>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99E8FD1E-CF8A-43FF-9D32-7D4AA4BF4F10}"/>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81B3D837-85C4-437C-A8F1-2D15598CFAFB}"/>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A5826FC8-3824-4179-A3F6-62BF0BF1BFBF}"/>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7468E1B4-8BBA-4858-81E9-DC2FEE0C3F41}"/>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Tree>
    <p:extLst>
      <p:ext uri="{BB962C8B-B14F-4D97-AF65-F5344CB8AC3E}">
        <p14:creationId xmlns:p14="http://schemas.microsoft.com/office/powerpoint/2010/main" val="1247107187"/>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전체 여정 회수">
            <a:extLst xmlns:a="http://schemas.openxmlformats.org/drawingml/2006/main">
              <a:ext uri="{FF2B5EF4-FFF2-40B4-BE49-F238E27FC236}">
                <a16:creationId xmlns:a16="http://schemas.microsoft.com/office/drawing/2014/main" id="{8E288319-BAC1-4915-87D7-D00C878B356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9884F8E8-8CE2-4FBF-A6B5-118AA939C2E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576117E6-C39A-467D-B26E-893A18193D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CF70B02C-A6AC-44FA-8717-7395E61DAF0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46CC734B-DD03-4510-BB31-2E8DD53E978B}"/>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14EA630A-65DA-4137-ADEE-06B6FD7B65ED}"/>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0D95137B-4048-404B-863D-2CB58B45E6A4}"/>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7DE9C953-9E9D-41DA-AA1E-AF71D24F1D55}"/>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45F68693-A799-410A-A347-6885181EC415}"/>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B22AD5A8-CE49-4A28-B896-A5D5082AF289}"/>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429DFFD6-AF2B-49FE-AEF5-60BB75E66C91}"/>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A6DBC7E2-43CE-48A1-ABB5-FB8F8551BA2E}"/>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642F552B-B499-4E6D-B90B-E1BC002FEDAC}"/>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54C29CB7-0F64-4CE4-9967-8FEBE7C35F44}"/>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8943C070-80C6-4D34-A5F9-D9644B064BC2}"/>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CFE4B56B-9835-4A88-B439-3D4CF7EAB342}"/>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0B4D33F6-1724-4F5C-A224-F6F48EF6A15E}"/>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FC8C494E-8913-4FD5-AFD4-DD4D1D82D600}"/>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13C74838-41BE-4728-9E87-F03678CC9D54}"/>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B94C4213-6DC3-4F77-9501-66D4AB7F57E8}"/>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5E982989-2A39-42D3-8ED5-70EE966D1397}"/>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702DB991-B8DB-43F0-A730-44B8F17C2E47}"/>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5BAA6822-305C-41A9-A3A6-F83EA4CD0F3D}"/>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A4B2D7D7-8CC7-4D60-AFB6-554C3A2AB6C6}"/>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921B4E57-E62F-49AD-BF77-3AA1F54B8F09}"/>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65A21935-60EF-459C-8CB6-400A7851ED1E}"/>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6418977A-09BF-4BB0-ACAB-3E2A956B328F}"/>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6E4EF8D7-B4B8-411E-94F1-05E265AD9776}"/>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C3E86323-A769-472A-B251-E997E7E3D6B2}"/>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E77850FF-8C87-42E4-9FC0-8CE9BAB642D9}"/>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B812E561-4481-453D-BE06-0E6B7C11985E}"/>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3C5C8C76-9E75-4A4B-AE27-9F9E13FCF95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Tree>
    <p:extLst>
      <p:ext uri="{BB962C8B-B14F-4D97-AF65-F5344CB8AC3E}">
        <p14:creationId xmlns:p14="http://schemas.microsoft.com/office/powerpoint/2010/main" val="396437091"/>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3" name="ACT 5 · 확인된 제품 변화">
            <a:extLst xmlns:a="http://schemas.openxmlformats.org/drawingml/2006/main">
              <a:ext uri="{FF2B5EF4-FFF2-40B4-BE49-F238E27FC236}">
                <a16:creationId xmlns:a16="http://schemas.microsoft.com/office/drawing/2014/main" id="{48B444BA-4CA0-4ED3-847D-3588324E7A6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D1BB6BB5-7556-43A0-81DD-536AB3D3EB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9DD6E79D-8A89-4A10-B0E5-C7D6679919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BA839EF3-3CCC-4CC7-A228-7E7315E424C7}"/>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6 / S32 / S45 발표자료 발췌">
            <a:extLst xmlns:a="http://schemas.openxmlformats.org/drawingml/2006/main">
              <a:ext uri="{FF2B5EF4-FFF2-40B4-BE49-F238E27FC236}">
                <a16:creationId xmlns:a16="http://schemas.microsoft.com/office/drawing/2014/main" id="{9DBBEFBF-7291-4162-8C33-6920F48E57AA}"/>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S16 / S32 / S45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7A004A28-8CF8-4754-85B8-3002A61B753B}"/>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AF03CE1C-69BD-48E5-90B5-F8B4C48E5987}"/>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5B19D1B8-0E97-4A54-9551-94FEA5228949}"/>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A3DA6A40-AA91-4927-8F2C-BF0AD37727F5}"/>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F39BC99E-8620-486E-A117-786C6CB7303A}"/>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EEBBDDF9-11CC-478B-98BA-ABB2E8DC87A7}"/>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B85A66D-D839-449A-82CF-86C7BD6C4D8E}"/>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0D0C7B27-95ED-4A31-AE5C-A24215DA1041}"/>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5BC13868-014C-4CE4-88D8-C227DE0B2C7A}"/>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E4EAABBC-A7F3-4D58-B521-DD4A12EEAEDD}"/>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FDB4F453-27EA-472F-AB27-51627EBDC88D}"/>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7305153-BEE8-4C45-A846-AB1EDF0E60B2}"/>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AE4B58E4-5F80-4679-832A-002CCEA74B90}"/>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BB51E6F0-2B6F-4D42-AE6F-F8B170446481}"/>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E3627CB1-55B2-4142-A91B-381D944C18CB}"/>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4E2936AB-4663-48A0-93F2-FF2F76F6FDE2}"/>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A44338C7-2F17-4E1B-B180-0DC87D123166}"/>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92A80537-E868-4C48-B666-2F6DEE3BB09A}"/>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C9B08D64-1270-4A17-8EBA-FEBF2F1C9DA8}"/>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7ABAF3EF-7CB6-4000-AA53-D3CA9F0F1B62}"/>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FC09B6E0-A230-4438-B7B6-5167D863D3CC}"/>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035EDAAE-EC86-4699-ABB0-DBDEE1CFC5C2}"/>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928A2072-B53D-4347-9B66-538BB229A4FF}"/>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CAA57E18-C30B-4F48-805F-C61174BDDD24}"/>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2EC74988-BBA4-4CEB-B8F9-A18D31A789C6}"/>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C0032644-4D41-4A0E-8AC3-F806B3354552}"/>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E256E020-AF57-4D62-9338-82051CF13203}"/>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4DFE7451-9991-4917-8F8A-96BCC62B3B20}"/>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1079F62F-7F1D-413E-9E66-0E484ADEC003}"/>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069AD6A3-0872-4E69-B6AD-CCFFDAD1B438}"/>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E8C83EA0-4C01-44F1-905B-8B865998152F}"/>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1ECACB00-8A4A-45B6-B945-4A8659AA1B7B}"/>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F2D047A8-D76D-4B71-A52E-50877BEF1ECA}"/>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8C727EB2-1A0A-416D-B295-B77863F41001}"/>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3034A3C2-4C38-466E-8E72-9075A3F077DA}"/>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3F86F39-C752-4844-BDC1-7DBB9CB45B9D}"/>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978809FE-C602-4639-891F-4381D8B759C9}"/>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44F981C2-3CC8-4169-99E7-26D3C4B3D9A8}"/>
              </a:ext>
            </a:extLst>
          </p:cNvPr>
          <p:cNvPicPr>
            <a:picLocks xmlns:a="http://schemas.openxmlformats.org/drawingml/2006/main" noChangeAspect="1"/>
          </p:cNvPicPr>
          <p:nvPr/>
        </p:nvPicPr>
        <p:blipFill>
          <a:blip xmlns:r="http://schemas.openxmlformats.org/officeDocument/2006/relationships" xmlns:a="http://schemas.openxmlformats.org/drawingml/2006/main" r:embed="R1c80bad8dfb541ed"/>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00D7491C-218F-429D-B060-7CF76A6F512A}"/>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6 · STATE-00 → STATE-00-FIXED">
            <a:extLst xmlns:a="http://schemas.openxmlformats.org/drawingml/2006/main">
              <a:ext uri="{FF2B5EF4-FFF2-40B4-BE49-F238E27FC236}">
                <a16:creationId xmlns:a16="http://schemas.microsoft.com/office/drawing/2014/main" id="{0463D97E-BAAE-494C-AA7C-63982F123906}"/>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S16 · STATE-00 → STATE-00-FIXED</a:t>
            </a:r>
          </a:p>
        </p:txBody>
      </p:sp>
      <p:pic>
        <p:nvPicPr>
          <p:cNvPr id="46" name="">
            <a:extLst xmlns:a="http://schemas.openxmlformats.org/drawingml/2006/main">
              <a:ext uri="{FF2B5EF4-FFF2-40B4-BE49-F238E27FC236}">
                <a16:creationId xmlns:a16="http://schemas.microsoft.com/office/drawing/2014/main" id="{A01DEB3E-CD3B-42C8-8241-1796251B5931}"/>
              </a:ext>
            </a:extLst>
          </p:cNvPr>
          <p:cNvPicPr>
            <a:picLocks xmlns:a="http://schemas.openxmlformats.org/drawingml/2006/main" noChangeAspect="1"/>
          </p:cNvPicPr>
          <p:nvPr/>
        </p:nvPicPr>
        <p:blipFill>
          <a:blip xmlns:r="http://schemas.openxmlformats.org/officeDocument/2006/relationships" xmlns:a="http://schemas.openxmlformats.org/drawingml/2006/main" r:embed="Rf73c211626f54a26"/>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CFA7CDDE-BE48-4B51-975E-E2E1998D55DF}"/>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2 · STATE-02 → STATE-03">
            <a:extLst xmlns:a="http://schemas.openxmlformats.org/drawingml/2006/main">
              <a:ext uri="{FF2B5EF4-FFF2-40B4-BE49-F238E27FC236}">
                <a16:creationId xmlns:a16="http://schemas.microsoft.com/office/drawing/2014/main" id="{50E30DFC-E75E-4562-AFCF-5E8ACC9B74BB}"/>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S32 · STATE-02 → STATE-03</a:t>
            </a:r>
          </a:p>
        </p:txBody>
      </p:sp>
      <p:pic>
        <p:nvPicPr>
          <p:cNvPr id="49" name="">
            <a:extLst xmlns:a="http://schemas.openxmlformats.org/drawingml/2006/main">
              <a:ext uri="{FF2B5EF4-FFF2-40B4-BE49-F238E27FC236}">
                <a16:creationId xmlns:a16="http://schemas.microsoft.com/office/drawing/2014/main" id="{86F4C15D-1F3D-4DA8-B6C5-ABB83AFB79E2}"/>
              </a:ext>
            </a:extLst>
          </p:cNvPr>
          <p:cNvPicPr>
            <a:picLocks xmlns:a="http://schemas.openxmlformats.org/drawingml/2006/main" noChangeAspect="1"/>
          </p:cNvPicPr>
          <p:nvPr/>
        </p:nvPicPr>
        <p:blipFill>
          <a:blip xmlns:r="http://schemas.openxmlformats.org/officeDocument/2006/relationships" xmlns:a="http://schemas.openxmlformats.org/drawingml/2006/main" r:embed="R195b654423414db8"/>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17885CD1-1113-4B8E-AFDD-38704A7820F2}"/>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5 · STATE-04 → STATE-04-PERF">
            <a:extLst xmlns:a="http://schemas.openxmlformats.org/drawingml/2006/main">
              <a:ext uri="{FF2B5EF4-FFF2-40B4-BE49-F238E27FC236}">
                <a16:creationId xmlns:a16="http://schemas.microsoft.com/office/drawing/2014/main" id="{7307D2CA-1398-4694-89B9-F2A83C2B931D}"/>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6FA250AB-7BD0-40CC-B8A2-F2506A2748B8}"/>
              </a:ext>
            </a:extLst>
          </p:cNvPr>
          <p:cNvSpPr>
            <a:spLocks xmlns:a="http://schemas.openxmlformats.org/drawingml/2006/main" noGrp="1"/>
          </p:cNvSpPr>
          <p:nvPr/>
        </p:nvSpPr>
        <p:spPr>
          <a:xfrm xmlns:a="http://schemas.openxmlformats.org/drawingml/2006/main">
            <a:off x="609600" y="549592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Tree>
    <p:extLst>
      <p:ext uri="{BB962C8B-B14F-4D97-AF65-F5344CB8AC3E}">
        <p14:creationId xmlns:p14="http://schemas.microsoft.com/office/powerpoint/2010/main" val="200436693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5 · 이번 Demo의 선택 기준">
            <a:extLst xmlns:a="http://schemas.openxmlformats.org/drawingml/2006/main">
              <a:ext uri="{FF2B5EF4-FFF2-40B4-BE49-F238E27FC236}">
                <a16:creationId xmlns:a16="http://schemas.microsoft.com/office/drawing/2014/main" id="{603BF23A-EB4E-4B94-BF61-E4DCAA8E106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3C665762-1B69-4471-9830-1E35FFD1B57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59AF3806-0187-4E4D-B670-5A42F4A6E0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8EDC9B87-F58A-477C-A755-DDC2F88A0853}"/>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49A43922-B059-4C3F-B561-15D40257916D}"/>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E7159BDF-EDD2-41A0-B45F-B8843ED92A2F}"/>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476149E0-7D67-4CBE-86D1-3AEFB41E5D1C}"/>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57DCA0F7-B28F-422E-A331-D2F9F742A194}"/>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DDE549E5-07F7-4472-A6D6-BE9CCA9551A0}"/>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749E9DCA-C149-446F-971D-C1781AFA2D2B}"/>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AF1662D5-89CB-4AEE-862D-09A74FD5072B}"/>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DA082AE2-F705-4553-810F-102798CDC77A}"/>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8A4FAF1B-044E-4A46-9BC7-8EEBC368FEDE}"/>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18CFF82A-022F-4AD6-8189-4FC05EFDA45C}"/>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Tree>
    <p:extLst>
      <p:ext uri="{BB962C8B-B14F-4D97-AF65-F5344CB8AC3E}">
        <p14:creationId xmlns:p14="http://schemas.microsoft.com/office/powerpoint/2010/main" val="1080438848"/>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개발자의 판단">
            <a:extLst xmlns:a="http://schemas.openxmlformats.org/drawingml/2006/main">
              <a:ext uri="{FF2B5EF4-FFF2-40B4-BE49-F238E27FC236}">
                <a16:creationId xmlns:a16="http://schemas.microsoft.com/office/drawing/2014/main" id="{2D3A5C91-DD39-4967-9BBA-8808005F4AB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92D6F4A5-FF34-438D-882D-E16F55CE346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CF8C20D9-5097-4D9C-991B-E645331C90C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DB7B782E-1188-493B-A19D-EEC2800602CA}"/>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F8323776-704B-48DA-843E-0819DAD5E0EB}"/>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9AA6DC3C-9852-437A-90CF-8729EC5C9F8D}"/>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4F9BC50C-E400-4B12-B493-8206239910EA}"/>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FBE56DBB-F4DE-49B2-8681-72E068D73786}"/>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2B8F99D2-FCEB-490C-8BD2-BB8051A38EEB}"/>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AB5452E5-1C5B-4AF9-BA58-8D701EE130C4}"/>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8DFCDBB8-1A80-4B48-A749-4CF25383F8EE}"/>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953D4F80-1E74-4FD1-B3DA-CB4E87DABBDC}"/>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9DBB2A03-8912-469F-BCFE-69B78C48EB1D}"/>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7D2B29CE-8FD0-494B-812F-CD87853AD8EB}"/>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E969C2A6-9EAB-48FA-9BFF-D9772C2FFF93}"/>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5FCBC5E3-BBD0-4838-A693-79CAE873882D}"/>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8E3DA091-79BD-461C-BC36-F141E9EF792C}"/>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8D845C21-D588-4298-B5F8-0FEEADDDD65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052AFD33-7812-4E13-9935-CA745895D0E0}"/>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6C0FE787-0D38-4E52-8E86-8EDDDAEA50FF}"/>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5ACFEAD0-2ECF-412A-8DD7-119F0E2328D0}"/>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Tree>
    <p:extLst>
      <p:ext uri="{BB962C8B-B14F-4D97-AF65-F5344CB8AC3E}">
        <p14:creationId xmlns:p14="http://schemas.microsoft.com/office/powerpoint/2010/main" val="116137571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5 · 일하는 환경을 설계한다">
            <a:extLst xmlns:a="http://schemas.openxmlformats.org/drawingml/2006/main">
              <a:ext uri="{FF2B5EF4-FFF2-40B4-BE49-F238E27FC236}">
                <a16:creationId xmlns:a16="http://schemas.microsoft.com/office/drawing/2014/main" id="{FE5BA5AE-4760-431F-A5BB-D79D00BEB12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5DB7A25E-7F60-447A-9308-27FB0C2138C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16D8500F-3C57-488A-BBC9-142D44D52F4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C7BFB666-F104-4A04-A4F7-E1DD7E4174A6}"/>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A3E88372-E601-49A3-80B4-E859399249DD}"/>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438F386F-D410-4D24-913B-CECD81508637}"/>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FF8C416F-AFAE-4BC1-B659-A9A110D0635D}"/>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4428A7ED-A29C-4F48-ADF6-04E05816CA53}"/>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475F98BF-ACB7-49D8-B9B9-E597127879F0}"/>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1A3FA336-3D9F-48BF-A8F7-DE0184B73480}"/>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9E55FA23-010C-4EA3-AFCD-75FA9CF688B2}"/>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A6176AE8-C547-4BC2-A083-D8BF8BE0E545}"/>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AE039905-4E72-47F2-9A93-BE4DC3A4E778}"/>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344F1AB3-5C32-441B-84D3-14A9FDC23CF4}"/>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A5759D67-B5FA-4957-A59C-D974E9974F62}"/>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2A0FA50D-4547-4BE6-AEDB-A18C5F64444F}"/>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Tree>
    <p:extLst>
      <p:ext uri="{BB962C8B-B14F-4D97-AF65-F5344CB8AC3E}">
        <p14:creationId xmlns:p14="http://schemas.microsoft.com/office/powerpoint/2010/main" val="100813937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5 · C++ VISION / 내 업무로 연결">
            <a:extLst xmlns:a="http://schemas.openxmlformats.org/drawingml/2006/main">
              <a:ext uri="{FF2B5EF4-FFF2-40B4-BE49-F238E27FC236}">
                <a16:creationId xmlns:a16="http://schemas.microsoft.com/office/drawing/2014/main" id="{D7DB285E-4FF2-46E9-977D-F2D5AF62184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C255967D-4F5C-443F-B20D-84386174BC5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812CA0B6-9926-4858-9068-4AC318B87E8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8B2A7223-463A-4ED0-8979-E21767783A6B}"/>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5CE7A25F-E606-4CA4-AC09-B962EA3B1A47}"/>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BB300261-BA0A-46C4-92C9-6A75B85E4262}"/>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60683BE7-C53F-4EDE-AD5A-E1A32A1F97C7}"/>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34E3CAB1-398F-4504-8E1F-AAF4E6E480D3}"/>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EBB781B-380B-4947-941B-12CC2E38EE85}"/>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A97DF2B5-340B-486C-A611-26C3C6A36072}"/>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ED60B52E-9F9F-4D9E-8C8B-CCFE7B9FFC78}"/>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48DF72EB-DCEA-40BE-8F88-9BD1E372BB52}"/>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D90E0B60-C8AD-4DEB-802B-1A68828207B2}"/>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751E941-614D-427B-9228-94A3EC0F9CD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C8412D43-4268-49DB-9973-079DBF7794D5}"/>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365A7491-77C8-4C48-B57C-0D3C8342E17E}"/>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A76B278C-7E21-4535-BE58-E8D054814415}"/>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AEBD2D6B-640F-4353-B349-DE39001C05C8}"/>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AECEA00-D51D-48B8-98B4-DAF6ACB24DB3}"/>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25C61EE8-EBE4-4160-9DD9-F084FDFCD679}"/>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714362EB-F613-48B7-92F4-7862D6D7D1AF}"/>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7FAC4502-F606-481D-9F6D-6B2D4B6C2FA2}"/>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9253BD54-8B93-4FA8-A64A-63A86223CF76}"/>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69A3956E-B07E-43D7-ADA0-013AA3E7924C}"/>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930E59E9-9386-4E1D-A872-D0377AEC2E6B}"/>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42F4C7FD-72F9-43E3-8B9E-075A9ED57B1E}"/>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775B10A8-A2C1-45CA-80F5-9928D33F3B4C}"/>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82801537-67B7-41C7-8D66-FFE8A91563DE}"/>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69EB2E7A-EDFC-4D55-89FD-B82C951D420B}"/>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19591A89-178C-49C2-A2A6-8BB78A7E1DBB}"/>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60E702F6-41F7-4B3C-ABA6-15A9E1FF9891}"/>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999222CB-9936-4D52-AD56-091C76776777}"/>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Tree>
    <p:extLst>
      <p:ext uri="{BB962C8B-B14F-4D97-AF65-F5344CB8AC3E}">
        <p14:creationId xmlns:p14="http://schemas.microsoft.com/office/powerpoint/2010/main" val="2144108556"/>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5 · 잠시 생각해 보기">
            <a:extLst xmlns:a="http://schemas.openxmlformats.org/drawingml/2006/main">
              <a:ext uri="{FF2B5EF4-FFF2-40B4-BE49-F238E27FC236}">
                <a16:creationId xmlns:a16="http://schemas.microsoft.com/office/drawing/2014/main" id="{FD1A4F6D-CE00-4813-B43A-C2B59E5EE6B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4DA18CBD-415B-4547-A0BC-08F5ED2484D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AC930FFE-35D1-4FCA-A408-2C2D4ED5569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17988C67-FDC2-4106-A282-8E9D06C5ECF8}"/>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DAE77338-E827-45D9-B369-5BBCD860CAE9}"/>
              </a:ext>
            </a:extLst>
          </p:cNvPr>
          <p:cNvSpPr>
            <a:spLocks xmlns:a="http://schemas.openxmlformats.org/drawingml/2006/main" noGrp="1"/>
          </p:cNvSpPr>
          <p:nvPr/>
        </p:nvSpPr>
        <p:spPr>
          <a:xfrm xmlns:a="http://schemas.openxmlformats.org/drawingml/2006/main">
            <a:off x="609600" y="59150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5C93568C-C1BE-4AF0-94AF-A11CF1BFBC7B}"/>
              </a:ext>
            </a:extLst>
          </p:cNvPr>
          <p:cNvSpPr>
            <a:spLocks xmlns:a="http://schemas.openxmlformats.org/drawingml/2006/main" noGrp="1"/>
          </p:cNvSpPr>
          <p:nvPr/>
        </p:nvSpPr>
        <p:spPr>
          <a:xfrm xmlns:a="http://schemas.openxmlformats.org/drawingml/2006/main">
            <a:off x="609600" y="6191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D9F96359-0320-48AF-A8A2-68FE9D8C66A4}"/>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6928A246-4A0A-4DF8-9B74-9731D6B8A890}"/>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4112A613-2F1A-4B40-BFAD-4036C807A358}"/>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F9284676-F205-4A3D-8873-C39C7C8CC327}"/>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1527A54F-A971-474C-94E1-C45CDF8D8BE8}"/>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E149E99A-1000-41F7-A2F7-63C41EFACD05}"/>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9B424344-D74D-4B5A-9089-BB1BBDF500B8}"/>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87C16D13-3AD4-4FC5-93C3-D5C17598731A}"/>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4B3874E7-C227-44C5-99BF-CF7E52E2F1D0}"/>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AF17E336-1629-4FEE-9299-D04E78C1AA7E}"/>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Tree>
    <p:extLst>
      <p:ext uri="{BB962C8B-B14F-4D97-AF65-F5344CB8AC3E}">
        <p14:creationId xmlns:p14="http://schemas.microsoft.com/office/powerpoint/2010/main" val="26738820"/>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1" name="ACT 5 · 마지막 질문">
            <a:extLst xmlns:a="http://schemas.openxmlformats.org/drawingml/2006/main">
              <a:ext uri="{FF2B5EF4-FFF2-40B4-BE49-F238E27FC236}">
                <a16:creationId xmlns:a16="http://schemas.microsoft.com/office/drawing/2014/main" id="{6368B097-A7F1-432A-8336-6A7648674C9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125F1703-4099-462B-81BE-C29C16D7093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77324B96-5E89-4201-8E27-3233BB19E0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810AC08F-116F-495A-8C58-DDE81B86FF31}"/>
              </a:ext>
            </a:extLst>
          </p:cNvPr>
          <p:cNvSpPr>
            <a:spLocks xmlns:a="http://schemas.openxmlformats.org/drawingml/2006/main" noGrp="1"/>
          </p:cNvSpPr>
          <p:nvPr/>
        </p:nvSpPr>
        <p:spPr>
          <a:xfrm xmlns:a="http://schemas.openxmlformats.org/drawingml/2006/main">
            <a:off x="609600" y="5829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DCB52167-2138-43F8-B166-A4D0E4040DDD}"/>
              </a:ext>
            </a:extLst>
          </p:cNvPr>
          <p:cNvSpPr>
            <a:spLocks xmlns:a="http://schemas.openxmlformats.org/drawingml/2006/main" noGrp="1"/>
          </p:cNvSpPr>
          <p:nvPr/>
        </p:nvSpPr>
        <p:spPr>
          <a:xfrm xmlns:a="http://schemas.openxmlformats.org/drawingml/2006/main">
            <a:off x="609600" y="5915025"/>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CB29E639-1AAF-4591-B1CF-CE8FFF6BB549}"/>
              </a:ext>
            </a:extLst>
          </p:cNvPr>
          <p:cNvSpPr>
            <a:spLocks xmlns:a="http://schemas.openxmlformats.org/drawingml/2006/main" noGrp="1"/>
          </p:cNvSpPr>
          <p:nvPr/>
        </p:nvSpPr>
        <p:spPr>
          <a:xfrm xmlns:a="http://schemas.openxmlformats.org/drawingml/2006/main">
            <a:off x="609600" y="619125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F309C15E-4CF0-4C6D-83B6-3065FD53C2CB}"/>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788855DE-081A-4D2E-AC73-81EB276A51C1}"/>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7F111710-A8E7-4793-8B00-F396659A597C}"/>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5A64AF8E-32DE-4303-B7B1-C490DE5BB3C1}"/>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Tree>
    <p:extLst>
      <p:ext uri="{BB962C8B-B14F-4D97-AF65-F5344CB8AC3E}">
        <p14:creationId xmlns:p14="http://schemas.microsoft.com/office/powerpoint/2010/main" val="196982571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2026-10-20T01:26:32.5060000Z</dcterms:created>
  <dcterms:modified xsi:type="dcterms:W3CDTF">2026-10-20T01:26:32.5060000Z</dcterms:modified>
</coreProperties>
</file>