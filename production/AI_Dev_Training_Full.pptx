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 /><Relationship Type="http://schemas.openxmlformats.org/officeDocument/2006/relationships/notesMaster" Target="/ppt/notesMasters/notesMaster1.xml" Id="R772b29c6f08a48a9" /></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 /><Relationship Type="http://schemas.openxmlformats.org/officeDocument/2006/relationships/notesMaster" Target="/ppt/notesMasters/notesMaster1.xml" Id="Rc9843874f9a745f4" /></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 /><Relationship Type="http://schemas.openxmlformats.org/officeDocument/2006/relationships/notesMaster" Target="/ppt/notesMasters/notesMaster1.xml" Id="R14cd720d54274fa1" /></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 /><Relationship Type="http://schemas.openxmlformats.org/officeDocument/2006/relationships/notesMaster" Target="/ppt/notesMasters/notesMaster1.xml" Id="R733e545b2c744b6f" /></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 /><Relationship Type="http://schemas.openxmlformats.org/officeDocument/2006/relationships/notesMaster" Target="/ppt/notesMasters/notesMaster1.xml" Id="R592735f8936f47da" /></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 /><Relationship Type="http://schemas.openxmlformats.org/officeDocument/2006/relationships/notesMaster" Target="/ppt/notesMasters/notesMaster1.xml" Id="R8adb15f9dad74c78" /></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 /><Relationship Type="http://schemas.openxmlformats.org/officeDocument/2006/relationships/notesMaster" Target="/ppt/notesMasters/notesMaster1.xml" Id="Rf406a0ad792440e8" /></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 /><Relationship Type="http://schemas.openxmlformats.org/officeDocument/2006/relationships/notesMaster" Target="/ppt/notesMasters/notesMaster1.xml" Id="Rfe8ae5366316458c" /></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 /><Relationship Type="http://schemas.openxmlformats.org/officeDocument/2006/relationships/notesMaster" Target="/ppt/notesMasters/notesMaster1.xml" Id="R733d4ec229824b70" /></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 /><Relationship Type="http://schemas.openxmlformats.org/officeDocument/2006/relationships/notesMaster" Target="/ppt/notesMasters/notesMaster1.xml" Id="R150fc5a78fd140b6" /></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 /><Relationship Type="http://schemas.openxmlformats.org/officeDocument/2006/relationships/notesMaster" Target="/ppt/notesMasters/notesMaster1.xml" Id="R886e991404294ab7" /></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 /><Relationship Type="http://schemas.openxmlformats.org/officeDocument/2006/relationships/notesMaster" Target="/ppt/notesMasters/notesMaster1.xml" Id="R63d921fc331b4280" /></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 /><Relationship Type="http://schemas.openxmlformats.org/officeDocument/2006/relationships/notesMaster" Target="/ppt/notesMasters/notesMaster1.xml" Id="R318b408e272c4369" /></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 /><Relationship Type="http://schemas.openxmlformats.org/officeDocument/2006/relationships/notesMaster" Target="/ppt/notesMasters/notesMaster1.xml" Id="Raa78ffb4470f4114" /></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 /><Relationship Type="http://schemas.openxmlformats.org/officeDocument/2006/relationships/notesMaster" Target="/ppt/notesMasters/notesMaster1.xml" Id="Re69af64665704edd" /></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 /><Relationship Type="http://schemas.openxmlformats.org/officeDocument/2006/relationships/notesMaster" Target="/ppt/notesMasters/notesMaster1.xml" Id="Rae8aa6d06c57427d" /></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 /><Relationship Type="http://schemas.openxmlformats.org/officeDocument/2006/relationships/notesMaster" Target="/ppt/notesMasters/notesMaster1.xml" Id="R2e5242e14e0a4391" /></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 /><Relationship Type="http://schemas.openxmlformats.org/officeDocument/2006/relationships/notesMaster" Target="/ppt/notesMasters/notesMaster1.xml" Id="Rbfbf5fb2658247a4" /></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 /><Relationship Type="http://schemas.openxmlformats.org/officeDocument/2006/relationships/notesMaster" Target="/ppt/notesMasters/notesMaster1.xml" Id="R881e018f7d3a4212" /></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 /><Relationship Type="http://schemas.openxmlformats.org/officeDocument/2006/relationships/notesMaster" Target="/ppt/notesMasters/notesMaster1.xml" Id="R74aabc30838745da" /></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 /><Relationship Type="http://schemas.openxmlformats.org/officeDocument/2006/relationships/notesMaster" Target="/ppt/notesMasters/notesMaster1.xml" Id="R98c0d1f05ec04ed7" /></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 /><Relationship Type="http://schemas.openxmlformats.org/officeDocument/2006/relationships/notesMaster" Target="/ppt/notesMasters/notesMaster1.xml" Id="Rda5d90d4963145f2" /></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 /><Relationship Type="http://schemas.openxmlformats.org/officeDocument/2006/relationships/notesMaster" Target="/ppt/notesMasters/notesMaster1.xml" Id="R7955f82dd04b405c" /></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 /><Relationship Type="http://schemas.openxmlformats.org/officeDocument/2006/relationships/notesMaster" Target="/ppt/notesMasters/notesMaster1.xml" Id="Rf3b67b75301c4e34" /></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 /><Relationship Type="http://schemas.openxmlformats.org/officeDocument/2006/relationships/notesMaster" Target="/ppt/notesMasters/notesMaster1.xml" Id="R28d9e3e5c7be4691" /></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 /><Relationship Type="http://schemas.openxmlformats.org/officeDocument/2006/relationships/notesMaster" Target="/ppt/notesMasters/notesMaster1.xml" Id="R9b6a1a62bcff403c" /></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 /><Relationship Type="http://schemas.openxmlformats.org/officeDocument/2006/relationships/notesMaster" Target="/ppt/notesMasters/notesMaster1.xml" Id="Raf8067029d9042b1" /></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 /><Relationship Type="http://schemas.openxmlformats.org/officeDocument/2006/relationships/notesMaster" Target="/ppt/notesMasters/notesMaster1.xml" Id="R2d73c16ab9a64e3a" /></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 /><Relationship Type="http://schemas.openxmlformats.org/officeDocument/2006/relationships/notesMaster" Target="/ppt/notesMasters/notesMaster1.xml" Id="Reee7ba3618f64ddd" /></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 /><Relationship Type="http://schemas.openxmlformats.org/officeDocument/2006/relationships/notesMaster" Target="/ppt/notesMasters/notesMaster1.xml" Id="Rc9bcb6b574a24d5c" /></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 /><Relationship Type="http://schemas.openxmlformats.org/officeDocument/2006/relationships/notesMaster" Target="/ppt/notesMasters/notesMaster1.xml" Id="R8b690a0caba34ba7" /></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 /><Relationship Type="http://schemas.openxmlformats.org/officeDocument/2006/relationships/notesMaster" Target="/ppt/notesMasters/notesMaster1.xml" Id="Rb8ac526fdffe42d6" /></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 /><Relationship Type="http://schemas.openxmlformats.org/officeDocument/2006/relationships/notesMaster" Target="/ppt/notesMasters/notesMaster1.xml" Id="R57b5507cc7b3492b" /></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 /><Relationship Type="http://schemas.openxmlformats.org/officeDocument/2006/relationships/notesMaster" Target="/ppt/notesMasters/notesMaster1.xml" Id="R27be2f8e114f43a0" /></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 /><Relationship Type="http://schemas.openxmlformats.org/officeDocument/2006/relationships/notesMaster" Target="/ppt/notesMasters/notesMaster1.xml" Id="Rd151ca23e93d4eaf" /></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 /><Relationship Type="http://schemas.openxmlformats.org/officeDocument/2006/relationships/notesMaster" Target="/ppt/notesMasters/notesMaster1.xml" Id="R7e6a7ed19e3a40cb" /></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 /><Relationship Type="http://schemas.openxmlformats.org/officeDocument/2006/relationships/notesMaster" Target="/ppt/notesMasters/notesMaster1.xml" Id="R7a670bf595fa4529" /></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 /><Relationship Type="http://schemas.openxmlformats.org/officeDocument/2006/relationships/notesMaster" Target="/ppt/notesMasters/notesMaster1.xml" Id="R04c69684547247e2" /></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 /><Relationship Type="http://schemas.openxmlformats.org/officeDocument/2006/relationships/notesMaster" Target="/ppt/notesMasters/notesMaster1.xml" Id="R7ace7c5f8e04458f" /></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 /><Relationship Type="http://schemas.openxmlformats.org/officeDocument/2006/relationships/notesMaster" Target="/ppt/notesMasters/notesMaster1.xml" Id="R7d1404e76a174da2" /></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 /><Relationship Type="http://schemas.openxmlformats.org/officeDocument/2006/relationships/notesMaster" Target="/ppt/notesMasters/notesMaster1.xml" Id="R89005aee29154fdf" /></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 /><Relationship Type="http://schemas.openxmlformats.org/officeDocument/2006/relationships/notesMaster" Target="/ppt/notesMasters/notesMaster1.xml" Id="R7b112601c2a64208" /></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 /><Relationship Type="http://schemas.openxmlformats.org/officeDocument/2006/relationships/notesMaster" Target="/ppt/notesMasters/notesMaster1.xml" Id="R2956a2047df44dcc" /></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 /><Relationship Type="http://schemas.openxmlformats.org/officeDocument/2006/relationships/notesMaster" Target="/ppt/notesMasters/notesMaster1.xml" Id="R8078dc63f9ad408a" /></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 /><Relationship Type="http://schemas.openxmlformats.org/officeDocument/2006/relationships/notesMaster" Target="/ppt/notesMasters/notesMaster1.xml" Id="Ra4cbf48a85004011" /></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 /><Relationship Type="http://schemas.openxmlformats.org/officeDocument/2006/relationships/notesMaster" Target="/ppt/notesMasters/notesMaster1.xml" Id="R59b9d3aca398484b" /></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 /><Relationship Type="http://schemas.openxmlformats.org/officeDocument/2006/relationships/notesMaster" Target="/ppt/notesMasters/notesMaster1.xml" Id="Ra809662fe7414499" /></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 /><Relationship Type="http://schemas.openxmlformats.org/officeDocument/2006/relationships/notesMaster" Target="/ppt/notesMasters/notesMaster1.xml" Id="R789f04a5ee1340b9" /></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 /><Relationship Type="http://schemas.openxmlformats.org/officeDocument/2006/relationships/notesMaster" Target="/ppt/notesMasters/notesMaster1.xml" Id="R498467402c07474b" /></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 /><Relationship Type="http://schemas.openxmlformats.org/officeDocument/2006/relationships/notesMaster" Target="/ppt/notesMasters/notesMaster1.xml" Id="Rd231d4a707e548bc" /></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 /><Relationship Type="http://schemas.openxmlformats.org/officeDocument/2006/relationships/notesMaster" Target="/ppt/notesMasters/notesMaster1.xml" Id="R49e2134f87444dec" /></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 /><Relationship Type="http://schemas.openxmlformats.org/officeDocument/2006/relationships/notesMaster" Target="/ppt/notesMasters/notesMaster1.xml" Id="Rcf79b18562284a12" /></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 /><Relationship Type="http://schemas.openxmlformats.org/officeDocument/2006/relationships/notesMaster" Target="/ppt/notesMasters/notesMaster1.xml" Id="Re73de6cf821b4c89" /></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 /><Relationship Type="http://schemas.openxmlformats.org/officeDocument/2006/relationships/notesMaster" Target="/ppt/notesMasters/notesMaster1.xml" Id="R9ce33fbf1e97475c" /></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 /><Relationship Type="http://schemas.openxmlformats.org/officeDocument/2006/relationships/notesMaster" Target="/ppt/notesMasters/notesMaster1.xml" Id="Rd6d4f46725ed4448" /></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 /><Relationship Type="http://schemas.openxmlformats.org/officeDocument/2006/relationships/notesMaster" Target="/ppt/notesMasters/notesMaster1.xml" Id="Rc6bf7d350d8f400a" /></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 /><Relationship Type="http://schemas.openxmlformats.org/officeDocument/2006/relationships/notesMaster" Target="/ppt/notesMasters/notesMaster1.xml" Id="R67ed9e5ab2d544b5" /></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 /><Relationship Type="http://schemas.openxmlformats.org/officeDocument/2006/relationships/notesMaster" Target="/ppt/notesMasters/notesMaster1.xml" Id="R44c72230652f43f5" /></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 /><Relationship Type="http://schemas.openxmlformats.org/officeDocument/2006/relationships/notesMaster" Target="/ppt/notesMasters/notesMaster1.xml" Id="R9b2585fdc2c843bb" /></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 /><Relationship Type="http://schemas.openxmlformats.org/officeDocument/2006/relationships/notesMaster" Target="/ppt/notesMasters/notesMaster1.xml" Id="Rf35708420cc741cc" /></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프로젝트를 보면 내가 원하는 것까지 알까?</a:t>
            </a:r>
          </a:p>
          <a:p>
            <a:r>
              <a:t xml:space="preserve"/>
            </a:r>
          </a:p>
          <a:p>
            <a:r>
              <a:t xml:space="preserve">Slide ID: S15</a:t>
            </a:r>
          </a:p>
          <a:p>
            <a:r>
              <a:t xml:space="preserve"/>
            </a:r>
          </a:p>
          <a:p>
            <a:r>
              <a:t xml:space="preserve">Working Title:</a:t>
            </a:r>
          </a:p>
          <a:p>
            <a:r>
              <a:t xml:space="preserve">프로젝트를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a:t>
            </a:r>
          </a:p>
          <a:p>
            <a:r>
              <a:t xml:space="preserve">개발 프로젝트를 볼 수 있다는 사실만으로 Task의 의도가 정해지지는 않는다.</a:t>
            </a:r>
          </a:p>
          <a:p>
            <a:r>
              <a:t xml:space="preserve"/>
            </a:r>
          </a:p>
          <a:p>
            <a:r>
              <a:t xml:space="preserve">Opening Question:</a:t>
            </a:r>
          </a:p>
          <a:p>
            <a:r>
              <a:t xml:space="preserve">“프로젝트를 볼 수 있으면 내가 원하는 것까지 알 수 있을까?”</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개발 프로젝트를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 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 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 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9.xml" Id="Raa20956d6d1b4479"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60.xml" Id="R54ba7668537b43fe"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61.xml" Id="Rf4394eb0efae4bc2"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62.xml" Id="Rf2667cbaf12645c5"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3.xml" Id="Rd8f3f37e8c0e4855"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4.xml" Id="R85a14c9750344ec0"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5.xml" Id="Raf1d5a7b0c524dfa"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6.xml" Id="Rad52161ddcca407b"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7.xml" Id="R16825de3fab740bf"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8.xml" Id="R8b0233aae6a140ac"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9.xml" Id="R3d7c7a685cac4014"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70.xml" Id="Raff3ca3ec59a4149"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71.xml" Id="R1cbda8e4c54b4dd1"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72.xml" Id="Rc8ffa309e5c34af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3.xml" Id="Rf159e342b5e341d6"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4.xml" Id="R63b536d641b84715"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5.xml" Id="R32d6c074a7e4497a"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6.xml" Id="Rc54545c27dea4caf"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7.xml" Id="R7f78e7867aa5421f"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8.xml" Id="R089a47929ed34abd"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9.xml" Id="R3b61134a2a454803"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80.xml" Id="R9e690c9a8b01411e"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81.xml" Id="Rcaebcb7911fd42e4"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82.xml" Id="R6bc44724aebe46dd"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3.xml" Id="R3aedd29c6ea7436c"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4.xml" Id="Rae1cfc68b74141de"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5.xml" Id="R30e64919739f4c81"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6.xml" Id="R7da67322bac34beb"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7.xml" Id="R983ef1b4941f47df"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8.xml" Id="R2bb221648fd04a50"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9.xml" Id="R87b72ed4cafc40d3"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90.xml" Id="Re6d646379adb4da1"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91.xml" Id="Rc4e6ef3588d54767"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92.xml" Id="R3bb29d806ae04c5c"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3.xml" Id="R4191341ed86e4215"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4.xml" Id="R36180a95ed3c43fa"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5.xml" Id="R5ef00a4c4bb04823"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6.xml" Id="R1e275696a25b470a"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7.xml" Id="Reafb085964c34056"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8.xml" Id="R7ea86b7511cd4629"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9.xml" Id="Rd241e076ae0c4c89"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100.xml" Id="R9fd9b4d481214a08"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101.xml" Id="R212a1ecf528b465a"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102.xml" Id="R7c714979becd470e"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3.xml" Id="R068559301c3945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4.xml" Id="R24afd0dfb79d41f0"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5.xml" Id="R908895dc2cd64f82"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6.xml" Id="R9030d1fdb5114f76"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7.xml" Id="R311f6d7d4b35439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8.xml" Id="R5248189ceda34d20"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9.xml" Id="Rb075385bb68b49a3"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10.xml" Id="Rfca130f2343a4cf9"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11.xml" Id="R0a5721e8688f465f"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12.xml" Id="Ree3d1ac02cbb4442"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3.xml" Id="Rd75f8c7cfc1e4c42"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4.xml" Id="R2fbfac11f8a04b0a"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5.xml" Id="Rfb9c411f0bc743b8"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6.xml" Id="R690e88ea3d1c4b3f"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8.xml" Id="Ra6812a34cdf44996" /></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9.xml" Id="R619b15d573e54123" /></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20.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프로젝트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프로젝트에서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프로젝트에서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