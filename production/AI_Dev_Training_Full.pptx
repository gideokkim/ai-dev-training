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6e999e8bfad41e4" /><Relationship Type="http://schemas.openxmlformats.org/officeDocument/2006/relationships/extended-properties" Target="/docProps/app.xml" Id="Rcb2732e9c75a4f88" /><Relationship Type="http://schemas.openxmlformats.org/officeDocument/2006/relationships/officeDocument" Target="/ppt/presentation.xml" Id="Re058e8760fb64c58" /></Relationships>
</file>

<file path=ppt/presentation.xml><?xml version="1.0" encoding="utf-8"?>
<p:presentation xmlns:p="http://schemas.openxmlformats.org/presentationml/2006/main">
  <p:sldMasterIdLst>
    <p:sldMasterId xmlns:r="http://schemas.openxmlformats.org/officeDocument/2006/relationships" id="2147483648" r:id="R26c84d098e5c48f9"/>
  </p:sldMasterIdLst>
  <p:notesMasterIdLst>
    <p:notesMasterId xmlns:r="http://schemas.openxmlformats.org/officeDocument/2006/relationships" r:id="Rda7d36cfc9d7434b"/>
  </p:notesMasterIdLst>
  <p:sldIdLst>
    <p:sldId xmlns:r="http://schemas.openxmlformats.org/officeDocument/2006/relationships" id="256" r:id="Rb12a0aef820a4ef1"/>
    <p:sldId xmlns:r="http://schemas.openxmlformats.org/officeDocument/2006/relationships" id="257" r:id="R3c873021bf354659"/>
    <p:sldId xmlns:r="http://schemas.openxmlformats.org/officeDocument/2006/relationships" id="258" r:id="R143d02cf8a174dd9"/>
    <p:sldId xmlns:r="http://schemas.openxmlformats.org/officeDocument/2006/relationships" id="259" r:id="R7839dd39bf054c5c"/>
    <p:sldId xmlns:r="http://schemas.openxmlformats.org/officeDocument/2006/relationships" id="260" r:id="Rdf0b901d054c417d"/>
    <p:sldId xmlns:r="http://schemas.openxmlformats.org/officeDocument/2006/relationships" id="261" r:id="Re79826c4a38f4a8e"/>
    <p:sldId xmlns:r="http://schemas.openxmlformats.org/officeDocument/2006/relationships" id="262" r:id="R76ee19b21a254f5e"/>
    <p:sldId xmlns:r="http://schemas.openxmlformats.org/officeDocument/2006/relationships" id="263" r:id="R0929c6c776dc4a0f"/>
    <p:sldId xmlns:r="http://schemas.openxmlformats.org/officeDocument/2006/relationships" id="264" r:id="R9efcc15b007e4cb4"/>
    <p:sldId xmlns:r="http://schemas.openxmlformats.org/officeDocument/2006/relationships" id="265" r:id="Rfebc9aa7267e4734"/>
    <p:sldId xmlns:r="http://schemas.openxmlformats.org/officeDocument/2006/relationships" id="266" r:id="Rd1a270b48b4c4f1d"/>
    <p:sldId xmlns:r="http://schemas.openxmlformats.org/officeDocument/2006/relationships" id="267" r:id="R686932b1b6934f0c"/>
    <p:sldId xmlns:r="http://schemas.openxmlformats.org/officeDocument/2006/relationships" id="268" r:id="Rbfdb5d05b3194f30"/>
    <p:sldId xmlns:r="http://schemas.openxmlformats.org/officeDocument/2006/relationships" id="269" r:id="R91e9ed205f314fc7"/>
    <p:sldId xmlns:r="http://schemas.openxmlformats.org/officeDocument/2006/relationships" id="270" r:id="Rc3652c737123434d"/>
    <p:sldId xmlns:r="http://schemas.openxmlformats.org/officeDocument/2006/relationships" id="271" r:id="Re1d29680522448f5"/>
    <p:sldId xmlns:r="http://schemas.openxmlformats.org/officeDocument/2006/relationships" id="272" r:id="Rdfe9d6b1d7d14171"/>
    <p:sldId xmlns:r="http://schemas.openxmlformats.org/officeDocument/2006/relationships" id="273" r:id="R60e425110a794d85"/>
    <p:sldId xmlns:r="http://schemas.openxmlformats.org/officeDocument/2006/relationships" id="274" r:id="Rd7e6849d16ae4fd6"/>
    <p:sldId xmlns:r="http://schemas.openxmlformats.org/officeDocument/2006/relationships" id="275" r:id="Rb5b1264d624e4163"/>
    <p:sldId xmlns:r="http://schemas.openxmlformats.org/officeDocument/2006/relationships" id="276" r:id="Ra2ae409049114bc1"/>
    <p:sldId xmlns:r="http://schemas.openxmlformats.org/officeDocument/2006/relationships" id="277" r:id="Radfbc55d24234cf3"/>
    <p:sldId xmlns:r="http://schemas.openxmlformats.org/officeDocument/2006/relationships" id="278" r:id="Rbdb3cce83c8844aa"/>
    <p:sldId xmlns:r="http://schemas.openxmlformats.org/officeDocument/2006/relationships" id="279" r:id="R3532ee4b3738462d"/>
    <p:sldId xmlns:r="http://schemas.openxmlformats.org/officeDocument/2006/relationships" id="280" r:id="R1ee1e2d5d1c84d2d"/>
    <p:sldId xmlns:r="http://schemas.openxmlformats.org/officeDocument/2006/relationships" id="281" r:id="R4d59e826e54e4045"/>
    <p:sldId xmlns:r="http://schemas.openxmlformats.org/officeDocument/2006/relationships" id="282" r:id="Re7ad5b2008524840"/>
    <p:sldId xmlns:r="http://schemas.openxmlformats.org/officeDocument/2006/relationships" id="283" r:id="R8472e3d4a89d4da2"/>
    <p:sldId xmlns:r="http://schemas.openxmlformats.org/officeDocument/2006/relationships" id="284" r:id="Rbbed6142463f4baa"/>
    <p:sldId xmlns:r="http://schemas.openxmlformats.org/officeDocument/2006/relationships" id="285" r:id="R38e43699d22446e0"/>
    <p:sldId xmlns:r="http://schemas.openxmlformats.org/officeDocument/2006/relationships" id="286" r:id="R2f54091ff9814334"/>
    <p:sldId xmlns:r="http://schemas.openxmlformats.org/officeDocument/2006/relationships" id="287" r:id="R434a5bcb6ced4443"/>
    <p:sldId xmlns:r="http://schemas.openxmlformats.org/officeDocument/2006/relationships" id="288" r:id="R9f92504735bd4950"/>
    <p:sldId xmlns:r="http://schemas.openxmlformats.org/officeDocument/2006/relationships" id="289" r:id="R79c1d611bc764345"/>
    <p:sldId xmlns:r="http://schemas.openxmlformats.org/officeDocument/2006/relationships" id="290" r:id="R4d487697bb6b4a19"/>
    <p:sldId xmlns:r="http://schemas.openxmlformats.org/officeDocument/2006/relationships" id="291" r:id="Rbacfaa618b3042f8"/>
    <p:sldId xmlns:r="http://schemas.openxmlformats.org/officeDocument/2006/relationships" id="292" r:id="R847982347c564431"/>
    <p:sldId xmlns:r="http://schemas.openxmlformats.org/officeDocument/2006/relationships" id="293" r:id="Rff1c003aa06d4a4f"/>
    <p:sldId xmlns:r="http://schemas.openxmlformats.org/officeDocument/2006/relationships" id="294" r:id="Rc3cdbcc5e6a24770"/>
    <p:sldId xmlns:r="http://schemas.openxmlformats.org/officeDocument/2006/relationships" id="295" r:id="R36a0e99479594f26"/>
    <p:sldId xmlns:r="http://schemas.openxmlformats.org/officeDocument/2006/relationships" id="296" r:id="R143fc6fd4099484d"/>
    <p:sldId xmlns:r="http://schemas.openxmlformats.org/officeDocument/2006/relationships" id="297" r:id="R41fef0f3f53249ce"/>
    <p:sldId xmlns:r="http://schemas.openxmlformats.org/officeDocument/2006/relationships" id="298" r:id="R298d3e7a509f4a7d"/>
    <p:sldId xmlns:r="http://schemas.openxmlformats.org/officeDocument/2006/relationships" id="299" r:id="Re6bb3c57fbc84402"/>
    <p:sldId xmlns:r="http://schemas.openxmlformats.org/officeDocument/2006/relationships" id="300" r:id="R290d8a4cf1654f64"/>
    <p:sldId xmlns:r="http://schemas.openxmlformats.org/officeDocument/2006/relationships" id="301" r:id="R25d6d47c5f0e4b16"/>
    <p:sldId xmlns:r="http://schemas.openxmlformats.org/officeDocument/2006/relationships" id="302" r:id="Re2f300d5b4114c05"/>
    <p:sldId xmlns:r="http://schemas.openxmlformats.org/officeDocument/2006/relationships" id="303" r:id="Rba22895fea694cb3"/>
    <p:sldId xmlns:r="http://schemas.openxmlformats.org/officeDocument/2006/relationships" id="304" r:id="Ree8d06b156b64924"/>
    <p:sldId xmlns:r="http://schemas.openxmlformats.org/officeDocument/2006/relationships" id="305" r:id="R0e8ed45052ab4de0"/>
    <p:sldId xmlns:r="http://schemas.openxmlformats.org/officeDocument/2006/relationships" id="306" r:id="R439a10eb461c4f89"/>
    <p:sldId xmlns:r="http://schemas.openxmlformats.org/officeDocument/2006/relationships" id="307" r:id="R31a1a56530434767"/>
    <p:sldId xmlns:r="http://schemas.openxmlformats.org/officeDocument/2006/relationships" id="308" r:id="R3dd3b9cab5d04db8"/>
    <p:sldId xmlns:r="http://schemas.openxmlformats.org/officeDocument/2006/relationships" id="309" r:id="R1daa7dbc9c2c4c04"/>
    <p:sldId xmlns:r="http://schemas.openxmlformats.org/officeDocument/2006/relationships" id="310" r:id="R40fee82e12034466"/>
    <p:sldId xmlns:r="http://schemas.openxmlformats.org/officeDocument/2006/relationships" id="311" r:id="Rd091ced9288e48e3"/>
    <p:sldId xmlns:r="http://schemas.openxmlformats.org/officeDocument/2006/relationships" id="312" r:id="R256ee3c798174366"/>
    <p:sldId xmlns:r="http://schemas.openxmlformats.org/officeDocument/2006/relationships" id="313" r:id="Re084f9d0f7c2478c"/>
    <p:sldId xmlns:r="http://schemas.openxmlformats.org/officeDocument/2006/relationships" id="314" r:id="Rd2c24a45afca46aa"/>
    <p:sldId xmlns:r="http://schemas.openxmlformats.org/officeDocument/2006/relationships" id="315" r:id="R4bc65091daa34e77"/>
    <p:sldId xmlns:r="http://schemas.openxmlformats.org/officeDocument/2006/relationships" id="316" r:id="Rb4d3ea70f1c5497f"/>
    <p:sldId xmlns:r="http://schemas.openxmlformats.org/officeDocument/2006/relationships" id="317" r:id="R99bf4cf8e60a49a8"/>
    <p:sldId xmlns:r="http://schemas.openxmlformats.org/officeDocument/2006/relationships" id="318" r:id="R23d316e9563d4909"/>
    <p:sldId xmlns:r="http://schemas.openxmlformats.org/officeDocument/2006/relationships" id="319" r:id="R04d20a16ae6d4887"/>
    <p:sldId xmlns:r="http://schemas.openxmlformats.org/officeDocument/2006/relationships" id="320" r:id="Rffa2f331e3de459c"/>
    <p:sldId xmlns:r="http://schemas.openxmlformats.org/officeDocument/2006/relationships" id="321" r:id="R0374abdd8f714b06"/>
    <p:sldId xmlns:r="http://schemas.openxmlformats.org/officeDocument/2006/relationships" id="322" r:id="R9af5546837ff4651"/>
    <p:sldId xmlns:r="http://schemas.openxmlformats.org/officeDocument/2006/relationships" id="323" r:id="R91b6f32c6c534dfd"/>
    <p:sldId xmlns:r="http://schemas.openxmlformats.org/officeDocument/2006/relationships" id="324" r:id="R91ffb2e1e7a24df3"/>
    <p:sldId xmlns:r="http://schemas.openxmlformats.org/officeDocument/2006/relationships" id="325" r:id="Rb55932e212cf4595"/>
    <p:sldId xmlns:r="http://schemas.openxmlformats.org/officeDocument/2006/relationships" id="326" r:id="R3c45c651d0ed4bb2"/>
    <p:sldId xmlns:r="http://schemas.openxmlformats.org/officeDocument/2006/relationships" id="327" r:id="R0cef1132b68b494e"/>
    <p:sldId xmlns:r="http://schemas.openxmlformats.org/officeDocument/2006/relationships" id="328" r:id="Rc16c697c21474828"/>
    <p:sldId xmlns:r="http://schemas.openxmlformats.org/officeDocument/2006/relationships" id="329" r:id="Rce2cfb4698174c5b"/>
    <p:sldId xmlns:r="http://schemas.openxmlformats.org/officeDocument/2006/relationships" id="330" r:id="R48e3aa6ee4bc4662"/>
    <p:sldId xmlns:r="http://schemas.openxmlformats.org/officeDocument/2006/relationships" id="331" r:id="R24e8a45e652a4bd3"/>
    <p:sldId xmlns:r="http://schemas.openxmlformats.org/officeDocument/2006/relationships" id="332" r:id="R63979ec224044bad"/>
    <p:sldId xmlns:r="http://schemas.openxmlformats.org/officeDocument/2006/relationships" id="333" r:id="Race8c38963a64835"/>
    <p:sldId xmlns:r="http://schemas.openxmlformats.org/officeDocument/2006/relationships" id="334" r:id="R180cd8e308cd4b94"/>
    <p:sldId xmlns:r="http://schemas.openxmlformats.org/officeDocument/2006/relationships" id="335" r:id="R39e6d8bdca204bef"/>
    <p:sldId xmlns:r="http://schemas.openxmlformats.org/officeDocument/2006/relationships" id="336" r:id="R280e923dab764971"/>
    <p:sldId xmlns:r="http://schemas.openxmlformats.org/officeDocument/2006/relationships" id="337" r:id="Rd5be5eb409254a53"/>
    <p:sldId xmlns:r="http://schemas.openxmlformats.org/officeDocument/2006/relationships" id="338" r:id="Rb0f65813db7f4fb0"/>
    <p:sldId xmlns:r="http://schemas.openxmlformats.org/officeDocument/2006/relationships" id="339" r:id="Re1d46278d16e4dab"/>
    <p:sldId xmlns:r="http://schemas.openxmlformats.org/officeDocument/2006/relationships" id="340" r:id="Rf4280c2d23724b4a"/>
    <p:sldId xmlns:r="http://schemas.openxmlformats.org/officeDocument/2006/relationships" id="341" r:id="Rec0dfdbbd39c4d84"/>
    <p:sldId xmlns:r="http://schemas.openxmlformats.org/officeDocument/2006/relationships" id="342" r:id="R026375a95a024319"/>
    <p:sldId xmlns:r="http://schemas.openxmlformats.org/officeDocument/2006/relationships" id="343" r:id="R43fc2664467b4600"/>
    <p:sldId xmlns:r="http://schemas.openxmlformats.org/officeDocument/2006/relationships" id="344" r:id="R069818994eed4057"/>
    <p:sldId xmlns:r="http://schemas.openxmlformats.org/officeDocument/2006/relationships" id="345" r:id="Ra0ec0c01d801469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5bce866c5a4bb3" /><Relationship Type="http://schemas.openxmlformats.org/officeDocument/2006/relationships/slideMaster" Target="/ppt/slideMasters/slideMaster1.xml" Id="R26c84d098e5c48f9" /><Relationship Type="http://schemas.openxmlformats.org/officeDocument/2006/relationships/notesMaster" Target="/ppt/notesMasters/notesMaster1.xml" Id="Rda7d36cfc9d7434b" /><Relationship Type="http://schemas.openxmlformats.org/officeDocument/2006/relationships/presProps" Target="/ppt/presProps.xml" Id="R294403b88308442f" /><Relationship Type="http://schemas.openxmlformats.org/officeDocument/2006/relationships/tableStyles" Target="/ppt/tableStyles.xml" Id="Raf16332ce53248ca" /><Relationship Type="http://schemas.openxmlformats.org/officeDocument/2006/relationships/slide" Target="/ppt/slides/slide1.xml" Id="Rb12a0aef820a4ef1" /><Relationship Type="http://schemas.openxmlformats.org/officeDocument/2006/relationships/slide" Target="/ppt/slides/slide2.xml" Id="R3c873021bf354659" /><Relationship Type="http://schemas.openxmlformats.org/officeDocument/2006/relationships/slide" Target="/ppt/slides/slide3.xml" Id="R143d02cf8a174dd9" /><Relationship Type="http://schemas.openxmlformats.org/officeDocument/2006/relationships/slide" Target="/ppt/slides/slide4.xml" Id="R7839dd39bf054c5c" /><Relationship Type="http://schemas.openxmlformats.org/officeDocument/2006/relationships/slide" Target="/ppt/slides/slide5.xml" Id="Rdf0b901d054c417d" /><Relationship Type="http://schemas.openxmlformats.org/officeDocument/2006/relationships/slide" Target="/ppt/slides/slide6.xml" Id="Re79826c4a38f4a8e" /><Relationship Type="http://schemas.openxmlformats.org/officeDocument/2006/relationships/slide" Target="/ppt/slides/slide7.xml" Id="R76ee19b21a254f5e" /><Relationship Type="http://schemas.openxmlformats.org/officeDocument/2006/relationships/slide" Target="/ppt/slides/slide8.xml" Id="R0929c6c776dc4a0f" /><Relationship Type="http://schemas.openxmlformats.org/officeDocument/2006/relationships/slide" Target="/ppt/slides/slide9.xml" Id="R9efcc15b007e4cb4" /><Relationship Type="http://schemas.openxmlformats.org/officeDocument/2006/relationships/slide" Target="/ppt/slides/slide10.xml" Id="Rfebc9aa7267e4734" /><Relationship Type="http://schemas.openxmlformats.org/officeDocument/2006/relationships/slide" Target="/ppt/slides/slide11.xml" Id="Rd1a270b48b4c4f1d" /><Relationship Type="http://schemas.openxmlformats.org/officeDocument/2006/relationships/slide" Target="/ppt/slides/slide12.xml" Id="R686932b1b6934f0c" /><Relationship Type="http://schemas.openxmlformats.org/officeDocument/2006/relationships/slide" Target="/ppt/slides/slide13.xml" Id="Rbfdb5d05b3194f30" /><Relationship Type="http://schemas.openxmlformats.org/officeDocument/2006/relationships/slide" Target="/ppt/slides/slide14.xml" Id="R91e9ed205f314fc7" /><Relationship Type="http://schemas.openxmlformats.org/officeDocument/2006/relationships/slide" Target="/ppt/slides/slide15.xml" Id="Rc3652c737123434d" /><Relationship Type="http://schemas.openxmlformats.org/officeDocument/2006/relationships/slide" Target="/ppt/slides/slide16.xml" Id="Re1d29680522448f5" /><Relationship Type="http://schemas.openxmlformats.org/officeDocument/2006/relationships/slide" Target="/ppt/slides/slide17.xml" Id="Rdfe9d6b1d7d14171" /><Relationship Type="http://schemas.openxmlformats.org/officeDocument/2006/relationships/slide" Target="/ppt/slides/slide18.xml" Id="R60e425110a794d85" /><Relationship Type="http://schemas.openxmlformats.org/officeDocument/2006/relationships/slide" Target="/ppt/slides/slide19.xml" Id="Rd7e6849d16ae4fd6" /><Relationship Type="http://schemas.openxmlformats.org/officeDocument/2006/relationships/slide" Target="/ppt/slides/slide20.xml" Id="Rb5b1264d624e4163" /><Relationship Type="http://schemas.openxmlformats.org/officeDocument/2006/relationships/slide" Target="/ppt/slides/slide21.xml" Id="Ra2ae409049114bc1" /><Relationship Type="http://schemas.openxmlformats.org/officeDocument/2006/relationships/slide" Target="/ppt/slides/slide22.xml" Id="Radfbc55d24234cf3" /><Relationship Type="http://schemas.openxmlformats.org/officeDocument/2006/relationships/slide" Target="/ppt/slides/slide23.xml" Id="Rbdb3cce83c8844aa" /><Relationship Type="http://schemas.openxmlformats.org/officeDocument/2006/relationships/slide" Target="/ppt/slides/slide24.xml" Id="R3532ee4b3738462d" /><Relationship Type="http://schemas.openxmlformats.org/officeDocument/2006/relationships/slide" Target="/ppt/slides/slide25.xml" Id="R1ee1e2d5d1c84d2d" /><Relationship Type="http://schemas.openxmlformats.org/officeDocument/2006/relationships/slide" Target="/ppt/slides/slide26.xml" Id="R4d59e826e54e4045" /><Relationship Type="http://schemas.openxmlformats.org/officeDocument/2006/relationships/slide" Target="/ppt/slides/slide27.xml" Id="Re7ad5b2008524840" /><Relationship Type="http://schemas.openxmlformats.org/officeDocument/2006/relationships/slide" Target="/ppt/slides/slide28.xml" Id="R8472e3d4a89d4da2" /><Relationship Type="http://schemas.openxmlformats.org/officeDocument/2006/relationships/slide" Target="/ppt/slides/slide29.xml" Id="Rbbed6142463f4baa" /><Relationship Type="http://schemas.openxmlformats.org/officeDocument/2006/relationships/slide" Target="/ppt/slides/slide30.xml" Id="R38e43699d22446e0" /><Relationship Type="http://schemas.openxmlformats.org/officeDocument/2006/relationships/slide" Target="/ppt/slides/slide31.xml" Id="R2f54091ff9814334" /><Relationship Type="http://schemas.openxmlformats.org/officeDocument/2006/relationships/slide" Target="/ppt/slides/slide32.xml" Id="R434a5bcb6ced4443" /><Relationship Type="http://schemas.openxmlformats.org/officeDocument/2006/relationships/slide" Target="/ppt/slides/slide33.xml" Id="R9f92504735bd4950" /><Relationship Type="http://schemas.openxmlformats.org/officeDocument/2006/relationships/slide" Target="/ppt/slides/slide34.xml" Id="R79c1d611bc764345" /><Relationship Type="http://schemas.openxmlformats.org/officeDocument/2006/relationships/slide" Target="/ppt/slides/slide35.xml" Id="R4d487697bb6b4a19" /><Relationship Type="http://schemas.openxmlformats.org/officeDocument/2006/relationships/slide" Target="/ppt/slides/slide36.xml" Id="Rbacfaa618b3042f8" /><Relationship Type="http://schemas.openxmlformats.org/officeDocument/2006/relationships/slide" Target="/ppt/slides/slide37.xml" Id="R847982347c564431" /><Relationship Type="http://schemas.openxmlformats.org/officeDocument/2006/relationships/slide" Target="/ppt/slides/slide38.xml" Id="Rff1c003aa06d4a4f" /><Relationship Type="http://schemas.openxmlformats.org/officeDocument/2006/relationships/slide" Target="/ppt/slides/slide39.xml" Id="Rc3cdbcc5e6a24770" /><Relationship Type="http://schemas.openxmlformats.org/officeDocument/2006/relationships/slide" Target="/ppt/slides/slide40.xml" Id="R36a0e99479594f26" /><Relationship Type="http://schemas.openxmlformats.org/officeDocument/2006/relationships/slide" Target="/ppt/slides/slide41.xml" Id="R143fc6fd4099484d" /><Relationship Type="http://schemas.openxmlformats.org/officeDocument/2006/relationships/slide" Target="/ppt/slides/slide42.xml" Id="R41fef0f3f53249ce" /><Relationship Type="http://schemas.openxmlformats.org/officeDocument/2006/relationships/slide" Target="/ppt/slides/slide43.xml" Id="R298d3e7a509f4a7d" /><Relationship Type="http://schemas.openxmlformats.org/officeDocument/2006/relationships/slide" Target="/ppt/slides/slide44.xml" Id="Re6bb3c57fbc84402" /><Relationship Type="http://schemas.openxmlformats.org/officeDocument/2006/relationships/slide" Target="/ppt/slides/slide45.xml" Id="R290d8a4cf1654f64" /><Relationship Type="http://schemas.openxmlformats.org/officeDocument/2006/relationships/slide" Target="/ppt/slides/slide46.xml" Id="R25d6d47c5f0e4b16" /><Relationship Type="http://schemas.openxmlformats.org/officeDocument/2006/relationships/slide" Target="/ppt/slides/slide47.xml" Id="Re2f300d5b4114c05" /><Relationship Type="http://schemas.openxmlformats.org/officeDocument/2006/relationships/slide" Target="/ppt/slides/slide48.xml" Id="Rba22895fea694cb3" /><Relationship Type="http://schemas.openxmlformats.org/officeDocument/2006/relationships/slide" Target="/ppt/slides/slide49.xml" Id="Ree8d06b156b64924" /><Relationship Type="http://schemas.openxmlformats.org/officeDocument/2006/relationships/slide" Target="/ppt/slides/slide50.xml" Id="R0e8ed45052ab4de0" /><Relationship Type="http://schemas.openxmlformats.org/officeDocument/2006/relationships/slide" Target="/ppt/slides/slide51.xml" Id="R439a10eb461c4f89" /><Relationship Type="http://schemas.openxmlformats.org/officeDocument/2006/relationships/slide" Target="/ppt/slides/slide52.xml" Id="R31a1a56530434767" /><Relationship Type="http://schemas.openxmlformats.org/officeDocument/2006/relationships/slide" Target="/ppt/slides/slide53.xml" Id="R3dd3b9cab5d04db8" /><Relationship Type="http://schemas.openxmlformats.org/officeDocument/2006/relationships/slide" Target="/ppt/slides/slide54.xml" Id="R1daa7dbc9c2c4c04" /><Relationship Type="http://schemas.openxmlformats.org/officeDocument/2006/relationships/slide" Target="/ppt/slides/slide55.xml" Id="R40fee82e12034466" /><Relationship Type="http://schemas.openxmlformats.org/officeDocument/2006/relationships/slide" Target="/ppt/slides/slide56.xml" Id="Rd091ced9288e48e3" /><Relationship Type="http://schemas.openxmlformats.org/officeDocument/2006/relationships/slide" Target="/ppt/slides/slide57.xml" Id="R256ee3c798174366" /><Relationship Type="http://schemas.openxmlformats.org/officeDocument/2006/relationships/slide" Target="/ppt/slides/slide58.xml" Id="Re084f9d0f7c2478c" /><Relationship Type="http://schemas.openxmlformats.org/officeDocument/2006/relationships/slide" Target="/ppt/slides/slide59.xml" Id="Rd2c24a45afca46aa" /><Relationship Type="http://schemas.openxmlformats.org/officeDocument/2006/relationships/slide" Target="/ppt/slides/slide60.xml" Id="R4bc65091daa34e77" /><Relationship Type="http://schemas.openxmlformats.org/officeDocument/2006/relationships/slide" Target="/ppt/slides/slide61.xml" Id="Rb4d3ea70f1c5497f" /><Relationship Type="http://schemas.openxmlformats.org/officeDocument/2006/relationships/slide" Target="/ppt/slides/slide62.xml" Id="R99bf4cf8e60a49a8" /><Relationship Type="http://schemas.openxmlformats.org/officeDocument/2006/relationships/slide" Target="/ppt/slides/slide63.xml" Id="R23d316e9563d4909" /><Relationship Type="http://schemas.openxmlformats.org/officeDocument/2006/relationships/slide" Target="/ppt/slides/slide64.xml" Id="R04d20a16ae6d4887" /><Relationship Type="http://schemas.openxmlformats.org/officeDocument/2006/relationships/slide" Target="/ppt/slides/slide65.xml" Id="Rffa2f331e3de459c" /><Relationship Type="http://schemas.openxmlformats.org/officeDocument/2006/relationships/slide" Target="/ppt/slides/slide66.xml" Id="R0374abdd8f714b06" /><Relationship Type="http://schemas.openxmlformats.org/officeDocument/2006/relationships/slide" Target="/ppt/slides/slide67.xml" Id="R9af5546837ff4651" /><Relationship Type="http://schemas.openxmlformats.org/officeDocument/2006/relationships/slide" Target="/ppt/slides/slide68.xml" Id="R91b6f32c6c534dfd" /><Relationship Type="http://schemas.openxmlformats.org/officeDocument/2006/relationships/slide" Target="/ppt/slides/slide69.xml" Id="R91ffb2e1e7a24df3" /><Relationship Type="http://schemas.openxmlformats.org/officeDocument/2006/relationships/slide" Target="/ppt/slides/slide70.xml" Id="Rb55932e212cf4595" /><Relationship Type="http://schemas.openxmlformats.org/officeDocument/2006/relationships/slide" Target="/ppt/slides/slide71.xml" Id="R3c45c651d0ed4bb2" /><Relationship Type="http://schemas.openxmlformats.org/officeDocument/2006/relationships/slide" Target="/ppt/slides/slide72.xml" Id="R0cef1132b68b494e" /><Relationship Type="http://schemas.openxmlformats.org/officeDocument/2006/relationships/slide" Target="/ppt/slides/slide73.xml" Id="Rc16c697c21474828" /><Relationship Type="http://schemas.openxmlformats.org/officeDocument/2006/relationships/slide" Target="/ppt/slides/slide74.xml" Id="Rce2cfb4698174c5b" /><Relationship Type="http://schemas.openxmlformats.org/officeDocument/2006/relationships/slide" Target="/ppt/slides/slide75.xml" Id="R48e3aa6ee4bc4662" /><Relationship Type="http://schemas.openxmlformats.org/officeDocument/2006/relationships/slide" Target="/ppt/slides/slide76.xml" Id="R24e8a45e652a4bd3" /><Relationship Type="http://schemas.openxmlformats.org/officeDocument/2006/relationships/slide" Target="/ppt/slides/slide77.xml" Id="R63979ec224044bad" /><Relationship Type="http://schemas.openxmlformats.org/officeDocument/2006/relationships/slide" Target="/ppt/slides/slide78.xml" Id="Race8c38963a64835" /><Relationship Type="http://schemas.openxmlformats.org/officeDocument/2006/relationships/slide" Target="/ppt/slides/slide79.xml" Id="R180cd8e308cd4b94" /><Relationship Type="http://schemas.openxmlformats.org/officeDocument/2006/relationships/slide" Target="/ppt/slides/slide80.xml" Id="R39e6d8bdca204bef" /><Relationship Type="http://schemas.openxmlformats.org/officeDocument/2006/relationships/slide" Target="/ppt/slides/slide81.xml" Id="R280e923dab764971" /><Relationship Type="http://schemas.openxmlformats.org/officeDocument/2006/relationships/slide" Target="/ppt/slides/slide82.xml" Id="Rd5be5eb409254a53" /><Relationship Type="http://schemas.openxmlformats.org/officeDocument/2006/relationships/slide" Target="/ppt/slides/slide83.xml" Id="Rb0f65813db7f4fb0" /><Relationship Type="http://schemas.openxmlformats.org/officeDocument/2006/relationships/slide" Target="/ppt/slides/slide84.xml" Id="Re1d46278d16e4dab" /><Relationship Type="http://schemas.openxmlformats.org/officeDocument/2006/relationships/slide" Target="/ppt/slides/slide85.xml" Id="Rf4280c2d23724b4a" /><Relationship Type="http://schemas.openxmlformats.org/officeDocument/2006/relationships/slide" Target="/ppt/slides/slide86.xml" Id="Rec0dfdbbd39c4d84" /><Relationship Type="http://schemas.openxmlformats.org/officeDocument/2006/relationships/slide" Target="/ppt/slides/slide87.xml" Id="R026375a95a024319" /><Relationship Type="http://schemas.openxmlformats.org/officeDocument/2006/relationships/slide" Target="/ppt/slides/slide88.xml" Id="R43fc2664467b4600" /><Relationship Type="http://schemas.openxmlformats.org/officeDocument/2006/relationships/slide" Target="/ppt/slides/slide89.xml" Id="R069818994eed4057" /><Relationship Type="http://schemas.openxmlformats.org/officeDocument/2006/relationships/slide" Target="/ppt/slides/slide90.xml" Id="Ra0ec0c01d801469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ca46b5586a4d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5e150254d34607" /><Relationship Type="http://schemas.openxmlformats.org/officeDocument/2006/relationships/notesMaster" Target="/ppt/notesMasters/notesMaster1.xml" Id="R5357718049c841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b57cd1f6c3487c" /><Relationship Type="http://schemas.openxmlformats.org/officeDocument/2006/relationships/notesMaster" Target="/ppt/notesMasters/notesMaster1.xml" Id="R1f70052dde0746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51f404457344bd" /><Relationship Type="http://schemas.openxmlformats.org/officeDocument/2006/relationships/notesMaster" Target="/ppt/notesMasters/notesMaster1.xml" Id="Rf809c4ae062b4b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d2da2ab33c48a9" /><Relationship Type="http://schemas.openxmlformats.org/officeDocument/2006/relationships/notesMaster" Target="/ppt/notesMasters/notesMaster1.xml" Id="Re224ef5c10634c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6ab5666eb64836" /><Relationship Type="http://schemas.openxmlformats.org/officeDocument/2006/relationships/notesMaster" Target="/ppt/notesMasters/notesMaster1.xml" Id="Rfc314c9a8d6543b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71a1b4630c0476f" /><Relationship Type="http://schemas.openxmlformats.org/officeDocument/2006/relationships/notesMaster" Target="/ppt/notesMasters/notesMaster1.xml" Id="R9d422fea70dc448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89f120bd16461b" /><Relationship Type="http://schemas.openxmlformats.org/officeDocument/2006/relationships/notesMaster" Target="/ppt/notesMasters/notesMaster1.xml" Id="R9e8a056dfa3e4d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e953a18c4a4a4b" /><Relationship Type="http://schemas.openxmlformats.org/officeDocument/2006/relationships/notesMaster" Target="/ppt/notesMasters/notesMaster1.xml" Id="Rc951ec8e999447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adbbe035ba40a8" /><Relationship Type="http://schemas.openxmlformats.org/officeDocument/2006/relationships/notesMaster" Target="/ppt/notesMasters/notesMaster1.xml" Id="R434b279ef8e84e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11b0a273a74640" /><Relationship Type="http://schemas.openxmlformats.org/officeDocument/2006/relationships/notesMaster" Target="/ppt/notesMasters/notesMaster1.xml" Id="R862dddaa40494d7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65d99f467e4941" /><Relationship Type="http://schemas.openxmlformats.org/officeDocument/2006/relationships/notesMaster" Target="/ppt/notesMasters/notesMaster1.xml" Id="R21ed2dbef0a547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9d8ecbd7aa4d85" /><Relationship Type="http://schemas.openxmlformats.org/officeDocument/2006/relationships/notesMaster" Target="/ppt/notesMasters/notesMaster1.xml" Id="Rd416031802af46b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9546825f6c14df3" /><Relationship Type="http://schemas.openxmlformats.org/officeDocument/2006/relationships/notesMaster" Target="/ppt/notesMasters/notesMaster1.xml" Id="R39ebe9a1dfc345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bce6b982434df7" /><Relationship Type="http://schemas.openxmlformats.org/officeDocument/2006/relationships/notesMaster" Target="/ppt/notesMasters/notesMaster1.xml" Id="R31982f7429414eb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1989103885447c7" /><Relationship Type="http://schemas.openxmlformats.org/officeDocument/2006/relationships/notesMaster" Target="/ppt/notesMasters/notesMaster1.xml" Id="R50bd5db2b4074da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7286f3770004269" /><Relationship Type="http://schemas.openxmlformats.org/officeDocument/2006/relationships/notesMaster" Target="/ppt/notesMasters/notesMaster1.xml" Id="Rde67fae722f847f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2fc996ca49e4ffb" /><Relationship Type="http://schemas.openxmlformats.org/officeDocument/2006/relationships/notesMaster" Target="/ppt/notesMasters/notesMaster1.xml" Id="Rebba155a7fd24e7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c35e0b2276744e9" /><Relationship Type="http://schemas.openxmlformats.org/officeDocument/2006/relationships/notesMaster" Target="/ppt/notesMasters/notesMaster1.xml" Id="R4fedf93a33cf40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634c180a7640b7" /><Relationship Type="http://schemas.openxmlformats.org/officeDocument/2006/relationships/notesMaster" Target="/ppt/notesMasters/notesMaster1.xml" Id="Re099d78fe2b846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2b1dd605a4c4f1c" /><Relationship Type="http://schemas.openxmlformats.org/officeDocument/2006/relationships/notesMaster" Target="/ppt/notesMasters/notesMaster1.xml" Id="R2278e18083ab474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8a255d77c14671" /><Relationship Type="http://schemas.openxmlformats.org/officeDocument/2006/relationships/notesMaster" Target="/ppt/notesMasters/notesMaster1.xml" Id="Ref690bfcabde404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04db4641564617" /><Relationship Type="http://schemas.openxmlformats.org/officeDocument/2006/relationships/notesMaster" Target="/ppt/notesMasters/notesMaster1.xml" Id="Rd31ddec2c6e94d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7c1b65dea394df6" /><Relationship Type="http://schemas.openxmlformats.org/officeDocument/2006/relationships/notesMaster" Target="/ppt/notesMasters/notesMaster1.xml" Id="R4d94a8294cb64ed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01358468f84a1d" /><Relationship Type="http://schemas.openxmlformats.org/officeDocument/2006/relationships/notesMaster" Target="/ppt/notesMasters/notesMaster1.xml" Id="R5193087104ef4b3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4b6aeef164b4464" /><Relationship Type="http://schemas.openxmlformats.org/officeDocument/2006/relationships/notesMaster" Target="/ppt/notesMasters/notesMaster1.xml" Id="R5366cd4d21cb455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d40b88cbbcc42b2" /><Relationship Type="http://schemas.openxmlformats.org/officeDocument/2006/relationships/notesMaster" Target="/ppt/notesMasters/notesMaster1.xml" Id="R7f0364fb04a9494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6efac67f8024fc5" /><Relationship Type="http://schemas.openxmlformats.org/officeDocument/2006/relationships/notesMaster" Target="/ppt/notesMasters/notesMaster1.xml" Id="Red2c1e00f3f34c2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fe1d5790ce2438a" /><Relationship Type="http://schemas.openxmlformats.org/officeDocument/2006/relationships/notesMaster" Target="/ppt/notesMasters/notesMaster1.xml" Id="R4ff076a38be1431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3cf458b5c774ac2" /><Relationship Type="http://schemas.openxmlformats.org/officeDocument/2006/relationships/notesMaster" Target="/ppt/notesMasters/notesMaster1.xml" Id="R0569fb8882024b6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0a7c242d908431d" /><Relationship Type="http://schemas.openxmlformats.org/officeDocument/2006/relationships/notesMaster" Target="/ppt/notesMasters/notesMaster1.xml" Id="R174f0a8e368143d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b8a64993adc4f90" /><Relationship Type="http://schemas.openxmlformats.org/officeDocument/2006/relationships/notesMaster" Target="/ppt/notesMasters/notesMaster1.xml" Id="Rf09e3ca9a10341f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d12b221d21f45ac" /><Relationship Type="http://schemas.openxmlformats.org/officeDocument/2006/relationships/notesMaster" Target="/ppt/notesMasters/notesMaster1.xml" Id="Rf17128ae8e9246d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6fbd650154d47de" /><Relationship Type="http://schemas.openxmlformats.org/officeDocument/2006/relationships/notesMaster" Target="/ppt/notesMasters/notesMaster1.xml" Id="Rb903be7f6dee4c9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bf0227396440dd" /><Relationship Type="http://schemas.openxmlformats.org/officeDocument/2006/relationships/notesMaster" Target="/ppt/notesMasters/notesMaster1.xml" Id="R18931cedf2bd431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d4e3d2b26034555" /><Relationship Type="http://schemas.openxmlformats.org/officeDocument/2006/relationships/notesMaster" Target="/ppt/notesMasters/notesMaster1.xml" Id="Rdec0eceba827417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355403d7a374b8e" /><Relationship Type="http://schemas.openxmlformats.org/officeDocument/2006/relationships/notesMaster" Target="/ppt/notesMasters/notesMaster1.xml" Id="Rda12118469de442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0c3803c5a8a4fc9" /><Relationship Type="http://schemas.openxmlformats.org/officeDocument/2006/relationships/notesMaster" Target="/ppt/notesMasters/notesMaster1.xml" Id="Rd7fe6110400342f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a3f67697f68419e" /><Relationship Type="http://schemas.openxmlformats.org/officeDocument/2006/relationships/notesMaster" Target="/ppt/notesMasters/notesMaster1.xml" Id="Rd1517f8a7dbd43d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053cd0e3d594e28" /><Relationship Type="http://schemas.openxmlformats.org/officeDocument/2006/relationships/notesMaster" Target="/ppt/notesMasters/notesMaster1.xml" Id="Rc1b19ad9f11c493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7ef218f46764fb0" /><Relationship Type="http://schemas.openxmlformats.org/officeDocument/2006/relationships/notesMaster" Target="/ppt/notesMasters/notesMaster1.xml" Id="Rd5219ba53756452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77125193694419e" /><Relationship Type="http://schemas.openxmlformats.org/officeDocument/2006/relationships/notesMaster" Target="/ppt/notesMasters/notesMaster1.xml" Id="R87235aa324754e6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5e7c73124be405b" /><Relationship Type="http://schemas.openxmlformats.org/officeDocument/2006/relationships/notesMaster" Target="/ppt/notesMasters/notesMaster1.xml" Id="Re1dd096f057441a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2d7872ed4c84ae1" /><Relationship Type="http://schemas.openxmlformats.org/officeDocument/2006/relationships/notesMaster" Target="/ppt/notesMasters/notesMaster1.xml" Id="R4bca52e75bd4464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24c35db3036465f" /><Relationship Type="http://schemas.openxmlformats.org/officeDocument/2006/relationships/notesMaster" Target="/ppt/notesMasters/notesMaster1.xml" Id="Rf8601fbb1f0046b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a3785a698624be1" /><Relationship Type="http://schemas.openxmlformats.org/officeDocument/2006/relationships/notesMaster" Target="/ppt/notesMasters/notesMaster1.xml" Id="R55ca3bc8e7454d7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1aa5a4a90114e4d" /><Relationship Type="http://schemas.openxmlformats.org/officeDocument/2006/relationships/notesMaster" Target="/ppt/notesMasters/notesMaster1.xml" Id="R7d2ee6046f24466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3a10a8504a64e4d" /><Relationship Type="http://schemas.openxmlformats.org/officeDocument/2006/relationships/notesMaster" Target="/ppt/notesMasters/notesMaster1.xml" Id="R6f631dbdeeda4b6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180aa96a5b64c0c" /><Relationship Type="http://schemas.openxmlformats.org/officeDocument/2006/relationships/notesMaster" Target="/ppt/notesMasters/notesMaster1.xml" Id="R244d66d43dd14fc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57cdf8e60a44cb8" /><Relationship Type="http://schemas.openxmlformats.org/officeDocument/2006/relationships/notesMaster" Target="/ppt/notesMasters/notesMaster1.xml" Id="R883c87ee267a49e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ae2313568264682" /><Relationship Type="http://schemas.openxmlformats.org/officeDocument/2006/relationships/notesMaster" Target="/ppt/notesMasters/notesMaster1.xml" Id="R56abdf7eb943481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e23a64523a14cc3" /><Relationship Type="http://schemas.openxmlformats.org/officeDocument/2006/relationships/notesMaster" Target="/ppt/notesMasters/notesMaster1.xml" Id="R227796b3695b475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5f7f59db7f04468" /><Relationship Type="http://schemas.openxmlformats.org/officeDocument/2006/relationships/notesMaster" Target="/ppt/notesMasters/notesMaster1.xml" Id="Ra23054a4d163427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7470a1f3f694c7d" /><Relationship Type="http://schemas.openxmlformats.org/officeDocument/2006/relationships/notesMaster" Target="/ppt/notesMasters/notesMaster1.xml" Id="R53fe4c3473524bd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e54678bb3604e79" /><Relationship Type="http://schemas.openxmlformats.org/officeDocument/2006/relationships/notesMaster" Target="/ppt/notesMasters/notesMaster1.xml" Id="R19fc91877432442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93c33f3272c4783" /><Relationship Type="http://schemas.openxmlformats.org/officeDocument/2006/relationships/notesMaster" Target="/ppt/notesMasters/notesMaster1.xml" Id="Rc98eeb3c68ea48f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7d0844f3c054f96" /><Relationship Type="http://schemas.openxmlformats.org/officeDocument/2006/relationships/notesMaster" Target="/ppt/notesMasters/notesMaster1.xml" Id="R8973771bcbca446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40f36221e7742f9" /><Relationship Type="http://schemas.openxmlformats.org/officeDocument/2006/relationships/notesMaster" Target="/ppt/notesMasters/notesMaster1.xml" Id="R7cb801009403415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c4985f81931406c" /><Relationship Type="http://schemas.openxmlformats.org/officeDocument/2006/relationships/notesMaster" Target="/ppt/notesMasters/notesMaster1.xml" Id="R052c121166254f1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15648c36a2247be" /><Relationship Type="http://schemas.openxmlformats.org/officeDocument/2006/relationships/notesMaster" Target="/ppt/notesMasters/notesMaster1.xml" Id="R13bdefa1edf840f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5826a430d2c4dec" /><Relationship Type="http://schemas.openxmlformats.org/officeDocument/2006/relationships/notesMaster" Target="/ppt/notesMasters/notesMaster1.xml" Id="R700768f0968a4ea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4fad00f610940ac" /><Relationship Type="http://schemas.openxmlformats.org/officeDocument/2006/relationships/notesMaster" Target="/ppt/notesMasters/notesMaster1.xml" Id="R4907d46e6130489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fa1d65ed5f54b94" /><Relationship Type="http://schemas.openxmlformats.org/officeDocument/2006/relationships/notesMaster" Target="/ppt/notesMasters/notesMaster1.xml" Id="R3beb8641f5a5482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72074bed0b04c59" /><Relationship Type="http://schemas.openxmlformats.org/officeDocument/2006/relationships/notesMaster" Target="/ppt/notesMasters/notesMaster1.xml" Id="R6e51c3d2a3414ad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6ac85ef58f8422d" /><Relationship Type="http://schemas.openxmlformats.org/officeDocument/2006/relationships/notesMaster" Target="/ppt/notesMasters/notesMaster1.xml" Id="R16c9daf4d82642a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0e51e62c8e64640" /><Relationship Type="http://schemas.openxmlformats.org/officeDocument/2006/relationships/notesMaster" Target="/ppt/notesMasters/notesMaster1.xml" Id="R05ccc9bfcfbf4e4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512567e7d194c39" /><Relationship Type="http://schemas.openxmlformats.org/officeDocument/2006/relationships/notesMaster" Target="/ppt/notesMasters/notesMaster1.xml" Id="Rb1326460ef24444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cc3c61466bf426e" /><Relationship Type="http://schemas.openxmlformats.org/officeDocument/2006/relationships/notesMaster" Target="/ppt/notesMasters/notesMaster1.xml" Id="Rb02890ee4bc743d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1584b56ec8a436f" /><Relationship Type="http://schemas.openxmlformats.org/officeDocument/2006/relationships/notesMaster" Target="/ppt/notesMasters/notesMaster1.xml" Id="R0764e657e42b411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27671a1af3c4409" /><Relationship Type="http://schemas.openxmlformats.org/officeDocument/2006/relationships/notesMaster" Target="/ppt/notesMasters/notesMaster1.xml" Id="R84f90c114d8a41f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f51e2540f9d4cf6" /><Relationship Type="http://schemas.openxmlformats.org/officeDocument/2006/relationships/notesMaster" Target="/ppt/notesMasters/notesMaster1.xml" Id="Ra6c2ea84edfa45b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8cb1e693b874b6e" /><Relationship Type="http://schemas.openxmlformats.org/officeDocument/2006/relationships/notesMaster" Target="/ppt/notesMasters/notesMaster1.xml" Id="Rcf9cfbb14db0455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6e8331e79dd42fa" /><Relationship Type="http://schemas.openxmlformats.org/officeDocument/2006/relationships/notesMaster" Target="/ppt/notesMasters/notesMaster1.xml" Id="R09470c54bc9c45a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c754c2141ed4d9b" /><Relationship Type="http://schemas.openxmlformats.org/officeDocument/2006/relationships/notesMaster" Target="/ppt/notesMasters/notesMaster1.xml" Id="R9367567e0a574da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d955b0ac594422f" /><Relationship Type="http://schemas.openxmlformats.org/officeDocument/2006/relationships/notesMaster" Target="/ppt/notesMasters/notesMaster1.xml" Id="Rdcb8fb5574a743b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a14dbb48a3d4754" /><Relationship Type="http://schemas.openxmlformats.org/officeDocument/2006/relationships/notesMaster" Target="/ppt/notesMasters/notesMaster1.xml" Id="R0704ecdf54e54ee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70339f58ce74f1a" /><Relationship Type="http://schemas.openxmlformats.org/officeDocument/2006/relationships/notesMaster" Target="/ppt/notesMasters/notesMaster1.xml" Id="Ree24e1d0e16e4a7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ab5a6e1e81f4251" /><Relationship Type="http://schemas.openxmlformats.org/officeDocument/2006/relationships/notesMaster" Target="/ppt/notesMasters/notesMaster1.xml" Id="Re3816aad38264a6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44be13717d14058" /><Relationship Type="http://schemas.openxmlformats.org/officeDocument/2006/relationships/notesMaster" Target="/ppt/notesMasters/notesMaster1.xml" Id="R34cf43fdf2d64589"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d082b817ef14fea" /><Relationship Type="http://schemas.openxmlformats.org/officeDocument/2006/relationships/notesMaster" Target="/ppt/notesMasters/notesMaster1.xml" Id="Re425dee12dd9426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76cea922dcf4b95" /><Relationship Type="http://schemas.openxmlformats.org/officeDocument/2006/relationships/notesMaster" Target="/ppt/notesMasters/notesMaster1.xml" Id="R19cbbfd6004a460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0acf537282d45e3" /><Relationship Type="http://schemas.openxmlformats.org/officeDocument/2006/relationships/notesMaster" Target="/ppt/notesMasters/notesMaster1.xml" Id="Rbfa57c2a7024400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58ac1b8f2154dda" /><Relationship Type="http://schemas.openxmlformats.org/officeDocument/2006/relationships/notesMaster" Target="/ppt/notesMasters/notesMaster1.xml" Id="Rb46d259659d34ee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91ff19f8966405e" /><Relationship Type="http://schemas.openxmlformats.org/officeDocument/2006/relationships/notesMaster" Target="/ppt/notesMasters/notesMaster1.xml" Id="Rf31f974bebc248d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fbe6e6b7546a47a0" /><Relationship Type="http://schemas.openxmlformats.org/officeDocument/2006/relationships/notesMaster" Target="/ppt/notesMasters/notesMaster1.xml" Id="Rd1c0b21ccfc64c3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097dddf76ba648c4" /><Relationship Type="http://schemas.openxmlformats.org/officeDocument/2006/relationships/notesMaster" Target="/ppt/notesMasters/notesMaster1.xml" Id="R3a9efbcb105b4cf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9b538927c724e1b" /><Relationship Type="http://schemas.openxmlformats.org/officeDocument/2006/relationships/notesMaster" Target="/ppt/notesMasters/notesMaster1.xml" Id="Ref1433b1e5c64e1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4d0add242f7a48d3" /><Relationship Type="http://schemas.openxmlformats.org/officeDocument/2006/relationships/notesMaster" Target="/ppt/notesMasters/notesMaster1.xml" Id="R6889aadb01f4459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f40ac6f948048cf" /><Relationship Type="http://schemas.openxmlformats.org/officeDocument/2006/relationships/notesMaster" Target="/ppt/notesMasters/notesMaster1.xml" Id="R6a98cdd23b8947e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f245f24335e49f6" /><Relationship Type="http://schemas.openxmlformats.org/officeDocument/2006/relationships/notesMaster" Target="/ppt/notesMasters/notesMaster1.xml" Id="Ra06d8a45513545c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e97c7ff768f24779" /><Relationship Type="http://schemas.openxmlformats.org/officeDocument/2006/relationships/notesMaster" Target="/ppt/notesMasters/notesMaster1.xml" Id="R60b469ba7c74484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최종 실행에서 실제 문서 접근 차이를 관찰했다. 양쪽의 공통·넓은 접근과 실행 간 변동도 있어 완벽한 문서 선택, 토큰 절약·성능 개선으로 해석하지 않는다.</a:t>
            </a:r>
          </a:p>
          <a:p xmlns:a="http://schemas.openxmlformats.org/drawingml/2006/main">
            <a:r>
              <a:t/>
            </a:r>
          </a:p>
          <a:p xmlns:a="http://schemas.openxmlformats.org/drawingml/2006/main">
            <a:r>
              <a:t>Opening Question: “앞에서 Crop 명세를 읽은 기록을 봤습니다. 같은 저장소에 실행 의존성을 물으면 어떤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CAPTURED) S44의 요청 A를 표의 A열로 회수하고 요청 B의 실행 의존성 질문을 나란히 둔다. 실제 최종 기록에서 이미지 명세·테스트 안내는 A만, 패키지 설정은 B만 읽었다고 강조한 셀을 가리킨다. 화면은 기록을 요약·재구성한 정적 비교표이며 실제 실행 캡처나 동시 Subagent 화면이 아니다.</a:t>
            </a:r>
          </a:p>
          <a:p xmlns:a="http://schemas.openxmlformats.org/drawingml/2006/main">
            <a:r>
              <a:t>2. (1:00–2:00 / Case) 두 요청 모두 AGENTS.md, README.md, docs/architecture.md를 읽었음을 확인한다. 소스도 양쪽에서 확인했다. 목록은 시간 순서가 아니며 모든 명령·소스 파일을 나열한 로그가 아니다. architecture는 실제 질문에 필요하지 않은 넓은 접근이었음을 설명한다.</a:t>
            </a:r>
          </a:p>
          <a:p xmlns:a="http://schemas.openxmlformats.org/drawingml/2006/main">
            <a:r>
              <a:t>3. (2:00–3:00 / Case) A만 docs/image-contracts.md와 docs/testing.md를, B만 pyproject.toml과 setup.cfg를 읽은 차이를 짚는다. B의 기록된 답은 third-party runtime dependency가 없고 Python3.9+와 표준 라이브러리가 필요하며 setuptools/wheel 등은 build/package용이라는 구분이다. 표는 접근을 비교하며 파일을 열었다는 사실만으로 답의 단독 원인을 증명하지 않는다.</a:t>
            </a:r>
          </a:p>
          <a:p xmlns:a="http://schemas.openxmlformats.org/drawingml/2006/main">
            <a:r>
              <a:t>4. (3:00–4:00 / Case) 오른쪽 ‘해석의 한계’를 회수한다. 구조 문서는 둘 다 읽었고 testing.md/관련 테스트 접근은 A의 최종 실행에서 관찰했지만 이전 A 실행과 달랐다. 완벽한 문서 선택은 미입증이며 토큰 절약·성능 개선을 측정하지 않았다. 과거 Codex CLI0.154.0의 범위를 유지한다.</a:t>
            </a:r>
          </a:p>
          <a:p xmlns:a="http://schemas.openxmlformats.org/drawingml/2006/main">
            <a:r>
              <a:t>5. (4:00–6:00 / Reflection) ‘다르게 읽었다’와 ‘항상 잘 선택한다·효율이 개선됐다’ 사이에 어떤 근거가 더 필요한지 조용히 생각하게 한다. 별도 실습·기록·공개 응답을 요구하지 않으며 강사가 이2분을 설명으로 채우지 않는다.</a:t>
            </a:r>
          </a:p>
          <a:p xmlns:a="http://schemas.openxmlformats.org/drawingml/2006/main">
            <a:r>
              <a:t>6. (6:00–7:00 / Q&amp;A) 질문 하나를 받는다. 없으면 ‘이 기록만으로 문서 선택을 보장할 수 있을까요?’를 짧게 던지고 실제 접근 차이는 관찰했지만 보장·효율 효과는 확인하지 않았다고 닫는다. S46의 정보 정리 뒤에도 남는 반복으로 연결한다.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S45 또는 production/preview/full/S45.png를 사용한다. Full/ACT2 PNG·Notes 일치와 DEMO-06 fallback 경로·hash 갱신은 production/evaluation/S45_ACCESS_COMPARISON_REVISION.md와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ALIGNED — DEC-0058의 공통/차이 문서 접근표와 관찰/해석 구분, S44→S45→S46 연결을 반영했다. 최종 렌더·native table·Notes parity는 production/evaluation/S45_ACCESS_COMPARISON_REVISION.md를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Project Context의 범위와 위치를 정리해도, 현재 목표가 다른 작업마다 같은 조사·검증 방법을 다시 요청하는 문제가 남을 수 있다. 이 반복을 다음 Harness 구간의 질문으로 삼는다.</a:t>
            </a:r>
          </a:p>
          <a:p xmlns:a="http://schemas.openxmlformats.org/drawingml/2006/main">
            <a:r>
              <a:t/>
            </a:r>
          </a:p>
          <a:p xmlns:a="http://schemas.openxmlformats.org/drawingml/2006/main">
            <a:r>
              <a:t>Opening Question: “앞에서 요청별 문서 접근 차이와 한계를 봤습니다. 정보를 어디서 찾을지 정리했으면, 일하는 방법도 해결된 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Transition) S45의 관찰된 접근 차이를 회수하고 완벽한 Context 선택이나 효율 향상을 확인한 것은 아니라고 짧게 한정한다. 왼쪽의 AGENTS.md 기본 안내/문서 위치와 상세 명세·구조·테스트를 가리킨다. 공통 사실은 Project Context에, 필요한 상세의 위치는 Routing으로 나누었다는 교육용 배치 요약이다. 아래 화살표가 실제 파일 읽기 순서를 뜻하지 않는다.</a:t>
            </a:r>
          </a:p>
          <a:p xmlns:a="http://schemas.openxmlformats.org/drawingml/2006/main">
            <a:r>
              <a:t>2. (1:00–2:00 / Transition) 오른쪽 두 성능 요청의 서로 다른 현재 목표를 짚는다. 첫 요청은 크기 변경, 두 번째는 정규화의 성능 조사/개선이다. S45의 Crop/의존성 A·B를 바꾼 것이 아니라 다음 성능 작업 두 개의 요약이다. 실제 Prompt 전문이나 제품 화면이 아닌 교육용 재구성임을 밝힌다.</a:t>
            </a:r>
          </a:p>
          <a:p xmlns:a="http://schemas.openxmlformats.org/drawingml/2006/main">
            <a:r>
              <a:t>3. (2:00–3:00 / Transition) 두 요청의 같은 청록 영역을 번갈아 가리킨다. 측정·조사 → 계획·변경 → 테스트·재측정·비교·검토라는 같은 방법을 다시 요청한다. 이3줄은 TRIAL-006/007 공통 절차8개를 압축한 표현이며 새로운 요청 기법이나 공식 제품 분류가 아니다.</a:t>
            </a:r>
          </a:p>
          <a:p xmlns:a="http://schemas.openxmlformats.org/drawingml/2006/main">
            <a:r>
              <a:t>4. (3:00–4:00 / Transition) 하단의 ‘같은 조사·검증 절차도 매번 다시 적어야 할까?’를 읽고 다음 Harness 구간의 문제로 남긴다. 구체적인 기능이나 성공 결과를 답으로 제시하지 않는다. 실제 작업 흐름에는 global Harness 영향도 있어 Prompt 단독 효과로 해석하지 않는다.</a:t>
            </a:r>
          </a:p>
          <a:p xmlns:a="http://schemas.openxmlformats.org/drawingml/2006/main">
            <a:r>
              <a:t>5. (4:00–10:00 / Q&amp;A) 질문을 받으며 공통 사실·상세 정보 위치·현재 목표와 반복되는 작업 방법의 책임을 구분해 회수한다. 무응답 시 ‘명세를 찾는 방법을 안내해 두면 측정·테스트 순서도 자동으로 정해질까요?’를 묻고 ‘작업 방법을 유지하는 책임은 별도로 남습니다’로 이어간다. 마지막20초는 다음 두 성능 Task의 실제 기록을 보자는 기존 handoff에 사용하며 이6분 안에 포함한다.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공통 절차가 두 요청에 반복됐다는 기록과 전체 Agent 행동의 원인은 구분한다. global Harness 영향이 있어 Prompt-only attribution은 PARTIAL이다. 문서 배치 그림은 실제 접근 순서·Context 선택 완전 해결·토큰 절약·성능 개선의 증거가 아니다. 두 요청의 병렬 배치는 동시 Subagent 실행이나 비교 실험이 아니다. 구체적인 Skill 등 메커니즘이나 그 효과는 이 장에서 설명하지 않는다.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S47에서 기록의 반복 구조를 확인한다.</a:t>
            </a:r>
          </a:p>
          <a:p xmlns:a="http://schemas.openxmlformats.org/drawingml/2006/main">
            <a:r>
              <a:t/>
            </a:r>
          </a:p>
          <a:p xmlns:a="http://schemas.openxmlformats.org/drawingml/2006/main">
            <a:r>
              <a:t>Audience Interaction: Transition0–4분 후 Q&amp;A4–10분을 유지한다. 공개 응답은 선택이다. 무응답 시 ‘명세를 찾는 방법을 안내해 두면 측정·테스트 순서도 자동으로 정해질까요?’ 또는 ‘지금 반복되는 것은 Project 사실일까요, 일하는 방법일까요?’로 질문을 연다. 별도 실습·필수 답변은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Transition4분 → Q&amp;A6분, 총10분을 유지한다. 마지막 handoff도 Q&amp;A6분 종료 전에 포함하고 추가 Transition 시간을 만들지 않는다. 부연이 길어지면 상세 문서/성능 작업의 설명을 줄이고 동일한 절차와 핵심 질문을 먼저 회수한다. 질문은9분40초에 마무리해 ACT3로 이동한다. 실제 리허설은 UNVERIFIED다.</a:t>
            </a:r>
          </a:p>
          <a:p xmlns:a="http://schemas.openxmlformats.org/drawingml/2006/main">
            <a:r>
              <a:t/>
            </a:r>
          </a:p>
          <a:p xmlns:a="http://schemas.openxmlformats.org/drawingml/2006/main">
            <a:r>
              <a:t>Fallback: LOCAL STATIC ARTIFACT — production/ACT_2.pptx의 S46 또는 production/preview/act2/S46.png를 사용한다. Full/ACT2 PNG·내장 Notes 일치는 production/evaluation/S46_WORKFLOW_HANDOFF_REVISION.md와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ALIGNED — DEC-0059의 Context 배치/반복 절차 대비와 S45→S46→S47 Harness handoff를 반영했다. 최종 렌더·Notes parity는 production/evaluation/S46_WORKFLOW_HANDOFF_REVISION.md를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cad1d7d7e44be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18a3cdb485483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deb20e4f8f404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306806d16a4f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44442d208e45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49b2c19fa34e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0882D6-253F-42CB-BE59-92506DFC630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A1F23C-BE04-446B-97CE-D58F272D82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D3E23B-21C1-4DC1-A6B9-42F14EFE62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94C146-50C8-4EBD-92F9-D71A3D2553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CD719F-CC0D-40CC-B397-91994EF65D6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4034F21-6662-494C-9FF9-AB46796C72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D0DFB4-0BF2-4AC6-A49F-09D76CB4499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63144D9-6DEF-4A32-A053-45CF46C59D6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891CEE-83CC-4F06-9357-7CD7AB4DE0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A635814-6D82-484E-8201-4C571C5304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ba9e3fb65a41da" /><Relationship Type="http://schemas.openxmlformats.org/officeDocument/2006/relationships/slideLayout" Target="/ppt/slideLayouts/slideLayout1.xml" Id="R78a562f63a1948f0" /><Relationship Type="http://schemas.openxmlformats.org/officeDocument/2006/relationships/slideLayout" Target="/ppt/slideLayouts/slideLayout2.xml" Id="R37e29e2eff014479" /><Relationship Type="http://schemas.openxmlformats.org/officeDocument/2006/relationships/slideLayout" Target="/ppt/slideLayouts/slideLayout3.xml" Id="R79f3333bb3f54e24" /><Relationship Type="http://schemas.openxmlformats.org/officeDocument/2006/relationships/slideLayout" Target="/ppt/slideLayouts/slideLayout4.xml" Id="R1dbe38c60b2c42a0" /><Relationship Type="http://schemas.openxmlformats.org/officeDocument/2006/relationships/slideLayout" Target="/ppt/slideLayouts/slideLayout5.xml" Id="Rb3680aa41d204f79" /><Relationship Type="http://schemas.openxmlformats.org/officeDocument/2006/relationships/slideLayout" Target="/ppt/slideLayouts/slideLayout6.xml" Id="Rfbc8aaa245c44d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a562f63a1948f0"/>
    <p:sldLayoutId xmlns:r="http://schemas.openxmlformats.org/officeDocument/2006/relationships" id="2147483650" r:id="R37e29e2eff014479"/>
    <p:sldLayoutId xmlns:r="http://schemas.openxmlformats.org/officeDocument/2006/relationships" id="2147483651" r:id="R79f3333bb3f54e24"/>
    <p:sldLayoutId xmlns:r="http://schemas.openxmlformats.org/officeDocument/2006/relationships" id="2147483652" r:id="R1dbe38c60b2c42a0"/>
    <p:sldLayoutId xmlns:r="http://schemas.openxmlformats.org/officeDocument/2006/relationships" id="2147483653" r:id="Rb3680aa41d204f79"/>
    <p:sldLayoutId xmlns:r="http://schemas.openxmlformats.org/officeDocument/2006/relationships" id="2147483654" r:id="Rfbc8aaa245c44d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42c664989f4799" /><Relationship Type="http://schemas.openxmlformats.org/officeDocument/2006/relationships/image" Target="/ppt/media/image.png" Id="R35045178b77045de" /><Relationship Type="http://schemas.openxmlformats.org/officeDocument/2006/relationships/notesSlide" Target="/ppt/notesSlides/notesSlide1.xml" Id="R0e75885361aa41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55807b2c186485f" /><Relationship Type="http://schemas.openxmlformats.org/officeDocument/2006/relationships/notesSlide" Target="/ppt/notesSlides/notesSlide2.xml" Id="Rb98b0c507b8f4d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964cacf4b784658" /><Relationship Type="http://schemas.openxmlformats.org/officeDocument/2006/relationships/notesSlide" Target="/ppt/notesSlides/notesSlide3.xml" Id="R4742c3f2333949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25e35121464fdd" /><Relationship Type="http://schemas.openxmlformats.org/officeDocument/2006/relationships/image" Target="/ppt/media/image2.png" Id="R4b35a24746974d5d" /><Relationship Type="http://schemas.openxmlformats.org/officeDocument/2006/relationships/notesSlide" Target="/ppt/notesSlides/notesSlide4.xml" Id="Rcefb6718bdcf4d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e3e06f3ac42482a" /><Relationship Type="http://schemas.openxmlformats.org/officeDocument/2006/relationships/notesSlide" Target="/ppt/notesSlides/notesSlide5.xml" Id="R0166af22d80d45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721c9c4754d4d81" /><Relationship Type="http://schemas.openxmlformats.org/officeDocument/2006/relationships/notesSlide" Target="/ppt/notesSlides/notesSlide6.xml" Id="R1bfd2918f72843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d7ed734e57141b4" /><Relationship Type="http://schemas.openxmlformats.org/officeDocument/2006/relationships/image" Target="/ppt/media/image3.png" Id="Ra15bcdba607e4716" /><Relationship Type="http://schemas.openxmlformats.org/officeDocument/2006/relationships/notesSlide" Target="/ppt/notesSlides/notesSlide7.xml" Id="Ra0a8a23b3f364f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f35f24f82bc4763" /><Relationship Type="http://schemas.openxmlformats.org/officeDocument/2006/relationships/notesSlide" Target="/ppt/notesSlides/notesSlide8.xml" Id="R3b2c38b0f1c14f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b309a57a9864a8b" /><Relationship Type="http://schemas.openxmlformats.org/officeDocument/2006/relationships/image" Target="/ppt/media/image4.png" Id="R6d86c0ebc62242b9" /><Relationship Type="http://schemas.openxmlformats.org/officeDocument/2006/relationships/image" Target="/ppt/media/image5.png" Id="Rf8630b70b5c74eca" /><Relationship Type="http://schemas.openxmlformats.org/officeDocument/2006/relationships/image" Target="/ppt/media/image6.png" Id="R728b32dff46742db" /><Relationship Type="http://schemas.openxmlformats.org/officeDocument/2006/relationships/notesSlide" Target="/ppt/notesSlides/notesSlide9.xml" Id="R01939c390933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3e371ca4f1941bd" /><Relationship Type="http://schemas.openxmlformats.org/officeDocument/2006/relationships/notesSlide" Target="/ppt/notesSlides/notesSlide10.xml" Id="Rce88210ec4af4a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adba4fff1654e7c" /><Relationship Type="http://schemas.openxmlformats.org/officeDocument/2006/relationships/image" Target="/ppt/media/image7.png" Id="R9a997bd6d9254815" /><Relationship Type="http://schemas.openxmlformats.org/officeDocument/2006/relationships/image" Target="/ppt/media/image8.png" Id="Rdaa037f8bcff458f" /><Relationship Type="http://schemas.openxmlformats.org/officeDocument/2006/relationships/image" Target="/ppt/media/image9.png" Id="R7037868cb82e4ad3" /><Relationship Type="http://schemas.openxmlformats.org/officeDocument/2006/relationships/notesSlide" Target="/ppt/notesSlides/notesSlide11.xml" Id="R1b5d0e24f38c45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a7ebbd8812d4e5e" /><Relationship Type="http://schemas.openxmlformats.org/officeDocument/2006/relationships/image" Target="/ppt/media/image10.png" Id="Rf02cf2a116e343e7" /><Relationship Type="http://schemas.openxmlformats.org/officeDocument/2006/relationships/notesSlide" Target="/ppt/notesSlides/notesSlide12.xml" Id="R1bc1440fbbcd420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3886e571d1b4089" /><Relationship Type="http://schemas.openxmlformats.org/officeDocument/2006/relationships/image" Target="/ppt/media/image11.png" Id="R928fce4a61804277" /><Relationship Type="http://schemas.openxmlformats.org/officeDocument/2006/relationships/notesSlide" Target="/ppt/notesSlides/notesSlide13.xml" Id="R012e992e6bc843d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3b4a96067c94af6" /><Relationship Type="http://schemas.openxmlformats.org/officeDocument/2006/relationships/notesSlide" Target="/ppt/notesSlides/notesSlide14.xml" Id="Rb6a27ec274be48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bbe060a09934b2d" /><Relationship Type="http://schemas.openxmlformats.org/officeDocument/2006/relationships/notesSlide" Target="/ppt/notesSlides/notesSlide15.xml" Id="R0edcb47883b54b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2cfa548af924a90" /><Relationship Type="http://schemas.openxmlformats.org/officeDocument/2006/relationships/notesSlide" Target="/ppt/notesSlides/notesSlide16.xml" Id="R739304f2ca8a4cd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446f4f211504062" /><Relationship Type="http://schemas.openxmlformats.org/officeDocument/2006/relationships/notesSlide" Target="/ppt/notesSlides/notesSlide17.xml" Id="R331ecaeefa2a4c4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e5ed5307564dfa" /><Relationship Type="http://schemas.openxmlformats.org/officeDocument/2006/relationships/notesSlide" Target="/ppt/notesSlides/notesSlide18.xml" Id="R0af0198505304cb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08377e4e3c34b46" /><Relationship Type="http://schemas.openxmlformats.org/officeDocument/2006/relationships/notesSlide" Target="/ppt/notesSlides/notesSlide19.xml" Id="R39ad4cf6b30c4e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4fde2b92ed1418c" /><Relationship Type="http://schemas.openxmlformats.org/officeDocument/2006/relationships/notesSlide" Target="/ppt/notesSlides/notesSlide20.xml" Id="R043fb60151874d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6a4d070983a48c8" /><Relationship Type="http://schemas.openxmlformats.org/officeDocument/2006/relationships/notesSlide" Target="/ppt/notesSlides/notesSlide21.xml" Id="R0d996958cd1643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5abf8d5a3a74b0c" /><Relationship Type="http://schemas.openxmlformats.org/officeDocument/2006/relationships/notesSlide" Target="/ppt/notesSlides/notesSlide22.xml" Id="R54e17dc4af98414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efce59139a64b4e" /><Relationship Type="http://schemas.openxmlformats.org/officeDocument/2006/relationships/notesSlide" Target="/ppt/notesSlides/notesSlide23.xml" Id="Rfa77082fa175467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358ef0a0c06448f" /><Relationship Type="http://schemas.openxmlformats.org/officeDocument/2006/relationships/notesSlide" Target="/ppt/notesSlides/notesSlide24.xml" Id="R9c3375a8f22f4ec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d327735913f4f68" /><Relationship Type="http://schemas.openxmlformats.org/officeDocument/2006/relationships/notesSlide" Target="/ppt/notesSlides/notesSlide25.xml" Id="Rc1cb9f544e2843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4a9158736a44913" /><Relationship Type="http://schemas.openxmlformats.org/officeDocument/2006/relationships/notesSlide" Target="/ppt/notesSlides/notesSlide26.xml" Id="Raf5b7d1e52b24df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d57fb7c807f4f9a" /><Relationship Type="http://schemas.openxmlformats.org/officeDocument/2006/relationships/notesSlide" Target="/ppt/notesSlides/notesSlide27.xml" Id="R24be8ca6c39e44e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7cde44cd6b94985" /><Relationship Type="http://schemas.openxmlformats.org/officeDocument/2006/relationships/notesSlide" Target="/ppt/notesSlides/notesSlide28.xml" Id="R62ae68c779ef40b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0f792be47494e73" /><Relationship Type="http://schemas.openxmlformats.org/officeDocument/2006/relationships/notesSlide" Target="/ppt/notesSlides/notesSlide29.xml" Id="Rf9bd8c26171b4c1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0b1d73b82254351" /><Relationship Type="http://schemas.openxmlformats.org/officeDocument/2006/relationships/notesSlide" Target="/ppt/notesSlides/notesSlide30.xml" Id="R8beaa6fb848d4f6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d6c8a87a24242b1" /><Relationship Type="http://schemas.openxmlformats.org/officeDocument/2006/relationships/notesSlide" Target="/ppt/notesSlides/notesSlide31.xml" Id="R9938707e952a4c6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ba7a5f808054b75" /><Relationship Type="http://schemas.openxmlformats.org/officeDocument/2006/relationships/notesSlide" Target="/ppt/notesSlides/notesSlide32.xml" Id="R5c9669ec3dd340f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3d64cf766734d43" /><Relationship Type="http://schemas.openxmlformats.org/officeDocument/2006/relationships/notesSlide" Target="/ppt/notesSlides/notesSlide33.xml" Id="R857d41a5819e42c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c21839442f8439c" /><Relationship Type="http://schemas.openxmlformats.org/officeDocument/2006/relationships/notesSlide" Target="/ppt/notesSlides/notesSlide34.xml" Id="R1d04fc02943a4c2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1a145ad0a544c12" /><Relationship Type="http://schemas.openxmlformats.org/officeDocument/2006/relationships/image" Target="/ppt/media/image12.png" Id="R23c06acbf96d469d" /><Relationship Type="http://schemas.openxmlformats.org/officeDocument/2006/relationships/image" Target="/ppt/media/image13.png" Id="R0121ecac8a474725" /><Relationship Type="http://schemas.openxmlformats.org/officeDocument/2006/relationships/notesSlide" Target="/ppt/notesSlides/notesSlide35.xml" Id="Ree3ab4a35c9a429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c24b415499b47a3" /><Relationship Type="http://schemas.openxmlformats.org/officeDocument/2006/relationships/image" Target="/ppt/media/image14.png" Id="R954ce3d7faa547c9" /><Relationship Type="http://schemas.openxmlformats.org/officeDocument/2006/relationships/notesSlide" Target="/ppt/notesSlides/notesSlide36.xml" Id="Rbed1106e86e642b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19ff0328aa848c6" /><Relationship Type="http://schemas.openxmlformats.org/officeDocument/2006/relationships/notesSlide" Target="/ppt/notesSlides/notesSlide37.xml" Id="R2b4fdefdbfaa498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cb6bd4a8ed043d7" /><Relationship Type="http://schemas.openxmlformats.org/officeDocument/2006/relationships/notesSlide" Target="/ppt/notesSlides/notesSlide38.xml" Id="R5077e2141f74465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905b4d76a2e4ca5" /><Relationship Type="http://schemas.openxmlformats.org/officeDocument/2006/relationships/notesSlide" Target="/ppt/notesSlides/notesSlide39.xml" Id="Ra0272401a94c406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78c9f9b199d427e" /><Relationship Type="http://schemas.openxmlformats.org/officeDocument/2006/relationships/notesSlide" Target="/ppt/notesSlides/notesSlide40.xml" Id="Rc0bab1466ff046d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b683dc15c2f4972" /><Relationship Type="http://schemas.openxmlformats.org/officeDocument/2006/relationships/notesSlide" Target="/ppt/notesSlides/notesSlide41.xml" Id="Rdb7b664342a54ee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191ff4c48ed4a4b" /><Relationship Type="http://schemas.openxmlformats.org/officeDocument/2006/relationships/notesSlide" Target="/ppt/notesSlides/notesSlide42.xml" Id="R7b58419a5d26465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e3571e561a74f56" /><Relationship Type="http://schemas.openxmlformats.org/officeDocument/2006/relationships/notesSlide" Target="/ppt/notesSlides/notesSlide43.xml" Id="R3702768f1e1f49d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65744b2a7314ef9" /><Relationship Type="http://schemas.openxmlformats.org/officeDocument/2006/relationships/notesSlide" Target="/ppt/notesSlides/notesSlide44.xml" Id="Re149e0f1ecf0402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0d157aed47246c6" /><Relationship Type="http://schemas.openxmlformats.org/officeDocument/2006/relationships/notesSlide" Target="/ppt/notesSlides/notesSlide45.xml" Id="Rc60309b044404c4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71377e0785547d7" /><Relationship Type="http://schemas.openxmlformats.org/officeDocument/2006/relationships/notesSlide" Target="/ppt/notesSlides/notesSlide46.xml" Id="R330cb5d6ba1247d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efa3e904f46412b" /><Relationship Type="http://schemas.openxmlformats.org/officeDocument/2006/relationships/image" Target="/ppt/media/image15.png" Id="R883144ec5c994007" /><Relationship Type="http://schemas.openxmlformats.org/officeDocument/2006/relationships/image" Target="/ppt/media/image16.png" Id="R3a9af5ace37e41b0" /><Relationship Type="http://schemas.openxmlformats.org/officeDocument/2006/relationships/image" Target="/ppt/media/image17.png" Id="Rb14b1b3fbb9c4b2c" /><Relationship Type="http://schemas.openxmlformats.org/officeDocument/2006/relationships/image" Target="/ppt/media/image18.png" Id="R131525afbb1746c4" /><Relationship Type="http://schemas.openxmlformats.org/officeDocument/2006/relationships/notesSlide" Target="/ppt/notesSlides/notesSlide47.xml" Id="R01a6155dfc0049a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cbc3bc9702f4a66" /><Relationship Type="http://schemas.openxmlformats.org/officeDocument/2006/relationships/notesSlide" Target="/ppt/notesSlides/notesSlide48.xml" Id="R730aa2e827664ac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a7a413168e845f7" /><Relationship Type="http://schemas.openxmlformats.org/officeDocument/2006/relationships/notesSlide" Target="/ppt/notesSlides/notesSlide49.xml" Id="R37852a3816124fc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7ba807836ec443e" /><Relationship Type="http://schemas.openxmlformats.org/officeDocument/2006/relationships/notesSlide" Target="/ppt/notesSlides/notesSlide50.xml" Id="R216b1ad7b1f1419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950ce44ccf3c41a2" /><Relationship Type="http://schemas.openxmlformats.org/officeDocument/2006/relationships/notesSlide" Target="/ppt/notesSlides/notesSlide51.xml" Id="R45131f747cbe441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82b6509b7b14b45" /><Relationship Type="http://schemas.openxmlformats.org/officeDocument/2006/relationships/notesSlide" Target="/ppt/notesSlides/notesSlide52.xml" Id="R764f4edaf4974c6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28212d46fb4481f" /><Relationship Type="http://schemas.openxmlformats.org/officeDocument/2006/relationships/notesSlide" Target="/ppt/notesSlides/notesSlide53.xml" Id="R8d51d557c0084d8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189fb04ebfd47f0" /><Relationship Type="http://schemas.openxmlformats.org/officeDocument/2006/relationships/notesSlide" Target="/ppt/notesSlides/notesSlide54.xml" Id="R0472965ee32844d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5a5303cca6a4d09" /><Relationship Type="http://schemas.openxmlformats.org/officeDocument/2006/relationships/chart" Target="/ppt/slides/charts/chart1.xml" Id="R794d4ef9b22e4b0b" /><Relationship Type="http://schemas.openxmlformats.org/officeDocument/2006/relationships/notesSlide" Target="/ppt/notesSlides/notesSlide55.xml" Id="R4d845a523316486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746589973af944c2" /><Relationship Type="http://schemas.openxmlformats.org/officeDocument/2006/relationships/notesSlide" Target="/ppt/notesSlides/notesSlide56.xml" Id="Rf17d7264f99b4f9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2d0d89603904228" /><Relationship Type="http://schemas.openxmlformats.org/officeDocument/2006/relationships/notesSlide" Target="/ppt/notesSlides/notesSlide57.xml" Id="R8d062d83b2b5451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48a28069def4c62" /><Relationship Type="http://schemas.openxmlformats.org/officeDocument/2006/relationships/notesSlide" Target="/ppt/notesSlides/notesSlide58.xml" Id="R0cd83ebfa77c495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bad80a205034c87" /><Relationship Type="http://schemas.openxmlformats.org/officeDocument/2006/relationships/notesSlide" Target="/ppt/notesSlides/notesSlide59.xml" Id="R6f618911e34b499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4124f58d05e43ea" /><Relationship Type="http://schemas.openxmlformats.org/officeDocument/2006/relationships/notesSlide" Target="/ppt/notesSlides/notesSlide60.xml" Id="Rcf1503385a514b2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b93d86791294bd8" /><Relationship Type="http://schemas.openxmlformats.org/officeDocument/2006/relationships/notesSlide" Target="/ppt/notesSlides/notesSlide61.xml" Id="Rcbbf602491764a1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0eba811b50034a4d" /><Relationship Type="http://schemas.openxmlformats.org/officeDocument/2006/relationships/notesSlide" Target="/ppt/notesSlides/notesSlide62.xml" Id="Rbb2c316bceb941d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f0c694b8e6a4652" /><Relationship Type="http://schemas.openxmlformats.org/officeDocument/2006/relationships/image" Target="/ppt/media/image19.png" Id="Rde87a2775ce24522" /><Relationship Type="http://schemas.openxmlformats.org/officeDocument/2006/relationships/notesSlide" Target="/ppt/notesSlides/notesSlide63.xml" Id="R26dc7f7ef0e04d4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619d6f042ae34fe8" /><Relationship Type="http://schemas.openxmlformats.org/officeDocument/2006/relationships/notesSlide" Target="/ppt/notesSlides/notesSlide64.xml" Id="Rd96d3b969a144cd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16f0caf88604341" /><Relationship Type="http://schemas.openxmlformats.org/officeDocument/2006/relationships/notesSlide" Target="/ppt/notesSlides/notesSlide65.xml" Id="Rdc4fb1ba1344476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9271fcb21e64649" /><Relationship Type="http://schemas.openxmlformats.org/officeDocument/2006/relationships/notesSlide" Target="/ppt/notesSlides/notesSlide66.xml" Id="R802aafb9140f4f6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545b747eb6741a6" /><Relationship Type="http://schemas.openxmlformats.org/officeDocument/2006/relationships/notesSlide" Target="/ppt/notesSlides/notesSlide67.xml" Id="R81b5acd975a043e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2cb0f78218dc4f70" /><Relationship Type="http://schemas.openxmlformats.org/officeDocument/2006/relationships/notesSlide" Target="/ppt/notesSlides/notesSlide68.xml" Id="Rf3fca87fee154be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c92338833e4492c" /><Relationship Type="http://schemas.openxmlformats.org/officeDocument/2006/relationships/notesSlide" Target="/ppt/notesSlides/notesSlide69.xml" Id="R0dd0188a0a3e407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cbbdda0b6164aff" /><Relationship Type="http://schemas.openxmlformats.org/officeDocument/2006/relationships/notesSlide" Target="/ppt/notesSlides/notesSlide70.xml" Id="R3bddffeb8d3140d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8c9135e32c6141a8" /><Relationship Type="http://schemas.openxmlformats.org/officeDocument/2006/relationships/notesSlide" Target="/ppt/notesSlides/notesSlide71.xml" Id="Re3621037008c4a9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dd8f1fc5a46646d8" /><Relationship Type="http://schemas.openxmlformats.org/officeDocument/2006/relationships/notesSlide" Target="/ppt/notesSlides/notesSlide72.xml" Id="Rb13082bd9697487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22e841fe064a4a6f" /><Relationship Type="http://schemas.openxmlformats.org/officeDocument/2006/relationships/notesSlide" Target="/ppt/notesSlides/notesSlide73.xml" Id="R23b710f8be8346d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db7da6db8134231" /><Relationship Type="http://schemas.openxmlformats.org/officeDocument/2006/relationships/notesSlide" Target="/ppt/notesSlides/notesSlide74.xml" Id="Rf2cd6488e5e44ef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616712c47084793" /><Relationship Type="http://schemas.openxmlformats.org/officeDocument/2006/relationships/notesSlide" Target="/ppt/notesSlides/notesSlide75.xml" Id="Rced0231877274ce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abfa976a27e64e66" /><Relationship Type="http://schemas.openxmlformats.org/officeDocument/2006/relationships/notesSlide" Target="/ppt/notesSlides/notesSlide76.xml" Id="R3b3e52855f0542b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d7eaa31c125466a" /><Relationship Type="http://schemas.openxmlformats.org/officeDocument/2006/relationships/notesSlide" Target="/ppt/notesSlides/notesSlide77.xml" Id="R446d5b6b5510470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8e1e8cb1ee5436c" /><Relationship Type="http://schemas.openxmlformats.org/officeDocument/2006/relationships/notesSlide" Target="/ppt/notesSlides/notesSlide78.xml" Id="Rc6c1e3a976554df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1c9fb33b9e64247" /><Relationship Type="http://schemas.openxmlformats.org/officeDocument/2006/relationships/notesSlide" Target="/ppt/notesSlides/notesSlide79.xml" Id="Rcd70e69afd98475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fea0d7e86d0141f7" /><Relationship Type="http://schemas.openxmlformats.org/officeDocument/2006/relationships/notesSlide" Target="/ppt/notesSlides/notesSlide80.xml" Id="R8c8083378e104e5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801fea9268f481c" /><Relationship Type="http://schemas.openxmlformats.org/officeDocument/2006/relationships/notesSlide" Target="/ppt/notesSlides/notesSlide81.xml" Id="Rc8d284bd03224603"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0898abb576f43d7" /><Relationship Type="http://schemas.openxmlformats.org/officeDocument/2006/relationships/image" Target="/ppt/media/image20.png" Id="R0dca607c4bbb419f" /><Relationship Type="http://schemas.openxmlformats.org/officeDocument/2006/relationships/notesSlide" Target="/ppt/notesSlides/notesSlide82.xml" Id="R8f08534fc6eb406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bc200f5fe3d463d" /><Relationship Type="http://schemas.openxmlformats.org/officeDocument/2006/relationships/notesSlide" Target="/ppt/notesSlides/notesSlide83.xml" Id="R5f3fc60f150644e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c2cfba61b3cf4878" /><Relationship Type="http://schemas.openxmlformats.org/officeDocument/2006/relationships/image" Target="/ppt/media/image21.png" Id="Rb8e299322ad7459d" /><Relationship Type="http://schemas.openxmlformats.org/officeDocument/2006/relationships/image" Target="/ppt/media/image22.png" Id="Reff3570c41944801" /><Relationship Type="http://schemas.openxmlformats.org/officeDocument/2006/relationships/image" Target="/ppt/media/image23.png" Id="R848aec7f609a44a9" /><Relationship Type="http://schemas.openxmlformats.org/officeDocument/2006/relationships/notesSlide" Target="/ppt/notesSlides/notesSlide84.xml" Id="Rd93af8b964db43b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4c1e0688288e4dd5" /><Relationship Type="http://schemas.openxmlformats.org/officeDocument/2006/relationships/notesSlide" Target="/ppt/notesSlides/notesSlide85.xml" Id="Rafb4b5b3d35d4c9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968c7dea301047b5" /><Relationship Type="http://schemas.openxmlformats.org/officeDocument/2006/relationships/notesSlide" Target="/ppt/notesSlides/notesSlide86.xml" Id="Rb99bf6e3d9384b9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100c713cf7b4b39" /><Relationship Type="http://schemas.openxmlformats.org/officeDocument/2006/relationships/notesSlide" Target="/ppt/notesSlides/notesSlide87.xml" Id="R5b97fe6e898d4e8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b75e9ead2f424e34" /><Relationship Type="http://schemas.openxmlformats.org/officeDocument/2006/relationships/notesSlide" Target="/ppt/notesSlides/notesSlide88.xml" Id="Ra3a6a702d6e747c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5cf219cb707d4b09" /><Relationship Type="http://schemas.openxmlformats.org/officeDocument/2006/relationships/notesSlide" Target="/ppt/notesSlides/notesSlide89.xml" Id="R9555c9987b074bb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bc74a4aea66849cc" /><Relationship Type="http://schemas.openxmlformats.org/officeDocument/2006/relationships/notesSlide" Target="/ppt/notesSlides/notesSlide90.xml" Id="Rf6a46a2e06a7410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60DE1F79-4341-4397-B19A-B1D7E34759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DAF1E98E-0D75-4DF9-BB0F-AE08968846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3C1BD68F-4C53-421B-9628-6E1933920B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23E6A6A-D4AE-47BE-A480-23E6BCF1E0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60A67CA3-FE77-4B9C-BC24-00ACEC00F3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4D82457-418C-4AE1-92A5-7080F78360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4A8251D5-4735-47E0-A568-5E3965518AFB}"/>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6599C84C-3217-4598-BECF-6AFD642046B2}"/>
              </a:ext>
            </a:extLst>
          </p:cNvPr>
          <p:cNvPicPr>
            <a:picLocks xmlns:a="http://schemas.openxmlformats.org/drawingml/2006/main" noChangeAspect="1"/>
          </p:cNvPicPr>
          <p:nvPr/>
        </p:nvPicPr>
        <p:blipFill>
          <a:blip xmlns:r="http://schemas.openxmlformats.org/officeDocument/2006/relationships" xmlns:a="http://schemas.openxmlformats.org/drawingml/2006/main" r:embed="R35045178b77045d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CBBA7DE-04A1-489C-B7A6-E479702135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37F3664-FDF0-40D4-B8DD-394DA3102AAA}"/>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0F8EE4B-BFE6-47A3-B5C5-AA0A35A004BA}"/>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5326B34-B0A1-4C1D-ACFE-8CED1CA563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3395428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EC459CD-C601-4E61-8216-043C31B981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32414BA-E20E-4014-B650-9FA4C81E6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BD70866C-CDCF-4FB5-8C2F-1AE54D57CC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A8805D45-3340-497C-AC91-1ACAC54AA5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A7F6CA30-6DD0-4287-A25B-9319984139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45A5C97-FFD7-40BD-A852-44FB8B42BA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B90EA0CD-6BE9-4F23-AE86-09E38EF723E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574A517-756C-4EE8-A399-685237189B1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F4226BC-FE0B-4012-A4EA-05D1E5EE76E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00C6F77-AE55-4E5E-A1B1-F35CA4BBE46A}"/>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1B8E96-D6C4-430F-B33C-D3553F975A3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94F0A7F-AE8F-4B8F-816D-57E3BC70EF1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02AB90C-3548-4C9D-BFD6-283EE266174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CD7F940D-C65C-4747-A07D-393C4B30056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740C8AC-D871-4691-A3E6-E4F65105001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C789B90-6758-414B-BD29-3D5893AAF9C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DF75D1D-2F34-44C0-9CBF-EA413D9E569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7113317-1E79-495E-83D3-B0F11C556E6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086D65A-0EF5-405A-85CB-7B41C4F6589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79B3BC2E-A408-4DE2-9BA9-CF9790F8838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D2CBF76-46DF-4B4B-85EB-2167846F643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8CDD4C3E-0158-4CA0-8822-2F6C4E7C79C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15A26AE5-9ABC-44F8-A677-9EDA718B868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92AA436-808F-43A1-97E2-19299D8AAC3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CDEAAB51-9C81-4888-9FF3-4154771B02D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4C64FE36-D02E-476C-A8AB-E881E19AC1A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113D04E-2302-407B-8E4F-CB3F17B5FE9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EC9BE1A6-D382-4668-9B23-B2313556CBB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3DC964ED-6936-4840-B428-379CB75FC722}"/>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50B55F45-DE5B-4A97-87AA-14516A48900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325CE8E-CD60-49B6-BB33-FB32718CD762}"/>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74B703-BA24-44F0-809F-2DB0C145B5E7}"/>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7BCB8B1-92CC-4B7D-B634-66BF42DD064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9F0FED3-1577-49E0-94EB-6345A4A89752}"/>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8632F40-F06D-436E-8A46-DCA648B407E9}"/>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E328864-9617-4459-BB43-0F5B7F51148F}"/>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2A8578AD-B47F-40C5-B916-F01910D397C3}"/>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2AEE750B-A815-4F2E-A264-0FDBD9D68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3647535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14988D6-4265-4992-8D32-D839ACE608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B6F1F0E7-9CE2-4D9B-9CC8-19CF16D548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18F562E8-E20F-4795-BF50-29FD00AD01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A7FC93A-ECD1-4B69-A138-B8D28BB0B9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4E695E0-F71A-4C48-866D-20EE13187E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2DC1DA3-858B-4651-B399-11542D713F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378F6EC7-AAF3-48F3-91B9-965850102DF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D154499-5D00-4874-92AA-03A8CB976403}"/>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30A2A72-2FA9-4C52-81DA-DB96B7E7727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EF92151-9574-44C3-BF2F-173A3FD7C5BE}"/>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B89FFD08-109D-4891-B83E-63DEE729DD01}"/>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B93AF77-454C-4CA2-8BDA-368BFF509998}"/>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4E1A10BE-6F44-43D9-9523-63A3275A5F3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0F579057-47BF-40A8-82F9-D4725298356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BC98FB4-9081-4091-81E1-6C5888317F5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8DD3467F-298D-41DD-BF9C-4704ABD23DD3}"/>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4FD9467-0CA9-4BC4-8701-23D530CD0F6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E0F7359-9A14-4757-A1E6-1874C1D67BE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6DDF69E-BCD0-4F93-9AEA-65F4CA52780B}"/>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0E296AF-2E74-4B44-B0A6-677874D7FDE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B3EF48A-3C70-425A-A94F-33B071D9172C}"/>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128D27D-220C-4869-9994-B3F2A84B314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51B3FE65-A5B4-4C77-8CEF-6C5E5107D549}"/>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D4195E0-7DE4-491D-AE7B-CCB090B71EC0}"/>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A113DB3-E7D3-421B-B1A3-E6F6900573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9914A2C5-302B-4DAD-83F0-D0F6CBBB96BB}"/>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33D4352-1567-43C9-9515-D834187E68B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9D8FE124-D207-4CAA-BACD-7EF57225C9A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FE0604C6-705C-4660-B035-9398A1A78AD2}"/>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4759AD85-C7E4-4D66-B410-2BC143B3E2BB}"/>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1F5772C3-3189-40C6-A0ED-0043FF8B0D7E}"/>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55C1D508-857B-4996-8653-4954B90F3C5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19E9385-9D8E-4D0D-A02F-B6ED6C5F3E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23274051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018CEAFD-D306-4AA3-B70A-DE38092D82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A08CEAC-6124-4071-92CA-0A81A4E476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BEADD7D7-90C8-4BCC-9850-808BB3B965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5B897FA5-3E49-45BE-BF6F-9741C8E218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72D9FC9A-43B4-4637-BA2B-BC43C7381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468A17F-F087-4C2F-A83E-D4C11CFC1B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4ABFCB7-CA6F-4F30-92D8-67559D98A55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860A43E-D88C-4112-A9A2-6AE1DE3E429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EEDE17B-447C-4EE2-960B-2A877A8500F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FBDA252E-70C2-4111-A5AD-9846625E80E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AC7AA7C-5A0E-4C76-B03D-D0F49F7DD966}"/>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4B27A8BA-C3A1-4A51-94B3-DA9D4A56EE5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F945B7-C995-4BEE-BC5A-D9C471D609C9}"/>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BE94F49F-BA25-487A-B294-F72ED7A8390F}"/>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B0636D7-AAAE-4C6C-84BA-7C5DEBA0516B}"/>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7D3C41F-6DB5-4FBA-B45C-61B036B9BA4E}"/>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CC655842-F191-41D4-BC55-1DD08DAA0B78}"/>
              </a:ext>
            </a:extLst>
          </p:cNvPr>
          <p:cNvPicPr>
            <a:picLocks xmlns:a="http://schemas.openxmlformats.org/drawingml/2006/main" noChangeAspect="1"/>
          </p:cNvPicPr>
          <p:nvPr/>
        </p:nvPicPr>
        <p:blipFill>
          <a:blip xmlns:r="http://schemas.openxmlformats.org/officeDocument/2006/relationships" xmlns:a="http://schemas.openxmlformats.org/drawingml/2006/main" r:embed="R4b35a24746974d5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EAFBCA10-E297-4B76-AAC3-3FF474E844B4}"/>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450D6027-DC02-43C5-8AB8-7F364B3FEE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729468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0DA926DA-72EF-456F-BE6D-B1A20BF263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65A16315-871C-4C95-903B-164E0673DB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81C18F2-9D49-4F04-AB60-8BBA576FAB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49249247-C2D2-4054-9EC5-502B8BDF23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A4893676-0D68-454D-AE0F-C1F1147552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0B36384-C33B-45B1-B42A-EB35FC87D1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7360698E-6009-4AEF-84E8-060DC83F6887}"/>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66D557C4-047E-4A12-9075-3F1FEE47AA26}"/>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A1542806-B2C0-4C15-ADA8-9CED2AEED30D}"/>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4003A621-DF92-48CB-A068-35ACDE8BE71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6D632703-D326-4D65-BD4F-446BBAC1B0C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3ABEA03A-974B-4B79-AF8A-78DEFC78408F}"/>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4FE0A4AA-8D20-4FC5-B4BD-45EE85FAB7FF}"/>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62482F9C-18CC-4A64-9022-ABA71DD3391D}"/>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3AD6221-90B1-41AC-9B3E-86B2BAB39B6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5E89203D-8DA0-47D8-8692-9D1AF7A58F2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288DB52A-2162-44BA-B3B6-85064DA68F1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FE798B0B-6319-49F6-B62A-A11D5167DCA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6FF5885A-3C24-46C5-8F7F-639DEB2CCC6C}"/>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7A837E79-9BD8-4B5A-84CF-37058146B83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B4551A9A-1C59-42FD-8BBE-F9BE21294AB1}"/>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2524ED3-1DB8-4B2A-BF69-256F709084B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877C3A65-8735-49CA-BCA9-1B7E76C7BA2B}"/>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AD6FA5E1-40A4-452D-BFED-550751CE92F9}"/>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60188A03-11CB-46D0-87BF-B087DECD8D6B}"/>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52DEEB81-C92B-4BA3-B724-1D36ADDDB82E}"/>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B1D60E70-0472-4B5A-B9F0-0B02E5FBA0D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0099971-A5EF-45A2-968B-72FE945C561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41F11BF-A3D9-4AA8-9810-46AEA22CBC7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2F251023-ABE0-4A7A-B8DF-7308D442721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4A7E9CFC-220D-4B89-807D-1444E7885B9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9968C48-FCD7-436D-A887-3040635409C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3EF0EE5-87C6-4EC4-9D9C-9C1F145F89E1}"/>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CFA510D0-3356-4B6D-A44E-3887DF8B9BD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A724C698-4F30-42D4-961F-6ECDB10730F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D9BC1560-9452-4895-B613-13E395CF0E0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FA8E496-EF91-4056-92D6-2A868139F019}"/>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322D8DB-C0C4-4299-8025-53077CEE92E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9BD349F-8993-48B1-94D5-C3E73B98946D}"/>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ADB6589-677D-4747-AFDB-93CE260D8B52}"/>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3EAA5A67-ADA3-4FC4-BF60-48C40FC3878F}"/>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16975BAA-285F-40F4-834F-156741D8624B}"/>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4459FF46-0536-4F09-B038-FC1126330417}"/>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8452E170-61BE-4EE2-ACE9-9B62B28C5E7B}"/>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0D8FB807-C076-46F9-A899-183249E03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8106075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983A8D13-3F0F-4BE5-A32D-9F01235183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99FE4BD9-FF7D-43F2-9C7F-E97DAD3BA2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CD14F710-5D37-4E00-9D98-56DA6A0AAD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3B0BFBB4-4200-4263-8DB0-04E4EA30CE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AF0AB94F-8D14-40C6-A0A8-7B6E3BAA5C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B15A8793-E79D-42B4-A687-05225382E5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1C500E9D-08D2-41D3-98E4-3B7CF7ED0F0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C63DDB5F-47F1-4C34-8D4B-C492599600B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F681B926-DAB9-4298-B24E-6C709FCCBAF4}"/>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ECC3985F-CBA3-4F8E-84B8-417827EC8D49}"/>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41FBF41-192D-4E75-8BEE-C378B6E1B1F9}"/>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DC9CED21-5E62-4343-BE9B-319E465E7579}"/>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0B39C1E-B4C3-43FB-A002-B2F2703C022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5769B5D0-152F-4B0B-A2DE-9BF5A096DBF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BB8D9E75-BCDF-4FAF-A1AD-034A01C71BD2}"/>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8F86059-6C7F-433B-8EC1-E5B649CA1B47}"/>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8FC52EC9-0CC3-4056-A988-0DE16AABB583}"/>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AF79FADF-91C1-49E2-8C69-B7EB2F6124D4}"/>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E35729A4-580A-42D4-A53C-FD046BB4298C}"/>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A274FFA-1DA5-4FF4-9312-73E24F8FBE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393395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3F37D78-2062-499F-8D16-C93E3198C1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940AAEFC-2870-4C58-B313-54CB3E630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AEA0788D-E78E-4140-AECB-8CF3199DB1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9BE178F4-885A-4C69-86AA-66C2640EA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CDC41A7D-E432-41A7-B591-AF27A1E0A3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B0C64065-65C5-4424-AD65-A0EC5B6073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828EC5D8-232A-4A4C-BF43-8A6F67327A0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E1485905-0B03-4935-8018-333FE88209A4}"/>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29A65190-BE17-4868-B96C-080820B9EEF0}"/>
              </a:ext>
            </a:extLst>
          </p:cNvPr>
          <p:cNvPicPr>
            <a:picLocks xmlns:a="http://schemas.openxmlformats.org/drawingml/2006/main" noChangeAspect="1"/>
          </p:cNvPicPr>
          <p:nvPr/>
        </p:nvPicPr>
        <p:blipFill>
          <a:blip xmlns:r="http://schemas.openxmlformats.org/officeDocument/2006/relationships" xmlns:a="http://schemas.openxmlformats.org/drawingml/2006/main" r:embed="Ra15bcdba607e4716"/>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AFBA400A-301D-4C7B-ACF3-5C4B24491EE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965427A-0A46-45BC-B2E2-82FDBA131CFD}"/>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17D9C789-D496-461C-8963-B31DE788AAC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45F9434A-2427-4991-B184-3EA0DD631D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5252876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A3F9DE4C-18D2-4466-9F78-4987502C8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CAF5E4C0-52CE-41DA-9382-250F182B4B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C539EED6-833C-4053-A14F-E7F9641AAB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15AAD848-5A19-4E48-AF23-6CF6928F4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6AF772B4-808E-4E83-80E1-F34A61E89F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539A2102-B2DC-4920-B085-5B7B0956C3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A136FEA1-4943-4711-9BF6-ABBA36ED3D5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4E9D00B0-72C7-4B14-B2A9-98B960351EC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74C12688-199D-4C86-8EF5-7D85F60555B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90F65A92-BC07-4703-BA7B-D153A1D1EC3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8D4F756-85BB-4FC5-BC56-085D49FEA60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332D4F58-CD81-4BA7-8FD9-513D5D9B832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9810D74-319E-4993-8DC9-799A352E052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3A889EE-7016-492A-B964-7EAF1A4BD4DB}"/>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D107414B-E585-4637-A979-7DB107A529F5}"/>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12DCA4F2-FBAA-4D67-87F7-BF01A83E81E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8DFDB40-24E2-4FD9-86B4-B69676A991D5}"/>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3F8D5E2-B1AD-46AC-B0F2-5C2E8AB16C36}"/>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C2E3D04-CE4A-4D84-A8B1-7658C746501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433370D4-DC8C-4B2B-BB3B-51756F25C0E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326F669-F66F-425E-84D0-A49A63701860}"/>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051FF396-DEF4-4AC8-A6F9-F5D7F4A0B980}"/>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FC9740E9-6BCF-4386-A470-5EEBBBAFBA68}"/>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A6E1D43B-1CFB-4CC8-A08C-3305D9F58C85}"/>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EB67B23-05C0-4C3C-9088-6057B3D49914}"/>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3CC8D73B-849D-4012-905C-1ACD65C86C2B}"/>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936876A2-5ABF-49D1-BD86-8C1D6F45557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A46384F-51BC-40C2-B408-E2305A50B7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486824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C106011-BB12-4213-A9A3-08CE2D271A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94C2B510-5DB1-481E-86CC-D4E9639D7D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1B412554-2F8D-49EE-8518-DB8ED7D9C4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A46677F-73AF-4893-AEF2-A9AE0E4F8E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2CF6ACF5-BCBD-41F6-A46A-9A3FB63C74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F2812B96-C8E6-483C-9A92-900C240801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8ED13D7-5315-4745-AC40-2B9691F5BE1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DCAC6BC4-4CE6-4E5D-B3A7-7ED5898EF1AD}"/>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E2A12BC-B8B9-4784-A004-C112E5A1B6CD}"/>
              </a:ext>
            </a:extLst>
          </p:cNvPr>
          <p:cNvPicPr>
            <a:picLocks xmlns:a="http://schemas.openxmlformats.org/drawingml/2006/main" noChangeAspect="1"/>
          </p:cNvPicPr>
          <p:nvPr/>
        </p:nvPicPr>
        <p:blipFill>
          <a:blip xmlns:r="http://schemas.openxmlformats.org/officeDocument/2006/relationships" xmlns:a="http://schemas.openxmlformats.org/drawingml/2006/main" r:embed="R6d86c0ebc62242b9"/>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2F3A9D5-C846-4EA2-8064-0A7BFF97F9B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62FD8A0A-99B2-4406-BD82-093B1B0A802C}"/>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D086827-7028-46A5-9DA2-AE1895390E5B}"/>
              </a:ext>
            </a:extLst>
          </p:cNvPr>
          <p:cNvPicPr>
            <a:picLocks xmlns:a="http://schemas.openxmlformats.org/drawingml/2006/main" noChangeAspect="1"/>
          </p:cNvPicPr>
          <p:nvPr/>
        </p:nvPicPr>
        <p:blipFill>
          <a:blip xmlns:r="http://schemas.openxmlformats.org/officeDocument/2006/relationships" xmlns:a="http://schemas.openxmlformats.org/drawingml/2006/main" r:embed="Rf8630b70b5c74ec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6A6665A-6D21-4B36-A332-C501D5CEB17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C98A6CCD-0CD5-40A9-AEC1-137835F597C4}"/>
              </a:ext>
            </a:extLst>
          </p:cNvPr>
          <p:cNvPicPr>
            <a:picLocks xmlns:a="http://schemas.openxmlformats.org/drawingml/2006/main" noChangeAspect="1"/>
          </p:cNvPicPr>
          <p:nvPr/>
        </p:nvPicPr>
        <p:blipFill>
          <a:blip xmlns:r="http://schemas.openxmlformats.org/officeDocument/2006/relationships" xmlns:a="http://schemas.openxmlformats.org/drawingml/2006/main" r:embed="R728b32dff46742db"/>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278F5487-A805-44A4-823C-701CA905A2CD}"/>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369E9CB-8375-4465-88D8-B3ED06EC6D9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E0C5251-CAAC-4851-B022-0BDD3F0525AE}"/>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E242AB6-783F-4392-B0E2-961A137970C5}"/>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683FF53-8378-449C-B2DF-59985B2C02BC}"/>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E7C9CC4A-928E-476B-ABC2-09452AE4C878}"/>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7221ED92-B6F7-4CAE-BFBC-A37F6DAB15CB}"/>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52B09438-00AB-41EB-BED2-79170D2E1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3021987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060CB9C3-31C9-43D1-828D-40854E85D0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E6446853-376C-4818-A5AB-D6C5C280E1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124242C3-91E4-49B1-BF04-C32E34890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03F2628-9A21-4B6B-8016-46CE726570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2C14341B-CA65-488B-9131-92104B62DF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62AB7618-6C74-4ED3-B654-603BA7EFC1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335BB67-D09C-4201-BC4F-B58AA608C74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8FB92859-B497-4C0A-BDA3-9E2A7B6DBC6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27292973-D5D7-46AC-BF81-67A4E4F9F66B}"/>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AFE8DADD-36EB-4804-A946-477BEEF80BE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D910CF9-1D60-4D18-A6EC-6D7FD5532C3B}"/>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757CFF78-2FB9-4633-A36C-2C515C39539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6194961-E4FF-4EBC-8FFF-DA6B46112FF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11F8404-0E42-4FCA-9639-3B946492B73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E54C79F-0699-4806-9FBD-06B9B188EA1C}"/>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0EA5AD0-FFE3-448B-B21C-69385A72F1E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80A98AD-24DA-413D-BB4D-422AA4BA3FF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32B5E2D-C091-48FF-949C-177D3D1975C8}"/>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7D0CB70-D3EC-4881-964A-6924FEF82A5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25F3D76E-D0AE-48B0-AF0E-830EE8C5AE8E}"/>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CE268114-5B77-43ED-AF10-308256D9B7E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FED295FA-CF99-49EF-8EE8-E79174402168}"/>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8EF8747-2984-4353-A852-E2E18750ADA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43F01A1-DBA8-48D6-941B-935A3213DC3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3A5459B-6FEF-4A28-8854-065DF2873D84}"/>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3A5D1636-2196-4A7B-BB46-E2A7724A4C9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B1DF452E-C654-4CD8-A9CD-3D8828BB4B3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95D3501-AE3E-4D13-A65F-0A7CD7171DEE}"/>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47EAE37-46C6-4CD5-829E-F2D46F3D86C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E888B24-174F-4DA3-9E89-67C569661959}"/>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3B4AD23E-D6B6-49C2-B4C7-5B1D349C8C9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5E71136-BB65-4C9F-8094-171BE266F73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5798E425-32D1-425D-8DC8-A988A85E04B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4C2774B-5D13-4165-9FF4-1F6618CB5F7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C025F5E-ECDA-4530-9810-87FF98EF3BB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F3F5735-0509-42DC-83F8-0A6C759540C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BA96A706-C4C0-4D98-8643-F4316679FD3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1D318F54-7270-4613-A4D6-115FF08C0DC7}"/>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9C3C8CE-EB1F-4257-B373-29DF079225E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1AD5EE5-7D88-422A-B559-359B67FE6F7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3F22B61-3EB5-44B2-995C-FBAD6C925460}"/>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C3B27A3F-D56B-4C78-9AA0-D78C2779F75F}"/>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54A1939-8006-4BC3-A3B5-ACBF926AA9F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CE0A92CC-68A8-40AD-ADCC-9B9FE0A32870}"/>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C3303E0-3BB6-42B6-9C9E-C2F00A032F91}"/>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339A343-9625-4B99-B640-71A47D832C61}"/>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7C11591-C548-47E6-996D-EE21E34B1E69}"/>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9521F54F-F706-4AE7-91BA-B05340884B14}"/>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7F213E9-DA32-4D68-84C6-4FB8CFBB640A}"/>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8884E7E1-FC4F-495D-BB91-7E74B3BCF31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A4318664-A6C5-4393-9F03-F0ED7237B59B}"/>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463E94D5-8B04-437F-A84E-B07E5252EEE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3EF63D3D-3322-4FB9-9DB9-E2E24FB32C7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5414DE52-A485-4563-9C1B-E6917740535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DE5548F-6F03-4639-B957-C9E24F39E00E}"/>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18907A6-3C49-49CC-9DFD-4B5099643F2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BBCCB9D-69A6-4BB6-9ADD-3243B753E3D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359A2091-EA43-48CF-932D-9368D06A8687}"/>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EAAA95C6-0A84-434F-98C5-DBFCE90478C0}"/>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E4A2063-0434-4D86-89F3-8D9AE113FA2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3D58A966-ED81-4313-8FBD-85C21AA612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9785285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38EC8C4A-0B99-4B01-823E-7A0B0C3F36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44438AE1-5E13-417A-9126-69E2E4DF22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5DB4316F-97DB-4856-A522-92F1228713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417280E-E51D-4288-AE50-DB4A934DAE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988C63DB-FE15-4817-A013-C070E80720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A69DFA5-28F5-4916-8539-4CF5515448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4803675-1D23-47CE-B586-8C636FEDED45}"/>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7C0EDF5B-9521-4B43-9886-EDE73452C2DD}"/>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8529985-7D86-4D71-8903-0D1A23186F73}"/>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C80F466-F7EC-4E89-8A1E-C9FD1FEFCBCC}"/>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0843B5A2-5EA7-46FE-8ECB-5A61A69F690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BF7BA0E6-E95A-4125-8DC0-A16E82200B5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8D2E1D8-4DAD-4169-B767-4C72C91886A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3F97E9E-5D1F-4B6E-AA1B-1B339F36A15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0924EA17-C1F2-474E-A165-D2F7AD9413E6}"/>
              </a:ext>
            </a:extLst>
          </p:cNvPr>
          <p:cNvPicPr>
            <a:picLocks xmlns:a="http://schemas.openxmlformats.org/drawingml/2006/main" noChangeAspect="1"/>
          </p:cNvPicPr>
          <p:nvPr/>
        </p:nvPicPr>
        <p:blipFill>
          <a:blip xmlns:r="http://schemas.openxmlformats.org/officeDocument/2006/relationships" xmlns:a="http://schemas.openxmlformats.org/drawingml/2006/main" r:embed="R9a997bd6d925481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6B26E0A-E934-41D1-9EF1-34F9C7251CA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497E24B-EF65-49B1-8771-2AE540348E1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78736547-5687-4860-A3D7-7D434A23EFC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AF54DB20-A6A0-42CD-8803-7879CD1340E5}"/>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4B79363-B669-4D92-BC33-B7A9F4A5D81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C2403FC4-3ECB-4E95-827B-07E7C656493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429CE82C-809B-4E36-AD64-7603DE06AD4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8FBCDB9-1CBE-4C25-AD5D-A63EAB031EB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58994AF5-1E4F-4357-9FC0-749F1B50A7C4}"/>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B4250BD0-0D67-4A57-B345-6FAB5C8A1F7A}"/>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95AD1E-2D5F-4A94-9375-AC9EFFC8E92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E1D07E9-E0BD-47FC-A3EB-E7A30975E551}"/>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45E384E-FDD9-4680-8A6C-9827287F7A3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47D886B4-AD4C-420D-8ACC-E7488B4C6DE0}"/>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EEC59EA-E1EA-4E34-9021-E9A6C6AED5D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9CFF360-158A-46F3-AF31-A950A376445F}"/>
              </a:ext>
            </a:extLst>
          </p:cNvPr>
          <p:cNvPicPr>
            <a:picLocks xmlns:a="http://schemas.openxmlformats.org/drawingml/2006/main" noChangeAspect="1"/>
          </p:cNvPicPr>
          <p:nvPr/>
        </p:nvPicPr>
        <p:blipFill>
          <a:blip xmlns:r="http://schemas.openxmlformats.org/officeDocument/2006/relationships" xmlns:a="http://schemas.openxmlformats.org/drawingml/2006/main" r:embed="Rdaa037f8bcff458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85636A5-DAF1-44B2-9BBF-F347D865480D}"/>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D83A230A-A862-4032-A62C-C432FE289DF7}"/>
              </a:ext>
            </a:extLst>
          </p:cNvPr>
          <p:cNvPicPr>
            <a:picLocks xmlns:a="http://schemas.openxmlformats.org/drawingml/2006/main" noChangeAspect="1"/>
          </p:cNvPicPr>
          <p:nvPr/>
        </p:nvPicPr>
        <p:blipFill>
          <a:blip xmlns:r="http://schemas.openxmlformats.org/officeDocument/2006/relationships" xmlns:a="http://schemas.openxmlformats.org/drawingml/2006/main" r:embed="R7037868cb82e4ad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B8F0DC66-4AA2-46B9-B9C6-8F72E2D312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325715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DE55F74-3AF2-448D-BF9D-11D316E300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EC6803D7-AC44-435D-8651-679CC4BD63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CDFC33A-AD44-4367-88CA-398F94D6E1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B8FCC16B-041A-4436-B04E-C7531B3CBC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321E8C0D-2592-4442-B9EA-8DB9DAF534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65E0877-4EA0-4858-8EC7-1892C8C892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5BA611D2-2551-4B85-94D1-AA14369297C9}"/>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7DA8B55-EEC4-460D-9EA9-5D395087C812}"/>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F879FA-D963-41C3-A5BA-CA9ADAF71F2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762D01F-81C9-4963-A2F1-C3093275C254}"/>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B6F1750-0F0B-45B2-853A-0C2E8406DBA5}"/>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C32DF232-646C-4458-8310-6CC89854961E}"/>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B046362-46E5-4136-8AD0-DDE2DDE406E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15CB6E1-8C55-484D-A23A-91F3B637545D}"/>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8881D4B-F3E8-4753-82A8-3379FDE9B61B}"/>
              </a:ext>
            </a:extLst>
          </p:cNvPr>
          <p:cNvPicPr>
            <a:picLocks xmlns:a="http://schemas.openxmlformats.org/drawingml/2006/main" noChangeAspect="1"/>
          </p:cNvPicPr>
          <p:nvPr/>
        </p:nvPicPr>
        <p:blipFill>
          <a:blip xmlns:r="http://schemas.openxmlformats.org/officeDocument/2006/relationships" xmlns:a="http://schemas.openxmlformats.org/drawingml/2006/main" r:embed="Rf02cf2a116e343e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19DB0B46-5548-4550-ACB0-D5465CF882C0}"/>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222EA960-048B-4CCB-BF01-81469634F90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5F93B044-E7E4-46DB-805A-604E521D3AD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75BEDBAE-6926-4247-80BE-92094017B47F}"/>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7EA4FC26-477B-4526-BF2F-8F189135A0B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40010C6-5B1F-4032-8981-8C54CB59F8A6}"/>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29F4D10-D413-4BFA-8684-C5F5DC4AE326}"/>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FCB7B4C-4826-482B-B4D6-34ACE35D8F4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9B9A698-37E6-4302-B812-E0AEC0C52C48}"/>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592F9A1-C7A3-4A13-8A69-31816263AF3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973A07D6-0164-4522-9760-F98BF2D4734D}"/>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99886E6-2744-4429-ACDE-3AB54D9DDD7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7DC98C6B-BD62-4D96-A3BA-B27C3AAD339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B8E3205E-0D08-4054-A58F-A2EA31E5C38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8F38D25A-0893-4281-8F5E-26DE7504793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47BEB9E2-BBF7-49DF-B516-419887A7D137}"/>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6088177-5E60-4A6D-A099-56D204AC127B}"/>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F3594071-47B9-45C3-8A3B-6AF195C90E00}"/>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F9CCAB9F-B589-4898-AAA5-224CF86A55CE}"/>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B623D603-DB59-48B2-A146-25EC36FABCE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B1E2905-AA89-4A52-869C-A118208D1E7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75BACC19-B8BF-4729-A55A-1B203CA8DD48}"/>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F9AA3AF9-F7B3-4CFB-8BE5-A22671563FE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17A249B-B2EB-4277-9E52-B478575161BE}"/>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9FD1A745-D1FA-4930-B577-BDAC86A01FE7}"/>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BF31B21A-1C02-4FBC-9C7B-35E69140A3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607782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F6966339-C55D-454C-BBE4-70DE740688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7A0E621A-2C55-4201-950A-D16FAE62E4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B2C4A714-C93B-45F7-81AC-4BA27CFA94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C214B177-11AC-4A0D-BBF0-7330FF6A96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4212DE67-CA9C-4E3C-996C-73BE8E016F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89FF41DD-E61B-424B-909F-78538C2B09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EB9A27BA-7FE0-431A-83EB-65862473C61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BCC91B67-C044-468E-BCEF-21E4C1EF078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AC5AF0C-5FF5-4D7B-98C1-11D9AD5BE5F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E13B01D5-A9E9-4856-BD66-E74D5D7CDD1B}"/>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A9CA37A4-231E-433A-9A60-F1F1C3EB40FF}"/>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CAFA6BA-7F3F-4002-AF4E-1435D82E6D2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0E0B8C4A-C18B-4F35-A982-D1E943523B92}"/>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E85E7B5E-DD4C-48B6-859C-D0ADF4C04B12}"/>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79BB64F-C4A3-4FA3-A862-68B50BD2C40E}"/>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3FE5CFF0-6229-43F1-9EB8-6B80EE7CE039}"/>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CA85585-16C4-49EA-B7B5-22A6047FB442}"/>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D0F2B4E7-98E9-4C00-8377-3E94B351A4D1}"/>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CFBA901-32F4-49B1-8143-E8333954EEA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FD81A7E-AF56-4243-B4E6-4CF12B9D4B6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E257BF24-1774-4AFC-AAA9-504E28035933}"/>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1DA1B95F-EF0B-4A11-A143-9205A7E77D72}"/>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B55A124-B098-439D-B2D4-56E4FE858A6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DF848E5-8CB2-4115-8DE7-662E69EA7E5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8D156123-EB0E-42E5-864A-5603EBBB4A1F}"/>
              </a:ext>
            </a:extLst>
          </p:cNvPr>
          <p:cNvPicPr>
            <a:picLocks xmlns:a="http://schemas.openxmlformats.org/drawingml/2006/main" noChangeAspect="1"/>
          </p:cNvPicPr>
          <p:nvPr/>
        </p:nvPicPr>
        <p:blipFill>
          <a:blip xmlns:r="http://schemas.openxmlformats.org/officeDocument/2006/relationships" xmlns:a="http://schemas.openxmlformats.org/drawingml/2006/main" r:embed="R928fce4a61804277"/>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5CC3D9A-2E2A-48FE-A255-0913F3A43D0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D6DCC99-96D0-42F7-9674-A8561CF9DFE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245FBAC-5B5C-4B4B-B199-A1BD18BC587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4FC92644-76D8-4CFA-B3E0-687C54722633}"/>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973E83D0-CEB2-4C59-9329-CC1892DD7B5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9B2DBB1-9F33-496F-AD2F-D460E07C977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6F43248-BFA3-41C7-8F87-9D3E05FC540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99FF4586-5111-4FB7-8DD1-51EACF8B67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3FAC066-512E-41E5-8810-0643D977849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98C62D8F-CCFB-4824-A652-62C7570733B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2071B0C-325E-4798-803A-E9A89636B34C}"/>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313C1093-5218-469A-83C4-0640D33369B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8B2E864-8DA4-49C2-A8D0-1583CB58159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4F26736D-A02B-4E81-A8E5-E2EECD1C56AE}"/>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CD1F719B-C86D-4582-AC5F-6977DC616FC3}"/>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1EB5CFA9-0E84-4945-87E7-1D228CF3178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BC9C31DD-7EDA-4C16-B298-EC2486993AF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BBC5750-8C79-44B1-B18C-5010C0D42BFA}"/>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4CA2D280-BD40-4F89-9B90-00E7E33E97D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5BB3AB4-C3F6-416F-8F39-4F97042C36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99786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4124EF2-DC8E-4279-B835-3536B62D08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A342FF90-EC48-46AC-9C47-A917E2EE7C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211A646B-775F-4417-A219-DCC5FB3B0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090E5F4-7626-4314-9FAA-B18396364B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68903C3-7507-4BC1-A11B-294B77FBB7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7360B3B-8951-4BDA-922B-CDD3993370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856843E7-9235-4687-BF52-EA9BB617E68A}"/>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151385CD-6B78-4868-9181-EB76FAC81D7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BF66837-9FD1-4AEF-AB2E-C6ACA016B85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B84909-D0BF-430D-9E02-9D07781F0B4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B184104-83B9-4D43-99C0-5C6073850F6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92530B1-4054-4F41-A3B3-FC7543F5F4E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5AAABE5-9E23-449A-99D9-0076BAACA7F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DA281A6-75A4-484B-9D30-3ACFBB339AA8}"/>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24178F50-DFFB-4541-958B-4CD0B9F3CED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382023D-62CA-4F52-A40F-EA34A71E00E7}"/>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6FD5282-94DA-4E9A-B012-2C3D39E6CA8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0A84C5F-DAE0-48CD-B810-310364ABD6D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26206CD-5B1E-478C-B2C0-EE2AF07F6B5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379456D-B4D0-40D7-9A3F-5C30A618396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DB05385-C3D9-4D85-9C88-D748FE9FAA3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FF11A695-30CB-40C0-A5B4-8692EA2555B6}"/>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3470198-D5E9-4D9E-AD77-0C3013E025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7900892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50DB3BDB-0CF2-43F3-9BFF-10E640A154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DE90A490-CF4B-4CE2-9D9C-68D6AA4279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0915CAB-D256-4D01-83CF-A5C05FA545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781DBBE-F923-426C-A101-954BD103EF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F0C5DB83-1B8D-4CFE-A248-7540D46F5B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86EB1A2F-4C73-4853-85A4-05F904DADC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54329380-3CB2-4236-B948-1DB4FE27D25F}"/>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72FA92AF-50E6-4FC7-B322-713601B6572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08EB8B3-AC84-4169-AE3C-125BC81A0773}"/>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179AA5AF-04EB-472A-B923-2306ECA900A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E854ED44-2D3D-4A4E-84DE-A4598F5019BF}"/>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76C95BA9-C588-45CC-BB48-86926BBC46C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F1A662B-0BE9-4E14-B42F-992AA1B952DB}"/>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9BE9FB5F-5BCE-4968-A712-9AF2788B3E51}"/>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858549B-126E-48CA-965B-AB1F338B22E5}"/>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E6A368B-0060-44EB-9F6F-4715281D130B}"/>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7B7767A-EF45-4FA3-827E-2C216EF214C6}"/>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514C0D9D-A1EE-42EC-BD17-14565FAA82B4}"/>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6AB809A-E7FE-4EB3-9517-8F2B0B614E5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6095A32-857B-4B77-AEE6-00C7C5113B4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663F9B3-9E0A-41A4-B253-43BAF24BCA0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9321DFD-53C8-4709-8643-ABC8376EC2C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82D12C7B-8B09-47C0-BFCC-85DDA1F0A2A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74403294-242B-4F7B-BE0E-2901F68C782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98BB2ECF-5DB1-465E-A947-3818E98F6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562201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56D9EE4C-6A65-4042-ADC7-13A7C71673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84312AB5-3088-478C-A67F-EBF80D8E56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ABD7D640-4CDB-4C8C-81C7-AA7D3DD817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3BE0AA9-272C-4283-9BFE-B14447ED8F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6120CA58-4304-428A-B0F2-020BDDFC47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0607041-DCBC-491A-AB84-9D5B890390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594516C-14EA-4479-B197-62FDF9449B87}"/>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BEFDBFD-5AD2-46B8-9ADF-5CC207467412}"/>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DC97AFD-4481-48AE-987A-6ACE7095F36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CDB269FB-1126-44F6-84C7-A93284514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054581AD-B3C3-4A05-B62D-DA0EB1DC3BFB}"/>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DAFD47D8-D085-47ED-9E79-474E3C99B86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FE509660-CE03-4670-9737-4C84D75281A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A3D3F148-283C-465F-92AE-19162FE89AE4}"/>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5EA1848-3C5F-4CA5-91D7-E30DB7B348E9}"/>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470EF01-2304-420E-AB8E-AF1B386E296E}"/>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9FB8660-EBAD-4670-82B5-D71EB6B994F3}"/>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184A9AF4-DA11-4AE0-B7D7-CA434D4A177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8CA9BD6D-911E-4731-AB5C-4EE6AFD13838}"/>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AFFE586-D9F4-4504-9902-506B1A420517}"/>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ED2C63F-7FC1-4DCD-8E0B-EBC09D1B282F}"/>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B9FA1C76-CE9A-4E8E-B3F1-9A3B600965B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0E9DB9F5-C803-4471-B6D9-E9FF12EE9D18}"/>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8E7A58F9-3258-4F77-AE46-531709753E0C}"/>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01F62500-86CC-42A2-864E-69FC6ACBF1C4}"/>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203D0691-CB97-4BC1-AD9F-01D3EFF79C31}"/>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6FC8F2E4-4C96-4AF5-AE92-6F97E16872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B7A94A8-5E8C-46EB-B4CC-94BC74720A5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FBAD2F2-6E17-49A8-8618-753DAF9961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8410867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A562E9FA-2C07-4B8A-A8C1-49768620C2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F2618C67-807C-4DB8-8955-6B336F16E1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1DBA01CA-0706-48AC-B761-F940B16CED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D45D16A1-77B6-4985-86BA-164E0819E9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BAD3938B-65E9-459C-9635-61BB4FEECE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DC147AE5-03E3-4C42-B8F0-F04876E06F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D1A86FFC-B2E4-4974-9C1C-CE356F5C0A0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AF6F405B-38FA-4FF2-8937-5D110326EE8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4819B67-E6F7-4380-8795-45DE8F80BFD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1956D5AC-3D7C-42CE-B89C-F5EF90E515B8}"/>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E43E4E2B-E3E6-452F-BA03-C0A6BCFD8A31}"/>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5EB4DE5-00CA-4DCC-93CE-59E1EB7DDE87}"/>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D6642824-3A9A-4FC9-B019-42D146FAD79C}"/>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C652E10F-CDC2-4F84-A22E-EA921C34DB1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A985F286-997F-4234-9B70-BFE5035ACC3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7612DDF-8CCC-4538-B6F6-478C003480F5}"/>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77789C3-3978-485C-9AFB-F02BCA8C953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BC21215-31CC-43C2-AA5E-71702C5DA66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77E6E181-AB80-4A40-B9B7-0337DDB2C49A}"/>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6B404E1-A560-4C6F-9C4B-B348878E2A66}"/>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66477D8-9637-49FC-B19D-9A4B74ACA25D}"/>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0A3B1BE-C7FE-4C6B-A20F-97F27A078E0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1059B0BB-B15F-4ED4-AE7E-C06F6D098C0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C1BBE5EE-E9E2-41CB-9B00-EED84DD9F26B}"/>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85E119FD-82EB-4062-95AF-91AD0223B27C}"/>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6EFACC98-FE5F-4304-A129-FA4D6A1738E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A4DCDE41-5173-4CB6-B407-6BC057B488BF}"/>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8A8FCC8-4FD1-4227-B1AB-C2C028308DF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CC310872-9FF9-4635-BAF1-E8AC0ACB2A7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2FE0A00-94E5-4AA0-861E-EF8632AC395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6C236AEE-9B4B-48AA-A741-A4E41A1850CB}"/>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4965D7E2-EAE9-4C56-A9DB-E5E2A280F4E8}"/>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5BCB3855-82AB-445D-BFDD-9FB46110BD7C}"/>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7DA41B29-F191-4159-94E4-10616AC4DA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602968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54E3852-DA6A-44CE-988F-D8D6937FC3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609ACF48-95D2-41CB-9B36-23D7AD719D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A4F94701-A291-428D-8574-5130B19EC1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CA5003C-DCC8-4237-90F8-FA4790A4E2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C06F88A1-FE04-46E3-82A3-264C7E0809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1457B09-8A94-445B-BA68-4E8AE6A01B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FA6F7F49-8649-461C-9843-B5F40434475C}"/>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10B5235F-9512-4754-80A6-1B2B2DE4E90F}"/>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239F4044-5B09-4989-ABFF-2416E3DE3E9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3BF34C-A16A-4C63-800A-0905DC7CF35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0F46FC8-6AA6-47F4-B412-3A00BE5395A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EAF416B-868D-4EFE-A55D-E36F88D183D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7E86544-C2F6-4CC4-8EF9-EB6833EF991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A1FBBC2D-E9EE-443C-B281-F36EA1490811}"/>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BA2BC49-0F61-4BF6-BE84-8E8F0712D54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42D47E7-B75A-4E8A-9ECA-8169CCD3A4B9}"/>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4B7162F3-D08F-49C4-B546-4B348E59E8C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F6E260CF-0A50-43D2-956C-E0EEEAFF47C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93795B9-4018-4159-916C-5F0BA51D23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7398354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76EB3DC-8788-4B78-A622-A482961ADF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2D0D7C6A-33C2-4E2C-B56F-B7F0004F6A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15DACE0-7413-4577-8D00-F0B7CDE76F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50FB05B-3DA4-4F89-8591-40FCA1A7D2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C7FAAB47-179C-4347-9290-5F3A9277DB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FFE6F28-876D-468A-A922-E078C3598F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0B547E1-3115-4944-AF96-88FAB24E8BA1}"/>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0BDABFD0-98F0-404F-8DAD-A5FF7DF458D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848B200-C62D-4E72-90C2-92D248393C1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71601B60-086A-4A58-A489-54B5DBF06B0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AE3B30C6-F9A0-409F-8F7B-3B960177F2AD}"/>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F514E83-A243-4725-B671-4BEE93CCF29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7A7E1CC-38B2-4649-8BEC-D308D70D9A01}"/>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6462FDC7-C38D-403B-97DA-48BB3B502CFD}"/>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D0EC7B5B-7537-4F13-B281-65F51E0C1F3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3F7A659-5F13-40FD-BBAD-55C8BEF2A2E7}"/>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FECA976-3F6C-4AFD-84E4-11DDF2D6B5B9}"/>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C701076-BF7E-4099-BFB2-56F606256927}"/>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1888BFE0-16D1-4419-A26B-FB189561900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793051E-4422-4571-802E-4043B5C3AA71}"/>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75308549-D2D5-4EE4-A177-0841336C53C3}"/>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C299347-A125-46B0-A355-85655BB98CA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5E5A1AC-B8B4-42AA-B4E9-FB6D2C317E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564021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784A6D73-BBDF-4ACF-8B14-78E18F821C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7D3DC5AD-E7FC-44CF-9696-D4CCDE5142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FA4BA514-94F9-43FE-9C53-019617F068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EF86774E-49D7-40E9-8953-A8ED1801DB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E6B1B456-39F0-4E95-A018-9DC44BE482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458893C-89B1-4288-80A6-AC72BB878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F9B3A17-71A3-4A5F-80F1-A862C96CA7B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3279DD74-BC0D-46D8-A657-1761054D42BB}"/>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480E961-B8B8-40DB-BBBB-5A9915F0F564}"/>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1CF37D29-1309-4DF5-B34C-94D11B8438A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D63F2FB1-3B93-4085-82F5-BA7B26B4741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B14799A-6325-420D-A91B-A7650AB4E145}"/>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679AF369-B08A-40D7-B575-C1A621685B15}"/>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FACACEB-9FAE-402F-BDC3-A6C3E4C3C18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1A37FA7C-720E-4A04-8F97-D3F72DC0FD88}"/>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2F03C390-B749-49C9-8932-2EB8F50C75C8}"/>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F4DD423-9DC4-41EF-85A1-8BA2D1D1E0B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B9067EF1-E277-4242-95D1-E357F4232DB8}"/>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D97D9F07-2C91-4296-8942-110CF82C0C0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7FF3493-AD13-48E2-9698-073124B26D8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1132A1F0-1469-4F05-9DD8-19649A0E21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85460E66-A8AD-4895-9EC8-3278910B4BF8}"/>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4793DC81-953E-48EE-9D09-35CBD5875E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82888576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2A7F642-F0F0-4A1C-82DA-35D3083114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C6CAEE83-DD4E-4EB4-BAC6-5960EEA107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C2F24FB9-1804-4AF2-B839-E8997EF373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0CC4931-EC93-494F-971C-1A958E68F8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E18A09E-FA23-481F-9991-60E2289837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A271742E-BAE7-4D63-891F-61379E7AC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EA3C58DD-FA38-48C4-BBCA-ED62ED8FECD3}"/>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A6536280-BEAF-4C64-BAE3-B33BFFA314A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2CE05748-36EC-459C-A6E4-D171A69AB431}"/>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7B24B6A8-7148-48B0-BCD6-BD2C67C57AE2}"/>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ADDAECBA-5EB4-4567-BC73-51ADB7F8588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9DCD0937-879D-499D-B473-7A513A733D9C}"/>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5C69868-4B72-4733-BE3D-A4B711C3C60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64463589-BB1C-48F8-A79A-077DFF438BF6}"/>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4A371F2-308C-4375-8A1A-DD80B0B2474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0850D147-5956-4A6C-998E-44D45524758C}"/>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06CDBC40-CFE2-4004-84EC-17B21120C012}"/>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FD15E45B-44ED-415C-A6A5-D80A1DE08B96}"/>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9033C985-E34D-4D2A-BC9E-81B559AADE24}"/>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8C8D867-564A-4831-B9E1-578B999D3D7A}"/>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A451A50F-3E29-43B0-A927-1AD9EB9A07C7}"/>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A65C945-85E3-41E1-BFFA-D6F2778D4D65}"/>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4B4E7F8-A8E6-4E91-AA6A-E040BD928B9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739E89E7-7B9D-4E42-85BB-4C98C729A95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FC7099A-BBA7-4148-87B9-9268A4A0546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139D9103-2DBC-4B9C-814B-59DEFEF8C6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70AAEC01-6688-4803-812F-296E6143178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7932B7DD-999E-4F79-BD44-9F05F14554E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0D17B91-C6AF-403F-941F-91B1A413DEF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243D0E5A-FBC6-4A85-862F-4CE6C9119A0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4A53E2DE-F1CE-4785-8C13-C32AAC2BBA6D}"/>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30CE5C1-4A74-417D-9A44-76E7B3B64DE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F2502C1A-8083-4181-8376-05053CEEF97A}"/>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AB59402B-58B3-4C9A-BC3E-2A4F6287322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70A07F8-DF89-4212-9012-50FFD6EFA01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0294515-0DB5-4AD4-932B-E5A1476CCF3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D0BC146-1CB8-4D53-A57A-345200A58C7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CFD9FE32-3004-4903-9B6C-E2D428673FB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D748E899-CA66-4B8A-A24D-3826922D087E}"/>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C02AE15-C1E0-4A27-A464-FA54007B5686}"/>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58AC5831-E1C7-4011-8FE8-A0F774FB7FB1}"/>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682E5F3-2066-48D2-B4FE-156B4497A36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724975D-F118-4F29-921A-13AA352C56D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1A050D1B-B81B-4E67-9AF7-58569CDF303C}"/>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D5BE0D3-1BE2-4AB4-BE29-878002A50A80}"/>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6B665D6E-8297-4B59-A91B-F4DEEEBA3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4985982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C16F4A8F-5188-48BA-8135-32736A89E7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12A24D3F-50F3-457E-9CBB-8E383F3961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22A1C334-4F18-43F0-9B5D-C0FC27067C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8CE6AA4-402C-4001-87C3-B91838C68C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35171F8D-0C5A-4926-B177-2F9D827BBD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B57A446C-8FE5-4A00-9892-16EA995DB9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C1E80807-D68B-402F-A916-29D5F056261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26D8A31-1EF0-43B9-AECB-46E3D12E796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53649D45-0E76-41A4-BEFB-3D0DA2A1D77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8239815B-659D-4CDF-94F3-9AB7C3C6C5A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3DB4358-361A-42E2-B44D-B517FFEF1D4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31A5E86-6450-4B08-8360-4ADC07E5174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7BCF9057-79C0-4185-A4E9-672850794AB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EF5A94D2-84D3-4545-AA9C-5EB234058EC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3FBBCB4-69BD-46B1-B9D5-E134135DAA0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A5CC830E-CEBD-47E2-901F-BA26367348C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2AFADB96-F2E7-4772-A938-39E3BA41FFE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EEA4690-7B87-4698-9885-FEF862F3332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553364E-ABDA-4209-A590-600CEA4CDA8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E6834C37-CBCE-4D37-83B1-C95284E203B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712A76AC-30AD-42AB-BDAF-4A9FFF3A1B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375125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BE65D87C-CE3F-4A6F-97AB-4E2B81B691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4E586590-68F0-4A05-B326-77914D4604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4F049235-99FE-4601-9A94-02DE560F12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3CBC0B1E-6BFB-46FE-A870-8D3CDE3D10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97BABD9E-64EC-4C9E-9B47-AACD1323E2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D1395CC-87E3-472F-B4F2-12CF21E822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935CD7B9-C5F2-4CED-9769-949FDE16A66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ED71CE4-37B7-4913-AAB3-F915C0FC9BF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6DBE9E3A-389C-4E5F-B713-2E36E88D546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75C561E-E90C-46AD-B398-939ED9DEDD9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0EC1118-DF17-44E6-AFF0-CE9A5730C2E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6E6908C-7E0C-4058-BFE3-FD78D26D44A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49FAA731-07CE-4CE8-A9E6-7688DF2C63D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3ACF25D-45B1-48ED-83B0-FF40CC05DC6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A875570F-6CC8-4AC7-A79B-2FBE5DBB09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B8AC0CE-1ACD-4247-8DDC-52415EE4465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B348B94D-498A-4A76-936F-B3A0DD5A52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DCA429DF-6A4C-4720-8595-A0024BB3162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FBFCF0A-5F43-40CA-93E5-C873F562756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F1A67C4D-C8CF-4E4E-BC57-7D6043CA3C6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A126DCC0-1E4F-4455-8EF8-D4CB0862E6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248695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E16BFB4C-3C9F-4B14-A471-FEF5A74634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DDEFE6E5-C46E-4AC6-966D-2A9A6B6339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F482626A-E1FC-4944-B94A-0508076F19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7AB5E96-D716-4AEF-9A78-FDB90C4BC6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BE2F320-F74F-4276-87C1-D9DC398577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15DB74E9-F74F-4B34-93F2-4F7CE9B50C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6F2538AD-9952-40B7-9A26-009CB3B216E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6690002-1CAF-4275-9A8F-2B912DA69D9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90B69E17-81AE-4CA2-8105-8B5B63786AE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2196F3C1-300A-41D7-B1CE-7F7405A667E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39C8752-05E1-4C28-B411-C31C24944A3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97DCBE8-5B0F-477B-B3E4-3646B0D7044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9F25F98D-623E-4F31-94FE-CDB60A132F6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EF9D5BF5-6DC7-466D-8F6E-D159F656525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F7484D5-F434-4E4F-B72E-9F0F6479B56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AF5C76D1-AF1F-48FB-8B17-B4D2AF9529F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7AB168BA-77F0-4810-96D6-5969E7A2DDA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07D457B6-76B9-4B6B-AE12-53B8399DDE6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6B4E1AEC-8B2F-4F41-A1DA-192E9A88BFD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6E9B9E9-06CE-4C11-8941-6B09AAB6166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14790E09-EFF5-439C-A276-BA822EFFAA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096569"/>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22B9B3F-181A-48B7-9B9A-D36D956849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78F76E2-A63B-48F5-BFE7-B52BAD0EB8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10214DE1-100E-4630-B0E6-F9BE8D1576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839E3663-F10D-44A9-B779-052C1C9AF6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807B7922-A1D1-4F36-B50F-506589782F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2731DC1-D774-4975-B0CB-E4736AE931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38A7368-C4ED-4677-A615-EEB89098036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135E547-B845-49C1-80B9-0A9360DD9F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591701E7-A757-4D66-BA26-710D0F6E34B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6221F56E-C5AD-43BC-B644-889CB41DEDF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21FE986-8C2E-43F8-8C69-91736BA874D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7AF07A-E218-472C-9C18-FD2753779D1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06A1FD92-036D-4623-9417-6AB796FABB5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C9109C8-02E0-4493-A28D-07C546DE2A6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75ABD98B-AB3B-4868-9ACA-ECB840BF6B8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6F2CDF6-8EE8-4F20-AE3D-85DDD2A4884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EDEDB45B-EF04-4D5A-9F01-65F16FD0CB3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155F120-714C-4693-B2B0-0307F5B583A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F10D8E65-7F9D-419F-BB1E-EE3972AC509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4E1EFE2F-636F-46D4-8423-CFE179DAA59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44DBF5EF-BA55-4700-BDCB-D1D3AD4118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2031800"/>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79FED99C-6FE0-4430-9AEB-5ED94FB1D7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A892519B-CC21-4ED2-913A-5BD757C4D2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321CE2CF-1786-495C-9723-6018F6F0C3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1C6FADE6-5D9A-4119-A2F6-15058E2517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0A9FDDC7-7610-4F29-87C4-94E32BF676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BE237156-ADE4-455E-BE02-C8B1D4C25A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42627852-1EE6-417E-AE51-B10A0A4980E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FAF768E-4032-4A6B-BCF1-5D27F9CAE20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796C5C0-D19E-427A-AD0E-3881C4C1CEF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3B1F9AA1-1969-45F3-898D-EB1CCB81D70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E7F13E1-5A96-49C1-A7FA-EB870C92C33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CEB828A-A092-4A8F-97CE-2836D96C3F3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834F826-B631-49CF-BD6E-2655503D6A9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51630F7-3315-4E83-9D5E-1ED1B2F3B02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5DDBD33-1DBE-4F1C-B918-A3EBEAFD815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65BC27-6454-402F-9B27-D5D94735F67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DC18209-5164-4213-BA08-E8172113C68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22930A6-F790-4AA2-B265-75831CC5271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DF87A26B-E1DC-49D4-A283-AE1EC66D259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F3036A33-0E6C-4D8A-AC26-637CB63DF3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A6252A2B-D9ED-4A90-B44A-DDF8439520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5937958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98819BD8-679C-4CA3-BC89-37D978765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BF882FB2-FA8A-4BC1-9224-EE37506859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1153D6E-7741-44B0-8AED-75B560E252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E7EC0AA-E479-4D65-AC57-E71B68C2F8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CA8277A-76B5-4E50-974E-3E956044A5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561CF13D-5DCE-44EF-B118-0F523091F8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03307881-ACE8-4846-87C6-07FD01DB628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A813A33-46A5-4FE4-9629-CC2A36FB74B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74A928FD-A1E7-40AA-B8F3-D8FF97AF8DB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A6641A5-E080-4158-BB2D-CE958B870BD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E8B6E7F-B078-405D-8382-08E2DD22073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6C9E3FB-B65A-475A-B960-3C9FB96AA24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73C408B5-8EF7-4865-A2C9-0CD7B4DFFC8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644DE7EC-B00F-4326-9CDC-47F84DA7F13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19319331-026E-41C4-A386-983506C9852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9D80AA1-C73A-4F79-8C41-7A5F0B14AAB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149D4294-29AA-48BE-B353-9B262A2F314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9CC999FC-01EE-4D42-B867-7A0250B71B3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FED62616-D495-4CF9-B9BF-DF00EACCC2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C7A9E1B-367B-4CF5-BA10-71C7DAFBCAE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F9EC8F13-8D01-4EA1-A709-231346F5B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2946543"/>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7A0EFBA-34F2-4741-9222-F2215EDC06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C4A25F2-546F-47EB-82BC-61A55E830F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E649572A-BE73-4B4D-96EC-1AEDA86E77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F17B0FE-F374-457B-B96F-05C1C938AF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E1EB7F74-A8AA-488A-B8B0-14AA49D2CF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11DB1E9E-8392-460D-A62E-D6E37E7217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C721306D-3A23-4F39-976C-0D4D497A703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FB8D9A2-D5E3-4BE9-A6BF-FAFFE65AFFF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BF524E00-0EB3-4A92-9B9C-77D63FDCC2C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BFED7A41-D336-4EC8-8884-4301938E431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5D7DE9A-C060-49E0-AD85-4DD01B055C8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AB07F2F-4586-40AD-A57C-7CE37D63707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58DC097-CC6A-4F17-9260-512332B0D24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2452D1EB-9BDB-46B3-BE5D-294679EFC73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E929C5F2-20C1-4054-B45E-FE34528E56E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1B2226D6-DB58-4354-BE65-3916FA5F0D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E41F67C-2083-48AA-8284-D66419C5D85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76130302-36E5-4093-B95A-6AB2425BD9B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6DF683F3-4248-4139-AF97-88DDA1106DB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6594AAB-C453-45D8-9ECA-2CEA0286F6B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BC06E1DB-B71B-4F87-93B0-B21062EA3E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6525453"/>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0466939-2A50-41C3-AC7A-FE4C3CC8A1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11C6034B-0FBD-4E6D-B816-E0A84B9386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A0915081-3EC6-4998-9D6C-3FBE631B19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416E51A8-043D-4AD0-8CA7-472E141F05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4E0D0A1-9520-404D-AB8C-F5A417E99E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90E4A8D-1DAE-43EE-9B3F-FD7AA5381B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83158EF8-64FD-4979-8073-962EEBF1008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1FBEB76-43F3-4CE1-B0A6-884BA9E18E0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EAEE910-70DE-46F3-96A8-6E247C80A73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CAEDB422-7287-4BDC-9A2A-8BB54D3A5B7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F854687-DCDA-4070-AB3C-770F4DC5ABE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983B43C-BA9D-4C30-94EC-789407424BB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A377D2CE-5C67-41CF-B0F6-4DC828F5F85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D8CBE92B-08D8-4B36-9CEB-15AD54E9625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E1D2A96F-02D0-4513-ADF3-D4C8D456BA9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301E8BE-9D3D-4D6A-ADF1-6A68D9751DA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ED6A82A-0386-45DA-9BB0-694395CC0A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3AF6DD05-4C59-4B34-9ECE-F635B04B037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852FC7F0-DD45-4321-904C-D3D9387CEFA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69C45B28-2F94-49A0-BAC7-D00E5E519C0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A0488D3A-785E-440E-A67F-9AFAF513EF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605560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FDD5DF3-9B4D-49C3-8A21-B51411E7AE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8F13CE71-3223-4EAF-8028-298C75BC6E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226BCC2A-E6FA-4C3B-B6DD-DF7E2CBB72A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066152AA-38F2-49D3-8160-B102D5ECB0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99BB3C3-C86A-41D2-954B-602DCE3582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754D53A-2887-4219-B639-2D2CE425AA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DC7AE39F-6A4D-4202-8ED3-1BEDFF175AF7}"/>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5AEABE00-C7AE-4187-B101-1FC8C1601720}"/>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F236899-5234-4423-A805-765E217AFA23}"/>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0514B63-9B61-4B63-AF27-6145F302D81F}"/>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6482066-7C51-42BB-B920-749CCF6AB8A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932D3C2-9E02-4E5A-A5CF-B2CEBEB471D5}"/>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CD32B82-9E45-4EBE-BC0A-974E95AB8D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639474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2EA559AE-E963-4E9B-A184-18B467BC8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CB2E9293-5A2C-4801-870D-68546AC2FA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FD45D9B1-9D3D-4B4B-BE60-BC4AF8E469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78D1195-CA4F-4D1E-9996-6E7F08F575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3FDF807-B920-4816-B7CB-57EE01A304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09B3ADE-5623-4EE9-B511-11FDD88866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5A6DEA2E-8EEF-49B2-B7FC-CA4D729F906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F7E6075E-ACB4-4B14-BFE5-83B7C704361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DCCB5CCC-6FA0-4437-93F9-A55A5BF13D9C}"/>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20377ACE-4BEC-42EC-B2CE-9AF09E1706E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2FE332C3-DDBA-4558-8F0F-F34B17EDD84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9D9CF50-1E05-4740-95CE-CBE0B25FA41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8AE617A-3A42-4BCC-8017-3FD4B92E9EA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A1D2CBB6-0379-457F-8DEA-E4085D54CBA4}"/>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445BEF3-9EAF-43B1-9965-AF534A9EB506}"/>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17BE635F-A7B5-4068-BB0D-61BBB27A14B3}"/>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0925C673-E7FB-49D1-AE4A-A1C56B9FC4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707879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2A4D2BD-8C3C-48F7-93F9-3030102B82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7A117009-0E82-4DC2-A409-67387CA41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5727603B-D786-4AD4-A080-74383B818C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C926504-7E72-44EA-8AE9-64A25C4CED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C364DE37-369B-4A75-AC15-3FD5DF8E1C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2A42FF4-D60F-449E-AD4B-69E4F8CC13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DA99786-9356-49FD-9A43-4FC1ECB44F3C}"/>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48A45757-8267-48A5-9F66-43183E9D5B2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04BE6DA-535C-4DBF-BC16-D3BF86E039D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7C27D3D-4E72-4543-8A49-E052B0F90B3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1441B4A-AA43-43E2-B0DB-5112B1D0E4D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97C458F-46DD-47D2-A31E-7563EF15254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8D3F6D9-E622-49C7-973A-9971A28EDD23}"/>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4C1A7974-EE1E-49DB-8436-99FC1C9B140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2169464-5A74-4119-9252-173D713097A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CB06C46-CEA7-47D8-A036-0BDA8DDDA80B}"/>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54E596B-513A-45D8-AD1B-DDC98DF1826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69A3ABB-F9EB-4DA1-AB79-C9A9A145465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9A6462B-EE32-48BB-A857-F4BFFFAF355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F34B554-1D1D-4FF3-BE98-AC1387E377A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B291BFE-F6C5-4E7B-9CAD-6C45C1DC0D6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FA012AC-9DBD-4400-AE07-AEA53D23E0F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31B53D9A-91DC-40D1-A519-3BE2860421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203227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AEAFACE-A209-41D4-A6E9-2D39BA659C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62C670CC-8A6A-4360-97B3-790D4B9F97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603A715E-7966-4FD6-B389-9D08D2B53D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1CA1F3C-AB55-45CD-BC8F-BE09817699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A8ECC47-DD64-4F05-9D0A-5CB90BEBCE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C39A2E0D-520F-432A-AF01-2DEE12FE0E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8BBACFE2-CDE5-45BE-AAAD-E08A54CADCD8}"/>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B9369DCD-D959-4CC1-A45E-BB2CB23B43C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44CAD68-2AC0-4AE4-8751-8DDE74686CA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83DDBF19-2A49-4145-BAC0-CE3202365666}"/>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2236467B-6286-4223-A07E-047636850DF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8F93E3F4-DFF1-43F8-B5E4-C735C7B849B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602F3ED-D55F-4EE7-91CD-8B8EDB934CA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02F4E956-F2E9-459E-86AF-1029555BD81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3AEA7C9C-1025-4850-9E43-6FE6FA87751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0E783BDC-9E0A-4B4C-9492-2410C27CC5E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EEDE5E9-7F06-4D7A-84E7-68345573955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A522844-55BD-45E9-95A0-C13125C7619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9D3D0D2-D90D-4605-9B42-E7491F62336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6B7DEE7-D008-4D98-AEA8-757F60590AA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BDD6059-1880-4164-8DB6-7E6E2BF741FA}"/>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561EDF0-5734-4AEA-8DEE-8584132278A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035520E-BDE0-490D-B4D5-C7A6DCB6204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12BE2CE-36D3-4BE5-BACB-969D058F51F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5EE3D329-6A1E-482C-9307-F15A6199DD8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2B6101B-A3AF-4882-846A-DE119D72A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597449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EFA2B8FD-1304-413F-A361-895EF1CC0B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8A1DCE9-F3CC-4EE1-BB83-EC47ADB39B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AFD9CF03-E4A0-4DBF-BAFA-A1E6DE8A84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FADDE5F1-324B-43B9-A862-B6320A995C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7DB6891-A5C7-4BB2-A5A5-8D61DD12E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EFF03B3-7B2B-43E3-8AC8-E4410CE76B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F7B89CAC-3837-486C-ADCE-567D46F3A252}"/>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0133C7C-BEFB-4E02-B750-6A02FD95473E}"/>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B759F47-9E7C-4AF6-8D6D-5746ED7947D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9CE7FF0-0C42-453D-9DD1-2E801190EDA0}"/>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C76B2F3-4EA0-4F68-8AC4-6C5AFD8E2E1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01AF1FBE-6F7B-40EA-9E74-9A0CF53E2CDD}"/>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B1AA2422-8D56-4ABE-8B0E-00A41872152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E92E11EE-FC60-45CB-BDDA-4E92C127503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B9F640F-DCE0-43EC-88F7-9B9006E04BA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3CFACEC2-58C5-4780-AD3E-71DDBF34BE7E}"/>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4A9DE29-08E4-43E2-9779-C8258EB2A197}"/>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0B4DEDD-C752-4B6F-97CC-0CE102147F38}"/>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37C5482C-A000-4C82-BE9E-D64F121B5B9C}"/>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0B48D05E-4E80-482C-82EE-F02281B61230}"/>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BE6D058-7813-4048-9AF4-007257C56CFA}"/>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9E6329DD-F319-4E5C-AD88-DBB218B848F7}"/>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05AB027-4307-42F9-82E5-29F08661327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9CFD4557-B1B6-4C84-B871-785D6D8E79D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5CFF0EE-64A7-47BA-AB35-EDAEB0B4C174}"/>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DFDDC9B-F1D1-420B-9E35-3BF42D5D50E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1A5681B-8F3C-42DC-AAC4-9FBF1B05150A}"/>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B7D4BC9-D23D-4577-87B2-2AA7D52DE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049219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B5C17298-B84F-4C09-9043-7674E9864E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4C8BDD5-5F5E-412B-8242-4B44DBB9FE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D0533168-756D-4507-8FB9-9258AD1E3D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6896660-4CEB-4683-9BB2-FE721CB6BB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E8E885B4-C82B-4BA9-87C8-2B692705D4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2D035A5-109B-4947-AE1E-D57A7AEA55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D45F692-29B0-4CFE-B787-9B3357F24A5D}"/>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207DE1DE-9D0F-4BAD-B264-CD73E3C0F2CB}"/>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D253716-552E-482E-9C58-667284FDA7A5}"/>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A0FEFA7-5EAA-4A45-9F69-ED426A8C904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1FA46A19-3F9A-47EF-B1A3-772D0A538A28}"/>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1C04AB8D-CFFF-4157-B64E-0BD29203B47D}"/>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2FC7FF8D-F086-484B-AF8F-4A372535D51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E0FC163-61DE-402A-B19C-6295914FD50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C4A12FB0-8130-4AC3-927B-217A55AC1287}"/>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268413E-D14B-47F6-9959-77F3AE4CB10D}"/>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DAE0BB10-C272-490E-9D7D-3D474C5B11A8}"/>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299BFC8-F65D-4A55-AA7A-EF5757E53B0F}"/>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99C5C60-CE46-44EB-A6AA-69ECDADA90E0}"/>
              </a:ext>
            </a:extLst>
          </p:cNvPr>
          <p:cNvPicPr>
            <a:picLocks xmlns:a="http://schemas.openxmlformats.org/drawingml/2006/main" noChangeAspect="1"/>
          </p:cNvPicPr>
          <p:nvPr/>
        </p:nvPicPr>
        <p:blipFill>
          <a:blip xmlns:r="http://schemas.openxmlformats.org/officeDocument/2006/relationships" xmlns:a="http://schemas.openxmlformats.org/drawingml/2006/main" r:embed="R23c06acbf96d469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2A3F6AB-A744-4FE3-9BCC-AACE46889007}"/>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92C4323-6D84-4151-AB79-6629973386C1}"/>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81FB5EB2-26C2-47DC-B6E9-A643AA78BBA4}"/>
              </a:ext>
            </a:extLst>
          </p:cNvPr>
          <p:cNvPicPr>
            <a:picLocks xmlns:a="http://schemas.openxmlformats.org/drawingml/2006/main" noChangeAspect="1"/>
          </p:cNvPicPr>
          <p:nvPr/>
        </p:nvPicPr>
        <p:blipFill>
          <a:blip xmlns:r="http://schemas.openxmlformats.org/officeDocument/2006/relationships" xmlns:a="http://schemas.openxmlformats.org/drawingml/2006/main" r:embed="R0121ecac8a47472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39E922E-9B24-4EDA-8BB6-BB1E0B7330BC}"/>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B78DFCAA-C875-4471-AEB9-3C4DBB0A9E9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78CE2CA-E60D-45EB-AEA5-FB9956B1859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72E6A31A-0650-46C3-915C-39BC298DC595}"/>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C6F5582B-E9EC-441E-A69D-3784FACE741D}"/>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D0F29A7-2E62-4413-A9E1-BE18314463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5512563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E9738D9B-0B28-49C6-B1D6-29767D02E4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2DDA4C6D-668C-4C10-A4F1-4E4FFB1030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0C56E8A3-AC83-4101-B979-72ADE3DF79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B9A2EA4F-1D7E-4509-96F2-BD804721DA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1F066612-405E-470E-8E4B-AED9BF9A2B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316862BE-B651-48E0-8C45-B5C2927E8F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B7B054DF-883D-4A9F-936E-319998A755C4}"/>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F31249E6-04EC-45B5-9C63-167D0260F590}"/>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E7A5E5AE-A9EA-43E6-AD6E-C732E51D42AC}"/>
              </a:ext>
            </a:extLst>
          </p:cNvPr>
          <p:cNvPicPr>
            <a:picLocks xmlns:a="http://schemas.openxmlformats.org/drawingml/2006/main" noChangeAspect="1"/>
          </p:cNvPicPr>
          <p:nvPr/>
        </p:nvPicPr>
        <p:blipFill>
          <a:blip xmlns:r="http://schemas.openxmlformats.org/officeDocument/2006/relationships" xmlns:a="http://schemas.openxmlformats.org/drawingml/2006/main" r:embed="R954ce3d7faa547c9"/>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9D8B6D30-13E1-4B85-80E1-96A23D9A521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DD1F258-19CE-455D-81E7-5F478BA77FFB}"/>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CF2F4F6-2CAB-4EE0-A420-35F981281EB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04DAB8CA-8BE6-45EF-B11E-3766D04B22E9}"/>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CA8DA00-E463-4D85-839E-E78B00E68C58}"/>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8BAC64F4-7ED7-466F-AB5E-B348816CFEB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25A9500-A721-4C7E-B270-F5F7D1CA178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3B7878A6-59D0-4BBA-9392-8AB30341741C}"/>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0B6A75E3-2653-46AE-B7AD-EA075264873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48F5269B-6944-4443-AE90-7604F2FF417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576199C-DFDD-4C23-8753-CD95BB8CD18C}"/>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BBF0E3B-4013-4486-84AD-0B7EEDD22565}"/>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4AFF984E-3E7E-4441-8184-15AC74B40F4E}"/>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A4F0EF5C-552F-482A-8194-E2A165E49A4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662C659-3E6E-42BF-B8BE-400BAFE7B9B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CAC59D2-F3E0-4EF4-98C5-1940928F16C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761B8ED-B7A8-4579-8AC4-02383D82CFC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F4047FE-4423-406F-B38D-042B1A38B120}"/>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80A48F6C-25C2-40E2-BF59-6E9CA0756E9F}"/>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B2B3A6A-773E-4444-BC1D-23BCAA205E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1474248"/>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A18B1941-88BE-45F6-B86A-65BB92B5BB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64B5F995-5FC0-4409-909B-5ECBD46C96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7997210-012C-4792-883C-C64FC5E018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DE4FE50-123C-4849-BDFC-55F6162C22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6D22196D-7F61-43AD-972C-0EF68D490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AD147F9-D369-4E2A-B3DE-FEBE204A0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E1016162-27C4-4D37-A046-7BCC54BF3086}"/>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D4EB9BD-66E4-4361-BD26-87C438C11608}"/>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6113FBEA-DD29-4400-9C9C-FA3ED16621F1}"/>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8482595-121A-4690-B890-4D479D9C3C4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1778D0D5-CB67-4986-A713-9965A9F6DDC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1190E24-DB0E-4549-98C1-B6FCF9D2B2DE}"/>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CCC7F29-68D7-41AE-9A90-118FA5B4B09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462DE1D-B383-4301-BB9A-E8077D3F0BF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31BAA53A-DBC5-491B-87E7-AED73834E1AB}"/>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85514166-29FB-4B77-8534-9E1583D2993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ECF630A-84FA-4573-ABEA-2E48D661105C}"/>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D036255-DABD-4DED-8CAD-42CF6CB948C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C28C05C6-C6CA-4480-AD76-BA7076832023}"/>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BC76ABF-8805-42BC-B2A0-90A4C475EE45}"/>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D85FA9B-BA8F-477C-9625-F0D0578DE40D}"/>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7F89D895-696A-4302-9571-41758CD60F9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2AC2821B-42AD-4D8A-B7D9-B9D167940C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211218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4E4B56D3-BE24-447C-86A1-641D2D970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06CB0432-6B35-48DA-A106-6B3E1AE39B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7DC4247A-F690-4D0A-A4E4-AA6E090E69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F831D7F-F3F0-4018-879A-2BA443FE86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65AF4AF6-882C-475F-8CF9-D41596A3B8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4FFA8778-030C-46AA-A335-6471F1F61C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561C81CE-5A74-4988-9260-161255176B71}"/>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C7D7FC7F-B3E5-481B-8599-E9B378DCB6B0}"/>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022DAC19-B557-4DF7-857A-0030C901B2E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32C644BD-AE2B-4074-A6EF-9583C6B39FDD}"/>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27D1FAD-D555-4C05-8A2D-FA527B0F9DD4}"/>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3239C154-51E3-45AC-91A8-69619E081E41}"/>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DF8068EA-58B0-464D-AC91-3DF349C5118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9D12240-A149-4F37-9D93-A292AC127AB3}"/>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D1FE3B27-90BF-445E-87CC-A11DD8696BF0}"/>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BD65EF5D-EF46-4309-AE39-9B12C13E9546}"/>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4BFADDD8-0576-4DCC-9580-76F0FC0B87FA}"/>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4680673B-1B27-40AD-9FBA-2036F3D167D7}"/>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1C55B239-A245-4754-B678-70A9F35FDD4A}"/>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BD63E3F1-6338-4CAD-9020-D7CAA5C5605E}"/>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EDC84AC0-DEC6-4017-B563-4A178B92AEC6}"/>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57AC0B02-AD3C-4C0B-85D6-02EFB3070EF1}"/>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960770E9-EBA2-4650-A924-D15AA3A85F0D}"/>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AA7EABF8-FCD1-452A-BB58-6FBDBE0F2D93}"/>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94E2B7BA-DC4F-4C3D-A88F-11C853B36A10}"/>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82503796-64D4-4A3B-86EC-6ACF531DD4F1}"/>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754BB8D2-6EF5-4381-BB7C-A75EFF900521}"/>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9BD6A4CE-015B-489D-9205-A285ADBDFD35}"/>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77DE947B-4303-443E-A4CE-96FE27491919}"/>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37B06A7-14E8-4B10-B779-9B655FD3D4E2}"/>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7C2F6416-0897-4DE8-8FAC-0FA62B08EC68}"/>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2A2434F1-166C-4F43-A473-0E547B790727}"/>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F5F81E7D-3A63-42BA-8777-217F499C5F95}"/>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D6ABE133-06EE-46F7-868F-756605224A72}"/>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C9F22AF9-3231-459F-8652-3C7AEB9B5E57}"/>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478A1713-10E4-4A36-8612-E60FDD979F7E}"/>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892F4843-1CB7-48E9-8B68-930F69EFC16B}"/>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4695F6F6-2245-4A49-BF57-1869A6ED884B}"/>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24CC10B9-ECD3-4E67-8554-929CEEDAADA6}"/>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E5BE183A-1F39-4040-B3F4-0B95FA603C5B}"/>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50FFFFAB-BDE7-403F-90A9-AD7E891105C7}"/>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24E377BC-33D8-4357-AFDF-3AF598262048}"/>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07D19C61-51DD-44E8-B2F7-CEFADE4A527E}"/>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688D76E-354A-461E-9B98-8E9499F37C95}"/>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7E2D116F-2E38-4A4A-9B76-909BBF31A3E1}"/>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716FFEF9-6324-4B1B-A257-51F79C51034F}"/>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043C01C9-2A03-484F-BEC9-26EA69C302A9}"/>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3CAA7A07-4332-4785-87A3-A1B501A25405}"/>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8B638036-4181-49F1-AA93-5CFF93C0D879}"/>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1DE70E0B-EF61-4196-B6C8-FF391C943C80}"/>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F62C93B6-850C-45AD-9ABC-19A3AA9D78B2}"/>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B6CD1DA7-41A8-4EB7-B8D9-75A15E99BF70}"/>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21B95B41-250B-4400-B019-7DD22D726EBE}"/>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A16CF28B-B211-4B6A-BD66-FB4C9661BC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77247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8C9F7C02-3C0F-427A-9662-5E65CD05DE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B41F670F-10C9-4D4F-9B0A-77349CBC37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9D75EEBD-8414-422B-A1AB-50357F8832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16A444FA-FD4B-400C-820B-55128F4F4C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0620DA85-557D-44C8-83BC-C9EA43B453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F7714EC8-F879-426B-BC56-D8A36F4BA8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1D5EE227-9A6A-4F77-AB96-5A803C7079BC}"/>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B3E000DF-535B-499D-8F34-A5D6B02E21E3}"/>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4DFF0720-5DA6-446A-A4DF-35C869C3FB8F}"/>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C30390AE-6560-4F15-993D-0D54E81BBFA2}"/>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FD562C77-B9F4-453D-9446-D934DE902A3E}"/>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9FB7F42E-02B2-4940-A742-7C6625827DCC}"/>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B8AADC53-D847-4464-8BC7-CB473E1CE501}"/>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8A9C79FC-2D74-4683-AF7D-3A67D6066C22}"/>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0AC1AB6A-397B-4741-A81E-80BF8CDD8351}"/>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8F3D15EB-73A5-4D35-9B5A-6F9E169829BC}"/>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6FE8224-DB7E-45F4-9009-83DB91CDC659}"/>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0B5BFF8-D3A3-440F-A11E-7021DE6260D5}"/>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17804D86-58B1-4485-A65B-02029509BB62}"/>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66519B59-B95D-48D5-B9CE-C7B775FC1C66}"/>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87574DE-AD51-4D7E-8503-931A76264C56}"/>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5BF0A9C-02B5-45A5-8CCA-0417A2C8C9C7}"/>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27975621-E700-43DA-9928-A9C004488D05}"/>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6846F431-17CD-4C91-9A83-E48DA9AB4138}"/>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4CA060B-BD66-4AB6-8B3B-906127AF6DE0}"/>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2270F6A7-5134-4A82-8846-2347E1324249}"/>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F1888C17-A305-4CF9-9AEB-C0E1C48D0C85}"/>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467E55AD-347D-4EA5-9F73-B752A5CA9C95}"/>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BE35487-150E-4180-8D37-BD316684A71F}"/>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119A3A7F-B2C1-4B18-9A0B-EF927F2FB048}"/>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A76D85FA-090D-4196-88A4-7A7EE23F21FD}"/>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2C3E2145-A50F-4127-8D96-F3A869A31F12}"/>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5F104341-0654-42EA-BC97-F6E78C83E78D}"/>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86A54669-E669-4978-A5DD-48740D1758B3}"/>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84A117DB-CE81-4EE1-86F5-F44447A21669}"/>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9375478E-A570-4BF4-8D3C-9E54A9A3C39F}"/>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8C86FF72-F217-4C57-AB82-6F6698C60C0E}"/>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58A45712-12E3-49FA-ACCA-002B3E79E850}"/>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91688ED9-1EC8-4D82-8222-5FE76A885845}"/>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A9F9821C-AED9-4B88-94B9-3929801B853B}"/>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80373276-FD98-4C47-92B1-0BB482E789F7}"/>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B8E2C38F-8A63-4E05-B001-564F6D15DD65}"/>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9A6B9D58-E31F-4C95-AF71-744E77A4A212}"/>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21AB4C85-3664-48C5-B46A-6E413433AF55}"/>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0C50A186-F6DC-44C3-9707-DE50428D5935}"/>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4EB62930-3AF5-4E25-8B3F-9F5053331DEC}"/>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4614C398-CDA4-48CD-BDFF-54E7A1F017E9}"/>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FD766B45-3BDE-45FE-98A9-F8A1DB34F99C}"/>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A11592A0-F879-4DC4-9182-745C234B35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054472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01D14A66-DCED-4656-8F95-A8C89DADB4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52A06F34-A580-4DCE-B174-6FCC064E20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BEA395AD-861B-457D-92BE-02D2F26584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97A0DC34-9DC7-40F2-A4FE-4D48B2E5C2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9F8507D5-1BB6-4B1C-B3FF-C8E17E9E91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8DB11712-4357-4B0A-85D8-A5CD07251B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333E089A-5A07-4F64-8B0B-1C417D9EA24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89F6AB36-848C-4C57-9A20-8B9DF8804B76}"/>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03BF30F6-488F-4F97-BCDC-E479D548BB39}"/>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6004904D-B4FA-4752-96A6-130C43D5F463}"/>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F72C86B5-7D88-41F6-85D1-0E345C418941}"/>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BA6C3B0E-174B-48DD-83B3-9F9C7624EEA1}"/>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4709889F-BC17-4FD4-BEF0-DB2B77AA4FBF}"/>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4D2B2DCB-9A55-4105-9215-73DA4B195958}"/>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B2B98A-B5DF-499E-BB4C-3EC98BA6F536}"/>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038B5DA4-76B3-4842-99ED-4B7E9E315818}"/>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DF737C93-4F2B-4384-81A8-FF065E3F02C8}"/>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7B15A78A-E525-4F01-8ABB-625ECAA9C20B}"/>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583F6CE9-DD06-430A-9DBE-CF3AFA887982}"/>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42C86FD1-281B-407C-A1AF-502FC2D7F601}"/>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9734946-F078-439D-BC48-557A6D651802}"/>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4258F5BB-9161-4D54-9933-AC6FE4750456}"/>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D789EF97-64EC-4534-B6D9-97B1FB3E7798}"/>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9729B822-C18B-43A1-88B4-F3FEA1ECB07B}"/>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F8F164D5-BEDE-4D52-B489-A343945C4B84}"/>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D29DD0EC-35FA-491C-A14B-CD3294B272E1}"/>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317F5C89-790F-49A7-9D2F-3838E060C8FC}"/>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1332BA1C-F906-453B-A31D-F203C9B8EF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3081803"/>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C5C71C15-57DF-418A-A07D-29E111DE2D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B6290730-3D67-44AB-B2D9-D8DED3D7DE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211622CC-7665-418C-9268-6BBC798F79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AC3CDC69-7397-41A8-8723-8E1BA4118B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57081D22-B989-4C74-8AF9-ECE0A6C344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4CE634A3-8478-4254-BF94-4A7911132E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15CF406E-820E-452F-A20E-0AA7E5821AC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00992B75-4189-40C3-96DD-0382663633EF}"/>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E8AEDD99-E1AF-41E0-BB2F-E8D91DD5E67E}"/>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961BEBDB-A43F-45CD-97A2-0DDE0A4DE6A0}"/>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F825E85C-6BB4-4DE0-A62C-98D9A3540ABE}"/>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9BDB7FE8-58BF-4552-84A8-246C4659098C}"/>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FC4149E3-CEC0-435D-899D-BCE6A33FE801}"/>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1D18814B-BC8B-456D-8270-76E3CA0296D7}"/>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294A6248-628C-4B5C-AFE3-F8371920BE38}"/>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A6CDBB42-E5C6-4F68-8A6D-030FA42DF7EF}"/>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939E8E44-2113-4B46-8EE3-609312230EE8}"/>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3AAC9028-99F2-4D5A-83E5-0C4E059115AD}"/>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B2B53CF1-4818-4EF4-8D43-2BBB59D941DC}"/>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ABC2DBEB-321D-4202-9087-90C33EC36215}"/>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451188A8-303A-4615-B609-2BCCE5A5A42A}"/>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C9712130-06E9-4A53-B5AC-40BF24E245F5}"/>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586E97E8-76B9-46E7-A440-935D3BF5728E}"/>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DE5C98D7-0001-4465-90D5-A407863E089C}"/>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CA94233B-E8B9-4CBB-A089-1CEAF4CA5970}"/>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A857EE0E-22F7-4683-BFB1-C5123C44B253}"/>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E9FC688E-AAA5-4B5F-959E-05864E218EFE}"/>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0B4D9737-9DB1-4535-B664-9D31B505C1F8}"/>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A37E130A-16C0-4B81-9A10-847B3EFEA8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336045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16E4A2B-C0DD-4C1F-A70B-CDD0BA8F91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E5713E9B-80C1-49E1-80B5-995ACFEE0E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04308FFF-E1ED-4151-BCC3-243A4A62F4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2079C343-1221-4845-A1F8-53CD7D6455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57592A7-1538-47F2-8B87-FD596D9C62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BC03AD7E-C232-4055-9107-EF217B6450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F203133F-32F8-4F1F-AE5A-0CD007AA0F7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0755C848-CC2C-4D78-B351-12B5C41BD160}"/>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2500E7C-0ED8-41B4-BDD8-5B504838749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D6506548-3A2C-463A-9BA8-643065BC183B}"/>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18F55A1-78A0-4DA4-B6B6-B436AB84FB61}"/>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2DEF63A-545A-42B1-B905-CB5ECB9BFB1C}"/>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1D56F26-0FE7-435F-89E0-CBE82A6ED11F}"/>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2D9D6B6-4261-4B82-A574-93EF58B3482D}"/>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05F2A47A-EB9B-4F21-8831-DD74010DC811}"/>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1E5F3D24-AAF0-40FF-BEDE-2D34F6E5B545}"/>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F6CF300-E38F-4D62-B70D-0EA725F8EC0D}"/>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342E05F-9991-42F6-A23F-33BD2470892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A4D9B003-AF9F-4EF4-AA8F-32258B98E7D2}"/>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88135100-1320-4A00-8963-9D7BEA56734D}"/>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267FD2DF-8813-481C-8264-9CDFE38A04FD}"/>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72B3E9B-4124-43FC-BD10-719AFDB5C6D0}"/>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5FD9637-E01F-4CDA-BBD2-ED4CC163A08E}"/>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FF32D058-B3B1-4E43-AABA-35ED6EC7F4F4}"/>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76A6D719-EFFA-4A44-AA60-E1E3582BE98B}"/>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F44BDB4A-E0E9-4F14-ACC6-F339EE52D7C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F9F99043-AB00-4296-B5E1-32D7D1474FEA}"/>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1F609ACF-B1BE-4C68-9CC2-5BFB59319685}"/>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4D5AC76-4A48-4E68-9B79-A7B32FA9ECFC}"/>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EA4B7B66-8687-4777-866F-4E2CEF97209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A7B87D21-F03E-4A58-89CB-00A9FC9F11D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C1931F5B-E64B-40A3-BC7F-40A65D82E3E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9E1D0436-7242-4C9E-B0DA-52270DB3C89E}"/>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1EDA8A5-8F15-40A5-ABBC-D306C6DAACB8}"/>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7089D267-9AEF-471B-B171-930018E7DE2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8113A3B-48A2-40A7-8571-135AAC0E0F7F}"/>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43BAAE35-AC09-4CF2-8152-8BE0947D2297}"/>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80438A7F-6D4D-4365-B137-1AF380B0D910}"/>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D85AD468-AC60-487C-B1A5-6417CC9A8A2C}"/>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632C3D67-8744-411C-94F8-A5CC7012A5D4}"/>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43B3A59B-1B0D-493B-A295-10B98381AE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910468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D73DDCD2-B2B3-4BF2-AA3C-3066099307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149ADBE2-CEFB-4BC4-BB8B-AAB53700AA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83F55750-230E-4E6E-AC78-59BEA035D6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67B9A96-4374-44D1-A825-554A12BEB3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F8016636-0AAD-41B1-AEA5-9736082F7B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1308BEB3-0A0E-4E6E-8774-28C41C5425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8A23E43E-0FB5-4DC3-98FA-43BFE4D8BC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1381B715-0043-45A3-8729-03D83EEF6171}"/>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B76D4695-94AD-42B7-BA92-319E012E86D6}"/>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1AA48CE-D91A-4E67-8DD6-35BD340134E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C216053-F2C8-4E01-BDA1-FAB828B05033}"/>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77E9A106-C75A-45C4-A8CA-9CC445F9F766}"/>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3DEFA717-3B56-4427-B8A9-8C035BC22991}"/>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4122619-B63D-4646-9E25-6AB4CDE49B5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872FE79-F09D-42F1-A09D-CFB57E17696A}"/>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AF2932F-1DF2-43A5-A088-F8C23D04EE4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6D12507-13FB-47EB-BA9F-4F313BE84071}"/>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B5324CD4-FCA0-4E12-BCD5-6B47C99D6B88}"/>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9F65DC7-5D83-429F-8F17-333B4821F40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2B7B7AD2-6315-4ED5-A97E-F662744A1304}"/>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957E8FE-2ABD-42C4-85C5-4595DCC3AE2A}"/>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8D858C89-DE0E-4788-B549-5407E4C167BE}"/>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EE7F614-A19B-4A0A-9C94-6E94594AB9B5}"/>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16644A8A-CA37-418C-95CF-906F924DD437}"/>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BC7161B2-D961-416B-B1E5-121B0DAD34EA}"/>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6737FE58-6E12-4A69-8998-26970B5450EF}"/>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B269D92-DB7A-4215-97B5-321903F1E4A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CD4B521E-EBEE-4B37-B33C-A7F547B78DF9}"/>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5F4F4AD-680D-42D0-A8B4-DC9A47AC9E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048793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25E2B9FE-AD3C-4218-A467-F5F3DD7CEE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90242B91-AA2C-4431-AAE7-D0B5F3026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8D5429C1-9C10-4942-9FB2-18D22E45D6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9B48212-FF25-423D-AEE8-26FD5C8B97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5E69FDBA-3DD0-4D57-8EC4-D5AF090714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41D5854-54B6-47DC-BCBD-B50E5CB1CF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7AB82271-34DC-407E-8099-CEA1F4BC01A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8103DCC7-DDA1-48DD-8C32-25AFC73367A2}"/>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24286E1B-B298-495D-92BE-F9ACA7FF6FD3}"/>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A260A4A8-D92C-4169-B70B-4A19F8DBFDE7}"/>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ED266218-C9F1-4892-8083-EA8243D302B8}"/>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42978C78-4B9C-47EA-8C4F-B1AE9CA8505F}"/>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87AA351-681C-4FB5-862C-185B1F234E2D}"/>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BE8BC097-7D9F-4E0A-8824-0D9C28EFD970}"/>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7426683-9282-4F2B-B7D4-F56C65CEB3CE}"/>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ECB02486-FA2F-484B-A7CF-12CD0E43488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CF58D622-CD8E-43A4-9073-9DC1A35C8F9B}"/>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9E73426-8DF8-4708-819C-56B918069E29}"/>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2FAB80C-C83A-4A05-B27A-14BEA070250A}"/>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8D8E48F4-0DBC-40F2-BD5E-C941AE41B1F3}"/>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65AEE62F-170D-4EE9-BC28-068053F23A1E}"/>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4AA8D2C8-5A04-4F2D-A5F3-630206689F8B}"/>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C702AE8B-4CC1-4474-BD07-8F38E9C68EBE}"/>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78BF91F-25C3-4E24-8E34-C201B156F47C}"/>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F1DBEA8-3B2A-4359-9957-9CD258C4326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16484DD4-E908-4A60-92A1-5B2FE7F30D6E}"/>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A94AAF2C-5C43-49A3-8C74-947A5E6DABC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396C8584-CDD2-45C8-A224-817D545A71E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20EC671B-62FF-45DB-95AC-4AB796FC0825}"/>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233775D-6CE4-49E5-98B3-4E2B2F69B29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513AA67D-1ACB-4DA7-8E7B-81A21579CBF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2554CCBF-EC5C-4C7B-9A66-0F9CDF4D8D18}"/>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24AD1111-8D0A-41E4-94EA-AC96774573DE}"/>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7753A88-7F1B-4A56-86BC-17A3EA2F45D4}"/>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01203519-B187-4132-99EC-EEFBA11527D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61D179EE-9765-4543-871F-DB3ECF62ACC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B4FC9BD-943B-4BC2-B26F-8A50B0D61ECB}"/>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C9912F9D-CED2-4F4D-8833-59AE6787E6BA}"/>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4B888568-5820-4F33-AAFA-3942D7D124E8}"/>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5CB86235-BCDF-4C60-9C43-91760CAA7433}"/>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FA227551-B99B-47AA-8C07-76D38E7956BA}"/>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655071-3126-4215-82CC-0E1402F16C7A}"/>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E8EF5CE3-9BC9-43B4-99DA-7EE7015433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3296557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Task의 문서 접근 비교">
            <a:extLst xmlns:a="http://schemas.openxmlformats.org/drawingml/2006/main">
              <a:ext uri="{FF2B5EF4-FFF2-40B4-BE49-F238E27FC236}">
                <a16:creationId xmlns:a16="http://schemas.microsoft.com/office/drawing/2014/main" id="{BE21F9C3-BA3A-432D-9D04-8AB8EBA7EE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16984DE3-3ADA-48C7-95FE-1A16D6B2DA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B96B4997-A3F6-4CF7-A946-51DE70ABC2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3E81A3A1-BDBE-4067-9AC2-22A9AF3DC0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CDC529A3-F1C6-4D44-99EE-87C3DEA77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의 최종 실행에서만 관찰(이전 A 실행과 다름) · 현재 Desktop 검증 아님">
            <a:extLst xmlns:a="http://schemas.openxmlformats.org/drawingml/2006/main">
              <a:ext uri="{FF2B5EF4-FFF2-40B4-BE49-F238E27FC236}">
                <a16:creationId xmlns:a16="http://schemas.microsoft.com/office/drawing/2014/main" id="{5EC14E03-8F6F-45B6-B4A3-95D0B98E87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A의 최종 실행에서만 관찰(이전 A 실행과 다름) · 현재 Desktop 검증 아님</a:t>
            </a:r>
          </a:p>
        </p:txBody>
      </p:sp>
      <p:sp>
        <p:nvSpPr>
          <p:cNvPr id="7" name="같은 저장소 · Crop 범위와 실행 의존성을 물었더니">
            <a:extLst xmlns:a="http://schemas.openxmlformats.org/drawingml/2006/main">
              <a:ext uri="{FF2B5EF4-FFF2-40B4-BE49-F238E27FC236}">
                <a16:creationId xmlns:a16="http://schemas.microsoft.com/office/drawing/2014/main" id="{50F77E5A-832C-4FAD-9CBF-E4B9C128DDB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Crop 범위와 실행 의존성을 물었더니</a:t>
            </a:r>
          </a:p>
        </p:txBody>
      </p:sp>
      <p:graphicFrame>
        <p:nvGraphicFramePr>
          <p:cNvPr id="8" name="">
            <a:extLst xmlns:a="http://schemas.openxmlformats.org/drawingml/2006/main">
              <a:ext uri="{FF2B5EF4-FFF2-40B4-BE49-F238E27FC236}">
                <a16:creationId xmlns:a16="http://schemas.microsoft.com/office/drawing/2014/main" id="{25378930-F7C3-45E2-B101-30B30006BEFB}"/>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된 차이">
            <a:extLst xmlns:a="http://schemas.openxmlformats.org/drawingml/2006/main">
              <a:ext uri="{FF2B5EF4-FFF2-40B4-BE49-F238E27FC236}">
                <a16:creationId xmlns:a16="http://schemas.microsoft.com/office/drawing/2014/main" id="{11B94967-F59F-45E6-9AF7-D902D87F31A9}"/>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관찰된 차이</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A1BDA183-1635-49FA-BC21-10097B9AFB53}"/>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해석의 한계">
            <a:extLst xmlns:a="http://schemas.openxmlformats.org/drawingml/2006/main">
              <a:ext uri="{FF2B5EF4-FFF2-40B4-BE49-F238E27FC236}">
                <a16:creationId xmlns:a16="http://schemas.microsoft.com/office/drawing/2014/main" id="{F0F0B64C-8429-4264-B5D0-32297979336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해석의 한계</a:t>
            </a:r>
          </a:p>
        </p:txBody>
      </p:sp>
      <p:sp>
        <p:nvSpPr>
          <p:cNvPr id="12" name="구조 문서는 둘 다 읽음&#10;완벽한 문서 선택 미입증&#10;토큰 절약·성능 개선 미측정">
            <a:extLst xmlns:a="http://schemas.openxmlformats.org/drawingml/2006/main">
              <a:ext uri="{FF2B5EF4-FFF2-40B4-BE49-F238E27FC236}">
                <a16:creationId xmlns:a16="http://schemas.microsoft.com/office/drawing/2014/main" id="{86ED314C-A840-4060-8E2E-A3980E5CA94C}"/>
              </a:ext>
            </a:extLst>
          </p:cNvPr>
          <p:cNvSpPr>
            <a:spLocks xmlns:a="http://schemas.openxmlformats.org/drawingml/2006/main" noGrp="1"/>
          </p:cNvSpPr>
          <p:nvPr/>
        </p:nvSpPr>
        <p:spPr>
          <a:xfrm xmlns:a="http://schemas.openxmlformats.org/drawingml/2006/main">
            <a:off x="8191500" y="4324350"/>
            <a:ext cx="33909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구조 문서는 둘 다 읽음</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완벽한 문서 선택 미입증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토큰 절약·성능 개선 미측정</a:t>
            </a:r>
          </a:p>
        </p:txBody>
      </p:sp>
      <p:sp>
        <p:nvSpPr>
          <p:cNvPr id="13" name="두 요청 모두 소스도 확인 · 목록은 읽기 순서가 아님">
            <a:extLst xmlns:a="http://schemas.openxmlformats.org/drawingml/2006/main">
              <a:ext uri="{FF2B5EF4-FFF2-40B4-BE49-F238E27FC236}">
                <a16:creationId xmlns:a16="http://schemas.microsoft.com/office/drawing/2014/main" id="{8D12F5E8-90FD-4F85-BAF4-E1E4FFC45DCE}"/>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두 요청 모두 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30FCC76E-5BC4-467F-8C21-E86A8B15DA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469919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2 · 다음 문제로 넘어가기">
            <a:extLst xmlns:a="http://schemas.openxmlformats.org/drawingml/2006/main">
              <a:ext uri="{FF2B5EF4-FFF2-40B4-BE49-F238E27FC236}">
                <a16:creationId xmlns:a16="http://schemas.microsoft.com/office/drawing/2014/main" id="{66695DD7-11A6-4D10-91F0-E1CF739789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B1D56196-049D-4C02-AF03-1D88691725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5C5835BD-6ECD-4C8F-A683-4838149142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C15F23A-FE20-4853-AA64-3FF0013F64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도식 · TRIAL-006/007의 반복 절차 요약 · 실제 요청 전문·제품 화면 아님">
            <a:extLst xmlns:a="http://schemas.openxmlformats.org/drawingml/2006/main">
              <a:ext uri="{FF2B5EF4-FFF2-40B4-BE49-F238E27FC236}">
                <a16:creationId xmlns:a16="http://schemas.microsoft.com/office/drawing/2014/main" id="{FD10D166-1C37-4F4F-82B2-5631A60EF6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도식 · TRIAL-006/007의 반복 절차 요약 · 실제 요청 전문·제품 화면 아님</a:t>
            </a:r>
          </a:p>
        </p:txBody>
      </p:sp>
      <p:sp>
        <p:nvSpPr>
          <p:cNvPr id="6" name="Context 선택 완전 해결 미입증 · 실행 환경의 영향도 있어 Prompt만의 효과로 귀속하지 않음">
            <a:extLst xmlns:a="http://schemas.openxmlformats.org/drawingml/2006/main">
              <a:ext uri="{FF2B5EF4-FFF2-40B4-BE49-F238E27FC236}">
                <a16:creationId xmlns:a16="http://schemas.microsoft.com/office/drawing/2014/main" id="{E15F4940-B787-44F5-BC16-CE61196C69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실행 환경의 영향도 있어 Prompt만의 효과로 귀속하지 않음</a:t>
            </a:r>
          </a:p>
        </p:txBody>
      </p:sp>
      <p:sp>
        <p:nvSpPr>
          <p:cNvPr id="7" name="정보의 위치를 정리해도, 작업 방법은 매번 다시 적는다">
            <a:extLst xmlns:a="http://schemas.openxmlformats.org/drawingml/2006/main">
              <a:ext uri="{FF2B5EF4-FFF2-40B4-BE49-F238E27FC236}">
                <a16:creationId xmlns:a16="http://schemas.microsoft.com/office/drawing/2014/main" id="{B59823DC-9058-4C76-B4FB-F70102567CD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정보의 위치를 정리해도, 작업 방법은 매번 다시 적는다</a:t>
            </a:r>
          </a:p>
        </p:txBody>
      </p:sp>
      <p:sp>
        <p:nvSpPr>
          <p:cNvPr id="8" name="정리한 Project Context">
            <a:extLst xmlns:a="http://schemas.openxmlformats.org/drawingml/2006/main">
              <a:ext uri="{FF2B5EF4-FFF2-40B4-BE49-F238E27FC236}">
                <a16:creationId xmlns:a16="http://schemas.microsoft.com/office/drawing/2014/main" id="{633EA78A-6C5B-4702-BB16-B7F45568C8E8}"/>
              </a:ext>
            </a:extLst>
          </p:cNvPr>
          <p:cNvSpPr>
            <a:spLocks xmlns:a="http://schemas.openxmlformats.org/drawingml/2006/main" noGrp="1"/>
          </p:cNvSpPr>
          <p:nvPr/>
        </p:nvSpPr>
        <p:spPr>
          <a:xfrm xmlns:a="http://schemas.openxmlformats.org/drawingml/2006/main">
            <a:off x="609600" y="2266950"/>
            <a:ext cx="320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정리한 Project Context</a:t>
            </a:r>
          </a:p>
        </p:txBody>
      </p:sp>
      <p:sp>
        <p:nvSpPr>
          <p:cNvPr id="9" name="아직 Prompt에서 반복하는 절차">
            <a:extLst xmlns:a="http://schemas.openxmlformats.org/drawingml/2006/main">
              <a:ext uri="{FF2B5EF4-FFF2-40B4-BE49-F238E27FC236}">
                <a16:creationId xmlns:a16="http://schemas.microsoft.com/office/drawing/2014/main" id="{7535E59A-C19D-4359-B16E-CDB938BB4812}"/>
              </a:ext>
            </a:extLst>
          </p:cNvPr>
          <p:cNvSpPr>
            <a:spLocks xmlns:a="http://schemas.openxmlformats.org/drawingml/2006/main" noGrp="1"/>
          </p:cNvSpPr>
          <p:nvPr/>
        </p:nvSpPr>
        <p:spPr>
          <a:xfrm xmlns:a="http://schemas.openxmlformats.org/drawingml/2006/main">
            <a:off x="4267200" y="2266950"/>
            <a:ext cx="731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아직 Prompt에서 반복하는 절차</a:t>
            </a:r>
          </a:p>
        </p:txBody>
      </p:sp>
      <p:sp>
        <p:nvSpPr>
          <p:cNvPr id="10" name="">
            <a:extLst xmlns:a="http://schemas.openxmlformats.org/drawingml/2006/main">
              <a:ext uri="{FF2B5EF4-FFF2-40B4-BE49-F238E27FC236}">
                <a16:creationId xmlns:a16="http://schemas.microsoft.com/office/drawing/2014/main" id="{7BD9E6CA-6E6C-4ED4-A3E5-D644E8BF90B9}"/>
              </a:ext>
            </a:extLst>
          </p:cNvPr>
          <p:cNvSpPr>
            <a:spLocks xmlns:a="http://schemas.openxmlformats.org/drawingml/2006/main" noGrp="1"/>
          </p:cNvSpPr>
          <p:nvPr/>
        </p:nvSpPr>
        <p:spPr>
          <a:xfrm xmlns:a="http://schemas.openxmlformats.org/drawingml/2006/main">
            <a:off x="609600" y="2686050"/>
            <a:ext cx="297180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1D4A22E9-B9DA-4226-8A02-4D60A2556B93}"/>
              </a:ext>
            </a:extLst>
          </p:cNvPr>
          <p:cNvSpPr>
            <a:spLocks xmlns:a="http://schemas.openxmlformats.org/drawingml/2006/main" noGrp="1"/>
          </p:cNvSpPr>
          <p:nvPr/>
        </p:nvSpPr>
        <p:spPr>
          <a:xfrm xmlns:a="http://schemas.openxmlformats.org/drawingml/2006/main">
            <a:off x="781050" y="28003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AGENTS.md</a:t>
            </a:r>
          </a:p>
        </p:txBody>
      </p:sp>
      <p:sp>
        <p:nvSpPr>
          <p:cNvPr id="12" name="기본 안내 · 문서 위치">
            <a:extLst xmlns:a="http://schemas.openxmlformats.org/drawingml/2006/main">
              <a:ext uri="{FF2B5EF4-FFF2-40B4-BE49-F238E27FC236}">
                <a16:creationId xmlns:a16="http://schemas.microsoft.com/office/drawing/2014/main" id="{67A36C58-FBC9-4B7E-B771-EDA3133173F6}"/>
              </a:ext>
            </a:extLst>
          </p:cNvPr>
          <p:cNvSpPr>
            <a:spLocks xmlns:a="http://schemas.openxmlformats.org/drawingml/2006/main" noGrp="1"/>
          </p:cNvSpPr>
          <p:nvPr/>
        </p:nvSpPr>
        <p:spPr>
          <a:xfrm xmlns:a="http://schemas.openxmlformats.org/drawingml/2006/main">
            <a:off x="781050" y="3162300"/>
            <a:ext cx="2628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기본 안내 · 문서 위치</a:t>
            </a:r>
          </a:p>
        </p:txBody>
      </p:sp>
      <p:sp>
        <p:nvSpPr>
          <p:cNvPr id="13" name="">
            <a:extLst xmlns:a="http://schemas.openxmlformats.org/drawingml/2006/main">
              <a:ext uri="{FF2B5EF4-FFF2-40B4-BE49-F238E27FC236}">
                <a16:creationId xmlns:a16="http://schemas.microsoft.com/office/drawing/2014/main" id="{FD7DF7E6-611F-43DD-8F63-4FD78C995D31}"/>
              </a:ext>
            </a:extLst>
          </p:cNvPr>
          <p:cNvSpPr>
            <a:spLocks xmlns:a="http://schemas.openxmlformats.org/drawingml/2006/main" noGrp="1"/>
          </p:cNvSpPr>
          <p:nvPr/>
        </p:nvSpPr>
        <p:spPr>
          <a:xfrm xmlns:a="http://schemas.openxmlformats.org/drawingml/2006/main">
            <a:off x="1924050" y="3581400"/>
            <a:ext cx="266700" cy="1524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5DFB57C-372B-40B0-9565-3803FA8545E4}"/>
              </a:ext>
            </a:extLst>
          </p:cNvPr>
          <p:cNvSpPr>
            <a:spLocks xmlns:a="http://schemas.openxmlformats.org/drawingml/2006/main" noGrp="1"/>
          </p:cNvSpPr>
          <p:nvPr/>
        </p:nvSpPr>
        <p:spPr>
          <a:xfrm xmlns:a="http://schemas.openxmlformats.org/drawingml/2006/main">
            <a:off x="800100" y="3752850"/>
            <a:ext cx="278130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259BFBF-CED6-4597-8BE7-B82F049B73D6}"/>
              </a:ext>
            </a:extLst>
          </p:cNvPr>
          <p:cNvSpPr>
            <a:spLocks xmlns:a="http://schemas.openxmlformats.org/drawingml/2006/main" noGrp="1"/>
          </p:cNvSpPr>
          <p:nvPr/>
        </p:nvSpPr>
        <p:spPr>
          <a:xfrm xmlns:a="http://schemas.openxmlformats.org/drawingml/2006/main">
            <a:off x="704850" y="3848100"/>
            <a:ext cx="28765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A2FA6710-544F-4B2E-AD8F-80E94DF86DFC}"/>
              </a:ext>
            </a:extLst>
          </p:cNvPr>
          <p:cNvSpPr>
            <a:spLocks xmlns:a="http://schemas.openxmlformats.org/drawingml/2006/main" noGrp="1"/>
          </p:cNvSpPr>
          <p:nvPr/>
        </p:nvSpPr>
        <p:spPr>
          <a:xfrm xmlns:a="http://schemas.openxmlformats.org/drawingml/2006/main">
            <a:off x="609600" y="3943350"/>
            <a:ext cx="2971800"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7" name="필요한 상세 문서">
            <a:extLst xmlns:a="http://schemas.openxmlformats.org/drawingml/2006/main">
              <a:ext uri="{FF2B5EF4-FFF2-40B4-BE49-F238E27FC236}">
                <a16:creationId xmlns:a16="http://schemas.microsoft.com/office/drawing/2014/main" id="{0E60E24C-4F17-43E0-AB80-4D2AE0936026}"/>
              </a:ext>
            </a:extLst>
          </p:cNvPr>
          <p:cNvSpPr>
            <a:spLocks xmlns:a="http://schemas.openxmlformats.org/drawingml/2006/main" noGrp="1"/>
          </p:cNvSpPr>
          <p:nvPr/>
        </p:nvSpPr>
        <p:spPr>
          <a:xfrm xmlns:a="http://schemas.openxmlformats.org/drawingml/2006/main">
            <a:off x="781050" y="4105275"/>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상세 문서</a:t>
            </a:r>
          </a:p>
        </p:txBody>
      </p:sp>
      <p:sp>
        <p:nvSpPr>
          <p:cNvPr id="18" name="명세 · 구조 · 테스트">
            <a:extLst xmlns:a="http://schemas.openxmlformats.org/drawingml/2006/main">
              <a:ext uri="{FF2B5EF4-FFF2-40B4-BE49-F238E27FC236}">
                <a16:creationId xmlns:a16="http://schemas.microsoft.com/office/drawing/2014/main" id="{EAB1157C-D81A-4B5D-BFE6-880D880D67FF}"/>
              </a:ext>
            </a:extLst>
          </p:cNvPr>
          <p:cNvSpPr>
            <a:spLocks xmlns:a="http://schemas.openxmlformats.org/drawingml/2006/main" noGrp="1"/>
          </p:cNvSpPr>
          <p:nvPr/>
        </p:nvSpPr>
        <p:spPr>
          <a:xfrm xmlns:a="http://schemas.openxmlformats.org/drawingml/2006/main">
            <a:off x="781050" y="4495800"/>
            <a:ext cx="2628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명세 · 구조 · 테스트</a:t>
            </a:r>
          </a:p>
        </p:txBody>
      </p:sp>
      <p:sp>
        <p:nvSpPr>
          <p:cNvPr id="19" name="">
            <a:extLst xmlns:a="http://schemas.openxmlformats.org/drawingml/2006/main">
              <a:ext uri="{FF2B5EF4-FFF2-40B4-BE49-F238E27FC236}">
                <a16:creationId xmlns:a16="http://schemas.microsoft.com/office/drawing/2014/main" id="{4F363832-EE8B-4E4D-8A01-0ADAD7649022}"/>
              </a:ext>
            </a:extLst>
          </p:cNvPr>
          <p:cNvSpPr>
            <a:spLocks xmlns:a="http://schemas.openxmlformats.org/drawingml/2006/main" noGrp="1"/>
          </p:cNvSpPr>
          <p:nvPr/>
        </p:nvSpPr>
        <p:spPr>
          <a:xfrm xmlns:a="http://schemas.openxmlformats.org/drawingml/2006/main">
            <a:off x="4267200" y="2686050"/>
            <a:ext cx="34290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14288">
            <a:solidFill>
              <a:srgbClr val="C7D0DA"/>
            </a:solidFill>
            <a:prstDash val="solid"/>
          </a:ln>
        </p:spPr>
      </p:sp>
      <p:sp>
        <p:nvSpPr>
          <p:cNvPr id="20" name="성능 요청 1 · 크기 변경">
            <a:extLst xmlns:a="http://schemas.openxmlformats.org/drawingml/2006/main">
              <a:ext uri="{FF2B5EF4-FFF2-40B4-BE49-F238E27FC236}">
                <a16:creationId xmlns:a16="http://schemas.microsoft.com/office/drawing/2014/main" id="{CB179AB1-AE48-4E0C-B776-E401822EE22B}"/>
              </a:ext>
            </a:extLst>
          </p:cNvPr>
          <p:cNvSpPr>
            <a:spLocks xmlns:a="http://schemas.openxmlformats.org/drawingml/2006/main" noGrp="1"/>
          </p:cNvSpPr>
          <p:nvPr/>
        </p:nvSpPr>
        <p:spPr>
          <a:xfrm xmlns:a="http://schemas.openxmlformats.org/drawingml/2006/main">
            <a:off x="4438650" y="2781300"/>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성능 요청 1 · 크기 변경</a:t>
            </a:r>
          </a:p>
        </p:txBody>
      </p:sp>
      <p:sp>
        <p:nvSpPr>
          <p:cNvPr id="21" name="">
            <a:extLst xmlns:a="http://schemas.openxmlformats.org/drawingml/2006/main">
              <a:ext uri="{FF2B5EF4-FFF2-40B4-BE49-F238E27FC236}">
                <a16:creationId xmlns:a16="http://schemas.microsoft.com/office/drawing/2014/main" id="{1B7C4ACB-77E4-4234-B38F-08C4C0C897F5}"/>
              </a:ext>
            </a:extLst>
          </p:cNvPr>
          <p:cNvSpPr>
            <a:spLocks xmlns:a="http://schemas.openxmlformats.org/drawingml/2006/main" noGrp="1"/>
          </p:cNvSpPr>
          <p:nvPr/>
        </p:nvSpPr>
        <p:spPr>
          <a:xfrm xmlns:a="http://schemas.openxmlformats.org/drawingml/2006/main">
            <a:off x="4438650" y="3143250"/>
            <a:ext cx="3086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을 개선해줘.">
            <a:extLst xmlns:a="http://schemas.openxmlformats.org/drawingml/2006/main">
              <a:ext uri="{FF2B5EF4-FFF2-40B4-BE49-F238E27FC236}">
                <a16:creationId xmlns:a16="http://schemas.microsoft.com/office/drawing/2014/main" id="{AA6760FF-1FF4-4CD1-8D3A-C4D81D422F7E}"/>
              </a:ext>
            </a:extLst>
          </p:cNvPr>
          <p:cNvSpPr>
            <a:spLocks xmlns:a="http://schemas.openxmlformats.org/drawingml/2006/main" noGrp="1"/>
          </p:cNvSpPr>
          <p:nvPr/>
        </p:nvSpPr>
        <p:spPr>
          <a:xfrm xmlns:a="http://schemas.openxmlformats.org/drawingml/2006/main">
            <a:off x="4438650" y="32385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성능을 개선해줘.</a:t>
            </a:r>
          </a:p>
        </p:txBody>
      </p:sp>
      <p:sp>
        <p:nvSpPr>
          <p:cNvPr id="23" name="">
            <a:extLst xmlns:a="http://schemas.openxmlformats.org/drawingml/2006/main">
              <a:ext uri="{FF2B5EF4-FFF2-40B4-BE49-F238E27FC236}">
                <a16:creationId xmlns:a16="http://schemas.microsoft.com/office/drawing/2014/main" id="{CD61A9A5-EE5D-44A9-9EB6-8369A0D87B07}"/>
              </a:ext>
            </a:extLst>
          </p:cNvPr>
          <p:cNvSpPr>
            <a:spLocks xmlns:a="http://schemas.openxmlformats.org/drawingml/2006/main" noGrp="1"/>
          </p:cNvSpPr>
          <p:nvPr/>
        </p:nvSpPr>
        <p:spPr>
          <a:xfrm xmlns:a="http://schemas.openxmlformats.org/drawingml/2006/main">
            <a:off x="4419600" y="3657600"/>
            <a:ext cx="3124200" cy="10668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먼저 측정·조사해줘.&#10;계획한 뒤 변경해줘.&#10;테스트·재측정·비교·검토해줘.">
            <a:extLst xmlns:a="http://schemas.openxmlformats.org/drawingml/2006/main">
              <a:ext uri="{FF2B5EF4-FFF2-40B4-BE49-F238E27FC236}">
                <a16:creationId xmlns:a16="http://schemas.microsoft.com/office/drawing/2014/main" id="{2CB97668-1578-499A-B151-F3AD338681E1}"/>
              </a:ext>
            </a:extLst>
          </p:cNvPr>
          <p:cNvSpPr>
            <a:spLocks xmlns:a="http://schemas.openxmlformats.org/drawingml/2006/main" noGrp="1"/>
          </p:cNvSpPr>
          <p:nvPr/>
        </p:nvSpPr>
        <p:spPr>
          <a:xfrm xmlns:a="http://schemas.openxmlformats.org/drawingml/2006/main">
            <a:off x="4552950" y="3724275"/>
            <a:ext cx="285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먼저 측정·조사해줘.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계획한 뒤 변경해줘.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테스트·재측정·비교·검토해줘.</a:t>
            </a:r>
          </a:p>
        </p:txBody>
      </p:sp>
      <p:sp>
        <p:nvSpPr>
          <p:cNvPr id="25" name="">
            <a:extLst xmlns:a="http://schemas.openxmlformats.org/drawingml/2006/main">
              <a:ext uri="{FF2B5EF4-FFF2-40B4-BE49-F238E27FC236}">
                <a16:creationId xmlns:a16="http://schemas.microsoft.com/office/drawing/2014/main" id="{6CB6823C-0D8F-43EA-ACE0-66F4AEBA88E3}"/>
              </a:ext>
            </a:extLst>
          </p:cNvPr>
          <p:cNvSpPr>
            <a:spLocks xmlns:a="http://schemas.openxmlformats.org/drawingml/2006/main" noGrp="1"/>
          </p:cNvSpPr>
          <p:nvPr/>
        </p:nvSpPr>
        <p:spPr>
          <a:xfrm xmlns:a="http://schemas.openxmlformats.org/drawingml/2006/main">
            <a:off x="8153400" y="2686050"/>
            <a:ext cx="34290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14288">
            <a:solidFill>
              <a:srgbClr val="C7D0DA"/>
            </a:solidFill>
            <a:prstDash val="solid"/>
          </a:ln>
        </p:spPr>
      </p:sp>
      <p:sp>
        <p:nvSpPr>
          <p:cNvPr id="26" name="성능 요청 2 · 정규화">
            <a:extLst xmlns:a="http://schemas.openxmlformats.org/drawingml/2006/main">
              <a:ext uri="{FF2B5EF4-FFF2-40B4-BE49-F238E27FC236}">
                <a16:creationId xmlns:a16="http://schemas.microsoft.com/office/drawing/2014/main" id="{148D49FF-EE69-4879-A8EE-86CC141BB97C}"/>
              </a:ext>
            </a:extLst>
          </p:cNvPr>
          <p:cNvSpPr>
            <a:spLocks xmlns:a="http://schemas.openxmlformats.org/drawingml/2006/main" noGrp="1"/>
          </p:cNvSpPr>
          <p:nvPr/>
        </p:nvSpPr>
        <p:spPr>
          <a:xfrm xmlns:a="http://schemas.openxmlformats.org/drawingml/2006/main">
            <a:off x="8324850" y="2781300"/>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성능 요청 2 · 정규화</a:t>
            </a:r>
          </a:p>
        </p:txBody>
      </p:sp>
      <p:sp>
        <p:nvSpPr>
          <p:cNvPr id="27" name="">
            <a:extLst xmlns:a="http://schemas.openxmlformats.org/drawingml/2006/main">
              <a:ext uri="{FF2B5EF4-FFF2-40B4-BE49-F238E27FC236}">
                <a16:creationId xmlns:a16="http://schemas.microsoft.com/office/drawing/2014/main" id="{D8EECE01-4A69-4880-AD5D-9A5325755493}"/>
              </a:ext>
            </a:extLst>
          </p:cNvPr>
          <p:cNvSpPr>
            <a:spLocks xmlns:a="http://schemas.openxmlformats.org/drawingml/2006/main" noGrp="1"/>
          </p:cNvSpPr>
          <p:nvPr/>
        </p:nvSpPr>
        <p:spPr>
          <a:xfrm xmlns:a="http://schemas.openxmlformats.org/drawingml/2006/main">
            <a:off x="8324850" y="3143250"/>
            <a:ext cx="3086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성능을 개선해줘.">
            <a:extLst xmlns:a="http://schemas.openxmlformats.org/drawingml/2006/main">
              <a:ext uri="{FF2B5EF4-FFF2-40B4-BE49-F238E27FC236}">
                <a16:creationId xmlns:a16="http://schemas.microsoft.com/office/drawing/2014/main" id="{A9B084D6-6A2B-4845-B0EB-A87635EC3B6C}"/>
              </a:ext>
            </a:extLst>
          </p:cNvPr>
          <p:cNvSpPr>
            <a:spLocks xmlns:a="http://schemas.openxmlformats.org/drawingml/2006/main" noGrp="1"/>
          </p:cNvSpPr>
          <p:nvPr/>
        </p:nvSpPr>
        <p:spPr>
          <a:xfrm xmlns:a="http://schemas.openxmlformats.org/drawingml/2006/main">
            <a:off x="8324850" y="32385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성능을 개선해줘.</a:t>
            </a:r>
          </a:p>
        </p:txBody>
      </p:sp>
      <p:sp>
        <p:nvSpPr>
          <p:cNvPr id="29" name="">
            <a:extLst xmlns:a="http://schemas.openxmlformats.org/drawingml/2006/main">
              <a:ext uri="{FF2B5EF4-FFF2-40B4-BE49-F238E27FC236}">
                <a16:creationId xmlns:a16="http://schemas.microsoft.com/office/drawing/2014/main" id="{A5444CC1-4A4C-4661-B2DD-8F11B8CEDC7E}"/>
              </a:ext>
            </a:extLst>
          </p:cNvPr>
          <p:cNvSpPr>
            <a:spLocks xmlns:a="http://schemas.openxmlformats.org/drawingml/2006/main" noGrp="1"/>
          </p:cNvSpPr>
          <p:nvPr/>
        </p:nvSpPr>
        <p:spPr>
          <a:xfrm xmlns:a="http://schemas.openxmlformats.org/drawingml/2006/main">
            <a:off x="8305800" y="3657600"/>
            <a:ext cx="3124200" cy="10668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먼저 측정·조사해줘.&#10;계획한 뒤 변경해줘.&#10;테스트·재측정·비교·검토해줘.">
            <a:extLst xmlns:a="http://schemas.openxmlformats.org/drawingml/2006/main">
              <a:ext uri="{FF2B5EF4-FFF2-40B4-BE49-F238E27FC236}">
                <a16:creationId xmlns:a16="http://schemas.microsoft.com/office/drawing/2014/main" id="{273F183A-387C-4400-A059-CE41D46021E2}"/>
              </a:ext>
            </a:extLst>
          </p:cNvPr>
          <p:cNvSpPr>
            <a:spLocks xmlns:a="http://schemas.openxmlformats.org/drawingml/2006/main" noGrp="1"/>
          </p:cNvSpPr>
          <p:nvPr/>
        </p:nvSpPr>
        <p:spPr>
          <a:xfrm xmlns:a="http://schemas.openxmlformats.org/drawingml/2006/main">
            <a:off x="8439150" y="3724275"/>
            <a:ext cx="285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먼저 측정·조사해줘.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계획한 뒤 변경해줘.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테스트·재측정·비교·검토해줘.</a:t>
            </a:r>
          </a:p>
        </p:txBody>
      </p:sp>
      <p:sp>
        <p:nvSpPr>
          <p:cNvPr id="31" name="같은 조사·검증 절차도 매번 다시 적어야 할까?">
            <a:extLst xmlns:a="http://schemas.openxmlformats.org/drawingml/2006/main">
              <a:ext uri="{FF2B5EF4-FFF2-40B4-BE49-F238E27FC236}">
                <a16:creationId xmlns:a16="http://schemas.microsoft.com/office/drawing/2014/main" id="{87CCF3BA-0081-4BA5-A55B-CC520B0B911E}"/>
              </a:ext>
            </a:extLst>
          </p:cNvPr>
          <p:cNvSpPr>
            <a:spLocks xmlns:a="http://schemas.openxmlformats.org/drawingml/2006/main" noGrp="1"/>
          </p:cNvSpPr>
          <p:nvPr/>
        </p:nvSpPr>
        <p:spPr>
          <a:xfrm xmlns:a="http://schemas.openxmlformats.org/drawingml/2006/main">
            <a:off x="609600" y="5238750"/>
            <a:ext cx="8439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조사·검증 절차도 매번 다시 적어야 할까?</a:t>
            </a:r>
          </a:p>
        </p:txBody>
      </p:sp>
      <p:sp>
        <p:nvSpPr>
          <p:cNvPr id="32" name="">
            <a:extLst xmlns:a="http://schemas.openxmlformats.org/drawingml/2006/main">
              <a:ext uri="{FF2B5EF4-FFF2-40B4-BE49-F238E27FC236}">
                <a16:creationId xmlns:a16="http://schemas.microsoft.com/office/drawing/2014/main" id="{C0FF393F-1C01-47FE-AF02-AF54C984C3DA}"/>
              </a:ext>
            </a:extLst>
          </p:cNvPr>
          <p:cNvSpPr>
            <a:spLocks xmlns:a="http://schemas.openxmlformats.org/drawingml/2006/main" noGrp="1"/>
          </p:cNvSpPr>
          <p:nvPr/>
        </p:nvSpPr>
        <p:spPr>
          <a:xfrm xmlns:a="http://schemas.openxmlformats.org/drawingml/2006/main">
            <a:off x="9182100" y="53530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3" name="다음 · Harness">
            <a:extLst xmlns:a="http://schemas.openxmlformats.org/drawingml/2006/main">
              <a:ext uri="{FF2B5EF4-FFF2-40B4-BE49-F238E27FC236}">
                <a16:creationId xmlns:a16="http://schemas.microsoft.com/office/drawing/2014/main" id="{EAE6477F-47B2-4D7B-B710-C9D7723AF548}"/>
              </a:ext>
            </a:extLst>
          </p:cNvPr>
          <p:cNvSpPr>
            <a:spLocks xmlns:a="http://schemas.openxmlformats.org/drawingml/2006/main" noGrp="1"/>
          </p:cNvSpPr>
          <p:nvPr/>
        </p:nvSpPr>
        <p:spPr>
          <a:xfrm xmlns:a="http://schemas.openxmlformats.org/drawingml/2006/main">
            <a:off x="9563100" y="5238750"/>
            <a:ext cx="2019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Harness</a:t>
            </a:r>
          </a:p>
        </p:txBody>
      </p:sp>
      <p:sp>
        <p:nvSpPr>
          <p:cNvPr id="34" name="Legacy module connection">
            <a:extLst xmlns:a="http://schemas.openxmlformats.org/drawingml/2006/main">
              <a:ext uri="{FF2B5EF4-FFF2-40B4-BE49-F238E27FC236}">
                <a16:creationId xmlns:a16="http://schemas.microsoft.com/office/drawing/2014/main" id="{242C3844-886F-46F0-B85F-E2B2F87CB6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51557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B2BA2292-CEBF-4B05-AE56-F57577599B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A824FFDA-06A9-4461-9B3B-85F12EC30D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EB1D1309-4799-4356-B339-3E460DE6500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CB0894F4-F835-4623-BD27-B7396D8342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58375E3F-46B1-4832-A13A-80093439B1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208151B7-68E8-4774-B439-21987FCC82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A5EF4675-B49C-4510-A83D-669929AA75D4}"/>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46C6FB48-0B78-4548-B250-D88B26836BB5}"/>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62229A83-C8E7-45B4-AF85-0182FA7E89EE}"/>
              </a:ext>
            </a:extLst>
          </p:cNvPr>
          <p:cNvPicPr>
            <a:picLocks xmlns:a="http://schemas.openxmlformats.org/drawingml/2006/main" noChangeAspect="1"/>
          </p:cNvPicPr>
          <p:nvPr/>
        </p:nvPicPr>
        <p:blipFill>
          <a:blip xmlns:r="http://schemas.openxmlformats.org/officeDocument/2006/relationships" xmlns:a="http://schemas.openxmlformats.org/drawingml/2006/main" r:embed="R883144ec5c994007"/>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780CE757-6D4E-46D6-9AA5-149912599061}"/>
              </a:ext>
            </a:extLst>
          </p:cNvPr>
          <p:cNvPicPr>
            <a:picLocks xmlns:a="http://schemas.openxmlformats.org/drawingml/2006/main" noChangeAspect="1"/>
          </p:cNvPicPr>
          <p:nvPr/>
        </p:nvPicPr>
        <p:blipFill>
          <a:blip xmlns:r="http://schemas.openxmlformats.org/officeDocument/2006/relationships" xmlns:a="http://schemas.openxmlformats.org/drawingml/2006/main" r:embed="R3a9af5ace37e41b0"/>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4AEF1323-B22C-44EB-921B-70669725E38E}"/>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7D006FEE-DE5D-4ABF-9635-A5D80CCE6345}"/>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3174C8BD-AD57-4102-BDA3-360CFAB79BF9}"/>
              </a:ext>
            </a:extLst>
          </p:cNvPr>
          <p:cNvPicPr>
            <a:picLocks xmlns:a="http://schemas.openxmlformats.org/drawingml/2006/main" noChangeAspect="1"/>
          </p:cNvPicPr>
          <p:nvPr/>
        </p:nvPicPr>
        <p:blipFill>
          <a:blip xmlns:r="http://schemas.openxmlformats.org/officeDocument/2006/relationships" xmlns:a="http://schemas.openxmlformats.org/drawingml/2006/main" r:embed="Rb14b1b3fbb9c4b2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9BBEAD8-B8B0-4E96-B6A9-82B11D56EB17}"/>
              </a:ext>
            </a:extLst>
          </p:cNvPr>
          <p:cNvPicPr>
            <a:picLocks xmlns:a="http://schemas.openxmlformats.org/drawingml/2006/main" noChangeAspect="1"/>
          </p:cNvPicPr>
          <p:nvPr/>
        </p:nvPicPr>
        <p:blipFill>
          <a:blip xmlns:r="http://schemas.openxmlformats.org/officeDocument/2006/relationships" xmlns:a="http://schemas.openxmlformats.org/drawingml/2006/main" r:embed="R131525afbb1746c4"/>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FB458164-86AD-4B10-8534-B091E7D3DCC5}"/>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21A84DD4-E128-4817-8BDA-5628B4E75AF2}"/>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CECE84E0-7958-4278-840B-99333DDE362A}"/>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0C561570-2088-45C7-9E56-5788AF8CB8F4}"/>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0B94E32F-C71B-4E69-84DC-699CCFEBDB1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D8062B4C-92B1-4545-82AB-139FDB1BAEF8}"/>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AB46A688-BE98-4156-8157-9B02ED1CB34F}"/>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619FCD96-82C8-40EA-9FE0-B354222B4731}"/>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2BA362D6-56F3-4306-9D8C-4C62397D15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7066308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4FB5C5FF-D08C-41A1-8F6B-4EEA142D1C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BD593ACB-216F-470C-A46C-2B95C0DD4D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C7D63EEF-A733-482D-A57E-B1A1A4AE6F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1D8D2E20-D310-4BC7-9630-62DE9F5972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1E7C057C-3606-4A7A-9940-ADF33D9CEC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1B2C9436-281F-4A3B-8776-2FC03E3139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D3141C4C-B906-433A-99E5-D654224F4D7B}"/>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AFC642FB-F349-4BBB-8635-5EDDA0D512FB}"/>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A174B014-CAAB-492C-8C28-A5173AC2042F}"/>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12E8D85-0E47-46E2-AB17-0AAFF871A73A}"/>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FFD512F1-BB2C-4095-8B99-F17B3D4A658D}"/>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4F795AE4-F31B-442C-98C9-E2D87BE039D9}"/>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CC2FABFB-E848-48DC-B9BC-E49B308160F4}"/>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F43DF524-37EA-4081-8CC2-55955B1B693C}"/>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1F1F1705-2EB8-4EEE-94BC-08362D3EC540}"/>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CFDFE18C-DDD8-4B56-ABDD-CF2D371F2CF2}"/>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9FD26EE8-8A63-4FA1-AD09-E724A91C5671}"/>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14C230D9-3EDA-47EF-845A-52C07E7999B4}"/>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96CFF427-A955-4F93-90A8-6B8B0860F8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7197556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2CA81D16-227F-4D66-820A-720D8B30B5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AE288633-7D7B-425A-9589-C796E58EA3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F7CE2663-5D5D-4EC4-A5FA-AF28CCB22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B8118D7E-ACA6-49C0-A268-2808C1F50B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69577C18-D00A-404C-835C-21D01CAB7A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161048C8-9EB6-44B9-91AF-D36D16F336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46964389-8121-4E6E-BE25-33FAEB9AAE9C}"/>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75300B16-4E8B-4AD2-8E4B-4228ACB8695E}"/>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F48BF61E-5AF7-4213-9B6B-F8300FB538CD}"/>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FD1C3D41-BB6D-4BDF-9876-E5CE372C6C28}"/>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D852595C-0773-4F2D-9514-7B10CCFFF9E2}"/>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BE21254B-D2FC-4502-B10F-E12C07EDCDDE}"/>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D766834E-3A15-4A08-A113-99D26E0DAC4D}"/>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4358B0DA-461C-4037-8FFA-6C1823F2E349}"/>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C6EDFA3D-0EBD-437F-9218-7F8B56F5F302}"/>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7FD8DD49-12F1-4E13-9637-8589E1E76568}"/>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9B2BCCA5-33E3-4B7F-A88B-EDEDD6495D95}"/>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030CE99F-DCE7-4B4B-9746-1D2651B9DB74}"/>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434800BF-D667-4BE9-8590-30C16D2AE9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9777259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89E4B8C-AD9E-40C0-A6C3-8C2815872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77C31C41-CC72-4DAD-AA86-0906ABA5C9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7B4243E1-3FB0-4581-8265-A5EA9AD58F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F8D4815E-56BC-4E08-80A8-49FE1879E2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B7CB16CF-7B0D-46A8-A843-5BF758A5E5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B8F9DFFD-5EAC-47DF-991C-91F1273434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9BFCA395-74EA-409F-9D18-60561C17ED6B}"/>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ED78D25-2313-4D74-9C50-AFD40809BD63}"/>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0CF082CB-13E3-4DC9-97C1-128B0A2441C1}"/>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2E19C01-B909-4E02-A2A4-379E67BA9996}"/>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20646321-B5F2-4165-BA8F-474ABB31B30D}"/>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9EC5A579-FAB9-417D-AE02-C4070FEC9DB4}"/>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3E1DBB8F-E8F5-49F1-AC63-25C042B2A52E}"/>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7A0DC0C3-785B-4AE8-82BF-9B866E9C251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A74079A-A2A7-41EA-B750-A46B41B8BAD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D6F2B627-82BE-410F-AB15-29A4EC8F16C8}"/>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78A22A09-58E3-4245-8AEF-7E69907B2BA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7AB067F8-A6A1-4C22-9024-148A5DA065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257300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BE9AFD4F-2A09-4545-8DF1-D5E7CD7C7A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9B2FE2DE-3B93-4CB6-B676-DD9B0416B9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043B107B-526F-4A59-BF1B-838FE2B258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0237AA7C-AE93-439F-8373-70D5773A09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39F55610-FF4E-446D-B530-1DAB6B6ACC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760D5925-85FA-4F98-956E-BD274E147B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6BF9B40B-9B14-4F70-B225-7421363B1B52}"/>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C9780DD5-857A-40F7-8CBE-A3750B19FD1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56EA2228-482E-47CA-918A-FA9E63C73C13}"/>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21E3C6DF-1709-46A9-ADAE-B617B74A717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743F9378-753E-440D-90D8-5FBDF2167EE0}"/>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BFCBB5D0-DC51-4132-B6D1-93079DB5FA59}"/>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768376C1-E5C9-4FA4-A616-6E214272727B}"/>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9F34CA7-29E7-4F34-811A-3AB8A0C4B26F}"/>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4EB43D7-10BA-4EE1-BD34-E26137129B69}"/>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217D7527-63BB-4510-9860-57BA72DD9D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7656554"/>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1A885ED8-F109-4179-8F93-1B9B2CA013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3109A268-3467-4A43-9A50-603C1819C9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C8DA838F-D9C0-474F-A750-ADB7228C456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AD1D0FEA-CA40-4B87-8277-79D5660E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1434EA3F-E7BE-4D96-AEC4-E443C12813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88B5D182-14D7-46F0-A660-2546359103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A3E2A8DC-B2AF-4BF1-AA2F-2CF4E8B098D8}"/>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6B8FFDA8-AB23-4C3C-B82E-7A047B0050F7}"/>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53CA7BF5-C920-409D-A869-D3AA99C4B0F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42821A0-2953-4B02-9A26-60E6C047F21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69652477-2CE4-455A-A533-7518AAFF24DB}"/>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7375C2E-E368-4FB3-95E5-CB5DE5DEFC5C}"/>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5584EF5-B89B-451A-B64A-F25219C1F5E2}"/>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6AD7D794-BE40-4DE3-A159-9DA381151D49}"/>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96B81A9-C0C5-438C-90FE-5705C3A0E3A2}"/>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5611886D-C1D8-4785-952D-B93F3923DE3F}"/>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DB0F0130-F986-4C44-8D40-1CDCFCFBED47}"/>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0CD53E41-2AF1-45CD-96DB-9C68AFBFFC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0915738"/>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6C4411EC-CC18-4455-99CB-0595AFDE65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15F0E4EE-A1E1-4DF0-A2FE-CEC6770EE2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5CB50DF6-579A-4F77-867A-63D61E8175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40964706-2302-4DF0-A89D-24A599D831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6B600F95-F840-4EFC-8CD9-C4BA8957DB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71135B4-1A17-4D59-9F38-86CF8E9539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07B8E481-73FD-412D-9903-CF0B7F648534}"/>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5DC5007F-4003-4D1C-B4A2-4A2B4C048CD9}"/>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3D56AAF4-808D-4E12-9846-0EF2DD9B5FF8}"/>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FE5D02DE-A637-482D-9E54-305163DF3EA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EED4B586-4D0D-4688-AB78-B96DC21605A3}"/>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27314693-A6DA-4DA5-9826-70E432F330FC}"/>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3E9ED171-72E9-43B8-924F-82FAD3D718BD}"/>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365ACC5-7D2F-4CCC-B5B5-1E868C542DCC}"/>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17A3F8B0-26A8-4555-9180-F128924AD5FA}"/>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63D980E2-D9B3-4C4F-8FE4-F915EE0BFA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46013958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A6BAD1B2-E39A-4343-9720-8ED4D295BA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C67A1C41-452F-4A9A-BD9B-ED0351926A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7760C557-C3BB-469E-B3D6-3E245D1BAD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6622A8EF-6811-4AB1-B1E9-311CC19C86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12D99F3E-A56B-46F1-9BD2-77B7A18288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3D045FF6-80B8-4C5F-AFB2-8955BFF4B9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70243C85-9AEB-4BD8-A4BA-AAA4EDD3A831}"/>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27D7084F-A388-46F7-A6E6-FFF140B9063E}"/>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177D1301-13ED-4EF9-AC75-652E21A27206}"/>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E53BD19E-6E3E-42C8-BFD4-B4BAF68E2EFB}"/>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84F03A17-C788-403B-AEB7-76096CE3FC92}"/>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DAE0BA80-B01E-4BE9-A628-5AF155105A4D}"/>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47F8C92-5F7E-48C0-A1B9-DE6CB0573321}"/>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92AD0371-FFE1-4A01-86D5-AF2D5E78E78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DF110A1-401F-4853-9971-E618D99E9E2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C3ECCA61-9B26-49BF-90E5-EFDCEEE2F429}"/>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B6EC083E-3538-4420-8E23-3D812F479B5A}"/>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0ED4E371-20C7-4C46-BFBD-3B1DC8F39F4D}"/>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EADED17C-EB84-4577-A294-BA9E646618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9274301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206134C4-EA9F-4D26-80F8-2817CDA4B9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456DA792-C933-4801-9162-6E1424BBFE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9343B2B6-7D6A-40CF-998D-C28BDABD22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4FBABFCA-28DF-48DD-A0A5-D7C80120C6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A5E6FDE7-5C76-4D60-87EE-85E3270ADE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8422EB23-7A1C-4A4E-A606-E9F43A17AF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B62D2A31-FDDD-4FAA-8032-39A49305E4CB}"/>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9310540-6ADC-4D06-82F9-B99CEEEAF444}"/>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029BA79E-DAE4-4427-A799-491D3B8F2B35}"/>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A2B2EB6-C8AB-46A6-B161-1F7F535E33B4}"/>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794d4ef9b22e4b0b"/>
          </a:graphicData>
        </a:graphic>
      </p:graphicFrame>
      <p:sp>
        <p:nvSpPr>
          <p:cNvPr id="11" name="">
            <a:extLst xmlns:a="http://schemas.openxmlformats.org/drawingml/2006/main">
              <a:ext uri="{FF2B5EF4-FFF2-40B4-BE49-F238E27FC236}">
                <a16:creationId xmlns:a16="http://schemas.microsoft.com/office/drawing/2014/main" id="{42B63B5F-1DEE-44FD-8605-C68CFF66FE23}"/>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5BBF0340-FF64-44E8-BD4C-1B95A3D8C1E4}"/>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CB65B6E7-87DC-4D2E-BA16-FBDC19D07F5E}"/>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B32905DE-C856-4816-910C-A48E93E1C6A2}"/>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87204FCB-D511-4430-9E80-482884195A08}"/>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884CF08-DD45-40CD-B858-39FD2B05415B}"/>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E32DE8E-2A1C-456D-A6D4-198DDF033168}"/>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C83581E-360D-4A60-8DBC-B9CCAFDFBCA6}"/>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49441FB-53CF-4705-A2DB-2604EFC1B3BE}"/>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61EFB5E7-A681-4F04-8F39-4E22597204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5680696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BD98C27A-8A0B-401F-A9B4-210199CB06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85F5232F-DD6F-41EE-9736-3CBB7BAFA6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0E6489B1-E99D-42E0-86AA-9EFB83B0B8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5B36132E-7226-45A8-8158-D465EAF99C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979D4E37-D0D5-4A48-939C-CC5BC3CFE0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07A119C-D957-4026-83B7-5B8245F82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1126A45A-1688-45CC-BD67-BC8EB6647743}"/>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ECD115F8-F59A-493D-B79B-44FD6061E8D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D2605F1E-6826-486A-A6D0-1A5BAD12A2B4}"/>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1B844A5D-DC39-402C-8460-CD83C79AF880}"/>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1FC67B3-E582-4681-8981-163EA4B5DA65}"/>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98070ED1-BD1D-4CEF-B195-AC60C49C339D}"/>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B90DFE6A-9221-47F3-92D3-FB7408842E1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6AF6D38E-6DDB-4E6B-B478-0CBDDF4A4C39}"/>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4DE555-64A0-4060-AA6B-93B1184E81F7}"/>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00C753D-5D3C-4212-82B1-8CC05D80BD29}"/>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0772D7EF-D11F-4B6E-92F2-013566F9A2C8}"/>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A968C6E4-D7C1-48A7-AE33-05130F4EA01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462C26D6-2A42-406C-A3E1-1FCD19127D49}"/>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C8D1CB3F-76B5-4876-A34D-00798B53FDE9}"/>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B1B2A349-AA72-43BC-A74D-C18810655A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0434517"/>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4D257FC7-B61B-4E60-8029-768FDCF26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18F217EA-2B61-4BFE-AC57-E5FC6C84E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BDCA63F1-0C66-4CE2-8FA8-98BB2F26B0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C2E0DA07-5237-4D71-93A5-88C931AA91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1274E7B7-26AB-4BA7-B5AE-0342324F42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21524A51-D380-4E69-8632-BDDC89199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B129BABD-A64A-4399-A747-1801310263FA}"/>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27904D8C-A248-46C9-9F7D-F457CFB70A63}"/>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4178C228-818B-4E11-9566-FC8AF1B29E7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F08A2FDA-9676-4486-8748-A7E4E5052E35}"/>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669E59CE-369B-4B1E-9BE7-53738D638FA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BBB62E96-7719-48EE-8333-5AFC4272AB7B}"/>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21275A07-C132-4153-B65F-0C8A4D776748}"/>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29764ACE-0F5B-44BE-9E5B-441C47D16C15}"/>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D46EB821-2478-48AB-995F-AE8E9426A7A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A7D0330F-74CE-4140-8DE2-AE11D935F750}"/>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69E0F0B7-EF92-4230-9DF9-9CC6A88FB2BC}"/>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29221351-AA87-4E86-A7E6-0D00F554B300}"/>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B0AF279F-DF91-4345-8F22-5EFD5CA6D6E6}"/>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017FEE3-E406-4D78-98AA-CEC776B4E499}"/>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9A8A73D4-BA0D-4FD5-B91B-0CA371B6C821}"/>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55F049A2-6D24-4BA2-B782-248F851777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3171533"/>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5CA1837F-1E55-4F7C-8FB3-3E079260B5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89D7E41C-E37F-4DE5-8DE7-932D9A088A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ECA41639-A4F8-47D1-9BC0-AF58EA83F6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2EB1D60A-39FF-466E-BAEB-C819569E48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A58ED03B-D36A-493A-A91D-1A8698902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A13C5EE6-F26C-4BE6-AECB-9CCC2C13E6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2056AD02-C801-4F63-9716-30AC21BFAA7F}"/>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88C877FB-D977-49AC-A6B9-51B793ABB7A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4AA7C20D-3FBC-4424-99C6-CE1752A597E6}"/>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E3177204-B4AA-486B-86A9-366471E5B8D7}"/>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0FBFE922-2C10-44D1-BF3D-5C2EB1F7EC2A}"/>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C342C09D-761C-4F30-B7F2-D67FF8A050C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5E3AB028-BBC8-43E4-95B5-C643EF8EA161}"/>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FE084CB5-0ACC-453F-A6EC-86AF50BD5125}"/>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AA4920D-9E83-4CC4-A2AD-8B64273B6EEF}"/>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816DC865-FE63-47AD-BD7D-709147B94A2A}"/>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4A6B2583-5C46-4BCE-A441-50B6597E14CB}"/>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5EA3581B-FE7B-456C-92D6-D365DEFF0D21}"/>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7F7AB04E-FC32-4855-8BA0-59C0DE1B56CA}"/>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1A5B16E6-565D-497B-854B-D7F7D92A4FC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A0F0C245-CAC9-4349-A2AA-FCAAD38318A9}"/>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90350F2E-6C9D-4334-B2A8-FB42C547B374}"/>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D1AD6780-C01B-425D-B47F-A20F35FE2167}"/>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7C6E7436-84DA-415D-AF9D-569F81A297ED}"/>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B7B7D5BC-E21F-41C8-97C8-D8E01885EF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106349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9FEFD524-A5AB-498D-80E6-5033459917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450D5677-D763-44C3-8A2D-69A2A5E8F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95B44B45-44EE-42C2-AEA8-23B79E5D65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61D58ECA-9FA3-410A-BD3A-65E67112A7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05F9C82B-4E5F-40F8-B93A-B17155B610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3884E756-331C-448C-9062-FA707EFA36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5857BF43-A070-44C9-B073-529A38E195C6}"/>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E67B7A27-B83C-49D3-BB5E-C4B28EA1EE08}"/>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E7E55B6C-63BF-4C7D-BD5F-E93D1ED5CA3E}"/>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43E825FB-A337-4360-896A-78815DD28FDB}"/>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CC3DA630-2ED1-47EB-9C97-CC070BE0CA31}"/>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122CCA1-5818-47F9-B594-C99CDB89D3EA}"/>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C13B9C23-BC72-4E50-A521-B0DBE1E275C1}"/>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180BAEED-633F-406A-9CCA-312916708539}"/>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F5E91035-2D99-477C-8208-2E64B418286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8E0FF0A3-5C31-4E20-AF6D-57B44E7E730D}"/>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C8059398-4369-4EFD-B75F-D0F8DE64341A}"/>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0735A458-1499-41A7-AAAB-7145DAE77964}"/>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DB824CD1-4C14-41F5-B0ED-73AC51D0B7B2}"/>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2462EF01-06CA-435B-9785-C47F0054781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F7429720-4C29-435D-8FF2-78B262E584A9}"/>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66AAB84F-DD52-49B5-8CFA-EE5FF3D03137}"/>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1A6A4C85-191D-4D57-B694-9F221D98FC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288009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9F17C218-0559-443A-8A5E-FA14B01691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31EC46DD-E1DB-4C7A-88C5-44E27878AE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55A99F7A-6F45-40C5-A52B-13DE467102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26A58315-3923-451D-A800-8030866CEE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6FA2FEC4-CE62-409F-BA74-B78801C586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2B57EAE2-1F62-4C46-874B-BCA403D0A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BA6100A9-9323-4D7B-8EB2-5FAAB52FC79B}"/>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5998640-445D-4180-A624-051B768512FB}"/>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7127B12A-6309-4252-888D-8D001E516682}"/>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A653CEE-51F4-4D2B-8E3E-05150208AA89}"/>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F9D48BB8-F8E6-4975-8580-4F643329609E}"/>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036725B3-E6CD-4EB6-A627-62DAC2CA154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D779F411-2DF2-4876-A55F-F0D6799ACF1A}"/>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E0D4ED4A-D060-44D1-8C3B-4401992DF78E}"/>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FF3299D6-2BBB-4671-805A-2369EC19765B}"/>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E4C0F3AC-811A-40BA-B76A-CBFC658C6D78}"/>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7FC16821-4092-4B8D-9776-48D152B5702A}"/>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F0FF3E3C-B07E-445B-B046-E0362D538B43}"/>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CFF4740E-4109-4361-BA4F-FFFE7F7F7AB7}"/>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E199777D-D337-4333-BD43-C6FD1A392E37}"/>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98BAD167-95AA-4C2F-9514-45473622CC96}"/>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239FEA68-BEC3-4822-8AC6-007F1F7F9EAF}"/>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96DABF3C-9BD3-4421-BF50-8C573C54C4E8}"/>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BA905DC4-D909-4387-B240-ED25EC9F8C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308538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E080C89E-5528-4CE8-8D29-CCE9CC0D1C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B87D4311-AC9E-47EC-8F05-868BDF91EB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7A7A2440-2FE8-4731-9B58-50B03F2808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0AA8AAE-2F8B-40B0-A49E-A2D74F1A08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C9F7A7BF-4652-4B77-B6ED-BA10F62E79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B7BA5EF-F233-4578-B825-6D18ADD670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02ECD752-B4CE-4C16-B53F-2BD4069A08D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C685E0AD-58F6-48D6-9F5D-FF78973155F3}"/>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1B090F7E-6330-4B90-9A55-6BA1B0E1D37D}"/>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71C4C0D9-8CA2-4A86-B4AC-1099D79B6E77}"/>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28BE0660-B965-444C-80CD-329E56FC624C}"/>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39667424-3D72-4BB3-918B-429DD3E0A2E2}"/>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C524C4A-CF3B-47CB-BE2E-07F242DA7E1E}"/>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4E7F136-E07E-4246-A79E-CF29100D64A4}"/>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A4180B37-8022-4C4C-9469-275689C639AD}"/>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C7346B63-70BA-4FB0-ACF8-4A0429C20CED}"/>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4820A3B6-0101-4C70-BA5D-5B4EE26207C1}"/>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5CAC4DBF-389F-4C4C-A4FC-CB93DA3A70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785942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19B101A7-DC0B-4B28-9AC0-46B100907D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CF8A7144-50C9-48B9-A612-A584C3DA90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D4CD5B22-56C2-4AC5-9561-7481FB32C2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0E623DC9-AAA0-4831-B0D2-2B2200A0E6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F1574D7-3070-42B2-8BDC-DAAFD611C69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3FA401D-98B5-46DA-B143-1A273BD50E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E75A6617-FD58-4B54-9766-0C5D79BEF5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5545EC83-6DA8-49F4-9032-BC304CE92664}"/>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6CFD1168-22E8-464F-A232-0896849378DB}"/>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9D7CA4AF-A7DD-4680-8B1A-5E02F343CD86}"/>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EC644B28-3D50-4C2F-83FB-BA9E22D6624A}"/>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070BE37C-71EB-4463-8D24-F7172CC6C7F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031D6188-DC42-4321-93A0-178823443B23}"/>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9FBC7237-73E7-4CEE-AF57-897A168EFD2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D1D99A1-7191-4BBF-9FEE-74701876553B}"/>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255F6A9F-1D12-4D7A-8B56-C604C0A4F311}"/>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2407F09E-5D54-4F4F-B1D8-F08CCA89889D}"/>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749E3193-D1E3-4800-B7ED-80CE6EEDF010}"/>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C02DFBE1-2721-49A1-AA23-EB4538EF5CB7}"/>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8C4EBFF-4C08-40D0-B01E-EE08A3612F05}"/>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FF4DAFC2-C8FF-4BAE-9607-BD7C5EA5BCEE}"/>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4DFCFCC-6EEA-4A1B-98A1-5722F04E2271}"/>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E59EAD82-134D-450D-AC8E-368EB927D1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6891675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022E34D6-29D9-479F-A596-068DFA5006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89F19862-2640-403E-A2C2-573F838F2D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9334F3A0-9216-4AFC-B4B8-DF04C7958A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8B97ABE2-4381-4438-ACCA-E0878C2F2A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8FC3FB8-18F2-48C0-B68D-2A3DF85866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2E8E722-4CBA-4A9F-924D-A28DBC011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69C071A-04AD-4718-8B9F-78574B08FE34}"/>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FD6135C9-90FF-489E-83F2-E5EC6144F971}"/>
              </a:ext>
            </a:extLst>
          </p:cNvPr>
          <p:cNvPicPr>
            <a:picLocks xmlns:a="http://schemas.openxmlformats.org/drawingml/2006/main" noChangeAspect="1"/>
          </p:cNvPicPr>
          <p:nvPr/>
        </p:nvPicPr>
        <p:blipFill>
          <a:blip xmlns:r="http://schemas.openxmlformats.org/officeDocument/2006/relationships" xmlns:a="http://schemas.openxmlformats.org/drawingml/2006/main" r:embed="Rde87a2775ce24522"/>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E9856FB3-5759-470E-9FF4-3389D8475ED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36D56A4-36E5-4C66-B62D-8D69FC00ED25}"/>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BEE2168-D01C-4D51-921A-4C8FD35985F9}"/>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06C0BD17-551F-4282-A49E-8D369952B3E1}"/>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904FBEFA-3560-4551-A0A6-1CF73613EA5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0F80DA12-4263-422D-BA0B-85554D027A3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D6C74224-12E6-4D66-A79D-A05B9F4C208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8088AAAE-81EE-4129-B47D-B56B3C8F7C64}"/>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7B32F580-3471-4D3C-8B84-52AAC2EB1F3D}"/>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D2B13523-912C-454B-875C-B53BC48A85E0}"/>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45360EE5-BB9F-4F5C-9EDE-26D2734CD34F}"/>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40E0E99F-EC9E-41E6-B771-384B34CD34AF}"/>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A1A1E596-041C-49AA-B96E-5A8E4C00ED1E}"/>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704E832-F262-4D57-8BE8-CC46E523FC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7251561"/>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137C2456-32EF-4815-8AC4-AB8DC0773A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D624E513-FC4C-49F4-9FF6-7BF3E350B6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DC4607BF-D781-43DB-B066-53EAEBC5C6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766D2E76-DAF6-4B9A-B7DB-DBFAF1E9A8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B8E5C790-4110-4570-A5AA-0918087777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1B98B1AF-D9AC-422D-AF10-305F161EB3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3B4FC75C-3B0B-4307-9268-B06750043C06}"/>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46E909B8-19CD-4C37-90CD-7A56D46C692A}"/>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5DA05983-D966-4221-A56A-592703043443}"/>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D284C604-058B-479A-AEDC-044CAD50B8AA}"/>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3026B934-9A14-4B15-B915-8C0D5F3B6432}"/>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5BEFA350-E321-4817-92E4-5F6FF685AD3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F36C5E0A-1D4A-4FCE-8AFF-3683C27FDCEC}"/>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03B0674B-8369-473B-A8CA-496406B947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724544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A59C7877-E453-43D0-AE11-723223BD5A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E6CC6D92-46BE-4EFC-8089-52C56B6048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3EA5EAB2-FACF-410F-9A21-1CB1F400BA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3251E3D2-86CC-4D06-8C11-4D84574CBC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593DB07-D1CA-4242-945A-53129ABF68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7EA9E402-3A81-4671-8D79-8253AD6E6B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E1531EB1-2118-4EF7-81B5-FA4169E9B7F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CA138F7B-8752-498C-9C49-68581FDE6FF0}"/>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86FC1F6F-1A41-4339-9D2C-E1B80FE59453}"/>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753D4507-7F24-40DA-AD3E-91911923AA3D}"/>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462C41D4-484B-4D1C-A74C-754D95CF4617}"/>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F0D8A5B8-23BE-4766-895B-7008330DB88E}"/>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D10A1A4F-AC93-428E-B3CC-36D02560D88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CEED13DC-4AD2-4EF5-80DE-377824A22B2A}"/>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F37BC30-5E83-40E5-BA82-C5AF9E1D4187}"/>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C825ABC1-C63E-4A9D-8E7E-2C4662E440BF}"/>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B8431F46-8286-494B-8D09-DB9F26608F38}"/>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3C122813-B624-4C18-986D-C7EC054F5A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9558056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A4124464-3B64-4101-9AA5-98E66EDC8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EA5939E4-D877-49A5-96FF-F66E07E172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4C0D85B3-848A-4ECE-AA78-99984E6A0C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AFB98C10-F362-4BB3-AF0D-1A9C6876FE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24C047DF-3E6E-4D30-B775-1266AF02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2C16E1A-AEB9-48DA-8772-4BFE358E9F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A4B250F6-8EE6-41EA-BC62-8FCFE8672116}"/>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20D78CBA-C706-4F67-8734-E7F127BFBEF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81F4BDEF-BD5E-4849-A11E-EB69586732AF}"/>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27C98F1E-D26D-47B6-8B02-D84D59771C5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3F86663-A73B-4E1B-B89F-D2C02D252B70}"/>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4D5F08A1-C10B-4A46-A9F6-C65413817515}"/>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C0985CDE-BFA0-4429-91C1-637BF46C070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0AFBBD14-37C0-42A8-8181-85EBCB895A47}"/>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C0F954D-B1FD-435F-8685-56C8CBCB62A6}"/>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A4D55139-1AAD-4368-B71C-DA95139DC4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639967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0684F151-B640-4880-96C2-493C2247736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96E41F58-EC9D-4510-A958-4F513373B8C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D17BD3BD-288F-4239-8166-8F7ED3A919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DF6CDC72-638F-4D84-BF28-0C887E471E2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998328EB-9652-4482-A3EF-FE971F706EC4}"/>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E9AAEE5-6656-438B-98A1-A8A12308AD18}"/>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8EC6EFAA-764E-40AF-BE7B-590F1A68CCDA}"/>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84186BF5-ED27-4C78-9F2C-C7C31A007E0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5693A67D-FDA0-430A-BE06-12DF57A810F8}"/>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EDC09A8-D8E5-44C7-8BF2-15A1317E4E86}"/>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6815416F-201D-4823-8159-88BE761052DD}"/>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D08443A0-0634-4B47-AEF1-EA0E34CF83DF}"/>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2CD1551E-83C4-471C-9F50-CA272A641E88}"/>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62D53C35-1DD5-4344-9483-3710580FF94D}"/>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8DBC8B6E-9A0D-433E-9FBC-793EFC3E042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C7194AFF-DF0C-4A02-9A30-5553395F379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8747904-D9BB-4AE4-A940-BD7751DCE98B}"/>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5A6E5F8-EF38-4DB4-9AF9-07AA55304086}"/>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8AACE72-638D-42E2-A733-B360678739D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DFE6FE4-8409-4800-B39F-A98F50CDE1CD}"/>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3BA57D7-A286-4D2E-973A-AC13C6401A72}"/>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28106CB-4A3B-445F-A35C-4C039E185560}"/>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47DC2DF-A722-4139-A7EB-410F5A9CCE20}"/>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9423B5C-6BD0-4CAF-A3B5-39E1B8B5E401}"/>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27F1F046-C1F1-480E-83D9-60B0F3F145A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2BA704BD-C0F9-4F9A-BB5C-5939E7754B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2063D4E-0C19-4E4B-BF36-3CF833AFC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8952C446-A884-4635-81BA-4A9786A1CE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FE2C82C-CC28-4A0D-85F9-748A9AB345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618102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639FF81D-EB35-459B-BB1E-B6C65B54DD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F3C16437-E0DB-4587-844A-18EEC36FB8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6C8F8739-ACE3-4F43-A0EF-6808B4C3DD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1E1FBB9D-65A6-4E18-9D51-F065AD9DF9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4398E675-768C-4BF0-8794-6DF57E51FA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C82B6D9B-D6D2-4A8B-A31F-11FBD916A2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43F73FD5-0BA8-412B-988C-0E4EB57B2D7C}"/>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846D09AF-644F-4AE4-A9E5-8E581483B03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719878AE-C7C5-4C91-81C9-9343DBA2EF5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3F205BD6-2F36-4380-B6BF-10C769B6EAF3}"/>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448BF75-4F5E-4158-AFF7-709BC8F68B92}"/>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7973E9F4-D517-4CAB-95D7-4651CEC6A179}"/>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BA60AD6-A628-4278-B83C-544B915C8064}"/>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6DE57814-7ACE-4D82-9647-21629A8EDF2B}"/>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3FBC9773-20ED-455B-B609-8BEAEE7493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3942852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675111E3-E439-4480-AAC5-BF8274C251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544F7C52-CB81-4EFA-BE00-6A3E8F045D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592CF4BE-1A9B-45E5-8A5A-94B21AAFEB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62C02E34-D11D-4556-8E5C-7A9044F35F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89E1DA12-1414-43A3-AB90-7C3CA0E608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1ABE660-4AA5-42E9-A69F-A922D50F39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DB4FB274-EFB2-47D3-8526-25F289EC8E5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CF618332-E671-49F3-93ED-B83DC3AD8D7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EA88214-BFC5-4156-A3C5-866B51806BE5}"/>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430726D-5CF0-4FAE-86BC-90F5A641B88B}"/>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55EF8D82-9B45-4AD1-AE84-8B3461B1B954}"/>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C4A686E5-710B-4987-999C-512C68C59F0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338B9E66-456B-4AFE-9B07-85C70501F777}"/>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B9AC30C2-081C-45B3-A82E-BD51D3A3933B}"/>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25E0B1F-6AE9-4A51-A5C0-5D07A949669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0A932C04-5575-4683-AD3A-0F56003330A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9FF170B9-C56B-45D6-8954-70E2D1248127}"/>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B7292AF6-6433-4A25-9E96-C17A312602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2596764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74EDD879-47BD-400E-A075-079BB3CF41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58879684-468D-4E25-9E40-8714E2811D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35CB8762-E4C6-4D64-A974-6A5E2BB654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E15F75CD-BB3E-4BF7-8F1E-6CE7358E1F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2CCBAB87-67F8-4B06-B85E-7547A0A149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3E901ACF-6B93-4B59-9560-1320371A2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57D58C68-E794-4461-B389-C5C01A8C56CA}"/>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08C23A24-A845-4C3D-82B0-434EDDDDCE34}"/>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191DA9E0-90BE-405C-B5B6-545F311D47E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F1FD3508-35F6-444B-A451-06496393D81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92B4E144-DD14-4B46-8134-A6C5995309DD}"/>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E1B84DDD-1A66-4D4E-B18B-DC120299AE50}"/>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588D002D-D90F-4314-B33B-5C35EF365A3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EA6012D-2063-421F-968B-1C1978A3D37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2277E6A-562F-431A-BD7B-317C506912DD}"/>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A68C154-81B9-48ED-836E-6BCC83CADB3C}"/>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77641E34-E3EA-463A-8529-0AE228F11D64}"/>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12076881-3880-4410-9703-5F3D3E26A094}"/>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A8F8B6C-6ED7-4525-8ABD-180890960EC6}"/>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CD93700D-7A3A-4DE6-9333-9E7D77B7F1D2}"/>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7F89B399-6620-494A-BC8A-CDD9D60C419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FBED6FC-39EC-4844-BFD9-0ED590CAA4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407547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9484C0DC-1BC9-46AA-BF99-0AD0EAB02A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0B9E24E8-DF4C-4A46-BCF9-974009CD4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14862288-B6FD-4907-A4F7-1C70C728BE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58028D55-1884-4BDC-8EAD-81CDE2676A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0BEAE805-7879-41EE-B238-23A3E6A1DF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8269B3E0-7795-466E-BF18-9BA027FCBC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A5023EC3-5A6F-440F-A882-DCED6A2F97E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1148002-B090-4DCA-93D9-B261058EA71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07D0E3FB-4029-4971-B00C-CB8FF2888460}"/>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7CC4A86-B137-414D-BBA4-01F023D486C0}"/>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F8297CD7-4599-494F-806C-015E5060B019}"/>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E46CC1CB-D547-41D9-9E3B-A369FC6D2D10}"/>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6B80A42F-575F-4ED6-BA12-CE60B7BFCAA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439F369E-B896-46FA-A7BE-E90A897ACA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025332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0E07169B-61CE-4872-BA90-608CB97503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2E205AE6-9D05-4261-BA4A-CAED023556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39712154-4023-4BD7-8C00-A0EC6E56EE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72FF1BAF-9149-4F48-9015-7985F4B718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7CFDAAFE-06FD-4C80-8DBB-A3A9EBD59F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4B94762A-9D7F-4944-A0C9-E4C0AF94FD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6804F7B0-8B6A-499A-9A56-F5192F90903B}"/>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DA588A5D-1EEA-4217-99F5-54946859A28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3A69563C-4FD5-45EE-900A-24597415D85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9F24D7FB-6937-43B6-9800-81BA6E211DEB}"/>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B733736E-CEC6-4073-A08C-B2EA0ABF8C2A}"/>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439B3909-2DFB-44E7-9839-33670D2280B2}"/>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188F4748-09CD-4512-A4CE-F952A6CBA74E}"/>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072382AE-26CB-4330-B04D-226E075D261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A9C9AEC-DFD7-4FC0-99E4-BF4E99A778E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6FF1D54A-F56D-4B44-AA1B-61EF542C9F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919103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294D7327-F0C5-4F04-ADA9-92256C3E7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F9AC7439-F77D-430B-A3FF-AE77F5CE60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2D425E0B-EAC0-4F65-B7E1-0E2E365C4A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EF33F8D8-0641-4AC0-AC4B-C2F69876DD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E0C60234-1BCC-48E7-A700-AC13DA4881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C00181D9-A950-4A0A-BBB7-95AE55CDAA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D928D19-0ACA-4408-A406-A1CEE086515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2538E0E4-896C-4FBE-9DDB-01F9045167A5}"/>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D733545A-B5E7-426F-B2CE-69ABC2D1E59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166811B-0130-4D30-935C-8DFE88B90AC5}"/>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4AE3B02C-E0C6-421F-A6CF-002385CD3BBA}"/>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604A53CD-0DAB-48B8-BDBF-7A712D9690DA}"/>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2B5F9788-4E63-41B8-9AB4-1B29493B327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AEAEF820-1090-404A-863A-84940A32B1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086979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DEE1E8D3-9BC6-46E9-B313-B83F06CE311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418B3D4D-BD12-4B09-A38D-B9AB1E2010E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66E5E433-0569-490E-86FC-C4329CAA4E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64027725-6BF9-48C4-8730-40DEB5CDDF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008AAE90-7106-48C7-A7CB-FFEBAD1FAA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0DEF026B-A07C-40B6-BE25-B4E2752497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D41F8427-7D47-4EC9-BD5B-3AF9F096BB51}"/>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55892C4F-D007-44AC-A0BE-E7374F19D2A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C2AF990E-1AA6-4C1E-96C1-E4CCC36F856D}"/>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7D29EE82-086A-4FCA-9392-E15A07CF01BF}"/>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433FAB8A-702B-422F-9070-6AB01C17CCA1}"/>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CA21F89C-21E4-450B-8920-08A173D3E98D}"/>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4B02D866-902B-4BA4-A43A-3E6F7C07C5C2}"/>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93FAB273-62AB-44B0-9352-74A7AB9A199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51AFB2AC-4C58-4B4C-BE71-A84E0A5003E9}"/>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A0E3BC29-21CC-40E3-A10B-63910E97A813}"/>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34CC8140-81AD-4810-97E6-E5B5CA702B8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7993BAC9-DF4A-4465-85A3-BFC6634F2D51}"/>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47AB0D78-0757-49C6-8F43-68B98733CFB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0C1217C8-63EC-4D57-A68D-B9C6A9934B90}"/>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6C07BC0-4A38-4080-B774-B7B7F8287393}"/>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0AA26629-A341-4977-8D1A-0580967B4F58}"/>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0652E227-AB10-4DBA-93F3-A50595CB0C6A}"/>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94E1C51A-E895-4517-BFB1-6C9B551165E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A49F7A87-B39B-49FB-B88F-8C8199F23BB8}"/>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8F6976DE-C313-4776-A545-211680824CD4}"/>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C4F0FF1A-0BDE-4B89-9C52-CDADF182551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3361E40B-D3F8-47A7-A044-1E61A4A6AAFC}"/>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BAE01E7D-73B8-472A-902B-AA06846EC327}"/>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950E197-8652-469C-8302-CF3C2420219B}"/>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9449447-FCAE-48CE-91C9-76DC1E3E4154}"/>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7B0EEC8B-4E32-4F01-B6A0-0B9870489937}"/>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352F3DA5-06BA-4153-9526-F627F007D59D}"/>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9EF82E2-49D0-473E-A0A5-A9412F75EDE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C1317B9B-78E7-4CF0-BDCC-06BA0753B317}"/>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EFF0BAE7-13D2-49AF-B82A-D3A27A1A3768}"/>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197C6FDC-3A2C-402E-8D54-4E546248FE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279597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FFD203F2-71C9-482E-A9A4-D67D293717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E92650CC-EF93-4ED3-AEE2-5B0AF8F01D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53C2AEF0-80A3-4444-81B1-4D5D68FE78E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E9728EC1-4533-4A8E-86AC-2EF67FEA72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6320BCCC-5AAF-4994-B884-4F6628C74D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FA92898-92A7-4AA8-BDEF-9E30675C6E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216C8D16-2435-4067-AAC2-E88902FD1776}"/>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FAA5530-4E31-4356-B2D3-A6E10D7E32D0}"/>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A289AF65-195D-44C0-B17E-4F1A7C834EE1}"/>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6E9E9F5C-A11D-49B3-AE28-FC0B15A6F78F}"/>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556EA0D4-A2C1-4120-B687-2DDA0FC4C24D}"/>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51D5CAFE-C71D-467F-A902-3DE32D284017}"/>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06C8CCE9-4255-4DD3-9AC9-C8E1D38EFFCF}"/>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A1DC07AE-76A1-4212-8A74-953B3453F2DA}"/>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43C93C9-95D4-4E3A-A4A7-7A7F04C3AE1D}"/>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5FBBE879-CCA6-4BDE-BB65-96F032F9412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7A41972A-EE3D-4562-A06D-41FAED02C45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7C307EAC-52C1-421D-B003-21216DA1AA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82934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C637B0C7-9479-4806-8449-BAC661FB29D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76064695-531E-4CEA-8BF3-EA457E94D0F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B33AD5B9-A31B-49DC-864C-A1FF34378B8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18CD2A64-A2B9-47BB-B3CC-80A354712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F29D6855-CD6D-4E49-AEA2-60BF144748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5A7B15A1-B027-4D13-8096-D4D1E7D50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DD20E841-7D8E-4D40-819E-267DB9FBA1B2}"/>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52413B15-7A83-4FCD-98C0-0FC223260D00}"/>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4B6AE1C-87CB-46BA-B4AC-4797282F8247}"/>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60035AD6-B17D-4215-96D1-65DCB4FAC9A7}"/>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04E03E4C-08A3-4EE2-892A-CA9092DBA055}"/>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4953013-0056-478C-8BAE-44B2BC9B7FB5}"/>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79AB9DB-202C-460F-ABBE-60A68F940C02}"/>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EC794844-E6F1-4D4E-951F-5F047536BC3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3CFE21C-30D1-44EE-98F4-6C9263599469}"/>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1A39DCA-73A6-4977-94D8-10C3A9818F59}"/>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9B98FD1E-9AC0-402E-B3CA-43ED204A18E3}"/>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CFA31EEB-D81D-4F49-B14C-2723DC31CD27}"/>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AB89FF50-6626-47B5-89B5-C962147FB9B4}"/>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B3E7AEE-4292-49C5-A7F8-7AB0648DC7B1}"/>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12ED5B9-4A19-4315-9C1D-2C34B9B6CF07}"/>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40FF7810-0FAE-460B-85B8-5CC8D93642B6}"/>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74BA9399-CC77-4B80-8A71-ECEBE48861F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19963FC5-F58B-485C-A62E-8170797EB9E4}"/>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6F9C3AB-4B61-458E-8227-A24BED4B2E90}"/>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71C0FD66-BD02-4CFF-BA41-558053E851F6}"/>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AB8142DC-02B1-4DA7-893E-46F10CCCFC37}"/>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35F72BE8-79FD-4C0F-882C-A125505FA73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1CBB9407-4A4B-4A40-89CB-13DEB369244E}"/>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FB224D7B-957E-411F-8B6C-2A56D5F644CB}"/>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248CAA09-D17F-45F0-89FD-BB956458CAF5}"/>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CAF198F0-24F9-4EFF-878D-C06C42EAFA36}"/>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C745ABFE-500E-442C-B331-AFA92642979C}"/>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CFB2D16E-DF3B-45AA-A14B-BA5387C56BBB}"/>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EA577F89-40D6-4358-9844-0465D4953CAD}"/>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4F8F9548-CB05-4033-88EC-3A9AA4ADB538}"/>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3BAFCED-49DC-4DD0-B544-416E7501842C}"/>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DAEACC22-D795-40D2-AD53-DBAA6973B88E}"/>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2B615367-CB3E-4202-B901-1AA792B6E59E}"/>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5858B1AA-1E6F-40AA-9B5F-279203052F87}"/>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183ECC4-5FDC-41A4-977E-43D2D8B1D509}"/>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E143C638-9CED-4BFD-9DD4-4F3A674ABD7B}"/>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5E9B46E2-9B71-4D1D-BA4E-D4EDEF117F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0770826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63AEACE8-9DB2-4885-8564-D3060D7BE9A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B6B6F453-3C00-4ABA-95F9-D506C65BF8E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1F9B3724-F5F5-481B-AB61-CDCD1C1880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E65EF1A-CC00-461B-BEFF-7B992192F4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E493C0A-3AFE-481F-A620-7D93D9E00E8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B010F703-7A5A-4A90-9B46-CE99FE9B26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0506930-B338-4AE7-928E-25EE5A5C62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87F6BD1C-4844-4ECC-A602-2E110509616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22D53952-2CA4-42FC-9951-8A5758B73523}"/>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E6AD94C0-989A-4D38-9E72-319B0F353B48}"/>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2D8CA51-1295-4D17-9E95-B128ADD8FF5F}"/>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DCB33470-21B5-4325-8996-D7132A8AB195}"/>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F0C95A3E-3092-419E-87D5-E040DD980213}"/>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4392416-A5B4-41D7-990F-9B68055E9A39}"/>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D4AEFEBE-B0BA-4BDE-9EB6-A99AC7BA855A}"/>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C15820E-C051-4324-957A-38E1C6E163DD}"/>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1DF474C3-271D-4471-86F9-70B395A63E8A}"/>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D96CDB08-D110-4FBC-9CB6-961A67E92257}"/>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67A108DC-0B12-4D5F-9238-1C112735B761}"/>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75A833E-90BD-4521-80EB-A5B5FC58DDF7}"/>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CD64A976-297D-49A2-B353-4FB2F2396646}"/>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997FD367-6CD3-4611-8CBC-29A4B880AD3B}"/>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A02C7E50-42BC-4D3B-9CDE-4BBDA7B1278C}"/>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81822D8A-8E0F-456A-906E-CE025A3D67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0569729"/>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DF6C84B2-D1BB-49D6-8865-2BBFCF3EA21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EC34905E-B9BC-42F3-A811-722783BA669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EFD00138-A642-4A44-AC30-3172283DB8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009DD9F4-03DC-465F-ABCA-A39D566E1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EF4D363-2039-4BE6-8F51-9670840ACB2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402B1CD-806F-4A0F-AE64-08BDCAED3E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C192262-D8BC-4D24-8DB9-52BFE4AC7F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12A7DD9-3271-478D-B183-46CAD9A911F4}"/>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E169CFF9-65D9-49CC-90AC-C968173DAF7F}"/>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50DF93DB-A91E-4ADA-9A1D-3CAB5E1576F1}"/>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21DD4311-AC71-405A-8F8C-DE9C2AF5A69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81A7007F-7995-4DCC-B11B-305AC8BE7320}"/>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52A000B-5AF7-4E87-B30F-E3DF937A9A72}"/>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03A1F493-EECE-4603-BB68-1ED644ED7E0F}"/>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2A815D0D-D6D5-4987-9A71-6902C4F50342}"/>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D668FD69-0FF5-4010-AB99-20B365910A13}"/>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97EA3DB2-98A4-4CAB-8DB0-55B920ECEA16}"/>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2723FCC-AD84-4F14-998A-EFCE01223CC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B080C9DF-6D81-49A4-91CE-B6CE3580B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9169629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33F797E8-9C72-4DDD-A0A7-5616E72E64C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7646131F-F845-4715-B890-7776B154EDA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0F536DE7-7DAB-40A1-83E9-E9D8048852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AF77E209-02DD-4A49-B2AE-2C0399270E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0DC71D-6619-458A-802B-A90AB5F591D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1B33EDF5-2630-4D7B-8842-04A9DE4A8D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4A81CC0A-AD55-4097-A8A8-D1A4982E34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4831D8BE-9C10-4C19-BDE6-3F2589559A4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02839B12-4BB6-41E9-8D9B-5777C2E5B928}"/>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D2FEEA4-9CE6-40E4-B0AF-62635D669A0D}"/>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F6447388-CA7C-438E-A12B-792655D12019}"/>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3A597EE8-9CB7-4756-ADEB-138CBB06A1BF}"/>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DD30792F-70B9-4BE2-B82E-219554D59922}"/>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C9BE773-FE4C-4E46-918E-2F9079E91182}"/>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EBA7FFD1-A3EE-4663-974B-A74C6F9FFD6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B337503F-0645-45E9-A7A4-FB47DEBEBA8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EC8003BE-6BB7-4F39-AFA0-09BD94E517FA}"/>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A7E895F-3E04-480F-BD92-C6B6C536B3DB}"/>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A4B4A00-2CBE-4A76-850E-440064136949}"/>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AF75EC93-3EE5-429D-B56F-4C8149246938}"/>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661ACB2-0207-42C4-AE3A-1096C4BA100A}"/>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B037C8D5-03E2-4591-B487-406257C466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554243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78AEA59F-BC26-415F-9BF1-F10B8F6F90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173C89AF-D00A-4059-93FB-7472D00E88A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3EA2EE59-E4D5-4E50-89B0-E7F9012497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185FD93-7CFB-48C1-AD15-A671736F0F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4EF0B65-1465-4388-BF49-FC13ED931EA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39BF7949-7A79-4DE6-8805-265CADD622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716452A-8319-41B1-ACD4-A55B48A45F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19EC6E70-6297-45D7-AB1B-E482CE9FB6E3}"/>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1C7A89A7-7800-4CB1-AEE4-887484CE830E}"/>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228E58D0-1571-4078-BA8F-12A3635F28B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2B2703EE-4DC1-47AF-AA02-FA5D8831532A}"/>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46541B7D-0C22-431B-AE54-DA9DE71553B0}"/>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8819103A-829D-4D1F-AD32-5C44973A328F}"/>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307B786F-23A4-4021-93BA-6CB7FB6F5EC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2AC27A0E-F653-4A32-941C-59C523B518F7}"/>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7DCFDB39-6A07-4A0E-B731-6E13CF641C8F}"/>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1B2EB75C-3E3F-4812-B369-0627C792B9E1}"/>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96F822B5-148C-4659-BD01-90CE43A9C1CF}"/>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E68DE703-C95B-4E4F-9D42-712B2A452168}"/>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54F74800-F50D-49F8-B403-A2AB90EDFB1F}"/>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97474126-C0FF-4B56-A3F6-BACA2060A76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AE9C93FC-8C6C-497C-A1C6-F53306503B02}"/>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3E00E807-7693-4263-9B89-A42C0655C5BA}"/>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122B85A7-0EBE-4191-BEE9-D3E653737C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4705900"/>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9020E93B-DFB0-428B-8474-F8BB1D52FF4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D356707-8F81-4D9F-8015-4A262534DE0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5B966574-F2BF-4128-AF7B-76EDD69CD5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400E6EA8-532F-4CB9-9611-FFFEFDD774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0D0AEB8-DC76-405B-A1FE-99074D40D8A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EA510085-6843-4C92-B80F-3F302BFBD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FD3A3ED1-7D4C-4CD0-984E-3B0D47BBD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B6BADC33-0457-435F-951A-0A4BAE228199}"/>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4C641A15-4758-471C-9A2A-3907D2988FDE}"/>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8188647D-A113-406F-A675-23F5E2C708D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0E6DAF2D-FF18-4AA5-960D-0347E14C1F8E}"/>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4767174-975B-4916-82F5-B7BA2774AC70}"/>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29B4A93-3B10-4C9C-9B70-26097C82B4D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AB8E402F-0BED-4B09-A0DA-27393265ACE4}"/>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DE9467A0-9137-4052-A463-759BF1E08FF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91566F22-1A95-4A16-A0E1-43A357772575}"/>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A29B4F3F-770B-4BA5-B52C-A5E3159E05B1}"/>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DEFBED78-854F-4372-B252-DB67F99EDB07}"/>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158FEFE6-5063-4A29-8A44-F5B79A4F4E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454416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009AB04-B611-48DF-A701-89578C9A3C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788FC73C-F26D-485E-B8EC-1BC06844DC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7AFBD787-087F-453B-A9CE-7AB3912097E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1F02E331-85FE-483B-969F-FDE88911C8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27893A73-AD46-44B5-BE68-3F0AAC04E2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8922210-1BE2-4C2E-86A2-EE49238B4D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4ADB1EB3-2EDB-413D-9F07-3F5DCEE72D03}"/>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12E153A-A303-4A7A-BCBB-B25697965DF2}"/>
              </a:ext>
            </a:extLst>
          </p:cNvPr>
          <p:cNvPicPr>
            <a:picLocks xmlns:a="http://schemas.openxmlformats.org/drawingml/2006/main" noChangeAspect="1"/>
          </p:cNvPicPr>
          <p:nvPr/>
        </p:nvPicPr>
        <p:blipFill>
          <a:blip xmlns:r="http://schemas.openxmlformats.org/officeDocument/2006/relationships" xmlns:a="http://schemas.openxmlformats.org/drawingml/2006/main" r:embed="R0dca607c4bbb419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761908C1-3B4B-405F-A255-F172B15C95A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3D0D2BB6-C826-48FF-8F89-CF7FF847675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CDCAA405-BBB8-49C0-8B34-1E4536EAE3DE}"/>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5CD2472-3E09-4A75-B34E-72097367236A}"/>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6189CA9B-2BF8-4DD6-8F97-41E4FA82C12C}"/>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C7165824-4078-45E4-81FE-4D2CCD24EEE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19CB905D-2B13-49E5-B586-F3C3BE221A58}"/>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C34D9052-2763-463C-BA1D-C66E74355E6B}"/>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0FEF782F-6D7B-49B2-B231-CC06FFFCF7E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A4E1A44B-EABA-4092-BCF6-E36045F472A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CEEAE762-4D9D-4D72-9C79-CBE62578E691}"/>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50E3B2D1-1C00-4EB0-B285-96E1BD1A60D2}"/>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7088E9EC-597A-4157-954D-ED4E6B990F2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AC8BA8E-96D5-4C8A-89D5-C7F1887B71F3}"/>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F42DDF05-674D-4703-AF43-247D1F7AEC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03048207"/>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A0FD39B-8E99-4CF6-B148-AA90D8205F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A3E5BEA7-6442-414C-8654-B4350078769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8E5788D4-ECC0-42F0-ACBF-83E19C475F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DF2DBB76-ECFC-4324-8795-96EE95B0C0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86D45D82-D201-4998-9649-76E47837BB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6568E6ED-8AC5-434F-A2A5-5993E36D3A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5A15BF9A-DAEF-4A01-A0D4-B30376501803}"/>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29F5D83-D05C-4A40-BA8A-C84C50943502}"/>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ED5FDA9-3DC1-44B3-B414-7E682F70C154}"/>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716B3B5-220C-46D0-A680-F366C6356427}"/>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6135E08E-B997-41A4-8E61-C40A94350B71}"/>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F1536407-2928-4011-ACCF-FDACB1002FE0}"/>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94EB600-FF2B-454A-9E8A-6FC9BD5E26A7}"/>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553EC56-7447-4E3D-85D7-4019494F6189}"/>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C1D05E0B-0B90-43D3-9F2E-9A7EB6829675}"/>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8BE0971-8232-4AFD-910C-74D096F7198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0418F18D-8E82-4D8C-9004-41650CAEDD31}"/>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88DC028-6AB0-4A01-A8C7-0CC08EA1DE07}"/>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242F4F59-8EE8-4F86-9ABF-F3417CE483F1}"/>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DD92D68-18F8-456F-83F1-AA8FEAC0CCE6}"/>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B55F543A-6FB3-44B9-B030-8E057DF46921}"/>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310A21F5-5D45-4DCA-9ABE-A420171AAB45}"/>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CDBC6CCC-0D23-45E3-B825-73884B8F210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1906E32C-4796-4C2F-B185-CEDA5AD9DD60}"/>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77CFCA6-FB3C-4567-877D-D67CF9D7E6B5}"/>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A0D8CC71-7674-4523-A109-139AEC84BBC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BFE3B5B2-853F-4776-92A1-2B822513C874}"/>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9A6A2DD6-0636-4BA3-B82E-D4BCC01126F7}"/>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088B200C-603A-46B1-A39B-24CB23B5F924}"/>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81BAE1E2-CB4B-4433-A0D1-BDC3142ED0E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52927624-EE08-49D6-A8FF-F458D1740BC1}"/>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CCE6B217-AA84-4F96-AAB2-50274A194F9A}"/>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7290E283-39DC-4B9B-B76C-B2C9D092F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29925072"/>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7EE66E84-30A8-4745-92F3-D33C7BDD75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9E7C1E6D-A618-4352-BD26-4DE10867AB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B286AC1B-1F47-44A0-A184-DD1557A415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C5997A55-3347-430A-A210-B19C899E6A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27E85243-94B7-4E3F-A1EC-3EB5777945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EA0ED29-ED73-4BD7-8555-4B1204921D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5A334DA1-B46F-4D07-BD24-7F942EE90141}"/>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EA6D4933-D93A-4B32-A312-71615A43C379}"/>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ADB171EF-DF64-45DC-8EAC-3D0A25F7BC3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AF1D931F-7F1E-410E-BB8A-7F7215473C66}"/>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4E3A9C91-4CBC-4E62-91EE-FB8586542732}"/>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E28E19E-369C-451F-8207-B9EF4FE4F3CB}"/>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5077E42B-3E77-46E6-A121-25E512D03A1A}"/>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14492230-B1CC-4244-BC35-6AF0D08D91B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7342EFCA-4BEE-4A3A-97F2-8C05A5C81509}"/>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D6E6D622-EA66-498C-9941-28B353973AAD}"/>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046872B-5108-4683-B16D-1661F74705AF}"/>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44BA9AC4-F088-4D8C-852C-9D01437B6AA2}"/>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8BCFCB22-E483-40BB-8EA4-B6690593006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D434C151-B7E9-4DF1-BD37-812108F4B5DC}"/>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B04D465C-3C3B-4063-8811-8E5ABB3A42B8}"/>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8F24C67-7AE0-40E3-8D63-5AB10DE734E4}"/>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4F7DB183-2242-457D-ACB8-F7246D9B7A29}"/>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EF2B7DC-18DE-4C0F-8B96-09CFA771F528}"/>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05067461-DBCD-4AF0-955E-6B564CD49DBD}"/>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DA5A3404-2310-45E7-B892-3DA17130C273}"/>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A427F0E2-D21A-4BD5-94C8-146876B93E80}"/>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A5E8929D-895E-4C1D-8E9A-BF4329257A9B}"/>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29EE89E-B3BD-49C9-B679-B018A99F89E0}"/>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8AA6ECC2-9D72-4F3E-B097-E3966704BE52}"/>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5915A6B7-A435-43EE-AC62-073ABF8E55DA}"/>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D866F21B-C185-4444-8501-71DBCD34254F}"/>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B7239602-349A-4D35-A3C5-02BD9F01B12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4EB5D14B-B4A9-4083-96DE-E215CC2DA072}"/>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C9E9C7DD-6339-43A9-9C45-A7E858462BBC}"/>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E822415-C54B-4B30-B751-50B7DE563C82}"/>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65E0E88A-1BDA-4C1E-AEBC-5C7661F3327C}"/>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5ACA0B22-ECB9-4F96-A5D2-8FCDB19F5F5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2FC4D395-49C2-4B98-8F34-A865C6FA79A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8BC78F24-3CDF-40A0-8F69-3CC90F955756}"/>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2ED596B-DAD0-480A-A45B-A1E2E9ED9EB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7E85241-1476-4823-BBCC-B146F14527A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F800FB6C-F58B-4C50-B285-C7571553CACF}"/>
              </a:ext>
            </a:extLst>
          </p:cNvPr>
          <p:cNvPicPr>
            <a:picLocks xmlns:a="http://schemas.openxmlformats.org/drawingml/2006/main" noChangeAspect="1"/>
          </p:cNvPicPr>
          <p:nvPr/>
        </p:nvPicPr>
        <p:blipFill>
          <a:blip xmlns:r="http://schemas.openxmlformats.org/officeDocument/2006/relationships" xmlns:a="http://schemas.openxmlformats.org/drawingml/2006/main" r:embed="Rb8e299322ad7459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1C933219-9A44-40E0-A183-8EB91CE8186F}"/>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E1B99730-DDC7-4AF4-B723-598C8B42819A}"/>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EE8C7647-2050-4B80-8DD5-A2A91C41EF8A}"/>
              </a:ext>
            </a:extLst>
          </p:cNvPr>
          <p:cNvPicPr>
            <a:picLocks xmlns:a="http://schemas.openxmlformats.org/drawingml/2006/main" noChangeAspect="1"/>
          </p:cNvPicPr>
          <p:nvPr/>
        </p:nvPicPr>
        <p:blipFill>
          <a:blip xmlns:r="http://schemas.openxmlformats.org/officeDocument/2006/relationships" xmlns:a="http://schemas.openxmlformats.org/drawingml/2006/main" r:embed="Reff3570c41944801"/>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0F0B4DD8-6618-413C-A757-F640CE60F2CD}"/>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502A45FD-4677-414C-A1E9-FA187060CDF1}"/>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D66B680D-A7DE-4EDF-A4FD-684FD1261F0C}"/>
              </a:ext>
            </a:extLst>
          </p:cNvPr>
          <p:cNvPicPr>
            <a:picLocks xmlns:a="http://schemas.openxmlformats.org/drawingml/2006/main" noChangeAspect="1"/>
          </p:cNvPicPr>
          <p:nvPr/>
        </p:nvPicPr>
        <p:blipFill>
          <a:blip xmlns:r="http://schemas.openxmlformats.org/officeDocument/2006/relationships" xmlns:a="http://schemas.openxmlformats.org/drawingml/2006/main" r:embed="R848aec7f609a44a9"/>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039A5DF-8D1E-4C3B-95C7-2C2986D1D20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1077E511-98C0-4CAB-89C2-82D84C9FB45F}"/>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309560E0-3C98-4377-9076-A2B39D10E967}"/>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1070DB6D-2008-4CF3-90D0-5A0D0C72E5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1222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24CA1353-AE65-4E77-A172-5D75B8CF4F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00D36FBD-7FA0-461E-9EAB-80310CEB3E5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15D2883F-D071-45E7-9EB5-C9D466EBC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6AD2FD40-66A8-481B-A5C8-334EC9FA01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DBE7D12D-AF5D-49E3-BB2D-645B434F6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1C3F7B75-D217-43CD-A71B-F2A3050F12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BAEB3840-675C-4D1C-B638-F55C3947853A}"/>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4CFF1AE-B2F7-4AD2-864B-D10D06816889}"/>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50677C6-01FF-4E34-B9C5-1932327FCEF7}"/>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7B793653-32E1-4C51-8862-AD68858BDC38}"/>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716979B-22F4-4E80-85D8-25370A8EFA6F}"/>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8309A197-A3F7-44DB-95E3-732306881D6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BB907601-BEF6-486E-B625-350DD2975EBB}"/>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8046D116-2A14-4412-98EC-33350CDA834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8B0BE5F5-57DD-4F1F-B25C-E0563E45CA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6464122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600F3B7-52DE-4B14-BC4F-713F85EC07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C4947E8E-D75F-4257-9947-EB362BD0266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2688A270-36EA-4A91-AE6B-21F9158EBF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E5419ABF-50BD-4784-8DDC-FD734A7522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964B16F4-94F2-4286-B8E9-24F59E310D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CBF51C6-4A4D-4279-9254-9EF211C431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4C83274-1CA9-4DD4-B915-093EE7D75C11}"/>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07A96898-8E3C-49FC-9CC0-B98032DE9BC5}"/>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B85AB807-C92F-4E60-A1F1-635CC265CCBF}"/>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2185559E-16BE-4238-935E-ADBD4F6909D9}"/>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7F45B4E9-1F90-497C-A66F-B40A5D08F2C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A31F6830-070F-41F4-8E05-9F29275EC3C3}"/>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A64A9ABC-E79E-4F1C-9171-33F5661B87D6}"/>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5EEC4B91-E32A-4CC7-B7CF-2AEE1BE1164A}"/>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4F6DA011-BA80-478F-948E-2532D857E5D6}"/>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65C8228-FFA3-4E72-BB5B-99026A7A77E2}"/>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8AEB5E71-AC1D-44EF-9048-F66CC2229987}"/>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3D92ACDC-C608-410D-9926-3E31289BCED7}"/>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7530A1B7-ED8C-45F1-91B1-083305F184A7}"/>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831C18C2-5DB5-4A3D-895E-40579CB475E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225FF148-1AFC-473E-8F6B-35F75331465A}"/>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4763ECEC-4A42-4416-AF8C-80C3C70841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94067160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F0C36BB7-7EBF-4528-AE12-9C87CD0CEF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1B63DBA1-2720-4A83-86E6-C0166C56B41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9AEEE9B5-317F-4547-94F7-A5437AB8737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54F9A38-5AD0-4869-AFA5-14B311CD0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1E86E382-915F-4F65-B570-5DB88F9064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3EF6E9D-BAA3-4C20-8286-156B754B6C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AE5A795E-EF56-4A6B-8017-3B8FE706F96A}"/>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92454BC0-F37B-4FAC-85DE-667DA4318A84}"/>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4C910492-66CC-49C3-9586-D00B1E73CF4C}"/>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C585EC56-721E-452F-BB21-2D6D392C55FB}"/>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6E87674-D392-4712-B044-E4B348AB2BB6}"/>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6A84A45-E662-4870-B603-CAF8D533D64F}"/>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E9C2CDFA-6219-4FFF-9424-B6D066A6F7B1}"/>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714621C-94B6-41DE-98CE-6C82F0262BC5}"/>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6D7196DB-2928-4BA1-9A1E-4D36C1C49EB0}"/>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460121D0-BCCE-48D4-9D4F-39D87C2C849C}"/>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D4DCD6AF-B179-4EC3-AE65-D1E52FE6FB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8086048"/>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6447520F-AE15-4E1E-B9F7-66854F4AF81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5E6657B4-8931-4050-A72F-2362B28465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8CDCA98B-2354-482F-8033-478288CD20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E2E09033-E6B3-43BD-AB12-55EEE9846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AC8BADC-0979-44E9-9F55-AC0CAAB135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6BDB01BF-BB16-48AD-9428-CEDE972FC0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4578DC1-F70E-4EB9-8815-62B529BB6412}"/>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C65CB67B-3A4C-423F-9219-2EA2400C3CE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9718308-7562-4C16-BBF4-D7A31AB33145}"/>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B5CFDE3-C8FF-4D90-8C32-16C0A00A98A5}"/>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117F3A67-79F3-41D9-BB30-C197F8069E04}"/>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3E04E2F9-C773-4A42-A7EB-D2F19CF94179}"/>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1573A6F7-0A97-439F-920F-8F83F5078A8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188449C-EAC8-49AC-8016-83944463BE6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73A6E654-66AE-4927-8657-1F9AA411E3E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68F3291-260F-45BD-88C5-EAA28F6E20CF}"/>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74E52BE-9F5C-4A4A-9034-91B5762E6E9A}"/>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ACDC335-D856-408B-A6E7-664194B18B61}"/>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9A3143E-BA8D-4C6B-B616-E6E97EDB89CE}"/>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98656E04-538A-41A0-A50C-9A4EB0C83F80}"/>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FB57EA5F-7C0E-40B7-B407-2910958E2D45}"/>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A19D5F02-85D5-40AB-A32D-78279A3E4D98}"/>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26772F44-BB65-4094-A500-CDE0DA63032D}"/>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D50E433-27AC-4965-8D22-C04439A36BC5}"/>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974E71D-50C0-463A-9C57-065E6C114B9B}"/>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30121870-D1DF-46B6-8B88-D2395FE0BE50}"/>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D3A5E3B-C272-4913-9301-C198DC7F3F19}"/>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EF3159FB-8EF1-4165-90D6-CAC99CCCCA39}"/>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FD11007-0612-4AB5-9DF7-CF80F5524A48}"/>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EC3E6E9-D5AB-491B-8093-56E0690B6BD1}"/>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C3F1E0F-9D00-4E53-BA18-4E4E9488F578}"/>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4709FDD4-E7F3-4972-B09E-B11C3E67A006}"/>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47C56F2E-6F6C-4621-B90F-EA00FA5FF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0754803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082A6924-ADDB-4CCF-A1F7-EFC210DB118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F90FD76C-5C1D-4DF9-A968-ACB3FE6C166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4F5E01BC-8BA5-42CA-BE30-B248A4A149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E24C52ED-F5FF-4EF1-A710-AB2CDB6D64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B5C77B9-CC9C-446F-896E-375F11ECB7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8A8561A-DFD2-4AB5-87E4-5272521F82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EE574B85-420D-4F61-9F47-2125D883940F}"/>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71CBBC9F-BE4D-4EE7-B1A2-7C857D7E78AA}"/>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4773A157-DB59-4920-97F7-5371CA7268C9}"/>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D62926DB-4B35-4AD6-8824-544A1317D615}"/>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1ECD1922-F0DF-41DB-B4BF-49765D102B7F}"/>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56B1411A-6232-4687-9873-817E2DCFA08A}"/>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70FDED50-3F20-4BF3-BA75-1E9FD68E7B8B}"/>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9AD8FEA1-5B47-4513-8C55-EC69C4ECC625}"/>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21B92602-3884-4514-8826-C881A078D57A}"/>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517528E8-3BF5-4B55-82B2-8AF5C44FAF40}"/>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1347B97A-22FA-474E-8FD4-8DDD6955C5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68860790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9CA6D263-C5D0-4DBE-A3C3-48F978C47A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B998B9E0-2246-4B2B-8F7B-20BC455030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6B280406-DA65-4034-8517-1CEF9C3B70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49AD46C6-FDB0-4F4A-9510-4C7ACE9086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ACDA1A57-8F05-4520-81E4-6671962602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9351AC9B-06AE-41F0-A69E-43BDC552D3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12033AD-A881-4274-B8CB-AC2574CED891}"/>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B5DC1DDC-DF07-40F8-A5AA-89106C6CA22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6152B52-8EB0-4255-8F3A-5D23A6FA2B2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95E4154-2F3F-4C6C-AAFE-EA337FEF5988}"/>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8747CEF7-4390-4616-A545-9B8FEC358A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711643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2026-10-22T02:07:00.5330000Z</dcterms:created>
  <dcterms:modified xsi:type="dcterms:W3CDTF">2026-10-22T02:07:00.5330000Z</dcterms:modified>
</coreProperties>
</file>